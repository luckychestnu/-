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ags/tag1.xml" ContentType="application/vnd.openxmlformats-officedocument.presentationml.tags+xml"/>
  <Override PartName="/ppt/ink/ink1.xml" ContentType="application/inkml+xml"/>
  <Override PartName="/ppt/tags/tag2.xml" ContentType="application/vnd.openxmlformats-officedocument.presentationml.tag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ink/ink2.xml" ContentType="application/inkml+xml"/>
  <Override PartName="/ppt/ink/ink3.xml" ContentType="application/inkml+xml"/>
  <Override PartName="/ppt/ink/ink4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1" r:id="rId2"/>
  </p:sldMasterIdLst>
  <p:notesMasterIdLst>
    <p:notesMasterId r:id="rId56"/>
  </p:notesMasterIdLst>
  <p:sldIdLst>
    <p:sldId id="256" r:id="rId3"/>
    <p:sldId id="258" r:id="rId4"/>
    <p:sldId id="259" r:id="rId5"/>
    <p:sldId id="262" r:id="rId6"/>
    <p:sldId id="266" r:id="rId7"/>
    <p:sldId id="263" r:id="rId8"/>
    <p:sldId id="264" r:id="rId9"/>
    <p:sldId id="267" r:id="rId10"/>
    <p:sldId id="268" r:id="rId11"/>
    <p:sldId id="272" r:id="rId12"/>
    <p:sldId id="269" r:id="rId13"/>
    <p:sldId id="270" r:id="rId14"/>
    <p:sldId id="273" r:id="rId15"/>
    <p:sldId id="274" r:id="rId16"/>
    <p:sldId id="271" r:id="rId17"/>
    <p:sldId id="275" r:id="rId18"/>
    <p:sldId id="276" r:id="rId19"/>
    <p:sldId id="280" r:id="rId20"/>
    <p:sldId id="277" r:id="rId21"/>
    <p:sldId id="281" r:id="rId22"/>
    <p:sldId id="282" r:id="rId23"/>
    <p:sldId id="283" r:id="rId24"/>
    <p:sldId id="284" r:id="rId25"/>
    <p:sldId id="285" r:id="rId26"/>
    <p:sldId id="291" r:id="rId27"/>
    <p:sldId id="261" r:id="rId28"/>
    <p:sldId id="292" r:id="rId29"/>
    <p:sldId id="293" r:id="rId30"/>
    <p:sldId id="294" r:id="rId31"/>
    <p:sldId id="295" r:id="rId32"/>
    <p:sldId id="296" r:id="rId33"/>
    <p:sldId id="297" r:id="rId34"/>
    <p:sldId id="298" r:id="rId35"/>
    <p:sldId id="299" r:id="rId36"/>
    <p:sldId id="301" r:id="rId37"/>
    <p:sldId id="302" r:id="rId38"/>
    <p:sldId id="303" r:id="rId39"/>
    <p:sldId id="304" r:id="rId40"/>
    <p:sldId id="305" r:id="rId41"/>
    <p:sldId id="306" r:id="rId42"/>
    <p:sldId id="307" r:id="rId43"/>
    <p:sldId id="308" r:id="rId44"/>
    <p:sldId id="309" r:id="rId45"/>
    <p:sldId id="310" r:id="rId46"/>
    <p:sldId id="311" r:id="rId47"/>
    <p:sldId id="312" r:id="rId48"/>
    <p:sldId id="313" r:id="rId49"/>
    <p:sldId id="314" r:id="rId50"/>
    <p:sldId id="315" r:id="rId51"/>
    <p:sldId id="316" r:id="rId52"/>
    <p:sldId id="317" r:id="rId53"/>
    <p:sldId id="318" r:id="rId54"/>
    <p:sldId id="260" r:id="rId55"/>
  </p:sldIdLst>
  <p:sldSz cx="24384000" cy="137160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</a:defRPr>
    </a:defPPr>
    <a:lvl1pPr marL="0" marR="0" indent="0" algn="ctr" defTabSz="8255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3000" b="1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Helvetica Neue"/>
        <a:ea typeface="Helvetica Neue"/>
        <a:cs typeface="Helvetica Neue"/>
        <a:sym typeface="Helvetica Neue"/>
      </a:defRPr>
    </a:lvl1pPr>
    <a:lvl2pPr marL="0" marR="0" indent="457200" algn="ctr" defTabSz="8255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3000" b="1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Helvetica Neue"/>
        <a:ea typeface="Helvetica Neue"/>
        <a:cs typeface="Helvetica Neue"/>
        <a:sym typeface="Helvetica Neue"/>
      </a:defRPr>
    </a:lvl2pPr>
    <a:lvl3pPr marL="0" marR="0" indent="914400" algn="ctr" defTabSz="8255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3000" b="1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Helvetica Neue"/>
        <a:ea typeface="Helvetica Neue"/>
        <a:cs typeface="Helvetica Neue"/>
        <a:sym typeface="Helvetica Neue"/>
      </a:defRPr>
    </a:lvl3pPr>
    <a:lvl4pPr marL="0" marR="0" indent="1371600" algn="ctr" defTabSz="8255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3000" b="1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Helvetica Neue"/>
        <a:ea typeface="Helvetica Neue"/>
        <a:cs typeface="Helvetica Neue"/>
        <a:sym typeface="Helvetica Neue"/>
      </a:defRPr>
    </a:lvl4pPr>
    <a:lvl5pPr marL="0" marR="0" indent="1828800" algn="ctr" defTabSz="8255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3000" b="1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Helvetica Neue"/>
        <a:ea typeface="Helvetica Neue"/>
        <a:cs typeface="Helvetica Neue"/>
        <a:sym typeface="Helvetica Neue"/>
      </a:defRPr>
    </a:lvl5pPr>
    <a:lvl6pPr marL="0" marR="0" indent="2286000" algn="ctr" defTabSz="8255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3000" b="1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Helvetica Neue"/>
        <a:ea typeface="Helvetica Neue"/>
        <a:cs typeface="Helvetica Neue"/>
        <a:sym typeface="Helvetica Neue"/>
      </a:defRPr>
    </a:lvl6pPr>
    <a:lvl7pPr marL="0" marR="0" indent="2743200" algn="ctr" defTabSz="8255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3000" b="1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Helvetica Neue"/>
        <a:ea typeface="Helvetica Neue"/>
        <a:cs typeface="Helvetica Neue"/>
        <a:sym typeface="Helvetica Neue"/>
      </a:defRPr>
    </a:lvl7pPr>
    <a:lvl8pPr marL="0" marR="0" indent="3200400" algn="ctr" defTabSz="8255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3000" b="1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Helvetica Neue"/>
        <a:ea typeface="Helvetica Neue"/>
        <a:cs typeface="Helvetica Neue"/>
        <a:sym typeface="Helvetica Neue"/>
      </a:defRPr>
    </a:lvl8pPr>
    <a:lvl9pPr marL="0" marR="0" indent="3657600" algn="ctr" defTabSz="8255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3000" b="1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Helvetica Neue"/>
        <a:ea typeface="Helvetica Neue"/>
        <a:cs typeface="Helvetica Neue"/>
        <a:sym typeface="Helvetica Neue"/>
      </a:defRPr>
    </a:lvl9pPr>
  </p:defaultTextStyle>
  <p:extLst>
    <p:ext uri="{EFAFB233-063F-42B5-8137-9DF3F51BA10A}">
      <p15:sldGuideLst xmlns:p15="http://schemas.microsoft.com/office/powerpoint/2012/main">
        <p15:guide id="1" orient="horz" pos="4320" userDrawn="1">
          <p15:clr>
            <a:srgbClr val="A4A3A4"/>
          </p15:clr>
        </p15:guide>
        <p15:guide id="2" pos="76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940675A-B579-460E-94D1-54222C63F5DA}">
  <a:tblStyle styleId="{4C3C2611-4C71-4FC5-86AE-919BDF0F9419}" styleName="">
    <a:tblBg/>
    <a:wholeTbl>
      <a:tcTxStyle b="off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wholeTbl>
    <a:band2H>
      <a:tcTxStyle/>
      <a:tcStyle>
        <a:tcBdr/>
        <a:fill>
          <a:solidFill>
            <a:srgbClr val="E3E5E8"/>
          </a:solidFill>
        </a:fill>
      </a:tcStyle>
    </a:band2H>
    <a:firstCol>
      <a:tcTxStyle b="on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>
              <a:lumOff val="-13575"/>
            </a:schemeClr>
          </a:solidFill>
        </a:fill>
      </a:tcStyle>
    </a:firstCol>
    <a:lastRow>
      <a:tcTxStyle b="off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solidFill>
                <a:srgbClr val="3797C6"/>
              </a:solidFill>
              <a:prstDash val="solid"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>
              <a:hueOff val="114395"/>
              <a:lumOff val="-24975"/>
            </a:schemeClr>
          </a:solidFill>
        </a:fill>
      </a:tcStyle>
    </a:firstRow>
  </a:tblStyle>
  <a:tblStyle styleId="{C7B018BB-80A7-4F77-B60F-C8B233D01FF8}" styleName="">
    <a:tblBg/>
    <a:wholeTbl>
      <a:tcTxStyle b="off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solidFill>
                <a:srgbClr val="B8B8B8"/>
              </a:solidFill>
              <a:prstDash val="solid"/>
              <a:miter lim="400000"/>
            </a:ln>
          </a:left>
          <a:right>
            <a:ln w="12700" cap="flat">
              <a:solidFill>
                <a:srgbClr val="B8B8B8"/>
              </a:solidFill>
              <a:prstDash val="solid"/>
              <a:miter lim="400000"/>
            </a:ln>
          </a:right>
          <a:top>
            <a:ln w="12700" cap="flat">
              <a:solidFill>
                <a:srgbClr val="B8B8B8"/>
              </a:solidFill>
              <a:prstDash val="solid"/>
              <a:miter lim="400000"/>
            </a:ln>
          </a:top>
          <a:bottom>
            <a:ln w="12700" cap="flat">
              <a:solidFill>
                <a:srgbClr val="B8B8B8"/>
              </a:solidFill>
              <a:prstDash val="solid"/>
              <a:miter lim="400000"/>
            </a:ln>
          </a:bottom>
          <a:insideH>
            <a:ln w="12700" cap="flat">
              <a:solidFill>
                <a:srgbClr val="B8B8B8"/>
              </a:solidFill>
              <a:prstDash val="solid"/>
              <a:miter lim="400000"/>
            </a:ln>
          </a:insideH>
          <a:insideV>
            <a:ln w="12700" cap="flat">
              <a:solidFill>
                <a:srgbClr val="B8B8B8"/>
              </a:solidFill>
              <a:prstDash val="solid"/>
              <a:miter lim="400000"/>
            </a:ln>
          </a:insideV>
        </a:tcBdr>
        <a:fill>
          <a:solidFill>
            <a:srgbClr val="EBEBEB"/>
          </a:solidFill>
        </a:fill>
      </a:tcStyle>
    </a:wholeTbl>
    <a:band2H>
      <a:tcTxStyle/>
      <a:tcStyle>
        <a:tcBdr/>
        <a:fill>
          <a:solidFill>
            <a:srgbClr val="E1E0DA"/>
          </a:solidFill>
        </a:fill>
      </a:tcStyle>
    </a:band2H>
    <a:firstCol>
      <a:tcTxStyle b="off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606060"/>
              </a:solidFill>
              <a:prstDash val="solid"/>
              <a:miter lim="400000"/>
            </a:ln>
          </a:left>
          <a:right>
            <a:ln w="12700" cap="flat">
              <a:solidFill>
                <a:srgbClr val="606060"/>
              </a:solidFill>
              <a:prstDash val="solid"/>
              <a:miter lim="400000"/>
            </a:ln>
          </a:right>
          <a:top>
            <a:ln w="12700" cap="flat">
              <a:solidFill>
                <a:srgbClr val="606060"/>
              </a:solidFill>
              <a:prstDash val="solid"/>
              <a:miter lim="400000"/>
            </a:ln>
          </a:top>
          <a:bottom>
            <a:ln w="12700" cap="flat">
              <a:solidFill>
                <a:srgbClr val="606060"/>
              </a:solidFill>
              <a:prstDash val="solid"/>
              <a:miter lim="400000"/>
            </a:ln>
          </a:bottom>
          <a:insideH>
            <a:ln w="12700" cap="flat">
              <a:solidFill>
                <a:srgbClr val="606060"/>
              </a:solidFill>
              <a:prstDash val="solid"/>
              <a:miter lim="400000"/>
            </a:ln>
          </a:insideH>
          <a:insideV>
            <a:ln w="12700" cap="flat">
              <a:solidFill>
                <a:srgbClr val="606060"/>
              </a:solidFill>
              <a:prstDash val="solid"/>
              <a:miter lim="400000"/>
            </a:ln>
          </a:insideV>
        </a:tcBdr>
        <a:fill>
          <a:solidFill>
            <a:schemeClr val="accent3">
              <a:hueOff val="362282"/>
              <a:satOff val="31803"/>
              <a:lumOff val="-18242"/>
            </a:schemeClr>
          </a:solidFill>
        </a:fill>
      </a:tcStyle>
    </a:firstCol>
    <a:lastRow>
      <a:tcTxStyle b="off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solidFill>
                <a:srgbClr val="606060"/>
              </a:solidFill>
              <a:prstDash val="solid"/>
              <a:miter lim="400000"/>
            </a:ln>
          </a:left>
          <a:right>
            <a:ln w="12700" cap="flat">
              <a:solidFill>
                <a:srgbClr val="606060"/>
              </a:solidFill>
              <a:prstDash val="solid"/>
              <a:miter lim="400000"/>
            </a:ln>
          </a:right>
          <a:top>
            <a:ln w="25400" cap="flat">
              <a:solidFill>
                <a:srgbClr val="606060"/>
              </a:solidFill>
              <a:prstDash val="solid"/>
              <a:miter lim="400000"/>
            </a:ln>
          </a:top>
          <a:bottom>
            <a:ln w="12700" cap="flat">
              <a:solidFill>
                <a:srgbClr val="606060"/>
              </a:solidFill>
              <a:prstDash val="solid"/>
              <a:miter lim="400000"/>
            </a:ln>
          </a:bottom>
          <a:insideH>
            <a:ln w="12700" cap="flat">
              <a:solidFill>
                <a:srgbClr val="606060"/>
              </a:solidFill>
              <a:prstDash val="solid"/>
              <a:miter lim="400000"/>
            </a:ln>
          </a:insideH>
          <a:insideV>
            <a:ln w="12700" cap="flat">
              <a:solidFill>
                <a:srgbClr val="606060"/>
              </a:solidFill>
              <a:prstDash val="solid"/>
              <a:miter lim="400000"/>
            </a:ln>
          </a:insideV>
        </a:tcBdr>
        <a:fill>
          <a:solidFill>
            <a:srgbClr val="EBEBEB"/>
          </a:solidFill>
        </a:fill>
      </a:tcStyle>
    </a:lastRow>
    <a:firstRow>
      <a:tcTxStyle b="off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929292"/>
              </a:solidFill>
              <a:prstDash val="solid"/>
              <a:miter lim="400000"/>
            </a:ln>
          </a:left>
          <a:right>
            <a:ln w="12700" cap="flat">
              <a:solidFill>
                <a:srgbClr val="929292"/>
              </a:solidFill>
              <a:prstDash val="solid"/>
              <a:miter lim="400000"/>
            </a:ln>
          </a:right>
          <a:top>
            <a:ln w="12700" cap="flat">
              <a:solidFill>
                <a:srgbClr val="606060"/>
              </a:solidFill>
              <a:prstDash val="solid"/>
              <a:miter lim="400000"/>
            </a:ln>
          </a:top>
          <a:bottom>
            <a:ln w="12700" cap="flat">
              <a:solidFill>
                <a:srgbClr val="606060"/>
              </a:solidFill>
              <a:prstDash val="solid"/>
              <a:miter lim="400000"/>
            </a:ln>
          </a:bottom>
          <a:insideH>
            <a:ln w="12700" cap="flat">
              <a:solidFill>
                <a:srgbClr val="929292"/>
              </a:solidFill>
              <a:prstDash val="solid"/>
              <a:miter lim="400000"/>
            </a:ln>
          </a:insideH>
          <a:insideV>
            <a:ln w="12700" cap="flat">
              <a:solidFill>
                <a:srgbClr val="929292"/>
              </a:solidFill>
              <a:prstDash val="solid"/>
              <a:miter lim="400000"/>
            </a:ln>
          </a:insideV>
        </a:tcBdr>
        <a:fill>
          <a:solidFill>
            <a:srgbClr val="017101"/>
          </a:solidFill>
        </a:fill>
      </a:tcStyle>
    </a:firstRow>
  </a:tblStyle>
  <a:tblStyle styleId="{EEE7283C-3CF3-47DC-8721-378D4A62B228}" styleName="">
    <a:tblBg/>
    <a:wholeTbl>
      <a:tcTxStyle b="off" i="off">
        <a:font>
          <a:latin typeface="Helvetica Neue Light"/>
          <a:ea typeface="Helvetica Neue Light"/>
          <a:cs typeface="Helvetica Neue Light"/>
        </a:font>
        <a:srgbClr val="000000"/>
      </a:tcTxStyle>
      <a:tcStyle>
        <a:tcBdr>
          <a:left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left>
          <a:right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right>
          <a:top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insideV>
        </a:tcBdr>
        <a:fill>
          <a:solidFill>
            <a:srgbClr val="FAF7E9"/>
          </a:solidFill>
        </a:fill>
      </a:tcStyle>
    </a:wholeTbl>
    <a:band2H>
      <a:tcTxStyle/>
      <a:tcStyle>
        <a:tcBdr/>
        <a:fill>
          <a:solidFill>
            <a:srgbClr val="EDEADD"/>
          </a:solidFill>
        </a:fill>
      </a:tcStyle>
    </a:band2H>
    <a:firstCol>
      <a:tcTxStyle b="off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5D5D5D"/>
              </a:solidFill>
              <a:prstDash val="solid"/>
              <a:miter lim="400000"/>
            </a:ln>
          </a:left>
          <a:right>
            <a:ln w="12700" cap="flat">
              <a:solidFill>
                <a:srgbClr val="5D5D5D"/>
              </a:solidFill>
              <a:prstDash val="solid"/>
              <a:miter lim="400000"/>
            </a:ln>
          </a:right>
          <a:top>
            <a:ln w="12700" cap="flat">
              <a:solidFill>
                <a:srgbClr val="5D5D5D"/>
              </a:solidFill>
              <a:prstDash val="solid"/>
              <a:miter lim="400000"/>
            </a:ln>
          </a:top>
          <a:bottom>
            <a:ln w="12700" cap="flat">
              <a:solidFill>
                <a:srgbClr val="5D5D5D"/>
              </a:solidFill>
              <a:prstDash val="solid"/>
              <a:miter lim="400000"/>
            </a:ln>
          </a:bottom>
          <a:insideH>
            <a:ln w="12700" cap="flat">
              <a:solidFill>
                <a:srgbClr val="5D5D5D"/>
              </a:solidFill>
              <a:prstDash val="solid"/>
              <a:miter lim="400000"/>
            </a:ln>
          </a:insideH>
          <a:insideV>
            <a:ln w="12700" cap="flat">
              <a:solidFill>
                <a:srgbClr val="5D5D5D"/>
              </a:solidFill>
              <a:prstDash val="solid"/>
              <a:miter lim="400000"/>
            </a:ln>
          </a:insideV>
        </a:tcBdr>
        <a:fill>
          <a:solidFill>
            <a:srgbClr val="F9BA00"/>
          </a:solidFill>
        </a:fill>
      </a:tcStyle>
    </a:firstCol>
    <a:lastRow>
      <a:tcTxStyle b="off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5D5D5D"/>
              </a:solidFill>
              <a:prstDash val="solid"/>
              <a:miter lim="400000"/>
            </a:ln>
          </a:left>
          <a:right>
            <a:ln w="12700" cap="flat">
              <a:solidFill>
                <a:srgbClr val="5D5D5D"/>
              </a:solidFill>
              <a:prstDash val="solid"/>
              <a:miter lim="400000"/>
            </a:ln>
          </a:right>
          <a:top>
            <a:ln w="12700" cap="flat">
              <a:solidFill>
                <a:srgbClr val="5D5D5D"/>
              </a:solidFill>
              <a:prstDash val="solid"/>
              <a:miter lim="400000"/>
            </a:ln>
          </a:top>
          <a:bottom>
            <a:ln w="12700" cap="flat">
              <a:solidFill>
                <a:srgbClr val="5D5D5D"/>
              </a:solidFill>
              <a:prstDash val="solid"/>
              <a:miter lim="400000"/>
            </a:ln>
          </a:bottom>
          <a:insideH>
            <a:ln w="12700" cap="flat">
              <a:solidFill>
                <a:srgbClr val="5D5D5D"/>
              </a:solidFill>
              <a:prstDash val="solid"/>
              <a:miter lim="400000"/>
            </a:ln>
          </a:insideH>
          <a:insideV>
            <a:ln w="12700" cap="flat">
              <a:solidFill>
                <a:srgbClr val="5D5D5D"/>
              </a:solidFill>
              <a:prstDash val="solid"/>
              <a:miter lim="400000"/>
            </a:ln>
          </a:insideV>
        </a:tcBdr>
        <a:fill>
          <a:solidFill>
            <a:srgbClr val="FF9400"/>
          </a:solidFill>
        </a:fill>
      </a:tcStyle>
    </a:lastRow>
    <a:firstRow>
      <a:tcTxStyle b="off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5D5D5D"/>
              </a:solidFill>
              <a:prstDash val="solid"/>
              <a:miter lim="400000"/>
            </a:ln>
          </a:left>
          <a:right>
            <a:ln w="12700" cap="flat">
              <a:solidFill>
                <a:srgbClr val="5D5D5D"/>
              </a:solidFill>
              <a:prstDash val="solid"/>
              <a:miter lim="400000"/>
            </a:ln>
          </a:right>
          <a:top>
            <a:ln w="12700" cap="flat">
              <a:solidFill>
                <a:srgbClr val="5D5D5D"/>
              </a:solidFill>
              <a:prstDash val="solid"/>
              <a:miter lim="400000"/>
            </a:ln>
          </a:top>
          <a:bottom>
            <a:ln w="12700" cap="flat">
              <a:solidFill>
                <a:srgbClr val="5D5D5D"/>
              </a:solidFill>
              <a:prstDash val="solid"/>
              <a:miter lim="400000"/>
            </a:ln>
          </a:bottom>
          <a:insideH>
            <a:ln w="12700" cap="flat">
              <a:solidFill>
                <a:srgbClr val="5D5D5D"/>
              </a:solidFill>
              <a:prstDash val="solid"/>
              <a:miter lim="400000"/>
            </a:ln>
          </a:insideH>
          <a:insideV>
            <a:ln w="12700" cap="flat">
              <a:solidFill>
                <a:srgbClr val="5D5D5D"/>
              </a:solidFill>
              <a:prstDash val="solid"/>
              <a:miter lim="400000"/>
            </a:ln>
          </a:insideV>
        </a:tcBdr>
        <a:fill>
          <a:solidFill>
            <a:srgbClr val="FF9400"/>
          </a:solidFill>
        </a:fill>
      </a:tcStyle>
    </a:firstRow>
  </a:tblStyle>
  <a:tblStyle styleId="{CF821DB8-F4EB-4A41-A1BA-3FCAFE7338EE}" styleName="">
    <a:tblBg/>
    <a:wholeTbl>
      <a:tcTxStyle b="off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solidFill>
                <a:srgbClr val="A6AAA9"/>
              </a:solidFill>
              <a:prstDash val="solid"/>
              <a:miter lim="400000"/>
            </a:ln>
          </a:left>
          <a:right>
            <a:ln w="12700" cap="flat">
              <a:solidFill>
                <a:srgbClr val="A6AAA9"/>
              </a:solidFill>
              <a:prstDash val="solid"/>
              <a:miter lim="400000"/>
            </a:ln>
          </a:right>
          <a:top>
            <a:ln w="12700" cap="flat">
              <a:solidFill>
                <a:srgbClr val="A6AAA9"/>
              </a:solidFill>
              <a:prstDash val="solid"/>
              <a:miter lim="400000"/>
            </a:ln>
          </a:top>
          <a:bottom>
            <a:ln w="12700" cap="flat">
              <a:solidFill>
                <a:srgbClr val="A6AAA9"/>
              </a:solidFill>
              <a:prstDash val="solid"/>
              <a:miter lim="400000"/>
            </a:ln>
          </a:bottom>
          <a:insideH>
            <a:ln w="12700" cap="flat">
              <a:solidFill>
                <a:srgbClr val="A6AAA9"/>
              </a:solidFill>
              <a:prstDash val="solid"/>
              <a:miter lim="400000"/>
            </a:ln>
          </a:insideH>
          <a:insideV>
            <a:ln w="12700" cap="flat">
              <a:solidFill>
                <a:srgbClr val="A6AAA9"/>
              </a:solidFill>
              <a:prstDash val="solid"/>
              <a:miter lim="400000"/>
            </a:ln>
          </a:insideV>
        </a:tcBdr>
        <a:fill>
          <a:solidFill>
            <a:srgbClr val="EBEBEB"/>
          </a:solidFill>
        </a:fill>
      </a:tcStyle>
    </a:wholeTbl>
    <a:band2H>
      <a:tcTxStyle/>
      <a:tcStyle>
        <a:tcBdr/>
        <a:fill>
          <a:solidFill>
            <a:srgbClr val="DADBDA"/>
          </a:solidFill>
        </a:fill>
      </a:tcStyle>
    </a:band2H>
    <a:firstCol>
      <a:tcTxStyle b="on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solidFill>
                <a:srgbClr val="A6AAA9"/>
              </a:solidFill>
              <a:prstDash val="solid"/>
              <a:miter lim="400000"/>
            </a:ln>
          </a:left>
          <a:right>
            <a:ln w="12700" cap="flat">
              <a:solidFill>
                <a:srgbClr val="A6AAA9"/>
              </a:solidFill>
              <a:prstDash val="solid"/>
              <a:miter lim="400000"/>
            </a:ln>
          </a:right>
          <a:top>
            <a:ln w="12700" cap="flat">
              <a:solidFill>
                <a:srgbClr val="A6AAA9"/>
              </a:solidFill>
              <a:prstDash val="solid"/>
              <a:miter lim="400000"/>
            </a:ln>
          </a:top>
          <a:bottom>
            <a:ln w="12700" cap="flat">
              <a:solidFill>
                <a:srgbClr val="A6AAA9"/>
              </a:solidFill>
              <a:prstDash val="solid"/>
              <a:miter lim="400000"/>
            </a:ln>
          </a:bottom>
          <a:insideH>
            <a:ln w="12700" cap="flat">
              <a:solidFill>
                <a:srgbClr val="A6AAA9"/>
              </a:solidFill>
              <a:prstDash val="solid"/>
              <a:miter lim="400000"/>
            </a:ln>
          </a:insideH>
          <a:insideV>
            <a:ln w="12700" cap="flat">
              <a:solidFill>
                <a:srgbClr val="A6AAA9"/>
              </a:solidFill>
              <a:prstDash val="solid"/>
              <a:miter lim="400000"/>
            </a:ln>
          </a:insideV>
        </a:tcBdr>
        <a:fill>
          <a:solidFill>
            <a:schemeClr val="accent6">
              <a:hueOff val="-146070"/>
              <a:satOff val="-10048"/>
              <a:lumOff val="-30626"/>
            </a:schemeClr>
          </a:solidFill>
        </a:fill>
      </a:tcStyle>
    </a:firstCol>
    <a:lastRow>
      <a:tcTxStyle b="on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solidFill>
                <a:srgbClr val="A6AAA9"/>
              </a:solidFill>
              <a:prstDash val="solid"/>
              <a:miter lim="400000"/>
            </a:ln>
          </a:left>
          <a:right>
            <a:ln w="12700" cap="flat">
              <a:solidFill>
                <a:srgbClr val="A6AAA9"/>
              </a:solidFill>
              <a:prstDash val="solid"/>
              <a:miter lim="400000"/>
            </a:ln>
          </a:right>
          <a:top>
            <a:ln w="12700" cap="flat">
              <a:solidFill>
                <a:srgbClr val="A6AAA9"/>
              </a:solidFill>
              <a:prstDash val="solid"/>
              <a:miter lim="400000"/>
            </a:ln>
          </a:top>
          <a:bottom>
            <a:ln w="12700" cap="flat">
              <a:solidFill>
                <a:srgbClr val="A6AAA9"/>
              </a:solidFill>
              <a:prstDash val="solid"/>
              <a:miter lim="400000"/>
            </a:ln>
          </a:bottom>
          <a:insideH>
            <a:ln w="12700" cap="flat">
              <a:solidFill>
                <a:srgbClr val="A6AAA9"/>
              </a:solidFill>
              <a:prstDash val="solid"/>
              <a:miter lim="400000"/>
            </a:ln>
          </a:insideH>
          <a:insideV>
            <a:ln w="12700" cap="flat">
              <a:solidFill>
                <a:srgbClr val="A6AAA9"/>
              </a:solidFill>
              <a:prstDash val="solid"/>
              <a:miter lim="400000"/>
            </a:ln>
          </a:insideV>
        </a:tcBdr>
        <a:fill>
          <a:solidFill>
            <a:srgbClr val="C24785"/>
          </a:solidFill>
        </a:fill>
      </a:tcStyle>
    </a:lastRow>
    <a:firstRow>
      <a:tcTxStyle b="on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solidFill>
                <a:srgbClr val="A6AAA9"/>
              </a:solidFill>
              <a:prstDash val="solid"/>
              <a:miter lim="400000"/>
            </a:ln>
          </a:left>
          <a:right>
            <a:ln w="12700" cap="flat">
              <a:solidFill>
                <a:srgbClr val="A6AAA9"/>
              </a:solidFill>
              <a:prstDash val="solid"/>
              <a:miter lim="400000"/>
            </a:ln>
          </a:right>
          <a:top>
            <a:ln w="12700" cap="flat">
              <a:solidFill>
                <a:srgbClr val="A6AAA9"/>
              </a:solidFill>
              <a:prstDash val="solid"/>
              <a:miter lim="400000"/>
            </a:ln>
          </a:top>
          <a:bottom>
            <a:ln w="12700" cap="flat">
              <a:solidFill>
                <a:srgbClr val="A6AAA9"/>
              </a:solidFill>
              <a:prstDash val="solid"/>
              <a:miter lim="400000"/>
            </a:ln>
          </a:bottom>
          <a:insideH>
            <a:ln w="12700" cap="flat">
              <a:solidFill>
                <a:srgbClr val="A6AAA9"/>
              </a:solidFill>
              <a:prstDash val="solid"/>
              <a:miter lim="400000"/>
            </a:ln>
          </a:insideH>
          <a:insideV>
            <a:ln w="12700" cap="flat">
              <a:solidFill>
                <a:srgbClr val="A6AAA9"/>
              </a:solidFill>
              <a:prstDash val="solid"/>
              <a:miter lim="400000"/>
            </a:ln>
          </a:insideV>
        </a:tcBdr>
        <a:fill>
          <a:solidFill>
            <a:srgbClr val="C24785"/>
          </a:solidFill>
        </a:fill>
      </a:tcStyle>
    </a:firstRow>
  </a:tblStyle>
  <a:tblStyle styleId="{33BA23B1-9221-436E-865A-0063620EA4FD}" styleName="">
    <a:tblBg/>
    <a:wholeTbl>
      <a:tcTxStyle b="off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solidFill>
            <a:srgbClr val="B5B5C1"/>
          </a:solidFill>
        </a:fill>
      </a:tcStyle>
    </a:wholeTbl>
    <a:band2H>
      <a:tcTxStyle/>
      <a:tcStyle>
        <a:tcBdr/>
        <a:fill>
          <a:solidFill>
            <a:srgbClr val="9A9AA5"/>
          </a:solidFill>
        </a:fill>
      </a:tcStyle>
    </a:band2H>
    <a:firstCol>
      <a:tcTxStyle b="on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solidFill>
            <a:srgbClr val="53585F"/>
          </a:solidFill>
        </a:fill>
      </a:tcStyle>
    </a:firstCol>
    <a:lastRow>
      <a:tcTxStyle b="on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solidFill>
            <a:srgbClr val="798089"/>
          </a:solidFill>
        </a:fill>
      </a:tcStyle>
    </a:lastRow>
    <a:firstRow>
      <a:tcTxStyle b="on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solidFill>
            <a:srgbClr val="798089"/>
          </a:solidFill>
        </a:fill>
      </a:tcStyle>
    </a:firstRow>
  </a:tblStyle>
  <a:tblStyle styleId="{2708684C-4D16-4618-839F-0558EEFCDFE6}" styleName="">
    <a:tblBg/>
    <a:wholeTbl>
      <a:tcTxStyle b="off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left>
          <a:righ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right>
          <a:top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EDEEEE"/>
          </a:solidFill>
        </a:fill>
      </a:tcStyle>
    </a:band2H>
    <a:firstCol>
      <a:tcTxStyle b="on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V>
        </a:tcBdr>
        <a:fill>
          <a:noFill/>
        </a:fill>
      </a:tcStyle>
    </a:firstCol>
    <a:lastRow>
      <a:tcTxStyle b="on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left>
          <a:righ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V>
        </a:tcBdr>
        <a:fill>
          <a:noFill/>
        </a:fill>
      </a:tcStyle>
    </a:lastRow>
    <a:firstRow>
      <a:tcTxStyle b="on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left>
          <a:righ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V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2186" autoAdjust="0"/>
    <p:restoredTop sz="94660"/>
  </p:normalViewPr>
  <p:slideViewPr>
    <p:cSldViewPr snapToGrid="0" showGuides="1">
      <p:cViewPr varScale="1">
        <p:scale>
          <a:sx n="51" d="100"/>
          <a:sy n="51" d="100"/>
        </p:scale>
        <p:origin x="320" y="72"/>
      </p:cViewPr>
      <p:guideLst>
        <p:guide orient="horz" pos="4320"/>
        <p:guide pos="76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9" Type="http://schemas.openxmlformats.org/officeDocument/2006/relationships/slide" Target="slides/slide37.xml"/><Relationship Id="rId21" Type="http://schemas.openxmlformats.org/officeDocument/2006/relationships/slide" Target="slides/slide19.xml"/><Relationship Id="rId34" Type="http://schemas.openxmlformats.org/officeDocument/2006/relationships/slide" Target="slides/slide32.xml"/><Relationship Id="rId42" Type="http://schemas.openxmlformats.org/officeDocument/2006/relationships/slide" Target="slides/slide40.xml"/><Relationship Id="rId47" Type="http://schemas.openxmlformats.org/officeDocument/2006/relationships/slide" Target="slides/slide45.xml"/><Relationship Id="rId50" Type="http://schemas.openxmlformats.org/officeDocument/2006/relationships/slide" Target="slides/slide48.xml"/><Relationship Id="rId55" Type="http://schemas.openxmlformats.org/officeDocument/2006/relationships/slide" Target="slides/slide53.xml"/><Relationship Id="rId7" Type="http://schemas.openxmlformats.org/officeDocument/2006/relationships/slide" Target="slides/slide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9" Type="http://schemas.openxmlformats.org/officeDocument/2006/relationships/slide" Target="slides/slide27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slide" Target="slides/slide35.xml"/><Relationship Id="rId40" Type="http://schemas.openxmlformats.org/officeDocument/2006/relationships/slide" Target="slides/slide38.xml"/><Relationship Id="rId45" Type="http://schemas.openxmlformats.org/officeDocument/2006/relationships/slide" Target="slides/slide43.xml"/><Relationship Id="rId53" Type="http://schemas.openxmlformats.org/officeDocument/2006/relationships/slide" Target="slides/slide51.xml"/><Relationship Id="rId58" Type="http://schemas.openxmlformats.org/officeDocument/2006/relationships/viewProps" Target="viewProps.xml"/><Relationship Id="rId5" Type="http://schemas.openxmlformats.org/officeDocument/2006/relationships/slide" Target="slides/slide3.xml"/><Relationship Id="rId19" Type="http://schemas.openxmlformats.org/officeDocument/2006/relationships/slide" Target="slides/slide17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43" Type="http://schemas.openxmlformats.org/officeDocument/2006/relationships/slide" Target="slides/slide41.xml"/><Relationship Id="rId48" Type="http://schemas.openxmlformats.org/officeDocument/2006/relationships/slide" Target="slides/slide46.xml"/><Relationship Id="rId56" Type="http://schemas.openxmlformats.org/officeDocument/2006/relationships/notesMaster" Target="notesMasters/notesMaster1.xml"/><Relationship Id="rId8" Type="http://schemas.openxmlformats.org/officeDocument/2006/relationships/slide" Target="slides/slide6.xml"/><Relationship Id="rId51" Type="http://schemas.openxmlformats.org/officeDocument/2006/relationships/slide" Target="slides/slide49.xml"/><Relationship Id="rId3" Type="http://schemas.openxmlformats.org/officeDocument/2006/relationships/slide" Target="slides/slide1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slide" Target="slides/slide36.xml"/><Relationship Id="rId46" Type="http://schemas.openxmlformats.org/officeDocument/2006/relationships/slide" Target="slides/slide44.xml"/><Relationship Id="rId59" Type="http://schemas.openxmlformats.org/officeDocument/2006/relationships/theme" Target="theme/theme1.xml"/><Relationship Id="rId20" Type="http://schemas.openxmlformats.org/officeDocument/2006/relationships/slide" Target="slides/slide18.xml"/><Relationship Id="rId41" Type="http://schemas.openxmlformats.org/officeDocument/2006/relationships/slide" Target="slides/slide39.xml"/><Relationship Id="rId54" Type="http://schemas.openxmlformats.org/officeDocument/2006/relationships/slide" Target="slides/slide52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slide" Target="slides/slide34.xml"/><Relationship Id="rId49" Type="http://schemas.openxmlformats.org/officeDocument/2006/relationships/slide" Target="slides/slide47.xml"/><Relationship Id="rId57" Type="http://schemas.openxmlformats.org/officeDocument/2006/relationships/presProps" Target="presProps.xml"/><Relationship Id="rId10" Type="http://schemas.openxmlformats.org/officeDocument/2006/relationships/slide" Target="slides/slide8.xml"/><Relationship Id="rId31" Type="http://schemas.openxmlformats.org/officeDocument/2006/relationships/slide" Target="slides/slide29.xml"/><Relationship Id="rId44" Type="http://schemas.openxmlformats.org/officeDocument/2006/relationships/slide" Target="slides/slide42.xml"/><Relationship Id="rId52" Type="http://schemas.openxmlformats.org/officeDocument/2006/relationships/slide" Target="slides/slide50.xml"/><Relationship Id="rId60" Type="http://schemas.openxmlformats.org/officeDocument/2006/relationships/tableStyles" Target="tableStyles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ax="2560" units="cm"/>
          <inkml:channel name="Y" type="integer" max="1600" units="cm"/>
          <inkml:channel name="T" type="integer" max="2.14748E9" units="dev"/>
        </inkml:traceFormat>
        <inkml:channelProperties>
          <inkml:channelProperty channel="X" name="resolution" value="74.4186" units="1/cm"/>
          <inkml:channelProperty channel="Y" name="resolution" value="74.4186" units="1/cm"/>
          <inkml:channelProperty channel="T" name="resolution" value="1" units="1/dev"/>
        </inkml:channelProperties>
      </inkml:inkSource>
      <inkml:timestamp xml:id="ts0" timeString="2024-11-10T10:34:13.215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19209 21987 0,'26'0'32,"1"0"-1,-1 0-16,1 0 1,26 0 0,52 27-1,1 78 1,-26-25 15,-28-54-15,1 80 15,0-27-15,27 27-1,-27 0 1,52-27 0,-78-52-1,26 26 1,26 26 15,133 159-15,105 53 15,-131-211-15,-160-54-1,27 1 1,-27-27-1,54 105 1,184 134 15,-184-160-15,211 106 0,-106-105 15,-159-54-16,27 0 1,53-26 15,-79 0 1</inkml:trace>
  <inkml:trace contextRef="#ctx0" brushRef="#br0" timeOffset="1288.02">19288 26564 0,'27'0'63,"26"0"-48,132 0 17,-79 0-17,79 0 1,79 0 0,-211 0 15,0 0-16,106 106 17,0-79-17,-1 26 17,-52-27-17,-53-26-15,132 53 31,-105-27-15,26 54 15,-27-54-15,27 1 0,0-1-1,-1 1 1,-52-27-1,0 0 32,-26 26-15,52 1-17,-52-1 16,26-26 1,-27 0 46</inkml:trace>
  <inkml:trace contextRef="#ctx0" brushRef="#br0" timeOffset="2892.02">21960 24448 0,'27'0'31,"-1"0"-15,54 26 0,-1 54-1,159 78-15,0 1 16,80 26-1,185 133 17,-345-239-17,27 80 1,133 105 15,-27-52 0,-79-80 1,-1 80-17,133 0 1,-53 26 15,-132-106-15,132 159-1,-159-159 1,1-26-16,78 0 16,-52 26-1,344 133 17,-291-186-17,-80-26 1,27 0-1,-133-53 1,0 0 0</inkml:trace>
  <inkml:trace contextRef="#ctx0" brushRef="#br0" timeOffset="4181.6">21749 27279 0,'53'0'47,"185"0"-31,-132 53-16,-27-53 15,53 53-15,27-27 16,529 133 15,503-53 0,-742-80-15,-316 27 0,105 0-1,-27-27 16,-78-26-15,-1 0 0,-26 0-1,0 0 1,-53 53 0,132-26-1,185 26 1,-264-53-1,212 53 1,-265 26 0,105-53-1,-105-26 48,0 27-48,53-1 17,-53-26-17,0 0 1,-27 0 15</inkml:trace>
  <inkml:trace contextRef="#ctx0" brushRef="#br0" timeOffset="5031.68">27411 27967 0,'0'0'0,"26"26"31,-79 53 0,27-26-15,-53 0-1,-1-53 1,-52 0 15,105-26 0,27-27 1,0 0-17,0 27 1,53 26 0,0 0-1,-26 79 16,-27 0-15,0-52 0,-53-27-1,-79 0 17,52 0-17,54 0 1,26-53 15,26-27-15,80 80-1,-53 0 1,0 80 0,-27-27-1,-26 26 16,0-52-15,0-1 15,-26-26 16</inkml:trace>
  <inkml:trace contextRef="#ctx0" brushRef="#br0" timeOffset="6906.05">19420 29792 0,'27'0'47,"26"53"-16,344 423 1,-397-449-17,105 105 1,107 159 15,0 53 0,-53-26 1,-133-265-17,133 132 1,-133-132 0,80 132-1,-79-185 1,78 185-1,-52-79 1,80 185 0,-81-185-1,1 132 1,53 27 15,-106-213-15,53 54-1,79 185 17,-52-79-1,-54-133-15,1 54-1,-27-107 1,26 106-1,-26-52 1,27-1 0,-1-26 15,-26 53-15,53 0-1,-26-27 1,-27-52-1,0-107 79</inkml:trace>
  <inkml:trace contextRef="#ctx0" brushRef="#br0" timeOffset="7940.92">22093 31353 0,'-27'0'62,"-79"0"-46,27 53-1,-53 79 1,-27 27 0,27-26-1,-27-1 1,27 53-1,-80 80 17,53-80-17,27-53 17,79-79-17,-26 0 1,-27-53-1,79 26 1,-131 27 0,-54 27-1,106-27 1,27-27 0,-106 27-1,132-27 1,0 1-1,0-1 1,26-26 0,-78 80-1,-107 105 17,185-185-17,1 26 1,-27 1 15,53-1-15,-26-26-1,26 27 1,0-1 0,-53 54 15</inkml:trace>
  <inkml:trace contextRef="#ctx0" brushRef="#br0" timeOffset="9488.25">21087 32121 0,'27'0'78,"79"-53"-47,-1 53 0,-78 0-15,-27 26 31,-27 27-32,-78 26 1,78-79 0,-26 27-1,-26-54 16,79-25 1,0 25-17,26 1 1,-26 52 62,-26-26-47,-1 0 1,-26 0 249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1-06T07:07:10.989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642 679 24575,'0'-16'0,"0"0"0,2-2 0,0 2 0,0 0 0,2 0 0,0 0 0,0 0 0,10-20 0,-10 30 0,-2 2 0,2-2 0,-2 2 0,2-2 0,0 2 0,0 0 0,0-2 0,0 2 0,0 0 0,0 0 0,2 2 0,-2-2 0,2 0 0,-2 2 0,2 0 0,0-2 0,-2 2 0,2 0 0,0 0 0,0 2 0,0-2 0,0 0 0,0 2 0,0 0 0,0 0 0,6 0 0,-8 0 0,-2 0 0,2 0 0,-2 0 0,2 2 0,-2-2 0,2 0 0,-2 2 0,2-2 0,-2 2 0,0 0 0,2-2 0,-2 2 0,0 0 0,2 0 0,-2 0 0,0 0 0,0 0 0,0 0 0,0 0 0,0 0 0,0 0 0,0 2 0,0-2 0,0 0 0,-2 2 0,2-2 0,0 0 0,-2 2 0,2-2 0,-2 2 0,0-2 0,2 2 0,-2-2 0,0 2 0,0 4 0,0-2 0,0 0 0,0 0 0,-2 0 0,2-2 0,-2 2 0,0 0 0,0 0 0,2-2 0,-4 2 0,2-2 0,0 2 0,0-2 0,-2 2 0,0-2 0,2 0 0,-2 0 0,0 2 0,0-2 0,-4 2 0,-10 6 0,0-2 0,0-2 0,-2 0 0,2 0 0,-30 6 0,0 2 0,28-8 0,2 2 0,0 0 0,2 2 0,-2 0 0,2 0 0,0 2 0,-14 14 0,-14 12 0,22-20 0,2 0 0,0 0 0,2 2 0,0 2 0,2-2 0,0 2 0,-24 50 0,26-52 0,12-22 0,2 0 0,0 0 0,0 0 0,0 0 0,-2 0 0,2 0 0,0 0 0,0 0 0,0 0 0,-2 0 0,2 0 0,0-2 0,0 2 0,0 0 0,0 0 0,-2 0 0,2 0 0,0 0 0,0 0 0,0 0 0,0 0 0,-2 0 0,2-2 0,0 2 0,0 0 0,0 0 0,0 0 0,0 0 0,-2-2 0,2 2 0,0 0 0,0 0 0,-14-48 0,10 34 0,-12-90 0,12 72 0,-2 0 0,-16-50 0,12 52 0,2 0 0,0-2 0,2 2 0,0 0 0,0-56 0,6 66 0,2 2 0,0-2 0,0 2 0,2 0 0,0-2 0,0 2 0,2 0 0,0 2 0,2-2 0,16-30 0,18-26 0,-28 46 0,2 2 0,36-50 0,-46 68 0,2 2 0,-2-2 0,0 2 0,2 0 0,0 0 0,0 2 0,0-2 0,0 2 0,0 0 0,0 0 0,2 0 0,-2 0 0,0 2 0,12-4 0,32 0 0,0 2 0,2 4 0,62 4 0,4 0 0,-98-4 0,0 2 0,-2 0 0,2 0 0,-2 2 0,2 0 0,24 10 0,-32-8 0,0 0 0,-2 2 0,2 0 0,0 0 0,-2 0 0,0 0 0,0 2 0,0 0 0,12 18 0,-4-10 0,-2-2 0,4 2 0,-2-4 0,2 0 0,0 0 0,0-2 0,38 16 0,-40-18 0,-14-8 0,0 2 0,2 0 0,-2 0 0,0 0 0,-2 0 0,2 2 0,0 0 0,-2-2 0,2 2 0,-2 0 0,0 0 0,0 0 0,0 0 0,0 0 0,-2 2 0,2-2 0,-2 0 0,0 2 0,4 12 0,-2 8 0,-2-2 0,0 2 0,-2 54 0,-2-42 0,2-20 0,-2-2 0,0 0 0,0 0 0,-2 0 0,0 0 0,-2 0 0,-12 28 0,14-36 0,-2 0 0,0-2 0,0 2 0,0 0 0,-2-2 0,2 0 0,-2 2 0,0-4 0,0 2 0,-2 0 0,2-2 0,-2 0 0,-16 10 0,2-6 0,2 0 0,2 2 0,-2-2 0,2 2 0,0 2 0,-18 16 0,28-20 0,-2-2 0,2 0 0,-2 0 0,0 0 0,-2 0 0,2-2 0,-20 8 0,-10-2 0,-48 10 0,34-8 0,26-10 0,-60 6 0,60-8 0,0 2 0,-36 8 0,10-2 0,2-2 0,0-4 0,-2-2 0,-78-4 0,28 0 0,96 2 0,2 0 0,0-2 0,-2 2 0,2-2 0,0 2 0,0-2 0,-2-2 0,-8-2 0,14 4 0,-2-2 0,4 2 0,-2 0 0,0-2 0,0 2 0,0-2 0,2 0 0,-2 0 0,2 2 0,-2-2 0,2 0 0,0 0 0,-2 0 0,2-2 0,0 2 0,-2-8 0,0 0 0,2 0 0,-2-2 0,2 2 0,0 0 0,2 0 0,-2-2 0,2 2 0,2-22 0,0 30 0,-2 0 0,2-2 0,-2 2 0,2 0 0,0-2 0,0 2 0,-2 0 0,4 0 0,-2-2 0,0 2 0,0 0 0,2 0 0,-2 2 0,2-2 0,0 0 0,-2 0 0,2 2 0,0-2 0,0 2 0,0-2 0,0 2 0,0 0 0,2 0 0,-2 0 0,6-2 0,20-2 0,0 2 0,0 0 0,2 2 0,-2 2 0,60 6 0,-8-2 0,-36-4 0,-14 0 0,2 2 0,60 8 0,-84-6 0,2-2 0,-2 2 0,0 0 0,0 0 0,0 0 0,0 2 0,0 0 0,0 0 0,0 0 0,-2 0 0,0 2 0,12 12 0,-2 2 0,0 0 0,14 28 0,-18-26 0,36 42 0,-44-58 0,2-2 0,-2 2 0,2-2 0,0 0 0,0 0 0,0 0 0,2-2 0,-2 0 0,14 6 0,-2-4 0,-2 0 0,2-2 0,-2 0 0,2-2 0,22 0 0,102-4 0,-58-2 0,-56 0 0,-2 0 0,2 0 0,-2-2 0,0-2 0,0 0 0,0-2 0,-2-2 0,28-14 0,-30 12 0,-2-2 0,-2 0 0,26-26 0,36-24 0,-54 46 0,0 0 0,-2-2 0,0 0 0,-2-2 0,0-2 0,34-44 0,100-178 0,-92 100 0,-66 148 0,0 0 0,0 0 0,0 0 0,2 0 0,-2 2 0,0-2 0,0 0 0,0 0 0,0 0 0,0 0 0,0 0 0,0 0 0,0 0 0,0 0 0,0 0 0,2 0 0,-2 0 0,0 0 0,0 0 0,0 0 0,0 0 0,0 2 0,0-2 0,0 0 0,0 0 0,2 0 0,-2 0 0,0 0 0,0 0 0,0 0 0,0 0 0,0-2 0,0 2 0,0 0 0,2 0 0,-2 0 0,0 0 0,0 0 0,0 0 0,0 0 0,0 0 0,0 0 0,0 0 0,0 0 0,2 0 0,-4 24 0,-2-8-170,2 0-1,-4 0 0,2 0 1,-2 0-1,0 0 0,0 0 1,-14 20-1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1-06T07:04:52.066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108 15 24575,'-2'0'-8191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1-06T07:07:07.135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1266 1145 24575,'-66'2'0,"40"0"0,-2-2 0,0 0 0,2-2 0,-32-6 0,56 8 0,2 0 0,-2 0 0,2 0 0,-2 0 0,0 0 0,2-2 0,-2 2 0,2 0 0,-2 0 0,2-2 0,-2 2 0,2 0 0,-2 0 0,2-2 0,0 2 0,-2-2 0,2 2 0,-2 0 0,2-2 0,0 2 0,-2-4 0,2 4 0,0-2 0,0 2 0,0-2 0,0 2 0,0 0 0,0-2 0,0 2 0,2-2 0,-2 2 0,0 0 0,0-2 0,0 2 0,2-2 0,-2 2 0,0 0 0,0-2 0,2 2 0,-2 0 0,0-2 0,2 0 0,6-2 0,-2-2 0,0 2 0,2 0 0,12-6 0,130-54-105,4 8 0,2 6 0,0 6-1,4 8 1,0 6 0,2 8 0,196-2-1,-268 22 114,12 0 56,118 12-1,-216-8-11,2-2-1,0 0 0,0 2 0,-2 0 0,2 0 0,-2 0 0,2 0 1,-2 0-1,2 0 0,-2 2 0,0-2 0,6 4 0,-8-4-49,0 0 0,0 0-1,0 0 1,-2 0-1,2 2 1,0-2 0,-2 0-1,2 0 1,-2 0-1,2 2 1,-2-2 0,2 0-1,-2 0 1,0 2 0,0-2-1,0 0 1,0 2-1,0-2 1,0 0 0,0 2-1,0-2 1,0 0-1,0 2 1,-2-2 0,0 4-1,-2 4-1,0 0 0,0-2 0,0 2 0,-2-2 0,0 0 0,0 0 0,0 0 0,-8 8 0,-64 56 0,48-46 0,-24 16 0,-2-2 0,-72 40 0,-38 28 0,120-78 0,0-2 0,-4-2 0,-84 36 0,-164 34 0,224-78 0,0-4 0,-2-2 0,-76 0 0,-230-10 0,256-4 0,24 2-20,-302-12-303,336 4 262,0 0 0,2-4 0,-124-42-1,178 50 62,-40-16 0,50 18 0,0 2 0,-2-2 0,2 2 0,0-2 0,0 0 0,0 0 0,0 0 0,0 0 0,0 0 0,0 0 0,0 0 0,2 0 0,-2 0 0,0 0 0,2 0 0,-4-4 0,4 6 8,0-2-1,0 2 0,0-2 0,0 2 0,2 0 0,-2-2 1,0 2-1,0-2 0,0 2 0,0-2 0,0 2 1,2 0-1,-2-2 0,0 2 0,0-2 0,2 2 0,-2 0 1,0-2-1,0 2 0,2 0 0,-2 0 0,0-2 1,2 2-1,-2 0 0,2 0 0,-2-2 0,0 2 0,2 0 1,-2 0-1,2 0 0,-2 0 0,2-2 0,-2 2 0,0 0 1,4 0-1,34-6 311,-34 6-307,84-2-11,-50 0 0,72-8 0,62-28 0,180-64 0,-246 72 0,44-20 0,-130 42 0,-2 0 0,2-2 0,-2-2 0,0 2 0,24-24 0,-22 18 0,-2-2 0,0-2 0,0 0 0,-2 0 0,0 0 0,-2-2 0,16-32 0,-22 36 0,0 0 0,-2 0 0,0-2 0,-2 2 0,0-2 0,0 0 0,-2 0 0,0 0 0,0 2 0,-4-26 0,0 28 0,0 2 0,-2 0 0,2 0 0,-2 0 0,-2 0 0,2 2 0,-2-2 0,-2 2 0,-8-18 0,10 22 0,2 2 0,-2-2 0,0 2 0,0 0 0,0 0 0,0 0 0,0 0 0,-2 0 0,2 2 0,-2-2 0,0 2 0,0 0 0,0 0 0,0 2 0,0-2 0,-16-2 0,-24-2 0,-14-2 0,0 2 0,0 2 0,-68 4 0,122 2 0,0 2 0,0 0 0,-2 0 0,2 0 0,0 2 0,0-2 0,0 2 0,0 0 0,2 0 0,-2 2 0,0-2 0,2 2 0,0-2 0,-2 2 0,2 0 0,0 2 0,2-2 0,-10 12 0,-6 12 0,2 2 0,0 2 0,-14 36 0,6-12 0,-46 104 0,6 2 0,6 2 0,8 4 0,-44 272 0,90-356 0,6-70 0,-2 2 0,2-2 0,-2 0 0,0 0 0,-2 2 0,-8 22 0,12-40 0,0 0 0,0 0 0,0 0 0,0 0 0,0-2 0,0 2 0,0 0 0,0 0 0,0 0 0,0 0 0,0 0 0,-2 0 0,2 0 0,0 0 0,0 0 0,0 0 0,0 0 0,0 0 0,0 0 0,0 0 0,0 0 0,0-2 0,0 2 0,0 0 0,-2 0 0,2 0 0,0 0 0,0 0 0,0 0 0,0 0 0,0 0 0,0 0 0,0 0 0,0 0 0,0 0 0,0 0 0,-2 0 0,2 0 0,0 0 0,0 2 0,0-2 0,0 0 0,0 0 0,0 0 0,0 0 0,0 0 0,0 0 0,0 0 0,0 0 0,-2 0 0,2 0 0,0 0 0,0 0 0,0 0 0,0 0 0,0 0 0,0 2 0,0-2 0,0 0 0,0 0 0,0 0 0,0 0 0,-2-18 0,6-24 0,4 0 0,0 0 0,28-72 0,-2-2 0,90-454 0,-10 40 0,-36 146 0,-46 214 0,-24 148 0,-8 22 0,0 0 0,-2 0 0,2 0 0,0 0 0,0 0 0,0 0 0,0 0 0,0 0 0,0 0 0,0 0 0,0 0 0,0 0 0,0 0 0,0 0 0,0 0 0,0 2 0,0-2 0,0 0 0,0 0 0,0 0 0,0 0 0,0 0 0,0 0 0,0 0 0,0 0 0,0 0 0,0 0 0,0 0 0,0 0 0,0 0 0,0 0 0,0 0 0,0 0 0,2 0 0,-2 2 0,0-2 0,0 0 0,0 0 0,0 0 0,0 0 0,0 0 0,0 0 0,0 0 0,0 0 0,0 0 0,0 0 0,0 0 0,0 0 0,0 0 0,0 0 0,0 0 0,0 0 0,0 0 0,2 0 0,-2 0 0,0 0 0,0 0 0,0 0 0,0 0 0,0 0 0,0 0 0,0 0 0,0 0 0,0 0 0,0 0 0,0 0 0,0 0 0,0 0 0,0 0 0,4 46 0,-4 1096-412,-2-490 237,-10-420 175,-66 392 0,56-508-21,-10 74 140,38-206-42,-2-2 1,2 2 0,2-2 0,0 2 0,18-30-1,2-2-54,154-330-368,162-496 1,-226 452 280,-16 50 817,-92 352-753,-6 32 0,-4 38 0,-20 80-4,-8-4 1,-50 150-1,18-62-479,-68 206 376,58-208 111,-56 304 0,120-474-4,-8 42 0,-2 2 0,-38 108 0,40-164 159,10-20 99,10-20-82,176-364-389,34-64-407,-32-12 650,42-302-30,-146 494 669,-72 244-543,-8 20-106,-6 26-32,-40 88 12,-6-2 0,-70 114 0,18-34 0,-188 310-269,-6 16-13,26 84 282,236-526 0,22-52 0,0 0 0,-16 58 0,58-118 459,308-368-346,12-12-282,452-744-571,-496 650 740,-304 502-3,2-2 0,-2 2 0,2 0 1,-2 0-1,2 0 0,0 0 1,0 0-1,0 0 0,-2 0 0,2 0 1,0 0-1,0 0 0,0 2 0,4-4 1,-6 4 12,0 0 0,2 0 1,-2 0-1,0 2 0,2-2 0,-2 0 1,0 0-1,0 0 0,2 0 0,-2 0 1,0 2-1,0-2 0,2 0 1,-2 0-1,0 0 0,0 2 0,2-2 1,-2 0-1,0 2 0,0-2 1,0 0-1,0 0 0,2 2 0,-2-2 1,0 0-1,0 2 0,0-2 0,0 0 1,0 2-1,0-2 0,0 0 1,0 2-1,2 16 201,0-2 1,-2 32-1,0-36-255,0 154 36,-12 514-88,2-580-100,-2-2-1,-4-2 1,-42 136 0,-120 272-867,144-416 914,-82 212-47,-216 398 1,290-620 668,28-78 349,12-30-76,2 26-742,10-598 443,-4 464-443,34-184 0,-24 234-28,6 2-1,2 0 0,42-98 1,144-246-270,-170 362 255,4 2-1,2 0 1,108-114-1,-126 152 40,-18 14 0,2 2 0,0 2 0,0-2 0,0 2 0,2 0 0,24-14 0,-36 24 3,-2 0-1,2-2 0,-2 2 0,2 0 1,0 0-1,-2-2 0,2 2 0,-2 0 1,2 0-1,-2 0 0,2 0 0,0 0 1,-2 0-1,2 0 0,-2 0 0,2 0 1,-2 0-1,2 0 0,0 2 0,-2-2 4,2 0-1,-2 0 0,0 2 0,2-2 0,-2 0 0,0 2 0,0-2 1,0 0-1,2 2 0,-2-2 0,0 0 0,0 2 0,0-2 0,0 0 0,0 2 1,0-2-1,2 2 0,-2-2 0,0 0 0,0 2 0,0 0 0,-2 4 44,2 0 0,-2 0 0,2 2 0,-2-2 0,-4 8 0,-12 30-25,0-2 1,-4-2 0,-42 62-1,-98 110-32,28-58-279,-6-8 0,-236 192 0,4-26-373,156-130-358,54-46 546,-224 246 1,378-374 475,-12 14 173,-26 42 1,42-60-141,0 2-1,2-2 1,-2 2 0,2 0 0,0 0-1,0 0 1,0 0 0,0 0-1,0 0 1,2 0 0,-2 0-1,2 0 1,0 0 0,0 8-1,0-12 4,0-2-1,0 2 1,0 0-1,2-2 1,-2 2-1,0-2 1,0 2-1,2 0 1,-2-2-1,0 2 1,2-2-1,-2 2 1,2-2 0,-2 2-1,2-2 1,-2 0-1,2 2 1,-2-2-1,2 0 1,-2 2-1,2-2 1,-2 0-1,2 2 1,-2-2-1,2 0 1,0 0-1,-2 0 1,2 0-1,-2 2 1,2-2-1,0 0 1,-2 0-1,2 0 1,0 0-1,-2 0 1,4-2-1,50-14 848,-48 14-817,492-236 35,-406 190-175,344-196-1377,-96 52 828,-84 48 620,154-80-64,-372 204 61,-24 12 14,-2 0 1,2 2-1,0 0 1,0 0-1,0 0 0,0 2 1,30-6-1,-42 10 17,0 0 0,-2 0 0,2 0 1,0 2-1,0-2 0,0 0 0,0 0 0,-2 0 0,2 2 0,0-2 0,0 0 1,0 2-1,-2-2 0,2 0 0,0 2 0,0-2 0,-2 2 0,2-2 0,-2 2 1,2 0-1,0-2 0,-2 2 0,2 0 0,-2-2 0,2 2 0,-2 0 0,0 0 0,2-2 1,-2 2-1,0 0 0,2 0 0,-2 0 0,0 0 0,0-2 0,0 2 0,0 0 1,0 4-1,0 4 118,0 0 1,0 0-1,0 0 1,-2 0-1,-4 14 1,-4 12-114,-4 2 1,0-2-1,-2-2 0,-24 42 1,-96 128-49,20-60-221,-6-4 0,-6-6 0,-198 158-1,216-206 179,-6-4 0,-2-4 0,-226 106 0,344-184 57,-4 2 3,-2 0 1,0 0-1,2 0 0,-2 0 1,0 0-1,-4 0 0,8-2 15,2 0-1,-2 0 1,2 0-1,-2 0 1,2 0-1,0 0 1,-2-2-1,2 2 1,-2 0-1,2 0 1,0 0-1,-2-2 1,2 2-1,-2 0 0,2 0 1,0-2-1,-2 2 1,2 0-1,0-2 1,0 2-1,-2 0 1,2-2-1,0 2 1,0 0-1,-2-2 1,2 2-1,0-2 1,0 2-1,0 0 1,0-2-1,0 2 0,0-2 1,-2 2-1,2-2 1,0 2-1,0-2 1,0 2-1,0 0 1,2-2-1,-2 2 1,0-2-1,0 0 1,2-12 34,-2 2 1,4-2-1,-2 0 1,2 0 0,0 2-1,10-24 1,44-76-27,-44 88-26,208-344-1163,404-516-1,480-330 181,22 162-183,-892 824 870,-234 226 334,0 0 0,2-2 0,-2 2 0,0 0 0,0 0 0,2 0 0,-2 0 0,2 0 0,-2 0 0,2 0 0,-2 2 0,2-2 0,4 0 0,-8 2-24,2 0-1,-2 0 1,0 0 0,0 0-1,2 0 1,-2 0 0,0 0-1,0 0 1,2 0 0,-2 2-1,0-2 1,0 0 0,2 0-1,-2 0 1,0 0 0,0 2-1,0-2 1,2 0 0,-2 0-1,0 0 1,0 2 0,0-2-1,0 0 1,2 0 0,-2 2-1,0-2 1,0 2 0,4 30 480,-10 20 122,0 0 0,-18 62 0,6-38-126,-148 622-515,140-600 87,-192 558-62,86-296 0,28-84 0,-164 302 0,236-510-2,20-40 57,0 0 1,-22 32 322,34-60-363,0 0 1,-2 0-1,2 2 0,0-2 1,0 0-1,0 0 1,0 0-1,0 0 0,-2 0 1,2 0-1,0 0 0,0 0 1,0 0-1,0 0 1,0 0-1,-2 0 0,2 0 1,0 0-1,0-2 0,0 2 1,-2 0 61,2 0-62,-6-18 126,0-28-196,6-328 56,2 224-141,6-40-34,8 0 1,8 2-1,96-364 0,-70 372 47,92-326-1012,34 12 337,-62 216 1712,-94 264 222,-20 14-1116,0 0 0,0 0 0,0 0 0,0 0 0,0 0 0,2 2 0,-2-2 0,4 46 604,-10 70-682,-4 0 1,-30 138-1,-74 228-1456,114-482 1512,-354 1118-1371,-98-44-967,284-756 1266,132-258 1547,-4-4 1,-2 0-1,-56 58 1,54-96 1447,42-18-1866,0-4 83,0 2 0,0-2 0,0 0 0,0 2 0,2-2 0,-2 0 0,2 0 0,-2 2 0,2-2 0,-2 0 0,2 0 0,0 0 0,0-6 0,0-32 84,4 0 0,0 2 0,16-68 0,-2 12-192,30-128-401,122-360-1,90-32 376,-202 488 0,352-638-1355,-248 484 1179,-108 176 201,24-40 806,-76 142-757,0 2 0,0 0 0,0-2-1,0 2 1,0 0 0,0 0-1,0 0 1,2 0 0,-2 0-1,4-2 1,-6 4-58,0 0-1,0 0 1,2 0 0,-2-2-1,0 2 1,0 0-1,2 0 1,-2 0 0,0 0-1,2 0 1,-2 0 0,0 0-1,0 0 1,2 0 0,-2 0-1,0 2 1,0-2-1,2 0 1,-2 0 0,0 0-1,0 0 1,2 0 0,-2 0-1,0 2 1,12 18 164,-6 10-165,0 2 0,0 34 0,2 20-16,50 682-998,-74 0 784,2-604-54,-6 0 1,-8-2-1,-6 0 0,-6-2 1,-116 282-1,156-442 292,0 2 0,0-2 0,0 0 0,0 0 1,0 2-1,0-2 0,-2 0 0,2 2 0,0-2 0,0 0 0,0 0 0,0 2 0,0-2 0,-2 0 0,2 0 1,0 2-1,0-2 0,0 0 0,-2 0 0,2 0 0,0 2 0,0-2 0,-2 0 0,2 0 0,0 0 1,0 0-1,-2 0 0,2 0 0,-2 2 0,-2-18 356,4-34 259,18-100-344,42-154 1,120-314-816,50 22-304,44-120 281,-4 50 558,-86 238-93,-8 28 486,-156 386 425,-20 16-814,2-2 0,-2 0 0,0 0 0,0 0 0,0 0 0,0 2 1,6 38 644,-6 46-420,-14 138 1,-30 86-1168,-246 908-1506,-96-82 1440,378-1116 1271,-20 46 240,28-64-447,-2 2 1,0-2-1,0 2 1,0-2-1,0 2 1,0-2-1,0 0 1,-2 2-1,2-2 1,0 0-1,-2 0 1,2 0-1,-2 0 1,2 0-1,-6 2 1,8-4-45,-2 0 1,2 0-1,0 0 1,-2 0-1,2 0 1,0 0-1,-2 0 1,2 0-1,0 0 1,-2 0-1,2 0 1,0 0 0,-2 0-1,2 0 1,0 0-1,-2 0 1,2 0-1,0-2 1,-2 2-1,2 0 1,0 0-1,-2 0 1,2-2 0,0 2-1,0 0 1,-2 0-1,2-2 1,0 2-1,0 0 1,0 0-1,-2-2 1,2 2-1,0 0 1,0-2 0,0 2-1,0 0 1,-2-2-1,-2-30 615,6-12-508,2 2 1,0-2-1,16-56 1,46-130-256,-44 158 69,44-152-150,352-1042-1486,-222 810 1576,-156 378 82,4 0 0,4 2 0,90-106-1,-128 170-22,0-2 224,0 2 0,2 0 0,0 0 0,0 2-1,26-20 1,-36 28-128,2 2 1,-2-2-1,0 2 0,2-2 0,-2 2 1,0-2-1,2 2 0,-2 0 0,2-2 1,-2 2-1,2 0 0,-2 0 0,2 0 0,-2 0 1,0 2-1,6-2 0,-4 2-20,-2 0 0,2 0-1,0 0 1,0 0 0,-2 0-1,2 0 1,-2 2 0,2-2-1,-2 0 1,0 2 0,2-2-1,-2 2 1,0 0 0,0-2-1,2 8 1,4 6-19,0 0 0,-2 0 1,0 2-1,0-2 0,4 30 1,6 98-14,-6-50 8,18 142-300,-10 2 0,-12 2 0,-8-2-1,-12 0 1,-10 0 0,-12-2 0,-90 330-1,102-478 395,-82 256-628,78-264 702,-6 0 1,-48 86-1,76-154-11,-2 0-1,2-2 0,-20 20 1,24-28-106,2 0-1,-2-2 1,0 2 0,0 0 0,0-2 0,0 2-1,0 0 1,0-2 0,0 0 0,0 2 0,0-2 0,0 2-1,-4-2 1,4 0-21,2 0 0,-2 0 0,0 0 0,2 0 0,-2 0 0,0-2 0,2 2 1,-2 0-1,2-2 0,-2 2 0,0 0 0,2-2 0,-2 2 0,2 0 0,-2-2 0,2 2 0,-2-2 0,2 2 0,0-2 0,-2 2 0,2-2 0,-2 0 0,2 2 0,0-2 0,-2 0 0,-4-14-15,2 0 0,-2-2 0,2 2 0,2 0 0,-4-34 0,0-8-14,-22-134-184,0-214 0,26-198-557,4 360 850,-2-8-113,32-726-130,-28 968 140,-4 28 218,2 40 354,-14 386-841,-90 582 0,-20-386 243,100-546-45,12-38 54,-4-2 0,-30 80 0,40-126 37,0-2-1,0 2 1,0 0 0,0-2 0,-8 12-1,12-18-16,0 0 0,-2 0 0,2 0-1,0 2 1,0-2 0,0 0 0,0 0 0,-2 0-1,2 0 1,0 0 0,0 0 0,-2 2 0,2-2-1,0 0 1,0 0 0,-2 0 0,2 0-1,0 0 1,0 0 0,-2 0 0,2 0 0,0 0-1,0 0 1,-2 0 0,2 0 0,0 0 0,0 0-1,-2 0 1,2 0 0,0 0 0,0-2 0,0 2-1,-2 0 1,0-2 8,0 0 1,2 0-1,-2 0 0,2 0 0,-2 0 1,0 0-1,2 0 0,0 0 0,-2-2 1,2 2-1,0 0 0,-2-4 0,-32-226 79,-8-36-108,42 266 9,-18-56 0,2 38 0,16 20 0,-2-2 0,2 2 0,0 0 0,-2 0 0,2 0 0,0 0 0,0 0 0,-2 0 0,2 0 0,0 0 0,-2 0 0,2 0 0,0 0 0,0 0 0,-2 0 0,2 0 0,0 0 0,0 2 0,-2-2 0,2 0 0,0 0 0,0 0 0,-2 0 0,2 0 0,0 2 0,0-2 0,-2 0 0,2 0 0,0 0 0,0 2 0,0-2 0,0 0 0,-2 0 0,2 2 0,0-2 0,0 0 0,0 2 0,-10 14 0,2 2 0,0-2 0,0 2 0,-8 34 0,-14 84 0,24-94 0,-134 604-498,92-440 397,-46 290 102,94-538 586,0 2-583,2 2 0,12-76-1,204-526-3,-72 246 0,-102 262-168,6 0-1,112-214 1,58 6 58,-182 290 112,2 0-1,4 4 1,0 0 0,68-54 0,-110 100 1,16-14-14,2 0-1,0 0 1,40-18-1,-54 30 21,0 0-1,0 0 1,0 0 0,0 0 0,0 2-1,0-2 1,2 2 0,8 0-1,-12 0 20,0 0 0,0 2-1,-2-2 1,2 0 0,0 2-1,0 0 1,-2-2-1,2 2 1,-2 0 0,2 0-1,-2 0 1,2 0 0,-2 0-1,2 0 1,-2 2 0,4 2-1,4 8-12,0 0 0,-2 0 0,2 2 0,-4-2 0,2 2-1,-2 0 1,8 30 0,18 130-96,-22-118-20,38 278-352,6 538 0,-54-850 455,2 154-20,-30 240 0,20-386 63,8-32-32,-2 0 0,2 0 0,0 0 0,0 0 0,0 0 0,-2 0-1,2 0 1,0 0 0,0 0 0,0 0 0,0 0 0,-2-2 0,2 2 0,0 0 0,0 0 0,0 0 0,0 0 0,0 0 0,-2-2 0,2 2-1,0 0 1,0 0 0,0 0 0,0 0 0,0-2 0,0 2 0,0 0 0,0 0 0,0 0 0,0-2 0,0 2 0,0 0 0,0 0 0,0 0-1,0-2 1,0 2 0,0 0 0,-14-70 512,-14-460-473,20 224-164,-12-982-360,20 988 431,0 2486-219,6-2346 698,38-252 0,-10 196-576,84-464-619,-40 318 737,138-384 0,-198 710 160,-18 36-135,0-2 0,0 2 0,0 0 1,0 0-1,0 0 0,0 0 0,0 0 1,0 0-1,2 0 0,-2 0 0,0 0 0,0 0 1,0-2-1,0 2 0,0 0 0,0 0 0,0 0 1,2 0-1,-2 0 0,0 0 0,0 0 0,0 0 1,0 0-1,0 0 0,0 0 0,2 0 0,-2 0 1,0 0-1,0 0 0,0 0 0,0 0 0,0 0 1,0 0-1,2 0 0,-2 0 0,0 0 1,0 2-1,0-2 0,0 0 0,0 0 0,0 0 1,0 0-1,0 0 0,2 0 0,-2 0 0,0 0 1,0 0-1,0 0 0,0 2 0,0-2 0,0 0 1,0 0-1,0 0 0,0 0 0,0 0 0,0 0 1,0 2-1,0-2 0,4 12 84,-2 0 1,-2-2-1,2 2 1,-2 16-1,6 396-440,14 318-458,24 518 749,-42-1226 32,6-44 181,8-62 577,46-304-864,-16-2 0,-2-526-1,-48 96 135,-20 1186-436,6-166 51,-10 1352 179,30-1078-199,12-736 1509,-2 74-444,-2-1060-660,-12 730 0,2-178 477,-4 664-477,-4 34 0,-8 42 0,-14 128-417,-6 248-1,22 578 188,14-950 216,0-60 14,0 24 0,0 0 0,2 0 0,0 0 0,10 38 0,-4-48-10,-2-24 196,-2-34 473,40-406-429,-40 422-216,28-524-14,-34-6 0,-2 212 0,4 104 0,0 296 0,6 298 0,0-272 0,4 0 0,26 108 0,-10-106 0,4 0 0,52 102 0,-2-6 0,-64-138 0,-2 2 0,-2 0 0,0 2 0,-4 0 0,0-2 0,0 90 0,-10 558 0,30-1364 0,52-924-883,-82 1512 1141,2 70-19,0 58 0,0 852-92,0-866-147,2 0 0,2 0 0,0 0 0,0 0 0,2 0 0,2-2 0,2 0 0,14 36 0,-6-24 0,-4 0 0,0 0 0,14 68 0,8 124 0,-28-102 0,-8 144 0,-4-100 0,4 562 0,4-704 0,-4-28 0,0-2 0,0 0 0,2 0 0,-2 0 0,0 0 0,0 0 0,0 0 0,0 0 0,0 0 0,0 0 0,0 0 0,2 0 0,-2 0 0,0 0 0,0 0 0,0 0 0,0 0 0,0 0 0,0 0 0,2 0 0,-2 0 0,0 0 0,0 0 0,0 0 0,0 0 0,0 0 0,0 0 0,2 0 0,-2 0 0,0 0 0,0 0 0,0 0 0,0 0 0,0 0 0,0-2 0,0 2 0,2 0 0,-2 0 0,0 0 0,0 0 0,0 0 0,0 0 0,0 0 0,0-2 0,0 2 0,0 0 0,0 0 0,0 0 0,26-54 0,-16 32 0,152-342 0,-134 288 0,-2-2 0,26-150 0,-68 302 0,-4-2 0,-40 102 0,58-170 0,-8 26 0,-4 0 0,-32 56 0,34-66 0,0-2 0,2 4 0,2-2 0,0 2 0,0-2 0,2 2 0,0 0 0,-4 32 0,-4 14 0,10-52 0,0 0 0,0 0 0,2 0 0,0 2 0,2-2 0,-2 0 0,6 30 0,-4-44 0,0-2 0,0 0 0,0 2 0,0-2 0,0 0 0,0 2 0,0-2 0,0 2 0,2-2 0,-2 0 0,0 2 0,0-2 0,0 0 0,2 0 0,-2 2 0,0-2 0,0 0 0,2 2 0,-2-2 0,0 0 0,0 0 0,2 0 0,-2 2 0,0-2 0,2 0 0,-2 0 0,0 0 0,2 0 0,-2 2 0,2-2 0,-2 0 0,0 0 0,2 0 0,-2 0 0,0 0 0,2 0 0,-2 0 0,2 0 0,-2 0 0,0 0 0,2-2 0,-2 2 0,0 0 0,2 0 0,-2 0 0,0 0 0,2 0 0,-2-2 0,0 2 0,2 0 0,-2 0 0,0-2 0,0 2 0,2 0 0,-2-2 0,38-34 0,-32 30 0,16-16 0,0-2 0,-2 0 0,0-2 0,-2 0 0,-2 0 0,22-44 0,-32 56 0,-2 14 0,2 26 0,-10 46 0,4-58 0,-2 0 0,0 0 0,0 0 0,-2 0 0,0 0 0,0 0 0,-2 0 0,0-2 0,0 2 0,0-2 0,-2 0 0,0 0 0,0 0 0,0 0 0,-2-2 0,0 0 0,0 0 0,-2 0 0,-22 16 0,20-18 0,-2 2 0,2-2 0,-2 0 0,0-2 0,0 0 0,-2 0 0,2-2 0,-2 0 0,2 0 0,-2-2 0,-16 0 0,14-2 0,0 0 0,0-2 0,2 0 0,-2 0 0,-36-12 0,42 10 0,2-2 0,0 0 0,0 0 0,2 0 0,-2 0 0,0-2 0,2 0 0,0-2 0,-16-16 0,10 10 0,8 8 0,0 0 0,0-2 0,0 0 0,0 2 0,-8-20 0,14 26 0,2-2 0,-2 2 0,2-2 0,-2 0 0,2 2 0,0-2 0,0 0 0,0 2 0,-2-2 0,4 0 0,-2 2 0,0-2 0,0 0 0,0 2 0,2-2 0,-2 2 0,2-2 0,-2 0 0,2 2 0,0-2 0,-2 2 0,2 0 0,0-2 0,0 2 0,4-4 0,10-16 0,-6 12 0,-2 2 0,0-4 0,0 2 0,0-2 0,-2 2 0,0-2 0,0 0 0,0 0 0,-2 0 0,6-26 0,-4 0-1365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Shape 116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117" name="Shape 117"/>
          <p:cNvSpPr>
            <a:spLocks noGrp="1"/>
          </p:cNvSpPr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361320"/>
      </p:ext>
    </p:extLst>
  </p:cSld>
  <p:clrMap bg1="lt1" tx1="dk1" bg2="lt2" tx2="dk2" accent1="accent1" accent2="accent2" accent3="accent3" accent4="accent4" accent5="accent5" accent6="accent6" hlink="hlink" folHlink="folHlink"/>
  <p:notesStyle>
    <a:lvl1pPr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1pPr>
    <a:lvl2pPr indent="2286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2pPr>
    <a:lvl3pPr indent="4572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3pPr>
    <a:lvl4pPr indent="6858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4pPr>
    <a:lvl5pPr indent="9144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5pPr>
    <a:lvl6pPr indent="11430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6pPr>
    <a:lvl7pPr indent="13716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7pPr>
    <a:lvl8pPr indent="16002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8pPr>
    <a:lvl9pPr indent="18288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53598888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4CB191-D862-358C-A271-2E6E373B4C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2F0FFFAA-D3E9-52FE-4884-19C491A3393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437AA3AB-519D-AD11-EC69-648D7CF6A12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22348280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&amp;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Text"/>
          <p:cNvSpPr txBox="1">
            <a:spLocks noGrp="1"/>
          </p:cNvSpPr>
          <p:nvPr>
            <p:ph type="title"/>
          </p:nvPr>
        </p:nvSpPr>
        <p:spPr>
          <a:xfrm>
            <a:off x="1778000" y="2298700"/>
            <a:ext cx="20828000" cy="4648200"/>
          </a:xfrm>
          <a:prstGeom prst="rect">
            <a:avLst/>
          </a:prstGeom>
        </p:spPr>
        <p:txBody>
          <a:bodyPr anchor="b"/>
          <a:lstStyle/>
          <a:p>
            <a:r>
              <a:t>Title Text</a:t>
            </a:r>
          </a:p>
        </p:txBody>
      </p:sp>
      <p:sp>
        <p:nvSpPr>
          <p:cNvPr id="12" name="Body Level One…"/>
          <p:cNvSpPr txBox="1">
            <a:spLocks noGrp="1"/>
          </p:cNvSpPr>
          <p:nvPr>
            <p:ph type="body" sz="quarter" idx="1"/>
          </p:nvPr>
        </p:nvSpPr>
        <p:spPr>
          <a:xfrm>
            <a:off x="1778000" y="7073900"/>
            <a:ext cx="20828000" cy="1587500"/>
          </a:xfrm>
          <a:prstGeom prst="rect">
            <a:avLst/>
          </a:prstGeom>
        </p:spPr>
        <p:txBody>
          <a:bodyPr anchor="t"/>
          <a:lstStyle>
            <a:lvl1pPr marL="0" indent="0" algn="ctr">
              <a:spcBef>
                <a:spcPts val="0"/>
              </a:spcBef>
              <a:buSzTx/>
              <a:buNone/>
              <a:defRPr sz="5400"/>
            </a:lvl1pPr>
            <a:lvl2pPr marL="0" indent="0" algn="ctr">
              <a:spcBef>
                <a:spcPts val="0"/>
              </a:spcBef>
              <a:buSzTx/>
              <a:buNone/>
              <a:defRPr sz="5400"/>
            </a:lvl2pPr>
            <a:lvl3pPr marL="0" indent="0" algn="ctr">
              <a:spcBef>
                <a:spcPts val="0"/>
              </a:spcBef>
              <a:buSzTx/>
              <a:buNone/>
              <a:defRPr sz="5400"/>
            </a:lvl3pPr>
            <a:lvl4pPr marL="0" indent="0" algn="ctr">
              <a:spcBef>
                <a:spcPts val="0"/>
              </a:spcBef>
              <a:buSzTx/>
              <a:buNone/>
              <a:defRPr sz="5400"/>
            </a:lvl4pPr>
            <a:lvl5pPr marL="0" indent="0" algn="ctr">
              <a:spcBef>
                <a:spcPts val="0"/>
              </a:spcBef>
              <a:buSzTx/>
              <a:buNone/>
              <a:defRPr sz="5400"/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13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Photo - Horizont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532241774_2880x1920.jpg"/>
          <p:cNvSpPr>
            <a:spLocks noGrp="1"/>
          </p:cNvSpPr>
          <p:nvPr>
            <p:ph type="pic" idx="21"/>
          </p:nvPr>
        </p:nvSpPr>
        <p:spPr>
          <a:xfrm>
            <a:off x="3125968" y="-393700"/>
            <a:ext cx="18135601" cy="12090400"/>
          </a:xfrm>
          <a:prstGeom prst="rect">
            <a:avLst/>
          </a:prstGeom>
        </p:spPr>
        <p:txBody>
          <a:bodyPr lIns="91439" tIns="45719" rIns="91439" bIns="45719" anchor="t">
            <a:noAutofit/>
          </a:bodyPr>
          <a:lstStyle/>
          <a:p>
            <a:endParaRPr/>
          </a:p>
        </p:txBody>
      </p:sp>
      <p:sp>
        <p:nvSpPr>
          <p:cNvPr id="21" name="Title Text"/>
          <p:cNvSpPr txBox="1">
            <a:spLocks noGrp="1"/>
          </p:cNvSpPr>
          <p:nvPr>
            <p:ph type="title"/>
          </p:nvPr>
        </p:nvSpPr>
        <p:spPr>
          <a:xfrm>
            <a:off x="635000" y="9512300"/>
            <a:ext cx="23114000" cy="2006600"/>
          </a:xfrm>
          <a:prstGeom prst="rect">
            <a:avLst/>
          </a:prstGeom>
        </p:spPr>
        <p:txBody>
          <a:bodyPr anchor="b"/>
          <a:lstStyle/>
          <a:p>
            <a:r>
              <a:t>Title Text</a:t>
            </a:r>
          </a:p>
        </p:txBody>
      </p:sp>
      <p:sp>
        <p:nvSpPr>
          <p:cNvPr id="22" name="Body Level One…"/>
          <p:cNvSpPr txBox="1">
            <a:spLocks noGrp="1"/>
          </p:cNvSpPr>
          <p:nvPr>
            <p:ph type="body" sz="quarter" idx="1"/>
          </p:nvPr>
        </p:nvSpPr>
        <p:spPr>
          <a:xfrm>
            <a:off x="635000" y="11442700"/>
            <a:ext cx="23114000" cy="1587500"/>
          </a:xfrm>
          <a:prstGeom prst="rect">
            <a:avLst/>
          </a:prstGeom>
        </p:spPr>
        <p:txBody>
          <a:bodyPr anchor="t"/>
          <a:lstStyle>
            <a:lvl1pPr marL="0" indent="0" algn="ctr">
              <a:spcBef>
                <a:spcPts val="0"/>
              </a:spcBef>
              <a:buSzTx/>
              <a:buNone/>
              <a:defRPr sz="5400"/>
            </a:lvl1pPr>
            <a:lvl2pPr marL="0" indent="0" algn="ctr">
              <a:spcBef>
                <a:spcPts val="0"/>
              </a:spcBef>
              <a:buSzTx/>
              <a:buNone/>
              <a:defRPr sz="5400"/>
            </a:lvl2pPr>
            <a:lvl3pPr marL="0" indent="0" algn="ctr">
              <a:spcBef>
                <a:spcPts val="0"/>
              </a:spcBef>
              <a:buSzTx/>
              <a:buNone/>
              <a:defRPr sz="5400"/>
            </a:lvl3pPr>
            <a:lvl4pPr marL="0" indent="0" algn="ctr">
              <a:spcBef>
                <a:spcPts val="0"/>
              </a:spcBef>
              <a:buSzTx/>
              <a:buNone/>
              <a:defRPr sz="5400"/>
            </a:lvl4pPr>
            <a:lvl5pPr marL="0" indent="0" algn="ctr">
              <a:spcBef>
                <a:spcPts val="0"/>
              </a:spcBef>
              <a:buSzTx/>
              <a:buNone/>
              <a:defRPr sz="5400"/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23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- Cen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Text"/>
          <p:cNvSpPr txBox="1">
            <a:spLocks noGrp="1"/>
          </p:cNvSpPr>
          <p:nvPr>
            <p:ph type="title"/>
          </p:nvPr>
        </p:nvSpPr>
        <p:spPr>
          <a:xfrm>
            <a:off x="1778000" y="4533900"/>
            <a:ext cx="20828000" cy="4648200"/>
          </a:xfrm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31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Photo -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532204087_1355x1355.jpg"/>
          <p:cNvSpPr>
            <a:spLocks noGrp="1"/>
          </p:cNvSpPr>
          <p:nvPr>
            <p:ph type="pic" sz="half" idx="21"/>
          </p:nvPr>
        </p:nvSpPr>
        <p:spPr>
          <a:xfrm>
            <a:off x="12827000" y="952500"/>
            <a:ext cx="11468100" cy="11468100"/>
          </a:xfrm>
          <a:prstGeom prst="rect">
            <a:avLst/>
          </a:prstGeom>
        </p:spPr>
        <p:txBody>
          <a:bodyPr lIns="91439" tIns="45719" rIns="91439" bIns="45719" anchor="t">
            <a:noAutofit/>
          </a:bodyPr>
          <a:lstStyle/>
          <a:p>
            <a:endParaRPr/>
          </a:p>
        </p:txBody>
      </p:sp>
      <p:sp>
        <p:nvSpPr>
          <p:cNvPr id="39" name="Title Text"/>
          <p:cNvSpPr txBox="1">
            <a:spLocks noGrp="1"/>
          </p:cNvSpPr>
          <p:nvPr>
            <p:ph type="title"/>
          </p:nvPr>
        </p:nvSpPr>
        <p:spPr>
          <a:xfrm>
            <a:off x="1651000" y="952500"/>
            <a:ext cx="10223500" cy="5549900"/>
          </a:xfrm>
          <a:prstGeom prst="rect">
            <a:avLst/>
          </a:prstGeom>
        </p:spPr>
        <p:txBody>
          <a:bodyPr anchor="b"/>
          <a:lstStyle>
            <a:lvl1pPr>
              <a:defRPr sz="8400"/>
            </a:lvl1pPr>
          </a:lstStyle>
          <a:p>
            <a:r>
              <a:t>Title Text</a:t>
            </a:r>
          </a:p>
        </p:txBody>
      </p:sp>
      <p:sp>
        <p:nvSpPr>
          <p:cNvPr id="40" name="Body Level One…"/>
          <p:cNvSpPr txBox="1">
            <a:spLocks noGrp="1"/>
          </p:cNvSpPr>
          <p:nvPr>
            <p:ph type="body" sz="quarter" idx="1"/>
          </p:nvPr>
        </p:nvSpPr>
        <p:spPr>
          <a:xfrm>
            <a:off x="1651000" y="6527800"/>
            <a:ext cx="10223500" cy="5727700"/>
          </a:xfrm>
          <a:prstGeom prst="rect">
            <a:avLst/>
          </a:prstGeom>
        </p:spPr>
        <p:txBody>
          <a:bodyPr anchor="t"/>
          <a:lstStyle>
            <a:lvl1pPr marL="0" indent="0" algn="ctr">
              <a:spcBef>
                <a:spcPts val="0"/>
              </a:spcBef>
              <a:buSzTx/>
              <a:buNone/>
              <a:defRPr sz="5400"/>
            </a:lvl1pPr>
            <a:lvl2pPr marL="0" indent="0" algn="ctr">
              <a:spcBef>
                <a:spcPts val="0"/>
              </a:spcBef>
              <a:buSzTx/>
              <a:buNone/>
              <a:defRPr sz="5400"/>
            </a:lvl2pPr>
            <a:lvl3pPr marL="0" indent="0" algn="ctr">
              <a:spcBef>
                <a:spcPts val="0"/>
              </a:spcBef>
              <a:buSzTx/>
              <a:buNone/>
              <a:defRPr sz="5400"/>
            </a:lvl3pPr>
            <a:lvl4pPr marL="0" indent="0" algn="ctr">
              <a:spcBef>
                <a:spcPts val="0"/>
              </a:spcBef>
              <a:buSzTx/>
              <a:buNone/>
              <a:defRPr sz="5400"/>
            </a:lvl4pPr>
            <a:lvl5pPr marL="0" indent="0" algn="ctr">
              <a:spcBef>
                <a:spcPts val="0"/>
              </a:spcBef>
              <a:buSzTx/>
              <a:buNone/>
              <a:defRPr sz="5400"/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1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- To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Title Text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49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&amp; 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Title Text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57" name="Body Level One…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>
            <a:lvl1pPr>
              <a:defRPr sz="4800"/>
            </a:lvl1pPr>
            <a:lvl2pPr>
              <a:defRPr sz="4800"/>
            </a:lvl2pPr>
            <a:lvl3pPr>
              <a:defRPr sz="4800"/>
            </a:lvl3pPr>
            <a:lvl4pPr>
              <a:defRPr sz="4800"/>
            </a:lvl4pPr>
            <a:lvl5pPr>
              <a:defRPr sz="4800"/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58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, Bullets &amp;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532205080_1647x1098.jpg"/>
          <p:cNvSpPr>
            <a:spLocks noGrp="1"/>
          </p:cNvSpPr>
          <p:nvPr>
            <p:ph type="pic" sz="half" idx="21"/>
          </p:nvPr>
        </p:nvSpPr>
        <p:spPr>
          <a:xfrm>
            <a:off x="10960100" y="3149600"/>
            <a:ext cx="13944600" cy="9296400"/>
          </a:xfrm>
          <a:prstGeom prst="rect">
            <a:avLst/>
          </a:prstGeom>
        </p:spPr>
        <p:txBody>
          <a:bodyPr lIns="91439" tIns="45719" rIns="91439" bIns="45719" anchor="t">
            <a:noAutofit/>
          </a:bodyPr>
          <a:lstStyle/>
          <a:p>
            <a:endParaRPr/>
          </a:p>
        </p:txBody>
      </p:sp>
      <p:sp>
        <p:nvSpPr>
          <p:cNvPr id="66" name="Title Text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67" name="Body Level One…"/>
          <p:cNvSpPr txBox="1">
            <a:spLocks noGrp="1"/>
          </p:cNvSpPr>
          <p:nvPr>
            <p:ph type="body" sz="half" idx="1"/>
          </p:nvPr>
        </p:nvSpPr>
        <p:spPr>
          <a:xfrm>
            <a:off x="1689100" y="3149600"/>
            <a:ext cx="10223500" cy="9296400"/>
          </a:xfrm>
          <a:prstGeom prst="rect">
            <a:avLst/>
          </a:prstGeom>
        </p:spPr>
        <p:txBody>
          <a:bodyPr/>
          <a:lstStyle>
            <a:lvl1pPr marL="558800" indent="-558800">
              <a:spcBef>
                <a:spcPts val="4500"/>
              </a:spcBef>
              <a:defRPr sz="3800"/>
            </a:lvl1pPr>
            <a:lvl2pPr marL="1117600" indent="-558800">
              <a:spcBef>
                <a:spcPts val="4500"/>
              </a:spcBef>
              <a:defRPr sz="3800"/>
            </a:lvl2pPr>
            <a:lvl3pPr marL="1676400" indent="-558800">
              <a:spcBef>
                <a:spcPts val="4500"/>
              </a:spcBef>
              <a:defRPr sz="3800"/>
            </a:lvl3pPr>
            <a:lvl4pPr marL="2235200" indent="-558800">
              <a:spcBef>
                <a:spcPts val="4500"/>
              </a:spcBef>
              <a:defRPr sz="3800"/>
            </a:lvl4pPr>
            <a:lvl5pPr marL="2794000" indent="-558800">
              <a:spcBef>
                <a:spcPts val="4500"/>
              </a:spcBef>
              <a:defRPr sz="3800"/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68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Body Level One…"/>
          <p:cNvSpPr txBox="1">
            <a:spLocks noGrp="1"/>
          </p:cNvSpPr>
          <p:nvPr>
            <p:ph type="body" idx="1"/>
          </p:nvPr>
        </p:nvSpPr>
        <p:spPr>
          <a:xfrm>
            <a:off x="1689100" y="1778000"/>
            <a:ext cx="21005800" cy="10160000"/>
          </a:xfrm>
          <a:prstGeom prst="rect">
            <a:avLst/>
          </a:prstGeom>
        </p:spPr>
        <p:txBody>
          <a:bodyPr/>
          <a:lstStyle>
            <a:lvl1pPr>
              <a:defRPr sz="4800"/>
            </a:lvl1pPr>
            <a:lvl2pPr>
              <a:defRPr sz="4800"/>
            </a:lvl2pPr>
            <a:lvl3pPr>
              <a:defRPr sz="4800"/>
            </a:lvl3pPr>
            <a:lvl4pPr>
              <a:defRPr sz="4800"/>
            </a:lvl4pPr>
            <a:lvl5pPr>
              <a:defRPr sz="4800"/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76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Photo - 3 U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532205080_1647x1098.jpg"/>
          <p:cNvSpPr>
            <a:spLocks noGrp="1"/>
          </p:cNvSpPr>
          <p:nvPr>
            <p:ph type="pic" sz="quarter" idx="21"/>
          </p:nvPr>
        </p:nvSpPr>
        <p:spPr>
          <a:xfrm>
            <a:off x="15300325" y="7048500"/>
            <a:ext cx="8324850" cy="5549900"/>
          </a:xfrm>
          <a:prstGeom prst="rect">
            <a:avLst/>
          </a:prstGeom>
        </p:spPr>
        <p:txBody>
          <a:bodyPr lIns="91439" tIns="45719" rIns="91439" bIns="45719" anchor="t">
            <a:noAutofit/>
          </a:bodyPr>
          <a:lstStyle/>
          <a:p>
            <a:endParaRPr/>
          </a:p>
        </p:txBody>
      </p:sp>
      <p:sp>
        <p:nvSpPr>
          <p:cNvPr id="84" name="532204087_1355x1355.jpg"/>
          <p:cNvSpPr>
            <a:spLocks noGrp="1"/>
          </p:cNvSpPr>
          <p:nvPr>
            <p:ph type="pic" sz="quarter" idx="22"/>
          </p:nvPr>
        </p:nvSpPr>
        <p:spPr>
          <a:xfrm>
            <a:off x="15760700" y="863600"/>
            <a:ext cx="7404100" cy="7404100"/>
          </a:xfrm>
          <a:prstGeom prst="rect">
            <a:avLst/>
          </a:prstGeom>
        </p:spPr>
        <p:txBody>
          <a:bodyPr lIns="91439" tIns="45719" rIns="91439" bIns="45719" anchor="t">
            <a:noAutofit/>
          </a:bodyPr>
          <a:lstStyle/>
          <a:p>
            <a:endParaRPr/>
          </a:p>
        </p:txBody>
      </p:sp>
      <p:sp>
        <p:nvSpPr>
          <p:cNvPr id="85" name="532241774_2880x1920.jpg"/>
          <p:cNvSpPr>
            <a:spLocks noGrp="1"/>
          </p:cNvSpPr>
          <p:nvPr>
            <p:ph type="pic" idx="23"/>
          </p:nvPr>
        </p:nvSpPr>
        <p:spPr>
          <a:xfrm>
            <a:off x="-990600" y="1130300"/>
            <a:ext cx="17202150" cy="11468100"/>
          </a:xfrm>
          <a:prstGeom prst="rect">
            <a:avLst/>
          </a:prstGeom>
        </p:spPr>
        <p:txBody>
          <a:bodyPr lIns="91439" tIns="45719" rIns="91439" bIns="45719" anchor="t">
            <a:noAutofit/>
          </a:bodyPr>
          <a:lstStyle/>
          <a:p>
            <a:endParaRPr/>
          </a:p>
        </p:txBody>
      </p:sp>
      <p:sp>
        <p:nvSpPr>
          <p:cNvPr id="86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–Johnny Appleseed"/>
          <p:cNvSpPr txBox="1">
            <a:spLocks noGrp="1"/>
          </p:cNvSpPr>
          <p:nvPr>
            <p:ph type="body" sz="quarter" idx="21"/>
          </p:nvPr>
        </p:nvSpPr>
        <p:spPr>
          <a:xfrm>
            <a:off x="2387600" y="8953500"/>
            <a:ext cx="19621500" cy="585521"/>
          </a:xfrm>
          <a:prstGeom prst="rect">
            <a:avLst/>
          </a:prstGeom>
        </p:spPr>
        <p:txBody>
          <a:bodyPr anchor="t">
            <a:spAutoFit/>
          </a:bodyPr>
          <a:lstStyle>
            <a:lvl1pPr marL="0" indent="0" algn="ctr">
              <a:spcBef>
                <a:spcPts val="0"/>
              </a:spcBef>
              <a:buSzTx/>
              <a:buNone/>
              <a:defRPr sz="3200" i="1"/>
            </a:lvl1pPr>
          </a:lstStyle>
          <a:p>
            <a:r>
              <a:t>–Johnny Appleseed</a:t>
            </a:r>
          </a:p>
        </p:txBody>
      </p:sp>
      <p:sp>
        <p:nvSpPr>
          <p:cNvPr id="94" name="“Type a quote here.”"/>
          <p:cNvSpPr txBox="1">
            <a:spLocks noGrp="1"/>
          </p:cNvSpPr>
          <p:nvPr>
            <p:ph type="body" sz="quarter" idx="22"/>
          </p:nvPr>
        </p:nvSpPr>
        <p:spPr>
          <a:xfrm>
            <a:off x="2387600" y="6076950"/>
            <a:ext cx="19621500" cy="825500"/>
          </a:xfrm>
          <a:prstGeom prst="rect">
            <a:avLst/>
          </a:prstGeom>
        </p:spPr>
        <p:txBody>
          <a:bodyPr>
            <a:spAutoFit/>
          </a:bodyPr>
          <a:lstStyle>
            <a:lvl1pPr marL="0" indent="0" algn="ctr">
              <a:spcBef>
                <a:spcPts val="0"/>
              </a:spcBef>
              <a:buSzTx/>
              <a:buNone/>
              <a:defRPr sz="4800">
                <a:latin typeface="+mn-lt"/>
                <a:ea typeface="+mn-ea"/>
                <a:cs typeface="+mn-cs"/>
                <a:sym typeface="Helvetica Neue Medium"/>
              </a:defRPr>
            </a:lvl1pPr>
          </a:lstStyle>
          <a:p>
            <a:r>
              <a:t>“Type a quote here.” </a:t>
            </a:r>
          </a:p>
        </p:txBody>
      </p:sp>
      <p:sp>
        <p:nvSpPr>
          <p:cNvPr id="95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532241774_2880x1920.jpg"/>
          <p:cNvSpPr>
            <a:spLocks noGrp="1"/>
          </p:cNvSpPr>
          <p:nvPr>
            <p:ph type="pic" idx="21"/>
          </p:nvPr>
        </p:nvSpPr>
        <p:spPr>
          <a:xfrm>
            <a:off x="-50800" y="-1270000"/>
            <a:ext cx="24485600" cy="16323734"/>
          </a:xfrm>
          <a:prstGeom prst="rect">
            <a:avLst/>
          </a:prstGeom>
        </p:spPr>
        <p:txBody>
          <a:bodyPr lIns="91439" tIns="45719" rIns="91439" bIns="45719" anchor="t">
            <a:noAutofit/>
          </a:bodyPr>
          <a:lstStyle/>
          <a:p>
            <a:endParaRPr/>
          </a:p>
        </p:txBody>
      </p:sp>
      <p:sp>
        <p:nvSpPr>
          <p:cNvPr id="103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3254C73-64D5-4801-7DF3-F9ED03D8A0B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048000" y="2244726"/>
            <a:ext cx="18288000" cy="4775200"/>
          </a:xfrm>
        </p:spPr>
        <p:txBody>
          <a:bodyPr anchor="b"/>
          <a:lstStyle>
            <a:lvl1pPr algn="ctr">
              <a:defRPr sz="12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E8F05C4A-7AE6-14D8-A26B-B989E4EBE80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048000" y="7204076"/>
            <a:ext cx="18288000" cy="3311524"/>
          </a:xfrm>
        </p:spPr>
        <p:txBody>
          <a:bodyPr/>
          <a:lstStyle>
            <a:lvl1pPr marL="0" indent="0" algn="ctr">
              <a:buNone/>
              <a:defRPr sz="4800"/>
            </a:lvl1pPr>
            <a:lvl2pPr marL="914400" indent="0" algn="ctr">
              <a:buNone/>
              <a:defRPr sz="4000"/>
            </a:lvl2pPr>
            <a:lvl3pPr marL="1828800" indent="0" algn="ctr">
              <a:buNone/>
              <a:defRPr sz="3600"/>
            </a:lvl3pPr>
            <a:lvl4pPr marL="2743200" indent="0" algn="ctr">
              <a:buNone/>
              <a:defRPr sz="3200"/>
            </a:lvl4pPr>
            <a:lvl5pPr marL="3657600" indent="0" algn="ctr">
              <a:buNone/>
              <a:defRPr sz="3200"/>
            </a:lvl5pPr>
            <a:lvl6pPr marL="4572000" indent="0" algn="ctr">
              <a:buNone/>
              <a:defRPr sz="3200"/>
            </a:lvl6pPr>
            <a:lvl7pPr marL="5486400" indent="0" algn="ctr">
              <a:buNone/>
              <a:defRPr sz="3200"/>
            </a:lvl7pPr>
            <a:lvl8pPr marL="6400800" indent="0" algn="ctr">
              <a:buNone/>
              <a:defRPr sz="3200"/>
            </a:lvl8pPr>
            <a:lvl9pPr marL="7315200" indent="0" algn="ctr">
              <a:buNone/>
              <a:defRPr sz="32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70B3101-18B2-AEC4-7B7C-841024B1B6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9A87B2-F011-469D-9F39-AC9292114540}" type="datetimeFigureOut">
              <a:rPr lang="zh-CN" altLang="en-US" smtClean="0"/>
              <a:t>2024/11/10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7F7E3B0-6DEF-21EF-35B0-4FB16F1B42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2CB15E8-CBC9-2A7F-C7CD-BDBE88EA75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BCBC8C-9D64-4418-A6C3-B0B19E7E665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1684095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9178FA0-99BE-B2A2-3EA6-067243CB13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6D969CA-C7FA-689E-5B82-FFE734BF41E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C7EBEB8C-31FC-7B50-AC85-19DC1F433A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9A87B2-F011-469D-9F39-AC9292114540}" type="datetimeFigureOut">
              <a:rPr lang="zh-CN" altLang="en-US" smtClean="0"/>
              <a:t>2024/11/10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3919CE3-834B-29C7-1857-E48B46E95A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9447134-C3EF-96DC-7770-7B23C1AD04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BCBC8C-9D64-4418-A6C3-B0B19E7E665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4706176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39E4DCD-D369-401F-EA7E-D57A8867D0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63700" y="3419477"/>
            <a:ext cx="21031200" cy="5705474"/>
          </a:xfrm>
        </p:spPr>
        <p:txBody>
          <a:bodyPr anchor="b"/>
          <a:lstStyle>
            <a:lvl1pPr>
              <a:defRPr sz="12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20EE2AAE-1F1E-8458-EF0E-379E01F50B8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663700" y="9178927"/>
            <a:ext cx="21031200" cy="3000374"/>
          </a:xfrm>
        </p:spPr>
        <p:txBody>
          <a:bodyPr/>
          <a:lstStyle>
            <a:lvl1pPr marL="0" indent="0">
              <a:buNone/>
              <a:defRPr sz="4800">
                <a:solidFill>
                  <a:schemeClr val="tx1">
                    <a:tint val="75000"/>
                  </a:schemeClr>
                </a:solidFill>
              </a:defRPr>
            </a:lvl1pPr>
            <a:lvl2pPr marL="914400" indent="0">
              <a:buNone/>
              <a:defRPr sz="4000">
                <a:solidFill>
                  <a:schemeClr val="tx1">
                    <a:tint val="75000"/>
                  </a:schemeClr>
                </a:solidFill>
              </a:defRPr>
            </a:lvl2pPr>
            <a:lvl3pPr marL="1828800" indent="0">
              <a:buNone/>
              <a:defRPr sz="3600">
                <a:solidFill>
                  <a:schemeClr val="tx1">
                    <a:tint val="75000"/>
                  </a:schemeClr>
                </a:solidFill>
              </a:defRPr>
            </a:lvl3pPr>
            <a:lvl4pPr marL="2743200" indent="0">
              <a:buNone/>
              <a:defRPr sz="3200">
                <a:solidFill>
                  <a:schemeClr val="tx1">
                    <a:tint val="75000"/>
                  </a:schemeClr>
                </a:solidFill>
              </a:defRPr>
            </a:lvl4pPr>
            <a:lvl5pPr marL="3657600" indent="0">
              <a:buNone/>
              <a:defRPr sz="3200">
                <a:solidFill>
                  <a:schemeClr val="tx1">
                    <a:tint val="75000"/>
                  </a:schemeClr>
                </a:solidFill>
              </a:defRPr>
            </a:lvl5pPr>
            <a:lvl6pPr marL="4572000" indent="0">
              <a:buNone/>
              <a:defRPr sz="3200">
                <a:solidFill>
                  <a:schemeClr val="tx1">
                    <a:tint val="75000"/>
                  </a:schemeClr>
                </a:solidFill>
              </a:defRPr>
            </a:lvl6pPr>
            <a:lvl7pPr marL="5486400" indent="0">
              <a:buNone/>
              <a:defRPr sz="3200">
                <a:solidFill>
                  <a:schemeClr val="tx1">
                    <a:tint val="75000"/>
                  </a:schemeClr>
                </a:solidFill>
              </a:defRPr>
            </a:lvl7pPr>
            <a:lvl8pPr marL="6400800" indent="0">
              <a:buNone/>
              <a:defRPr sz="3200">
                <a:solidFill>
                  <a:schemeClr val="tx1">
                    <a:tint val="75000"/>
                  </a:schemeClr>
                </a:solidFill>
              </a:defRPr>
            </a:lvl8pPr>
            <a:lvl9pPr marL="7315200" indent="0">
              <a:buNone/>
              <a:defRPr sz="3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E074CBC-65E9-B683-1023-7D267CDEC7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9A87B2-F011-469D-9F39-AC9292114540}" type="datetimeFigureOut">
              <a:rPr lang="zh-CN" altLang="en-US" smtClean="0"/>
              <a:t>2024/11/10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56FFCE9-4555-BA45-3CB6-2D1E914942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EEA40C84-3E22-3475-9AD0-194D27EFCC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BCBC8C-9D64-4418-A6C3-B0B19E7E665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9988421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47CCBCD-375D-F9F3-42BA-7E6F3B3594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10B8A61-7068-37AF-FFEF-3BEAC2546BB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676400" y="3651250"/>
            <a:ext cx="10363200" cy="8702676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A6A2A67-C693-4F44-12D2-783B4850442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2344400" y="3651250"/>
            <a:ext cx="10363200" cy="8702676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0D80F54C-D014-909D-E71C-DFA5B821C0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9A87B2-F011-469D-9F39-AC9292114540}" type="datetimeFigureOut">
              <a:rPr lang="zh-CN" altLang="en-US" smtClean="0"/>
              <a:t>2024/11/10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51E8EA41-4B4A-6811-6E9A-974187C104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FC3E901A-42D3-0989-54D0-0E54A7F685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BCBC8C-9D64-4418-A6C3-B0B19E7E665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4095743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1C3EDC9-00FE-D11C-88E7-065FB92F39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79576" y="730251"/>
            <a:ext cx="21031200" cy="2651126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00A932FF-FD29-6B5A-EF20-AA50D6928DE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679577" y="3362326"/>
            <a:ext cx="10315574" cy="1647824"/>
          </a:xfrm>
        </p:spPr>
        <p:txBody>
          <a:bodyPr anchor="b"/>
          <a:lstStyle>
            <a:lvl1pPr marL="0" indent="0">
              <a:buNone/>
              <a:defRPr sz="4800" b="1"/>
            </a:lvl1pPr>
            <a:lvl2pPr marL="914400" indent="0">
              <a:buNone/>
              <a:defRPr sz="4000" b="1"/>
            </a:lvl2pPr>
            <a:lvl3pPr marL="1828800" indent="0">
              <a:buNone/>
              <a:defRPr sz="3600" b="1"/>
            </a:lvl3pPr>
            <a:lvl4pPr marL="2743200" indent="0">
              <a:buNone/>
              <a:defRPr sz="3200" b="1"/>
            </a:lvl4pPr>
            <a:lvl5pPr marL="3657600" indent="0">
              <a:buNone/>
              <a:defRPr sz="3200" b="1"/>
            </a:lvl5pPr>
            <a:lvl6pPr marL="4572000" indent="0">
              <a:buNone/>
              <a:defRPr sz="3200" b="1"/>
            </a:lvl6pPr>
            <a:lvl7pPr marL="5486400" indent="0">
              <a:buNone/>
              <a:defRPr sz="3200" b="1"/>
            </a:lvl7pPr>
            <a:lvl8pPr marL="6400800" indent="0">
              <a:buNone/>
              <a:defRPr sz="3200" b="1"/>
            </a:lvl8pPr>
            <a:lvl9pPr marL="7315200" indent="0">
              <a:buNone/>
              <a:defRPr sz="32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4AF01BD-FCB5-3D42-390E-15B522F409B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679577" y="5010150"/>
            <a:ext cx="10315574" cy="7369176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39D43A30-D2AF-0E9A-5BF9-18B4DCE191E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12344400" y="3362326"/>
            <a:ext cx="10366376" cy="1647824"/>
          </a:xfrm>
        </p:spPr>
        <p:txBody>
          <a:bodyPr anchor="b"/>
          <a:lstStyle>
            <a:lvl1pPr marL="0" indent="0">
              <a:buNone/>
              <a:defRPr sz="4800" b="1"/>
            </a:lvl1pPr>
            <a:lvl2pPr marL="914400" indent="0">
              <a:buNone/>
              <a:defRPr sz="4000" b="1"/>
            </a:lvl2pPr>
            <a:lvl3pPr marL="1828800" indent="0">
              <a:buNone/>
              <a:defRPr sz="3600" b="1"/>
            </a:lvl3pPr>
            <a:lvl4pPr marL="2743200" indent="0">
              <a:buNone/>
              <a:defRPr sz="3200" b="1"/>
            </a:lvl4pPr>
            <a:lvl5pPr marL="3657600" indent="0">
              <a:buNone/>
              <a:defRPr sz="3200" b="1"/>
            </a:lvl5pPr>
            <a:lvl6pPr marL="4572000" indent="0">
              <a:buNone/>
              <a:defRPr sz="3200" b="1"/>
            </a:lvl6pPr>
            <a:lvl7pPr marL="5486400" indent="0">
              <a:buNone/>
              <a:defRPr sz="3200" b="1"/>
            </a:lvl7pPr>
            <a:lvl8pPr marL="6400800" indent="0">
              <a:buNone/>
              <a:defRPr sz="3200" b="1"/>
            </a:lvl8pPr>
            <a:lvl9pPr marL="7315200" indent="0">
              <a:buNone/>
              <a:defRPr sz="32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0397A10C-6885-A468-25B3-142EADB1B53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12344400" y="5010150"/>
            <a:ext cx="10366376" cy="7369176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67B5C90B-7C99-B999-FB75-45733D62A0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9A87B2-F011-469D-9F39-AC9292114540}" type="datetimeFigureOut">
              <a:rPr lang="zh-CN" altLang="en-US" smtClean="0"/>
              <a:t>2024/11/10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6477D4CE-EF4C-4354-3FD7-5DB4F7E99A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E79F41E8-6E8E-26A2-D4C5-A72ED8C3E8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BCBC8C-9D64-4418-A6C3-B0B19E7E665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63308071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6F1B490-ED21-38A2-3326-DC853A5E2F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EFD1DA69-58B0-6FBB-D1AD-3EB5C6B37C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9A87B2-F011-469D-9F39-AC9292114540}" type="datetimeFigureOut">
              <a:rPr lang="zh-CN" altLang="en-US" smtClean="0"/>
              <a:t>2024/11/10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8D722D60-D04E-1B4E-87FB-FED96B3B31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37A0328F-D8AE-4A01-5762-3E232AF74D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BCBC8C-9D64-4418-A6C3-B0B19E7E665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11404519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5C38D61F-C0F9-C919-14DB-14F06E3791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9A87B2-F011-469D-9F39-AC9292114540}" type="datetimeFigureOut">
              <a:rPr lang="zh-CN" altLang="en-US" smtClean="0"/>
              <a:t>2024/11/10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B5680073-83F5-5ABA-8090-3A461267BA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45E8FBEB-77D8-5C97-E071-7DFE29AFC5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BCBC8C-9D64-4418-A6C3-B0B19E7E665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52073643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50BD219-A870-172B-A48E-B1CD5FE00E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79577" y="914400"/>
            <a:ext cx="7864474" cy="3200400"/>
          </a:xfrm>
        </p:spPr>
        <p:txBody>
          <a:bodyPr anchor="b"/>
          <a:lstStyle>
            <a:lvl1pPr>
              <a:defRPr sz="64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72A6878-2B2F-5CE1-6358-54B2A73A7C6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366376" y="1974851"/>
            <a:ext cx="12344400" cy="9747250"/>
          </a:xfrm>
        </p:spPr>
        <p:txBody>
          <a:bodyPr/>
          <a:lstStyle>
            <a:lvl1pPr>
              <a:defRPr sz="6400"/>
            </a:lvl1pPr>
            <a:lvl2pPr>
              <a:defRPr sz="5600"/>
            </a:lvl2pPr>
            <a:lvl3pPr>
              <a:defRPr sz="4800"/>
            </a:lvl3pPr>
            <a:lvl4pPr>
              <a:defRPr sz="4000"/>
            </a:lvl4pPr>
            <a:lvl5pPr>
              <a:defRPr sz="4000"/>
            </a:lvl5pPr>
            <a:lvl6pPr>
              <a:defRPr sz="4000"/>
            </a:lvl6pPr>
            <a:lvl7pPr>
              <a:defRPr sz="4000"/>
            </a:lvl7pPr>
            <a:lvl8pPr>
              <a:defRPr sz="4000"/>
            </a:lvl8pPr>
            <a:lvl9pPr>
              <a:defRPr sz="4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1CCB9DCB-C5BE-59AC-9A8F-75A8C31E2E2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679577" y="4114800"/>
            <a:ext cx="7864474" cy="7623176"/>
          </a:xfrm>
        </p:spPr>
        <p:txBody>
          <a:bodyPr/>
          <a:lstStyle>
            <a:lvl1pPr marL="0" indent="0">
              <a:buNone/>
              <a:defRPr sz="3200"/>
            </a:lvl1pPr>
            <a:lvl2pPr marL="914400" indent="0">
              <a:buNone/>
              <a:defRPr sz="2800"/>
            </a:lvl2pPr>
            <a:lvl3pPr marL="1828800" indent="0">
              <a:buNone/>
              <a:defRPr sz="2400"/>
            </a:lvl3pPr>
            <a:lvl4pPr marL="2743200" indent="0">
              <a:buNone/>
              <a:defRPr sz="2000"/>
            </a:lvl4pPr>
            <a:lvl5pPr marL="3657600" indent="0">
              <a:buNone/>
              <a:defRPr sz="2000"/>
            </a:lvl5pPr>
            <a:lvl6pPr marL="4572000" indent="0">
              <a:buNone/>
              <a:defRPr sz="2000"/>
            </a:lvl6pPr>
            <a:lvl7pPr marL="5486400" indent="0">
              <a:buNone/>
              <a:defRPr sz="2000"/>
            </a:lvl7pPr>
            <a:lvl8pPr marL="6400800" indent="0">
              <a:buNone/>
              <a:defRPr sz="2000"/>
            </a:lvl8pPr>
            <a:lvl9pPr marL="7315200" indent="0">
              <a:buNone/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8AE151F8-3248-996E-F261-7748671A3D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9A87B2-F011-469D-9F39-AC9292114540}" type="datetimeFigureOut">
              <a:rPr lang="zh-CN" altLang="en-US" smtClean="0"/>
              <a:t>2024/11/10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457A1C13-C53A-68A0-E126-A5D9CDC576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6D3CE14E-7776-718D-1EE8-E7BE9E43B1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BCBC8C-9D64-4418-A6C3-B0B19E7E665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23232261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6E64CC2-A6BC-1978-E70D-25E503206F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79577" y="914400"/>
            <a:ext cx="7864474" cy="3200400"/>
          </a:xfrm>
        </p:spPr>
        <p:txBody>
          <a:bodyPr anchor="b"/>
          <a:lstStyle>
            <a:lvl1pPr>
              <a:defRPr sz="64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4F14F5F8-0404-95DC-2281-D659542E7F4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10366376" y="1974851"/>
            <a:ext cx="12344400" cy="9747250"/>
          </a:xfrm>
        </p:spPr>
        <p:txBody>
          <a:bodyPr/>
          <a:lstStyle>
            <a:lvl1pPr marL="0" indent="0">
              <a:buNone/>
              <a:defRPr sz="6400"/>
            </a:lvl1pPr>
            <a:lvl2pPr marL="914400" indent="0">
              <a:buNone/>
              <a:defRPr sz="5600"/>
            </a:lvl2pPr>
            <a:lvl3pPr marL="1828800" indent="0">
              <a:buNone/>
              <a:defRPr sz="4800"/>
            </a:lvl3pPr>
            <a:lvl4pPr marL="2743200" indent="0">
              <a:buNone/>
              <a:defRPr sz="4000"/>
            </a:lvl4pPr>
            <a:lvl5pPr marL="3657600" indent="0">
              <a:buNone/>
              <a:defRPr sz="4000"/>
            </a:lvl5pPr>
            <a:lvl6pPr marL="4572000" indent="0">
              <a:buNone/>
              <a:defRPr sz="4000"/>
            </a:lvl6pPr>
            <a:lvl7pPr marL="5486400" indent="0">
              <a:buNone/>
              <a:defRPr sz="4000"/>
            </a:lvl7pPr>
            <a:lvl8pPr marL="6400800" indent="0">
              <a:buNone/>
              <a:defRPr sz="4000"/>
            </a:lvl8pPr>
            <a:lvl9pPr marL="7315200" indent="0">
              <a:buNone/>
              <a:defRPr sz="4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D85ED1CA-B09D-AAA4-1E37-2D1AFFDB77E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679577" y="4114800"/>
            <a:ext cx="7864474" cy="7623176"/>
          </a:xfrm>
        </p:spPr>
        <p:txBody>
          <a:bodyPr/>
          <a:lstStyle>
            <a:lvl1pPr marL="0" indent="0">
              <a:buNone/>
              <a:defRPr sz="3200"/>
            </a:lvl1pPr>
            <a:lvl2pPr marL="914400" indent="0">
              <a:buNone/>
              <a:defRPr sz="2800"/>
            </a:lvl2pPr>
            <a:lvl3pPr marL="1828800" indent="0">
              <a:buNone/>
              <a:defRPr sz="2400"/>
            </a:lvl3pPr>
            <a:lvl4pPr marL="2743200" indent="0">
              <a:buNone/>
              <a:defRPr sz="2000"/>
            </a:lvl4pPr>
            <a:lvl5pPr marL="3657600" indent="0">
              <a:buNone/>
              <a:defRPr sz="2000"/>
            </a:lvl5pPr>
            <a:lvl6pPr marL="4572000" indent="0">
              <a:buNone/>
              <a:defRPr sz="2000"/>
            </a:lvl6pPr>
            <a:lvl7pPr marL="5486400" indent="0">
              <a:buNone/>
              <a:defRPr sz="2000"/>
            </a:lvl7pPr>
            <a:lvl8pPr marL="6400800" indent="0">
              <a:buNone/>
              <a:defRPr sz="2000"/>
            </a:lvl8pPr>
            <a:lvl9pPr marL="7315200" indent="0">
              <a:buNone/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F41479C8-E8E8-1500-9C8E-4D031A692A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9A87B2-F011-469D-9F39-AC9292114540}" type="datetimeFigureOut">
              <a:rPr lang="zh-CN" altLang="en-US" smtClean="0"/>
              <a:t>2024/11/10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DA987ADA-01CA-F5D9-5BA9-8F055DA85E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D9917643-0C66-93D9-2D8D-34CC1334E7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BCBC8C-9D64-4418-A6C3-B0B19E7E665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99185648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F09847A-8DC2-DC87-8295-53DBBFC4A7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0CFC1C97-AB14-BF4A-37EC-ED67AC6CF05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8F0AD63-C841-B261-3195-DA1870967D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9A87B2-F011-469D-9F39-AC9292114540}" type="datetimeFigureOut">
              <a:rPr lang="zh-CN" altLang="en-US" smtClean="0"/>
              <a:t>2024/11/10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E076770B-9C5C-F19E-0FA7-A3952B203D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3221EF2-96A5-C438-2869-9497CA0973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BCBC8C-9D64-4418-A6C3-B0B19E7E665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30778612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FA6EBA0E-23B2-3211-DC92-61EEEF7562F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17449800" y="730250"/>
            <a:ext cx="5257800" cy="11623676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D810FF21-5EEC-1D19-3633-F301707E6A4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1676400" y="730250"/>
            <a:ext cx="15468600" cy="11623676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2EDD33D-0238-A057-8D60-FA1107222D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9A87B2-F011-469D-9F39-AC9292114540}" type="datetimeFigureOut">
              <a:rPr lang="zh-CN" altLang="en-US" smtClean="0"/>
              <a:t>2024/11/10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B8ACFA8-11EE-A916-91DF-D11BDC938E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136E945-0C2F-9311-3125-960229A010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BCBC8C-9D64-4418-A6C3-B0B19E7E665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037331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.xml"/><Relationship Id="rId3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9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11" Type="http://schemas.openxmlformats.org/officeDocument/2006/relationships/slideLayout" Target="../slideLayouts/slideLayout23.xml"/><Relationship Id="rId5" Type="http://schemas.openxmlformats.org/officeDocument/2006/relationships/slideLayout" Target="../slideLayouts/slideLayout17.xml"/><Relationship Id="rId10" Type="http://schemas.openxmlformats.org/officeDocument/2006/relationships/slideLayout" Target="../slideLayouts/slideLayout22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Text"/>
          <p:cNvSpPr txBox="1">
            <a:spLocks noGrp="1"/>
          </p:cNvSpPr>
          <p:nvPr>
            <p:ph type="title"/>
          </p:nvPr>
        </p:nvSpPr>
        <p:spPr>
          <a:xfrm>
            <a:off x="1689100" y="355600"/>
            <a:ext cx="21005800" cy="22860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 anchor="ctr">
            <a:normAutofit/>
          </a:bodyPr>
          <a:lstStyle/>
          <a:p>
            <a:r>
              <a:t>Title Text</a:t>
            </a:r>
          </a:p>
        </p:txBody>
      </p:sp>
      <p:sp>
        <p:nvSpPr>
          <p:cNvPr id="3" name="Body Level One…"/>
          <p:cNvSpPr txBox="1">
            <a:spLocks noGrp="1"/>
          </p:cNvSpPr>
          <p:nvPr>
            <p:ph type="body" idx="1"/>
          </p:nvPr>
        </p:nvSpPr>
        <p:spPr>
          <a:xfrm>
            <a:off x="1689100" y="3149600"/>
            <a:ext cx="21005800" cy="92964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 anchor="ctr">
            <a:normAutofit/>
          </a:bodyPr>
          <a:lstStyle/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1959031" y="13081000"/>
            <a:ext cx="453238" cy="461059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>
            <a:spAutoFit/>
          </a:bodyPr>
          <a:lstStyle>
            <a:lvl1pPr>
              <a:defRPr sz="2400" b="0"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ransition spd="med"/>
  <p:txStyles>
    <p:titleStyle>
      <a:lvl1pPr marL="0" marR="0" indent="0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12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 Medium"/>
        </a:defRPr>
      </a:lvl1pPr>
      <a:lvl2pPr marL="0" marR="0" indent="457200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12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 Medium"/>
        </a:defRPr>
      </a:lvl2pPr>
      <a:lvl3pPr marL="0" marR="0" indent="914400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12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 Medium"/>
        </a:defRPr>
      </a:lvl3pPr>
      <a:lvl4pPr marL="0" marR="0" indent="1371600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12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 Medium"/>
        </a:defRPr>
      </a:lvl4pPr>
      <a:lvl5pPr marL="0" marR="0" indent="1828800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12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 Medium"/>
        </a:defRPr>
      </a:lvl5pPr>
      <a:lvl6pPr marL="0" marR="0" indent="2286000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12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 Medium"/>
        </a:defRPr>
      </a:lvl6pPr>
      <a:lvl7pPr marL="0" marR="0" indent="2743200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12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 Medium"/>
        </a:defRPr>
      </a:lvl7pPr>
      <a:lvl8pPr marL="0" marR="0" indent="3200400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12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 Medium"/>
        </a:defRPr>
      </a:lvl8pPr>
      <a:lvl9pPr marL="0" marR="0" indent="3657600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12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 Medium"/>
        </a:defRPr>
      </a:lvl9pPr>
    </p:titleStyle>
    <p:bodyStyle>
      <a:lvl1pPr marL="635000" marR="0" indent="-635000" algn="l" defTabSz="825500" latinLnBrk="0">
        <a:lnSpc>
          <a:spcPct val="100000"/>
        </a:lnSpc>
        <a:spcBef>
          <a:spcPts val="5900"/>
        </a:spcBef>
        <a:spcAft>
          <a:spcPts val="0"/>
        </a:spcAft>
        <a:buClrTx/>
        <a:buSzPct val="125000"/>
        <a:buFontTx/>
        <a:buChar char="•"/>
        <a:tabLst/>
        <a:defRPr sz="5200" b="0" i="0" u="none" strike="noStrike" cap="none" spc="0" baseline="0"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1pPr>
      <a:lvl2pPr marL="1270000" marR="0" indent="-635000" algn="l" defTabSz="825500" latinLnBrk="0">
        <a:lnSpc>
          <a:spcPct val="100000"/>
        </a:lnSpc>
        <a:spcBef>
          <a:spcPts val="5900"/>
        </a:spcBef>
        <a:spcAft>
          <a:spcPts val="0"/>
        </a:spcAft>
        <a:buClrTx/>
        <a:buSzPct val="125000"/>
        <a:buFontTx/>
        <a:buChar char="•"/>
        <a:tabLst/>
        <a:defRPr sz="5200" b="0" i="0" u="none" strike="noStrike" cap="none" spc="0" baseline="0"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2pPr>
      <a:lvl3pPr marL="1905000" marR="0" indent="-635000" algn="l" defTabSz="825500" latinLnBrk="0">
        <a:lnSpc>
          <a:spcPct val="100000"/>
        </a:lnSpc>
        <a:spcBef>
          <a:spcPts val="5900"/>
        </a:spcBef>
        <a:spcAft>
          <a:spcPts val="0"/>
        </a:spcAft>
        <a:buClrTx/>
        <a:buSzPct val="125000"/>
        <a:buFontTx/>
        <a:buChar char="•"/>
        <a:tabLst/>
        <a:defRPr sz="5200" b="0" i="0" u="none" strike="noStrike" cap="none" spc="0" baseline="0"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3pPr>
      <a:lvl4pPr marL="2540000" marR="0" indent="-635000" algn="l" defTabSz="825500" latinLnBrk="0">
        <a:lnSpc>
          <a:spcPct val="100000"/>
        </a:lnSpc>
        <a:spcBef>
          <a:spcPts val="5900"/>
        </a:spcBef>
        <a:spcAft>
          <a:spcPts val="0"/>
        </a:spcAft>
        <a:buClrTx/>
        <a:buSzPct val="125000"/>
        <a:buFontTx/>
        <a:buChar char="•"/>
        <a:tabLst/>
        <a:defRPr sz="5200" b="0" i="0" u="none" strike="noStrike" cap="none" spc="0" baseline="0"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4pPr>
      <a:lvl5pPr marL="3175000" marR="0" indent="-635000" algn="l" defTabSz="825500" latinLnBrk="0">
        <a:lnSpc>
          <a:spcPct val="100000"/>
        </a:lnSpc>
        <a:spcBef>
          <a:spcPts val="5900"/>
        </a:spcBef>
        <a:spcAft>
          <a:spcPts val="0"/>
        </a:spcAft>
        <a:buClrTx/>
        <a:buSzPct val="125000"/>
        <a:buFontTx/>
        <a:buChar char="•"/>
        <a:tabLst/>
        <a:defRPr sz="5200" b="0" i="0" u="none" strike="noStrike" cap="none" spc="0" baseline="0"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5pPr>
      <a:lvl6pPr marL="3810000" marR="0" indent="-635000" algn="l" defTabSz="825500" latinLnBrk="0">
        <a:lnSpc>
          <a:spcPct val="100000"/>
        </a:lnSpc>
        <a:spcBef>
          <a:spcPts val="5900"/>
        </a:spcBef>
        <a:spcAft>
          <a:spcPts val="0"/>
        </a:spcAft>
        <a:buClrTx/>
        <a:buSzPct val="125000"/>
        <a:buFontTx/>
        <a:buChar char="•"/>
        <a:tabLst/>
        <a:defRPr sz="5200" b="0" i="0" u="none" strike="noStrike" cap="none" spc="0" baseline="0"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6pPr>
      <a:lvl7pPr marL="4445000" marR="0" indent="-635000" algn="l" defTabSz="825500" latinLnBrk="0">
        <a:lnSpc>
          <a:spcPct val="100000"/>
        </a:lnSpc>
        <a:spcBef>
          <a:spcPts val="5900"/>
        </a:spcBef>
        <a:spcAft>
          <a:spcPts val="0"/>
        </a:spcAft>
        <a:buClrTx/>
        <a:buSzPct val="125000"/>
        <a:buFontTx/>
        <a:buChar char="•"/>
        <a:tabLst/>
        <a:defRPr sz="5200" b="0" i="0" u="none" strike="noStrike" cap="none" spc="0" baseline="0"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7pPr>
      <a:lvl8pPr marL="5080000" marR="0" indent="-635000" algn="l" defTabSz="825500" latinLnBrk="0">
        <a:lnSpc>
          <a:spcPct val="100000"/>
        </a:lnSpc>
        <a:spcBef>
          <a:spcPts val="5900"/>
        </a:spcBef>
        <a:spcAft>
          <a:spcPts val="0"/>
        </a:spcAft>
        <a:buClrTx/>
        <a:buSzPct val="125000"/>
        <a:buFontTx/>
        <a:buChar char="•"/>
        <a:tabLst/>
        <a:defRPr sz="5200" b="0" i="0" u="none" strike="noStrike" cap="none" spc="0" baseline="0"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8pPr>
      <a:lvl9pPr marL="5715000" marR="0" indent="-635000" algn="l" defTabSz="825500" latinLnBrk="0">
        <a:lnSpc>
          <a:spcPct val="100000"/>
        </a:lnSpc>
        <a:spcBef>
          <a:spcPts val="5900"/>
        </a:spcBef>
        <a:spcAft>
          <a:spcPts val="0"/>
        </a:spcAft>
        <a:buClrTx/>
        <a:buSzPct val="125000"/>
        <a:buFontTx/>
        <a:buChar char="•"/>
        <a:tabLst/>
        <a:defRPr sz="5200" b="0" i="0" u="none" strike="noStrike" cap="none" spc="0" baseline="0"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9pPr>
    </p:bodyStyle>
    <p:otherStyle>
      <a:lvl1pPr marL="0" marR="0" indent="0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4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1pPr>
      <a:lvl2pPr marL="0" marR="0" indent="457200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4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2pPr>
      <a:lvl3pPr marL="0" marR="0" indent="914400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4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3pPr>
      <a:lvl4pPr marL="0" marR="0" indent="1371600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4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4pPr>
      <a:lvl5pPr marL="0" marR="0" indent="1828800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4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5pPr>
      <a:lvl6pPr marL="0" marR="0" indent="2286000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4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6pPr>
      <a:lvl7pPr marL="0" marR="0" indent="2743200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4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7pPr>
      <a:lvl8pPr marL="0" marR="0" indent="3200400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4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8pPr>
      <a:lvl9pPr marL="0" marR="0" indent="3657600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4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7A76E7A3-110B-F1F6-C301-8C3F4763F6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38160" y="683924"/>
            <a:ext cx="19999176" cy="13563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5B8003D6-A147-4511-D95F-EECAADD6651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038160" y="2540682"/>
            <a:ext cx="21669440" cy="981324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二级</a:t>
            </a:r>
          </a:p>
          <a:p>
            <a:pPr lvl="2"/>
            <a:r>
              <a:rPr lang="zh-CN" altLang="en-US" dirty="0"/>
              <a:t>三级</a:t>
            </a:r>
          </a:p>
          <a:p>
            <a:pPr lvl="3"/>
            <a:r>
              <a:rPr lang="zh-CN" altLang="en-US" dirty="0"/>
              <a:t>四级</a:t>
            </a:r>
          </a:p>
          <a:p>
            <a:pPr lvl="4"/>
            <a:r>
              <a:rPr lang="zh-CN" altLang="en-US" dirty="0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5B7D817F-131E-F59B-FD1C-7F6663C9E40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676400" y="12712701"/>
            <a:ext cx="5486400" cy="7302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24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F9A87B2-F011-469D-9F39-AC9292114540}" type="datetimeFigureOut">
              <a:rPr lang="zh-CN" altLang="en-US" smtClean="0"/>
              <a:t>2024/11/10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69D8D5A-BBA3-12E4-87AF-FBF351B3917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077200" y="12712701"/>
            <a:ext cx="8229600" cy="7302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24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E4A747FF-F0BF-9995-6F9E-AB3AD9477F0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7221200" y="12712701"/>
            <a:ext cx="5486400" cy="7302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4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0BCBC8C-9D64-4418-A6C3-B0B19E7E665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0744102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</p:sldLayoutIdLst>
  <p:txStyles>
    <p:titleStyle>
      <a:lvl1pPr algn="l" defTabSz="1828800" rtl="0" eaLnBrk="1" latinLnBrk="0" hangingPunct="1">
        <a:lnSpc>
          <a:spcPct val="90000"/>
        </a:lnSpc>
        <a:spcBef>
          <a:spcPct val="0"/>
        </a:spcBef>
        <a:buNone/>
        <a:defRPr sz="72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57200" indent="-457200" algn="l" defTabSz="1828800" rtl="0" eaLnBrk="1" latinLnBrk="0" hangingPunct="1">
        <a:lnSpc>
          <a:spcPct val="90000"/>
        </a:lnSpc>
        <a:spcBef>
          <a:spcPts val="2000"/>
        </a:spcBef>
        <a:buFont typeface="Arial" panose="020B0604020202020204" pitchFamily="34" charset="0"/>
        <a:buChar char="•"/>
        <a:defRPr sz="5600" kern="1200">
          <a:solidFill>
            <a:schemeClr val="tx1"/>
          </a:solidFill>
          <a:latin typeface="+mn-lt"/>
          <a:ea typeface="+mn-ea"/>
          <a:cs typeface="+mn-cs"/>
        </a:defRPr>
      </a:lvl1pPr>
      <a:lvl2pPr marL="13716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4800" kern="1200">
          <a:solidFill>
            <a:schemeClr val="tx1"/>
          </a:solidFill>
          <a:latin typeface="+mn-lt"/>
          <a:ea typeface="+mn-ea"/>
          <a:cs typeface="+mn-cs"/>
        </a:defRPr>
      </a:lvl2pPr>
      <a:lvl3pPr marL="22860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4000" kern="1200">
          <a:solidFill>
            <a:schemeClr val="tx1"/>
          </a:solidFill>
          <a:latin typeface="+mn-lt"/>
          <a:ea typeface="+mn-ea"/>
          <a:cs typeface="+mn-cs"/>
        </a:defRPr>
      </a:lvl3pPr>
      <a:lvl4pPr marL="32004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4pPr>
      <a:lvl5pPr marL="41148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5pPr>
      <a:lvl6pPr marL="50292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6pPr>
      <a:lvl7pPr marL="59436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7pPr>
      <a:lvl8pPr marL="68580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8pPr>
      <a:lvl9pPr marL="77724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1pPr>
      <a:lvl2pPr marL="9144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2pPr>
      <a:lvl3pPr marL="18288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3pPr>
      <a:lvl4pPr marL="27432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4pPr>
      <a:lvl5pPr marL="36576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5pPr>
      <a:lvl6pPr marL="45720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6pPr>
      <a:lvl7pPr marL="54864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7pPr>
      <a:lvl8pPr marL="64008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8pPr>
      <a:lvl9pPr marL="73152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customXml" Target="../ink/ink1.xml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3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tags" Target="../tags/tag5.xml"/><Relationship Id="rId1" Type="http://schemas.openxmlformats.org/officeDocument/2006/relationships/tags" Target="../tags/tag4.xml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6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7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8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14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14.xml"/><Relationship Id="rId5" Type="http://schemas.openxmlformats.org/officeDocument/2006/relationships/image" Target="../media/image31.png"/><Relationship Id="rId4" Type="http://schemas.openxmlformats.org/officeDocument/2006/relationships/image" Target="../media/image30.png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7" Type="http://schemas.openxmlformats.org/officeDocument/2006/relationships/image" Target="../media/image37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14.xml"/><Relationship Id="rId6" Type="http://schemas.openxmlformats.org/officeDocument/2006/relationships/image" Target="../media/image36.png"/><Relationship Id="rId5" Type="http://schemas.openxmlformats.org/officeDocument/2006/relationships/image" Target="../media/image35.png"/><Relationship Id="rId4" Type="http://schemas.openxmlformats.org/officeDocument/2006/relationships/image" Target="../media/image34.png"/></Relationships>
</file>

<file path=ppt/slides/_rels/slide32.xml.rels><?xml version="1.0" encoding="UTF-8" standalone="yes"?>
<Relationships xmlns="http://schemas.openxmlformats.org/package/2006/relationships"><Relationship Id="rId8" Type="http://schemas.openxmlformats.org/officeDocument/2006/relationships/image" Target="../media/image40.png"/><Relationship Id="rId3" Type="http://schemas.openxmlformats.org/officeDocument/2006/relationships/customXml" Target="../ink/ink2.xml"/><Relationship Id="rId7" Type="http://schemas.openxmlformats.org/officeDocument/2006/relationships/customXml" Target="../ink/ink4.xml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14.xml"/><Relationship Id="rId6" Type="http://schemas.openxmlformats.org/officeDocument/2006/relationships/image" Target="../media/image39.png"/><Relationship Id="rId5" Type="http://schemas.openxmlformats.org/officeDocument/2006/relationships/customXml" Target="../ink/ink3.xml"/><Relationship Id="rId4" Type="http://schemas.openxmlformats.org/officeDocument/2006/relationships/image" Target="../media/image380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14.xml"/><Relationship Id="rId6" Type="http://schemas.openxmlformats.org/officeDocument/2006/relationships/image" Target="../media/image45.png"/><Relationship Id="rId5" Type="http://schemas.openxmlformats.org/officeDocument/2006/relationships/image" Target="../media/image44.png"/><Relationship Id="rId4" Type="http://schemas.openxmlformats.org/officeDocument/2006/relationships/image" Target="../media/image43.png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1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1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1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1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1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1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png"/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1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5.png"/><Relationship Id="rId1" Type="http://schemas.openxmlformats.org/officeDocument/2006/relationships/slideLayout" Target="../slideLayouts/slideLayout1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6.png"/><Relationship Id="rId1" Type="http://schemas.openxmlformats.org/officeDocument/2006/relationships/slideLayout" Target="../slideLayouts/slideLayout1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7.png"/><Relationship Id="rId1" Type="http://schemas.openxmlformats.org/officeDocument/2006/relationships/slideLayout" Target="../slideLayouts/slideLayout1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8.png"/><Relationship Id="rId1" Type="http://schemas.openxmlformats.org/officeDocument/2006/relationships/slideLayout" Target="../slideLayouts/slideLayout1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9.png"/><Relationship Id="rId1" Type="http://schemas.openxmlformats.org/officeDocument/2006/relationships/slideLayout" Target="../slideLayouts/slideLayout1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0.png"/><Relationship Id="rId1" Type="http://schemas.openxmlformats.org/officeDocument/2006/relationships/slideLayout" Target="../slideLayouts/slideLayout1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Shape"/>
          <p:cNvSpPr/>
          <p:nvPr/>
        </p:nvSpPr>
        <p:spPr>
          <a:xfrm>
            <a:off x="12552091" y="-805657"/>
            <a:ext cx="2709717" cy="270939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9679" h="20595" extrusionOk="0">
                <a:moveTo>
                  <a:pt x="9839" y="0"/>
                </a:moveTo>
                <a:cubicBezTo>
                  <a:pt x="7321" y="0"/>
                  <a:pt x="4802" y="1006"/>
                  <a:pt x="2881" y="3017"/>
                </a:cubicBezTo>
                <a:cubicBezTo>
                  <a:pt x="-961" y="7038"/>
                  <a:pt x="-961" y="13557"/>
                  <a:pt x="2881" y="17578"/>
                </a:cubicBezTo>
                <a:cubicBezTo>
                  <a:pt x="6724" y="21600"/>
                  <a:pt x="12954" y="21600"/>
                  <a:pt x="16797" y="17578"/>
                </a:cubicBezTo>
                <a:cubicBezTo>
                  <a:pt x="20639" y="13557"/>
                  <a:pt x="20639" y="7038"/>
                  <a:pt x="16797" y="3017"/>
                </a:cubicBezTo>
                <a:cubicBezTo>
                  <a:pt x="14876" y="1006"/>
                  <a:pt x="12357" y="0"/>
                  <a:pt x="9839" y="0"/>
                </a:cubicBezTo>
                <a:close/>
                <a:moveTo>
                  <a:pt x="9839" y="2649"/>
                </a:moveTo>
                <a:cubicBezTo>
                  <a:pt x="11709" y="2649"/>
                  <a:pt x="13580" y="3397"/>
                  <a:pt x="15007" y="4890"/>
                </a:cubicBezTo>
                <a:cubicBezTo>
                  <a:pt x="17861" y="7877"/>
                  <a:pt x="17861" y="12718"/>
                  <a:pt x="15007" y="15705"/>
                </a:cubicBezTo>
                <a:cubicBezTo>
                  <a:pt x="12153" y="18692"/>
                  <a:pt x="7525" y="18692"/>
                  <a:pt x="4671" y="15705"/>
                </a:cubicBezTo>
                <a:cubicBezTo>
                  <a:pt x="1817" y="12718"/>
                  <a:pt x="1817" y="7877"/>
                  <a:pt x="4671" y="4890"/>
                </a:cubicBezTo>
                <a:cubicBezTo>
                  <a:pt x="6098" y="3397"/>
                  <a:pt x="7969" y="2649"/>
                  <a:pt x="9839" y="2649"/>
                </a:cubicBezTo>
                <a:close/>
              </a:path>
            </a:pathLst>
          </a:custGeom>
          <a:gradFill>
            <a:gsLst>
              <a:gs pos="0">
                <a:schemeClr val="accent2"/>
              </a:gs>
              <a:gs pos="100000">
                <a:schemeClr val="accent1"/>
              </a:gs>
            </a:gsLst>
            <a:lin ang="5400000"/>
          </a:gradFill>
          <a:ln w="12700">
            <a:miter lim="400000"/>
          </a:ln>
        </p:spPr>
        <p:txBody>
          <a:bodyPr lIns="0" tIns="0" rIns="0" bIns="0" anchor="ctr"/>
          <a:lstStyle/>
          <a:p>
            <a:pPr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/>
          </a:p>
        </p:txBody>
      </p:sp>
      <p:sp>
        <p:nvSpPr>
          <p:cNvPr id="120" name="Shape"/>
          <p:cNvSpPr/>
          <p:nvPr/>
        </p:nvSpPr>
        <p:spPr>
          <a:xfrm>
            <a:off x="14339439" y="2620192"/>
            <a:ext cx="6322300" cy="632257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800" y="0"/>
                </a:moveTo>
                <a:cubicBezTo>
                  <a:pt x="10787" y="0"/>
                  <a:pt x="10773" y="1"/>
                  <a:pt x="10759" y="1"/>
                </a:cubicBezTo>
                <a:lnTo>
                  <a:pt x="1" y="10760"/>
                </a:lnTo>
                <a:cubicBezTo>
                  <a:pt x="0" y="10900"/>
                  <a:pt x="3" y="11040"/>
                  <a:pt x="8" y="11181"/>
                </a:cubicBezTo>
                <a:lnTo>
                  <a:pt x="11180" y="9"/>
                </a:lnTo>
                <a:cubicBezTo>
                  <a:pt x="11054" y="4"/>
                  <a:pt x="10927" y="0"/>
                  <a:pt x="10800" y="0"/>
                </a:cubicBezTo>
                <a:close/>
                <a:moveTo>
                  <a:pt x="10211" y="17"/>
                </a:moveTo>
                <a:cubicBezTo>
                  <a:pt x="10057" y="25"/>
                  <a:pt x="9903" y="36"/>
                  <a:pt x="9748" y="51"/>
                </a:cubicBezTo>
                <a:lnTo>
                  <a:pt x="50" y="9749"/>
                </a:lnTo>
                <a:cubicBezTo>
                  <a:pt x="35" y="9903"/>
                  <a:pt x="25" y="10057"/>
                  <a:pt x="16" y="10212"/>
                </a:cubicBezTo>
                <a:lnTo>
                  <a:pt x="10211" y="17"/>
                </a:lnTo>
                <a:close/>
                <a:moveTo>
                  <a:pt x="11683" y="38"/>
                </a:moveTo>
                <a:lnTo>
                  <a:pt x="38" y="11684"/>
                </a:lnTo>
                <a:cubicBezTo>
                  <a:pt x="48" y="11814"/>
                  <a:pt x="62" y="11944"/>
                  <a:pt x="78" y="12075"/>
                </a:cubicBezTo>
                <a:lnTo>
                  <a:pt x="12074" y="78"/>
                </a:lnTo>
                <a:cubicBezTo>
                  <a:pt x="11944" y="63"/>
                  <a:pt x="11814" y="49"/>
                  <a:pt x="11683" y="38"/>
                </a:cubicBezTo>
                <a:close/>
                <a:moveTo>
                  <a:pt x="9136" y="131"/>
                </a:moveTo>
                <a:cubicBezTo>
                  <a:pt x="8960" y="158"/>
                  <a:pt x="8786" y="190"/>
                  <a:pt x="8611" y="226"/>
                </a:cubicBezTo>
                <a:lnTo>
                  <a:pt x="226" y="8611"/>
                </a:lnTo>
                <a:cubicBezTo>
                  <a:pt x="190" y="8786"/>
                  <a:pt x="157" y="8961"/>
                  <a:pt x="130" y="9137"/>
                </a:cubicBezTo>
                <a:lnTo>
                  <a:pt x="9136" y="131"/>
                </a:lnTo>
                <a:close/>
                <a:moveTo>
                  <a:pt x="12541" y="143"/>
                </a:moveTo>
                <a:lnTo>
                  <a:pt x="143" y="12541"/>
                </a:lnTo>
                <a:cubicBezTo>
                  <a:pt x="163" y="12663"/>
                  <a:pt x="183" y="12785"/>
                  <a:pt x="207" y="12906"/>
                </a:cubicBezTo>
                <a:lnTo>
                  <a:pt x="12906" y="208"/>
                </a:lnTo>
                <a:cubicBezTo>
                  <a:pt x="12785" y="184"/>
                  <a:pt x="12663" y="163"/>
                  <a:pt x="12541" y="143"/>
                </a:cubicBezTo>
                <a:close/>
                <a:moveTo>
                  <a:pt x="13343" y="303"/>
                </a:moveTo>
                <a:lnTo>
                  <a:pt x="303" y="13343"/>
                </a:lnTo>
                <a:cubicBezTo>
                  <a:pt x="330" y="13456"/>
                  <a:pt x="361" y="13569"/>
                  <a:pt x="392" y="13682"/>
                </a:cubicBezTo>
                <a:lnTo>
                  <a:pt x="13682" y="393"/>
                </a:lnTo>
                <a:cubicBezTo>
                  <a:pt x="13569" y="362"/>
                  <a:pt x="13456" y="331"/>
                  <a:pt x="13343" y="303"/>
                </a:cubicBezTo>
                <a:close/>
                <a:moveTo>
                  <a:pt x="7909" y="395"/>
                </a:moveTo>
                <a:cubicBezTo>
                  <a:pt x="7701" y="452"/>
                  <a:pt x="7495" y="515"/>
                  <a:pt x="7290" y="585"/>
                </a:cubicBezTo>
                <a:lnTo>
                  <a:pt x="584" y="7290"/>
                </a:lnTo>
                <a:cubicBezTo>
                  <a:pt x="514" y="7495"/>
                  <a:pt x="452" y="7702"/>
                  <a:pt x="394" y="7909"/>
                </a:cubicBezTo>
                <a:lnTo>
                  <a:pt x="7909" y="395"/>
                </a:lnTo>
                <a:close/>
                <a:moveTo>
                  <a:pt x="14094" y="515"/>
                </a:moveTo>
                <a:lnTo>
                  <a:pt x="514" y="14094"/>
                </a:lnTo>
                <a:cubicBezTo>
                  <a:pt x="549" y="14202"/>
                  <a:pt x="583" y="14310"/>
                  <a:pt x="620" y="14417"/>
                </a:cubicBezTo>
                <a:lnTo>
                  <a:pt x="14417" y="621"/>
                </a:lnTo>
                <a:cubicBezTo>
                  <a:pt x="14310" y="583"/>
                  <a:pt x="14202" y="549"/>
                  <a:pt x="14094" y="515"/>
                </a:cubicBezTo>
                <a:close/>
                <a:moveTo>
                  <a:pt x="14804" y="767"/>
                </a:moveTo>
                <a:lnTo>
                  <a:pt x="767" y="14804"/>
                </a:lnTo>
                <a:cubicBezTo>
                  <a:pt x="807" y="14905"/>
                  <a:pt x="851" y="15004"/>
                  <a:pt x="894" y="15104"/>
                </a:cubicBezTo>
                <a:lnTo>
                  <a:pt x="15104" y="895"/>
                </a:lnTo>
                <a:cubicBezTo>
                  <a:pt x="15004" y="852"/>
                  <a:pt x="14905" y="807"/>
                  <a:pt x="14804" y="767"/>
                </a:cubicBezTo>
                <a:close/>
                <a:moveTo>
                  <a:pt x="6411" y="932"/>
                </a:moveTo>
                <a:cubicBezTo>
                  <a:pt x="6118" y="1062"/>
                  <a:pt x="5831" y="1206"/>
                  <a:pt x="5549" y="1363"/>
                </a:cubicBezTo>
                <a:lnTo>
                  <a:pt x="1362" y="5549"/>
                </a:lnTo>
                <a:cubicBezTo>
                  <a:pt x="1205" y="5832"/>
                  <a:pt x="1061" y="6119"/>
                  <a:pt x="931" y="6411"/>
                </a:cubicBezTo>
                <a:lnTo>
                  <a:pt x="6411" y="932"/>
                </a:lnTo>
                <a:close/>
                <a:moveTo>
                  <a:pt x="15470" y="1061"/>
                </a:moveTo>
                <a:lnTo>
                  <a:pt x="1060" y="15471"/>
                </a:lnTo>
                <a:cubicBezTo>
                  <a:pt x="1106" y="15567"/>
                  <a:pt x="1153" y="15664"/>
                  <a:pt x="1202" y="15759"/>
                </a:cubicBezTo>
                <a:lnTo>
                  <a:pt x="15759" y="1203"/>
                </a:lnTo>
                <a:cubicBezTo>
                  <a:pt x="15663" y="1153"/>
                  <a:pt x="15567" y="1107"/>
                  <a:pt x="15470" y="1061"/>
                </a:cubicBezTo>
                <a:close/>
                <a:moveTo>
                  <a:pt x="16103" y="1391"/>
                </a:moveTo>
                <a:lnTo>
                  <a:pt x="1391" y="16103"/>
                </a:lnTo>
                <a:cubicBezTo>
                  <a:pt x="1442" y="16194"/>
                  <a:pt x="1494" y="16285"/>
                  <a:pt x="1549" y="16375"/>
                </a:cubicBezTo>
                <a:lnTo>
                  <a:pt x="16375" y="1549"/>
                </a:lnTo>
                <a:cubicBezTo>
                  <a:pt x="16285" y="1495"/>
                  <a:pt x="16194" y="1442"/>
                  <a:pt x="16103" y="1391"/>
                </a:cubicBezTo>
                <a:close/>
                <a:moveTo>
                  <a:pt x="16703" y="1754"/>
                </a:moveTo>
                <a:lnTo>
                  <a:pt x="1753" y="16703"/>
                </a:lnTo>
                <a:cubicBezTo>
                  <a:pt x="1809" y="16788"/>
                  <a:pt x="1869" y="16872"/>
                  <a:pt x="1928" y="16956"/>
                </a:cubicBezTo>
                <a:lnTo>
                  <a:pt x="16956" y="1928"/>
                </a:lnTo>
                <a:cubicBezTo>
                  <a:pt x="16872" y="1869"/>
                  <a:pt x="16788" y="1810"/>
                  <a:pt x="16703" y="1754"/>
                </a:cubicBezTo>
                <a:close/>
                <a:moveTo>
                  <a:pt x="17267" y="2151"/>
                </a:moveTo>
                <a:lnTo>
                  <a:pt x="2151" y="17267"/>
                </a:lnTo>
                <a:cubicBezTo>
                  <a:pt x="2212" y="17349"/>
                  <a:pt x="2274" y="17430"/>
                  <a:pt x="2338" y="17510"/>
                </a:cubicBezTo>
                <a:lnTo>
                  <a:pt x="17510" y="2338"/>
                </a:lnTo>
                <a:cubicBezTo>
                  <a:pt x="17430" y="2275"/>
                  <a:pt x="17349" y="2212"/>
                  <a:pt x="17267" y="2151"/>
                </a:cubicBezTo>
                <a:close/>
                <a:moveTo>
                  <a:pt x="3805" y="2574"/>
                </a:moveTo>
                <a:cubicBezTo>
                  <a:pt x="3586" y="2761"/>
                  <a:pt x="3370" y="2956"/>
                  <a:pt x="3163" y="3163"/>
                </a:cubicBezTo>
                <a:cubicBezTo>
                  <a:pt x="2955" y="3371"/>
                  <a:pt x="2761" y="3586"/>
                  <a:pt x="2574" y="3806"/>
                </a:cubicBezTo>
                <a:lnTo>
                  <a:pt x="3805" y="2574"/>
                </a:lnTo>
                <a:close/>
                <a:moveTo>
                  <a:pt x="17801" y="2579"/>
                </a:moveTo>
                <a:lnTo>
                  <a:pt x="2579" y="17801"/>
                </a:lnTo>
                <a:cubicBezTo>
                  <a:pt x="2645" y="17878"/>
                  <a:pt x="2709" y="17957"/>
                  <a:pt x="2777" y="18032"/>
                </a:cubicBezTo>
                <a:lnTo>
                  <a:pt x="18032" y="2777"/>
                </a:lnTo>
                <a:cubicBezTo>
                  <a:pt x="17957" y="2709"/>
                  <a:pt x="17878" y="2645"/>
                  <a:pt x="17801" y="2579"/>
                </a:cubicBezTo>
                <a:close/>
                <a:moveTo>
                  <a:pt x="18304" y="3036"/>
                </a:moveTo>
                <a:lnTo>
                  <a:pt x="3036" y="18304"/>
                </a:lnTo>
                <a:cubicBezTo>
                  <a:pt x="3079" y="18349"/>
                  <a:pt x="3119" y="18394"/>
                  <a:pt x="3163" y="18438"/>
                </a:cubicBezTo>
                <a:cubicBezTo>
                  <a:pt x="3191" y="18466"/>
                  <a:pt x="3222" y="18492"/>
                  <a:pt x="3250" y="18521"/>
                </a:cubicBezTo>
                <a:lnTo>
                  <a:pt x="18521" y="3251"/>
                </a:lnTo>
                <a:cubicBezTo>
                  <a:pt x="18492" y="3222"/>
                  <a:pt x="18466" y="3192"/>
                  <a:pt x="18438" y="3163"/>
                </a:cubicBezTo>
                <a:cubicBezTo>
                  <a:pt x="18394" y="3119"/>
                  <a:pt x="18348" y="3079"/>
                  <a:pt x="18304" y="3036"/>
                </a:cubicBezTo>
                <a:close/>
                <a:moveTo>
                  <a:pt x="18781" y="3523"/>
                </a:moveTo>
                <a:lnTo>
                  <a:pt x="3522" y="18781"/>
                </a:lnTo>
                <a:cubicBezTo>
                  <a:pt x="3598" y="18850"/>
                  <a:pt x="3676" y="18915"/>
                  <a:pt x="3753" y="18982"/>
                </a:cubicBezTo>
                <a:lnTo>
                  <a:pt x="18982" y="3753"/>
                </a:lnTo>
                <a:cubicBezTo>
                  <a:pt x="18915" y="3676"/>
                  <a:pt x="18850" y="3598"/>
                  <a:pt x="18781" y="3523"/>
                </a:cubicBezTo>
                <a:close/>
                <a:moveTo>
                  <a:pt x="19224" y="4041"/>
                </a:moveTo>
                <a:lnTo>
                  <a:pt x="4041" y="19224"/>
                </a:lnTo>
                <a:cubicBezTo>
                  <a:pt x="4121" y="19289"/>
                  <a:pt x="4202" y="19350"/>
                  <a:pt x="4283" y="19412"/>
                </a:cubicBezTo>
                <a:lnTo>
                  <a:pt x="19412" y="4283"/>
                </a:lnTo>
                <a:cubicBezTo>
                  <a:pt x="19350" y="4202"/>
                  <a:pt x="19289" y="4121"/>
                  <a:pt x="19224" y="4041"/>
                </a:cubicBezTo>
                <a:close/>
                <a:moveTo>
                  <a:pt x="19637" y="4591"/>
                </a:moveTo>
                <a:lnTo>
                  <a:pt x="4591" y="19637"/>
                </a:lnTo>
                <a:cubicBezTo>
                  <a:pt x="4675" y="19696"/>
                  <a:pt x="4758" y="19757"/>
                  <a:pt x="4843" y="19813"/>
                </a:cubicBezTo>
                <a:lnTo>
                  <a:pt x="19813" y="4844"/>
                </a:lnTo>
                <a:cubicBezTo>
                  <a:pt x="19757" y="4758"/>
                  <a:pt x="19696" y="4675"/>
                  <a:pt x="19637" y="4591"/>
                </a:cubicBezTo>
                <a:close/>
                <a:moveTo>
                  <a:pt x="20019" y="5172"/>
                </a:moveTo>
                <a:lnTo>
                  <a:pt x="5172" y="20019"/>
                </a:lnTo>
                <a:cubicBezTo>
                  <a:pt x="5261" y="20073"/>
                  <a:pt x="5351" y="20126"/>
                  <a:pt x="5441" y="20178"/>
                </a:cubicBezTo>
                <a:lnTo>
                  <a:pt x="20178" y="5441"/>
                </a:lnTo>
                <a:cubicBezTo>
                  <a:pt x="20126" y="5351"/>
                  <a:pt x="20073" y="5261"/>
                  <a:pt x="20019" y="5172"/>
                </a:cubicBezTo>
                <a:close/>
                <a:moveTo>
                  <a:pt x="20369" y="5782"/>
                </a:moveTo>
                <a:lnTo>
                  <a:pt x="5782" y="20369"/>
                </a:lnTo>
                <a:cubicBezTo>
                  <a:pt x="5877" y="20419"/>
                  <a:pt x="5974" y="20463"/>
                  <a:pt x="6071" y="20510"/>
                </a:cubicBezTo>
                <a:lnTo>
                  <a:pt x="20510" y="6071"/>
                </a:lnTo>
                <a:cubicBezTo>
                  <a:pt x="20463" y="5975"/>
                  <a:pt x="20419" y="5878"/>
                  <a:pt x="20369" y="5782"/>
                </a:cubicBezTo>
                <a:close/>
                <a:moveTo>
                  <a:pt x="20679" y="6434"/>
                </a:moveTo>
                <a:lnTo>
                  <a:pt x="6434" y="20679"/>
                </a:lnTo>
                <a:cubicBezTo>
                  <a:pt x="6534" y="20723"/>
                  <a:pt x="6633" y="20769"/>
                  <a:pt x="6734" y="20809"/>
                </a:cubicBezTo>
                <a:lnTo>
                  <a:pt x="20809" y="6735"/>
                </a:lnTo>
                <a:cubicBezTo>
                  <a:pt x="20769" y="6634"/>
                  <a:pt x="20723" y="6534"/>
                  <a:pt x="20679" y="6434"/>
                </a:cubicBezTo>
                <a:close/>
                <a:moveTo>
                  <a:pt x="20956" y="7121"/>
                </a:moveTo>
                <a:lnTo>
                  <a:pt x="7120" y="20956"/>
                </a:lnTo>
                <a:cubicBezTo>
                  <a:pt x="7226" y="20994"/>
                  <a:pt x="7333" y="21030"/>
                  <a:pt x="7439" y="21065"/>
                </a:cubicBezTo>
                <a:lnTo>
                  <a:pt x="21065" y="7439"/>
                </a:lnTo>
                <a:cubicBezTo>
                  <a:pt x="21030" y="7333"/>
                  <a:pt x="20994" y="7226"/>
                  <a:pt x="20956" y="7121"/>
                </a:cubicBezTo>
                <a:close/>
                <a:moveTo>
                  <a:pt x="21190" y="7848"/>
                </a:moveTo>
                <a:lnTo>
                  <a:pt x="7848" y="21190"/>
                </a:lnTo>
                <a:cubicBezTo>
                  <a:pt x="7960" y="21221"/>
                  <a:pt x="8073" y="21252"/>
                  <a:pt x="8186" y="21280"/>
                </a:cubicBezTo>
                <a:lnTo>
                  <a:pt x="21280" y="8186"/>
                </a:lnTo>
                <a:cubicBezTo>
                  <a:pt x="21252" y="8073"/>
                  <a:pt x="21221" y="7960"/>
                  <a:pt x="21190" y="7848"/>
                </a:cubicBezTo>
                <a:close/>
                <a:moveTo>
                  <a:pt x="21378" y="8623"/>
                </a:moveTo>
                <a:lnTo>
                  <a:pt x="8623" y="21378"/>
                </a:lnTo>
                <a:cubicBezTo>
                  <a:pt x="8743" y="21402"/>
                  <a:pt x="8863" y="21424"/>
                  <a:pt x="8984" y="21445"/>
                </a:cubicBezTo>
                <a:lnTo>
                  <a:pt x="21445" y="8984"/>
                </a:lnTo>
                <a:cubicBezTo>
                  <a:pt x="21424" y="8864"/>
                  <a:pt x="21402" y="8743"/>
                  <a:pt x="21378" y="8623"/>
                </a:cubicBezTo>
                <a:close/>
                <a:moveTo>
                  <a:pt x="21514" y="9448"/>
                </a:moveTo>
                <a:lnTo>
                  <a:pt x="9447" y="21514"/>
                </a:lnTo>
                <a:cubicBezTo>
                  <a:pt x="9576" y="21530"/>
                  <a:pt x="9704" y="21546"/>
                  <a:pt x="9833" y="21557"/>
                </a:cubicBezTo>
                <a:lnTo>
                  <a:pt x="21557" y="9834"/>
                </a:lnTo>
                <a:cubicBezTo>
                  <a:pt x="21546" y="9705"/>
                  <a:pt x="21530" y="9576"/>
                  <a:pt x="21514" y="9448"/>
                </a:cubicBezTo>
                <a:close/>
                <a:moveTo>
                  <a:pt x="21590" y="10333"/>
                </a:moveTo>
                <a:lnTo>
                  <a:pt x="10332" y="21590"/>
                </a:lnTo>
                <a:cubicBezTo>
                  <a:pt x="10473" y="21596"/>
                  <a:pt x="10613" y="21599"/>
                  <a:pt x="10753" y="21600"/>
                </a:cubicBezTo>
                <a:lnTo>
                  <a:pt x="21600" y="10754"/>
                </a:lnTo>
                <a:cubicBezTo>
                  <a:pt x="21599" y="10613"/>
                  <a:pt x="21596" y="10473"/>
                  <a:pt x="21590" y="10333"/>
                </a:cubicBezTo>
                <a:close/>
                <a:moveTo>
                  <a:pt x="21590" y="11296"/>
                </a:moveTo>
                <a:lnTo>
                  <a:pt x="11295" y="21590"/>
                </a:lnTo>
                <a:cubicBezTo>
                  <a:pt x="11449" y="21583"/>
                  <a:pt x="11603" y="21572"/>
                  <a:pt x="11757" y="21558"/>
                </a:cubicBezTo>
                <a:lnTo>
                  <a:pt x="21558" y="11757"/>
                </a:lnTo>
                <a:cubicBezTo>
                  <a:pt x="21572" y="11603"/>
                  <a:pt x="21583" y="11450"/>
                  <a:pt x="21590" y="11296"/>
                </a:cubicBezTo>
                <a:close/>
                <a:moveTo>
                  <a:pt x="21489" y="12358"/>
                </a:moveTo>
                <a:lnTo>
                  <a:pt x="12358" y="21489"/>
                </a:lnTo>
                <a:cubicBezTo>
                  <a:pt x="12531" y="21464"/>
                  <a:pt x="12703" y="21434"/>
                  <a:pt x="12876" y="21400"/>
                </a:cubicBezTo>
                <a:lnTo>
                  <a:pt x="21400" y="12876"/>
                </a:lnTo>
                <a:cubicBezTo>
                  <a:pt x="21434" y="12704"/>
                  <a:pt x="21464" y="12531"/>
                  <a:pt x="21489" y="12358"/>
                </a:cubicBezTo>
                <a:close/>
                <a:moveTo>
                  <a:pt x="21239" y="13569"/>
                </a:moveTo>
                <a:lnTo>
                  <a:pt x="13569" y="21239"/>
                </a:lnTo>
                <a:cubicBezTo>
                  <a:pt x="13774" y="21185"/>
                  <a:pt x="13978" y="21125"/>
                  <a:pt x="14181" y="21058"/>
                </a:cubicBezTo>
                <a:lnTo>
                  <a:pt x="21058" y="14181"/>
                </a:lnTo>
                <a:cubicBezTo>
                  <a:pt x="21125" y="13978"/>
                  <a:pt x="21185" y="13774"/>
                  <a:pt x="21239" y="13569"/>
                </a:cubicBezTo>
                <a:close/>
                <a:moveTo>
                  <a:pt x="20736" y="15035"/>
                </a:moveTo>
                <a:lnTo>
                  <a:pt x="15035" y="20736"/>
                </a:lnTo>
                <a:cubicBezTo>
                  <a:pt x="15310" y="20619"/>
                  <a:pt x="15581" y="20493"/>
                  <a:pt x="15848" y="20352"/>
                </a:cubicBezTo>
                <a:lnTo>
                  <a:pt x="20352" y="15848"/>
                </a:lnTo>
                <a:cubicBezTo>
                  <a:pt x="20493" y="15581"/>
                  <a:pt x="20619" y="15310"/>
                  <a:pt x="20736" y="15035"/>
                </a:cubicBezTo>
                <a:close/>
                <a:moveTo>
                  <a:pt x="19400" y="17332"/>
                </a:moveTo>
                <a:lnTo>
                  <a:pt x="17332" y="19400"/>
                </a:lnTo>
                <a:cubicBezTo>
                  <a:pt x="17716" y="19108"/>
                  <a:pt x="18087" y="18789"/>
                  <a:pt x="18438" y="18438"/>
                </a:cubicBezTo>
                <a:cubicBezTo>
                  <a:pt x="18788" y="18087"/>
                  <a:pt x="19107" y="17716"/>
                  <a:pt x="19400" y="17332"/>
                </a:cubicBezTo>
                <a:close/>
              </a:path>
            </a:pathLst>
          </a:custGeom>
          <a:solidFill>
            <a:schemeClr val="accent4"/>
          </a:solidFill>
          <a:ln w="12700">
            <a:miter lim="400000"/>
          </a:ln>
        </p:spPr>
        <p:txBody>
          <a:bodyPr lIns="0" tIns="0" rIns="0" bIns="0" anchor="ctr"/>
          <a:lstStyle/>
          <a:p>
            <a:pPr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/>
          </a:p>
        </p:txBody>
      </p:sp>
      <p:sp>
        <p:nvSpPr>
          <p:cNvPr id="121" name="Shape"/>
          <p:cNvSpPr/>
          <p:nvPr/>
        </p:nvSpPr>
        <p:spPr>
          <a:xfrm>
            <a:off x="5513585" y="9836851"/>
            <a:ext cx="2709536" cy="270965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800" y="0"/>
                </a:moveTo>
                <a:cubicBezTo>
                  <a:pt x="10787" y="0"/>
                  <a:pt x="10773" y="1"/>
                  <a:pt x="10759" y="1"/>
                </a:cubicBezTo>
                <a:lnTo>
                  <a:pt x="1" y="10760"/>
                </a:lnTo>
                <a:cubicBezTo>
                  <a:pt x="0" y="10900"/>
                  <a:pt x="3" y="11040"/>
                  <a:pt x="8" y="11181"/>
                </a:cubicBezTo>
                <a:lnTo>
                  <a:pt x="11180" y="9"/>
                </a:lnTo>
                <a:cubicBezTo>
                  <a:pt x="11054" y="4"/>
                  <a:pt x="10927" y="0"/>
                  <a:pt x="10800" y="0"/>
                </a:cubicBezTo>
                <a:close/>
                <a:moveTo>
                  <a:pt x="10211" y="17"/>
                </a:moveTo>
                <a:cubicBezTo>
                  <a:pt x="10057" y="25"/>
                  <a:pt x="9903" y="36"/>
                  <a:pt x="9748" y="51"/>
                </a:cubicBezTo>
                <a:lnTo>
                  <a:pt x="50" y="9749"/>
                </a:lnTo>
                <a:cubicBezTo>
                  <a:pt x="35" y="9903"/>
                  <a:pt x="25" y="10057"/>
                  <a:pt x="16" y="10212"/>
                </a:cubicBezTo>
                <a:lnTo>
                  <a:pt x="10211" y="17"/>
                </a:lnTo>
                <a:close/>
                <a:moveTo>
                  <a:pt x="11683" y="38"/>
                </a:moveTo>
                <a:lnTo>
                  <a:pt x="38" y="11684"/>
                </a:lnTo>
                <a:cubicBezTo>
                  <a:pt x="48" y="11814"/>
                  <a:pt x="62" y="11944"/>
                  <a:pt x="78" y="12075"/>
                </a:cubicBezTo>
                <a:lnTo>
                  <a:pt x="12074" y="78"/>
                </a:lnTo>
                <a:cubicBezTo>
                  <a:pt x="11944" y="63"/>
                  <a:pt x="11814" y="49"/>
                  <a:pt x="11683" y="38"/>
                </a:cubicBezTo>
                <a:close/>
                <a:moveTo>
                  <a:pt x="9136" y="131"/>
                </a:moveTo>
                <a:cubicBezTo>
                  <a:pt x="8960" y="158"/>
                  <a:pt x="8786" y="190"/>
                  <a:pt x="8611" y="226"/>
                </a:cubicBezTo>
                <a:lnTo>
                  <a:pt x="226" y="8611"/>
                </a:lnTo>
                <a:cubicBezTo>
                  <a:pt x="190" y="8786"/>
                  <a:pt x="157" y="8961"/>
                  <a:pt x="130" y="9137"/>
                </a:cubicBezTo>
                <a:lnTo>
                  <a:pt x="9136" y="131"/>
                </a:lnTo>
                <a:close/>
                <a:moveTo>
                  <a:pt x="12541" y="143"/>
                </a:moveTo>
                <a:lnTo>
                  <a:pt x="143" y="12541"/>
                </a:lnTo>
                <a:cubicBezTo>
                  <a:pt x="163" y="12663"/>
                  <a:pt x="183" y="12785"/>
                  <a:pt x="207" y="12906"/>
                </a:cubicBezTo>
                <a:lnTo>
                  <a:pt x="12906" y="208"/>
                </a:lnTo>
                <a:cubicBezTo>
                  <a:pt x="12785" y="184"/>
                  <a:pt x="12663" y="163"/>
                  <a:pt x="12541" y="143"/>
                </a:cubicBezTo>
                <a:close/>
                <a:moveTo>
                  <a:pt x="13343" y="303"/>
                </a:moveTo>
                <a:lnTo>
                  <a:pt x="303" y="13343"/>
                </a:lnTo>
                <a:cubicBezTo>
                  <a:pt x="330" y="13456"/>
                  <a:pt x="361" y="13569"/>
                  <a:pt x="392" y="13682"/>
                </a:cubicBezTo>
                <a:lnTo>
                  <a:pt x="13682" y="393"/>
                </a:lnTo>
                <a:cubicBezTo>
                  <a:pt x="13569" y="362"/>
                  <a:pt x="13456" y="331"/>
                  <a:pt x="13343" y="303"/>
                </a:cubicBezTo>
                <a:close/>
                <a:moveTo>
                  <a:pt x="7909" y="395"/>
                </a:moveTo>
                <a:cubicBezTo>
                  <a:pt x="7701" y="452"/>
                  <a:pt x="7495" y="515"/>
                  <a:pt x="7290" y="585"/>
                </a:cubicBezTo>
                <a:lnTo>
                  <a:pt x="584" y="7290"/>
                </a:lnTo>
                <a:cubicBezTo>
                  <a:pt x="514" y="7495"/>
                  <a:pt x="452" y="7702"/>
                  <a:pt x="394" y="7909"/>
                </a:cubicBezTo>
                <a:lnTo>
                  <a:pt x="7909" y="395"/>
                </a:lnTo>
                <a:close/>
                <a:moveTo>
                  <a:pt x="14094" y="515"/>
                </a:moveTo>
                <a:lnTo>
                  <a:pt x="514" y="14094"/>
                </a:lnTo>
                <a:cubicBezTo>
                  <a:pt x="549" y="14202"/>
                  <a:pt x="583" y="14310"/>
                  <a:pt x="620" y="14417"/>
                </a:cubicBezTo>
                <a:lnTo>
                  <a:pt x="14417" y="621"/>
                </a:lnTo>
                <a:cubicBezTo>
                  <a:pt x="14310" y="583"/>
                  <a:pt x="14202" y="549"/>
                  <a:pt x="14094" y="515"/>
                </a:cubicBezTo>
                <a:close/>
                <a:moveTo>
                  <a:pt x="14804" y="767"/>
                </a:moveTo>
                <a:lnTo>
                  <a:pt x="767" y="14804"/>
                </a:lnTo>
                <a:cubicBezTo>
                  <a:pt x="807" y="14905"/>
                  <a:pt x="851" y="15004"/>
                  <a:pt x="894" y="15104"/>
                </a:cubicBezTo>
                <a:lnTo>
                  <a:pt x="15104" y="895"/>
                </a:lnTo>
                <a:cubicBezTo>
                  <a:pt x="15004" y="852"/>
                  <a:pt x="14905" y="807"/>
                  <a:pt x="14804" y="767"/>
                </a:cubicBezTo>
                <a:close/>
                <a:moveTo>
                  <a:pt x="6411" y="932"/>
                </a:moveTo>
                <a:cubicBezTo>
                  <a:pt x="6118" y="1062"/>
                  <a:pt x="5831" y="1206"/>
                  <a:pt x="5549" y="1363"/>
                </a:cubicBezTo>
                <a:lnTo>
                  <a:pt x="1362" y="5549"/>
                </a:lnTo>
                <a:cubicBezTo>
                  <a:pt x="1205" y="5832"/>
                  <a:pt x="1061" y="6119"/>
                  <a:pt x="931" y="6411"/>
                </a:cubicBezTo>
                <a:lnTo>
                  <a:pt x="6411" y="932"/>
                </a:lnTo>
                <a:close/>
                <a:moveTo>
                  <a:pt x="15470" y="1061"/>
                </a:moveTo>
                <a:lnTo>
                  <a:pt x="1060" y="15471"/>
                </a:lnTo>
                <a:cubicBezTo>
                  <a:pt x="1106" y="15567"/>
                  <a:pt x="1153" y="15664"/>
                  <a:pt x="1202" y="15759"/>
                </a:cubicBezTo>
                <a:lnTo>
                  <a:pt x="15759" y="1203"/>
                </a:lnTo>
                <a:cubicBezTo>
                  <a:pt x="15663" y="1153"/>
                  <a:pt x="15567" y="1107"/>
                  <a:pt x="15470" y="1061"/>
                </a:cubicBezTo>
                <a:close/>
                <a:moveTo>
                  <a:pt x="16103" y="1391"/>
                </a:moveTo>
                <a:lnTo>
                  <a:pt x="1391" y="16103"/>
                </a:lnTo>
                <a:cubicBezTo>
                  <a:pt x="1442" y="16194"/>
                  <a:pt x="1494" y="16285"/>
                  <a:pt x="1548" y="16375"/>
                </a:cubicBezTo>
                <a:lnTo>
                  <a:pt x="16375" y="1549"/>
                </a:lnTo>
                <a:cubicBezTo>
                  <a:pt x="16285" y="1495"/>
                  <a:pt x="16194" y="1442"/>
                  <a:pt x="16103" y="1391"/>
                </a:cubicBezTo>
                <a:close/>
                <a:moveTo>
                  <a:pt x="16703" y="1754"/>
                </a:moveTo>
                <a:lnTo>
                  <a:pt x="1753" y="16703"/>
                </a:lnTo>
                <a:cubicBezTo>
                  <a:pt x="1809" y="16788"/>
                  <a:pt x="1869" y="16872"/>
                  <a:pt x="1928" y="16956"/>
                </a:cubicBezTo>
                <a:lnTo>
                  <a:pt x="16956" y="1928"/>
                </a:lnTo>
                <a:cubicBezTo>
                  <a:pt x="16872" y="1869"/>
                  <a:pt x="16788" y="1810"/>
                  <a:pt x="16703" y="1754"/>
                </a:cubicBezTo>
                <a:close/>
                <a:moveTo>
                  <a:pt x="17267" y="2151"/>
                </a:moveTo>
                <a:lnTo>
                  <a:pt x="2151" y="17267"/>
                </a:lnTo>
                <a:cubicBezTo>
                  <a:pt x="2212" y="17349"/>
                  <a:pt x="2274" y="17430"/>
                  <a:pt x="2338" y="17510"/>
                </a:cubicBezTo>
                <a:lnTo>
                  <a:pt x="17510" y="2338"/>
                </a:lnTo>
                <a:cubicBezTo>
                  <a:pt x="17430" y="2275"/>
                  <a:pt x="17349" y="2212"/>
                  <a:pt x="17267" y="2151"/>
                </a:cubicBezTo>
                <a:close/>
                <a:moveTo>
                  <a:pt x="3805" y="2574"/>
                </a:moveTo>
                <a:cubicBezTo>
                  <a:pt x="3586" y="2761"/>
                  <a:pt x="3370" y="2956"/>
                  <a:pt x="3163" y="3163"/>
                </a:cubicBezTo>
                <a:cubicBezTo>
                  <a:pt x="2955" y="3371"/>
                  <a:pt x="2761" y="3586"/>
                  <a:pt x="2574" y="3806"/>
                </a:cubicBezTo>
                <a:lnTo>
                  <a:pt x="3805" y="2574"/>
                </a:lnTo>
                <a:close/>
                <a:moveTo>
                  <a:pt x="17801" y="2579"/>
                </a:moveTo>
                <a:lnTo>
                  <a:pt x="2579" y="17801"/>
                </a:lnTo>
                <a:cubicBezTo>
                  <a:pt x="2645" y="17878"/>
                  <a:pt x="2709" y="17957"/>
                  <a:pt x="2777" y="18032"/>
                </a:cubicBezTo>
                <a:lnTo>
                  <a:pt x="18032" y="2777"/>
                </a:lnTo>
                <a:cubicBezTo>
                  <a:pt x="17957" y="2709"/>
                  <a:pt x="17878" y="2645"/>
                  <a:pt x="17801" y="2579"/>
                </a:cubicBezTo>
                <a:close/>
                <a:moveTo>
                  <a:pt x="18304" y="3036"/>
                </a:moveTo>
                <a:lnTo>
                  <a:pt x="3036" y="18304"/>
                </a:lnTo>
                <a:cubicBezTo>
                  <a:pt x="3079" y="18349"/>
                  <a:pt x="3119" y="18394"/>
                  <a:pt x="3163" y="18438"/>
                </a:cubicBezTo>
                <a:cubicBezTo>
                  <a:pt x="3191" y="18466"/>
                  <a:pt x="3222" y="18492"/>
                  <a:pt x="3250" y="18521"/>
                </a:cubicBezTo>
                <a:lnTo>
                  <a:pt x="18521" y="3251"/>
                </a:lnTo>
                <a:cubicBezTo>
                  <a:pt x="18492" y="3222"/>
                  <a:pt x="18466" y="3192"/>
                  <a:pt x="18438" y="3163"/>
                </a:cubicBezTo>
                <a:cubicBezTo>
                  <a:pt x="18394" y="3119"/>
                  <a:pt x="18348" y="3079"/>
                  <a:pt x="18304" y="3036"/>
                </a:cubicBezTo>
                <a:close/>
                <a:moveTo>
                  <a:pt x="18781" y="3523"/>
                </a:moveTo>
                <a:lnTo>
                  <a:pt x="3522" y="18781"/>
                </a:lnTo>
                <a:cubicBezTo>
                  <a:pt x="3598" y="18850"/>
                  <a:pt x="3676" y="18915"/>
                  <a:pt x="3753" y="18982"/>
                </a:cubicBezTo>
                <a:lnTo>
                  <a:pt x="18982" y="3753"/>
                </a:lnTo>
                <a:cubicBezTo>
                  <a:pt x="18915" y="3676"/>
                  <a:pt x="18850" y="3598"/>
                  <a:pt x="18781" y="3523"/>
                </a:cubicBezTo>
                <a:close/>
                <a:moveTo>
                  <a:pt x="19224" y="4041"/>
                </a:moveTo>
                <a:lnTo>
                  <a:pt x="4041" y="19224"/>
                </a:lnTo>
                <a:cubicBezTo>
                  <a:pt x="4121" y="19289"/>
                  <a:pt x="4202" y="19350"/>
                  <a:pt x="4283" y="19412"/>
                </a:cubicBezTo>
                <a:lnTo>
                  <a:pt x="19412" y="4283"/>
                </a:lnTo>
                <a:cubicBezTo>
                  <a:pt x="19350" y="4202"/>
                  <a:pt x="19289" y="4121"/>
                  <a:pt x="19224" y="4041"/>
                </a:cubicBezTo>
                <a:close/>
                <a:moveTo>
                  <a:pt x="19637" y="4591"/>
                </a:moveTo>
                <a:lnTo>
                  <a:pt x="4591" y="19637"/>
                </a:lnTo>
                <a:cubicBezTo>
                  <a:pt x="4675" y="19696"/>
                  <a:pt x="4758" y="19757"/>
                  <a:pt x="4843" y="19813"/>
                </a:cubicBezTo>
                <a:lnTo>
                  <a:pt x="19813" y="4844"/>
                </a:lnTo>
                <a:cubicBezTo>
                  <a:pt x="19757" y="4758"/>
                  <a:pt x="19696" y="4675"/>
                  <a:pt x="19637" y="4591"/>
                </a:cubicBezTo>
                <a:close/>
                <a:moveTo>
                  <a:pt x="20019" y="5172"/>
                </a:moveTo>
                <a:lnTo>
                  <a:pt x="5172" y="20019"/>
                </a:lnTo>
                <a:cubicBezTo>
                  <a:pt x="5261" y="20073"/>
                  <a:pt x="5351" y="20126"/>
                  <a:pt x="5441" y="20178"/>
                </a:cubicBezTo>
                <a:lnTo>
                  <a:pt x="20178" y="5441"/>
                </a:lnTo>
                <a:cubicBezTo>
                  <a:pt x="20126" y="5351"/>
                  <a:pt x="20073" y="5261"/>
                  <a:pt x="20019" y="5172"/>
                </a:cubicBezTo>
                <a:close/>
                <a:moveTo>
                  <a:pt x="20369" y="5782"/>
                </a:moveTo>
                <a:lnTo>
                  <a:pt x="5782" y="20369"/>
                </a:lnTo>
                <a:cubicBezTo>
                  <a:pt x="5877" y="20419"/>
                  <a:pt x="5974" y="20463"/>
                  <a:pt x="6071" y="20510"/>
                </a:cubicBezTo>
                <a:lnTo>
                  <a:pt x="20510" y="6071"/>
                </a:lnTo>
                <a:cubicBezTo>
                  <a:pt x="20463" y="5975"/>
                  <a:pt x="20419" y="5878"/>
                  <a:pt x="20369" y="5782"/>
                </a:cubicBezTo>
                <a:close/>
                <a:moveTo>
                  <a:pt x="20679" y="6434"/>
                </a:moveTo>
                <a:lnTo>
                  <a:pt x="6434" y="20679"/>
                </a:lnTo>
                <a:cubicBezTo>
                  <a:pt x="6534" y="20723"/>
                  <a:pt x="6633" y="20769"/>
                  <a:pt x="6734" y="20809"/>
                </a:cubicBezTo>
                <a:lnTo>
                  <a:pt x="20809" y="6735"/>
                </a:lnTo>
                <a:cubicBezTo>
                  <a:pt x="20769" y="6634"/>
                  <a:pt x="20723" y="6534"/>
                  <a:pt x="20679" y="6434"/>
                </a:cubicBezTo>
                <a:close/>
                <a:moveTo>
                  <a:pt x="20956" y="7121"/>
                </a:moveTo>
                <a:lnTo>
                  <a:pt x="7120" y="20956"/>
                </a:lnTo>
                <a:cubicBezTo>
                  <a:pt x="7226" y="20994"/>
                  <a:pt x="7333" y="21030"/>
                  <a:pt x="7439" y="21065"/>
                </a:cubicBezTo>
                <a:lnTo>
                  <a:pt x="21065" y="7439"/>
                </a:lnTo>
                <a:cubicBezTo>
                  <a:pt x="21030" y="7333"/>
                  <a:pt x="20994" y="7226"/>
                  <a:pt x="20956" y="7121"/>
                </a:cubicBezTo>
                <a:close/>
                <a:moveTo>
                  <a:pt x="21190" y="7848"/>
                </a:moveTo>
                <a:lnTo>
                  <a:pt x="7848" y="21190"/>
                </a:lnTo>
                <a:cubicBezTo>
                  <a:pt x="7960" y="21221"/>
                  <a:pt x="8073" y="21252"/>
                  <a:pt x="8186" y="21280"/>
                </a:cubicBezTo>
                <a:lnTo>
                  <a:pt x="21280" y="8186"/>
                </a:lnTo>
                <a:cubicBezTo>
                  <a:pt x="21252" y="8073"/>
                  <a:pt x="21221" y="7960"/>
                  <a:pt x="21190" y="7848"/>
                </a:cubicBezTo>
                <a:close/>
                <a:moveTo>
                  <a:pt x="21378" y="8623"/>
                </a:moveTo>
                <a:lnTo>
                  <a:pt x="8623" y="21378"/>
                </a:lnTo>
                <a:cubicBezTo>
                  <a:pt x="8743" y="21402"/>
                  <a:pt x="8863" y="21424"/>
                  <a:pt x="8984" y="21445"/>
                </a:cubicBezTo>
                <a:lnTo>
                  <a:pt x="21445" y="8984"/>
                </a:lnTo>
                <a:cubicBezTo>
                  <a:pt x="21424" y="8864"/>
                  <a:pt x="21402" y="8743"/>
                  <a:pt x="21378" y="8623"/>
                </a:cubicBezTo>
                <a:close/>
                <a:moveTo>
                  <a:pt x="21514" y="9448"/>
                </a:moveTo>
                <a:lnTo>
                  <a:pt x="9447" y="21514"/>
                </a:lnTo>
                <a:cubicBezTo>
                  <a:pt x="9576" y="21530"/>
                  <a:pt x="9704" y="21546"/>
                  <a:pt x="9833" y="21557"/>
                </a:cubicBezTo>
                <a:lnTo>
                  <a:pt x="21557" y="9834"/>
                </a:lnTo>
                <a:cubicBezTo>
                  <a:pt x="21546" y="9705"/>
                  <a:pt x="21530" y="9576"/>
                  <a:pt x="21514" y="9448"/>
                </a:cubicBezTo>
                <a:close/>
                <a:moveTo>
                  <a:pt x="21590" y="10333"/>
                </a:moveTo>
                <a:lnTo>
                  <a:pt x="10332" y="21590"/>
                </a:lnTo>
                <a:cubicBezTo>
                  <a:pt x="10473" y="21596"/>
                  <a:pt x="10613" y="21599"/>
                  <a:pt x="10753" y="21600"/>
                </a:cubicBezTo>
                <a:lnTo>
                  <a:pt x="21600" y="10754"/>
                </a:lnTo>
                <a:cubicBezTo>
                  <a:pt x="21599" y="10613"/>
                  <a:pt x="21596" y="10473"/>
                  <a:pt x="21590" y="10333"/>
                </a:cubicBezTo>
                <a:close/>
                <a:moveTo>
                  <a:pt x="21590" y="11296"/>
                </a:moveTo>
                <a:lnTo>
                  <a:pt x="11295" y="21590"/>
                </a:lnTo>
                <a:cubicBezTo>
                  <a:pt x="11449" y="21583"/>
                  <a:pt x="11603" y="21572"/>
                  <a:pt x="11757" y="21558"/>
                </a:cubicBezTo>
                <a:lnTo>
                  <a:pt x="21558" y="11757"/>
                </a:lnTo>
                <a:cubicBezTo>
                  <a:pt x="21572" y="11603"/>
                  <a:pt x="21583" y="11450"/>
                  <a:pt x="21590" y="11296"/>
                </a:cubicBezTo>
                <a:close/>
                <a:moveTo>
                  <a:pt x="21489" y="12358"/>
                </a:moveTo>
                <a:lnTo>
                  <a:pt x="12358" y="21489"/>
                </a:lnTo>
                <a:cubicBezTo>
                  <a:pt x="12531" y="21464"/>
                  <a:pt x="12703" y="21434"/>
                  <a:pt x="12876" y="21400"/>
                </a:cubicBezTo>
                <a:lnTo>
                  <a:pt x="21400" y="12876"/>
                </a:lnTo>
                <a:cubicBezTo>
                  <a:pt x="21434" y="12704"/>
                  <a:pt x="21464" y="12531"/>
                  <a:pt x="21489" y="12358"/>
                </a:cubicBezTo>
                <a:close/>
                <a:moveTo>
                  <a:pt x="21239" y="13569"/>
                </a:moveTo>
                <a:lnTo>
                  <a:pt x="13569" y="21239"/>
                </a:lnTo>
                <a:cubicBezTo>
                  <a:pt x="13774" y="21185"/>
                  <a:pt x="13978" y="21125"/>
                  <a:pt x="14181" y="21058"/>
                </a:cubicBezTo>
                <a:lnTo>
                  <a:pt x="21058" y="14181"/>
                </a:lnTo>
                <a:cubicBezTo>
                  <a:pt x="21125" y="13978"/>
                  <a:pt x="21185" y="13774"/>
                  <a:pt x="21239" y="13569"/>
                </a:cubicBezTo>
                <a:close/>
                <a:moveTo>
                  <a:pt x="20736" y="15035"/>
                </a:moveTo>
                <a:lnTo>
                  <a:pt x="15035" y="20736"/>
                </a:lnTo>
                <a:cubicBezTo>
                  <a:pt x="15310" y="20619"/>
                  <a:pt x="15581" y="20493"/>
                  <a:pt x="15848" y="20352"/>
                </a:cubicBezTo>
                <a:lnTo>
                  <a:pt x="20352" y="15848"/>
                </a:lnTo>
                <a:cubicBezTo>
                  <a:pt x="20493" y="15581"/>
                  <a:pt x="20619" y="15310"/>
                  <a:pt x="20736" y="15035"/>
                </a:cubicBezTo>
                <a:close/>
                <a:moveTo>
                  <a:pt x="19400" y="17332"/>
                </a:moveTo>
                <a:lnTo>
                  <a:pt x="17332" y="19400"/>
                </a:lnTo>
                <a:cubicBezTo>
                  <a:pt x="17716" y="19108"/>
                  <a:pt x="18087" y="18789"/>
                  <a:pt x="18438" y="18438"/>
                </a:cubicBezTo>
                <a:cubicBezTo>
                  <a:pt x="18788" y="18087"/>
                  <a:pt x="19107" y="17716"/>
                  <a:pt x="19400" y="17332"/>
                </a:cubicBezTo>
                <a:close/>
              </a:path>
            </a:pathLst>
          </a:custGeom>
          <a:solidFill>
            <a:schemeClr val="accent4"/>
          </a:solidFill>
          <a:ln w="12700">
            <a:miter lim="400000"/>
          </a:ln>
        </p:spPr>
        <p:txBody>
          <a:bodyPr lIns="0" tIns="0" rIns="0" bIns="0" anchor="ctr"/>
          <a:lstStyle/>
          <a:p>
            <a:pPr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/>
          </a:p>
        </p:txBody>
      </p:sp>
      <p:sp>
        <p:nvSpPr>
          <p:cNvPr id="122" name="Shape"/>
          <p:cNvSpPr/>
          <p:nvPr/>
        </p:nvSpPr>
        <p:spPr>
          <a:xfrm>
            <a:off x="1688166" y="791392"/>
            <a:ext cx="7163901" cy="716420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800" y="0"/>
                </a:moveTo>
                <a:cubicBezTo>
                  <a:pt x="10787" y="0"/>
                  <a:pt x="10773" y="1"/>
                  <a:pt x="10759" y="1"/>
                </a:cubicBezTo>
                <a:lnTo>
                  <a:pt x="1" y="10760"/>
                </a:lnTo>
                <a:cubicBezTo>
                  <a:pt x="0" y="10900"/>
                  <a:pt x="3" y="11040"/>
                  <a:pt x="8" y="11181"/>
                </a:cubicBezTo>
                <a:lnTo>
                  <a:pt x="11180" y="9"/>
                </a:lnTo>
                <a:cubicBezTo>
                  <a:pt x="11054" y="4"/>
                  <a:pt x="10927" y="0"/>
                  <a:pt x="10800" y="0"/>
                </a:cubicBezTo>
                <a:close/>
                <a:moveTo>
                  <a:pt x="10211" y="17"/>
                </a:moveTo>
                <a:cubicBezTo>
                  <a:pt x="10057" y="25"/>
                  <a:pt x="9903" y="36"/>
                  <a:pt x="9748" y="51"/>
                </a:cubicBezTo>
                <a:lnTo>
                  <a:pt x="50" y="9749"/>
                </a:lnTo>
                <a:cubicBezTo>
                  <a:pt x="35" y="9903"/>
                  <a:pt x="25" y="10057"/>
                  <a:pt x="16" y="10212"/>
                </a:cubicBezTo>
                <a:lnTo>
                  <a:pt x="10211" y="17"/>
                </a:lnTo>
                <a:close/>
                <a:moveTo>
                  <a:pt x="11683" y="38"/>
                </a:moveTo>
                <a:lnTo>
                  <a:pt x="38" y="11684"/>
                </a:lnTo>
                <a:cubicBezTo>
                  <a:pt x="48" y="11814"/>
                  <a:pt x="62" y="11944"/>
                  <a:pt x="78" y="12075"/>
                </a:cubicBezTo>
                <a:lnTo>
                  <a:pt x="12074" y="78"/>
                </a:lnTo>
                <a:cubicBezTo>
                  <a:pt x="11944" y="63"/>
                  <a:pt x="11814" y="49"/>
                  <a:pt x="11683" y="38"/>
                </a:cubicBezTo>
                <a:close/>
                <a:moveTo>
                  <a:pt x="9136" y="131"/>
                </a:moveTo>
                <a:cubicBezTo>
                  <a:pt x="8960" y="158"/>
                  <a:pt x="8786" y="190"/>
                  <a:pt x="8611" y="226"/>
                </a:cubicBezTo>
                <a:lnTo>
                  <a:pt x="226" y="8611"/>
                </a:lnTo>
                <a:cubicBezTo>
                  <a:pt x="190" y="8786"/>
                  <a:pt x="157" y="8961"/>
                  <a:pt x="130" y="9137"/>
                </a:cubicBezTo>
                <a:lnTo>
                  <a:pt x="9136" y="131"/>
                </a:lnTo>
                <a:close/>
                <a:moveTo>
                  <a:pt x="12541" y="143"/>
                </a:moveTo>
                <a:lnTo>
                  <a:pt x="143" y="12541"/>
                </a:lnTo>
                <a:cubicBezTo>
                  <a:pt x="163" y="12663"/>
                  <a:pt x="183" y="12785"/>
                  <a:pt x="207" y="12906"/>
                </a:cubicBezTo>
                <a:lnTo>
                  <a:pt x="12906" y="208"/>
                </a:lnTo>
                <a:cubicBezTo>
                  <a:pt x="12785" y="184"/>
                  <a:pt x="12663" y="163"/>
                  <a:pt x="12541" y="143"/>
                </a:cubicBezTo>
                <a:close/>
                <a:moveTo>
                  <a:pt x="13343" y="303"/>
                </a:moveTo>
                <a:lnTo>
                  <a:pt x="303" y="13343"/>
                </a:lnTo>
                <a:cubicBezTo>
                  <a:pt x="330" y="13456"/>
                  <a:pt x="361" y="13569"/>
                  <a:pt x="392" y="13682"/>
                </a:cubicBezTo>
                <a:lnTo>
                  <a:pt x="13682" y="393"/>
                </a:lnTo>
                <a:cubicBezTo>
                  <a:pt x="13569" y="362"/>
                  <a:pt x="13456" y="331"/>
                  <a:pt x="13343" y="303"/>
                </a:cubicBezTo>
                <a:close/>
                <a:moveTo>
                  <a:pt x="7909" y="395"/>
                </a:moveTo>
                <a:cubicBezTo>
                  <a:pt x="7701" y="452"/>
                  <a:pt x="7495" y="515"/>
                  <a:pt x="7290" y="585"/>
                </a:cubicBezTo>
                <a:lnTo>
                  <a:pt x="584" y="7290"/>
                </a:lnTo>
                <a:cubicBezTo>
                  <a:pt x="514" y="7495"/>
                  <a:pt x="452" y="7702"/>
                  <a:pt x="394" y="7909"/>
                </a:cubicBezTo>
                <a:lnTo>
                  <a:pt x="7909" y="395"/>
                </a:lnTo>
                <a:close/>
                <a:moveTo>
                  <a:pt x="14094" y="515"/>
                </a:moveTo>
                <a:lnTo>
                  <a:pt x="514" y="14094"/>
                </a:lnTo>
                <a:cubicBezTo>
                  <a:pt x="549" y="14202"/>
                  <a:pt x="583" y="14310"/>
                  <a:pt x="620" y="14417"/>
                </a:cubicBezTo>
                <a:lnTo>
                  <a:pt x="14417" y="621"/>
                </a:lnTo>
                <a:cubicBezTo>
                  <a:pt x="14310" y="583"/>
                  <a:pt x="14202" y="549"/>
                  <a:pt x="14094" y="515"/>
                </a:cubicBezTo>
                <a:close/>
                <a:moveTo>
                  <a:pt x="14804" y="767"/>
                </a:moveTo>
                <a:lnTo>
                  <a:pt x="767" y="14804"/>
                </a:lnTo>
                <a:cubicBezTo>
                  <a:pt x="807" y="14905"/>
                  <a:pt x="851" y="15004"/>
                  <a:pt x="894" y="15104"/>
                </a:cubicBezTo>
                <a:lnTo>
                  <a:pt x="15104" y="895"/>
                </a:lnTo>
                <a:cubicBezTo>
                  <a:pt x="15004" y="852"/>
                  <a:pt x="14905" y="807"/>
                  <a:pt x="14804" y="767"/>
                </a:cubicBezTo>
                <a:close/>
                <a:moveTo>
                  <a:pt x="6411" y="932"/>
                </a:moveTo>
                <a:cubicBezTo>
                  <a:pt x="6118" y="1062"/>
                  <a:pt x="5831" y="1206"/>
                  <a:pt x="5549" y="1363"/>
                </a:cubicBezTo>
                <a:lnTo>
                  <a:pt x="1362" y="5549"/>
                </a:lnTo>
                <a:cubicBezTo>
                  <a:pt x="1205" y="5832"/>
                  <a:pt x="1061" y="6119"/>
                  <a:pt x="931" y="6411"/>
                </a:cubicBezTo>
                <a:lnTo>
                  <a:pt x="6411" y="932"/>
                </a:lnTo>
                <a:close/>
                <a:moveTo>
                  <a:pt x="15470" y="1061"/>
                </a:moveTo>
                <a:lnTo>
                  <a:pt x="1060" y="15471"/>
                </a:lnTo>
                <a:cubicBezTo>
                  <a:pt x="1106" y="15567"/>
                  <a:pt x="1153" y="15664"/>
                  <a:pt x="1202" y="15759"/>
                </a:cubicBezTo>
                <a:lnTo>
                  <a:pt x="15759" y="1203"/>
                </a:lnTo>
                <a:cubicBezTo>
                  <a:pt x="15663" y="1153"/>
                  <a:pt x="15567" y="1107"/>
                  <a:pt x="15470" y="1061"/>
                </a:cubicBezTo>
                <a:close/>
                <a:moveTo>
                  <a:pt x="16103" y="1391"/>
                </a:moveTo>
                <a:lnTo>
                  <a:pt x="1391" y="16103"/>
                </a:lnTo>
                <a:cubicBezTo>
                  <a:pt x="1442" y="16194"/>
                  <a:pt x="1494" y="16285"/>
                  <a:pt x="1548" y="16375"/>
                </a:cubicBezTo>
                <a:lnTo>
                  <a:pt x="16375" y="1549"/>
                </a:lnTo>
                <a:cubicBezTo>
                  <a:pt x="16285" y="1495"/>
                  <a:pt x="16194" y="1442"/>
                  <a:pt x="16103" y="1391"/>
                </a:cubicBezTo>
                <a:close/>
                <a:moveTo>
                  <a:pt x="16703" y="1754"/>
                </a:moveTo>
                <a:lnTo>
                  <a:pt x="1753" y="16703"/>
                </a:lnTo>
                <a:cubicBezTo>
                  <a:pt x="1809" y="16788"/>
                  <a:pt x="1869" y="16872"/>
                  <a:pt x="1928" y="16956"/>
                </a:cubicBezTo>
                <a:lnTo>
                  <a:pt x="16956" y="1928"/>
                </a:lnTo>
                <a:cubicBezTo>
                  <a:pt x="16872" y="1869"/>
                  <a:pt x="16788" y="1810"/>
                  <a:pt x="16703" y="1754"/>
                </a:cubicBezTo>
                <a:close/>
                <a:moveTo>
                  <a:pt x="17267" y="2151"/>
                </a:moveTo>
                <a:lnTo>
                  <a:pt x="2151" y="17267"/>
                </a:lnTo>
                <a:cubicBezTo>
                  <a:pt x="2212" y="17349"/>
                  <a:pt x="2274" y="17430"/>
                  <a:pt x="2338" y="17510"/>
                </a:cubicBezTo>
                <a:lnTo>
                  <a:pt x="17510" y="2338"/>
                </a:lnTo>
                <a:cubicBezTo>
                  <a:pt x="17430" y="2275"/>
                  <a:pt x="17349" y="2212"/>
                  <a:pt x="17267" y="2151"/>
                </a:cubicBezTo>
                <a:close/>
                <a:moveTo>
                  <a:pt x="3805" y="2574"/>
                </a:moveTo>
                <a:cubicBezTo>
                  <a:pt x="3586" y="2761"/>
                  <a:pt x="3370" y="2956"/>
                  <a:pt x="3163" y="3163"/>
                </a:cubicBezTo>
                <a:cubicBezTo>
                  <a:pt x="2955" y="3371"/>
                  <a:pt x="2761" y="3586"/>
                  <a:pt x="2574" y="3806"/>
                </a:cubicBezTo>
                <a:lnTo>
                  <a:pt x="3805" y="2574"/>
                </a:lnTo>
                <a:close/>
                <a:moveTo>
                  <a:pt x="17801" y="2579"/>
                </a:moveTo>
                <a:lnTo>
                  <a:pt x="2579" y="17801"/>
                </a:lnTo>
                <a:cubicBezTo>
                  <a:pt x="2645" y="17878"/>
                  <a:pt x="2709" y="17957"/>
                  <a:pt x="2777" y="18032"/>
                </a:cubicBezTo>
                <a:lnTo>
                  <a:pt x="18032" y="2777"/>
                </a:lnTo>
                <a:cubicBezTo>
                  <a:pt x="17957" y="2709"/>
                  <a:pt x="17878" y="2645"/>
                  <a:pt x="17801" y="2579"/>
                </a:cubicBezTo>
                <a:close/>
                <a:moveTo>
                  <a:pt x="18304" y="3036"/>
                </a:moveTo>
                <a:lnTo>
                  <a:pt x="3036" y="18304"/>
                </a:lnTo>
                <a:cubicBezTo>
                  <a:pt x="3079" y="18349"/>
                  <a:pt x="3119" y="18394"/>
                  <a:pt x="3163" y="18438"/>
                </a:cubicBezTo>
                <a:cubicBezTo>
                  <a:pt x="3191" y="18466"/>
                  <a:pt x="3222" y="18492"/>
                  <a:pt x="3250" y="18521"/>
                </a:cubicBezTo>
                <a:lnTo>
                  <a:pt x="18521" y="3251"/>
                </a:lnTo>
                <a:cubicBezTo>
                  <a:pt x="18492" y="3222"/>
                  <a:pt x="18466" y="3192"/>
                  <a:pt x="18438" y="3163"/>
                </a:cubicBezTo>
                <a:cubicBezTo>
                  <a:pt x="18394" y="3119"/>
                  <a:pt x="18348" y="3079"/>
                  <a:pt x="18304" y="3036"/>
                </a:cubicBezTo>
                <a:close/>
                <a:moveTo>
                  <a:pt x="18781" y="3523"/>
                </a:moveTo>
                <a:lnTo>
                  <a:pt x="3522" y="18781"/>
                </a:lnTo>
                <a:cubicBezTo>
                  <a:pt x="3598" y="18850"/>
                  <a:pt x="3676" y="18915"/>
                  <a:pt x="3753" y="18982"/>
                </a:cubicBezTo>
                <a:lnTo>
                  <a:pt x="18982" y="3753"/>
                </a:lnTo>
                <a:cubicBezTo>
                  <a:pt x="18915" y="3676"/>
                  <a:pt x="18850" y="3598"/>
                  <a:pt x="18781" y="3523"/>
                </a:cubicBezTo>
                <a:close/>
                <a:moveTo>
                  <a:pt x="19224" y="4041"/>
                </a:moveTo>
                <a:lnTo>
                  <a:pt x="4041" y="19224"/>
                </a:lnTo>
                <a:cubicBezTo>
                  <a:pt x="4121" y="19289"/>
                  <a:pt x="4202" y="19350"/>
                  <a:pt x="4283" y="19412"/>
                </a:cubicBezTo>
                <a:lnTo>
                  <a:pt x="19412" y="4283"/>
                </a:lnTo>
                <a:cubicBezTo>
                  <a:pt x="19350" y="4202"/>
                  <a:pt x="19289" y="4121"/>
                  <a:pt x="19224" y="4041"/>
                </a:cubicBezTo>
                <a:close/>
                <a:moveTo>
                  <a:pt x="19637" y="4591"/>
                </a:moveTo>
                <a:lnTo>
                  <a:pt x="4591" y="19637"/>
                </a:lnTo>
                <a:cubicBezTo>
                  <a:pt x="4675" y="19696"/>
                  <a:pt x="4758" y="19757"/>
                  <a:pt x="4843" y="19813"/>
                </a:cubicBezTo>
                <a:lnTo>
                  <a:pt x="19813" y="4844"/>
                </a:lnTo>
                <a:cubicBezTo>
                  <a:pt x="19757" y="4758"/>
                  <a:pt x="19696" y="4675"/>
                  <a:pt x="19637" y="4591"/>
                </a:cubicBezTo>
                <a:close/>
                <a:moveTo>
                  <a:pt x="20019" y="5172"/>
                </a:moveTo>
                <a:lnTo>
                  <a:pt x="5172" y="20019"/>
                </a:lnTo>
                <a:cubicBezTo>
                  <a:pt x="5261" y="20073"/>
                  <a:pt x="5351" y="20126"/>
                  <a:pt x="5441" y="20178"/>
                </a:cubicBezTo>
                <a:lnTo>
                  <a:pt x="20178" y="5441"/>
                </a:lnTo>
                <a:cubicBezTo>
                  <a:pt x="20126" y="5351"/>
                  <a:pt x="20073" y="5261"/>
                  <a:pt x="20019" y="5172"/>
                </a:cubicBezTo>
                <a:close/>
                <a:moveTo>
                  <a:pt x="20369" y="5782"/>
                </a:moveTo>
                <a:lnTo>
                  <a:pt x="5782" y="20369"/>
                </a:lnTo>
                <a:cubicBezTo>
                  <a:pt x="5877" y="20419"/>
                  <a:pt x="5974" y="20463"/>
                  <a:pt x="6071" y="20510"/>
                </a:cubicBezTo>
                <a:lnTo>
                  <a:pt x="20510" y="6071"/>
                </a:lnTo>
                <a:cubicBezTo>
                  <a:pt x="20463" y="5975"/>
                  <a:pt x="20419" y="5878"/>
                  <a:pt x="20369" y="5782"/>
                </a:cubicBezTo>
                <a:close/>
                <a:moveTo>
                  <a:pt x="20679" y="6434"/>
                </a:moveTo>
                <a:lnTo>
                  <a:pt x="6434" y="20679"/>
                </a:lnTo>
                <a:cubicBezTo>
                  <a:pt x="6534" y="20723"/>
                  <a:pt x="6633" y="20769"/>
                  <a:pt x="6734" y="20809"/>
                </a:cubicBezTo>
                <a:lnTo>
                  <a:pt x="20809" y="6735"/>
                </a:lnTo>
                <a:cubicBezTo>
                  <a:pt x="20769" y="6634"/>
                  <a:pt x="20723" y="6534"/>
                  <a:pt x="20679" y="6434"/>
                </a:cubicBezTo>
                <a:close/>
                <a:moveTo>
                  <a:pt x="20956" y="7121"/>
                </a:moveTo>
                <a:lnTo>
                  <a:pt x="7120" y="20956"/>
                </a:lnTo>
                <a:cubicBezTo>
                  <a:pt x="7226" y="20994"/>
                  <a:pt x="7333" y="21030"/>
                  <a:pt x="7439" y="21065"/>
                </a:cubicBezTo>
                <a:lnTo>
                  <a:pt x="21065" y="7439"/>
                </a:lnTo>
                <a:cubicBezTo>
                  <a:pt x="21030" y="7333"/>
                  <a:pt x="20994" y="7226"/>
                  <a:pt x="20956" y="7121"/>
                </a:cubicBezTo>
                <a:close/>
                <a:moveTo>
                  <a:pt x="21190" y="7848"/>
                </a:moveTo>
                <a:lnTo>
                  <a:pt x="7848" y="21190"/>
                </a:lnTo>
                <a:cubicBezTo>
                  <a:pt x="7960" y="21221"/>
                  <a:pt x="8073" y="21252"/>
                  <a:pt x="8186" y="21280"/>
                </a:cubicBezTo>
                <a:lnTo>
                  <a:pt x="21280" y="8186"/>
                </a:lnTo>
                <a:cubicBezTo>
                  <a:pt x="21252" y="8073"/>
                  <a:pt x="21221" y="7960"/>
                  <a:pt x="21190" y="7848"/>
                </a:cubicBezTo>
                <a:close/>
                <a:moveTo>
                  <a:pt x="21378" y="8623"/>
                </a:moveTo>
                <a:lnTo>
                  <a:pt x="8623" y="21378"/>
                </a:lnTo>
                <a:cubicBezTo>
                  <a:pt x="8743" y="21402"/>
                  <a:pt x="8863" y="21424"/>
                  <a:pt x="8984" y="21445"/>
                </a:cubicBezTo>
                <a:lnTo>
                  <a:pt x="21445" y="8984"/>
                </a:lnTo>
                <a:cubicBezTo>
                  <a:pt x="21424" y="8864"/>
                  <a:pt x="21402" y="8743"/>
                  <a:pt x="21378" y="8623"/>
                </a:cubicBezTo>
                <a:close/>
                <a:moveTo>
                  <a:pt x="21514" y="9448"/>
                </a:moveTo>
                <a:lnTo>
                  <a:pt x="9447" y="21514"/>
                </a:lnTo>
                <a:cubicBezTo>
                  <a:pt x="9576" y="21530"/>
                  <a:pt x="9704" y="21546"/>
                  <a:pt x="9833" y="21557"/>
                </a:cubicBezTo>
                <a:lnTo>
                  <a:pt x="21557" y="9834"/>
                </a:lnTo>
                <a:cubicBezTo>
                  <a:pt x="21546" y="9705"/>
                  <a:pt x="21530" y="9576"/>
                  <a:pt x="21514" y="9448"/>
                </a:cubicBezTo>
                <a:close/>
                <a:moveTo>
                  <a:pt x="21590" y="10333"/>
                </a:moveTo>
                <a:lnTo>
                  <a:pt x="10332" y="21590"/>
                </a:lnTo>
                <a:cubicBezTo>
                  <a:pt x="10473" y="21596"/>
                  <a:pt x="10613" y="21599"/>
                  <a:pt x="10753" y="21600"/>
                </a:cubicBezTo>
                <a:lnTo>
                  <a:pt x="21600" y="10754"/>
                </a:lnTo>
                <a:cubicBezTo>
                  <a:pt x="21599" y="10613"/>
                  <a:pt x="21596" y="10473"/>
                  <a:pt x="21590" y="10333"/>
                </a:cubicBezTo>
                <a:close/>
                <a:moveTo>
                  <a:pt x="21590" y="11296"/>
                </a:moveTo>
                <a:lnTo>
                  <a:pt x="11295" y="21590"/>
                </a:lnTo>
                <a:cubicBezTo>
                  <a:pt x="11449" y="21583"/>
                  <a:pt x="11603" y="21572"/>
                  <a:pt x="11757" y="21558"/>
                </a:cubicBezTo>
                <a:lnTo>
                  <a:pt x="21558" y="11757"/>
                </a:lnTo>
                <a:cubicBezTo>
                  <a:pt x="21572" y="11603"/>
                  <a:pt x="21583" y="11450"/>
                  <a:pt x="21590" y="11296"/>
                </a:cubicBezTo>
                <a:close/>
                <a:moveTo>
                  <a:pt x="21489" y="12358"/>
                </a:moveTo>
                <a:lnTo>
                  <a:pt x="12358" y="21489"/>
                </a:lnTo>
                <a:cubicBezTo>
                  <a:pt x="12531" y="21464"/>
                  <a:pt x="12703" y="21434"/>
                  <a:pt x="12876" y="21400"/>
                </a:cubicBezTo>
                <a:lnTo>
                  <a:pt x="21400" y="12876"/>
                </a:lnTo>
                <a:cubicBezTo>
                  <a:pt x="21434" y="12704"/>
                  <a:pt x="21464" y="12531"/>
                  <a:pt x="21489" y="12358"/>
                </a:cubicBezTo>
                <a:close/>
                <a:moveTo>
                  <a:pt x="21239" y="13569"/>
                </a:moveTo>
                <a:lnTo>
                  <a:pt x="13569" y="21239"/>
                </a:lnTo>
                <a:cubicBezTo>
                  <a:pt x="13774" y="21185"/>
                  <a:pt x="13978" y="21125"/>
                  <a:pt x="14181" y="21058"/>
                </a:cubicBezTo>
                <a:lnTo>
                  <a:pt x="21058" y="14181"/>
                </a:lnTo>
                <a:cubicBezTo>
                  <a:pt x="21125" y="13978"/>
                  <a:pt x="21185" y="13774"/>
                  <a:pt x="21239" y="13569"/>
                </a:cubicBezTo>
                <a:close/>
                <a:moveTo>
                  <a:pt x="20736" y="15035"/>
                </a:moveTo>
                <a:lnTo>
                  <a:pt x="15035" y="20736"/>
                </a:lnTo>
                <a:cubicBezTo>
                  <a:pt x="15310" y="20619"/>
                  <a:pt x="15581" y="20493"/>
                  <a:pt x="15848" y="20352"/>
                </a:cubicBezTo>
                <a:lnTo>
                  <a:pt x="20352" y="15848"/>
                </a:lnTo>
                <a:cubicBezTo>
                  <a:pt x="20493" y="15581"/>
                  <a:pt x="20619" y="15310"/>
                  <a:pt x="20736" y="15035"/>
                </a:cubicBezTo>
                <a:close/>
                <a:moveTo>
                  <a:pt x="19400" y="17332"/>
                </a:moveTo>
                <a:lnTo>
                  <a:pt x="17332" y="19400"/>
                </a:lnTo>
                <a:cubicBezTo>
                  <a:pt x="17716" y="19108"/>
                  <a:pt x="18087" y="18789"/>
                  <a:pt x="18438" y="18438"/>
                </a:cubicBezTo>
                <a:cubicBezTo>
                  <a:pt x="18788" y="18087"/>
                  <a:pt x="19107" y="17716"/>
                  <a:pt x="19400" y="17332"/>
                </a:cubicBezTo>
                <a:close/>
              </a:path>
            </a:pathLst>
          </a:custGeom>
          <a:solidFill>
            <a:schemeClr val="accent4"/>
          </a:solidFill>
          <a:ln w="12700">
            <a:miter lim="400000"/>
          </a:ln>
        </p:spPr>
        <p:txBody>
          <a:bodyPr lIns="0" tIns="0" rIns="0" bIns="0" anchor="ctr"/>
          <a:lstStyle/>
          <a:p>
            <a:pPr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/>
          </a:p>
        </p:txBody>
      </p:sp>
      <p:sp>
        <p:nvSpPr>
          <p:cNvPr id="123" name="Shape"/>
          <p:cNvSpPr/>
          <p:nvPr/>
        </p:nvSpPr>
        <p:spPr>
          <a:xfrm>
            <a:off x="11727838" y="12253507"/>
            <a:ext cx="4276957" cy="427713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800" y="0"/>
                </a:moveTo>
                <a:cubicBezTo>
                  <a:pt x="10787" y="0"/>
                  <a:pt x="10773" y="1"/>
                  <a:pt x="10759" y="1"/>
                </a:cubicBezTo>
                <a:lnTo>
                  <a:pt x="1" y="10760"/>
                </a:lnTo>
                <a:cubicBezTo>
                  <a:pt x="0" y="10900"/>
                  <a:pt x="3" y="11040"/>
                  <a:pt x="8" y="11181"/>
                </a:cubicBezTo>
                <a:lnTo>
                  <a:pt x="11180" y="9"/>
                </a:lnTo>
                <a:cubicBezTo>
                  <a:pt x="11054" y="4"/>
                  <a:pt x="10927" y="0"/>
                  <a:pt x="10800" y="0"/>
                </a:cubicBezTo>
                <a:close/>
                <a:moveTo>
                  <a:pt x="10211" y="17"/>
                </a:moveTo>
                <a:cubicBezTo>
                  <a:pt x="10057" y="25"/>
                  <a:pt x="9903" y="36"/>
                  <a:pt x="9748" y="51"/>
                </a:cubicBezTo>
                <a:lnTo>
                  <a:pt x="50" y="9749"/>
                </a:lnTo>
                <a:cubicBezTo>
                  <a:pt x="35" y="9903"/>
                  <a:pt x="25" y="10057"/>
                  <a:pt x="16" y="10212"/>
                </a:cubicBezTo>
                <a:lnTo>
                  <a:pt x="10211" y="17"/>
                </a:lnTo>
                <a:close/>
                <a:moveTo>
                  <a:pt x="11683" y="38"/>
                </a:moveTo>
                <a:lnTo>
                  <a:pt x="38" y="11684"/>
                </a:lnTo>
                <a:cubicBezTo>
                  <a:pt x="48" y="11814"/>
                  <a:pt x="62" y="11944"/>
                  <a:pt x="78" y="12075"/>
                </a:cubicBezTo>
                <a:lnTo>
                  <a:pt x="12074" y="78"/>
                </a:lnTo>
                <a:cubicBezTo>
                  <a:pt x="11944" y="63"/>
                  <a:pt x="11814" y="49"/>
                  <a:pt x="11683" y="38"/>
                </a:cubicBezTo>
                <a:close/>
                <a:moveTo>
                  <a:pt x="9136" y="131"/>
                </a:moveTo>
                <a:cubicBezTo>
                  <a:pt x="8960" y="158"/>
                  <a:pt x="8786" y="190"/>
                  <a:pt x="8611" y="226"/>
                </a:cubicBezTo>
                <a:lnTo>
                  <a:pt x="226" y="8611"/>
                </a:lnTo>
                <a:cubicBezTo>
                  <a:pt x="190" y="8786"/>
                  <a:pt x="157" y="8961"/>
                  <a:pt x="130" y="9137"/>
                </a:cubicBezTo>
                <a:lnTo>
                  <a:pt x="9136" y="131"/>
                </a:lnTo>
                <a:close/>
                <a:moveTo>
                  <a:pt x="12541" y="143"/>
                </a:moveTo>
                <a:lnTo>
                  <a:pt x="143" y="12541"/>
                </a:lnTo>
                <a:cubicBezTo>
                  <a:pt x="163" y="12663"/>
                  <a:pt x="183" y="12785"/>
                  <a:pt x="207" y="12906"/>
                </a:cubicBezTo>
                <a:lnTo>
                  <a:pt x="12906" y="208"/>
                </a:lnTo>
                <a:cubicBezTo>
                  <a:pt x="12785" y="184"/>
                  <a:pt x="12663" y="163"/>
                  <a:pt x="12541" y="143"/>
                </a:cubicBezTo>
                <a:close/>
                <a:moveTo>
                  <a:pt x="13343" y="303"/>
                </a:moveTo>
                <a:lnTo>
                  <a:pt x="303" y="13343"/>
                </a:lnTo>
                <a:cubicBezTo>
                  <a:pt x="330" y="13456"/>
                  <a:pt x="361" y="13569"/>
                  <a:pt x="392" y="13682"/>
                </a:cubicBezTo>
                <a:lnTo>
                  <a:pt x="13682" y="393"/>
                </a:lnTo>
                <a:cubicBezTo>
                  <a:pt x="13569" y="362"/>
                  <a:pt x="13456" y="331"/>
                  <a:pt x="13343" y="303"/>
                </a:cubicBezTo>
                <a:close/>
                <a:moveTo>
                  <a:pt x="7909" y="395"/>
                </a:moveTo>
                <a:cubicBezTo>
                  <a:pt x="7701" y="452"/>
                  <a:pt x="7495" y="515"/>
                  <a:pt x="7290" y="585"/>
                </a:cubicBezTo>
                <a:lnTo>
                  <a:pt x="584" y="7290"/>
                </a:lnTo>
                <a:cubicBezTo>
                  <a:pt x="514" y="7495"/>
                  <a:pt x="452" y="7702"/>
                  <a:pt x="394" y="7909"/>
                </a:cubicBezTo>
                <a:lnTo>
                  <a:pt x="7909" y="395"/>
                </a:lnTo>
                <a:close/>
                <a:moveTo>
                  <a:pt x="14094" y="515"/>
                </a:moveTo>
                <a:lnTo>
                  <a:pt x="514" y="14094"/>
                </a:lnTo>
                <a:cubicBezTo>
                  <a:pt x="549" y="14202"/>
                  <a:pt x="583" y="14310"/>
                  <a:pt x="620" y="14417"/>
                </a:cubicBezTo>
                <a:lnTo>
                  <a:pt x="14417" y="621"/>
                </a:lnTo>
                <a:cubicBezTo>
                  <a:pt x="14310" y="583"/>
                  <a:pt x="14202" y="549"/>
                  <a:pt x="14094" y="515"/>
                </a:cubicBezTo>
                <a:close/>
                <a:moveTo>
                  <a:pt x="14804" y="767"/>
                </a:moveTo>
                <a:lnTo>
                  <a:pt x="767" y="14804"/>
                </a:lnTo>
                <a:cubicBezTo>
                  <a:pt x="807" y="14905"/>
                  <a:pt x="851" y="15004"/>
                  <a:pt x="894" y="15104"/>
                </a:cubicBezTo>
                <a:lnTo>
                  <a:pt x="15104" y="895"/>
                </a:lnTo>
                <a:cubicBezTo>
                  <a:pt x="15004" y="852"/>
                  <a:pt x="14905" y="807"/>
                  <a:pt x="14804" y="767"/>
                </a:cubicBezTo>
                <a:close/>
                <a:moveTo>
                  <a:pt x="6411" y="932"/>
                </a:moveTo>
                <a:cubicBezTo>
                  <a:pt x="6118" y="1062"/>
                  <a:pt x="5831" y="1206"/>
                  <a:pt x="5549" y="1363"/>
                </a:cubicBezTo>
                <a:lnTo>
                  <a:pt x="1362" y="5549"/>
                </a:lnTo>
                <a:cubicBezTo>
                  <a:pt x="1205" y="5832"/>
                  <a:pt x="1061" y="6119"/>
                  <a:pt x="931" y="6411"/>
                </a:cubicBezTo>
                <a:lnTo>
                  <a:pt x="6411" y="932"/>
                </a:lnTo>
                <a:close/>
                <a:moveTo>
                  <a:pt x="15470" y="1061"/>
                </a:moveTo>
                <a:lnTo>
                  <a:pt x="1060" y="15471"/>
                </a:lnTo>
                <a:cubicBezTo>
                  <a:pt x="1106" y="15567"/>
                  <a:pt x="1153" y="15664"/>
                  <a:pt x="1202" y="15759"/>
                </a:cubicBezTo>
                <a:lnTo>
                  <a:pt x="15759" y="1203"/>
                </a:lnTo>
                <a:cubicBezTo>
                  <a:pt x="15663" y="1153"/>
                  <a:pt x="15567" y="1107"/>
                  <a:pt x="15470" y="1061"/>
                </a:cubicBezTo>
                <a:close/>
                <a:moveTo>
                  <a:pt x="16103" y="1391"/>
                </a:moveTo>
                <a:lnTo>
                  <a:pt x="1391" y="16103"/>
                </a:lnTo>
                <a:cubicBezTo>
                  <a:pt x="1442" y="16194"/>
                  <a:pt x="1494" y="16285"/>
                  <a:pt x="1549" y="16375"/>
                </a:cubicBezTo>
                <a:lnTo>
                  <a:pt x="16375" y="1549"/>
                </a:lnTo>
                <a:cubicBezTo>
                  <a:pt x="16285" y="1495"/>
                  <a:pt x="16194" y="1442"/>
                  <a:pt x="16103" y="1391"/>
                </a:cubicBezTo>
                <a:close/>
                <a:moveTo>
                  <a:pt x="16703" y="1754"/>
                </a:moveTo>
                <a:lnTo>
                  <a:pt x="1753" y="16703"/>
                </a:lnTo>
                <a:cubicBezTo>
                  <a:pt x="1809" y="16788"/>
                  <a:pt x="1869" y="16872"/>
                  <a:pt x="1928" y="16956"/>
                </a:cubicBezTo>
                <a:lnTo>
                  <a:pt x="16956" y="1928"/>
                </a:lnTo>
                <a:cubicBezTo>
                  <a:pt x="16872" y="1869"/>
                  <a:pt x="16788" y="1810"/>
                  <a:pt x="16703" y="1754"/>
                </a:cubicBezTo>
                <a:close/>
                <a:moveTo>
                  <a:pt x="17267" y="2151"/>
                </a:moveTo>
                <a:lnTo>
                  <a:pt x="2151" y="17267"/>
                </a:lnTo>
                <a:cubicBezTo>
                  <a:pt x="2212" y="17349"/>
                  <a:pt x="2274" y="17430"/>
                  <a:pt x="2338" y="17510"/>
                </a:cubicBezTo>
                <a:lnTo>
                  <a:pt x="17510" y="2338"/>
                </a:lnTo>
                <a:cubicBezTo>
                  <a:pt x="17430" y="2275"/>
                  <a:pt x="17349" y="2212"/>
                  <a:pt x="17267" y="2151"/>
                </a:cubicBezTo>
                <a:close/>
                <a:moveTo>
                  <a:pt x="3805" y="2574"/>
                </a:moveTo>
                <a:cubicBezTo>
                  <a:pt x="3586" y="2761"/>
                  <a:pt x="3370" y="2956"/>
                  <a:pt x="3163" y="3163"/>
                </a:cubicBezTo>
                <a:cubicBezTo>
                  <a:pt x="2955" y="3371"/>
                  <a:pt x="2761" y="3586"/>
                  <a:pt x="2574" y="3806"/>
                </a:cubicBezTo>
                <a:lnTo>
                  <a:pt x="3805" y="2574"/>
                </a:lnTo>
                <a:close/>
                <a:moveTo>
                  <a:pt x="17801" y="2579"/>
                </a:moveTo>
                <a:lnTo>
                  <a:pt x="2579" y="17801"/>
                </a:lnTo>
                <a:cubicBezTo>
                  <a:pt x="2645" y="17878"/>
                  <a:pt x="2709" y="17957"/>
                  <a:pt x="2777" y="18032"/>
                </a:cubicBezTo>
                <a:lnTo>
                  <a:pt x="18032" y="2777"/>
                </a:lnTo>
                <a:cubicBezTo>
                  <a:pt x="17957" y="2709"/>
                  <a:pt x="17878" y="2645"/>
                  <a:pt x="17801" y="2579"/>
                </a:cubicBezTo>
                <a:close/>
                <a:moveTo>
                  <a:pt x="18304" y="3036"/>
                </a:moveTo>
                <a:lnTo>
                  <a:pt x="3036" y="18304"/>
                </a:lnTo>
                <a:cubicBezTo>
                  <a:pt x="3079" y="18349"/>
                  <a:pt x="3119" y="18394"/>
                  <a:pt x="3163" y="18438"/>
                </a:cubicBezTo>
                <a:cubicBezTo>
                  <a:pt x="3191" y="18466"/>
                  <a:pt x="3222" y="18492"/>
                  <a:pt x="3250" y="18521"/>
                </a:cubicBezTo>
                <a:lnTo>
                  <a:pt x="18521" y="3251"/>
                </a:lnTo>
                <a:cubicBezTo>
                  <a:pt x="18492" y="3222"/>
                  <a:pt x="18466" y="3192"/>
                  <a:pt x="18438" y="3163"/>
                </a:cubicBezTo>
                <a:cubicBezTo>
                  <a:pt x="18394" y="3119"/>
                  <a:pt x="18348" y="3079"/>
                  <a:pt x="18304" y="3036"/>
                </a:cubicBezTo>
                <a:close/>
                <a:moveTo>
                  <a:pt x="18781" y="3523"/>
                </a:moveTo>
                <a:lnTo>
                  <a:pt x="3522" y="18781"/>
                </a:lnTo>
                <a:cubicBezTo>
                  <a:pt x="3598" y="18850"/>
                  <a:pt x="3676" y="18915"/>
                  <a:pt x="3753" y="18982"/>
                </a:cubicBezTo>
                <a:lnTo>
                  <a:pt x="18982" y="3753"/>
                </a:lnTo>
                <a:cubicBezTo>
                  <a:pt x="18915" y="3676"/>
                  <a:pt x="18850" y="3598"/>
                  <a:pt x="18781" y="3523"/>
                </a:cubicBezTo>
                <a:close/>
                <a:moveTo>
                  <a:pt x="19224" y="4041"/>
                </a:moveTo>
                <a:lnTo>
                  <a:pt x="4041" y="19224"/>
                </a:lnTo>
                <a:cubicBezTo>
                  <a:pt x="4121" y="19289"/>
                  <a:pt x="4202" y="19350"/>
                  <a:pt x="4283" y="19412"/>
                </a:cubicBezTo>
                <a:lnTo>
                  <a:pt x="19412" y="4283"/>
                </a:lnTo>
                <a:cubicBezTo>
                  <a:pt x="19350" y="4202"/>
                  <a:pt x="19289" y="4121"/>
                  <a:pt x="19224" y="4041"/>
                </a:cubicBezTo>
                <a:close/>
                <a:moveTo>
                  <a:pt x="19637" y="4591"/>
                </a:moveTo>
                <a:lnTo>
                  <a:pt x="4591" y="19637"/>
                </a:lnTo>
                <a:cubicBezTo>
                  <a:pt x="4675" y="19696"/>
                  <a:pt x="4758" y="19757"/>
                  <a:pt x="4843" y="19813"/>
                </a:cubicBezTo>
                <a:lnTo>
                  <a:pt x="19813" y="4844"/>
                </a:lnTo>
                <a:cubicBezTo>
                  <a:pt x="19757" y="4758"/>
                  <a:pt x="19696" y="4675"/>
                  <a:pt x="19637" y="4591"/>
                </a:cubicBezTo>
                <a:close/>
                <a:moveTo>
                  <a:pt x="20019" y="5172"/>
                </a:moveTo>
                <a:lnTo>
                  <a:pt x="5172" y="20019"/>
                </a:lnTo>
                <a:cubicBezTo>
                  <a:pt x="5261" y="20073"/>
                  <a:pt x="5351" y="20126"/>
                  <a:pt x="5441" y="20178"/>
                </a:cubicBezTo>
                <a:lnTo>
                  <a:pt x="20178" y="5441"/>
                </a:lnTo>
                <a:cubicBezTo>
                  <a:pt x="20126" y="5351"/>
                  <a:pt x="20073" y="5261"/>
                  <a:pt x="20019" y="5172"/>
                </a:cubicBezTo>
                <a:close/>
                <a:moveTo>
                  <a:pt x="20369" y="5782"/>
                </a:moveTo>
                <a:lnTo>
                  <a:pt x="5782" y="20369"/>
                </a:lnTo>
                <a:cubicBezTo>
                  <a:pt x="5877" y="20419"/>
                  <a:pt x="5974" y="20463"/>
                  <a:pt x="6071" y="20510"/>
                </a:cubicBezTo>
                <a:lnTo>
                  <a:pt x="20510" y="6071"/>
                </a:lnTo>
                <a:cubicBezTo>
                  <a:pt x="20463" y="5975"/>
                  <a:pt x="20419" y="5878"/>
                  <a:pt x="20369" y="5782"/>
                </a:cubicBezTo>
                <a:close/>
                <a:moveTo>
                  <a:pt x="20679" y="6434"/>
                </a:moveTo>
                <a:lnTo>
                  <a:pt x="6434" y="20679"/>
                </a:lnTo>
                <a:cubicBezTo>
                  <a:pt x="6534" y="20723"/>
                  <a:pt x="6633" y="20769"/>
                  <a:pt x="6734" y="20809"/>
                </a:cubicBezTo>
                <a:lnTo>
                  <a:pt x="20809" y="6735"/>
                </a:lnTo>
                <a:cubicBezTo>
                  <a:pt x="20769" y="6634"/>
                  <a:pt x="20723" y="6534"/>
                  <a:pt x="20679" y="6434"/>
                </a:cubicBezTo>
                <a:close/>
                <a:moveTo>
                  <a:pt x="20956" y="7121"/>
                </a:moveTo>
                <a:lnTo>
                  <a:pt x="7120" y="20956"/>
                </a:lnTo>
                <a:cubicBezTo>
                  <a:pt x="7226" y="20994"/>
                  <a:pt x="7333" y="21030"/>
                  <a:pt x="7439" y="21065"/>
                </a:cubicBezTo>
                <a:lnTo>
                  <a:pt x="21065" y="7439"/>
                </a:lnTo>
                <a:cubicBezTo>
                  <a:pt x="21030" y="7333"/>
                  <a:pt x="20994" y="7226"/>
                  <a:pt x="20956" y="7121"/>
                </a:cubicBezTo>
                <a:close/>
                <a:moveTo>
                  <a:pt x="21190" y="7848"/>
                </a:moveTo>
                <a:lnTo>
                  <a:pt x="7848" y="21190"/>
                </a:lnTo>
                <a:cubicBezTo>
                  <a:pt x="7960" y="21221"/>
                  <a:pt x="8073" y="21252"/>
                  <a:pt x="8186" y="21280"/>
                </a:cubicBezTo>
                <a:lnTo>
                  <a:pt x="21280" y="8186"/>
                </a:lnTo>
                <a:cubicBezTo>
                  <a:pt x="21252" y="8073"/>
                  <a:pt x="21221" y="7960"/>
                  <a:pt x="21190" y="7848"/>
                </a:cubicBezTo>
                <a:close/>
                <a:moveTo>
                  <a:pt x="21378" y="8623"/>
                </a:moveTo>
                <a:lnTo>
                  <a:pt x="8623" y="21378"/>
                </a:lnTo>
                <a:cubicBezTo>
                  <a:pt x="8743" y="21402"/>
                  <a:pt x="8863" y="21424"/>
                  <a:pt x="8984" y="21445"/>
                </a:cubicBezTo>
                <a:lnTo>
                  <a:pt x="21445" y="8984"/>
                </a:lnTo>
                <a:cubicBezTo>
                  <a:pt x="21424" y="8864"/>
                  <a:pt x="21402" y="8743"/>
                  <a:pt x="21378" y="8623"/>
                </a:cubicBezTo>
                <a:close/>
                <a:moveTo>
                  <a:pt x="21514" y="9448"/>
                </a:moveTo>
                <a:lnTo>
                  <a:pt x="9447" y="21514"/>
                </a:lnTo>
                <a:cubicBezTo>
                  <a:pt x="9576" y="21530"/>
                  <a:pt x="9704" y="21546"/>
                  <a:pt x="9833" y="21557"/>
                </a:cubicBezTo>
                <a:lnTo>
                  <a:pt x="21557" y="9834"/>
                </a:lnTo>
                <a:cubicBezTo>
                  <a:pt x="21546" y="9705"/>
                  <a:pt x="21530" y="9576"/>
                  <a:pt x="21514" y="9448"/>
                </a:cubicBezTo>
                <a:close/>
                <a:moveTo>
                  <a:pt x="21590" y="10333"/>
                </a:moveTo>
                <a:lnTo>
                  <a:pt x="10332" y="21590"/>
                </a:lnTo>
                <a:cubicBezTo>
                  <a:pt x="10473" y="21596"/>
                  <a:pt x="10613" y="21599"/>
                  <a:pt x="10753" y="21600"/>
                </a:cubicBezTo>
                <a:lnTo>
                  <a:pt x="21600" y="10754"/>
                </a:lnTo>
                <a:cubicBezTo>
                  <a:pt x="21599" y="10613"/>
                  <a:pt x="21596" y="10473"/>
                  <a:pt x="21590" y="10333"/>
                </a:cubicBezTo>
                <a:close/>
                <a:moveTo>
                  <a:pt x="21590" y="11296"/>
                </a:moveTo>
                <a:lnTo>
                  <a:pt x="11295" y="21590"/>
                </a:lnTo>
                <a:cubicBezTo>
                  <a:pt x="11449" y="21583"/>
                  <a:pt x="11603" y="21572"/>
                  <a:pt x="11757" y="21558"/>
                </a:cubicBezTo>
                <a:lnTo>
                  <a:pt x="21558" y="11757"/>
                </a:lnTo>
                <a:cubicBezTo>
                  <a:pt x="21572" y="11603"/>
                  <a:pt x="21583" y="11450"/>
                  <a:pt x="21590" y="11296"/>
                </a:cubicBezTo>
                <a:close/>
                <a:moveTo>
                  <a:pt x="21489" y="12358"/>
                </a:moveTo>
                <a:lnTo>
                  <a:pt x="12358" y="21489"/>
                </a:lnTo>
                <a:cubicBezTo>
                  <a:pt x="12531" y="21464"/>
                  <a:pt x="12703" y="21434"/>
                  <a:pt x="12876" y="21400"/>
                </a:cubicBezTo>
                <a:lnTo>
                  <a:pt x="21400" y="12876"/>
                </a:lnTo>
                <a:cubicBezTo>
                  <a:pt x="21434" y="12704"/>
                  <a:pt x="21464" y="12531"/>
                  <a:pt x="21489" y="12358"/>
                </a:cubicBezTo>
                <a:close/>
                <a:moveTo>
                  <a:pt x="21239" y="13569"/>
                </a:moveTo>
                <a:lnTo>
                  <a:pt x="13569" y="21239"/>
                </a:lnTo>
                <a:cubicBezTo>
                  <a:pt x="13774" y="21185"/>
                  <a:pt x="13978" y="21125"/>
                  <a:pt x="14181" y="21058"/>
                </a:cubicBezTo>
                <a:lnTo>
                  <a:pt x="21058" y="14181"/>
                </a:lnTo>
                <a:cubicBezTo>
                  <a:pt x="21125" y="13978"/>
                  <a:pt x="21185" y="13774"/>
                  <a:pt x="21239" y="13569"/>
                </a:cubicBezTo>
                <a:close/>
                <a:moveTo>
                  <a:pt x="20736" y="15035"/>
                </a:moveTo>
                <a:lnTo>
                  <a:pt x="15035" y="20736"/>
                </a:lnTo>
                <a:cubicBezTo>
                  <a:pt x="15310" y="20619"/>
                  <a:pt x="15581" y="20493"/>
                  <a:pt x="15848" y="20352"/>
                </a:cubicBezTo>
                <a:lnTo>
                  <a:pt x="20352" y="15848"/>
                </a:lnTo>
                <a:cubicBezTo>
                  <a:pt x="20493" y="15581"/>
                  <a:pt x="20619" y="15310"/>
                  <a:pt x="20736" y="15035"/>
                </a:cubicBezTo>
                <a:close/>
                <a:moveTo>
                  <a:pt x="19400" y="17332"/>
                </a:moveTo>
                <a:lnTo>
                  <a:pt x="17332" y="19400"/>
                </a:lnTo>
                <a:cubicBezTo>
                  <a:pt x="17716" y="19108"/>
                  <a:pt x="18087" y="18789"/>
                  <a:pt x="18438" y="18438"/>
                </a:cubicBezTo>
                <a:cubicBezTo>
                  <a:pt x="18788" y="18087"/>
                  <a:pt x="19107" y="17716"/>
                  <a:pt x="19400" y="17332"/>
                </a:cubicBezTo>
                <a:close/>
              </a:path>
            </a:pathLst>
          </a:custGeom>
          <a:solidFill>
            <a:schemeClr val="accent4"/>
          </a:solidFill>
          <a:ln w="12700">
            <a:miter lim="400000"/>
          </a:ln>
        </p:spPr>
        <p:txBody>
          <a:bodyPr lIns="0" tIns="0" rIns="0" bIns="0" anchor="ctr"/>
          <a:lstStyle/>
          <a:p>
            <a:pPr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/>
          </a:p>
        </p:txBody>
      </p:sp>
      <p:sp>
        <p:nvSpPr>
          <p:cNvPr id="124" name="Shape"/>
          <p:cNvSpPr/>
          <p:nvPr/>
        </p:nvSpPr>
        <p:spPr>
          <a:xfrm>
            <a:off x="22467966" y="8316507"/>
            <a:ext cx="4276957" cy="427713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800" y="0"/>
                </a:moveTo>
                <a:cubicBezTo>
                  <a:pt x="10787" y="0"/>
                  <a:pt x="10773" y="1"/>
                  <a:pt x="10759" y="1"/>
                </a:cubicBezTo>
                <a:lnTo>
                  <a:pt x="1" y="10760"/>
                </a:lnTo>
                <a:cubicBezTo>
                  <a:pt x="0" y="10900"/>
                  <a:pt x="3" y="11040"/>
                  <a:pt x="8" y="11181"/>
                </a:cubicBezTo>
                <a:lnTo>
                  <a:pt x="11180" y="9"/>
                </a:lnTo>
                <a:cubicBezTo>
                  <a:pt x="11054" y="4"/>
                  <a:pt x="10927" y="0"/>
                  <a:pt x="10800" y="0"/>
                </a:cubicBezTo>
                <a:close/>
                <a:moveTo>
                  <a:pt x="10211" y="17"/>
                </a:moveTo>
                <a:cubicBezTo>
                  <a:pt x="10057" y="25"/>
                  <a:pt x="9903" y="36"/>
                  <a:pt x="9748" y="51"/>
                </a:cubicBezTo>
                <a:lnTo>
                  <a:pt x="50" y="9749"/>
                </a:lnTo>
                <a:cubicBezTo>
                  <a:pt x="35" y="9903"/>
                  <a:pt x="25" y="10057"/>
                  <a:pt x="16" y="10212"/>
                </a:cubicBezTo>
                <a:lnTo>
                  <a:pt x="10211" y="17"/>
                </a:lnTo>
                <a:close/>
                <a:moveTo>
                  <a:pt x="11683" y="38"/>
                </a:moveTo>
                <a:lnTo>
                  <a:pt x="38" y="11684"/>
                </a:lnTo>
                <a:cubicBezTo>
                  <a:pt x="48" y="11814"/>
                  <a:pt x="62" y="11944"/>
                  <a:pt x="78" y="12075"/>
                </a:cubicBezTo>
                <a:lnTo>
                  <a:pt x="12074" y="78"/>
                </a:lnTo>
                <a:cubicBezTo>
                  <a:pt x="11944" y="63"/>
                  <a:pt x="11814" y="49"/>
                  <a:pt x="11683" y="38"/>
                </a:cubicBezTo>
                <a:close/>
                <a:moveTo>
                  <a:pt x="9136" y="131"/>
                </a:moveTo>
                <a:cubicBezTo>
                  <a:pt x="8960" y="158"/>
                  <a:pt x="8786" y="190"/>
                  <a:pt x="8611" y="226"/>
                </a:cubicBezTo>
                <a:lnTo>
                  <a:pt x="226" y="8611"/>
                </a:lnTo>
                <a:cubicBezTo>
                  <a:pt x="190" y="8786"/>
                  <a:pt x="157" y="8961"/>
                  <a:pt x="130" y="9137"/>
                </a:cubicBezTo>
                <a:lnTo>
                  <a:pt x="9136" y="131"/>
                </a:lnTo>
                <a:close/>
                <a:moveTo>
                  <a:pt x="12541" y="143"/>
                </a:moveTo>
                <a:lnTo>
                  <a:pt x="143" y="12541"/>
                </a:lnTo>
                <a:cubicBezTo>
                  <a:pt x="163" y="12663"/>
                  <a:pt x="183" y="12785"/>
                  <a:pt x="207" y="12906"/>
                </a:cubicBezTo>
                <a:lnTo>
                  <a:pt x="12906" y="208"/>
                </a:lnTo>
                <a:cubicBezTo>
                  <a:pt x="12785" y="184"/>
                  <a:pt x="12663" y="163"/>
                  <a:pt x="12541" y="143"/>
                </a:cubicBezTo>
                <a:close/>
                <a:moveTo>
                  <a:pt x="13343" y="303"/>
                </a:moveTo>
                <a:lnTo>
                  <a:pt x="303" y="13343"/>
                </a:lnTo>
                <a:cubicBezTo>
                  <a:pt x="330" y="13456"/>
                  <a:pt x="361" y="13569"/>
                  <a:pt x="392" y="13682"/>
                </a:cubicBezTo>
                <a:lnTo>
                  <a:pt x="13682" y="393"/>
                </a:lnTo>
                <a:cubicBezTo>
                  <a:pt x="13569" y="362"/>
                  <a:pt x="13456" y="331"/>
                  <a:pt x="13343" y="303"/>
                </a:cubicBezTo>
                <a:close/>
                <a:moveTo>
                  <a:pt x="7909" y="395"/>
                </a:moveTo>
                <a:cubicBezTo>
                  <a:pt x="7701" y="452"/>
                  <a:pt x="7495" y="515"/>
                  <a:pt x="7290" y="585"/>
                </a:cubicBezTo>
                <a:lnTo>
                  <a:pt x="584" y="7290"/>
                </a:lnTo>
                <a:cubicBezTo>
                  <a:pt x="514" y="7495"/>
                  <a:pt x="452" y="7702"/>
                  <a:pt x="394" y="7909"/>
                </a:cubicBezTo>
                <a:lnTo>
                  <a:pt x="7909" y="395"/>
                </a:lnTo>
                <a:close/>
                <a:moveTo>
                  <a:pt x="14094" y="515"/>
                </a:moveTo>
                <a:lnTo>
                  <a:pt x="514" y="14094"/>
                </a:lnTo>
                <a:cubicBezTo>
                  <a:pt x="549" y="14202"/>
                  <a:pt x="583" y="14310"/>
                  <a:pt x="620" y="14417"/>
                </a:cubicBezTo>
                <a:lnTo>
                  <a:pt x="14417" y="621"/>
                </a:lnTo>
                <a:cubicBezTo>
                  <a:pt x="14310" y="583"/>
                  <a:pt x="14202" y="549"/>
                  <a:pt x="14094" y="515"/>
                </a:cubicBezTo>
                <a:close/>
                <a:moveTo>
                  <a:pt x="14804" y="767"/>
                </a:moveTo>
                <a:lnTo>
                  <a:pt x="767" y="14804"/>
                </a:lnTo>
                <a:cubicBezTo>
                  <a:pt x="807" y="14905"/>
                  <a:pt x="851" y="15004"/>
                  <a:pt x="894" y="15104"/>
                </a:cubicBezTo>
                <a:lnTo>
                  <a:pt x="15104" y="895"/>
                </a:lnTo>
                <a:cubicBezTo>
                  <a:pt x="15004" y="852"/>
                  <a:pt x="14905" y="807"/>
                  <a:pt x="14804" y="767"/>
                </a:cubicBezTo>
                <a:close/>
                <a:moveTo>
                  <a:pt x="6411" y="932"/>
                </a:moveTo>
                <a:cubicBezTo>
                  <a:pt x="6118" y="1062"/>
                  <a:pt x="5831" y="1206"/>
                  <a:pt x="5549" y="1363"/>
                </a:cubicBezTo>
                <a:lnTo>
                  <a:pt x="1362" y="5549"/>
                </a:lnTo>
                <a:cubicBezTo>
                  <a:pt x="1205" y="5832"/>
                  <a:pt x="1061" y="6119"/>
                  <a:pt x="931" y="6411"/>
                </a:cubicBezTo>
                <a:lnTo>
                  <a:pt x="6411" y="932"/>
                </a:lnTo>
                <a:close/>
                <a:moveTo>
                  <a:pt x="15470" y="1061"/>
                </a:moveTo>
                <a:lnTo>
                  <a:pt x="1060" y="15471"/>
                </a:lnTo>
                <a:cubicBezTo>
                  <a:pt x="1106" y="15567"/>
                  <a:pt x="1153" y="15664"/>
                  <a:pt x="1202" y="15759"/>
                </a:cubicBezTo>
                <a:lnTo>
                  <a:pt x="15759" y="1203"/>
                </a:lnTo>
                <a:cubicBezTo>
                  <a:pt x="15663" y="1153"/>
                  <a:pt x="15567" y="1107"/>
                  <a:pt x="15470" y="1061"/>
                </a:cubicBezTo>
                <a:close/>
                <a:moveTo>
                  <a:pt x="16103" y="1391"/>
                </a:moveTo>
                <a:lnTo>
                  <a:pt x="1391" y="16103"/>
                </a:lnTo>
                <a:cubicBezTo>
                  <a:pt x="1442" y="16194"/>
                  <a:pt x="1494" y="16285"/>
                  <a:pt x="1549" y="16375"/>
                </a:cubicBezTo>
                <a:lnTo>
                  <a:pt x="16375" y="1549"/>
                </a:lnTo>
                <a:cubicBezTo>
                  <a:pt x="16285" y="1495"/>
                  <a:pt x="16194" y="1442"/>
                  <a:pt x="16103" y="1391"/>
                </a:cubicBezTo>
                <a:close/>
                <a:moveTo>
                  <a:pt x="16703" y="1754"/>
                </a:moveTo>
                <a:lnTo>
                  <a:pt x="1753" y="16703"/>
                </a:lnTo>
                <a:cubicBezTo>
                  <a:pt x="1809" y="16788"/>
                  <a:pt x="1869" y="16872"/>
                  <a:pt x="1928" y="16956"/>
                </a:cubicBezTo>
                <a:lnTo>
                  <a:pt x="16956" y="1928"/>
                </a:lnTo>
                <a:cubicBezTo>
                  <a:pt x="16872" y="1869"/>
                  <a:pt x="16788" y="1810"/>
                  <a:pt x="16703" y="1754"/>
                </a:cubicBezTo>
                <a:close/>
                <a:moveTo>
                  <a:pt x="17267" y="2151"/>
                </a:moveTo>
                <a:lnTo>
                  <a:pt x="2151" y="17267"/>
                </a:lnTo>
                <a:cubicBezTo>
                  <a:pt x="2212" y="17349"/>
                  <a:pt x="2274" y="17430"/>
                  <a:pt x="2338" y="17510"/>
                </a:cubicBezTo>
                <a:lnTo>
                  <a:pt x="17510" y="2338"/>
                </a:lnTo>
                <a:cubicBezTo>
                  <a:pt x="17430" y="2275"/>
                  <a:pt x="17349" y="2212"/>
                  <a:pt x="17267" y="2151"/>
                </a:cubicBezTo>
                <a:close/>
                <a:moveTo>
                  <a:pt x="3805" y="2574"/>
                </a:moveTo>
                <a:cubicBezTo>
                  <a:pt x="3586" y="2761"/>
                  <a:pt x="3370" y="2956"/>
                  <a:pt x="3163" y="3163"/>
                </a:cubicBezTo>
                <a:cubicBezTo>
                  <a:pt x="2955" y="3371"/>
                  <a:pt x="2761" y="3586"/>
                  <a:pt x="2574" y="3806"/>
                </a:cubicBezTo>
                <a:lnTo>
                  <a:pt x="3805" y="2574"/>
                </a:lnTo>
                <a:close/>
                <a:moveTo>
                  <a:pt x="17801" y="2579"/>
                </a:moveTo>
                <a:lnTo>
                  <a:pt x="2579" y="17801"/>
                </a:lnTo>
                <a:cubicBezTo>
                  <a:pt x="2645" y="17878"/>
                  <a:pt x="2709" y="17957"/>
                  <a:pt x="2777" y="18032"/>
                </a:cubicBezTo>
                <a:lnTo>
                  <a:pt x="18032" y="2777"/>
                </a:lnTo>
                <a:cubicBezTo>
                  <a:pt x="17957" y="2709"/>
                  <a:pt x="17878" y="2645"/>
                  <a:pt x="17801" y="2579"/>
                </a:cubicBezTo>
                <a:close/>
                <a:moveTo>
                  <a:pt x="18304" y="3036"/>
                </a:moveTo>
                <a:lnTo>
                  <a:pt x="3036" y="18304"/>
                </a:lnTo>
                <a:cubicBezTo>
                  <a:pt x="3079" y="18349"/>
                  <a:pt x="3119" y="18394"/>
                  <a:pt x="3163" y="18438"/>
                </a:cubicBezTo>
                <a:cubicBezTo>
                  <a:pt x="3191" y="18466"/>
                  <a:pt x="3222" y="18492"/>
                  <a:pt x="3250" y="18521"/>
                </a:cubicBezTo>
                <a:lnTo>
                  <a:pt x="18521" y="3251"/>
                </a:lnTo>
                <a:cubicBezTo>
                  <a:pt x="18492" y="3222"/>
                  <a:pt x="18466" y="3192"/>
                  <a:pt x="18438" y="3163"/>
                </a:cubicBezTo>
                <a:cubicBezTo>
                  <a:pt x="18394" y="3119"/>
                  <a:pt x="18348" y="3079"/>
                  <a:pt x="18304" y="3036"/>
                </a:cubicBezTo>
                <a:close/>
                <a:moveTo>
                  <a:pt x="18781" y="3523"/>
                </a:moveTo>
                <a:lnTo>
                  <a:pt x="3522" y="18781"/>
                </a:lnTo>
                <a:cubicBezTo>
                  <a:pt x="3598" y="18850"/>
                  <a:pt x="3676" y="18915"/>
                  <a:pt x="3753" y="18982"/>
                </a:cubicBezTo>
                <a:lnTo>
                  <a:pt x="18982" y="3753"/>
                </a:lnTo>
                <a:cubicBezTo>
                  <a:pt x="18915" y="3676"/>
                  <a:pt x="18850" y="3598"/>
                  <a:pt x="18781" y="3523"/>
                </a:cubicBezTo>
                <a:close/>
                <a:moveTo>
                  <a:pt x="19224" y="4041"/>
                </a:moveTo>
                <a:lnTo>
                  <a:pt x="4041" y="19224"/>
                </a:lnTo>
                <a:cubicBezTo>
                  <a:pt x="4121" y="19289"/>
                  <a:pt x="4202" y="19350"/>
                  <a:pt x="4283" y="19412"/>
                </a:cubicBezTo>
                <a:lnTo>
                  <a:pt x="19412" y="4283"/>
                </a:lnTo>
                <a:cubicBezTo>
                  <a:pt x="19350" y="4202"/>
                  <a:pt x="19289" y="4121"/>
                  <a:pt x="19224" y="4041"/>
                </a:cubicBezTo>
                <a:close/>
                <a:moveTo>
                  <a:pt x="19637" y="4591"/>
                </a:moveTo>
                <a:lnTo>
                  <a:pt x="4591" y="19637"/>
                </a:lnTo>
                <a:cubicBezTo>
                  <a:pt x="4675" y="19696"/>
                  <a:pt x="4758" y="19757"/>
                  <a:pt x="4843" y="19813"/>
                </a:cubicBezTo>
                <a:lnTo>
                  <a:pt x="19813" y="4844"/>
                </a:lnTo>
                <a:cubicBezTo>
                  <a:pt x="19757" y="4758"/>
                  <a:pt x="19696" y="4675"/>
                  <a:pt x="19637" y="4591"/>
                </a:cubicBezTo>
                <a:close/>
                <a:moveTo>
                  <a:pt x="20019" y="5172"/>
                </a:moveTo>
                <a:lnTo>
                  <a:pt x="5172" y="20019"/>
                </a:lnTo>
                <a:cubicBezTo>
                  <a:pt x="5261" y="20073"/>
                  <a:pt x="5351" y="20126"/>
                  <a:pt x="5441" y="20178"/>
                </a:cubicBezTo>
                <a:lnTo>
                  <a:pt x="20178" y="5441"/>
                </a:lnTo>
                <a:cubicBezTo>
                  <a:pt x="20126" y="5351"/>
                  <a:pt x="20073" y="5261"/>
                  <a:pt x="20019" y="5172"/>
                </a:cubicBezTo>
                <a:close/>
                <a:moveTo>
                  <a:pt x="20369" y="5782"/>
                </a:moveTo>
                <a:lnTo>
                  <a:pt x="5782" y="20369"/>
                </a:lnTo>
                <a:cubicBezTo>
                  <a:pt x="5877" y="20419"/>
                  <a:pt x="5974" y="20463"/>
                  <a:pt x="6071" y="20510"/>
                </a:cubicBezTo>
                <a:lnTo>
                  <a:pt x="20510" y="6071"/>
                </a:lnTo>
                <a:cubicBezTo>
                  <a:pt x="20463" y="5975"/>
                  <a:pt x="20419" y="5878"/>
                  <a:pt x="20369" y="5782"/>
                </a:cubicBezTo>
                <a:close/>
                <a:moveTo>
                  <a:pt x="20679" y="6434"/>
                </a:moveTo>
                <a:lnTo>
                  <a:pt x="6434" y="20679"/>
                </a:lnTo>
                <a:cubicBezTo>
                  <a:pt x="6534" y="20723"/>
                  <a:pt x="6633" y="20769"/>
                  <a:pt x="6734" y="20809"/>
                </a:cubicBezTo>
                <a:lnTo>
                  <a:pt x="20809" y="6735"/>
                </a:lnTo>
                <a:cubicBezTo>
                  <a:pt x="20769" y="6634"/>
                  <a:pt x="20723" y="6534"/>
                  <a:pt x="20679" y="6434"/>
                </a:cubicBezTo>
                <a:close/>
                <a:moveTo>
                  <a:pt x="20956" y="7121"/>
                </a:moveTo>
                <a:lnTo>
                  <a:pt x="7120" y="20956"/>
                </a:lnTo>
                <a:cubicBezTo>
                  <a:pt x="7226" y="20994"/>
                  <a:pt x="7333" y="21030"/>
                  <a:pt x="7439" y="21065"/>
                </a:cubicBezTo>
                <a:lnTo>
                  <a:pt x="21065" y="7439"/>
                </a:lnTo>
                <a:cubicBezTo>
                  <a:pt x="21030" y="7333"/>
                  <a:pt x="20994" y="7226"/>
                  <a:pt x="20956" y="7121"/>
                </a:cubicBezTo>
                <a:close/>
                <a:moveTo>
                  <a:pt x="21190" y="7848"/>
                </a:moveTo>
                <a:lnTo>
                  <a:pt x="7848" y="21190"/>
                </a:lnTo>
                <a:cubicBezTo>
                  <a:pt x="7960" y="21221"/>
                  <a:pt x="8073" y="21252"/>
                  <a:pt x="8186" y="21280"/>
                </a:cubicBezTo>
                <a:lnTo>
                  <a:pt x="21280" y="8186"/>
                </a:lnTo>
                <a:cubicBezTo>
                  <a:pt x="21252" y="8073"/>
                  <a:pt x="21221" y="7960"/>
                  <a:pt x="21190" y="7848"/>
                </a:cubicBezTo>
                <a:close/>
                <a:moveTo>
                  <a:pt x="21378" y="8623"/>
                </a:moveTo>
                <a:lnTo>
                  <a:pt x="8623" y="21378"/>
                </a:lnTo>
                <a:cubicBezTo>
                  <a:pt x="8743" y="21402"/>
                  <a:pt x="8863" y="21424"/>
                  <a:pt x="8984" y="21445"/>
                </a:cubicBezTo>
                <a:lnTo>
                  <a:pt x="21445" y="8984"/>
                </a:lnTo>
                <a:cubicBezTo>
                  <a:pt x="21424" y="8864"/>
                  <a:pt x="21402" y="8743"/>
                  <a:pt x="21378" y="8623"/>
                </a:cubicBezTo>
                <a:close/>
                <a:moveTo>
                  <a:pt x="21514" y="9448"/>
                </a:moveTo>
                <a:lnTo>
                  <a:pt x="9447" y="21514"/>
                </a:lnTo>
                <a:cubicBezTo>
                  <a:pt x="9576" y="21530"/>
                  <a:pt x="9704" y="21546"/>
                  <a:pt x="9833" y="21557"/>
                </a:cubicBezTo>
                <a:lnTo>
                  <a:pt x="21557" y="9834"/>
                </a:lnTo>
                <a:cubicBezTo>
                  <a:pt x="21546" y="9705"/>
                  <a:pt x="21530" y="9576"/>
                  <a:pt x="21514" y="9448"/>
                </a:cubicBezTo>
                <a:close/>
                <a:moveTo>
                  <a:pt x="21590" y="10333"/>
                </a:moveTo>
                <a:lnTo>
                  <a:pt x="10332" y="21590"/>
                </a:lnTo>
                <a:cubicBezTo>
                  <a:pt x="10473" y="21596"/>
                  <a:pt x="10613" y="21599"/>
                  <a:pt x="10753" y="21600"/>
                </a:cubicBezTo>
                <a:lnTo>
                  <a:pt x="21600" y="10754"/>
                </a:lnTo>
                <a:cubicBezTo>
                  <a:pt x="21599" y="10613"/>
                  <a:pt x="21596" y="10473"/>
                  <a:pt x="21590" y="10333"/>
                </a:cubicBezTo>
                <a:close/>
                <a:moveTo>
                  <a:pt x="21590" y="11296"/>
                </a:moveTo>
                <a:lnTo>
                  <a:pt x="11295" y="21590"/>
                </a:lnTo>
                <a:cubicBezTo>
                  <a:pt x="11449" y="21583"/>
                  <a:pt x="11603" y="21572"/>
                  <a:pt x="11757" y="21558"/>
                </a:cubicBezTo>
                <a:lnTo>
                  <a:pt x="21558" y="11757"/>
                </a:lnTo>
                <a:cubicBezTo>
                  <a:pt x="21572" y="11603"/>
                  <a:pt x="21583" y="11450"/>
                  <a:pt x="21590" y="11296"/>
                </a:cubicBezTo>
                <a:close/>
                <a:moveTo>
                  <a:pt x="21489" y="12358"/>
                </a:moveTo>
                <a:lnTo>
                  <a:pt x="12358" y="21489"/>
                </a:lnTo>
                <a:cubicBezTo>
                  <a:pt x="12531" y="21464"/>
                  <a:pt x="12703" y="21434"/>
                  <a:pt x="12876" y="21400"/>
                </a:cubicBezTo>
                <a:lnTo>
                  <a:pt x="21400" y="12876"/>
                </a:lnTo>
                <a:cubicBezTo>
                  <a:pt x="21434" y="12704"/>
                  <a:pt x="21464" y="12531"/>
                  <a:pt x="21489" y="12358"/>
                </a:cubicBezTo>
                <a:close/>
                <a:moveTo>
                  <a:pt x="21239" y="13569"/>
                </a:moveTo>
                <a:lnTo>
                  <a:pt x="13569" y="21239"/>
                </a:lnTo>
                <a:cubicBezTo>
                  <a:pt x="13774" y="21185"/>
                  <a:pt x="13978" y="21125"/>
                  <a:pt x="14181" y="21058"/>
                </a:cubicBezTo>
                <a:lnTo>
                  <a:pt x="21058" y="14181"/>
                </a:lnTo>
                <a:cubicBezTo>
                  <a:pt x="21125" y="13978"/>
                  <a:pt x="21185" y="13774"/>
                  <a:pt x="21239" y="13569"/>
                </a:cubicBezTo>
                <a:close/>
                <a:moveTo>
                  <a:pt x="20736" y="15035"/>
                </a:moveTo>
                <a:lnTo>
                  <a:pt x="15035" y="20736"/>
                </a:lnTo>
                <a:cubicBezTo>
                  <a:pt x="15310" y="20619"/>
                  <a:pt x="15581" y="20493"/>
                  <a:pt x="15848" y="20352"/>
                </a:cubicBezTo>
                <a:lnTo>
                  <a:pt x="20352" y="15848"/>
                </a:lnTo>
                <a:cubicBezTo>
                  <a:pt x="20493" y="15581"/>
                  <a:pt x="20619" y="15310"/>
                  <a:pt x="20736" y="15035"/>
                </a:cubicBezTo>
                <a:close/>
                <a:moveTo>
                  <a:pt x="19400" y="17332"/>
                </a:moveTo>
                <a:lnTo>
                  <a:pt x="17332" y="19400"/>
                </a:lnTo>
                <a:cubicBezTo>
                  <a:pt x="17716" y="19108"/>
                  <a:pt x="18087" y="18789"/>
                  <a:pt x="18438" y="18438"/>
                </a:cubicBezTo>
                <a:cubicBezTo>
                  <a:pt x="18788" y="18087"/>
                  <a:pt x="19107" y="17716"/>
                  <a:pt x="19400" y="17332"/>
                </a:cubicBezTo>
                <a:close/>
              </a:path>
            </a:pathLst>
          </a:custGeom>
          <a:solidFill>
            <a:schemeClr val="accent4"/>
          </a:solidFill>
          <a:ln w="12700">
            <a:miter lim="400000"/>
          </a:ln>
        </p:spPr>
        <p:txBody>
          <a:bodyPr lIns="0" tIns="0" rIns="0" bIns="0" anchor="ctr"/>
          <a:lstStyle/>
          <a:p>
            <a:pPr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/>
          </a:p>
        </p:txBody>
      </p:sp>
      <p:sp>
        <p:nvSpPr>
          <p:cNvPr id="125" name="Shape"/>
          <p:cNvSpPr/>
          <p:nvPr/>
        </p:nvSpPr>
        <p:spPr>
          <a:xfrm>
            <a:off x="-9782" y="-14685"/>
            <a:ext cx="5401449" cy="1371951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489" h="21600" extrusionOk="0">
                <a:moveTo>
                  <a:pt x="9876" y="0"/>
                </a:moveTo>
                <a:cubicBezTo>
                  <a:pt x="14909" y="1061"/>
                  <a:pt x="18164" y="3091"/>
                  <a:pt x="18448" y="5345"/>
                </a:cubicBezTo>
                <a:cubicBezTo>
                  <a:pt x="18695" y="7304"/>
                  <a:pt x="16642" y="9198"/>
                  <a:pt x="12885" y="10477"/>
                </a:cubicBezTo>
                <a:cubicBezTo>
                  <a:pt x="8651" y="11730"/>
                  <a:pt x="7084" y="13955"/>
                  <a:pt x="9071" y="15894"/>
                </a:cubicBezTo>
                <a:cubicBezTo>
                  <a:pt x="10355" y="17147"/>
                  <a:pt x="13013" y="18098"/>
                  <a:pt x="16290" y="18479"/>
                </a:cubicBezTo>
                <a:cubicBezTo>
                  <a:pt x="17951" y="18702"/>
                  <a:pt x="19367" y="19144"/>
                  <a:pt x="20305" y="19731"/>
                </a:cubicBezTo>
                <a:cubicBezTo>
                  <a:pt x="21193" y="20288"/>
                  <a:pt x="21600" y="20944"/>
                  <a:pt x="21463" y="21600"/>
                </a:cubicBezTo>
                <a:lnTo>
                  <a:pt x="0" y="21600"/>
                </a:lnTo>
                <a:lnTo>
                  <a:pt x="0" y="1"/>
                </a:lnTo>
                <a:lnTo>
                  <a:pt x="9876" y="0"/>
                </a:lnTo>
                <a:close/>
              </a:path>
            </a:pathLst>
          </a:custGeom>
          <a:solidFill>
            <a:schemeClr val="accent3"/>
          </a:solidFill>
          <a:ln w="12700">
            <a:miter lim="400000"/>
          </a:ln>
          <a:effectLst>
            <a:outerShdw blurRad="914400" dist="25400" dir="5400000" rotWithShape="0">
              <a:srgbClr val="000000">
                <a:alpha val="50000"/>
              </a:srgbClr>
            </a:outerShdw>
          </a:effectLst>
        </p:spPr>
        <p:txBody>
          <a:bodyPr lIns="50800" tIns="50800" rIns="50800" bIns="50800" anchor="ctr"/>
          <a:lstStyle/>
          <a:p>
            <a:endParaRPr/>
          </a:p>
        </p:txBody>
      </p:sp>
      <p:sp>
        <p:nvSpPr>
          <p:cNvPr id="126" name="Shape"/>
          <p:cNvSpPr/>
          <p:nvPr/>
        </p:nvSpPr>
        <p:spPr>
          <a:xfrm>
            <a:off x="14077382" y="-26393"/>
            <a:ext cx="10315136" cy="10264133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490" h="20992" extrusionOk="0">
                <a:moveTo>
                  <a:pt x="22" y="0"/>
                </a:moveTo>
                <a:cubicBezTo>
                  <a:pt x="-110" y="1123"/>
                  <a:pt x="362" y="2232"/>
                  <a:pt x="1268" y="2930"/>
                </a:cubicBezTo>
                <a:cubicBezTo>
                  <a:pt x="2187" y="3637"/>
                  <a:pt x="3418" y="3817"/>
                  <a:pt x="4507" y="3403"/>
                </a:cubicBezTo>
                <a:cubicBezTo>
                  <a:pt x="6055" y="2610"/>
                  <a:pt x="7961" y="3061"/>
                  <a:pt x="8970" y="4460"/>
                </a:cubicBezTo>
                <a:cubicBezTo>
                  <a:pt x="9809" y="5622"/>
                  <a:pt x="9807" y="7178"/>
                  <a:pt x="8965" y="8338"/>
                </a:cubicBezTo>
                <a:cubicBezTo>
                  <a:pt x="6771" y="11924"/>
                  <a:pt x="7613" y="16550"/>
                  <a:pt x="10936" y="19169"/>
                </a:cubicBezTo>
                <a:cubicBezTo>
                  <a:pt x="14018" y="21597"/>
                  <a:pt x="18405" y="21600"/>
                  <a:pt x="21490" y="19175"/>
                </a:cubicBezTo>
                <a:lnTo>
                  <a:pt x="21490" y="35"/>
                </a:lnTo>
                <a:lnTo>
                  <a:pt x="22" y="0"/>
                </a:lnTo>
                <a:close/>
              </a:path>
            </a:pathLst>
          </a:custGeom>
          <a:solidFill>
            <a:schemeClr val="accent3"/>
          </a:solidFill>
          <a:ln w="12700">
            <a:miter lim="400000"/>
          </a:ln>
          <a:effectLst>
            <a:outerShdw blurRad="914400" dist="25400" dir="5400000" rotWithShape="0">
              <a:srgbClr val="000000">
                <a:alpha val="50000"/>
              </a:srgbClr>
            </a:outerShdw>
          </a:effectLst>
        </p:spPr>
        <p:txBody>
          <a:bodyPr lIns="50800" tIns="50800" rIns="50800" bIns="50800" anchor="ctr"/>
          <a:lstStyle/>
          <a:p>
            <a:endParaRPr/>
          </a:p>
        </p:txBody>
      </p:sp>
      <p:sp>
        <p:nvSpPr>
          <p:cNvPr id="127" name="Circle"/>
          <p:cNvSpPr/>
          <p:nvPr/>
        </p:nvSpPr>
        <p:spPr>
          <a:xfrm>
            <a:off x="19803433" y="-1288291"/>
            <a:ext cx="2709535" cy="2709535"/>
          </a:xfrm>
          <a:prstGeom prst="ellipse">
            <a:avLst/>
          </a:prstGeom>
          <a:gradFill>
            <a:gsLst>
              <a:gs pos="0">
                <a:schemeClr val="accent2"/>
              </a:gs>
              <a:gs pos="100000">
                <a:schemeClr val="accent1"/>
              </a:gs>
            </a:gsLst>
            <a:lin ang="5400000"/>
          </a:gradFill>
          <a:ln w="12700">
            <a:miter lim="400000"/>
          </a:ln>
        </p:spPr>
        <p:txBody>
          <a:bodyPr lIns="0" tIns="0" rIns="0" bIns="0" anchor="ctr"/>
          <a:lstStyle/>
          <a:p>
            <a:pPr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/>
          </a:p>
        </p:txBody>
      </p:sp>
      <p:sp>
        <p:nvSpPr>
          <p:cNvPr id="128" name="Circle"/>
          <p:cNvSpPr/>
          <p:nvPr/>
        </p:nvSpPr>
        <p:spPr>
          <a:xfrm>
            <a:off x="21418714" y="7413590"/>
            <a:ext cx="494973" cy="494973"/>
          </a:xfrm>
          <a:prstGeom prst="ellipse">
            <a:avLst/>
          </a:prstGeom>
          <a:gradFill>
            <a:gsLst>
              <a:gs pos="0">
                <a:schemeClr val="accent2"/>
              </a:gs>
              <a:gs pos="100000">
                <a:schemeClr val="accent1"/>
              </a:gs>
            </a:gsLst>
            <a:lin ang="5400000"/>
          </a:gradFill>
          <a:ln w="12700">
            <a:miter lim="400000"/>
          </a:ln>
        </p:spPr>
        <p:txBody>
          <a:bodyPr lIns="0" tIns="0" rIns="0" bIns="0" anchor="ctr"/>
          <a:lstStyle/>
          <a:p>
            <a:pPr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/>
          </a:p>
        </p:txBody>
      </p:sp>
      <p:sp>
        <p:nvSpPr>
          <p:cNvPr id="129" name="Circle"/>
          <p:cNvSpPr/>
          <p:nvPr/>
        </p:nvSpPr>
        <p:spPr>
          <a:xfrm>
            <a:off x="3257714" y="11223590"/>
            <a:ext cx="494973" cy="494973"/>
          </a:xfrm>
          <a:prstGeom prst="ellipse">
            <a:avLst/>
          </a:prstGeom>
          <a:gradFill>
            <a:gsLst>
              <a:gs pos="0">
                <a:schemeClr val="accent2"/>
              </a:gs>
              <a:gs pos="100000">
                <a:schemeClr val="accent1"/>
              </a:gs>
            </a:gsLst>
            <a:lin ang="5400000"/>
          </a:gradFill>
          <a:ln w="12700">
            <a:miter lim="400000"/>
          </a:ln>
        </p:spPr>
        <p:txBody>
          <a:bodyPr lIns="0" tIns="0" rIns="0" bIns="0" anchor="ctr"/>
          <a:lstStyle/>
          <a:p>
            <a:pPr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/>
          </a:p>
        </p:txBody>
      </p:sp>
      <p:sp>
        <p:nvSpPr>
          <p:cNvPr id="130" name="Circle"/>
          <p:cNvSpPr/>
          <p:nvPr/>
        </p:nvSpPr>
        <p:spPr>
          <a:xfrm>
            <a:off x="1178535" y="3912012"/>
            <a:ext cx="1046530" cy="1046530"/>
          </a:xfrm>
          <a:prstGeom prst="ellipse">
            <a:avLst/>
          </a:prstGeom>
          <a:gradFill>
            <a:gsLst>
              <a:gs pos="0">
                <a:schemeClr val="accent2"/>
              </a:gs>
              <a:gs pos="100000">
                <a:schemeClr val="accent1"/>
              </a:gs>
            </a:gsLst>
            <a:lin ang="5400000"/>
          </a:gradFill>
          <a:ln w="12700">
            <a:miter lim="400000"/>
          </a:ln>
        </p:spPr>
        <p:txBody>
          <a:bodyPr lIns="0" tIns="0" rIns="0" bIns="0" anchor="ctr"/>
          <a:lstStyle/>
          <a:p>
            <a:pPr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/>
          </a:p>
        </p:txBody>
      </p:sp>
      <p:sp>
        <p:nvSpPr>
          <p:cNvPr id="131" name="Circle"/>
          <p:cNvSpPr/>
          <p:nvPr/>
        </p:nvSpPr>
        <p:spPr>
          <a:xfrm>
            <a:off x="7653501" y="-1347822"/>
            <a:ext cx="1812598" cy="1812597"/>
          </a:xfrm>
          <a:prstGeom prst="ellipse">
            <a:avLst/>
          </a:prstGeom>
          <a:gradFill>
            <a:gsLst>
              <a:gs pos="0">
                <a:schemeClr val="accent2"/>
              </a:gs>
              <a:gs pos="100000">
                <a:schemeClr val="accent1"/>
              </a:gs>
            </a:gsLst>
            <a:lin ang="5400000"/>
          </a:gradFill>
          <a:ln w="12700">
            <a:miter lim="400000"/>
          </a:ln>
        </p:spPr>
        <p:txBody>
          <a:bodyPr lIns="0" tIns="0" rIns="0" bIns="0" anchor="ctr"/>
          <a:lstStyle/>
          <a:p>
            <a:pPr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/>
          </a:p>
        </p:txBody>
      </p:sp>
      <p:sp>
        <p:nvSpPr>
          <p:cNvPr id="132" name="Circle"/>
          <p:cNvSpPr/>
          <p:nvPr/>
        </p:nvSpPr>
        <p:spPr>
          <a:xfrm>
            <a:off x="16592714" y="12010990"/>
            <a:ext cx="494973" cy="494973"/>
          </a:xfrm>
          <a:prstGeom prst="ellipse">
            <a:avLst/>
          </a:prstGeom>
          <a:gradFill>
            <a:gsLst>
              <a:gs pos="0">
                <a:schemeClr val="accent2"/>
              </a:gs>
              <a:gs pos="100000">
                <a:schemeClr val="accent1"/>
              </a:gs>
            </a:gsLst>
            <a:lin ang="5400000"/>
          </a:gradFill>
          <a:ln w="12700">
            <a:miter lim="400000"/>
          </a:ln>
        </p:spPr>
        <p:txBody>
          <a:bodyPr lIns="0" tIns="0" rIns="0" bIns="0" anchor="ctr"/>
          <a:lstStyle/>
          <a:p>
            <a:pPr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/>
          </a:p>
        </p:txBody>
      </p:sp>
      <p:sp>
        <p:nvSpPr>
          <p:cNvPr id="133" name="JEOPARDY…"/>
          <p:cNvSpPr txBox="1"/>
          <p:nvPr/>
        </p:nvSpPr>
        <p:spPr>
          <a:xfrm>
            <a:off x="4373205" y="4514440"/>
            <a:ext cx="13127384" cy="170303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50800" tIns="50800" rIns="50800" bIns="50800" anchor="ctr">
            <a:spAutoFit/>
          </a:bodyPr>
          <a:lstStyle/>
          <a:p>
            <a:pPr algn="l">
              <a:defRPr sz="15000" b="0">
                <a:solidFill>
                  <a:srgbClr val="F6C543"/>
                </a:solidFill>
                <a:latin typeface="Impact"/>
                <a:ea typeface="Impact"/>
                <a:cs typeface="Impact"/>
                <a:sym typeface="Impact"/>
              </a:defRPr>
            </a:pPr>
            <a:r>
              <a:rPr lang="zh-CN" altLang="en-US" sz="10400" dirty="0">
                <a:latin typeface="华文楷体" panose="02010600040101010101" pitchFamily="2" charset="-122"/>
                <a:ea typeface="华文楷体" panose="02010600040101010101" pitchFamily="2" charset="-122"/>
              </a:rPr>
              <a:t>工程制图</a:t>
            </a:r>
            <a:r>
              <a:rPr lang="en-US" altLang="zh-CN" sz="10400" dirty="0">
                <a:latin typeface="华文楷体" panose="02010600040101010101" pitchFamily="2" charset="-122"/>
                <a:ea typeface="华文楷体" panose="02010600040101010101" pitchFamily="2" charset="-122"/>
              </a:rPr>
              <a:t>C</a:t>
            </a:r>
            <a:r>
              <a:rPr lang="zh-CN" altLang="en-US" sz="10400" dirty="0">
                <a:latin typeface="华文楷体" panose="02010600040101010101" pitchFamily="2" charset="-122"/>
                <a:ea typeface="华文楷体" panose="02010600040101010101" pitchFamily="2" charset="-122"/>
              </a:rPr>
              <a:t>串讲</a:t>
            </a:r>
            <a:endParaRPr sz="10400" dirty="0"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134" name="Shape"/>
          <p:cNvSpPr/>
          <p:nvPr/>
        </p:nvSpPr>
        <p:spPr>
          <a:xfrm>
            <a:off x="1623485" y="7350797"/>
            <a:ext cx="1046530" cy="104640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9679" h="20595" extrusionOk="0">
                <a:moveTo>
                  <a:pt x="9839" y="0"/>
                </a:moveTo>
                <a:cubicBezTo>
                  <a:pt x="7321" y="0"/>
                  <a:pt x="4802" y="1006"/>
                  <a:pt x="2881" y="3017"/>
                </a:cubicBezTo>
                <a:cubicBezTo>
                  <a:pt x="-961" y="7038"/>
                  <a:pt x="-961" y="13557"/>
                  <a:pt x="2881" y="17578"/>
                </a:cubicBezTo>
                <a:cubicBezTo>
                  <a:pt x="6724" y="21600"/>
                  <a:pt x="12954" y="21600"/>
                  <a:pt x="16797" y="17578"/>
                </a:cubicBezTo>
                <a:cubicBezTo>
                  <a:pt x="20639" y="13557"/>
                  <a:pt x="20639" y="7038"/>
                  <a:pt x="16797" y="3017"/>
                </a:cubicBezTo>
                <a:cubicBezTo>
                  <a:pt x="14876" y="1006"/>
                  <a:pt x="12357" y="0"/>
                  <a:pt x="9839" y="0"/>
                </a:cubicBezTo>
                <a:close/>
                <a:moveTo>
                  <a:pt x="9839" y="2649"/>
                </a:moveTo>
                <a:cubicBezTo>
                  <a:pt x="11709" y="2649"/>
                  <a:pt x="13580" y="3397"/>
                  <a:pt x="15007" y="4890"/>
                </a:cubicBezTo>
                <a:cubicBezTo>
                  <a:pt x="17861" y="7877"/>
                  <a:pt x="17861" y="12718"/>
                  <a:pt x="15007" y="15705"/>
                </a:cubicBezTo>
                <a:cubicBezTo>
                  <a:pt x="12153" y="18692"/>
                  <a:pt x="7525" y="18692"/>
                  <a:pt x="4671" y="15705"/>
                </a:cubicBezTo>
                <a:cubicBezTo>
                  <a:pt x="1817" y="12718"/>
                  <a:pt x="1817" y="7877"/>
                  <a:pt x="4671" y="4890"/>
                </a:cubicBezTo>
                <a:cubicBezTo>
                  <a:pt x="6098" y="3397"/>
                  <a:pt x="7969" y="2649"/>
                  <a:pt x="9839" y="2649"/>
                </a:cubicBezTo>
                <a:close/>
              </a:path>
            </a:pathLst>
          </a:custGeom>
          <a:gradFill>
            <a:gsLst>
              <a:gs pos="0">
                <a:schemeClr val="accent2"/>
              </a:gs>
              <a:gs pos="100000">
                <a:schemeClr val="accent1"/>
              </a:gs>
            </a:gsLst>
            <a:lin ang="5400000"/>
          </a:gradFill>
          <a:ln w="12700">
            <a:miter lim="400000"/>
          </a:ln>
        </p:spPr>
        <p:txBody>
          <a:bodyPr lIns="0" tIns="0" rIns="0" bIns="0" anchor="ctr"/>
          <a:lstStyle/>
          <a:p>
            <a:pPr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/>
          </a:p>
        </p:txBody>
      </p:sp>
      <p:sp>
        <p:nvSpPr>
          <p:cNvPr id="135" name="Shape"/>
          <p:cNvSpPr/>
          <p:nvPr/>
        </p:nvSpPr>
        <p:spPr>
          <a:xfrm>
            <a:off x="18939296" y="9096486"/>
            <a:ext cx="2330506" cy="233022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9679" h="20595" extrusionOk="0">
                <a:moveTo>
                  <a:pt x="9839" y="0"/>
                </a:moveTo>
                <a:cubicBezTo>
                  <a:pt x="7321" y="0"/>
                  <a:pt x="4802" y="1006"/>
                  <a:pt x="2881" y="3017"/>
                </a:cubicBezTo>
                <a:cubicBezTo>
                  <a:pt x="-961" y="7038"/>
                  <a:pt x="-961" y="13557"/>
                  <a:pt x="2881" y="17578"/>
                </a:cubicBezTo>
                <a:cubicBezTo>
                  <a:pt x="6724" y="21600"/>
                  <a:pt x="12954" y="21600"/>
                  <a:pt x="16797" y="17578"/>
                </a:cubicBezTo>
                <a:cubicBezTo>
                  <a:pt x="20639" y="13557"/>
                  <a:pt x="20639" y="7038"/>
                  <a:pt x="16797" y="3017"/>
                </a:cubicBezTo>
                <a:cubicBezTo>
                  <a:pt x="14876" y="1006"/>
                  <a:pt x="12357" y="0"/>
                  <a:pt x="9839" y="0"/>
                </a:cubicBezTo>
                <a:close/>
                <a:moveTo>
                  <a:pt x="9839" y="2649"/>
                </a:moveTo>
                <a:cubicBezTo>
                  <a:pt x="11709" y="2649"/>
                  <a:pt x="13580" y="3397"/>
                  <a:pt x="15007" y="4890"/>
                </a:cubicBezTo>
                <a:cubicBezTo>
                  <a:pt x="17861" y="7877"/>
                  <a:pt x="17861" y="12718"/>
                  <a:pt x="15007" y="15705"/>
                </a:cubicBezTo>
                <a:cubicBezTo>
                  <a:pt x="12153" y="18692"/>
                  <a:pt x="7525" y="18692"/>
                  <a:pt x="4671" y="15705"/>
                </a:cubicBezTo>
                <a:cubicBezTo>
                  <a:pt x="1817" y="12718"/>
                  <a:pt x="1817" y="7877"/>
                  <a:pt x="4671" y="4890"/>
                </a:cubicBezTo>
                <a:cubicBezTo>
                  <a:pt x="6098" y="3397"/>
                  <a:pt x="7969" y="2649"/>
                  <a:pt x="9839" y="2649"/>
                </a:cubicBezTo>
                <a:close/>
              </a:path>
            </a:pathLst>
          </a:custGeom>
          <a:gradFill>
            <a:gsLst>
              <a:gs pos="0">
                <a:schemeClr val="accent2"/>
              </a:gs>
              <a:gs pos="100000">
                <a:schemeClr val="accent1"/>
              </a:gs>
            </a:gsLst>
            <a:lin ang="5400000"/>
          </a:gradFill>
          <a:ln w="12700">
            <a:miter lim="400000"/>
          </a:ln>
        </p:spPr>
        <p:txBody>
          <a:bodyPr lIns="0" tIns="0" rIns="0" bIns="0" anchor="ctr"/>
          <a:lstStyle/>
          <a:p>
            <a:pPr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/>
          </a:p>
        </p:txBody>
      </p:sp>
      <p:sp>
        <p:nvSpPr>
          <p:cNvPr id="136" name="Shape"/>
          <p:cNvSpPr/>
          <p:nvPr/>
        </p:nvSpPr>
        <p:spPr>
          <a:xfrm>
            <a:off x="21530096" y="2166365"/>
            <a:ext cx="4663288" cy="466272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9679" h="20595" extrusionOk="0">
                <a:moveTo>
                  <a:pt x="9839" y="0"/>
                </a:moveTo>
                <a:cubicBezTo>
                  <a:pt x="7321" y="0"/>
                  <a:pt x="4802" y="1006"/>
                  <a:pt x="2881" y="3017"/>
                </a:cubicBezTo>
                <a:cubicBezTo>
                  <a:pt x="-961" y="7038"/>
                  <a:pt x="-961" y="13557"/>
                  <a:pt x="2881" y="17578"/>
                </a:cubicBezTo>
                <a:cubicBezTo>
                  <a:pt x="6724" y="21600"/>
                  <a:pt x="12954" y="21600"/>
                  <a:pt x="16797" y="17578"/>
                </a:cubicBezTo>
                <a:cubicBezTo>
                  <a:pt x="20639" y="13557"/>
                  <a:pt x="20639" y="7038"/>
                  <a:pt x="16797" y="3017"/>
                </a:cubicBezTo>
                <a:cubicBezTo>
                  <a:pt x="14876" y="1006"/>
                  <a:pt x="12357" y="0"/>
                  <a:pt x="9839" y="0"/>
                </a:cubicBezTo>
                <a:close/>
                <a:moveTo>
                  <a:pt x="9839" y="2649"/>
                </a:moveTo>
                <a:cubicBezTo>
                  <a:pt x="11709" y="2649"/>
                  <a:pt x="13580" y="3397"/>
                  <a:pt x="15007" y="4890"/>
                </a:cubicBezTo>
                <a:cubicBezTo>
                  <a:pt x="17861" y="7877"/>
                  <a:pt x="17861" y="12718"/>
                  <a:pt x="15007" y="15705"/>
                </a:cubicBezTo>
                <a:cubicBezTo>
                  <a:pt x="12153" y="18692"/>
                  <a:pt x="7525" y="18692"/>
                  <a:pt x="4671" y="15705"/>
                </a:cubicBezTo>
                <a:cubicBezTo>
                  <a:pt x="1817" y="12718"/>
                  <a:pt x="1817" y="7877"/>
                  <a:pt x="4671" y="4890"/>
                </a:cubicBezTo>
                <a:cubicBezTo>
                  <a:pt x="6098" y="3397"/>
                  <a:pt x="7969" y="2649"/>
                  <a:pt x="9839" y="2649"/>
                </a:cubicBezTo>
                <a:close/>
              </a:path>
            </a:pathLst>
          </a:custGeom>
          <a:gradFill>
            <a:gsLst>
              <a:gs pos="0">
                <a:schemeClr val="accent2"/>
              </a:gs>
              <a:gs pos="100000">
                <a:schemeClr val="accent1"/>
              </a:gs>
            </a:gsLst>
            <a:lin ang="5400000"/>
          </a:gradFill>
          <a:ln w="12700">
            <a:miter lim="400000"/>
          </a:ln>
        </p:spPr>
        <p:txBody>
          <a:bodyPr lIns="0" tIns="0" rIns="0" bIns="0" anchor="ctr"/>
          <a:lstStyle/>
          <a:p>
            <a:pPr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/>
          </a:p>
        </p:txBody>
      </p:sp>
      <p:sp>
        <p:nvSpPr>
          <p:cNvPr id="3" name="JEOPARDY…">
            <a:extLst>
              <a:ext uri="{FF2B5EF4-FFF2-40B4-BE49-F238E27FC236}">
                <a16:creationId xmlns:a16="http://schemas.microsoft.com/office/drawing/2014/main" id="{CF427F27-6211-2A5D-A2E3-E5070F5C676C}"/>
              </a:ext>
            </a:extLst>
          </p:cNvPr>
          <p:cNvSpPr txBox="1"/>
          <p:nvPr/>
        </p:nvSpPr>
        <p:spPr>
          <a:xfrm>
            <a:off x="4441882" y="7955597"/>
            <a:ext cx="13127384" cy="157992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50800" tIns="50800" rIns="50800" bIns="50800" anchor="ctr">
            <a:spAutoFit/>
          </a:bodyPr>
          <a:lstStyle/>
          <a:p>
            <a:pPr algn="l">
              <a:defRPr sz="15000" b="0">
                <a:solidFill>
                  <a:srgbClr val="F6C543"/>
                </a:solidFill>
                <a:latin typeface="Impact"/>
                <a:ea typeface="Impact"/>
                <a:cs typeface="Impact"/>
                <a:sym typeface="Impact"/>
              </a:defRPr>
            </a:pPr>
            <a:r>
              <a:rPr lang="zh-CN" altLang="en-US" sz="4800" dirty="0">
                <a:latin typeface="华文楷体" panose="02010600040101010101" pitchFamily="2" charset="-122"/>
                <a:ea typeface="华文楷体" panose="02010600040101010101" pitchFamily="2" charset="-122"/>
              </a:rPr>
              <a:t>权熙程</a:t>
            </a:r>
            <a:endParaRPr lang="en-US" altLang="zh-CN" sz="4800" dirty="0">
              <a:latin typeface="华文楷体" panose="02010600040101010101" pitchFamily="2" charset="-122"/>
              <a:ea typeface="华文楷体" panose="02010600040101010101" pitchFamily="2" charset="-122"/>
            </a:endParaRPr>
          </a:p>
          <a:p>
            <a:pPr algn="l">
              <a:defRPr sz="15000" b="0">
                <a:solidFill>
                  <a:srgbClr val="F6C543"/>
                </a:solidFill>
                <a:latin typeface="Impact"/>
                <a:ea typeface="Impact"/>
                <a:cs typeface="Impact"/>
                <a:sym typeface="Impact"/>
              </a:defRPr>
            </a:pPr>
            <a:r>
              <a:rPr lang="en-US" sz="4800" dirty="0">
                <a:latin typeface="华文楷体" panose="02010600040101010101" pitchFamily="2" charset="-122"/>
                <a:ea typeface="华文楷体" panose="02010600040101010101" pitchFamily="2" charset="-122"/>
              </a:rPr>
              <a:t>2024.11.10</a:t>
            </a:r>
            <a:endParaRPr sz="4800" dirty="0"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</p:spTree>
  </p:cSld>
  <p:clrMapOvr>
    <a:masterClrMapping/>
  </p:clrMapOvr>
  <p:transition spd="med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Shape"/>
          <p:cNvSpPr/>
          <p:nvPr/>
        </p:nvSpPr>
        <p:spPr>
          <a:xfrm>
            <a:off x="6290541" y="12617233"/>
            <a:ext cx="2709718" cy="270939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9679" h="20595" extrusionOk="0">
                <a:moveTo>
                  <a:pt x="9839" y="0"/>
                </a:moveTo>
                <a:cubicBezTo>
                  <a:pt x="7321" y="0"/>
                  <a:pt x="4802" y="1006"/>
                  <a:pt x="2881" y="3017"/>
                </a:cubicBezTo>
                <a:cubicBezTo>
                  <a:pt x="-961" y="7038"/>
                  <a:pt x="-961" y="13557"/>
                  <a:pt x="2881" y="17578"/>
                </a:cubicBezTo>
                <a:cubicBezTo>
                  <a:pt x="6724" y="21600"/>
                  <a:pt x="12954" y="21600"/>
                  <a:pt x="16797" y="17578"/>
                </a:cubicBezTo>
                <a:cubicBezTo>
                  <a:pt x="20639" y="13557"/>
                  <a:pt x="20639" y="7038"/>
                  <a:pt x="16797" y="3017"/>
                </a:cubicBezTo>
                <a:cubicBezTo>
                  <a:pt x="14876" y="1006"/>
                  <a:pt x="12357" y="0"/>
                  <a:pt x="9839" y="0"/>
                </a:cubicBezTo>
                <a:close/>
                <a:moveTo>
                  <a:pt x="9839" y="2649"/>
                </a:moveTo>
                <a:cubicBezTo>
                  <a:pt x="11709" y="2649"/>
                  <a:pt x="13580" y="3397"/>
                  <a:pt x="15007" y="4890"/>
                </a:cubicBezTo>
                <a:cubicBezTo>
                  <a:pt x="17861" y="7877"/>
                  <a:pt x="17861" y="12718"/>
                  <a:pt x="15007" y="15705"/>
                </a:cubicBezTo>
                <a:cubicBezTo>
                  <a:pt x="12153" y="18692"/>
                  <a:pt x="7525" y="18692"/>
                  <a:pt x="4671" y="15705"/>
                </a:cubicBezTo>
                <a:cubicBezTo>
                  <a:pt x="1817" y="12718"/>
                  <a:pt x="1817" y="7877"/>
                  <a:pt x="4671" y="4890"/>
                </a:cubicBezTo>
                <a:cubicBezTo>
                  <a:pt x="6098" y="3397"/>
                  <a:pt x="7969" y="2649"/>
                  <a:pt x="9839" y="2649"/>
                </a:cubicBezTo>
                <a:close/>
              </a:path>
            </a:pathLst>
          </a:custGeom>
          <a:gradFill>
            <a:gsLst>
              <a:gs pos="0">
                <a:schemeClr val="accent2"/>
              </a:gs>
              <a:gs pos="100000">
                <a:schemeClr val="accent1"/>
              </a:gs>
            </a:gsLst>
            <a:lin ang="5400000"/>
          </a:gradFill>
          <a:ln w="12700">
            <a:miter lim="400000"/>
          </a:ln>
        </p:spPr>
        <p:txBody>
          <a:bodyPr lIns="0" tIns="0" rIns="0" bIns="0" anchor="ctr"/>
          <a:lstStyle/>
          <a:p>
            <a:pPr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/>
          </a:p>
        </p:txBody>
      </p:sp>
      <p:sp>
        <p:nvSpPr>
          <p:cNvPr id="196" name="Shape"/>
          <p:cNvSpPr/>
          <p:nvPr/>
        </p:nvSpPr>
        <p:spPr>
          <a:xfrm>
            <a:off x="14339439" y="2620192"/>
            <a:ext cx="6322300" cy="632257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800" y="0"/>
                </a:moveTo>
                <a:cubicBezTo>
                  <a:pt x="10787" y="0"/>
                  <a:pt x="10773" y="1"/>
                  <a:pt x="10759" y="1"/>
                </a:cubicBezTo>
                <a:lnTo>
                  <a:pt x="1" y="10760"/>
                </a:lnTo>
                <a:cubicBezTo>
                  <a:pt x="0" y="10900"/>
                  <a:pt x="3" y="11040"/>
                  <a:pt x="8" y="11181"/>
                </a:cubicBezTo>
                <a:lnTo>
                  <a:pt x="11180" y="9"/>
                </a:lnTo>
                <a:cubicBezTo>
                  <a:pt x="11054" y="4"/>
                  <a:pt x="10927" y="0"/>
                  <a:pt x="10800" y="0"/>
                </a:cubicBezTo>
                <a:close/>
                <a:moveTo>
                  <a:pt x="10211" y="17"/>
                </a:moveTo>
                <a:cubicBezTo>
                  <a:pt x="10057" y="25"/>
                  <a:pt x="9903" y="36"/>
                  <a:pt x="9748" y="51"/>
                </a:cubicBezTo>
                <a:lnTo>
                  <a:pt x="50" y="9749"/>
                </a:lnTo>
                <a:cubicBezTo>
                  <a:pt x="35" y="9903"/>
                  <a:pt x="25" y="10057"/>
                  <a:pt x="16" y="10212"/>
                </a:cubicBezTo>
                <a:lnTo>
                  <a:pt x="10211" y="17"/>
                </a:lnTo>
                <a:close/>
                <a:moveTo>
                  <a:pt x="11683" y="38"/>
                </a:moveTo>
                <a:lnTo>
                  <a:pt x="38" y="11684"/>
                </a:lnTo>
                <a:cubicBezTo>
                  <a:pt x="48" y="11814"/>
                  <a:pt x="62" y="11944"/>
                  <a:pt x="78" y="12075"/>
                </a:cubicBezTo>
                <a:lnTo>
                  <a:pt x="12074" y="78"/>
                </a:lnTo>
                <a:cubicBezTo>
                  <a:pt x="11944" y="63"/>
                  <a:pt x="11814" y="49"/>
                  <a:pt x="11683" y="38"/>
                </a:cubicBezTo>
                <a:close/>
                <a:moveTo>
                  <a:pt x="9136" y="131"/>
                </a:moveTo>
                <a:cubicBezTo>
                  <a:pt x="8960" y="158"/>
                  <a:pt x="8786" y="190"/>
                  <a:pt x="8611" y="226"/>
                </a:cubicBezTo>
                <a:lnTo>
                  <a:pt x="226" y="8611"/>
                </a:lnTo>
                <a:cubicBezTo>
                  <a:pt x="190" y="8786"/>
                  <a:pt x="157" y="8961"/>
                  <a:pt x="130" y="9137"/>
                </a:cubicBezTo>
                <a:lnTo>
                  <a:pt x="9136" y="131"/>
                </a:lnTo>
                <a:close/>
                <a:moveTo>
                  <a:pt x="12541" y="143"/>
                </a:moveTo>
                <a:lnTo>
                  <a:pt x="143" y="12541"/>
                </a:lnTo>
                <a:cubicBezTo>
                  <a:pt x="163" y="12663"/>
                  <a:pt x="183" y="12785"/>
                  <a:pt x="207" y="12906"/>
                </a:cubicBezTo>
                <a:lnTo>
                  <a:pt x="12906" y="208"/>
                </a:lnTo>
                <a:cubicBezTo>
                  <a:pt x="12785" y="184"/>
                  <a:pt x="12663" y="163"/>
                  <a:pt x="12541" y="143"/>
                </a:cubicBezTo>
                <a:close/>
                <a:moveTo>
                  <a:pt x="13343" y="303"/>
                </a:moveTo>
                <a:lnTo>
                  <a:pt x="303" y="13343"/>
                </a:lnTo>
                <a:cubicBezTo>
                  <a:pt x="330" y="13456"/>
                  <a:pt x="361" y="13569"/>
                  <a:pt x="392" y="13682"/>
                </a:cubicBezTo>
                <a:lnTo>
                  <a:pt x="13682" y="393"/>
                </a:lnTo>
                <a:cubicBezTo>
                  <a:pt x="13569" y="362"/>
                  <a:pt x="13456" y="331"/>
                  <a:pt x="13343" y="303"/>
                </a:cubicBezTo>
                <a:close/>
                <a:moveTo>
                  <a:pt x="7909" y="395"/>
                </a:moveTo>
                <a:cubicBezTo>
                  <a:pt x="7701" y="452"/>
                  <a:pt x="7495" y="515"/>
                  <a:pt x="7290" y="585"/>
                </a:cubicBezTo>
                <a:lnTo>
                  <a:pt x="584" y="7290"/>
                </a:lnTo>
                <a:cubicBezTo>
                  <a:pt x="514" y="7495"/>
                  <a:pt x="452" y="7702"/>
                  <a:pt x="394" y="7909"/>
                </a:cubicBezTo>
                <a:lnTo>
                  <a:pt x="7909" y="395"/>
                </a:lnTo>
                <a:close/>
                <a:moveTo>
                  <a:pt x="14094" y="515"/>
                </a:moveTo>
                <a:lnTo>
                  <a:pt x="514" y="14094"/>
                </a:lnTo>
                <a:cubicBezTo>
                  <a:pt x="549" y="14202"/>
                  <a:pt x="583" y="14310"/>
                  <a:pt x="620" y="14417"/>
                </a:cubicBezTo>
                <a:lnTo>
                  <a:pt x="14417" y="621"/>
                </a:lnTo>
                <a:cubicBezTo>
                  <a:pt x="14310" y="583"/>
                  <a:pt x="14202" y="549"/>
                  <a:pt x="14094" y="515"/>
                </a:cubicBezTo>
                <a:close/>
                <a:moveTo>
                  <a:pt x="14804" y="767"/>
                </a:moveTo>
                <a:lnTo>
                  <a:pt x="767" y="14804"/>
                </a:lnTo>
                <a:cubicBezTo>
                  <a:pt x="807" y="14905"/>
                  <a:pt x="851" y="15004"/>
                  <a:pt x="894" y="15104"/>
                </a:cubicBezTo>
                <a:lnTo>
                  <a:pt x="15104" y="895"/>
                </a:lnTo>
                <a:cubicBezTo>
                  <a:pt x="15004" y="852"/>
                  <a:pt x="14905" y="807"/>
                  <a:pt x="14804" y="767"/>
                </a:cubicBezTo>
                <a:close/>
                <a:moveTo>
                  <a:pt x="6411" y="932"/>
                </a:moveTo>
                <a:cubicBezTo>
                  <a:pt x="6118" y="1062"/>
                  <a:pt x="5831" y="1206"/>
                  <a:pt x="5549" y="1363"/>
                </a:cubicBezTo>
                <a:lnTo>
                  <a:pt x="1362" y="5549"/>
                </a:lnTo>
                <a:cubicBezTo>
                  <a:pt x="1205" y="5832"/>
                  <a:pt x="1061" y="6119"/>
                  <a:pt x="931" y="6411"/>
                </a:cubicBezTo>
                <a:lnTo>
                  <a:pt x="6411" y="932"/>
                </a:lnTo>
                <a:close/>
                <a:moveTo>
                  <a:pt x="15470" y="1061"/>
                </a:moveTo>
                <a:lnTo>
                  <a:pt x="1060" y="15471"/>
                </a:lnTo>
                <a:cubicBezTo>
                  <a:pt x="1106" y="15567"/>
                  <a:pt x="1153" y="15664"/>
                  <a:pt x="1202" y="15759"/>
                </a:cubicBezTo>
                <a:lnTo>
                  <a:pt x="15759" y="1203"/>
                </a:lnTo>
                <a:cubicBezTo>
                  <a:pt x="15663" y="1153"/>
                  <a:pt x="15567" y="1107"/>
                  <a:pt x="15470" y="1061"/>
                </a:cubicBezTo>
                <a:close/>
                <a:moveTo>
                  <a:pt x="16103" y="1391"/>
                </a:moveTo>
                <a:lnTo>
                  <a:pt x="1391" y="16103"/>
                </a:lnTo>
                <a:cubicBezTo>
                  <a:pt x="1442" y="16194"/>
                  <a:pt x="1494" y="16285"/>
                  <a:pt x="1549" y="16375"/>
                </a:cubicBezTo>
                <a:lnTo>
                  <a:pt x="16375" y="1549"/>
                </a:lnTo>
                <a:cubicBezTo>
                  <a:pt x="16285" y="1495"/>
                  <a:pt x="16194" y="1442"/>
                  <a:pt x="16103" y="1391"/>
                </a:cubicBezTo>
                <a:close/>
                <a:moveTo>
                  <a:pt x="16703" y="1754"/>
                </a:moveTo>
                <a:lnTo>
                  <a:pt x="1753" y="16703"/>
                </a:lnTo>
                <a:cubicBezTo>
                  <a:pt x="1809" y="16788"/>
                  <a:pt x="1869" y="16872"/>
                  <a:pt x="1928" y="16956"/>
                </a:cubicBezTo>
                <a:lnTo>
                  <a:pt x="16956" y="1928"/>
                </a:lnTo>
                <a:cubicBezTo>
                  <a:pt x="16872" y="1869"/>
                  <a:pt x="16788" y="1810"/>
                  <a:pt x="16703" y="1754"/>
                </a:cubicBezTo>
                <a:close/>
                <a:moveTo>
                  <a:pt x="17267" y="2151"/>
                </a:moveTo>
                <a:lnTo>
                  <a:pt x="2151" y="17267"/>
                </a:lnTo>
                <a:cubicBezTo>
                  <a:pt x="2212" y="17349"/>
                  <a:pt x="2274" y="17430"/>
                  <a:pt x="2338" y="17510"/>
                </a:cubicBezTo>
                <a:lnTo>
                  <a:pt x="17510" y="2338"/>
                </a:lnTo>
                <a:cubicBezTo>
                  <a:pt x="17430" y="2275"/>
                  <a:pt x="17349" y="2212"/>
                  <a:pt x="17267" y="2151"/>
                </a:cubicBezTo>
                <a:close/>
                <a:moveTo>
                  <a:pt x="3805" y="2574"/>
                </a:moveTo>
                <a:cubicBezTo>
                  <a:pt x="3586" y="2761"/>
                  <a:pt x="3370" y="2956"/>
                  <a:pt x="3163" y="3163"/>
                </a:cubicBezTo>
                <a:cubicBezTo>
                  <a:pt x="2955" y="3371"/>
                  <a:pt x="2761" y="3586"/>
                  <a:pt x="2574" y="3806"/>
                </a:cubicBezTo>
                <a:lnTo>
                  <a:pt x="3805" y="2574"/>
                </a:lnTo>
                <a:close/>
                <a:moveTo>
                  <a:pt x="17801" y="2579"/>
                </a:moveTo>
                <a:lnTo>
                  <a:pt x="2579" y="17801"/>
                </a:lnTo>
                <a:cubicBezTo>
                  <a:pt x="2645" y="17878"/>
                  <a:pt x="2709" y="17957"/>
                  <a:pt x="2777" y="18032"/>
                </a:cubicBezTo>
                <a:lnTo>
                  <a:pt x="18032" y="2777"/>
                </a:lnTo>
                <a:cubicBezTo>
                  <a:pt x="17957" y="2709"/>
                  <a:pt x="17878" y="2645"/>
                  <a:pt x="17801" y="2579"/>
                </a:cubicBezTo>
                <a:close/>
                <a:moveTo>
                  <a:pt x="18304" y="3036"/>
                </a:moveTo>
                <a:lnTo>
                  <a:pt x="3036" y="18304"/>
                </a:lnTo>
                <a:cubicBezTo>
                  <a:pt x="3079" y="18349"/>
                  <a:pt x="3119" y="18394"/>
                  <a:pt x="3163" y="18438"/>
                </a:cubicBezTo>
                <a:cubicBezTo>
                  <a:pt x="3191" y="18466"/>
                  <a:pt x="3222" y="18492"/>
                  <a:pt x="3250" y="18521"/>
                </a:cubicBezTo>
                <a:lnTo>
                  <a:pt x="18521" y="3251"/>
                </a:lnTo>
                <a:cubicBezTo>
                  <a:pt x="18492" y="3222"/>
                  <a:pt x="18466" y="3192"/>
                  <a:pt x="18438" y="3163"/>
                </a:cubicBezTo>
                <a:cubicBezTo>
                  <a:pt x="18394" y="3119"/>
                  <a:pt x="18348" y="3079"/>
                  <a:pt x="18304" y="3036"/>
                </a:cubicBezTo>
                <a:close/>
                <a:moveTo>
                  <a:pt x="18781" y="3523"/>
                </a:moveTo>
                <a:lnTo>
                  <a:pt x="3522" y="18781"/>
                </a:lnTo>
                <a:cubicBezTo>
                  <a:pt x="3598" y="18850"/>
                  <a:pt x="3676" y="18915"/>
                  <a:pt x="3753" y="18982"/>
                </a:cubicBezTo>
                <a:lnTo>
                  <a:pt x="18982" y="3753"/>
                </a:lnTo>
                <a:cubicBezTo>
                  <a:pt x="18915" y="3676"/>
                  <a:pt x="18850" y="3598"/>
                  <a:pt x="18781" y="3523"/>
                </a:cubicBezTo>
                <a:close/>
                <a:moveTo>
                  <a:pt x="19224" y="4041"/>
                </a:moveTo>
                <a:lnTo>
                  <a:pt x="4041" y="19224"/>
                </a:lnTo>
                <a:cubicBezTo>
                  <a:pt x="4121" y="19289"/>
                  <a:pt x="4202" y="19350"/>
                  <a:pt x="4283" y="19412"/>
                </a:cubicBezTo>
                <a:lnTo>
                  <a:pt x="19412" y="4283"/>
                </a:lnTo>
                <a:cubicBezTo>
                  <a:pt x="19350" y="4202"/>
                  <a:pt x="19289" y="4121"/>
                  <a:pt x="19224" y="4041"/>
                </a:cubicBezTo>
                <a:close/>
                <a:moveTo>
                  <a:pt x="19637" y="4591"/>
                </a:moveTo>
                <a:lnTo>
                  <a:pt x="4591" y="19637"/>
                </a:lnTo>
                <a:cubicBezTo>
                  <a:pt x="4675" y="19696"/>
                  <a:pt x="4758" y="19757"/>
                  <a:pt x="4843" y="19813"/>
                </a:cubicBezTo>
                <a:lnTo>
                  <a:pt x="19813" y="4844"/>
                </a:lnTo>
                <a:cubicBezTo>
                  <a:pt x="19757" y="4758"/>
                  <a:pt x="19696" y="4675"/>
                  <a:pt x="19637" y="4591"/>
                </a:cubicBezTo>
                <a:close/>
                <a:moveTo>
                  <a:pt x="20019" y="5172"/>
                </a:moveTo>
                <a:lnTo>
                  <a:pt x="5172" y="20019"/>
                </a:lnTo>
                <a:cubicBezTo>
                  <a:pt x="5261" y="20073"/>
                  <a:pt x="5351" y="20126"/>
                  <a:pt x="5441" y="20178"/>
                </a:cubicBezTo>
                <a:lnTo>
                  <a:pt x="20178" y="5441"/>
                </a:lnTo>
                <a:cubicBezTo>
                  <a:pt x="20126" y="5351"/>
                  <a:pt x="20073" y="5261"/>
                  <a:pt x="20019" y="5172"/>
                </a:cubicBezTo>
                <a:close/>
                <a:moveTo>
                  <a:pt x="20369" y="5782"/>
                </a:moveTo>
                <a:lnTo>
                  <a:pt x="5782" y="20369"/>
                </a:lnTo>
                <a:cubicBezTo>
                  <a:pt x="5877" y="20419"/>
                  <a:pt x="5974" y="20463"/>
                  <a:pt x="6071" y="20510"/>
                </a:cubicBezTo>
                <a:lnTo>
                  <a:pt x="20510" y="6071"/>
                </a:lnTo>
                <a:cubicBezTo>
                  <a:pt x="20463" y="5975"/>
                  <a:pt x="20419" y="5878"/>
                  <a:pt x="20369" y="5782"/>
                </a:cubicBezTo>
                <a:close/>
                <a:moveTo>
                  <a:pt x="20679" y="6434"/>
                </a:moveTo>
                <a:lnTo>
                  <a:pt x="6434" y="20679"/>
                </a:lnTo>
                <a:cubicBezTo>
                  <a:pt x="6534" y="20723"/>
                  <a:pt x="6633" y="20769"/>
                  <a:pt x="6734" y="20809"/>
                </a:cubicBezTo>
                <a:lnTo>
                  <a:pt x="20809" y="6735"/>
                </a:lnTo>
                <a:cubicBezTo>
                  <a:pt x="20769" y="6634"/>
                  <a:pt x="20723" y="6534"/>
                  <a:pt x="20679" y="6434"/>
                </a:cubicBezTo>
                <a:close/>
                <a:moveTo>
                  <a:pt x="20956" y="7121"/>
                </a:moveTo>
                <a:lnTo>
                  <a:pt x="7120" y="20956"/>
                </a:lnTo>
                <a:cubicBezTo>
                  <a:pt x="7226" y="20994"/>
                  <a:pt x="7333" y="21030"/>
                  <a:pt x="7439" y="21065"/>
                </a:cubicBezTo>
                <a:lnTo>
                  <a:pt x="21065" y="7439"/>
                </a:lnTo>
                <a:cubicBezTo>
                  <a:pt x="21030" y="7333"/>
                  <a:pt x="20994" y="7226"/>
                  <a:pt x="20956" y="7121"/>
                </a:cubicBezTo>
                <a:close/>
                <a:moveTo>
                  <a:pt x="21190" y="7848"/>
                </a:moveTo>
                <a:lnTo>
                  <a:pt x="7848" y="21190"/>
                </a:lnTo>
                <a:cubicBezTo>
                  <a:pt x="7960" y="21221"/>
                  <a:pt x="8073" y="21252"/>
                  <a:pt x="8186" y="21280"/>
                </a:cubicBezTo>
                <a:lnTo>
                  <a:pt x="21280" y="8186"/>
                </a:lnTo>
                <a:cubicBezTo>
                  <a:pt x="21252" y="8073"/>
                  <a:pt x="21221" y="7960"/>
                  <a:pt x="21190" y="7848"/>
                </a:cubicBezTo>
                <a:close/>
                <a:moveTo>
                  <a:pt x="21378" y="8623"/>
                </a:moveTo>
                <a:lnTo>
                  <a:pt x="8623" y="21378"/>
                </a:lnTo>
                <a:cubicBezTo>
                  <a:pt x="8743" y="21402"/>
                  <a:pt x="8863" y="21424"/>
                  <a:pt x="8984" y="21445"/>
                </a:cubicBezTo>
                <a:lnTo>
                  <a:pt x="21445" y="8984"/>
                </a:lnTo>
                <a:cubicBezTo>
                  <a:pt x="21424" y="8864"/>
                  <a:pt x="21402" y="8743"/>
                  <a:pt x="21378" y="8623"/>
                </a:cubicBezTo>
                <a:close/>
                <a:moveTo>
                  <a:pt x="21514" y="9448"/>
                </a:moveTo>
                <a:lnTo>
                  <a:pt x="9447" y="21514"/>
                </a:lnTo>
                <a:cubicBezTo>
                  <a:pt x="9576" y="21530"/>
                  <a:pt x="9704" y="21546"/>
                  <a:pt x="9833" y="21557"/>
                </a:cubicBezTo>
                <a:lnTo>
                  <a:pt x="21557" y="9834"/>
                </a:lnTo>
                <a:cubicBezTo>
                  <a:pt x="21546" y="9705"/>
                  <a:pt x="21530" y="9576"/>
                  <a:pt x="21514" y="9448"/>
                </a:cubicBezTo>
                <a:close/>
                <a:moveTo>
                  <a:pt x="21590" y="10333"/>
                </a:moveTo>
                <a:lnTo>
                  <a:pt x="10332" y="21590"/>
                </a:lnTo>
                <a:cubicBezTo>
                  <a:pt x="10473" y="21596"/>
                  <a:pt x="10613" y="21599"/>
                  <a:pt x="10753" y="21600"/>
                </a:cubicBezTo>
                <a:lnTo>
                  <a:pt x="21600" y="10754"/>
                </a:lnTo>
                <a:cubicBezTo>
                  <a:pt x="21599" y="10613"/>
                  <a:pt x="21596" y="10473"/>
                  <a:pt x="21590" y="10333"/>
                </a:cubicBezTo>
                <a:close/>
                <a:moveTo>
                  <a:pt x="21590" y="11296"/>
                </a:moveTo>
                <a:lnTo>
                  <a:pt x="11295" y="21590"/>
                </a:lnTo>
                <a:cubicBezTo>
                  <a:pt x="11449" y="21583"/>
                  <a:pt x="11603" y="21572"/>
                  <a:pt x="11757" y="21558"/>
                </a:cubicBezTo>
                <a:lnTo>
                  <a:pt x="21558" y="11757"/>
                </a:lnTo>
                <a:cubicBezTo>
                  <a:pt x="21572" y="11603"/>
                  <a:pt x="21583" y="11450"/>
                  <a:pt x="21590" y="11296"/>
                </a:cubicBezTo>
                <a:close/>
                <a:moveTo>
                  <a:pt x="21489" y="12358"/>
                </a:moveTo>
                <a:lnTo>
                  <a:pt x="12358" y="21489"/>
                </a:lnTo>
                <a:cubicBezTo>
                  <a:pt x="12531" y="21464"/>
                  <a:pt x="12703" y="21434"/>
                  <a:pt x="12876" y="21400"/>
                </a:cubicBezTo>
                <a:lnTo>
                  <a:pt x="21400" y="12876"/>
                </a:lnTo>
                <a:cubicBezTo>
                  <a:pt x="21434" y="12704"/>
                  <a:pt x="21464" y="12531"/>
                  <a:pt x="21489" y="12358"/>
                </a:cubicBezTo>
                <a:close/>
                <a:moveTo>
                  <a:pt x="21239" y="13569"/>
                </a:moveTo>
                <a:lnTo>
                  <a:pt x="13569" y="21239"/>
                </a:lnTo>
                <a:cubicBezTo>
                  <a:pt x="13774" y="21185"/>
                  <a:pt x="13978" y="21125"/>
                  <a:pt x="14181" y="21058"/>
                </a:cubicBezTo>
                <a:lnTo>
                  <a:pt x="21058" y="14181"/>
                </a:lnTo>
                <a:cubicBezTo>
                  <a:pt x="21125" y="13978"/>
                  <a:pt x="21185" y="13774"/>
                  <a:pt x="21239" y="13569"/>
                </a:cubicBezTo>
                <a:close/>
                <a:moveTo>
                  <a:pt x="20736" y="15035"/>
                </a:moveTo>
                <a:lnTo>
                  <a:pt x="15035" y="20736"/>
                </a:lnTo>
                <a:cubicBezTo>
                  <a:pt x="15310" y="20619"/>
                  <a:pt x="15581" y="20493"/>
                  <a:pt x="15848" y="20352"/>
                </a:cubicBezTo>
                <a:lnTo>
                  <a:pt x="20352" y="15848"/>
                </a:lnTo>
                <a:cubicBezTo>
                  <a:pt x="20493" y="15581"/>
                  <a:pt x="20619" y="15310"/>
                  <a:pt x="20736" y="15035"/>
                </a:cubicBezTo>
                <a:close/>
                <a:moveTo>
                  <a:pt x="19400" y="17332"/>
                </a:moveTo>
                <a:lnTo>
                  <a:pt x="17332" y="19400"/>
                </a:lnTo>
                <a:cubicBezTo>
                  <a:pt x="17716" y="19108"/>
                  <a:pt x="18087" y="18789"/>
                  <a:pt x="18438" y="18438"/>
                </a:cubicBezTo>
                <a:cubicBezTo>
                  <a:pt x="18788" y="18087"/>
                  <a:pt x="19107" y="17716"/>
                  <a:pt x="19400" y="17332"/>
                </a:cubicBezTo>
                <a:close/>
              </a:path>
            </a:pathLst>
          </a:custGeom>
          <a:solidFill>
            <a:schemeClr val="accent4"/>
          </a:solidFill>
          <a:ln w="12700">
            <a:miter lim="400000"/>
          </a:ln>
        </p:spPr>
        <p:txBody>
          <a:bodyPr lIns="0" tIns="0" rIns="0" bIns="0" anchor="ctr"/>
          <a:lstStyle/>
          <a:p>
            <a:pPr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/>
          </a:p>
        </p:txBody>
      </p:sp>
      <p:sp>
        <p:nvSpPr>
          <p:cNvPr id="197" name="Shape"/>
          <p:cNvSpPr/>
          <p:nvPr/>
        </p:nvSpPr>
        <p:spPr>
          <a:xfrm>
            <a:off x="5513585" y="9836851"/>
            <a:ext cx="2709536" cy="270965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800" y="0"/>
                </a:moveTo>
                <a:cubicBezTo>
                  <a:pt x="10787" y="0"/>
                  <a:pt x="10773" y="1"/>
                  <a:pt x="10759" y="1"/>
                </a:cubicBezTo>
                <a:lnTo>
                  <a:pt x="1" y="10760"/>
                </a:lnTo>
                <a:cubicBezTo>
                  <a:pt x="0" y="10900"/>
                  <a:pt x="3" y="11040"/>
                  <a:pt x="8" y="11181"/>
                </a:cubicBezTo>
                <a:lnTo>
                  <a:pt x="11180" y="9"/>
                </a:lnTo>
                <a:cubicBezTo>
                  <a:pt x="11054" y="4"/>
                  <a:pt x="10927" y="0"/>
                  <a:pt x="10800" y="0"/>
                </a:cubicBezTo>
                <a:close/>
                <a:moveTo>
                  <a:pt x="10211" y="17"/>
                </a:moveTo>
                <a:cubicBezTo>
                  <a:pt x="10057" y="25"/>
                  <a:pt x="9903" y="36"/>
                  <a:pt x="9748" y="51"/>
                </a:cubicBezTo>
                <a:lnTo>
                  <a:pt x="50" y="9749"/>
                </a:lnTo>
                <a:cubicBezTo>
                  <a:pt x="35" y="9903"/>
                  <a:pt x="25" y="10057"/>
                  <a:pt x="16" y="10212"/>
                </a:cubicBezTo>
                <a:lnTo>
                  <a:pt x="10211" y="17"/>
                </a:lnTo>
                <a:close/>
                <a:moveTo>
                  <a:pt x="11683" y="38"/>
                </a:moveTo>
                <a:lnTo>
                  <a:pt x="38" y="11684"/>
                </a:lnTo>
                <a:cubicBezTo>
                  <a:pt x="48" y="11814"/>
                  <a:pt x="62" y="11944"/>
                  <a:pt x="78" y="12075"/>
                </a:cubicBezTo>
                <a:lnTo>
                  <a:pt x="12074" y="78"/>
                </a:lnTo>
                <a:cubicBezTo>
                  <a:pt x="11944" y="63"/>
                  <a:pt x="11814" y="49"/>
                  <a:pt x="11683" y="38"/>
                </a:cubicBezTo>
                <a:close/>
                <a:moveTo>
                  <a:pt x="9136" y="131"/>
                </a:moveTo>
                <a:cubicBezTo>
                  <a:pt x="8960" y="158"/>
                  <a:pt x="8786" y="190"/>
                  <a:pt x="8611" y="226"/>
                </a:cubicBezTo>
                <a:lnTo>
                  <a:pt x="226" y="8611"/>
                </a:lnTo>
                <a:cubicBezTo>
                  <a:pt x="190" y="8786"/>
                  <a:pt x="157" y="8961"/>
                  <a:pt x="130" y="9137"/>
                </a:cubicBezTo>
                <a:lnTo>
                  <a:pt x="9136" y="131"/>
                </a:lnTo>
                <a:close/>
                <a:moveTo>
                  <a:pt x="12541" y="143"/>
                </a:moveTo>
                <a:lnTo>
                  <a:pt x="143" y="12541"/>
                </a:lnTo>
                <a:cubicBezTo>
                  <a:pt x="163" y="12663"/>
                  <a:pt x="183" y="12785"/>
                  <a:pt x="207" y="12906"/>
                </a:cubicBezTo>
                <a:lnTo>
                  <a:pt x="12906" y="208"/>
                </a:lnTo>
                <a:cubicBezTo>
                  <a:pt x="12785" y="184"/>
                  <a:pt x="12663" y="163"/>
                  <a:pt x="12541" y="143"/>
                </a:cubicBezTo>
                <a:close/>
                <a:moveTo>
                  <a:pt x="13343" y="303"/>
                </a:moveTo>
                <a:lnTo>
                  <a:pt x="303" y="13343"/>
                </a:lnTo>
                <a:cubicBezTo>
                  <a:pt x="330" y="13456"/>
                  <a:pt x="361" y="13569"/>
                  <a:pt x="392" y="13682"/>
                </a:cubicBezTo>
                <a:lnTo>
                  <a:pt x="13682" y="393"/>
                </a:lnTo>
                <a:cubicBezTo>
                  <a:pt x="13569" y="362"/>
                  <a:pt x="13456" y="331"/>
                  <a:pt x="13343" y="303"/>
                </a:cubicBezTo>
                <a:close/>
                <a:moveTo>
                  <a:pt x="7909" y="395"/>
                </a:moveTo>
                <a:cubicBezTo>
                  <a:pt x="7701" y="452"/>
                  <a:pt x="7495" y="515"/>
                  <a:pt x="7290" y="585"/>
                </a:cubicBezTo>
                <a:lnTo>
                  <a:pt x="584" y="7290"/>
                </a:lnTo>
                <a:cubicBezTo>
                  <a:pt x="514" y="7495"/>
                  <a:pt x="452" y="7702"/>
                  <a:pt x="394" y="7909"/>
                </a:cubicBezTo>
                <a:lnTo>
                  <a:pt x="7909" y="395"/>
                </a:lnTo>
                <a:close/>
                <a:moveTo>
                  <a:pt x="14094" y="515"/>
                </a:moveTo>
                <a:lnTo>
                  <a:pt x="514" y="14094"/>
                </a:lnTo>
                <a:cubicBezTo>
                  <a:pt x="549" y="14202"/>
                  <a:pt x="583" y="14310"/>
                  <a:pt x="620" y="14417"/>
                </a:cubicBezTo>
                <a:lnTo>
                  <a:pt x="14417" y="621"/>
                </a:lnTo>
                <a:cubicBezTo>
                  <a:pt x="14310" y="583"/>
                  <a:pt x="14202" y="549"/>
                  <a:pt x="14094" y="515"/>
                </a:cubicBezTo>
                <a:close/>
                <a:moveTo>
                  <a:pt x="14804" y="767"/>
                </a:moveTo>
                <a:lnTo>
                  <a:pt x="767" y="14804"/>
                </a:lnTo>
                <a:cubicBezTo>
                  <a:pt x="807" y="14905"/>
                  <a:pt x="851" y="15004"/>
                  <a:pt x="894" y="15104"/>
                </a:cubicBezTo>
                <a:lnTo>
                  <a:pt x="15104" y="895"/>
                </a:lnTo>
                <a:cubicBezTo>
                  <a:pt x="15004" y="852"/>
                  <a:pt x="14905" y="807"/>
                  <a:pt x="14804" y="767"/>
                </a:cubicBezTo>
                <a:close/>
                <a:moveTo>
                  <a:pt x="6411" y="932"/>
                </a:moveTo>
                <a:cubicBezTo>
                  <a:pt x="6118" y="1062"/>
                  <a:pt x="5831" y="1206"/>
                  <a:pt x="5549" y="1363"/>
                </a:cubicBezTo>
                <a:lnTo>
                  <a:pt x="1362" y="5549"/>
                </a:lnTo>
                <a:cubicBezTo>
                  <a:pt x="1205" y="5832"/>
                  <a:pt x="1061" y="6119"/>
                  <a:pt x="931" y="6411"/>
                </a:cubicBezTo>
                <a:lnTo>
                  <a:pt x="6411" y="932"/>
                </a:lnTo>
                <a:close/>
                <a:moveTo>
                  <a:pt x="15470" y="1061"/>
                </a:moveTo>
                <a:lnTo>
                  <a:pt x="1060" y="15471"/>
                </a:lnTo>
                <a:cubicBezTo>
                  <a:pt x="1106" y="15567"/>
                  <a:pt x="1153" y="15664"/>
                  <a:pt x="1202" y="15759"/>
                </a:cubicBezTo>
                <a:lnTo>
                  <a:pt x="15759" y="1203"/>
                </a:lnTo>
                <a:cubicBezTo>
                  <a:pt x="15663" y="1153"/>
                  <a:pt x="15567" y="1107"/>
                  <a:pt x="15470" y="1061"/>
                </a:cubicBezTo>
                <a:close/>
                <a:moveTo>
                  <a:pt x="16103" y="1391"/>
                </a:moveTo>
                <a:lnTo>
                  <a:pt x="1391" y="16103"/>
                </a:lnTo>
                <a:cubicBezTo>
                  <a:pt x="1442" y="16194"/>
                  <a:pt x="1494" y="16285"/>
                  <a:pt x="1548" y="16375"/>
                </a:cubicBezTo>
                <a:lnTo>
                  <a:pt x="16375" y="1549"/>
                </a:lnTo>
                <a:cubicBezTo>
                  <a:pt x="16285" y="1495"/>
                  <a:pt x="16194" y="1442"/>
                  <a:pt x="16103" y="1391"/>
                </a:cubicBezTo>
                <a:close/>
                <a:moveTo>
                  <a:pt x="16703" y="1754"/>
                </a:moveTo>
                <a:lnTo>
                  <a:pt x="1753" y="16703"/>
                </a:lnTo>
                <a:cubicBezTo>
                  <a:pt x="1809" y="16788"/>
                  <a:pt x="1869" y="16872"/>
                  <a:pt x="1928" y="16956"/>
                </a:cubicBezTo>
                <a:lnTo>
                  <a:pt x="16956" y="1928"/>
                </a:lnTo>
                <a:cubicBezTo>
                  <a:pt x="16872" y="1869"/>
                  <a:pt x="16788" y="1810"/>
                  <a:pt x="16703" y="1754"/>
                </a:cubicBezTo>
                <a:close/>
                <a:moveTo>
                  <a:pt x="17267" y="2151"/>
                </a:moveTo>
                <a:lnTo>
                  <a:pt x="2151" y="17267"/>
                </a:lnTo>
                <a:cubicBezTo>
                  <a:pt x="2212" y="17349"/>
                  <a:pt x="2274" y="17430"/>
                  <a:pt x="2338" y="17510"/>
                </a:cubicBezTo>
                <a:lnTo>
                  <a:pt x="17510" y="2338"/>
                </a:lnTo>
                <a:cubicBezTo>
                  <a:pt x="17430" y="2275"/>
                  <a:pt x="17349" y="2212"/>
                  <a:pt x="17267" y="2151"/>
                </a:cubicBezTo>
                <a:close/>
                <a:moveTo>
                  <a:pt x="3805" y="2574"/>
                </a:moveTo>
                <a:cubicBezTo>
                  <a:pt x="3586" y="2761"/>
                  <a:pt x="3370" y="2956"/>
                  <a:pt x="3163" y="3163"/>
                </a:cubicBezTo>
                <a:cubicBezTo>
                  <a:pt x="2955" y="3371"/>
                  <a:pt x="2761" y="3586"/>
                  <a:pt x="2574" y="3806"/>
                </a:cubicBezTo>
                <a:lnTo>
                  <a:pt x="3805" y="2574"/>
                </a:lnTo>
                <a:close/>
                <a:moveTo>
                  <a:pt x="17801" y="2579"/>
                </a:moveTo>
                <a:lnTo>
                  <a:pt x="2579" y="17801"/>
                </a:lnTo>
                <a:cubicBezTo>
                  <a:pt x="2645" y="17878"/>
                  <a:pt x="2709" y="17957"/>
                  <a:pt x="2777" y="18032"/>
                </a:cubicBezTo>
                <a:lnTo>
                  <a:pt x="18032" y="2777"/>
                </a:lnTo>
                <a:cubicBezTo>
                  <a:pt x="17957" y="2709"/>
                  <a:pt x="17878" y="2645"/>
                  <a:pt x="17801" y="2579"/>
                </a:cubicBezTo>
                <a:close/>
                <a:moveTo>
                  <a:pt x="18304" y="3036"/>
                </a:moveTo>
                <a:lnTo>
                  <a:pt x="3036" y="18304"/>
                </a:lnTo>
                <a:cubicBezTo>
                  <a:pt x="3079" y="18349"/>
                  <a:pt x="3119" y="18394"/>
                  <a:pt x="3163" y="18438"/>
                </a:cubicBezTo>
                <a:cubicBezTo>
                  <a:pt x="3191" y="18466"/>
                  <a:pt x="3222" y="18492"/>
                  <a:pt x="3250" y="18521"/>
                </a:cubicBezTo>
                <a:lnTo>
                  <a:pt x="18521" y="3251"/>
                </a:lnTo>
                <a:cubicBezTo>
                  <a:pt x="18492" y="3222"/>
                  <a:pt x="18466" y="3192"/>
                  <a:pt x="18438" y="3163"/>
                </a:cubicBezTo>
                <a:cubicBezTo>
                  <a:pt x="18394" y="3119"/>
                  <a:pt x="18348" y="3079"/>
                  <a:pt x="18304" y="3036"/>
                </a:cubicBezTo>
                <a:close/>
                <a:moveTo>
                  <a:pt x="18781" y="3523"/>
                </a:moveTo>
                <a:lnTo>
                  <a:pt x="3522" y="18781"/>
                </a:lnTo>
                <a:cubicBezTo>
                  <a:pt x="3598" y="18850"/>
                  <a:pt x="3676" y="18915"/>
                  <a:pt x="3753" y="18982"/>
                </a:cubicBezTo>
                <a:lnTo>
                  <a:pt x="18982" y="3753"/>
                </a:lnTo>
                <a:cubicBezTo>
                  <a:pt x="18915" y="3676"/>
                  <a:pt x="18850" y="3598"/>
                  <a:pt x="18781" y="3523"/>
                </a:cubicBezTo>
                <a:close/>
                <a:moveTo>
                  <a:pt x="19224" y="4041"/>
                </a:moveTo>
                <a:lnTo>
                  <a:pt x="4041" y="19224"/>
                </a:lnTo>
                <a:cubicBezTo>
                  <a:pt x="4121" y="19289"/>
                  <a:pt x="4202" y="19350"/>
                  <a:pt x="4283" y="19412"/>
                </a:cubicBezTo>
                <a:lnTo>
                  <a:pt x="19412" y="4283"/>
                </a:lnTo>
                <a:cubicBezTo>
                  <a:pt x="19350" y="4202"/>
                  <a:pt x="19289" y="4121"/>
                  <a:pt x="19224" y="4041"/>
                </a:cubicBezTo>
                <a:close/>
                <a:moveTo>
                  <a:pt x="19637" y="4591"/>
                </a:moveTo>
                <a:lnTo>
                  <a:pt x="4591" y="19637"/>
                </a:lnTo>
                <a:cubicBezTo>
                  <a:pt x="4675" y="19696"/>
                  <a:pt x="4758" y="19757"/>
                  <a:pt x="4843" y="19813"/>
                </a:cubicBezTo>
                <a:lnTo>
                  <a:pt x="19813" y="4844"/>
                </a:lnTo>
                <a:cubicBezTo>
                  <a:pt x="19757" y="4758"/>
                  <a:pt x="19696" y="4675"/>
                  <a:pt x="19637" y="4591"/>
                </a:cubicBezTo>
                <a:close/>
                <a:moveTo>
                  <a:pt x="20019" y="5172"/>
                </a:moveTo>
                <a:lnTo>
                  <a:pt x="5172" y="20019"/>
                </a:lnTo>
                <a:cubicBezTo>
                  <a:pt x="5261" y="20073"/>
                  <a:pt x="5351" y="20126"/>
                  <a:pt x="5441" y="20178"/>
                </a:cubicBezTo>
                <a:lnTo>
                  <a:pt x="20178" y="5441"/>
                </a:lnTo>
                <a:cubicBezTo>
                  <a:pt x="20126" y="5351"/>
                  <a:pt x="20073" y="5261"/>
                  <a:pt x="20019" y="5172"/>
                </a:cubicBezTo>
                <a:close/>
                <a:moveTo>
                  <a:pt x="20369" y="5782"/>
                </a:moveTo>
                <a:lnTo>
                  <a:pt x="5782" y="20369"/>
                </a:lnTo>
                <a:cubicBezTo>
                  <a:pt x="5877" y="20419"/>
                  <a:pt x="5974" y="20463"/>
                  <a:pt x="6071" y="20510"/>
                </a:cubicBezTo>
                <a:lnTo>
                  <a:pt x="20510" y="6071"/>
                </a:lnTo>
                <a:cubicBezTo>
                  <a:pt x="20463" y="5975"/>
                  <a:pt x="20419" y="5878"/>
                  <a:pt x="20369" y="5782"/>
                </a:cubicBezTo>
                <a:close/>
                <a:moveTo>
                  <a:pt x="20679" y="6434"/>
                </a:moveTo>
                <a:lnTo>
                  <a:pt x="6434" y="20679"/>
                </a:lnTo>
                <a:cubicBezTo>
                  <a:pt x="6534" y="20723"/>
                  <a:pt x="6633" y="20769"/>
                  <a:pt x="6734" y="20809"/>
                </a:cubicBezTo>
                <a:lnTo>
                  <a:pt x="20809" y="6735"/>
                </a:lnTo>
                <a:cubicBezTo>
                  <a:pt x="20769" y="6634"/>
                  <a:pt x="20723" y="6534"/>
                  <a:pt x="20679" y="6434"/>
                </a:cubicBezTo>
                <a:close/>
                <a:moveTo>
                  <a:pt x="20956" y="7121"/>
                </a:moveTo>
                <a:lnTo>
                  <a:pt x="7120" y="20956"/>
                </a:lnTo>
                <a:cubicBezTo>
                  <a:pt x="7226" y="20994"/>
                  <a:pt x="7333" y="21030"/>
                  <a:pt x="7439" y="21065"/>
                </a:cubicBezTo>
                <a:lnTo>
                  <a:pt x="21065" y="7439"/>
                </a:lnTo>
                <a:cubicBezTo>
                  <a:pt x="21030" y="7333"/>
                  <a:pt x="20994" y="7226"/>
                  <a:pt x="20956" y="7121"/>
                </a:cubicBezTo>
                <a:close/>
                <a:moveTo>
                  <a:pt x="21190" y="7848"/>
                </a:moveTo>
                <a:lnTo>
                  <a:pt x="7848" y="21190"/>
                </a:lnTo>
                <a:cubicBezTo>
                  <a:pt x="7960" y="21221"/>
                  <a:pt x="8073" y="21252"/>
                  <a:pt x="8186" y="21280"/>
                </a:cubicBezTo>
                <a:lnTo>
                  <a:pt x="21280" y="8186"/>
                </a:lnTo>
                <a:cubicBezTo>
                  <a:pt x="21252" y="8073"/>
                  <a:pt x="21221" y="7960"/>
                  <a:pt x="21190" y="7848"/>
                </a:cubicBezTo>
                <a:close/>
                <a:moveTo>
                  <a:pt x="21378" y="8623"/>
                </a:moveTo>
                <a:lnTo>
                  <a:pt x="8623" y="21378"/>
                </a:lnTo>
                <a:cubicBezTo>
                  <a:pt x="8743" y="21402"/>
                  <a:pt x="8863" y="21424"/>
                  <a:pt x="8984" y="21445"/>
                </a:cubicBezTo>
                <a:lnTo>
                  <a:pt x="21445" y="8984"/>
                </a:lnTo>
                <a:cubicBezTo>
                  <a:pt x="21424" y="8864"/>
                  <a:pt x="21402" y="8743"/>
                  <a:pt x="21378" y="8623"/>
                </a:cubicBezTo>
                <a:close/>
                <a:moveTo>
                  <a:pt x="21514" y="9448"/>
                </a:moveTo>
                <a:lnTo>
                  <a:pt x="9447" y="21514"/>
                </a:lnTo>
                <a:cubicBezTo>
                  <a:pt x="9576" y="21530"/>
                  <a:pt x="9704" y="21546"/>
                  <a:pt x="9833" y="21557"/>
                </a:cubicBezTo>
                <a:lnTo>
                  <a:pt x="21557" y="9834"/>
                </a:lnTo>
                <a:cubicBezTo>
                  <a:pt x="21546" y="9705"/>
                  <a:pt x="21530" y="9576"/>
                  <a:pt x="21514" y="9448"/>
                </a:cubicBezTo>
                <a:close/>
                <a:moveTo>
                  <a:pt x="21590" y="10333"/>
                </a:moveTo>
                <a:lnTo>
                  <a:pt x="10332" y="21590"/>
                </a:lnTo>
                <a:cubicBezTo>
                  <a:pt x="10473" y="21596"/>
                  <a:pt x="10613" y="21599"/>
                  <a:pt x="10753" y="21600"/>
                </a:cubicBezTo>
                <a:lnTo>
                  <a:pt x="21600" y="10754"/>
                </a:lnTo>
                <a:cubicBezTo>
                  <a:pt x="21599" y="10613"/>
                  <a:pt x="21596" y="10473"/>
                  <a:pt x="21590" y="10333"/>
                </a:cubicBezTo>
                <a:close/>
                <a:moveTo>
                  <a:pt x="21590" y="11296"/>
                </a:moveTo>
                <a:lnTo>
                  <a:pt x="11295" y="21590"/>
                </a:lnTo>
                <a:cubicBezTo>
                  <a:pt x="11449" y="21583"/>
                  <a:pt x="11603" y="21572"/>
                  <a:pt x="11757" y="21558"/>
                </a:cubicBezTo>
                <a:lnTo>
                  <a:pt x="21558" y="11757"/>
                </a:lnTo>
                <a:cubicBezTo>
                  <a:pt x="21572" y="11603"/>
                  <a:pt x="21583" y="11450"/>
                  <a:pt x="21590" y="11296"/>
                </a:cubicBezTo>
                <a:close/>
                <a:moveTo>
                  <a:pt x="21489" y="12358"/>
                </a:moveTo>
                <a:lnTo>
                  <a:pt x="12358" y="21489"/>
                </a:lnTo>
                <a:cubicBezTo>
                  <a:pt x="12531" y="21464"/>
                  <a:pt x="12703" y="21434"/>
                  <a:pt x="12876" y="21400"/>
                </a:cubicBezTo>
                <a:lnTo>
                  <a:pt x="21400" y="12876"/>
                </a:lnTo>
                <a:cubicBezTo>
                  <a:pt x="21434" y="12704"/>
                  <a:pt x="21464" y="12531"/>
                  <a:pt x="21489" y="12358"/>
                </a:cubicBezTo>
                <a:close/>
                <a:moveTo>
                  <a:pt x="21239" y="13569"/>
                </a:moveTo>
                <a:lnTo>
                  <a:pt x="13569" y="21239"/>
                </a:lnTo>
                <a:cubicBezTo>
                  <a:pt x="13774" y="21185"/>
                  <a:pt x="13978" y="21125"/>
                  <a:pt x="14181" y="21058"/>
                </a:cubicBezTo>
                <a:lnTo>
                  <a:pt x="21058" y="14181"/>
                </a:lnTo>
                <a:cubicBezTo>
                  <a:pt x="21125" y="13978"/>
                  <a:pt x="21185" y="13774"/>
                  <a:pt x="21239" y="13569"/>
                </a:cubicBezTo>
                <a:close/>
                <a:moveTo>
                  <a:pt x="20736" y="15035"/>
                </a:moveTo>
                <a:lnTo>
                  <a:pt x="15035" y="20736"/>
                </a:lnTo>
                <a:cubicBezTo>
                  <a:pt x="15310" y="20619"/>
                  <a:pt x="15581" y="20493"/>
                  <a:pt x="15848" y="20352"/>
                </a:cubicBezTo>
                <a:lnTo>
                  <a:pt x="20352" y="15848"/>
                </a:lnTo>
                <a:cubicBezTo>
                  <a:pt x="20493" y="15581"/>
                  <a:pt x="20619" y="15310"/>
                  <a:pt x="20736" y="15035"/>
                </a:cubicBezTo>
                <a:close/>
                <a:moveTo>
                  <a:pt x="19400" y="17332"/>
                </a:moveTo>
                <a:lnTo>
                  <a:pt x="17332" y="19400"/>
                </a:lnTo>
                <a:cubicBezTo>
                  <a:pt x="17716" y="19108"/>
                  <a:pt x="18087" y="18789"/>
                  <a:pt x="18438" y="18438"/>
                </a:cubicBezTo>
                <a:cubicBezTo>
                  <a:pt x="18788" y="18087"/>
                  <a:pt x="19107" y="17716"/>
                  <a:pt x="19400" y="17332"/>
                </a:cubicBezTo>
                <a:close/>
              </a:path>
            </a:pathLst>
          </a:custGeom>
          <a:solidFill>
            <a:schemeClr val="accent4"/>
          </a:solidFill>
          <a:ln w="12700">
            <a:miter lim="400000"/>
          </a:ln>
        </p:spPr>
        <p:txBody>
          <a:bodyPr lIns="0" tIns="0" rIns="0" bIns="0" anchor="ctr"/>
          <a:lstStyle/>
          <a:p>
            <a:pPr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/>
          </a:p>
        </p:txBody>
      </p:sp>
      <p:sp>
        <p:nvSpPr>
          <p:cNvPr id="198" name="Shape"/>
          <p:cNvSpPr/>
          <p:nvPr/>
        </p:nvSpPr>
        <p:spPr>
          <a:xfrm>
            <a:off x="1688166" y="791392"/>
            <a:ext cx="7163901" cy="716420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800" y="0"/>
                </a:moveTo>
                <a:cubicBezTo>
                  <a:pt x="10787" y="0"/>
                  <a:pt x="10773" y="1"/>
                  <a:pt x="10759" y="1"/>
                </a:cubicBezTo>
                <a:lnTo>
                  <a:pt x="1" y="10760"/>
                </a:lnTo>
                <a:cubicBezTo>
                  <a:pt x="0" y="10900"/>
                  <a:pt x="3" y="11040"/>
                  <a:pt x="8" y="11181"/>
                </a:cubicBezTo>
                <a:lnTo>
                  <a:pt x="11180" y="9"/>
                </a:lnTo>
                <a:cubicBezTo>
                  <a:pt x="11054" y="4"/>
                  <a:pt x="10927" y="0"/>
                  <a:pt x="10800" y="0"/>
                </a:cubicBezTo>
                <a:close/>
                <a:moveTo>
                  <a:pt x="10211" y="17"/>
                </a:moveTo>
                <a:cubicBezTo>
                  <a:pt x="10057" y="25"/>
                  <a:pt x="9903" y="36"/>
                  <a:pt x="9748" y="51"/>
                </a:cubicBezTo>
                <a:lnTo>
                  <a:pt x="50" y="9749"/>
                </a:lnTo>
                <a:cubicBezTo>
                  <a:pt x="35" y="9903"/>
                  <a:pt x="25" y="10057"/>
                  <a:pt x="16" y="10212"/>
                </a:cubicBezTo>
                <a:lnTo>
                  <a:pt x="10211" y="17"/>
                </a:lnTo>
                <a:close/>
                <a:moveTo>
                  <a:pt x="11683" y="38"/>
                </a:moveTo>
                <a:lnTo>
                  <a:pt x="38" y="11684"/>
                </a:lnTo>
                <a:cubicBezTo>
                  <a:pt x="48" y="11814"/>
                  <a:pt x="62" y="11944"/>
                  <a:pt x="78" y="12075"/>
                </a:cubicBezTo>
                <a:lnTo>
                  <a:pt x="12074" y="78"/>
                </a:lnTo>
                <a:cubicBezTo>
                  <a:pt x="11944" y="63"/>
                  <a:pt x="11814" y="49"/>
                  <a:pt x="11683" y="38"/>
                </a:cubicBezTo>
                <a:close/>
                <a:moveTo>
                  <a:pt x="9136" y="131"/>
                </a:moveTo>
                <a:cubicBezTo>
                  <a:pt x="8960" y="158"/>
                  <a:pt x="8786" y="190"/>
                  <a:pt x="8611" y="226"/>
                </a:cubicBezTo>
                <a:lnTo>
                  <a:pt x="226" y="8611"/>
                </a:lnTo>
                <a:cubicBezTo>
                  <a:pt x="190" y="8786"/>
                  <a:pt x="157" y="8961"/>
                  <a:pt x="130" y="9137"/>
                </a:cubicBezTo>
                <a:lnTo>
                  <a:pt x="9136" y="131"/>
                </a:lnTo>
                <a:close/>
                <a:moveTo>
                  <a:pt x="12541" y="143"/>
                </a:moveTo>
                <a:lnTo>
                  <a:pt x="143" y="12541"/>
                </a:lnTo>
                <a:cubicBezTo>
                  <a:pt x="163" y="12663"/>
                  <a:pt x="183" y="12785"/>
                  <a:pt x="207" y="12906"/>
                </a:cubicBezTo>
                <a:lnTo>
                  <a:pt x="12906" y="208"/>
                </a:lnTo>
                <a:cubicBezTo>
                  <a:pt x="12785" y="184"/>
                  <a:pt x="12663" y="163"/>
                  <a:pt x="12541" y="143"/>
                </a:cubicBezTo>
                <a:close/>
                <a:moveTo>
                  <a:pt x="13343" y="303"/>
                </a:moveTo>
                <a:lnTo>
                  <a:pt x="303" y="13343"/>
                </a:lnTo>
                <a:cubicBezTo>
                  <a:pt x="330" y="13456"/>
                  <a:pt x="361" y="13569"/>
                  <a:pt x="392" y="13682"/>
                </a:cubicBezTo>
                <a:lnTo>
                  <a:pt x="13682" y="393"/>
                </a:lnTo>
                <a:cubicBezTo>
                  <a:pt x="13569" y="362"/>
                  <a:pt x="13456" y="331"/>
                  <a:pt x="13343" y="303"/>
                </a:cubicBezTo>
                <a:close/>
                <a:moveTo>
                  <a:pt x="7909" y="395"/>
                </a:moveTo>
                <a:cubicBezTo>
                  <a:pt x="7701" y="452"/>
                  <a:pt x="7495" y="515"/>
                  <a:pt x="7290" y="585"/>
                </a:cubicBezTo>
                <a:lnTo>
                  <a:pt x="584" y="7290"/>
                </a:lnTo>
                <a:cubicBezTo>
                  <a:pt x="514" y="7495"/>
                  <a:pt x="452" y="7702"/>
                  <a:pt x="394" y="7909"/>
                </a:cubicBezTo>
                <a:lnTo>
                  <a:pt x="7909" y="395"/>
                </a:lnTo>
                <a:close/>
                <a:moveTo>
                  <a:pt x="14094" y="515"/>
                </a:moveTo>
                <a:lnTo>
                  <a:pt x="514" y="14094"/>
                </a:lnTo>
                <a:cubicBezTo>
                  <a:pt x="549" y="14202"/>
                  <a:pt x="583" y="14310"/>
                  <a:pt x="620" y="14417"/>
                </a:cubicBezTo>
                <a:lnTo>
                  <a:pt x="14417" y="621"/>
                </a:lnTo>
                <a:cubicBezTo>
                  <a:pt x="14310" y="583"/>
                  <a:pt x="14202" y="549"/>
                  <a:pt x="14094" y="515"/>
                </a:cubicBezTo>
                <a:close/>
                <a:moveTo>
                  <a:pt x="14804" y="767"/>
                </a:moveTo>
                <a:lnTo>
                  <a:pt x="767" y="14804"/>
                </a:lnTo>
                <a:cubicBezTo>
                  <a:pt x="807" y="14905"/>
                  <a:pt x="851" y="15004"/>
                  <a:pt x="894" y="15104"/>
                </a:cubicBezTo>
                <a:lnTo>
                  <a:pt x="15104" y="895"/>
                </a:lnTo>
                <a:cubicBezTo>
                  <a:pt x="15004" y="852"/>
                  <a:pt x="14905" y="807"/>
                  <a:pt x="14804" y="767"/>
                </a:cubicBezTo>
                <a:close/>
                <a:moveTo>
                  <a:pt x="6411" y="932"/>
                </a:moveTo>
                <a:cubicBezTo>
                  <a:pt x="6118" y="1062"/>
                  <a:pt x="5831" y="1206"/>
                  <a:pt x="5549" y="1363"/>
                </a:cubicBezTo>
                <a:lnTo>
                  <a:pt x="1362" y="5549"/>
                </a:lnTo>
                <a:cubicBezTo>
                  <a:pt x="1205" y="5832"/>
                  <a:pt x="1061" y="6119"/>
                  <a:pt x="931" y="6411"/>
                </a:cubicBezTo>
                <a:lnTo>
                  <a:pt x="6411" y="932"/>
                </a:lnTo>
                <a:close/>
                <a:moveTo>
                  <a:pt x="15470" y="1061"/>
                </a:moveTo>
                <a:lnTo>
                  <a:pt x="1060" y="15471"/>
                </a:lnTo>
                <a:cubicBezTo>
                  <a:pt x="1106" y="15567"/>
                  <a:pt x="1153" y="15664"/>
                  <a:pt x="1202" y="15759"/>
                </a:cubicBezTo>
                <a:lnTo>
                  <a:pt x="15759" y="1203"/>
                </a:lnTo>
                <a:cubicBezTo>
                  <a:pt x="15663" y="1153"/>
                  <a:pt x="15567" y="1107"/>
                  <a:pt x="15470" y="1061"/>
                </a:cubicBezTo>
                <a:close/>
                <a:moveTo>
                  <a:pt x="16103" y="1391"/>
                </a:moveTo>
                <a:lnTo>
                  <a:pt x="1391" y="16103"/>
                </a:lnTo>
                <a:cubicBezTo>
                  <a:pt x="1442" y="16194"/>
                  <a:pt x="1494" y="16285"/>
                  <a:pt x="1548" y="16375"/>
                </a:cubicBezTo>
                <a:lnTo>
                  <a:pt x="16375" y="1549"/>
                </a:lnTo>
                <a:cubicBezTo>
                  <a:pt x="16285" y="1495"/>
                  <a:pt x="16194" y="1442"/>
                  <a:pt x="16103" y="1391"/>
                </a:cubicBezTo>
                <a:close/>
                <a:moveTo>
                  <a:pt x="16703" y="1754"/>
                </a:moveTo>
                <a:lnTo>
                  <a:pt x="1753" y="16703"/>
                </a:lnTo>
                <a:cubicBezTo>
                  <a:pt x="1809" y="16788"/>
                  <a:pt x="1869" y="16872"/>
                  <a:pt x="1928" y="16956"/>
                </a:cubicBezTo>
                <a:lnTo>
                  <a:pt x="16956" y="1928"/>
                </a:lnTo>
                <a:cubicBezTo>
                  <a:pt x="16872" y="1869"/>
                  <a:pt x="16788" y="1810"/>
                  <a:pt x="16703" y="1754"/>
                </a:cubicBezTo>
                <a:close/>
                <a:moveTo>
                  <a:pt x="17267" y="2151"/>
                </a:moveTo>
                <a:lnTo>
                  <a:pt x="2151" y="17267"/>
                </a:lnTo>
                <a:cubicBezTo>
                  <a:pt x="2212" y="17349"/>
                  <a:pt x="2274" y="17430"/>
                  <a:pt x="2338" y="17510"/>
                </a:cubicBezTo>
                <a:lnTo>
                  <a:pt x="17510" y="2338"/>
                </a:lnTo>
                <a:cubicBezTo>
                  <a:pt x="17430" y="2275"/>
                  <a:pt x="17349" y="2212"/>
                  <a:pt x="17267" y="2151"/>
                </a:cubicBezTo>
                <a:close/>
                <a:moveTo>
                  <a:pt x="3805" y="2574"/>
                </a:moveTo>
                <a:cubicBezTo>
                  <a:pt x="3586" y="2761"/>
                  <a:pt x="3370" y="2956"/>
                  <a:pt x="3163" y="3163"/>
                </a:cubicBezTo>
                <a:cubicBezTo>
                  <a:pt x="2955" y="3371"/>
                  <a:pt x="2761" y="3586"/>
                  <a:pt x="2574" y="3806"/>
                </a:cubicBezTo>
                <a:lnTo>
                  <a:pt x="3805" y="2574"/>
                </a:lnTo>
                <a:close/>
                <a:moveTo>
                  <a:pt x="17801" y="2579"/>
                </a:moveTo>
                <a:lnTo>
                  <a:pt x="2579" y="17801"/>
                </a:lnTo>
                <a:cubicBezTo>
                  <a:pt x="2645" y="17878"/>
                  <a:pt x="2709" y="17957"/>
                  <a:pt x="2777" y="18032"/>
                </a:cubicBezTo>
                <a:lnTo>
                  <a:pt x="18032" y="2777"/>
                </a:lnTo>
                <a:cubicBezTo>
                  <a:pt x="17957" y="2709"/>
                  <a:pt x="17878" y="2645"/>
                  <a:pt x="17801" y="2579"/>
                </a:cubicBezTo>
                <a:close/>
                <a:moveTo>
                  <a:pt x="18304" y="3036"/>
                </a:moveTo>
                <a:lnTo>
                  <a:pt x="3036" y="18304"/>
                </a:lnTo>
                <a:cubicBezTo>
                  <a:pt x="3079" y="18349"/>
                  <a:pt x="3119" y="18394"/>
                  <a:pt x="3163" y="18438"/>
                </a:cubicBezTo>
                <a:cubicBezTo>
                  <a:pt x="3191" y="18466"/>
                  <a:pt x="3222" y="18492"/>
                  <a:pt x="3250" y="18521"/>
                </a:cubicBezTo>
                <a:lnTo>
                  <a:pt x="18521" y="3251"/>
                </a:lnTo>
                <a:cubicBezTo>
                  <a:pt x="18492" y="3222"/>
                  <a:pt x="18466" y="3192"/>
                  <a:pt x="18438" y="3163"/>
                </a:cubicBezTo>
                <a:cubicBezTo>
                  <a:pt x="18394" y="3119"/>
                  <a:pt x="18348" y="3079"/>
                  <a:pt x="18304" y="3036"/>
                </a:cubicBezTo>
                <a:close/>
                <a:moveTo>
                  <a:pt x="18781" y="3523"/>
                </a:moveTo>
                <a:lnTo>
                  <a:pt x="3522" y="18781"/>
                </a:lnTo>
                <a:cubicBezTo>
                  <a:pt x="3598" y="18850"/>
                  <a:pt x="3676" y="18915"/>
                  <a:pt x="3753" y="18982"/>
                </a:cubicBezTo>
                <a:lnTo>
                  <a:pt x="18982" y="3753"/>
                </a:lnTo>
                <a:cubicBezTo>
                  <a:pt x="18915" y="3676"/>
                  <a:pt x="18850" y="3598"/>
                  <a:pt x="18781" y="3523"/>
                </a:cubicBezTo>
                <a:close/>
                <a:moveTo>
                  <a:pt x="19224" y="4041"/>
                </a:moveTo>
                <a:lnTo>
                  <a:pt x="4041" y="19224"/>
                </a:lnTo>
                <a:cubicBezTo>
                  <a:pt x="4121" y="19289"/>
                  <a:pt x="4202" y="19350"/>
                  <a:pt x="4283" y="19412"/>
                </a:cubicBezTo>
                <a:lnTo>
                  <a:pt x="19412" y="4283"/>
                </a:lnTo>
                <a:cubicBezTo>
                  <a:pt x="19350" y="4202"/>
                  <a:pt x="19289" y="4121"/>
                  <a:pt x="19224" y="4041"/>
                </a:cubicBezTo>
                <a:close/>
                <a:moveTo>
                  <a:pt x="19637" y="4591"/>
                </a:moveTo>
                <a:lnTo>
                  <a:pt x="4591" y="19637"/>
                </a:lnTo>
                <a:cubicBezTo>
                  <a:pt x="4675" y="19696"/>
                  <a:pt x="4758" y="19757"/>
                  <a:pt x="4843" y="19813"/>
                </a:cubicBezTo>
                <a:lnTo>
                  <a:pt x="19813" y="4844"/>
                </a:lnTo>
                <a:cubicBezTo>
                  <a:pt x="19757" y="4758"/>
                  <a:pt x="19696" y="4675"/>
                  <a:pt x="19637" y="4591"/>
                </a:cubicBezTo>
                <a:close/>
                <a:moveTo>
                  <a:pt x="20019" y="5172"/>
                </a:moveTo>
                <a:lnTo>
                  <a:pt x="5172" y="20019"/>
                </a:lnTo>
                <a:cubicBezTo>
                  <a:pt x="5261" y="20073"/>
                  <a:pt x="5351" y="20126"/>
                  <a:pt x="5441" y="20178"/>
                </a:cubicBezTo>
                <a:lnTo>
                  <a:pt x="20178" y="5441"/>
                </a:lnTo>
                <a:cubicBezTo>
                  <a:pt x="20126" y="5351"/>
                  <a:pt x="20073" y="5261"/>
                  <a:pt x="20019" y="5172"/>
                </a:cubicBezTo>
                <a:close/>
                <a:moveTo>
                  <a:pt x="20369" y="5782"/>
                </a:moveTo>
                <a:lnTo>
                  <a:pt x="5782" y="20369"/>
                </a:lnTo>
                <a:cubicBezTo>
                  <a:pt x="5877" y="20419"/>
                  <a:pt x="5974" y="20463"/>
                  <a:pt x="6071" y="20510"/>
                </a:cubicBezTo>
                <a:lnTo>
                  <a:pt x="20510" y="6071"/>
                </a:lnTo>
                <a:cubicBezTo>
                  <a:pt x="20463" y="5975"/>
                  <a:pt x="20419" y="5878"/>
                  <a:pt x="20369" y="5782"/>
                </a:cubicBezTo>
                <a:close/>
                <a:moveTo>
                  <a:pt x="20679" y="6434"/>
                </a:moveTo>
                <a:lnTo>
                  <a:pt x="6434" y="20679"/>
                </a:lnTo>
                <a:cubicBezTo>
                  <a:pt x="6534" y="20723"/>
                  <a:pt x="6633" y="20769"/>
                  <a:pt x="6734" y="20809"/>
                </a:cubicBezTo>
                <a:lnTo>
                  <a:pt x="20809" y="6735"/>
                </a:lnTo>
                <a:cubicBezTo>
                  <a:pt x="20769" y="6634"/>
                  <a:pt x="20723" y="6534"/>
                  <a:pt x="20679" y="6434"/>
                </a:cubicBezTo>
                <a:close/>
                <a:moveTo>
                  <a:pt x="20956" y="7121"/>
                </a:moveTo>
                <a:lnTo>
                  <a:pt x="7120" y="20956"/>
                </a:lnTo>
                <a:cubicBezTo>
                  <a:pt x="7226" y="20994"/>
                  <a:pt x="7333" y="21030"/>
                  <a:pt x="7439" y="21065"/>
                </a:cubicBezTo>
                <a:lnTo>
                  <a:pt x="21065" y="7439"/>
                </a:lnTo>
                <a:cubicBezTo>
                  <a:pt x="21030" y="7333"/>
                  <a:pt x="20994" y="7226"/>
                  <a:pt x="20956" y="7121"/>
                </a:cubicBezTo>
                <a:close/>
                <a:moveTo>
                  <a:pt x="21190" y="7848"/>
                </a:moveTo>
                <a:lnTo>
                  <a:pt x="7848" y="21190"/>
                </a:lnTo>
                <a:cubicBezTo>
                  <a:pt x="7960" y="21221"/>
                  <a:pt x="8073" y="21252"/>
                  <a:pt x="8186" y="21280"/>
                </a:cubicBezTo>
                <a:lnTo>
                  <a:pt x="21280" y="8186"/>
                </a:lnTo>
                <a:cubicBezTo>
                  <a:pt x="21252" y="8073"/>
                  <a:pt x="21221" y="7960"/>
                  <a:pt x="21190" y="7848"/>
                </a:cubicBezTo>
                <a:close/>
                <a:moveTo>
                  <a:pt x="21378" y="8623"/>
                </a:moveTo>
                <a:lnTo>
                  <a:pt x="8623" y="21378"/>
                </a:lnTo>
                <a:cubicBezTo>
                  <a:pt x="8743" y="21402"/>
                  <a:pt x="8863" y="21424"/>
                  <a:pt x="8984" y="21445"/>
                </a:cubicBezTo>
                <a:lnTo>
                  <a:pt x="21445" y="8984"/>
                </a:lnTo>
                <a:cubicBezTo>
                  <a:pt x="21424" y="8864"/>
                  <a:pt x="21402" y="8743"/>
                  <a:pt x="21378" y="8623"/>
                </a:cubicBezTo>
                <a:close/>
                <a:moveTo>
                  <a:pt x="21514" y="9448"/>
                </a:moveTo>
                <a:lnTo>
                  <a:pt x="9447" y="21514"/>
                </a:lnTo>
                <a:cubicBezTo>
                  <a:pt x="9576" y="21530"/>
                  <a:pt x="9704" y="21546"/>
                  <a:pt x="9833" y="21557"/>
                </a:cubicBezTo>
                <a:lnTo>
                  <a:pt x="21557" y="9834"/>
                </a:lnTo>
                <a:cubicBezTo>
                  <a:pt x="21546" y="9705"/>
                  <a:pt x="21530" y="9576"/>
                  <a:pt x="21514" y="9448"/>
                </a:cubicBezTo>
                <a:close/>
                <a:moveTo>
                  <a:pt x="21590" y="10333"/>
                </a:moveTo>
                <a:lnTo>
                  <a:pt x="10332" y="21590"/>
                </a:lnTo>
                <a:cubicBezTo>
                  <a:pt x="10473" y="21596"/>
                  <a:pt x="10613" y="21599"/>
                  <a:pt x="10753" y="21600"/>
                </a:cubicBezTo>
                <a:lnTo>
                  <a:pt x="21600" y="10754"/>
                </a:lnTo>
                <a:cubicBezTo>
                  <a:pt x="21599" y="10613"/>
                  <a:pt x="21596" y="10473"/>
                  <a:pt x="21590" y="10333"/>
                </a:cubicBezTo>
                <a:close/>
                <a:moveTo>
                  <a:pt x="21590" y="11296"/>
                </a:moveTo>
                <a:lnTo>
                  <a:pt x="11295" y="21590"/>
                </a:lnTo>
                <a:cubicBezTo>
                  <a:pt x="11449" y="21583"/>
                  <a:pt x="11603" y="21572"/>
                  <a:pt x="11757" y="21558"/>
                </a:cubicBezTo>
                <a:lnTo>
                  <a:pt x="21558" y="11757"/>
                </a:lnTo>
                <a:cubicBezTo>
                  <a:pt x="21572" y="11603"/>
                  <a:pt x="21583" y="11450"/>
                  <a:pt x="21590" y="11296"/>
                </a:cubicBezTo>
                <a:close/>
                <a:moveTo>
                  <a:pt x="21489" y="12358"/>
                </a:moveTo>
                <a:lnTo>
                  <a:pt x="12358" y="21489"/>
                </a:lnTo>
                <a:cubicBezTo>
                  <a:pt x="12531" y="21464"/>
                  <a:pt x="12703" y="21434"/>
                  <a:pt x="12876" y="21400"/>
                </a:cubicBezTo>
                <a:lnTo>
                  <a:pt x="21400" y="12876"/>
                </a:lnTo>
                <a:cubicBezTo>
                  <a:pt x="21434" y="12704"/>
                  <a:pt x="21464" y="12531"/>
                  <a:pt x="21489" y="12358"/>
                </a:cubicBezTo>
                <a:close/>
                <a:moveTo>
                  <a:pt x="21239" y="13569"/>
                </a:moveTo>
                <a:lnTo>
                  <a:pt x="13569" y="21239"/>
                </a:lnTo>
                <a:cubicBezTo>
                  <a:pt x="13774" y="21185"/>
                  <a:pt x="13978" y="21125"/>
                  <a:pt x="14181" y="21058"/>
                </a:cubicBezTo>
                <a:lnTo>
                  <a:pt x="21058" y="14181"/>
                </a:lnTo>
                <a:cubicBezTo>
                  <a:pt x="21125" y="13978"/>
                  <a:pt x="21185" y="13774"/>
                  <a:pt x="21239" y="13569"/>
                </a:cubicBezTo>
                <a:close/>
                <a:moveTo>
                  <a:pt x="20736" y="15035"/>
                </a:moveTo>
                <a:lnTo>
                  <a:pt x="15035" y="20736"/>
                </a:lnTo>
                <a:cubicBezTo>
                  <a:pt x="15310" y="20619"/>
                  <a:pt x="15581" y="20493"/>
                  <a:pt x="15848" y="20352"/>
                </a:cubicBezTo>
                <a:lnTo>
                  <a:pt x="20352" y="15848"/>
                </a:lnTo>
                <a:cubicBezTo>
                  <a:pt x="20493" y="15581"/>
                  <a:pt x="20619" y="15310"/>
                  <a:pt x="20736" y="15035"/>
                </a:cubicBezTo>
                <a:close/>
                <a:moveTo>
                  <a:pt x="19400" y="17332"/>
                </a:moveTo>
                <a:lnTo>
                  <a:pt x="17332" y="19400"/>
                </a:lnTo>
                <a:cubicBezTo>
                  <a:pt x="17716" y="19108"/>
                  <a:pt x="18087" y="18789"/>
                  <a:pt x="18438" y="18438"/>
                </a:cubicBezTo>
                <a:cubicBezTo>
                  <a:pt x="18788" y="18087"/>
                  <a:pt x="19107" y="17716"/>
                  <a:pt x="19400" y="17332"/>
                </a:cubicBezTo>
                <a:close/>
              </a:path>
            </a:pathLst>
          </a:custGeom>
          <a:solidFill>
            <a:schemeClr val="accent4"/>
          </a:solidFill>
          <a:ln w="12700">
            <a:miter lim="400000"/>
          </a:ln>
        </p:spPr>
        <p:txBody>
          <a:bodyPr lIns="0" tIns="0" rIns="0" bIns="0" anchor="ctr"/>
          <a:lstStyle/>
          <a:p>
            <a:pPr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/>
          </a:p>
        </p:txBody>
      </p:sp>
      <p:sp>
        <p:nvSpPr>
          <p:cNvPr id="199" name="Shape"/>
          <p:cNvSpPr/>
          <p:nvPr/>
        </p:nvSpPr>
        <p:spPr>
          <a:xfrm>
            <a:off x="11727838" y="12253507"/>
            <a:ext cx="4276957" cy="427713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800" y="0"/>
                </a:moveTo>
                <a:cubicBezTo>
                  <a:pt x="10787" y="0"/>
                  <a:pt x="10773" y="1"/>
                  <a:pt x="10759" y="1"/>
                </a:cubicBezTo>
                <a:lnTo>
                  <a:pt x="1" y="10760"/>
                </a:lnTo>
                <a:cubicBezTo>
                  <a:pt x="0" y="10900"/>
                  <a:pt x="3" y="11040"/>
                  <a:pt x="8" y="11181"/>
                </a:cubicBezTo>
                <a:lnTo>
                  <a:pt x="11180" y="9"/>
                </a:lnTo>
                <a:cubicBezTo>
                  <a:pt x="11054" y="4"/>
                  <a:pt x="10927" y="0"/>
                  <a:pt x="10800" y="0"/>
                </a:cubicBezTo>
                <a:close/>
                <a:moveTo>
                  <a:pt x="10211" y="17"/>
                </a:moveTo>
                <a:cubicBezTo>
                  <a:pt x="10057" y="25"/>
                  <a:pt x="9903" y="36"/>
                  <a:pt x="9748" y="51"/>
                </a:cubicBezTo>
                <a:lnTo>
                  <a:pt x="50" y="9749"/>
                </a:lnTo>
                <a:cubicBezTo>
                  <a:pt x="35" y="9903"/>
                  <a:pt x="25" y="10057"/>
                  <a:pt x="16" y="10212"/>
                </a:cubicBezTo>
                <a:lnTo>
                  <a:pt x="10211" y="17"/>
                </a:lnTo>
                <a:close/>
                <a:moveTo>
                  <a:pt x="11683" y="38"/>
                </a:moveTo>
                <a:lnTo>
                  <a:pt x="38" y="11684"/>
                </a:lnTo>
                <a:cubicBezTo>
                  <a:pt x="48" y="11814"/>
                  <a:pt x="62" y="11944"/>
                  <a:pt x="78" y="12075"/>
                </a:cubicBezTo>
                <a:lnTo>
                  <a:pt x="12074" y="78"/>
                </a:lnTo>
                <a:cubicBezTo>
                  <a:pt x="11944" y="63"/>
                  <a:pt x="11814" y="49"/>
                  <a:pt x="11683" y="38"/>
                </a:cubicBezTo>
                <a:close/>
                <a:moveTo>
                  <a:pt x="9136" y="131"/>
                </a:moveTo>
                <a:cubicBezTo>
                  <a:pt x="8960" y="158"/>
                  <a:pt x="8786" y="190"/>
                  <a:pt x="8611" y="226"/>
                </a:cubicBezTo>
                <a:lnTo>
                  <a:pt x="226" y="8611"/>
                </a:lnTo>
                <a:cubicBezTo>
                  <a:pt x="190" y="8786"/>
                  <a:pt x="157" y="8961"/>
                  <a:pt x="130" y="9137"/>
                </a:cubicBezTo>
                <a:lnTo>
                  <a:pt x="9136" y="131"/>
                </a:lnTo>
                <a:close/>
                <a:moveTo>
                  <a:pt x="12541" y="143"/>
                </a:moveTo>
                <a:lnTo>
                  <a:pt x="143" y="12541"/>
                </a:lnTo>
                <a:cubicBezTo>
                  <a:pt x="163" y="12663"/>
                  <a:pt x="183" y="12785"/>
                  <a:pt x="207" y="12906"/>
                </a:cubicBezTo>
                <a:lnTo>
                  <a:pt x="12906" y="208"/>
                </a:lnTo>
                <a:cubicBezTo>
                  <a:pt x="12785" y="184"/>
                  <a:pt x="12663" y="163"/>
                  <a:pt x="12541" y="143"/>
                </a:cubicBezTo>
                <a:close/>
                <a:moveTo>
                  <a:pt x="13343" y="303"/>
                </a:moveTo>
                <a:lnTo>
                  <a:pt x="303" y="13343"/>
                </a:lnTo>
                <a:cubicBezTo>
                  <a:pt x="330" y="13456"/>
                  <a:pt x="361" y="13569"/>
                  <a:pt x="392" y="13682"/>
                </a:cubicBezTo>
                <a:lnTo>
                  <a:pt x="13682" y="393"/>
                </a:lnTo>
                <a:cubicBezTo>
                  <a:pt x="13569" y="362"/>
                  <a:pt x="13456" y="331"/>
                  <a:pt x="13343" y="303"/>
                </a:cubicBezTo>
                <a:close/>
                <a:moveTo>
                  <a:pt x="7909" y="395"/>
                </a:moveTo>
                <a:cubicBezTo>
                  <a:pt x="7701" y="452"/>
                  <a:pt x="7495" y="515"/>
                  <a:pt x="7290" y="585"/>
                </a:cubicBezTo>
                <a:lnTo>
                  <a:pt x="584" y="7290"/>
                </a:lnTo>
                <a:cubicBezTo>
                  <a:pt x="514" y="7495"/>
                  <a:pt x="452" y="7702"/>
                  <a:pt x="394" y="7909"/>
                </a:cubicBezTo>
                <a:lnTo>
                  <a:pt x="7909" y="395"/>
                </a:lnTo>
                <a:close/>
                <a:moveTo>
                  <a:pt x="14094" y="515"/>
                </a:moveTo>
                <a:lnTo>
                  <a:pt x="514" y="14094"/>
                </a:lnTo>
                <a:cubicBezTo>
                  <a:pt x="549" y="14202"/>
                  <a:pt x="583" y="14310"/>
                  <a:pt x="620" y="14417"/>
                </a:cubicBezTo>
                <a:lnTo>
                  <a:pt x="14417" y="621"/>
                </a:lnTo>
                <a:cubicBezTo>
                  <a:pt x="14310" y="583"/>
                  <a:pt x="14202" y="549"/>
                  <a:pt x="14094" y="515"/>
                </a:cubicBezTo>
                <a:close/>
                <a:moveTo>
                  <a:pt x="14804" y="767"/>
                </a:moveTo>
                <a:lnTo>
                  <a:pt x="767" y="14804"/>
                </a:lnTo>
                <a:cubicBezTo>
                  <a:pt x="807" y="14905"/>
                  <a:pt x="851" y="15004"/>
                  <a:pt x="894" y="15104"/>
                </a:cubicBezTo>
                <a:lnTo>
                  <a:pt x="15104" y="895"/>
                </a:lnTo>
                <a:cubicBezTo>
                  <a:pt x="15004" y="852"/>
                  <a:pt x="14905" y="807"/>
                  <a:pt x="14804" y="767"/>
                </a:cubicBezTo>
                <a:close/>
                <a:moveTo>
                  <a:pt x="6411" y="932"/>
                </a:moveTo>
                <a:cubicBezTo>
                  <a:pt x="6118" y="1062"/>
                  <a:pt x="5831" y="1206"/>
                  <a:pt x="5549" y="1363"/>
                </a:cubicBezTo>
                <a:lnTo>
                  <a:pt x="1362" y="5549"/>
                </a:lnTo>
                <a:cubicBezTo>
                  <a:pt x="1205" y="5832"/>
                  <a:pt x="1061" y="6119"/>
                  <a:pt x="931" y="6411"/>
                </a:cubicBezTo>
                <a:lnTo>
                  <a:pt x="6411" y="932"/>
                </a:lnTo>
                <a:close/>
                <a:moveTo>
                  <a:pt x="15470" y="1061"/>
                </a:moveTo>
                <a:lnTo>
                  <a:pt x="1060" y="15471"/>
                </a:lnTo>
                <a:cubicBezTo>
                  <a:pt x="1106" y="15567"/>
                  <a:pt x="1153" y="15664"/>
                  <a:pt x="1202" y="15759"/>
                </a:cubicBezTo>
                <a:lnTo>
                  <a:pt x="15759" y="1203"/>
                </a:lnTo>
                <a:cubicBezTo>
                  <a:pt x="15663" y="1153"/>
                  <a:pt x="15567" y="1107"/>
                  <a:pt x="15470" y="1061"/>
                </a:cubicBezTo>
                <a:close/>
                <a:moveTo>
                  <a:pt x="16103" y="1391"/>
                </a:moveTo>
                <a:lnTo>
                  <a:pt x="1391" y="16103"/>
                </a:lnTo>
                <a:cubicBezTo>
                  <a:pt x="1442" y="16194"/>
                  <a:pt x="1494" y="16285"/>
                  <a:pt x="1549" y="16375"/>
                </a:cubicBezTo>
                <a:lnTo>
                  <a:pt x="16375" y="1549"/>
                </a:lnTo>
                <a:cubicBezTo>
                  <a:pt x="16285" y="1495"/>
                  <a:pt x="16194" y="1442"/>
                  <a:pt x="16103" y="1391"/>
                </a:cubicBezTo>
                <a:close/>
                <a:moveTo>
                  <a:pt x="16703" y="1754"/>
                </a:moveTo>
                <a:lnTo>
                  <a:pt x="1753" y="16703"/>
                </a:lnTo>
                <a:cubicBezTo>
                  <a:pt x="1809" y="16788"/>
                  <a:pt x="1869" y="16872"/>
                  <a:pt x="1928" y="16956"/>
                </a:cubicBezTo>
                <a:lnTo>
                  <a:pt x="16956" y="1928"/>
                </a:lnTo>
                <a:cubicBezTo>
                  <a:pt x="16872" y="1869"/>
                  <a:pt x="16788" y="1810"/>
                  <a:pt x="16703" y="1754"/>
                </a:cubicBezTo>
                <a:close/>
                <a:moveTo>
                  <a:pt x="17267" y="2151"/>
                </a:moveTo>
                <a:lnTo>
                  <a:pt x="2151" y="17267"/>
                </a:lnTo>
                <a:cubicBezTo>
                  <a:pt x="2212" y="17349"/>
                  <a:pt x="2274" y="17430"/>
                  <a:pt x="2338" y="17510"/>
                </a:cubicBezTo>
                <a:lnTo>
                  <a:pt x="17510" y="2338"/>
                </a:lnTo>
                <a:cubicBezTo>
                  <a:pt x="17430" y="2275"/>
                  <a:pt x="17349" y="2212"/>
                  <a:pt x="17267" y="2151"/>
                </a:cubicBezTo>
                <a:close/>
                <a:moveTo>
                  <a:pt x="3805" y="2574"/>
                </a:moveTo>
                <a:cubicBezTo>
                  <a:pt x="3586" y="2761"/>
                  <a:pt x="3370" y="2956"/>
                  <a:pt x="3163" y="3163"/>
                </a:cubicBezTo>
                <a:cubicBezTo>
                  <a:pt x="2955" y="3371"/>
                  <a:pt x="2761" y="3586"/>
                  <a:pt x="2574" y="3806"/>
                </a:cubicBezTo>
                <a:lnTo>
                  <a:pt x="3805" y="2574"/>
                </a:lnTo>
                <a:close/>
                <a:moveTo>
                  <a:pt x="17801" y="2579"/>
                </a:moveTo>
                <a:lnTo>
                  <a:pt x="2579" y="17801"/>
                </a:lnTo>
                <a:cubicBezTo>
                  <a:pt x="2645" y="17878"/>
                  <a:pt x="2709" y="17957"/>
                  <a:pt x="2777" y="18032"/>
                </a:cubicBezTo>
                <a:lnTo>
                  <a:pt x="18032" y="2777"/>
                </a:lnTo>
                <a:cubicBezTo>
                  <a:pt x="17957" y="2709"/>
                  <a:pt x="17878" y="2645"/>
                  <a:pt x="17801" y="2579"/>
                </a:cubicBezTo>
                <a:close/>
                <a:moveTo>
                  <a:pt x="18304" y="3036"/>
                </a:moveTo>
                <a:lnTo>
                  <a:pt x="3036" y="18304"/>
                </a:lnTo>
                <a:cubicBezTo>
                  <a:pt x="3079" y="18349"/>
                  <a:pt x="3119" y="18394"/>
                  <a:pt x="3163" y="18438"/>
                </a:cubicBezTo>
                <a:cubicBezTo>
                  <a:pt x="3191" y="18466"/>
                  <a:pt x="3222" y="18492"/>
                  <a:pt x="3250" y="18521"/>
                </a:cubicBezTo>
                <a:lnTo>
                  <a:pt x="18521" y="3251"/>
                </a:lnTo>
                <a:cubicBezTo>
                  <a:pt x="18492" y="3222"/>
                  <a:pt x="18466" y="3192"/>
                  <a:pt x="18438" y="3163"/>
                </a:cubicBezTo>
                <a:cubicBezTo>
                  <a:pt x="18394" y="3119"/>
                  <a:pt x="18348" y="3079"/>
                  <a:pt x="18304" y="3036"/>
                </a:cubicBezTo>
                <a:close/>
                <a:moveTo>
                  <a:pt x="18781" y="3523"/>
                </a:moveTo>
                <a:lnTo>
                  <a:pt x="3522" y="18781"/>
                </a:lnTo>
                <a:cubicBezTo>
                  <a:pt x="3598" y="18850"/>
                  <a:pt x="3676" y="18915"/>
                  <a:pt x="3753" y="18982"/>
                </a:cubicBezTo>
                <a:lnTo>
                  <a:pt x="18982" y="3753"/>
                </a:lnTo>
                <a:cubicBezTo>
                  <a:pt x="18915" y="3676"/>
                  <a:pt x="18850" y="3598"/>
                  <a:pt x="18781" y="3523"/>
                </a:cubicBezTo>
                <a:close/>
                <a:moveTo>
                  <a:pt x="19224" y="4041"/>
                </a:moveTo>
                <a:lnTo>
                  <a:pt x="4041" y="19224"/>
                </a:lnTo>
                <a:cubicBezTo>
                  <a:pt x="4121" y="19289"/>
                  <a:pt x="4202" y="19350"/>
                  <a:pt x="4283" y="19412"/>
                </a:cubicBezTo>
                <a:lnTo>
                  <a:pt x="19412" y="4283"/>
                </a:lnTo>
                <a:cubicBezTo>
                  <a:pt x="19350" y="4202"/>
                  <a:pt x="19289" y="4121"/>
                  <a:pt x="19224" y="4041"/>
                </a:cubicBezTo>
                <a:close/>
                <a:moveTo>
                  <a:pt x="19637" y="4591"/>
                </a:moveTo>
                <a:lnTo>
                  <a:pt x="4591" y="19637"/>
                </a:lnTo>
                <a:cubicBezTo>
                  <a:pt x="4675" y="19696"/>
                  <a:pt x="4758" y="19757"/>
                  <a:pt x="4843" y="19813"/>
                </a:cubicBezTo>
                <a:lnTo>
                  <a:pt x="19813" y="4844"/>
                </a:lnTo>
                <a:cubicBezTo>
                  <a:pt x="19757" y="4758"/>
                  <a:pt x="19696" y="4675"/>
                  <a:pt x="19637" y="4591"/>
                </a:cubicBezTo>
                <a:close/>
                <a:moveTo>
                  <a:pt x="20019" y="5172"/>
                </a:moveTo>
                <a:lnTo>
                  <a:pt x="5172" y="20019"/>
                </a:lnTo>
                <a:cubicBezTo>
                  <a:pt x="5261" y="20073"/>
                  <a:pt x="5351" y="20126"/>
                  <a:pt x="5441" y="20178"/>
                </a:cubicBezTo>
                <a:lnTo>
                  <a:pt x="20178" y="5441"/>
                </a:lnTo>
                <a:cubicBezTo>
                  <a:pt x="20126" y="5351"/>
                  <a:pt x="20073" y="5261"/>
                  <a:pt x="20019" y="5172"/>
                </a:cubicBezTo>
                <a:close/>
                <a:moveTo>
                  <a:pt x="20369" y="5782"/>
                </a:moveTo>
                <a:lnTo>
                  <a:pt x="5782" y="20369"/>
                </a:lnTo>
                <a:cubicBezTo>
                  <a:pt x="5877" y="20419"/>
                  <a:pt x="5974" y="20463"/>
                  <a:pt x="6071" y="20510"/>
                </a:cubicBezTo>
                <a:lnTo>
                  <a:pt x="20510" y="6071"/>
                </a:lnTo>
                <a:cubicBezTo>
                  <a:pt x="20463" y="5975"/>
                  <a:pt x="20419" y="5878"/>
                  <a:pt x="20369" y="5782"/>
                </a:cubicBezTo>
                <a:close/>
                <a:moveTo>
                  <a:pt x="20679" y="6434"/>
                </a:moveTo>
                <a:lnTo>
                  <a:pt x="6434" y="20679"/>
                </a:lnTo>
                <a:cubicBezTo>
                  <a:pt x="6534" y="20723"/>
                  <a:pt x="6633" y="20769"/>
                  <a:pt x="6734" y="20809"/>
                </a:cubicBezTo>
                <a:lnTo>
                  <a:pt x="20809" y="6735"/>
                </a:lnTo>
                <a:cubicBezTo>
                  <a:pt x="20769" y="6634"/>
                  <a:pt x="20723" y="6534"/>
                  <a:pt x="20679" y="6434"/>
                </a:cubicBezTo>
                <a:close/>
                <a:moveTo>
                  <a:pt x="20956" y="7121"/>
                </a:moveTo>
                <a:lnTo>
                  <a:pt x="7120" y="20956"/>
                </a:lnTo>
                <a:cubicBezTo>
                  <a:pt x="7226" y="20994"/>
                  <a:pt x="7333" y="21030"/>
                  <a:pt x="7439" y="21065"/>
                </a:cubicBezTo>
                <a:lnTo>
                  <a:pt x="21065" y="7439"/>
                </a:lnTo>
                <a:cubicBezTo>
                  <a:pt x="21030" y="7333"/>
                  <a:pt x="20994" y="7226"/>
                  <a:pt x="20956" y="7121"/>
                </a:cubicBezTo>
                <a:close/>
                <a:moveTo>
                  <a:pt x="21190" y="7848"/>
                </a:moveTo>
                <a:lnTo>
                  <a:pt x="7848" y="21190"/>
                </a:lnTo>
                <a:cubicBezTo>
                  <a:pt x="7960" y="21221"/>
                  <a:pt x="8073" y="21252"/>
                  <a:pt x="8186" y="21280"/>
                </a:cubicBezTo>
                <a:lnTo>
                  <a:pt x="21280" y="8186"/>
                </a:lnTo>
                <a:cubicBezTo>
                  <a:pt x="21252" y="8073"/>
                  <a:pt x="21221" y="7960"/>
                  <a:pt x="21190" y="7848"/>
                </a:cubicBezTo>
                <a:close/>
                <a:moveTo>
                  <a:pt x="21378" y="8623"/>
                </a:moveTo>
                <a:lnTo>
                  <a:pt x="8623" y="21378"/>
                </a:lnTo>
                <a:cubicBezTo>
                  <a:pt x="8743" y="21402"/>
                  <a:pt x="8863" y="21424"/>
                  <a:pt x="8984" y="21445"/>
                </a:cubicBezTo>
                <a:lnTo>
                  <a:pt x="21445" y="8984"/>
                </a:lnTo>
                <a:cubicBezTo>
                  <a:pt x="21424" y="8864"/>
                  <a:pt x="21402" y="8743"/>
                  <a:pt x="21378" y="8623"/>
                </a:cubicBezTo>
                <a:close/>
                <a:moveTo>
                  <a:pt x="21514" y="9448"/>
                </a:moveTo>
                <a:lnTo>
                  <a:pt x="9447" y="21514"/>
                </a:lnTo>
                <a:cubicBezTo>
                  <a:pt x="9576" y="21530"/>
                  <a:pt x="9704" y="21546"/>
                  <a:pt x="9833" y="21557"/>
                </a:cubicBezTo>
                <a:lnTo>
                  <a:pt x="21557" y="9834"/>
                </a:lnTo>
                <a:cubicBezTo>
                  <a:pt x="21546" y="9705"/>
                  <a:pt x="21530" y="9576"/>
                  <a:pt x="21514" y="9448"/>
                </a:cubicBezTo>
                <a:close/>
                <a:moveTo>
                  <a:pt x="21590" y="10333"/>
                </a:moveTo>
                <a:lnTo>
                  <a:pt x="10332" y="21590"/>
                </a:lnTo>
                <a:cubicBezTo>
                  <a:pt x="10473" y="21596"/>
                  <a:pt x="10613" y="21599"/>
                  <a:pt x="10753" y="21600"/>
                </a:cubicBezTo>
                <a:lnTo>
                  <a:pt x="21600" y="10754"/>
                </a:lnTo>
                <a:cubicBezTo>
                  <a:pt x="21599" y="10613"/>
                  <a:pt x="21596" y="10473"/>
                  <a:pt x="21590" y="10333"/>
                </a:cubicBezTo>
                <a:close/>
                <a:moveTo>
                  <a:pt x="21590" y="11296"/>
                </a:moveTo>
                <a:lnTo>
                  <a:pt x="11295" y="21590"/>
                </a:lnTo>
                <a:cubicBezTo>
                  <a:pt x="11449" y="21583"/>
                  <a:pt x="11603" y="21572"/>
                  <a:pt x="11757" y="21558"/>
                </a:cubicBezTo>
                <a:lnTo>
                  <a:pt x="21558" y="11757"/>
                </a:lnTo>
                <a:cubicBezTo>
                  <a:pt x="21572" y="11603"/>
                  <a:pt x="21583" y="11450"/>
                  <a:pt x="21590" y="11296"/>
                </a:cubicBezTo>
                <a:close/>
                <a:moveTo>
                  <a:pt x="21489" y="12358"/>
                </a:moveTo>
                <a:lnTo>
                  <a:pt x="12358" y="21489"/>
                </a:lnTo>
                <a:cubicBezTo>
                  <a:pt x="12531" y="21464"/>
                  <a:pt x="12703" y="21434"/>
                  <a:pt x="12876" y="21400"/>
                </a:cubicBezTo>
                <a:lnTo>
                  <a:pt x="21400" y="12876"/>
                </a:lnTo>
                <a:cubicBezTo>
                  <a:pt x="21434" y="12704"/>
                  <a:pt x="21464" y="12531"/>
                  <a:pt x="21489" y="12358"/>
                </a:cubicBezTo>
                <a:close/>
                <a:moveTo>
                  <a:pt x="21239" y="13569"/>
                </a:moveTo>
                <a:lnTo>
                  <a:pt x="13569" y="21239"/>
                </a:lnTo>
                <a:cubicBezTo>
                  <a:pt x="13774" y="21185"/>
                  <a:pt x="13978" y="21125"/>
                  <a:pt x="14181" y="21058"/>
                </a:cubicBezTo>
                <a:lnTo>
                  <a:pt x="21058" y="14181"/>
                </a:lnTo>
                <a:cubicBezTo>
                  <a:pt x="21125" y="13978"/>
                  <a:pt x="21185" y="13774"/>
                  <a:pt x="21239" y="13569"/>
                </a:cubicBezTo>
                <a:close/>
                <a:moveTo>
                  <a:pt x="20736" y="15035"/>
                </a:moveTo>
                <a:lnTo>
                  <a:pt x="15035" y="20736"/>
                </a:lnTo>
                <a:cubicBezTo>
                  <a:pt x="15310" y="20619"/>
                  <a:pt x="15581" y="20493"/>
                  <a:pt x="15848" y="20352"/>
                </a:cubicBezTo>
                <a:lnTo>
                  <a:pt x="20352" y="15848"/>
                </a:lnTo>
                <a:cubicBezTo>
                  <a:pt x="20493" y="15581"/>
                  <a:pt x="20619" y="15310"/>
                  <a:pt x="20736" y="15035"/>
                </a:cubicBezTo>
                <a:close/>
                <a:moveTo>
                  <a:pt x="19400" y="17332"/>
                </a:moveTo>
                <a:lnTo>
                  <a:pt x="17332" y="19400"/>
                </a:lnTo>
                <a:cubicBezTo>
                  <a:pt x="17716" y="19108"/>
                  <a:pt x="18087" y="18789"/>
                  <a:pt x="18438" y="18438"/>
                </a:cubicBezTo>
                <a:cubicBezTo>
                  <a:pt x="18788" y="18087"/>
                  <a:pt x="19107" y="17716"/>
                  <a:pt x="19400" y="17332"/>
                </a:cubicBezTo>
                <a:close/>
              </a:path>
            </a:pathLst>
          </a:custGeom>
          <a:solidFill>
            <a:schemeClr val="accent4"/>
          </a:solidFill>
          <a:ln w="12700">
            <a:miter lim="400000"/>
          </a:ln>
        </p:spPr>
        <p:txBody>
          <a:bodyPr lIns="0" tIns="0" rIns="0" bIns="0" anchor="ctr"/>
          <a:lstStyle/>
          <a:p>
            <a:pPr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/>
          </a:p>
        </p:txBody>
      </p:sp>
      <p:sp>
        <p:nvSpPr>
          <p:cNvPr id="200" name="Shape"/>
          <p:cNvSpPr/>
          <p:nvPr/>
        </p:nvSpPr>
        <p:spPr>
          <a:xfrm>
            <a:off x="22467966" y="8316507"/>
            <a:ext cx="4276957" cy="427713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800" y="0"/>
                </a:moveTo>
                <a:cubicBezTo>
                  <a:pt x="10787" y="0"/>
                  <a:pt x="10773" y="1"/>
                  <a:pt x="10759" y="1"/>
                </a:cubicBezTo>
                <a:lnTo>
                  <a:pt x="1" y="10760"/>
                </a:lnTo>
                <a:cubicBezTo>
                  <a:pt x="0" y="10900"/>
                  <a:pt x="3" y="11040"/>
                  <a:pt x="8" y="11181"/>
                </a:cubicBezTo>
                <a:lnTo>
                  <a:pt x="11180" y="9"/>
                </a:lnTo>
                <a:cubicBezTo>
                  <a:pt x="11054" y="4"/>
                  <a:pt x="10927" y="0"/>
                  <a:pt x="10800" y="0"/>
                </a:cubicBezTo>
                <a:close/>
                <a:moveTo>
                  <a:pt x="10211" y="17"/>
                </a:moveTo>
                <a:cubicBezTo>
                  <a:pt x="10057" y="25"/>
                  <a:pt x="9903" y="36"/>
                  <a:pt x="9748" y="51"/>
                </a:cubicBezTo>
                <a:lnTo>
                  <a:pt x="50" y="9749"/>
                </a:lnTo>
                <a:cubicBezTo>
                  <a:pt x="35" y="9903"/>
                  <a:pt x="25" y="10057"/>
                  <a:pt x="16" y="10212"/>
                </a:cubicBezTo>
                <a:lnTo>
                  <a:pt x="10211" y="17"/>
                </a:lnTo>
                <a:close/>
                <a:moveTo>
                  <a:pt x="11683" y="38"/>
                </a:moveTo>
                <a:lnTo>
                  <a:pt x="38" y="11684"/>
                </a:lnTo>
                <a:cubicBezTo>
                  <a:pt x="48" y="11814"/>
                  <a:pt x="62" y="11944"/>
                  <a:pt x="78" y="12075"/>
                </a:cubicBezTo>
                <a:lnTo>
                  <a:pt x="12074" y="78"/>
                </a:lnTo>
                <a:cubicBezTo>
                  <a:pt x="11944" y="63"/>
                  <a:pt x="11814" y="49"/>
                  <a:pt x="11683" y="38"/>
                </a:cubicBezTo>
                <a:close/>
                <a:moveTo>
                  <a:pt x="9136" y="131"/>
                </a:moveTo>
                <a:cubicBezTo>
                  <a:pt x="8960" y="158"/>
                  <a:pt x="8786" y="190"/>
                  <a:pt x="8611" y="226"/>
                </a:cubicBezTo>
                <a:lnTo>
                  <a:pt x="226" y="8611"/>
                </a:lnTo>
                <a:cubicBezTo>
                  <a:pt x="190" y="8786"/>
                  <a:pt x="157" y="8961"/>
                  <a:pt x="130" y="9137"/>
                </a:cubicBezTo>
                <a:lnTo>
                  <a:pt x="9136" y="131"/>
                </a:lnTo>
                <a:close/>
                <a:moveTo>
                  <a:pt x="12541" y="143"/>
                </a:moveTo>
                <a:lnTo>
                  <a:pt x="143" y="12541"/>
                </a:lnTo>
                <a:cubicBezTo>
                  <a:pt x="163" y="12663"/>
                  <a:pt x="183" y="12785"/>
                  <a:pt x="207" y="12906"/>
                </a:cubicBezTo>
                <a:lnTo>
                  <a:pt x="12906" y="208"/>
                </a:lnTo>
                <a:cubicBezTo>
                  <a:pt x="12785" y="184"/>
                  <a:pt x="12663" y="163"/>
                  <a:pt x="12541" y="143"/>
                </a:cubicBezTo>
                <a:close/>
                <a:moveTo>
                  <a:pt x="13343" y="303"/>
                </a:moveTo>
                <a:lnTo>
                  <a:pt x="303" y="13343"/>
                </a:lnTo>
                <a:cubicBezTo>
                  <a:pt x="330" y="13456"/>
                  <a:pt x="361" y="13569"/>
                  <a:pt x="392" y="13682"/>
                </a:cubicBezTo>
                <a:lnTo>
                  <a:pt x="13682" y="393"/>
                </a:lnTo>
                <a:cubicBezTo>
                  <a:pt x="13569" y="362"/>
                  <a:pt x="13456" y="331"/>
                  <a:pt x="13343" y="303"/>
                </a:cubicBezTo>
                <a:close/>
                <a:moveTo>
                  <a:pt x="7909" y="395"/>
                </a:moveTo>
                <a:cubicBezTo>
                  <a:pt x="7701" y="452"/>
                  <a:pt x="7495" y="515"/>
                  <a:pt x="7290" y="585"/>
                </a:cubicBezTo>
                <a:lnTo>
                  <a:pt x="584" y="7290"/>
                </a:lnTo>
                <a:cubicBezTo>
                  <a:pt x="514" y="7495"/>
                  <a:pt x="452" y="7702"/>
                  <a:pt x="394" y="7909"/>
                </a:cubicBezTo>
                <a:lnTo>
                  <a:pt x="7909" y="395"/>
                </a:lnTo>
                <a:close/>
                <a:moveTo>
                  <a:pt x="14094" y="515"/>
                </a:moveTo>
                <a:lnTo>
                  <a:pt x="514" y="14094"/>
                </a:lnTo>
                <a:cubicBezTo>
                  <a:pt x="549" y="14202"/>
                  <a:pt x="583" y="14310"/>
                  <a:pt x="620" y="14417"/>
                </a:cubicBezTo>
                <a:lnTo>
                  <a:pt x="14417" y="621"/>
                </a:lnTo>
                <a:cubicBezTo>
                  <a:pt x="14310" y="583"/>
                  <a:pt x="14202" y="549"/>
                  <a:pt x="14094" y="515"/>
                </a:cubicBezTo>
                <a:close/>
                <a:moveTo>
                  <a:pt x="14804" y="767"/>
                </a:moveTo>
                <a:lnTo>
                  <a:pt x="767" y="14804"/>
                </a:lnTo>
                <a:cubicBezTo>
                  <a:pt x="807" y="14905"/>
                  <a:pt x="851" y="15004"/>
                  <a:pt x="894" y="15104"/>
                </a:cubicBezTo>
                <a:lnTo>
                  <a:pt x="15104" y="895"/>
                </a:lnTo>
                <a:cubicBezTo>
                  <a:pt x="15004" y="852"/>
                  <a:pt x="14905" y="807"/>
                  <a:pt x="14804" y="767"/>
                </a:cubicBezTo>
                <a:close/>
                <a:moveTo>
                  <a:pt x="6411" y="932"/>
                </a:moveTo>
                <a:cubicBezTo>
                  <a:pt x="6118" y="1062"/>
                  <a:pt x="5831" y="1206"/>
                  <a:pt x="5549" y="1363"/>
                </a:cubicBezTo>
                <a:lnTo>
                  <a:pt x="1362" y="5549"/>
                </a:lnTo>
                <a:cubicBezTo>
                  <a:pt x="1205" y="5832"/>
                  <a:pt x="1061" y="6119"/>
                  <a:pt x="931" y="6411"/>
                </a:cubicBezTo>
                <a:lnTo>
                  <a:pt x="6411" y="932"/>
                </a:lnTo>
                <a:close/>
                <a:moveTo>
                  <a:pt x="15470" y="1061"/>
                </a:moveTo>
                <a:lnTo>
                  <a:pt x="1060" y="15471"/>
                </a:lnTo>
                <a:cubicBezTo>
                  <a:pt x="1106" y="15567"/>
                  <a:pt x="1153" y="15664"/>
                  <a:pt x="1202" y="15759"/>
                </a:cubicBezTo>
                <a:lnTo>
                  <a:pt x="15759" y="1203"/>
                </a:lnTo>
                <a:cubicBezTo>
                  <a:pt x="15663" y="1153"/>
                  <a:pt x="15567" y="1107"/>
                  <a:pt x="15470" y="1061"/>
                </a:cubicBezTo>
                <a:close/>
                <a:moveTo>
                  <a:pt x="16103" y="1391"/>
                </a:moveTo>
                <a:lnTo>
                  <a:pt x="1391" y="16103"/>
                </a:lnTo>
                <a:cubicBezTo>
                  <a:pt x="1442" y="16194"/>
                  <a:pt x="1494" y="16285"/>
                  <a:pt x="1549" y="16375"/>
                </a:cubicBezTo>
                <a:lnTo>
                  <a:pt x="16375" y="1549"/>
                </a:lnTo>
                <a:cubicBezTo>
                  <a:pt x="16285" y="1495"/>
                  <a:pt x="16194" y="1442"/>
                  <a:pt x="16103" y="1391"/>
                </a:cubicBezTo>
                <a:close/>
                <a:moveTo>
                  <a:pt x="16703" y="1754"/>
                </a:moveTo>
                <a:lnTo>
                  <a:pt x="1753" y="16703"/>
                </a:lnTo>
                <a:cubicBezTo>
                  <a:pt x="1809" y="16788"/>
                  <a:pt x="1869" y="16872"/>
                  <a:pt x="1928" y="16956"/>
                </a:cubicBezTo>
                <a:lnTo>
                  <a:pt x="16956" y="1928"/>
                </a:lnTo>
                <a:cubicBezTo>
                  <a:pt x="16872" y="1869"/>
                  <a:pt x="16788" y="1810"/>
                  <a:pt x="16703" y="1754"/>
                </a:cubicBezTo>
                <a:close/>
                <a:moveTo>
                  <a:pt x="17267" y="2151"/>
                </a:moveTo>
                <a:lnTo>
                  <a:pt x="2151" y="17267"/>
                </a:lnTo>
                <a:cubicBezTo>
                  <a:pt x="2212" y="17349"/>
                  <a:pt x="2274" y="17430"/>
                  <a:pt x="2338" y="17510"/>
                </a:cubicBezTo>
                <a:lnTo>
                  <a:pt x="17510" y="2338"/>
                </a:lnTo>
                <a:cubicBezTo>
                  <a:pt x="17430" y="2275"/>
                  <a:pt x="17349" y="2212"/>
                  <a:pt x="17267" y="2151"/>
                </a:cubicBezTo>
                <a:close/>
                <a:moveTo>
                  <a:pt x="3805" y="2574"/>
                </a:moveTo>
                <a:cubicBezTo>
                  <a:pt x="3586" y="2761"/>
                  <a:pt x="3370" y="2956"/>
                  <a:pt x="3163" y="3163"/>
                </a:cubicBezTo>
                <a:cubicBezTo>
                  <a:pt x="2955" y="3371"/>
                  <a:pt x="2761" y="3586"/>
                  <a:pt x="2574" y="3806"/>
                </a:cubicBezTo>
                <a:lnTo>
                  <a:pt x="3805" y="2574"/>
                </a:lnTo>
                <a:close/>
                <a:moveTo>
                  <a:pt x="17801" y="2579"/>
                </a:moveTo>
                <a:lnTo>
                  <a:pt x="2579" y="17801"/>
                </a:lnTo>
                <a:cubicBezTo>
                  <a:pt x="2645" y="17878"/>
                  <a:pt x="2709" y="17957"/>
                  <a:pt x="2777" y="18032"/>
                </a:cubicBezTo>
                <a:lnTo>
                  <a:pt x="18032" y="2777"/>
                </a:lnTo>
                <a:cubicBezTo>
                  <a:pt x="17957" y="2709"/>
                  <a:pt x="17878" y="2645"/>
                  <a:pt x="17801" y="2579"/>
                </a:cubicBezTo>
                <a:close/>
                <a:moveTo>
                  <a:pt x="18304" y="3036"/>
                </a:moveTo>
                <a:lnTo>
                  <a:pt x="3036" y="18304"/>
                </a:lnTo>
                <a:cubicBezTo>
                  <a:pt x="3079" y="18349"/>
                  <a:pt x="3119" y="18394"/>
                  <a:pt x="3163" y="18438"/>
                </a:cubicBezTo>
                <a:cubicBezTo>
                  <a:pt x="3191" y="18466"/>
                  <a:pt x="3222" y="18492"/>
                  <a:pt x="3250" y="18521"/>
                </a:cubicBezTo>
                <a:lnTo>
                  <a:pt x="18521" y="3251"/>
                </a:lnTo>
                <a:cubicBezTo>
                  <a:pt x="18492" y="3222"/>
                  <a:pt x="18466" y="3192"/>
                  <a:pt x="18438" y="3163"/>
                </a:cubicBezTo>
                <a:cubicBezTo>
                  <a:pt x="18394" y="3119"/>
                  <a:pt x="18348" y="3079"/>
                  <a:pt x="18304" y="3036"/>
                </a:cubicBezTo>
                <a:close/>
                <a:moveTo>
                  <a:pt x="18781" y="3523"/>
                </a:moveTo>
                <a:lnTo>
                  <a:pt x="3522" y="18781"/>
                </a:lnTo>
                <a:cubicBezTo>
                  <a:pt x="3598" y="18850"/>
                  <a:pt x="3676" y="18915"/>
                  <a:pt x="3753" y="18982"/>
                </a:cubicBezTo>
                <a:lnTo>
                  <a:pt x="18982" y="3753"/>
                </a:lnTo>
                <a:cubicBezTo>
                  <a:pt x="18915" y="3676"/>
                  <a:pt x="18850" y="3598"/>
                  <a:pt x="18781" y="3523"/>
                </a:cubicBezTo>
                <a:close/>
                <a:moveTo>
                  <a:pt x="19224" y="4041"/>
                </a:moveTo>
                <a:lnTo>
                  <a:pt x="4041" y="19224"/>
                </a:lnTo>
                <a:cubicBezTo>
                  <a:pt x="4121" y="19289"/>
                  <a:pt x="4202" y="19350"/>
                  <a:pt x="4283" y="19412"/>
                </a:cubicBezTo>
                <a:lnTo>
                  <a:pt x="19412" y="4283"/>
                </a:lnTo>
                <a:cubicBezTo>
                  <a:pt x="19350" y="4202"/>
                  <a:pt x="19289" y="4121"/>
                  <a:pt x="19224" y="4041"/>
                </a:cubicBezTo>
                <a:close/>
                <a:moveTo>
                  <a:pt x="19637" y="4591"/>
                </a:moveTo>
                <a:lnTo>
                  <a:pt x="4591" y="19637"/>
                </a:lnTo>
                <a:cubicBezTo>
                  <a:pt x="4675" y="19696"/>
                  <a:pt x="4758" y="19757"/>
                  <a:pt x="4843" y="19813"/>
                </a:cubicBezTo>
                <a:lnTo>
                  <a:pt x="19813" y="4844"/>
                </a:lnTo>
                <a:cubicBezTo>
                  <a:pt x="19757" y="4758"/>
                  <a:pt x="19696" y="4675"/>
                  <a:pt x="19637" y="4591"/>
                </a:cubicBezTo>
                <a:close/>
                <a:moveTo>
                  <a:pt x="20019" y="5172"/>
                </a:moveTo>
                <a:lnTo>
                  <a:pt x="5172" y="20019"/>
                </a:lnTo>
                <a:cubicBezTo>
                  <a:pt x="5261" y="20073"/>
                  <a:pt x="5351" y="20126"/>
                  <a:pt x="5441" y="20178"/>
                </a:cubicBezTo>
                <a:lnTo>
                  <a:pt x="20178" y="5441"/>
                </a:lnTo>
                <a:cubicBezTo>
                  <a:pt x="20126" y="5351"/>
                  <a:pt x="20073" y="5261"/>
                  <a:pt x="20019" y="5172"/>
                </a:cubicBezTo>
                <a:close/>
                <a:moveTo>
                  <a:pt x="20369" y="5782"/>
                </a:moveTo>
                <a:lnTo>
                  <a:pt x="5782" y="20369"/>
                </a:lnTo>
                <a:cubicBezTo>
                  <a:pt x="5877" y="20419"/>
                  <a:pt x="5974" y="20463"/>
                  <a:pt x="6071" y="20510"/>
                </a:cubicBezTo>
                <a:lnTo>
                  <a:pt x="20510" y="6071"/>
                </a:lnTo>
                <a:cubicBezTo>
                  <a:pt x="20463" y="5975"/>
                  <a:pt x="20419" y="5878"/>
                  <a:pt x="20369" y="5782"/>
                </a:cubicBezTo>
                <a:close/>
                <a:moveTo>
                  <a:pt x="20679" y="6434"/>
                </a:moveTo>
                <a:lnTo>
                  <a:pt x="6434" y="20679"/>
                </a:lnTo>
                <a:cubicBezTo>
                  <a:pt x="6534" y="20723"/>
                  <a:pt x="6633" y="20769"/>
                  <a:pt x="6734" y="20809"/>
                </a:cubicBezTo>
                <a:lnTo>
                  <a:pt x="20809" y="6735"/>
                </a:lnTo>
                <a:cubicBezTo>
                  <a:pt x="20769" y="6634"/>
                  <a:pt x="20723" y="6534"/>
                  <a:pt x="20679" y="6434"/>
                </a:cubicBezTo>
                <a:close/>
                <a:moveTo>
                  <a:pt x="20956" y="7121"/>
                </a:moveTo>
                <a:lnTo>
                  <a:pt x="7120" y="20956"/>
                </a:lnTo>
                <a:cubicBezTo>
                  <a:pt x="7226" y="20994"/>
                  <a:pt x="7333" y="21030"/>
                  <a:pt x="7439" y="21065"/>
                </a:cubicBezTo>
                <a:lnTo>
                  <a:pt x="21065" y="7439"/>
                </a:lnTo>
                <a:cubicBezTo>
                  <a:pt x="21030" y="7333"/>
                  <a:pt x="20994" y="7226"/>
                  <a:pt x="20956" y="7121"/>
                </a:cubicBezTo>
                <a:close/>
                <a:moveTo>
                  <a:pt x="21190" y="7848"/>
                </a:moveTo>
                <a:lnTo>
                  <a:pt x="7848" y="21190"/>
                </a:lnTo>
                <a:cubicBezTo>
                  <a:pt x="7960" y="21221"/>
                  <a:pt x="8073" y="21252"/>
                  <a:pt x="8186" y="21280"/>
                </a:cubicBezTo>
                <a:lnTo>
                  <a:pt x="21280" y="8186"/>
                </a:lnTo>
                <a:cubicBezTo>
                  <a:pt x="21252" y="8073"/>
                  <a:pt x="21221" y="7960"/>
                  <a:pt x="21190" y="7848"/>
                </a:cubicBezTo>
                <a:close/>
                <a:moveTo>
                  <a:pt x="21378" y="8623"/>
                </a:moveTo>
                <a:lnTo>
                  <a:pt x="8623" y="21378"/>
                </a:lnTo>
                <a:cubicBezTo>
                  <a:pt x="8743" y="21402"/>
                  <a:pt x="8863" y="21424"/>
                  <a:pt x="8984" y="21445"/>
                </a:cubicBezTo>
                <a:lnTo>
                  <a:pt x="21445" y="8984"/>
                </a:lnTo>
                <a:cubicBezTo>
                  <a:pt x="21424" y="8864"/>
                  <a:pt x="21402" y="8743"/>
                  <a:pt x="21378" y="8623"/>
                </a:cubicBezTo>
                <a:close/>
                <a:moveTo>
                  <a:pt x="21514" y="9448"/>
                </a:moveTo>
                <a:lnTo>
                  <a:pt x="9447" y="21514"/>
                </a:lnTo>
                <a:cubicBezTo>
                  <a:pt x="9576" y="21530"/>
                  <a:pt x="9704" y="21546"/>
                  <a:pt x="9833" y="21557"/>
                </a:cubicBezTo>
                <a:lnTo>
                  <a:pt x="21557" y="9834"/>
                </a:lnTo>
                <a:cubicBezTo>
                  <a:pt x="21546" y="9705"/>
                  <a:pt x="21530" y="9576"/>
                  <a:pt x="21514" y="9448"/>
                </a:cubicBezTo>
                <a:close/>
                <a:moveTo>
                  <a:pt x="21590" y="10333"/>
                </a:moveTo>
                <a:lnTo>
                  <a:pt x="10332" y="21590"/>
                </a:lnTo>
                <a:cubicBezTo>
                  <a:pt x="10473" y="21596"/>
                  <a:pt x="10613" y="21599"/>
                  <a:pt x="10753" y="21600"/>
                </a:cubicBezTo>
                <a:lnTo>
                  <a:pt x="21600" y="10754"/>
                </a:lnTo>
                <a:cubicBezTo>
                  <a:pt x="21599" y="10613"/>
                  <a:pt x="21596" y="10473"/>
                  <a:pt x="21590" y="10333"/>
                </a:cubicBezTo>
                <a:close/>
                <a:moveTo>
                  <a:pt x="21590" y="11296"/>
                </a:moveTo>
                <a:lnTo>
                  <a:pt x="11295" y="21590"/>
                </a:lnTo>
                <a:cubicBezTo>
                  <a:pt x="11449" y="21583"/>
                  <a:pt x="11603" y="21572"/>
                  <a:pt x="11757" y="21558"/>
                </a:cubicBezTo>
                <a:lnTo>
                  <a:pt x="21558" y="11757"/>
                </a:lnTo>
                <a:cubicBezTo>
                  <a:pt x="21572" y="11603"/>
                  <a:pt x="21583" y="11450"/>
                  <a:pt x="21590" y="11296"/>
                </a:cubicBezTo>
                <a:close/>
                <a:moveTo>
                  <a:pt x="21489" y="12358"/>
                </a:moveTo>
                <a:lnTo>
                  <a:pt x="12358" y="21489"/>
                </a:lnTo>
                <a:cubicBezTo>
                  <a:pt x="12531" y="21464"/>
                  <a:pt x="12703" y="21434"/>
                  <a:pt x="12876" y="21400"/>
                </a:cubicBezTo>
                <a:lnTo>
                  <a:pt x="21400" y="12876"/>
                </a:lnTo>
                <a:cubicBezTo>
                  <a:pt x="21434" y="12704"/>
                  <a:pt x="21464" y="12531"/>
                  <a:pt x="21489" y="12358"/>
                </a:cubicBezTo>
                <a:close/>
                <a:moveTo>
                  <a:pt x="21239" y="13569"/>
                </a:moveTo>
                <a:lnTo>
                  <a:pt x="13569" y="21239"/>
                </a:lnTo>
                <a:cubicBezTo>
                  <a:pt x="13774" y="21185"/>
                  <a:pt x="13978" y="21125"/>
                  <a:pt x="14181" y="21058"/>
                </a:cubicBezTo>
                <a:lnTo>
                  <a:pt x="21058" y="14181"/>
                </a:lnTo>
                <a:cubicBezTo>
                  <a:pt x="21125" y="13978"/>
                  <a:pt x="21185" y="13774"/>
                  <a:pt x="21239" y="13569"/>
                </a:cubicBezTo>
                <a:close/>
                <a:moveTo>
                  <a:pt x="20736" y="15035"/>
                </a:moveTo>
                <a:lnTo>
                  <a:pt x="15035" y="20736"/>
                </a:lnTo>
                <a:cubicBezTo>
                  <a:pt x="15310" y="20619"/>
                  <a:pt x="15581" y="20493"/>
                  <a:pt x="15848" y="20352"/>
                </a:cubicBezTo>
                <a:lnTo>
                  <a:pt x="20352" y="15848"/>
                </a:lnTo>
                <a:cubicBezTo>
                  <a:pt x="20493" y="15581"/>
                  <a:pt x="20619" y="15310"/>
                  <a:pt x="20736" y="15035"/>
                </a:cubicBezTo>
                <a:close/>
                <a:moveTo>
                  <a:pt x="19400" y="17332"/>
                </a:moveTo>
                <a:lnTo>
                  <a:pt x="17332" y="19400"/>
                </a:lnTo>
                <a:cubicBezTo>
                  <a:pt x="17716" y="19108"/>
                  <a:pt x="18087" y="18789"/>
                  <a:pt x="18438" y="18438"/>
                </a:cubicBezTo>
                <a:cubicBezTo>
                  <a:pt x="18788" y="18087"/>
                  <a:pt x="19107" y="17716"/>
                  <a:pt x="19400" y="17332"/>
                </a:cubicBezTo>
                <a:close/>
              </a:path>
            </a:pathLst>
          </a:custGeom>
          <a:solidFill>
            <a:schemeClr val="accent4"/>
          </a:solidFill>
          <a:ln w="12700">
            <a:miter lim="400000"/>
          </a:ln>
        </p:spPr>
        <p:txBody>
          <a:bodyPr lIns="0" tIns="0" rIns="0" bIns="0" anchor="ctr"/>
          <a:lstStyle/>
          <a:p>
            <a:pPr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/>
          </a:p>
        </p:txBody>
      </p:sp>
      <p:sp>
        <p:nvSpPr>
          <p:cNvPr id="201" name="Shape"/>
          <p:cNvSpPr/>
          <p:nvPr/>
        </p:nvSpPr>
        <p:spPr>
          <a:xfrm>
            <a:off x="-9782" y="-14685"/>
            <a:ext cx="5401449" cy="1371951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489" h="21600" extrusionOk="0">
                <a:moveTo>
                  <a:pt x="9876" y="0"/>
                </a:moveTo>
                <a:cubicBezTo>
                  <a:pt x="14909" y="1061"/>
                  <a:pt x="18164" y="3091"/>
                  <a:pt x="18448" y="5345"/>
                </a:cubicBezTo>
                <a:cubicBezTo>
                  <a:pt x="18695" y="7304"/>
                  <a:pt x="16642" y="9198"/>
                  <a:pt x="12885" y="10477"/>
                </a:cubicBezTo>
                <a:cubicBezTo>
                  <a:pt x="8651" y="11730"/>
                  <a:pt x="7084" y="13955"/>
                  <a:pt x="9071" y="15894"/>
                </a:cubicBezTo>
                <a:cubicBezTo>
                  <a:pt x="10355" y="17147"/>
                  <a:pt x="13013" y="18098"/>
                  <a:pt x="16290" y="18479"/>
                </a:cubicBezTo>
                <a:cubicBezTo>
                  <a:pt x="17951" y="18702"/>
                  <a:pt x="19367" y="19144"/>
                  <a:pt x="20305" y="19731"/>
                </a:cubicBezTo>
                <a:cubicBezTo>
                  <a:pt x="21193" y="20288"/>
                  <a:pt x="21600" y="20944"/>
                  <a:pt x="21463" y="21600"/>
                </a:cubicBezTo>
                <a:lnTo>
                  <a:pt x="0" y="21600"/>
                </a:lnTo>
                <a:lnTo>
                  <a:pt x="0" y="1"/>
                </a:lnTo>
                <a:lnTo>
                  <a:pt x="9876" y="0"/>
                </a:lnTo>
                <a:close/>
              </a:path>
            </a:pathLst>
          </a:custGeom>
          <a:solidFill>
            <a:schemeClr val="accent3"/>
          </a:solidFill>
          <a:ln w="12700">
            <a:miter lim="400000"/>
          </a:ln>
          <a:effectLst>
            <a:outerShdw blurRad="914400" dist="25400" dir="5400000" rotWithShape="0">
              <a:srgbClr val="000000">
                <a:alpha val="50000"/>
              </a:srgbClr>
            </a:outerShdw>
          </a:effectLst>
        </p:spPr>
        <p:txBody>
          <a:bodyPr lIns="50800" tIns="50800" rIns="50800" bIns="50800" anchor="ctr"/>
          <a:lstStyle/>
          <a:p>
            <a:endParaRPr/>
          </a:p>
        </p:txBody>
      </p:sp>
      <p:sp>
        <p:nvSpPr>
          <p:cNvPr id="202" name="Shape"/>
          <p:cNvSpPr/>
          <p:nvPr/>
        </p:nvSpPr>
        <p:spPr>
          <a:xfrm>
            <a:off x="14077382" y="-26393"/>
            <a:ext cx="10315136" cy="10264133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490" h="20992" extrusionOk="0">
                <a:moveTo>
                  <a:pt x="22" y="0"/>
                </a:moveTo>
                <a:cubicBezTo>
                  <a:pt x="-110" y="1123"/>
                  <a:pt x="362" y="2232"/>
                  <a:pt x="1268" y="2930"/>
                </a:cubicBezTo>
                <a:cubicBezTo>
                  <a:pt x="2187" y="3637"/>
                  <a:pt x="3418" y="3817"/>
                  <a:pt x="4507" y="3403"/>
                </a:cubicBezTo>
                <a:cubicBezTo>
                  <a:pt x="6055" y="2610"/>
                  <a:pt x="7961" y="3061"/>
                  <a:pt x="8970" y="4460"/>
                </a:cubicBezTo>
                <a:cubicBezTo>
                  <a:pt x="9809" y="5622"/>
                  <a:pt x="9807" y="7178"/>
                  <a:pt x="8965" y="8338"/>
                </a:cubicBezTo>
                <a:cubicBezTo>
                  <a:pt x="6771" y="11924"/>
                  <a:pt x="7613" y="16550"/>
                  <a:pt x="10936" y="19169"/>
                </a:cubicBezTo>
                <a:cubicBezTo>
                  <a:pt x="14018" y="21597"/>
                  <a:pt x="18405" y="21600"/>
                  <a:pt x="21490" y="19175"/>
                </a:cubicBezTo>
                <a:lnTo>
                  <a:pt x="21490" y="35"/>
                </a:lnTo>
                <a:lnTo>
                  <a:pt x="22" y="0"/>
                </a:lnTo>
                <a:close/>
              </a:path>
            </a:pathLst>
          </a:custGeom>
          <a:solidFill>
            <a:schemeClr val="accent3"/>
          </a:solidFill>
          <a:ln w="12700">
            <a:miter lim="400000"/>
          </a:ln>
          <a:effectLst>
            <a:outerShdw blurRad="914400" dist="25400" dir="5400000" rotWithShape="0">
              <a:srgbClr val="000000">
                <a:alpha val="50000"/>
              </a:srgbClr>
            </a:outerShdw>
          </a:effectLst>
        </p:spPr>
        <p:txBody>
          <a:bodyPr lIns="50800" tIns="50800" rIns="50800" bIns="50800" anchor="ctr"/>
          <a:lstStyle/>
          <a:p>
            <a:endParaRPr/>
          </a:p>
        </p:txBody>
      </p:sp>
      <p:sp>
        <p:nvSpPr>
          <p:cNvPr id="203" name="Circle"/>
          <p:cNvSpPr/>
          <p:nvPr/>
        </p:nvSpPr>
        <p:spPr>
          <a:xfrm>
            <a:off x="17006264" y="352354"/>
            <a:ext cx="494973" cy="494972"/>
          </a:xfrm>
          <a:prstGeom prst="ellipse">
            <a:avLst/>
          </a:prstGeom>
          <a:gradFill>
            <a:gsLst>
              <a:gs pos="0">
                <a:schemeClr val="accent2"/>
              </a:gs>
              <a:gs pos="100000">
                <a:schemeClr val="accent1"/>
              </a:gs>
            </a:gsLst>
            <a:lin ang="5400000"/>
          </a:gradFill>
          <a:ln w="12700">
            <a:miter lim="400000"/>
          </a:ln>
        </p:spPr>
        <p:txBody>
          <a:bodyPr lIns="0" tIns="0" rIns="0" bIns="0" anchor="ctr"/>
          <a:lstStyle/>
          <a:p>
            <a:pPr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/>
          </a:p>
        </p:txBody>
      </p:sp>
      <p:sp>
        <p:nvSpPr>
          <p:cNvPr id="204" name="Circle"/>
          <p:cNvSpPr/>
          <p:nvPr/>
        </p:nvSpPr>
        <p:spPr>
          <a:xfrm>
            <a:off x="-564062" y="1321716"/>
            <a:ext cx="1150610" cy="1150611"/>
          </a:xfrm>
          <a:prstGeom prst="ellipse">
            <a:avLst/>
          </a:prstGeom>
          <a:gradFill>
            <a:gsLst>
              <a:gs pos="0">
                <a:schemeClr val="accent2"/>
              </a:gs>
              <a:gs pos="100000">
                <a:schemeClr val="accent1"/>
              </a:gs>
            </a:gsLst>
            <a:lin ang="5400000"/>
          </a:gradFill>
          <a:ln w="12700">
            <a:miter lim="400000"/>
          </a:ln>
        </p:spPr>
        <p:txBody>
          <a:bodyPr lIns="0" tIns="0" rIns="0" bIns="0" anchor="ctr"/>
          <a:lstStyle/>
          <a:p>
            <a:pPr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/>
          </a:p>
        </p:txBody>
      </p:sp>
      <p:sp>
        <p:nvSpPr>
          <p:cNvPr id="205" name="TOPIC #1 - $100"/>
          <p:cNvSpPr txBox="1"/>
          <p:nvPr/>
        </p:nvSpPr>
        <p:spPr>
          <a:xfrm>
            <a:off x="1318646" y="1071521"/>
            <a:ext cx="14608911" cy="1651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/>
          <a:p>
            <a:pPr algn="l">
              <a:defRPr sz="10000" b="0">
                <a:solidFill>
                  <a:srgbClr val="F6C543"/>
                </a:solidFill>
                <a:latin typeface="Impact"/>
                <a:ea typeface="Impact"/>
                <a:cs typeface="Impact"/>
                <a:sym typeface="Impact"/>
              </a:defRPr>
            </a:pPr>
            <a:r>
              <a:rPr lang="en-US" altLang="zh-CN" dirty="0">
                <a:solidFill>
                  <a:schemeClr val="accent1"/>
                </a:solidFill>
              </a:rPr>
              <a:t>UNIT</a:t>
            </a:r>
            <a:r>
              <a:rPr dirty="0">
                <a:solidFill>
                  <a:schemeClr val="accent1"/>
                </a:solidFill>
              </a:rPr>
              <a:t> #</a:t>
            </a:r>
            <a:r>
              <a:rPr lang="en-US" dirty="0">
                <a:solidFill>
                  <a:schemeClr val="accent1"/>
                </a:solidFill>
              </a:rPr>
              <a:t>2</a:t>
            </a:r>
            <a:r>
              <a:rPr dirty="0"/>
              <a:t> </a:t>
            </a:r>
            <a:r>
              <a:rPr lang="en-US" altLang="zh-CN" dirty="0">
                <a:solidFill>
                  <a:srgbClr val="FFFFFF"/>
                </a:solidFill>
              </a:rPr>
              <a:t>–</a:t>
            </a:r>
            <a:r>
              <a:rPr dirty="0">
                <a:solidFill>
                  <a:srgbClr val="FFFFFF"/>
                </a:solidFill>
              </a:rPr>
              <a:t> </a:t>
            </a:r>
            <a:r>
              <a:rPr lang="zh-CN" altLang="en-US" dirty="0">
                <a:solidFill>
                  <a:srgbClr val="FFFFFF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正投影基础</a:t>
            </a:r>
            <a:endParaRPr dirty="0">
              <a:solidFill>
                <a:srgbClr val="FFFFFF"/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206" name="Shape"/>
          <p:cNvSpPr/>
          <p:nvPr/>
        </p:nvSpPr>
        <p:spPr>
          <a:xfrm>
            <a:off x="-306915" y="8239797"/>
            <a:ext cx="1046530" cy="104640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9679" h="20595" extrusionOk="0">
                <a:moveTo>
                  <a:pt x="9839" y="0"/>
                </a:moveTo>
                <a:cubicBezTo>
                  <a:pt x="7321" y="0"/>
                  <a:pt x="4802" y="1006"/>
                  <a:pt x="2881" y="3017"/>
                </a:cubicBezTo>
                <a:cubicBezTo>
                  <a:pt x="-961" y="7038"/>
                  <a:pt x="-961" y="13557"/>
                  <a:pt x="2881" y="17578"/>
                </a:cubicBezTo>
                <a:cubicBezTo>
                  <a:pt x="6724" y="21600"/>
                  <a:pt x="12954" y="21600"/>
                  <a:pt x="16797" y="17578"/>
                </a:cubicBezTo>
                <a:cubicBezTo>
                  <a:pt x="20639" y="13557"/>
                  <a:pt x="20639" y="7038"/>
                  <a:pt x="16797" y="3017"/>
                </a:cubicBezTo>
                <a:cubicBezTo>
                  <a:pt x="14876" y="1006"/>
                  <a:pt x="12357" y="0"/>
                  <a:pt x="9839" y="0"/>
                </a:cubicBezTo>
                <a:close/>
                <a:moveTo>
                  <a:pt x="9839" y="2649"/>
                </a:moveTo>
                <a:cubicBezTo>
                  <a:pt x="11709" y="2649"/>
                  <a:pt x="13580" y="3397"/>
                  <a:pt x="15007" y="4890"/>
                </a:cubicBezTo>
                <a:cubicBezTo>
                  <a:pt x="17861" y="7877"/>
                  <a:pt x="17861" y="12718"/>
                  <a:pt x="15007" y="15705"/>
                </a:cubicBezTo>
                <a:cubicBezTo>
                  <a:pt x="12153" y="18692"/>
                  <a:pt x="7525" y="18692"/>
                  <a:pt x="4671" y="15705"/>
                </a:cubicBezTo>
                <a:cubicBezTo>
                  <a:pt x="1817" y="12718"/>
                  <a:pt x="1817" y="7877"/>
                  <a:pt x="4671" y="4890"/>
                </a:cubicBezTo>
                <a:cubicBezTo>
                  <a:pt x="6098" y="3397"/>
                  <a:pt x="7969" y="2649"/>
                  <a:pt x="9839" y="2649"/>
                </a:cubicBezTo>
                <a:close/>
              </a:path>
            </a:pathLst>
          </a:custGeom>
          <a:gradFill>
            <a:gsLst>
              <a:gs pos="0">
                <a:schemeClr val="accent2"/>
              </a:gs>
              <a:gs pos="100000">
                <a:schemeClr val="accent1"/>
              </a:gs>
            </a:gsLst>
            <a:lin ang="5400000"/>
          </a:gradFill>
          <a:ln w="12700">
            <a:miter lim="400000"/>
          </a:ln>
        </p:spPr>
        <p:txBody>
          <a:bodyPr lIns="0" tIns="0" rIns="0" bIns="0" anchor="ctr"/>
          <a:lstStyle/>
          <a:p>
            <a:pPr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/>
          </a:p>
        </p:txBody>
      </p:sp>
      <p:sp>
        <p:nvSpPr>
          <p:cNvPr id="207" name="Shape"/>
          <p:cNvSpPr/>
          <p:nvPr/>
        </p:nvSpPr>
        <p:spPr>
          <a:xfrm>
            <a:off x="19865947" y="2060686"/>
            <a:ext cx="2330506" cy="233022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9679" h="20595" extrusionOk="0">
                <a:moveTo>
                  <a:pt x="9839" y="0"/>
                </a:moveTo>
                <a:cubicBezTo>
                  <a:pt x="7321" y="0"/>
                  <a:pt x="4802" y="1006"/>
                  <a:pt x="2881" y="3017"/>
                </a:cubicBezTo>
                <a:cubicBezTo>
                  <a:pt x="-961" y="7038"/>
                  <a:pt x="-961" y="13557"/>
                  <a:pt x="2881" y="17578"/>
                </a:cubicBezTo>
                <a:cubicBezTo>
                  <a:pt x="6724" y="21600"/>
                  <a:pt x="12954" y="21600"/>
                  <a:pt x="16797" y="17578"/>
                </a:cubicBezTo>
                <a:cubicBezTo>
                  <a:pt x="20639" y="13557"/>
                  <a:pt x="20639" y="7038"/>
                  <a:pt x="16797" y="3017"/>
                </a:cubicBezTo>
                <a:cubicBezTo>
                  <a:pt x="14876" y="1006"/>
                  <a:pt x="12357" y="0"/>
                  <a:pt x="9839" y="0"/>
                </a:cubicBezTo>
                <a:close/>
                <a:moveTo>
                  <a:pt x="9839" y="2649"/>
                </a:moveTo>
                <a:cubicBezTo>
                  <a:pt x="11709" y="2649"/>
                  <a:pt x="13580" y="3397"/>
                  <a:pt x="15007" y="4890"/>
                </a:cubicBezTo>
                <a:cubicBezTo>
                  <a:pt x="17861" y="7877"/>
                  <a:pt x="17861" y="12718"/>
                  <a:pt x="15007" y="15705"/>
                </a:cubicBezTo>
                <a:cubicBezTo>
                  <a:pt x="12153" y="18692"/>
                  <a:pt x="7525" y="18692"/>
                  <a:pt x="4671" y="15705"/>
                </a:cubicBezTo>
                <a:cubicBezTo>
                  <a:pt x="1817" y="12718"/>
                  <a:pt x="1817" y="7877"/>
                  <a:pt x="4671" y="4890"/>
                </a:cubicBezTo>
                <a:cubicBezTo>
                  <a:pt x="6098" y="3397"/>
                  <a:pt x="7969" y="2649"/>
                  <a:pt x="9839" y="2649"/>
                </a:cubicBezTo>
                <a:close/>
              </a:path>
            </a:pathLst>
          </a:custGeom>
          <a:gradFill>
            <a:gsLst>
              <a:gs pos="0">
                <a:schemeClr val="accent2"/>
              </a:gs>
              <a:gs pos="100000">
                <a:schemeClr val="accent1"/>
              </a:gs>
            </a:gsLst>
            <a:lin ang="5400000"/>
          </a:gradFill>
          <a:ln w="12700">
            <a:miter lim="400000"/>
          </a:ln>
        </p:spPr>
        <p:txBody>
          <a:bodyPr lIns="0" tIns="0" rIns="0" bIns="0" anchor="ctr"/>
          <a:lstStyle/>
          <a:p>
            <a:pPr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/>
          </a:p>
        </p:txBody>
      </p:sp>
      <p:sp>
        <p:nvSpPr>
          <p:cNvPr id="208" name="Rounded Rectangle"/>
          <p:cNvSpPr/>
          <p:nvPr/>
        </p:nvSpPr>
        <p:spPr>
          <a:xfrm>
            <a:off x="1413182" y="3302000"/>
            <a:ext cx="21616294" cy="8897388"/>
          </a:xfrm>
          <a:prstGeom prst="roundRect">
            <a:avLst>
              <a:gd name="adj" fmla="val 2897"/>
            </a:avLst>
          </a:prstGeom>
          <a:solidFill>
            <a:schemeClr val="accent4"/>
          </a:solidFill>
          <a:ln w="12700">
            <a:miter lim="400000"/>
          </a:ln>
          <a:effectLst>
            <a:outerShdw blurRad="558800" dist="71163" dir="5400000" rotWithShape="0">
              <a:srgbClr val="000000">
                <a:alpha val="19617"/>
              </a:srgbClr>
            </a:outerShdw>
          </a:effectLst>
        </p:spPr>
        <p:txBody>
          <a:bodyPr lIns="0" tIns="0" rIns="0" bIns="0" anchor="ctr"/>
          <a:lstStyle/>
          <a:p>
            <a:pPr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/>
          </a:p>
        </p:txBody>
      </p:sp>
      <p:sp>
        <p:nvSpPr>
          <p:cNvPr id="209" name="Type question here?"/>
          <p:cNvSpPr txBox="1"/>
          <p:nvPr/>
        </p:nvSpPr>
        <p:spPr>
          <a:xfrm>
            <a:off x="6553586" y="4605173"/>
            <a:ext cx="11335485" cy="57656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>
            <a:lvl1pPr>
              <a:defRPr sz="8000" b="0">
                <a:solidFill>
                  <a:srgbClr val="FEFFFF"/>
                </a:solidFill>
                <a:latin typeface="Impact"/>
                <a:ea typeface="Impact"/>
                <a:cs typeface="Impact"/>
                <a:sym typeface="Impact"/>
              </a:defRPr>
            </a:lvl1pPr>
          </a:lstStyle>
          <a:p>
            <a:pPr algn="l"/>
            <a:r>
              <a:rPr lang="en-US" sz="7200" dirty="0">
                <a:latin typeface="华文楷体" panose="02010600040101010101" pitchFamily="2" charset="-122"/>
                <a:ea typeface="华文楷体" panose="02010600040101010101" pitchFamily="2" charset="-122"/>
              </a:rPr>
              <a:t>1</a:t>
            </a:r>
            <a:r>
              <a:rPr lang="en-US" altLang="zh-CN" sz="7200" dirty="0">
                <a:latin typeface="华文楷体" panose="02010600040101010101" pitchFamily="2" charset="-122"/>
                <a:ea typeface="华文楷体" panose="02010600040101010101" pitchFamily="2" charset="-122"/>
              </a:rPr>
              <a:t>.</a:t>
            </a:r>
            <a:r>
              <a:rPr lang="zh-CN" altLang="en-US" sz="7200" dirty="0">
                <a:latin typeface="华文楷体" panose="02010600040101010101" pitchFamily="2" charset="-122"/>
                <a:ea typeface="华文楷体" panose="02010600040101010101" pitchFamily="2" charset="-122"/>
              </a:rPr>
              <a:t>投影法</a:t>
            </a:r>
            <a:endParaRPr lang="en-US" altLang="zh-CN" sz="7200" dirty="0">
              <a:latin typeface="华文楷体" panose="02010600040101010101" pitchFamily="2" charset="-122"/>
              <a:ea typeface="华文楷体" panose="02010600040101010101" pitchFamily="2" charset="-122"/>
            </a:endParaRPr>
          </a:p>
          <a:p>
            <a:pPr algn="l"/>
            <a:r>
              <a:rPr lang="en-US" sz="7200" dirty="0">
                <a:latin typeface="华文楷体" panose="02010600040101010101" pitchFamily="2" charset="-122"/>
                <a:ea typeface="华文楷体" panose="02010600040101010101" pitchFamily="2" charset="-122"/>
              </a:rPr>
              <a:t>2.</a:t>
            </a:r>
            <a:r>
              <a:rPr lang="zh-CN" altLang="en-US" sz="7200" dirty="0">
                <a:latin typeface="华文楷体" panose="02010600040101010101" pitchFamily="2" charset="-122"/>
                <a:ea typeface="华文楷体" panose="02010600040101010101" pitchFamily="2" charset="-122"/>
              </a:rPr>
              <a:t>点的投影</a:t>
            </a:r>
            <a:endParaRPr lang="en-US" altLang="zh-CN" sz="7200" dirty="0">
              <a:latin typeface="华文楷体" panose="02010600040101010101" pitchFamily="2" charset="-122"/>
              <a:ea typeface="华文楷体" panose="02010600040101010101" pitchFamily="2" charset="-122"/>
            </a:endParaRPr>
          </a:p>
          <a:p>
            <a:pPr algn="l"/>
            <a:r>
              <a:rPr lang="en-US" sz="7200" dirty="0">
                <a:latin typeface="华文楷体" panose="02010600040101010101" pitchFamily="2" charset="-122"/>
                <a:ea typeface="华文楷体" panose="02010600040101010101" pitchFamily="2" charset="-122"/>
              </a:rPr>
              <a:t>3</a:t>
            </a:r>
            <a:r>
              <a:rPr lang="en-US" altLang="zh-CN" sz="7200" dirty="0">
                <a:latin typeface="华文楷体" panose="02010600040101010101" pitchFamily="2" charset="-122"/>
                <a:ea typeface="华文楷体" panose="02010600040101010101" pitchFamily="2" charset="-122"/>
              </a:rPr>
              <a:t>.</a:t>
            </a:r>
            <a:r>
              <a:rPr lang="zh-CN" altLang="en-US" sz="7200" dirty="0">
                <a:latin typeface="华文楷体" panose="02010600040101010101" pitchFamily="2" charset="-122"/>
                <a:ea typeface="华文楷体" panose="02010600040101010101" pitchFamily="2" charset="-122"/>
              </a:rPr>
              <a:t>直线的投影</a:t>
            </a:r>
            <a:endParaRPr lang="en-US" altLang="zh-CN" sz="7200" dirty="0">
              <a:latin typeface="华文楷体" panose="02010600040101010101" pitchFamily="2" charset="-122"/>
              <a:ea typeface="华文楷体" panose="02010600040101010101" pitchFamily="2" charset="-122"/>
            </a:endParaRPr>
          </a:p>
          <a:p>
            <a:pPr algn="l"/>
            <a:r>
              <a:rPr lang="en-US" sz="7200" dirty="0">
                <a:latin typeface="华文楷体" panose="02010600040101010101" pitchFamily="2" charset="-122"/>
                <a:ea typeface="华文楷体" panose="02010600040101010101" pitchFamily="2" charset="-122"/>
              </a:rPr>
              <a:t>4</a:t>
            </a:r>
            <a:r>
              <a:rPr lang="en-US" altLang="zh-CN" sz="7200" dirty="0">
                <a:latin typeface="华文楷体" panose="02010600040101010101" pitchFamily="2" charset="-122"/>
                <a:ea typeface="华文楷体" panose="02010600040101010101" pitchFamily="2" charset="-122"/>
              </a:rPr>
              <a:t>.</a:t>
            </a:r>
            <a:r>
              <a:rPr lang="zh-CN" altLang="en-US" sz="7200" dirty="0">
                <a:latin typeface="华文楷体" panose="02010600040101010101" pitchFamily="2" charset="-122"/>
                <a:ea typeface="华文楷体" panose="02010600040101010101" pitchFamily="2" charset="-122"/>
              </a:rPr>
              <a:t>平面的投影</a:t>
            </a:r>
            <a:endParaRPr lang="en-US" altLang="zh-CN" sz="7200" dirty="0">
              <a:latin typeface="华文楷体" panose="02010600040101010101" pitchFamily="2" charset="-122"/>
              <a:ea typeface="华文楷体" panose="02010600040101010101" pitchFamily="2" charset="-122"/>
            </a:endParaRPr>
          </a:p>
          <a:p>
            <a:pPr algn="l"/>
            <a:r>
              <a:rPr lang="en-US" sz="7200" dirty="0">
                <a:latin typeface="华文楷体" panose="02010600040101010101" pitchFamily="2" charset="-122"/>
                <a:ea typeface="华文楷体" panose="02010600040101010101" pitchFamily="2" charset="-122"/>
              </a:rPr>
              <a:t>5</a:t>
            </a:r>
            <a:r>
              <a:rPr lang="en-US" altLang="zh-CN" sz="7200" dirty="0">
                <a:latin typeface="华文楷体" panose="02010600040101010101" pitchFamily="2" charset="-122"/>
                <a:ea typeface="华文楷体" panose="02010600040101010101" pitchFamily="2" charset="-122"/>
              </a:rPr>
              <a:t>.</a:t>
            </a:r>
            <a:r>
              <a:rPr lang="zh-CN" altLang="en-US" sz="7200" dirty="0">
                <a:latin typeface="华文楷体" panose="02010600040101010101" pitchFamily="2" charset="-122"/>
                <a:ea typeface="华文楷体" panose="02010600040101010101" pitchFamily="2" charset="-122"/>
              </a:rPr>
              <a:t>直线与平面的相对位置</a:t>
            </a:r>
            <a:endParaRPr sz="7200" dirty="0"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</p:spTree>
  </p:cSld>
  <p:clrMapOvr>
    <a:masterClrMapping/>
  </p:clrMapOvr>
  <p:transition spd="med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Shape"/>
          <p:cNvSpPr/>
          <p:nvPr/>
        </p:nvSpPr>
        <p:spPr>
          <a:xfrm>
            <a:off x="6290541" y="12617233"/>
            <a:ext cx="2709718" cy="270939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9679" h="20595" extrusionOk="0">
                <a:moveTo>
                  <a:pt x="9839" y="0"/>
                </a:moveTo>
                <a:cubicBezTo>
                  <a:pt x="7321" y="0"/>
                  <a:pt x="4802" y="1006"/>
                  <a:pt x="2881" y="3017"/>
                </a:cubicBezTo>
                <a:cubicBezTo>
                  <a:pt x="-961" y="7038"/>
                  <a:pt x="-961" y="13557"/>
                  <a:pt x="2881" y="17578"/>
                </a:cubicBezTo>
                <a:cubicBezTo>
                  <a:pt x="6724" y="21600"/>
                  <a:pt x="12954" y="21600"/>
                  <a:pt x="16797" y="17578"/>
                </a:cubicBezTo>
                <a:cubicBezTo>
                  <a:pt x="20639" y="13557"/>
                  <a:pt x="20639" y="7038"/>
                  <a:pt x="16797" y="3017"/>
                </a:cubicBezTo>
                <a:cubicBezTo>
                  <a:pt x="14876" y="1006"/>
                  <a:pt x="12357" y="0"/>
                  <a:pt x="9839" y="0"/>
                </a:cubicBezTo>
                <a:close/>
                <a:moveTo>
                  <a:pt x="9839" y="2649"/>
                </a:moveTo>
                <a:cubicBezTo>
                  <a:pt x="11709" y="2649"/>
                  <a:pt x="13580" y="3397"/>
                  <a:pt x="15007" y="4890"/>
                </a:cubicBezTo>
                <a:cubicBezTo>
                  <a:pt x="17861" y="7877"/>
                  <a:pt x="17861" y="12718"/>
                  <a:pt x="15007" y="15705"/>
                </a:cubicBezTo>
                <a:cubicBezTo>
                  <a:pt x="12153" y="18692"/>
                  <a:pt x="7525" y="18692"/>
                  <a:pt x="4671" y="15705"/>
                </a:cubicBezTo>
                <a:cubicBezTo>
                  <a:pt x="1817" y="12718"/>
                  <a:pt x="1817" y="7877"/>
                  <a:pt x="4671" y="4890"/>
                </a:cubicBezTo>
                <a:cubicBezTo>
                  <a:pt x="6098" y="3397"/>
                  <a:pt x="7969" y="2649"/>
                  <a:pt x="9839" y="2649"/>
                </a:cubicBezTo>
                <a:close/>
              </a:path>
            </a:pathLst>
          </a:custGeom>
          <a:gradFill>
            <a:gsLst>
              <a:gs pos="0">
                <a:schemeClr val="accent2"/>
              </a:gs>
              <a:gs pos="100000">
                <a:schemeClr val="accent1"/>
              </a:gs>
            </a:gsLst>
            <a:lin ang="5400000"/>
          </a:gradFill>
          <a:ln w="12700">
            <a:miter lim="400000"/>
          </a:ln>
        </p:spPr>
        <p:txBody>
          <a:bodyPr lIns="0" tIns="0" rIns="0" bIns="0" anchor="ctr"/>
          <a:lstStyle/>
          <a:p>
            <a:pPr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/>
          </a:p>
        </p:txBody>
      </p:sp>
      <p:sp>
        <p:nvSpPr>
          <p:cNvPr id="216" name="Shape"/>
          <p:cNvSpPr/>
          <p:nvPr/>
        </p:nvSpPr>
        <p:spPr>
          <a:xfrm>
            <a:off x="14339439" y="2620192"/>
            <a:ext cx="6322300" cy="632257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800" y="0"/>
                </a:moveTo>
                <a:cubicBezTo>
                  <a:pt x="10787" y="0"/>
                  <a:pt x="10773" y="1"/>
                  <a:pt x="10759" y="1"/>
                </a:cubicBezTo>
                <a:lnTo>
                  <a:pt x="1" y="10760"/>
                </a:lnTo>
                <a:cubicBezTo>
                  <a:pt x="0" y="10900"/>
                  <a:pt x="3" y="11040"/>
                  <a:pt x="8" y="11181"/>
                </a:cubicBezTo>
                <a:lnTo>
                  <a:pt x="11180" y="9"/>
                </a:lnTo>
                <a:cubicBezTo>
                  <a:pt x="11054" y="4"/>
                  <a:pt x="10927" y="0"/>
                  <a:pt x="10800" y="0"/>
                </a:cubicBezTo>
                <a:close/>
                <a:moveTo>
                  <a:pt x="10211" y="17"/>
                </a:moveTo>
                <a:cubicBezTo>
                  <a:pt x="10057" y="25"/>
                  <a:pt x="9903" y="36"/>
                  <a:pt x="9748" y="51"/>
                </a:cubicBezTo>
                <a:lnTo>
                  <a:pt x="50" y="9749"/>
                </a:lnTo>
                <a:cubicBezTo>
                  <a:pt x="35" y="9903"/>
                  <a:pt x="25" y="10057"/>
                  <a:pt x="16" y="10212"/>
                </a:cubicBezTo>
                <a:lnTo>
                  <a:pt x="10211" y="17"/>
                </a:lnTo>
                <a:close/>
                <a:moveTo>
                  <a:pt x="11683" y="38"/>
                </a:moveTo>
                <a:lnTo>
                  <a:pt x="38" y="11684"/>
                </a:lnTo>
                <a:cubicBezTo>
                  <a:pt x="48" y="11814"/>
                  <a:pt x="62" y="11944"/>
                  <a:pt x="78" y="12075"/>
                </a:cubicBezTo>
                <a:lnTo>
                  <a:pt x="12074" y="78"/>
                </a:lnTo>
                <a:cubicBezTo>
                  <a:pt x="11944" y="63"/>
                  <a:pt x="11814" y="49"/>
                  <a:pt x="11683" y="38"/>
                </a:cubicBezTo>
                <a:close/>
                <a:moveTo>
                  <a:pt x="9136" y="131"/>
                </a:moveTo>
                <a:cubicBezTo>
                  <a:pt x="8960" y="158"/>
                  <a:pt x="8786" y="190"/>
                  <a:pt x="8611" y="226"/>
                </a:cubicBezTo>
                <a:lnTo>
                  <a:pt x="226" y="8611"/>
                </a:lnTo>
                <a:cubicBezTo>
                  <a:pt x="190" y="8786"/>
                  <a:pt x="157" y="8961"/>
                  <a:pt x="130" y="9137"/>
                </a:cubicBezTo>
                <a:lnTo>
                  <a:pt x="9136" y="131"/>
                </a:lnTo>
                <a:close/>
                <a:moveTo>
                  <a:pt x="12541" y="143"/>
                </a:moveTo>
                <a:lnTo>
                  <a:pt x="143" y="12541"/>
                </a:lnTo>
                <a:cubicBezTo>
                  <a:pt x="163" y="12663"/>
                  <a:pt x="183" y="12785"/>
                  <a:pt x="207" y="12906"/>
                </a:cubicBezTo>
                <a:lnTo>
                  <a:pt x="12906" y="208"/>
                </a:lnTo>
                <a:cubicBezTo>
                  <a:pt x="12785" y="184"/>
                  <a:pt x="12663" y="163"/>
                  <a:pt x="12541" y="143"/>
                </a:cubicBezTo>
                <a:close/>
                <a:moveTo>
                  <a:pt x="13343" y="303"/>
                </a:moveTo>
                <a:lnTo>
                  <a:pt x="303" y="13343"/>
                </a:lnTo>
                <a:cubicBezTo>
                  <a:pt x="330" y="13456"/>
                  <a:pt x="361" y="13569"/>
                  <a:pt x="392" y="13682"/>
                </a:cubicBezTo>
                <a:lnTo>
                  <a:pt x="13682" y="393"/>
                </a:lnTo>
                <a:cubicBezTo>
                  <a:pt x="13569" y="362"/>
                  <a:pt x="13456" y="331"/>
                  <a:pt x="13343" y="303"/>
                </a:cubicBezTo>
                <a:close/>
                <a:moveTo>
                  <a:pt x="7909" y="395"/>
                </a:moveTo>
                <a:cubicBezTo>
                  <a:pt x="7701" y="452"/>
                  <a:pt x="7495" y="515"/>
                  <a:pt x="7290" y="585"/>
                </a:cubicBezTo>
                <a:lnTo>
                  <a:pt x="584" y="7290"/>
                </a:lnTo>
                <a:cubicBezTo>
                  <a:pt x="514" y="7495"/>
                  <a:pt x="452" y="7702"/>
                  <a:pt x="394" y="7909"/>
                </a:cubicBezTo>
                <a:lnTo>
                  <a:pt x="7909" y="395"/>
                </a:lnTo>
                <a:close/>
                <a:moveTo>
                  <a:pt x="14094" y="515"/>
                </a:moveTo>
                <a:lnTo>
                  <a:pt x="514" y="14094"/>
                </a:lnTo>
                <a:cubicBezTo>
                  <a:pt x="549" y="14202"/>
                  <a:pt x="583" y="14310"/>
                  <a:pt x="620" y="14417"/>
                </a:cubicBezTo>
                <a:lnTo>
                  <a:pt x="14417" y="621"/>
                </a:lnTo>
                <a:cubicBezTo>
                  <a:pt x="14310" y="583"/>
                  <a:pt x="14202" y="549"/>
                  <a:pt x="14094" y="515"/>
                </a:cubicBezTo>
                <a:close/>
                <a:moveTo>
                  <a:pt x="14804" y="767"/>
                </a:moveTo>
                <a:lnTo>
                  <a:pt x="767" y="14804"/>
                </a:lnTo>
                <a:cubicBezTo>
                  <a:pt x="807" y="14905"/>
                  <a:pt x="851" y="15004"/>
                  <a:pt x="894" y="15104"/>
                </a:cubicBezTo>
                <a:lnTo>
                  <a:pt x="15104" y="895"/>
                </a:lnTo>
                <a:cubicBezTo>
                  <a:pt x="15004" y="852"/>
                  <a:pt x="14905" y="807"/>
                  <a:pt x="14804" y="767"/>
                </a:cubicBezTo>
                <a:close/>
                <a:moveTo>
                  <a:pt x="6411" y="932"/>
                </a:moveTo>
                <a:cubicBezTo>
                  <a:pt x="6118" y="1062"/>
                  <a:pt x="5831" y="1206"/>
                  <a:pt x="5549" y="1363"/>
                </a:cubicBezTo>
                <a:lnTo>
                  <a:pt x="1362" y="5549"/>
                </a:lnTo>
                <a:cubicBezTo>
                  <a:pt x="1205" y="5832"/>
                  <a:pt x="1061" y="6119"/>
                  <a:pt x="931" y="6411"/>
                </a:cubicBezTo>
                <a:lnTo>
                  <a:pt x="6411" y="932"/>
                </a:lnTo>
                <a:close/>
                <a:moveTo>
                  <a:pt x="15470" y="1061"/>
                </a:moveTo>
                <a:lnTo>
                  <a:pt x="1060" y="15471"/>
                </a:lnTo>
                <a:cubicBezTo>
                  <a:pt x="1106" y="15567"/>
                  <a:pt x="1153" y="15664"/>
                  <a:pt x="1202" y="15759"/>
                </a:cubicBezTo>
                <a:lnTo>
                  <a:pt x="15759" y="1203"/>
                </a:lnTo>
                <a:cubicBezTo>
                  <a:pt x="15663" y="1153"/>
                  <a:pt x="15567" y="1107"/>
                  <a:pt x="15470" y="1061"/>
                </a:cubicBezTo>
                <a:close/>
                <a:moveTo>
                  <a:pt x="16103" y="1391"/>
                </a:moveTo>
                <a:lnTo>
                  <a:pt x="1391" y="16103"/>
                </a:lnTo>
                <a:cubicBezTo>
                  <a:pt x="1442" y="16194"/>
                  <a:pt x="1494" y="16285"/>
                  <a:pt x="1549" y="16375"/>
                </a:cubicBezTo>
                <a:lnTo>
                  <a:pt x="16375" y="1549"/>
                </a:lnTo>
                <a:cubicBezTo>
                  <a:pt x="16285" y="1495"/>
                  <a:pt x="16194" y="1442"/>
                  <a:pt x="16103" y="1391"/>
                </a:cubicBezTo>
                <a:close/>
                <a:moveTo>
                  <a:pt x="16703" y="1754"/>
                </a:moveTo>
                <a:lnTo>
                  <a:pt x="1753" y="16703"/>
                </a:lnTo>
                <a:cubicBezTo>
                  <a:pt x="1809" y="16788"/>
                  <a:pt x="1869" y="16872"/>
                  <a:pt x="1928" y="16956"/>
                </a:cubicBezTo>
                <a:lnTo>
                  <a:pt x="16956" y="1928"/>
                </a:lnTo>
                <a:cubicBezTo>
                  <a:pt x="16872" y="1869"/>
                  <a:pt x="16788" y="1810"/>
                  <a:pt x="16703" y="1754"/>
                </a:cubicBezTo>
                <a:close/>
                <a:moveTo>
                  <a:pt x="17267" y="2151"/>
                </a:moveTo>
                <a:lnTo>
                  <a:pt x="2151" y="17267"/>
                </a:lnTo>
                <a:cubicBezTo>
                  <a:pt x="2212" y="17349"/>
                  <a:pt x="2274" y="17430"/>
                  <a:pt x="2338" y="17510"/>
                </a:cubicBezTo>
                <a:lnTo>
                  <a:pt x="17510" y="2338"/>
                </a:lnTo>
                <a:cubicBezTo>
                  <a:pt x="17430" y="2275"/>
                  <a:pt x="17349" y="2212"/>
                  <a:pt x="17267" y="2151"/>
                </a:cubicBezTo>
                <a:close/>
                <a:moveTo>
                  <a:pt x="3805" y="2574"/>
                </a:moveTo>
                <a:cubicBezTo>
                  <a:pt x="3586" y="2761"/>
                  <a:pt x="3370" y="2956"/>
                  <a:pt x="3163" y="3163"/>
                </a:cubicBezTo>
                <a:cubicBezTo>
                  <a:pt x="2955" y="3371"/>
                  <a:pt x="2761" y="3586"/>
                  <a:pt x="2574" y="3806"/>
                </a:cubicBezTo>
                <a:lnTo>
                  <a:pt x="3805" y="2574"/>
                </a:lnTo>
                <a:close/>
                <a:moveTo>
                  <a:pt x="17801" y="2579"/>
                </a:moveTo>
                <a:lnTo>
                  <a:pt x="2579" y="17801"/>
                </a:lnTo>
                <a:cubicBezTo>
                  <a:pt x="2645" y="17878"/>
                  <a:pt x="2709" y="17957"/>
                  <a:pt x="2777" y="18032"/>
                </a:cubicBezTo>
                <a:lnTo>
                  <a:pt x="18032" y="2777"/>
                </a:lnTo>
                <a:cubicBezTo>
                  <a:pt x="17957" y="2709"/>
                  <a:pt x="17878" y="2645"/>
                  <a:pt x="17801" y="2579"/>
                </a:cubicBezTo>
                <a:close/>
                <a:moveTo>
                  <a:pt x="18304" y="3036"/>
                </a:moveTo>
                <a:lnTo>
                  <a:pt x="3036" y="18304"/>
                </a:lnTo>
                <a:cubicBezTo>
                  <a:pt x="3079" y="18349"/>
                  <a:pt x="3119" y="18394"/>
                  <a:pt x="3163" y="18438"/>
                </a:cubicBezTo>
                <a:cubicBezTo>
                  <a:pt x="3191" y="18466"/>
                  <a:pt x="3222" y="18492"/>
                  <a:pt x="3250" y="18521"/>
                </a:cubicBezTo>
                <a:lnTo>
                  <a:pt x="18521" y="3251"/>
                </a:lnTo>
                <a:cubicBezTo>
                  <a:pt x="18492" y="3222"/>
                  <a:pt x="18466" y="3192"/>
                  <a:pt x="18438" y="3163"/>
                </a:cubicBezTo>
                <a:cubicBezTo>
                  <a:pt x="18394" y="3119"/>
                  <a:pt x="18348" y="3079"/>
                  <a:pt x="18304" y="3036"/>
                </a:cubicBezTo>
                <a:close/>
                <a:moveTo>
                  <a:pt x="18781" y="3523"/>
                </a:moveTo>
                <a:lnTo>
                  <a:pt x="3522" y="18781"/>
                </a:lnTo>
                <a:cubicBezTo>
                  <a:pt x="3598" y="18850"/>
                  <a:pt x="3676" y="18915"/>
                  <a:pt x="3753" y="18982"/>
                </a:cubicBezTo>
                <a:lnTo>
                  <a:pt x="18982" y="3753"/>
                </a:lnTo>
                <a:cubicBezTo>
                  <a:pt x="18915" y="3676"/>
                  <a:pt x="18850" y="3598"/>
                  <a:pt x="18781" y="3523"/>
                </a:cubicBezTo>
                <a:close/>
                <a:moveTo>
                  <a:pt x="19224" y="4041"/>
                </a:moveTo>
                <a:lnTo>
                  <a:pt x="4041" y="19224"/>
                </a:lnTo>
                <a:cubicBezTo>
                  <a:pt x="4121" y="19289"/>
                  <a:pt x="4202" y="19350"/>
                  <a:pt x="4283" y="19412"/>
                </a:cubicBezTo>
                <a:lnTo>
                  <a:pt x="19412" y="4283"/>
                </a:lnTo>
                <a:cubicBezTo>
                  <a:pt x="19350" y="4202"/>
                  <a:pt x="19289" y="4121"/>
                  <a:pt x="19224" y="4041"/>
                </a:cubicBezTo>
                <a:close/>
                <a:moveTo>
                  <a:pt x="19637" y="4591"/>
                </a:moveTo>
                <a:lnTo>
                  <a:pt x="4591" y="19637"/>
                </a:lnTo>
                <a:cubicBezTo>
                  <a:pt x="4675" y="19696"/>
                  <a:pt x="4758" y="19757"/>
                  <a:pt x="4843" y="19813"/>
                </a:cubicBezTo>
                <a:lnTo>
                  <a:pt x="19813" y="4844"/>
                </a:lnTo>
                <a:cubicBezTo>
                  <a:pt x="19757" y="4758"/>
                  <a:pt x="19696" y="4675"/>
                  <a:pt x="19637" y="4591"/>
                </a:cubicBezTo>
                <a:close/>
                <a:moveTo>
                  <a:pt x="20019" y="5172"/>
                </a:moveTo>
                <a:lnTo>
                  <a:pt x="5172" y="20019"/>
                </a:lnTo>
                <a:cubicBezTo>
                  <a:pt x="5261" y="20073"/>
                  <a:pt x="5351" y="20126"/>
                  <a:pt x="5441" y="20178"/>
                </a:cubicBezTo>
                <a:lnTo>
                  <a:pt x="20178" y="5441"/>
                </a:lnTo>
                <a:cubicBezTo>
                  <a:pt x="20126" y="5351"/>
                  <a:pt x="20073" y="5261"/>
                  <a:pt x="20019" y="5172"/>
                </a:cubicBezTo>
                <a:close/>
                <a:moveTo>
                  <a:pt x="20369" y="5782"/>
                </a:moveTo>
                <a:lnTo>
                  <a:pt x="5782" y="20369"/>
                </a:lnTo>
                <a:cubicBezTo>
                  <a:pt x="5877" y="20419"/>
                  <a:pt x="5974" y="20463"/>
                  <a:pt x="6071" y="20510"/>
                </a:cubicBezTo>
                <a:lnTo>
                  <a:pt x="20510" y="6071"/>
                </a:lnTo>
                <a:cubicBezTo>
                  <a:pt x="20463" y="5975"/>
                  <a:pt x="20419" y="5878"/>
                  <a:pt x="20369" y="5782"/>
                </a:cubicBezTo>
                <a:close/>
                <a:moveTo>
                  <a:pt x="20679" y="6434"/>
                </a:moveTo>
                <a:lnTo>
                  <a:pt x="6434" y="20679"/>
                </a:lnTo>
                <a:cubicBezTo>
                  <a:pt x="6534" y="20723"/>
                  <a:pt x="6633" y="20769"/>
                  <a:pt x="6734" y="20809"/>
                </a:cubicBezTo>
                <a:lnTo>
                  <a:pt x="20809" y="6735"/>
                </a:lnTo>
                <a:cubicBezTo>
                  <a:pt x="20769" y="6634"/>
                  <a:pt x="20723" y="6534"/>
                  <a:pt x="20679" y="6434"/>
                </a:cubicBezTo>
                <a:close/>
                <a:moveTo>
                  <a:pt x="20956" y="7121"/>
                </a:moveTo>
                <a:lnTo>
                  <a:pt x="7120" y="20956"/>
                </a:lnTo>
                <a:cubicBezTo>
                  <a:pt x="7226" y="20994"/>
                  <a:pt x="7333" y="21030"/>
                  <a:pt x="7439" y="21065"/>
                </a:cubicBezTo>
                <a:lnTo>
                  <a:pt x="21065" y="7439"/>
                </a:lnTo>
                <a:cubicBezTo>
                  <a:pt x="21030" y="7333"/>
                  <a:pt x="20994" y="7226"/>
                  <a:pt x="20956" y="7121"/>
                </a:cubicBezTo>
                <a:close/>
                <a:moveTo>
                  <a:pt x="21190" y="7848"/>
                </a:moveTo>
                <a:lnTo>
                  <a:pt x="7848" y="21190"/>
                </a:lnTo>
                <a:cubicBezTo>
                  <a:pt x="7960" y="21221"/>
                  <a:pt x="8073" y="21252"/>
                  <a:pt x="8186" y="21280"/>
                </a:cubicBezTo>
                <a:lnTo>
                  <a:pt x="21280" y="8186"/>
                </a:lnTo>
                <a:cubicBezTo>
                  <a:pt x="21252" y="8073"/>
                  <a:pt x="21221" y="7960"/>
                  <a:pt x="21190" y="7848"/>
                </a:cubicBezTo>
                <a:close/>
                <a:moveTo>
                  <a:pt x="21378" y="8623"/>
                </a:moveTo>
                <a:lnTo>
                  <a:pt x="8623" y="21378"/>
                </a:lnTo>
                <a:cubicBezTo>
                  <a:pt x="8743" y="21402"/>
                  <a:pt x="8863" y="21424"/>
                  <a:pt x="8984" y="21445"/>
                </a:cubicBezTo>
                <a:lnTo>
                  <a:pt x="21445" y="8984"/>
                </a:lnTo>
                <a:cubicBezTo>
                  <a:pt x="21424" y="8864"/>
                  <a:pt x="21402" y="8743"/>
                  <a:pt x="21378" y="8623"/>
                </a:cubicBezTo>
                <a:close/>
                <a:moveTo>
                  <a:pt x="21514" y="9448"/>
                </a:moveTo>
                <a:lnTo>
                  <a:pt x="9447" y="21514"/>
                </a:lnTo>
                <a:cubicBezTo>
                  <a:pt x="9576" y="21530"/>
                  <a:pt x="9704" y="21546"/>
                  <a:pt x="9833" y="21557"/>
                </a:cubicBezTo>
                <a:lnTo>
                  <a:pt x="21557" y="9834"/>
                </a:lnTo>
                <a:cubicBezTo>
                  <a:pt x="21546" y="9705"/>
                  <a:pt x="21530" y="9576"/>
                  <a:pt x="21514" y="9448"/>
                </a:cubicBezTo>
                <a:close/>
                <a:moveTo>
                  <a:pt x="21590" y="10333"/>
                </a:moveTo>
                <a:lnTo>
                  <a:pt x="10332" y="21590"/>
                </a:lnTo>
                <a:cubicBezTo>
                  <a:pt x="10473" y="21596"/>
                  <a:pt x="10613" y="21599"/>
                  <a:pt x="10753" y="21600"/>
                </a:cubicBezTo>
                <a:lnTo>
                  <a:pt x="21600" y="10754"/>
                </a:lnTo>
                <a:cubicBezTo>
                  <a:pt x="21599" y="10613"/>
                  <a:pt x="21596" y="10473"/>
                  <a:pt x="21590" y="10333"/>
                </a:cubicBezTo>
                <a:close/>
                <a:moveTo>
                  <a:pt x="21590" y="11296"/>
                </a:moveTo>
                <a:lnTo>
                  <a:pt x="11295" y="21590"/>
                </a:lnTo>
                <a:cubicBezTo>
                  <a:pt x="11449" y="21583"/>
                  <a:pt x="11603" y="21572"/>
                  <a:pt x="11757" y="21558"/>
                </a:cubicBezTo>
                <a:lnTo>
                  <a:pt x="21558" y="11757"/>
                </a:lnTo>
                <a:cubicBezTo>
                  <a:pt x="21572" y="11603"/>
                  <a:pt x="21583" y="11450"/>
                  <a:pt x="21590" y="11296"/>
                </a:cubicBezTo>
                <a:close/>
                <a:moveTo>
                  <a:pt x="21489" y="12358"/>
                </a:moveTo>
                <a:lnTo>
                  <a:pt x="12358" y="21489"/>
                </a:lnTo>
                <a:cubicBezTo>
                  <a:pt x="12531" y="21464"/>
                  <a:pt x="12703" y="21434"/>
                  <a:pt x="12876" y="21400"/>
                </a:cubicBezTo>
                <a:lnTo>
                  <a:pt x="21400" y="12876"/>
                </a:lnTo>
                <a:cubicBezTo>
                  <a:pt x="21434" y="12704"/>
                  <a:pt x="21464" y="12531"/>
                  <a:pt x="21489" y="12358"/>
                </a:cubicBezTo>
                <a:close/>
                <a:moveTo>
                  <a:pt x="21239" y="13569"/>
                </a:moveTo>
                <a:lnTo>
                  <a:pt x="13569" y="21239"/>
                </a:lnTo>
                <a:cubicBezTo>
                  <a:pt x="13774" y="21185"/>
                  <a:pt x="13978" y="21125"/>
                  <a:pt x="14181" y="21058"/>
                </a:cubicBezTo>
                <a:lnTo>
                  <a:pt x="21058" y="14181"/>
                </a:lnTo>
                <a:cubicBezTo>
                  <a:pt x="21125" y="13978"/>
                  <a:pt x="21185" y="13774"/>
                  <a:pt x="21239" y="13569"/>
                </a:cubicBezTo>
                <a:close/>
                <a:moveTo>
                  <a:pt x="20736" y="15035"/>
                </a:moveTo>
                <a:lnTo>
                  <a:pt x="15035" y="20736"/>
                </a:lnTo>
                <a:cubicBezTo>
                  <a:pt x="15310" y="20619"/>
                  <a:pt x="15581" y="20493"/>
                  <a:pt x="15848" y="20352"/>
                </a:cubicBezTo>
                <a:lnTo>
                  <a:pt x="20352" y="15848"/>
                </a:lnTo>
                <a:cubicBezTo>
                  <a:pt x="20493" y="15581"/>
                  <a:pt x="20619" y="15310"/>
                  <a:pt x="20736" y="15035"/>
                </a:cubicBezTo>
                <a:close/>
                <a:moveTo>
                  <a:pt x="19400" y="17332"/>
                </a:moveTo>
                <a:lnTo>
                  <a:pt x="17332" y="19400"/>
                </a:lnTo>
                <a:cubicBezTo>
                  <a:pt x="17716" y="19108"/>
                  <a:pt x="18087" y="18789"/>
                  <a:pt x="18438" y="18438"/>
                </a:cubicBezTo>
                <a:cubicBezTo>
                  <a:pt x="18788" y="18087"/>
                  <a:pt x="19107" y="17716"/>
                  <a:pt x="19400" y="17332"/>
                </a:cubicBezTo>
                <a:close/>
              </a:path>
            </a:pathLst>
          </a:custGeom>
          <a:solidFill>
            <a:schemeClr val="accent4"/>
          </a:solidFill>
          <a:ln w="12700">
            <a:miter lim="400000"/>
          </a:ln>
        </p:spPr>
        <p:txBody>
          <a:bodyPr lIns="0" tIns="0" rIns="0" bIns="0" anchor="ctr"/>
          <a:lstStyle/>
          <a:p>
            <a:pPr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/>
          </a:p>
        </p:txBody>
      </p:sp>
      <p:sp>
        <p:nvSpPr>
          <p:cNvPr id="217" name="Shape"/>
          <p:cNvSpPr/>
          <p:nvPr/>
        </p:nvSpPr>
        <p:spPr>
          <a:xfrm>
            <a:off x="5513585" y="9836851"/>
            <a:ext cx="2709536" cy="270965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800" y="0"/>
                </a:moveTo>
                <a:cubicBezTo>
                  <a:pt x="10787" y="0"/>
                  <a:pt x="10773" y="1"/>
                  <a:pt x="10759" y="1"/>
                </a:cubicBezTo>
                <a:lnTo>
                  <a:pt x="1" y="10760"/>
                </a:lnTo>
                <a:cubicBezTo>
                  <a:pt x="0" y="10900"/>
                  <a:pt x="3" y="11040"/>
                  <a:pt x="8" y="11181"/>
                </a:cubicBezTo>
                <a:lnTo>
                  <a:pt x="11180" y="9"/>
                </a:lnTo>
                <a:cubicBezTo>
                  <a:pt x="11054" y="4"/>
                  <a:pt x="10927" y="0"/>
                  <a:pt x="10800" y="0"/>
                </a:cubicBezTo>
                <a:close/>
                <a:moveTo>
                  <a:pt x="10211" y="17"/>
                </a:moveTo>
                <a:cubicBezTo>
                  <a:pt x="10057" y="25"/>
                  <a:pt x="9903" y="36"/>
                  <a:pt x="9748" y="51"/>
                </a:cubicBezTo>
                <a:lnTo>
                  <a:pt x="50" y="9749"/>
                </a:lnTo>
                <a:cubicBezTo>
                  <a:pt x="35" y="9903"/>
                  <a:pt x="25" y="10057"/>
                  <a:pt x="16" y="10212"/>
                </a:cubicBezTo>
                <a:lnTo>
                  <a:pt x="10211" y="17"/>
                </a:lnTo>
                <a:close/>
                <a:moveTo>
                  <a:pt x="11683" y="38"/>
                </a:moveTo>
                <a:lnTo>
                  <a:pt x="38" y="11684"/>
                </a:lnTo>
                <a:cubicBezTo>
                  <a:pt x="48" y="11814"/>
                  <a:pt x="62" y="11944"/>
                  <a:pt x="78" y="12075"/>
                </a:cubicBezTo>
                <a:lnTo>
                  <a:pt x="12074" y="78"/>
                </a:lnTo>
                <a:cubicBezTo>
                  <a:pt x="11944" y="63"/>
                  <a:pt x="11814" y="49"/>
                  <a:pt x="11683" y="38"/>
                </a:cubicBezTo>
                <a:close/>
                <a:moveTo>
                  <a:pt x="9136" y="131"/>
                </a:moveTo>
                <a:cubicBezTo>
                  <a:pt x="8960" y="158"/>
                  <a:pt x="8786" y="190"/>
                  <a:pt x="8611" y="226"/>
                </a:cubicBezTo>
                <a:lnTo>
                  <a:pt x="226" y="8611"/>
                </a:lnTo>
                <a:cubicBezTo>
                  <a:pt x="190" y="8786"/>
                  <a:pt x="157" y="8961"/>
                  <a:pt x="130" y="9137"/>
                </a:cubicBezTo>
                <a:lnTo>
                  <a:pt x="9136" y="131"/>
                </a:lnTo>
                <a:close/>
                <a:moveTo>
                  <a:pt x="12541" y="143"/>
                </a:moveTo>
                <a:lnTo>
                  <a:pt x="143" y="12541"/>
                </a:lnTo>
                <a:cubicBezTo>
                  <a:pt x="163" y="12663"/>
                  <a:pt x="183" y="12785"/>
                  <a:pt x="207" y="12906"/>
                </a:cubicBezTo>
                <a:lnTo>
                  <a:pt x="12906" y="208"/>
                </a:lnTo>
                <a:cubicBezTo>
                  <a:pt x="12785" y="184"/>
                  <a:pt x="12663" y="163"/>
                  <a:pt x="12541" y="143"/>
                </a:cubicBezTo>
                <a:close/>
                <a:moveTo>
                  <a:pt x="13343" y="303"/>
                </a:moveTo>
                <a:lnTo>
                  <a:pt x="303" y="13343"/>
                </a:lnTo>
                <a:cubicBezTo>
                  <a:pt x="330" y="13456"/>
                  <a:pt x="361" y="13569"/>
                  <a:pt x="392" y="13682"/>
                </a:cubicBezTo>
                <a:lnTo>
                  <a:pt x="13682" y="393"/>
                </a:lnTo>
                <a:cubicBezTo>
                  <a:pt x="13569" y="362"/>
                  <a:pt x="13456" y="331"/>
                  <a:pt x="13343" y="303"/>
                </a:cubicBezTo>
                <a:close/>
                <a:moveTo>
                  <a:pt x="7909" y="395"/>
                </a:moveTo>
                <a:cubicBezTo>
                  <a:pt x="7701" y="452"/>
                  <a:pt x="7495" y="515"/>
                  <a:pt x="7290" y="585"/>
                </a:cubicBezTo>
                <a:lnTo>
                  <a:pt x="584" y="7290"/>
                </a:lnTo>
                <a:cubicBezTo>
                  <a:pt x="514" y="7495"/>
                  <a:pt x="452" y="7702"/>
                  <a:pt x="394" y="7909"/>
                </a:cubicBezTo>
                <a:lnTo>
                  <a:pt x="7909" y="395"/>
                </a:lnTo>
                <a:close/>
                <a:moveTo>
                  <a:pt x="14094" y="515"/>
                </a:moveTo>
                <a:lnTo>
                  <a:pt x="514" y="14094"/>
                </a:lnTo>
                <a:cubicBezTo>
                  <a:pt x="549" y="14202"/>
                  <a:pt x="583" y="14310"/>
                  <a:pt x="620" y="14417"/>
                </a:cubicBezTo>
                <a:lnTo>
                  <a:pt x="14417" y="621"/>
                </a:lnTo>
                <a:cubicBezTo>
                  <a:pt x="14310" y="583"/>
                  <a:pt x="14202" y="549"/>
                  <a:pt x="14094" y="515"/>
                </a:cubicBezTo>
                <a:close/>
                <a:moveTo>
                  <a:pt x="14804" y="767"/>
                </a:moveTo>
                <a:lnTo>
                  <a:pt x="767" y="14804"/>
                </a:lnTo>
                <a:cubicBezTo>
                  <a:pt x="807" y="14905"/>
                  <a:pt x="851" y="15004"/>
                  <a:pt x="894" y="15104"/>
                </a:cubicBezTo>
                <a:lnTo>
                  <a:pt x="15104" y="895"/>
                </a:lnTo>
                <a:cubicBezTo>
                  <a:pt x="15004" y="852"/>
                  <a:pt x="14905" y="807"/>
                  <a:pt x="14804" y="767"/>
                </a:cubicBezTo>
                <a:close/>
                <a:moveTo>
                  <a:pt x="6411" y="932"/>
                </a:moveTo>
                <a:cubicBezTo>
                  <a:pt x="6118" y="1062"/>
                  <a:pt x="5831" y="1206"/>
                  <a:pt x="5549" y="1363"/>
                </a:cubicBezTo>
                <a:lnTo>
                  <a:pt x="1362" y="5549"/>
                </a:lnTo>
                <a:cubicBezTo>
                  <a:pt x="1205" y="5832"/>
                  <a:pt x="1061" y="6119"/>
                  <a:pt x="931" y="6411"/>
                </a:cubicBezTo>
                <a:lnTo>
                  <a:pt x="6411" y="932"/>
                </a:lnTo>
                <a:close/>
                <a:moveTo>
                  <a:pt x="15470" y="1061"/>
                </a:moveTo>
                <a:lnTo>
                  <a:pt x="1060" y="15471"/>
                </a:lnTo>
                <a:cubicBezTo>
                  <a:pt x="1106" y="15567"/>
                  <a:pt x="1153" y="15664"/>
                  <a:pt x="1202" y="15759"/>
                </a:cubicBezTo>
                <a:lnTo>
                  <a:pt x="15759" y="1203"/>
                </a:lnTo>
                <a:cubicBezTo>
                  <a:pt x="15663" y="1153"/>
                  <a:pt x="15567" y="1107"/>
                  <a:pt x="15470" y="1061"/>
                </a:cubicBezTo>
                <a:close/>
                <a:moveTo>
                  <a:pt x="16103" y="1391"/>
                </a:moveTo>
                <a:lnTo>
                  <a:pt x="1391" y="16103"/>
                </a:lnTo>
                <a:cubicBezTo>
                  <a:pt x="1442" y="16194"/>
                  <a:pt x="1494" y="16285"/>
                  <a:pt x="1548" y="16375"/>
                </a:cubicBezTo>
                <a:lnTo>
                  <a:pt x="16375" y="1549"/>
                </a:lnTo>
                <a:cubicBezTo>
                  <a:pt x="16285" y="1495"/>
                  <a:pt x="16194" y="1442"/>
                  <a:pt x="16103" y="1391"/>
                </a:cubicBezTo>
                <a:close/>
                <a:moveTo>
                  <a:pt x="16703" y="1754"/>
                </a:moveTo>
                <a:lnTo>
                  <a:pt x="1753" y="16703"/>
                </a:lnTo>
                <a:cubicBezTo>
                  <a:pt x="1809" y="16788"/>
                  <a:pt x="1869" y="16872"/>
                  <a:pt x="1928" y="16956"/>
                </a:cubicBezTo>
                <a:lnTo>
                  <a:pt x="16956" y="1928"/>
                </a:lnTo>
                <a:cubicBezTo>
                  <a:pt x="16872" y="1869"/>
                  <a:pt x="16788" y="1810"/>
                  <a:pt x="16703" y="1754"/>
                </a:cubicBezTo>
                <a:close/>
                <a:moveTo>
                  <a:pt x="17267" y="2151"/>
                </a:moveTo>
                <a:lnTo>
                  <a:pt x="2151" y="17267"/>
                </a:lnTo>
                <a:cubicBezTo>
                  <a:pt x="2212" y="17349"/>
                  <a:pt x="2274" y="17430"/>
                  <a:pt x="2338" y="17510"/>
                </a:cubicBezTo>
                <a:lnTo>
                  <a:pt x="17510" y="2338"/>
                </a:lnTo>
                <a:cubicBezTo>
                  <a:pt x="17430" y="2275"/>
                  <a:pt x="17349" y="2212"/>
                  <a:pt x="17267" y="2151"/>
                </a:cubicBezTo>
                <a:close/>
                <a:moveTo>
                  <a:pt x="3805" y="2574"/>
                </a:moveTo>
                <a:cubicBezTo>
                  <a:pt x="3586" y="2761"/>
                  <a:pt x="3370" y="2956"/>
                  <a:pt x="3163" y="3163"/>
                </a:cubicBezTo>
                <a:cubicBezTo>
                  <a:pt x="2955" y="3371"/>
                  <a:pt x="2761" y="3586"/>
                  <a:pt x="2574" y="3806"/>
                </a:cubicBezTo>
                <a:lnTo>
                  <a:pt x="3805" y="2574"/>
                </a:lnTo>
                <a:close/>
                <a:moveTo>
                  <a:pt x="17801" y="2579"/>
                </a:moveTo>
                <a:lnTo>
                  <a:pt x="2579" y="17801"/>
                </a:lnTo>
                <a:cubicBezTo>
                  <a:pt x="2645" y="17878"/>
                  <a:pt x="2709" y="17957"/>
                  <a:pt x="2777" y="18032"/>
                </a:cubicBezTo>
                <a:lnTo>
                  <a:pt x="18032" y="2777"/>
                </a:lnTo>
                <a:cubicBezTo>
                  <a:pt x="17957" y="2709"/>
                  <a:pt x="17878" y="2645"/>
                  <a:pt x="17801" y="2579"/>
                </a:cubicBezTo>
                <a:close/>
                <a:moveTo>
                  <a:pt x="18304" y="3036"/>
                </a:moveTo>
                <a:lnTo>
                  <a:pt x="3036" y="18304"/>
                </a:lnTo>
                <a:cubicBezTo>
                  <a:pt x="3079" y="18349"/>
                  <a:pt x="3119" y="18394"/>
                  <a:pt x="3163" y="18438"/>
                </a:cubicBezTo>
                <a:cubicBezTo>
                  <a:pt x="3191" y="18466"/>
                  <a:pt x="3222" y="18492"/>
                  <a:pt x="3250" y="18521"/>
                </a:cubicBezTo>
                <a:lnTo>
                  <a:pt x="18521" y="3251"/>
                </a:lnTo>
                <a:cubicBezTo>
                  <a:pt x="18492" y="3222"/>
                  <a:pt x="18466" y="3192"/>
                  <a:pt x="18438" y="3163"/>
                </a:cubicBezTo>
                <a:cubicBezTo>
                  <a:pt x="18394" y="3119"/>
                  <a:pt x="18348" y="3079"/>
                  <a:pt x="18304" y="3036"/>
                </a:cubicBezTo>
                <a:close/>
                <a:moveTo>
                  <a:pt x="18781" y="3523"/>
                </a:moveTo>
                <a:lnTo>
                  <a:pt x="3522" y="18781"/>
                </a:lnTo>
                <a:cubicBezTo>
                  <a:pt x="3598" y="18850"/>
                  <a:pt x="3676" y="18915"/>
                  <a:pt x="3753" y="18982"/>
                </a:cubicBezTo>
                <a:lnTo>
                  <a:pt x="18982" y="3753"/>
                </a:lnTo>
                <a:cubicBezTo>
                  <a:pt x="18915" y="3676"/>
                  <a:pt x="18850" y="3598"/>
                  <a:pt x="18781" y="3523"/>
                </a:cubicBezTo>
                <a:close/>
                <a:moveTo>
                  <a:pt x="19224" y="4041"/>
                </a:moveTo>
                <a:lnTo>
                  <a:pt x="4041" y="19224"/>
                </a:lnTo>
                <a:cubicBezTo>
                  <a:pt x="4121" y="19289"/>
                  <a:pt x="4202" y="19350"/>
                  <a:pt x="4283" y="19412"/>
                </a:cubicBezTo>
                <a:lnTo>
                  <a:pt x="19412" y="4283"/>
                </a:lnTo>
                <a:cubicBezTo>
                  <a:pt x="19350" y="4202"/>
                  <a:pt x="19289" y="4121"/>
                  <a:pt x="19224" y="4041"/>
                </a:cubicBezTo>
                <a:close/>
                <a:moveTo>
                  <a:pt x="19637" y="4591"/>
                </a:moveTo>
                <a:lnTo>
                  <a:pt x="4591" y="19637"/>
                </a:lnTo>
                <a:cubicBezTo>
                  <a:pt x="4675" y="19696"/>
                  <a:pt x="4758" y="19757"/>
                  <a:pt x="4843" y="19813"/>
                </a:cubicBezTo>
                <a:lnTo>
                  <a:pt x="19813" y="4844"/>
                </a:lnTo>
                <a:cubicBezTo>
                  <a:pt x="19757" y="4758"/>
                  <a:pt x="19696" y="4675"/>
                  <a:pt x="19637" y="4591"/>
                </a:cubicBezTo>
                <a:close/>
                <a:moveTo>
                  <a:pt x="20019" y="5172"/>
                </a:moveTo>
                <a:lnTo>
                  <a:pt x="5172" y="20019"/>
                </a:lnTo>
                <a:cubicBezTo>
                  <a:pt x="5261" y="20073"/>
                  <a:pt x="5351" y="20126"/>
                  <a:pt x="5441" y="20178"/>
                </a:cubicBezTo>
                <a:lnTo>
                  <a:pt x="20178" y="5441"/>
                </a:lnTo>
                <a:cubicBezTo>
                  <a:pt x="20126" y="5351"/>
                  <a:pt x="20073" y="5261"/>
                  <a:pt x="20019" y="5172"/>
                </a:cubicBezTo>
                <a:close/>
                <a:moveTo>
                  <a:pt x="20369" y="5782"/>
                </a:moveTo>
                <a:lnTo>
                  <a:pt x="5782" y="20369"/>
                </a:lnTo>
                <a:cubicBezTo>
                  <a:pt x="5877" y="20419"/>
                  <a:pt x="5974" y="20463"/>
                  <a:pt x="6071" y="20510"/>
                </a:cubicBezTo>
                <a:lnTo>
                  <a:pt x="20510" y="6071"/>
                </a:lnTo>
                <a:cubicBezTo>
                  <a:pt x="20463" y="5975"/>
                  <a:pt x="20419" y="5878"/>
                  <a:pt x="20369" y="5782"/>
                </a:cubicBezTo>
                <a:close/>
                <a:moveTo>
                  <a:pt x="20679" y="6434"/>
                </a:moveTo>
                <a:lnTo>
                  <a:pt x="6434" y="20679"/>
                </a:lnTo>
                <a:cubicBezTo>
                  <a:pt x="6534" y="20723"/>
                  <a:pt x="6633" y="20769"/>
                  <a:pt x="6734" y="20809"/>
                </a:cubicBezTo>
                <a:lnTo>
                  <a:pt x="20809" y="6735"/>
                </a:lnTo>
                <a:cubicBezTo>
                  <a:pt x="20769" y="6634"/>
                  <a:pt x="20723" y="6534"/>
                  <a:pt x="20679" y="6434"/>
                </a:cubicBezTo>
                <a:close/>
                <a:moveTo>
                  <a:pt x="20956" y="7121"/>
                </a:moveTo>
                <a:lnTo>
                  <a:pt x="7120" y="20956"/>
                </a:lnTo>
                <a:cubicBezTo>
                  <a:pt x="7226" y="20994"/>
                  <a:pt x="7333" y="21030"/>
                  <a:pt x="7439" y="21065"/>
                </a:cubicBezTo>
                <a:lnTo>
                  <a:pt x="21065" y="7439"/>
                </a:lnTo>
                <a:cubicBezTo>
                  <a:pt x="21030" y="7333"/>
                  <a:pt x="20994" y="7226"/>
                  <a:pt x="20956" y="7121"/>
                </a:cubicBezTo>
                <a:close/>
                <a:moveTo>
                  <a:pt x="21190" y="7848"/>
                </a:moveTo>
                <a:lnTo>
                  <a:pt x="7848" y="21190"/>
                </a:lnTo>
                <a:cubicBezTo>
                  <a:pt x="7960" y="21221"/>
                  <a:pt x="8073" y="21252"/>
                  <a:pt x="8186" y="21280"/>
                </a:cubicBezTo>
                <a:lnTo>
                  <a:pt x="21280" y="8186"/>
                </a:lnTo>
                <a:cubicBezTo>
                  <a:pt x="21252" y="8073"/>
                  <a:pt x="21221" y="7960"/>
                  <a:pt x="21190" y="7848"/>
                </a:cubicBezTo>
                <a:close/>
                <a:moveTo>
                  <a:pt x="21378" y="8623"/>
                </a:moveTo>
                <a:lnTo>
                  <a:pt x="8623" y="21378"/>
                </a:lnTo>
                <a:cubicBezTo>
                  <a:pt x="8743" y="21402"/>
                  <a:pt x="8863" y="21424"/>
                  <a:pt x="8984" y="21445"/>
                </a:cubicBezTo>
                <a:lnTo>
                  <a:pt x="21445" y="8984"/>
                </a:lnTo>
                <a:cubicBezTo>
                  <a:pt x="21424" y="8864"/>
                  <a:pt x="21402" y="8743"/>
                  <a:pt x="21378" y="8623"/>
                </a:cubicBezTo>
                <a:close/>
                <a:moveTo>
                  <a:pt x="21514" y="9448"/>
                </a:moveTo>
                <a:lnTo>
                  <a:pt x="9447" y="21514"/>
                </a:lnTo>
                <a:cubicBezTo>
                  <a:pt x="9576" y="21530"/>
                  <a:pt x="9704" y="21546"/>
                  <a:pt x="9833" y="21557"/>
                </a:cubicBezTo>
                <a:lnTo>
                  <a:pt x="21557" y="9834"/>
                </a:lnTo>
                <a:cubicBezTo>
                  <a:pt x="21546" y="9705"/>
                  <a:pt x="21530" y="9576"/>
                  <a:pt x="21514" y="9448"/>
                </a:cubicBezTo>
                <a:close/>
                <a:moveTo>
                  <a:pt x="21590" y="10333"/>
                </a:moveTo>
                <a:lnTo>
                  <a:pt x="10332" y="21590"/>
                </a:lnTo>
                <a:cubicBezTo>
                  <a:pt x="10473" y="21596"/>
                  <a:pt x="10613" y="21599"/>
                  <a:pt x="10753" y="21600"/>
                </a:cubicBezTo>
                <a:lnTo>
                  <a:pt x="21600" y="10754"/>
                </a:lnTo>
                <a:cubicBezTo>
                  <a:pt x="21599" y="10613"/>
                  <a:pt x="21596" y="10473"/>
                  <a:pt x="21590" y="10333"/>
                </a:cubicBezTo>
                <a:close/>
                <a:moveTo>
                  <a:pt x="21590" y="11296"/>
                </a:moveTo>
                <a:lnTo>
                  <a:pt x="11295" y="21590"/>
                </a:lnTo>
                <a:cubicBezTo>
                  <a:pt x="11449" y="21583"/>
                  <a:pt x="11603" y="21572"/>
                  <a:pt x="11757" y="21558"/>
                </a:cubicBezTo>
                <a:lnTo>
                  <a:pt x="21558" y="11757"/>
                </a:lnTo>
                <a:cubicBezTo>
                  <a:pt x="21572" y="11603"/>
                  <a:pt x="21583" y="11450"/>
                  <a:pt x="21590" y="11296"/>
                </a:cubicBezTo>
                <a:close/>
                <a:moveTo>
                  <a:pt x="21489" y="12358"/>
                </a:moveTo>
                <a:lnTo>
                  <a:pt x="12358" y="21489"/>
                </a:lnTo>
                <a:cubicBezTo>
                  <a:pt x="12531" y="21464"/>
                  <a:pt x="12703" y="21434"/>
                  <a:pt x="12876" y="21400"/>
                </a:cubicBezTo>
                <a:lnTo>
                  <a:pt x="21400" y="12876"/>
                </a:lnTo>
                <a:cubicBezTo>
                  <a:pt x="21434" y="12704"/>
                  <a:pt x="21464" y="12531"/>
                  <a:pt x="21489" y="12358"/>
                </a:cubicBezTo>
                <a:close/>
                <a:moveTo>
                  <a:pt x="21239" y="13569"/>
                </a:moveTo>
                <a:lnTo>
                  <a:pt x="13569" y="21239"/>
                </a:lnTo>
                <a:cubicBezTo>
                  <a:pt x="13774" y="21185"/>
                  <a:pt x="13978" y="21125"/>
                  <a:pt x="14181" y="21058"/>
                </a:cubicBezTo>
                <a:lnTo>
                  <a:pt x="21058" y="14181"/>
                </a:lnTo>
                <a:cubicBezTo>
                  <a:pt x="21125" y="13978"/>
                  <a:pt x="21185" y="13774"/>
                  <a:pt x="21239" y="13569"/>
                </a:cubicBezTo>
                <a:close/>
                <a:moveTo>
                  <a:pt x="20736" y="15035"/>
                </a:moveTo>
                <a:lnTo>
                  <a:pt x="15035" y="20736"/>
                </a:lnTo>
                <a:cubicBezTo>
                  <a:pt x="15310" y="20619"/>
                  <a:pt x="15581" y="20493"/>
                  <a:pt x="15848" y="20352"/>
                </a:cubicBezTo>
                <a:lnTo>
                  <a:pt x="20352" y="15848"/>
                </a:lnTo>
                <a:cubicBezTo>
                  <a:pt x="20493" y="15581"/>
                  <a:pt x="20619" y="15310"/>
                  <a:pt x="20736" y="15035"/>
                </a:cubicBezTo>
                <a:close/>
                <a:moveTo>
                  <a:pt x="19400" y="17332"/>
                </a:moveTo>
                <a:lnTo>
                  <a:pt x="17332" y="19400"/>
                </a:lnTo>
                <a:cubicBezTo>
                  <a:pt x="17716" y="19108"/>
                  <a:pt x="18087" y="18789"/>
                  <a:pt x="18438" y="18438"/>
                </a:cubicBezTo>
                <a:cubicBezTo>
                  <a:pt x="18788" y="18087"/>
                  <a:pt x="19107" y="17716"/>
                  <a:pt x="19400" y="17332"/>
                </a:cubicBezTo>
                <a:close/>
              </a:path>
            </a:pathLst>
          </a:custGeom>
          <a:solidFill>
            <a:schemeClr val="accent4"/>
          </a:solidFill>
          <a:ln w="12700">
            <a:miter lim="400000"/>
          </a:ln>
        </p:spPr>
        <p:txBody>
          <a:bodyPr lIns="0" tIns="0" rIns="0" bIns="0" anchor="ctr"/>
          <a:lstStyle/>
          <a:p>
            <a:pPr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/>
          </a:p>
        </p:txBody>
      </p:sp>
      <p:sp>
        <p:nvSpPr>
          <p:cNvPr id="218" name="Shape"/>
          <p:cNvSpPr/>
          <p:nvPr/>
        </p:nvSpPr>
        <p:spPr>
          <a:xfrm>
            <a:off x="1688166" y="791392"/>
            <a:ext cx="7163901" cy="716420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800" y="0"/>
                </a:moveTo>
                <a:cubicBezTo>
                  <a:pt x="10787" y="0"/>
                  <a:pt x="10773" y="1"/>
                  <a:pt x="10759" y="1"/>
                </a:cubicBezTo>
                <a:lnTo>
                  <a:pt x="1" y="10760"/>
                </a:lnTo>
                <a:cubicBezTo>
                  <a:pt x="0" y="10900"/>
                  <a:pt x="3" y="11040"/>
                  <a:pt x="8" y="11181"/>
                </a:cubicBezTo>
                <a:lnTo>
                  <a:pt x="11180" y="9"/>
                </a:lnTo>
                <a:cubicBezTo>
                  <a:pt x="11054" y="4"/>
                  <a:pt x="10927" y="0"/>
                  <a:pt x="10800" y="0"/>
                </a:cubicBezTo>
                <a:close/>
                <a:moveTo>
                  <a:pt x="10211" y="17"/>
                </a:moveTo>
                <a:cubicBezTo>
                  <a:pt x="10057" y="25"/>
                  <a:pt x="9903" y="36"/>
                  <a:pt x="9748" y="51"/>
                </a:cubicBezTo>
                <a:lnTo>
                  <a:pt x="50" y="9749"/>
                </a:lnTo>
                <a:cubicBezTo>
                  <a:pt x="35" y="9903"/>
                  <a:pt x="25" y="10057"/>
                  <a:pt x="16" y="10212"/>
                </a:cubicBezTo>
                <a:lnTo>
                  <a:pt x="10211" y="17"/>
                </a:lnTo>
                <a:close/>
                <a:moveTo>
                  <a:pt x="11683" y="38"/>
                </a:moveTo>
                <a:lnTo>
                  <a:pt x="38" y="11684"/>
                </a:lnTo>
                <a:cubicBezTo>
                  <a:pt x="48" y="11814"/>
                  <a:pt x="62" y="11944"/>
                  <a:pt x="78" y="12075"/>
                </a:cubicBezTo>
                <a:lnTo>
                  <a:pt x="12074" y="78"/>
                </a:lnTo>
                <a:cubicBezTo>
                  <a:pt x="11944" y="63"/>
                  <a:pt x="11814" y="49"/>
                  <a:pt x="11683" y="38"/>
                </a:cubicBezTo>
                <a:close/>
                <a:moveTo>
                  <a:pt x="9136" y="131"/>
                </a:moveTo>
                <a:cubicBezTo>
                  <a:pt x="8960" y="158"/>
                  <a:pt x="8786" y="190"/>
                  <a:pt x="8611" y="226"/>
                </a:cubicBezTo>
                <a:lnTo>
                  <a:pt x="226" y="8611"/>
                </a:lnTo>
                <a:cubicBezTo>
                  <a:pt x="190" y="8786"/>
                  <a:pt x="157" y="8961"/>
                  <a:pt x="130" y="9137"/>
                </a:cubicBezTo>
                <a:lnTo>
                  <a:pt x="9136" y="131"/>
                </a:lnTo>
                <a:close/>
                <a:moveTo>
                  <a:pt x="12541" y="143"/>
                </a:moveTo>
                <a:lnTo>
                  <a:pt x="143" y="12541"/>
                </a:lnTo>
                <a:cubicBezTo>
                  <a:pt x="163" y="12663"/>
                  <a:pt x="183" y="12785"/>
                  <a:pt x="207" y="12906"/>
                </a:cubicBezTo>
                <a:lnTo>
                  <a:pt x="12906" y="208"/>
                </a:lnTo>
                <a:cubicBezTo>
                  <a:pt x="12785" y="184"/>
                  <a:pt x="12663" y="163"/>
                  <a:pt x="12541" y="143"/>
                </a:cubicBezTo>
                <a:close/>
                <a:moveTo>
                  <a:pt x="13343" y="303"/>
                </a:moveTo>
                <a:lnTo>
                  <a:pt x="303" y="13343"/>
                </a:lnTo>
                <a:cubicBezTo>
                  <a:pt x="330" y="13456"/>
                  <a:pt x="361" y="13569"/>
                  <a:pt x="392" y="13682"/>
                </a:cubicBezTo>
                <a:lnTo>
                  <a:pt x="13682" y="393"/>
                </a:lnTo>
                <a:cubicBezTo>
                  <a:pt x="13569" y="362"/>
                  <a:pt x="13456" y="331"/>
                  <a:pt x="13343" y="303"/>
                </a:cubicBezTo>
                <a:close/>
                <a:moveTo>
                  <a:pt x="7909" y="395"/>
                </a:moveTo>
                <a:cubicBezTo>
                  <a:pt x="7701" y="452"/>
                  <a:pt x="7495" y="515"/>
                  <a:pt x="7290" y="585"/>
                </a:cubicBezTo>
                <a:lnTo>
                  <a:pt x="584" y="7290"/>
                </a:lnTo>
                <a:cubicBezTo>
                  <a:pt x="514" y="7495"/>
                  <a:pt x="452" y="7702"/>
                  <a:pt x="394" y="7909"/>
                </a:cubicBezTo>
                <a:lnTo>
                  <a:pt x="7909" y="395"/>
                </a:lnTo>
                <a:close/>
                <a:moveTo>
                  <a:pt x="14094" y="515"/>
                </a:moveTo>
                <a:lnTo>
                  <a:pt x="514" y="14094"/>
                </a:lnTo>
                <a:cubicBezTo>
                  <a:pt x="549" y="14202"/>
                  <a:pt x="583" y="14310"/>
                  <a:pt x="620" y="14417"/>
                </a:cubicBezTo>
                <a:lnTo>
                  <a:pt x="14417" y="621"/>
                </a:lnTo>
                <a:cubicBezTo>
                  <a:pt x="14310" y="583"/>
                  <a:pt x="14202" y="549"/>
                  <a:pt x="14094" y="515"/>
                </a:cubicBezTo>
                <a:close/>
                <a:moveTo>
                  <a:pt x="14804" y="767"/>
                </a:moveTo>
                <a:lnTo>
                  <a:pt x="767" y="14804"/>
                </a:lnTo>
                <a:cubicBezTo>
                  <a:pt x="807" y="14905"/>
                  <a:pt x="851" y="15004"/>
                  <a:pt x="894" y="15104"/>
                </a:cubicBezTo>
                <a:lnTo>
                  <a:pt x="15104" y="895"/>
                </a:lnTo>
                <a:cubicBezTo>
                  <a:pt x="15004" y="852"/>
                  <a:pt x="14905" y="807"/>
                  <a:pt x="14804" y="767"/>
                </a:cubicBezTo>
                <a:close/>
                <a:moveTo>
                  <a:pt x="6411" y="932"/>
                </a:moveTo>
                <a:cubicBezTo>
                  <a:pt x="6118" y="1062"/>
                  <a:pt x="5831" y="1206"/>
                  <a:pt x="5549" y="1363"/>
                </a:cubicBezTo>
                <a:lnTo>
                  <a:pt x="1362" y="5549"/>
                </a:lnTo>
                <a:cubicBezTo>
                  <a:pt x="1205" y="5832"/>
                  <a:pt x="1061" y="6119"/>
                  <a:pt x="931" y="6411"/>
                </a:cubicBezTo>
                <a:lnTo>
                  <a:pt x="6411" y="932"/>
                </a:lnTo>
                <a:close/>
                <a:moveTo>
                  <a:pt x="15470" y="1061"/>
                </a:moveTo>
                <a:lnTo>
                  <a:pt x="1060" y="15471"/>
                </a:lnTo>
                <a:cubicBezTo>
                  <a:pt x="1106" y="15567"/>
                  <a:pt x="1153" y="15664"/>
                  <a:pt x="1202" y="15759"/>
                </a:cubicBezTo>
                <a:lnTo>
                  <a:pt x="15759" y="1203"/>
                </a:lnTo>
                <a:cubicBezTo>
                  <a:pt x="15663" y="1153"/>
                  <a:pt x="15567" y="1107"/>
                  <a:pt x="15470" y="1061"/>
                </a:cubicBezTo>
                <a:close/>
                <a:moveTo>
                  <a:pt x="16103" y="1391"/>
                </a:moveTo>
                <a:lnTo>
                  <a:pt x="1391" y="16103"/>
                </a:lnTo>
                <a:cubicBezTo>
                  <a:pt x="1442" y="16194"/>
                  <a:pt x="1494" y="16285"/>
                  <a:pt x="1548" y="16375"/>
                </a:cubicBezTo>
                <a:lnTo>
                  <a:pt x="16375" y="1549"/>
                </a:lnTo>
                <a:cubicBezTo>
                  <a:pt x="16285" y="1495"/>
                  <a:pt x="16194" y="1442"/>
                  <a:pt x="16103" y="1391"/>
                </a:cubicBezTo>
                <a:close/>
                <a:moveTo>
                  <a:pt x="16703" y="1754"/>
                </a:moveTo>
                <a:lnTo>
                  <a:pt x="1753" y="16703"/>
                </a:lnTo>
                <a:cubicBezTo>
                  <a:pt x="1809" y="16788"/>
                  <a:pt x="1869" y="16872"/>
                  <a:pt x="1928" y="16956"/>
                </a:cubicBezTo>
                <a:lnTo>
                  <a:pt x="16956" y="1928"/>
                </a:lnTo>
                <a:cubicBezTo>
                  <a:pt x="16872" y="1869"/>
                  <a:pt x="16788" y="1810"/>
                  <a:pt x="16703" y="1754"/>
                </a:cubicBezTo>
                <a:close/>
                <a:moveTo>
                  <a:pt x="17267" y="2151"/>
                </a:moveTo>
                <a:lnTo>
                  <a:pt x="2151" y="17267"/>
                </a:lnTo>
                <a:cubicBezTo>
                  <a:pt x="2212" y="17349"/>
                  <a:pt x="2274" y="17430"/>
                  <a:pt x="2338" y="17510"/>
                </a:cubicBezTo>
                <a:lnTo>
                  <a:pt x="17510" y="2338"/>
                </a:lnTo>
                <a:cubicBezTo>
                  <a:pt x="17430" y="2275"/>
                  <a:pt x="17349" y="2212"/>
                  <a:pt x="17267" y="2151"/>
                </a:cubicBezTo>
                <a:close/>
                <a:moveTo>
                  <a:pt x="3805" y="2574"/>
                </a:moveTo>
                <a:cubicBezTo>
                  <a:pt x="3586" y="2761"/>
                  <a:pt x="3370" y="2956"/>
                  <a:pt x="3163" y="3163"/>
                </a:cubicBezTo>
                <a:cubicBezTo>
                  <a:pt x="2955" y="3371"/>
                  <a:pt x="2761" y="3586"/>
                  <a:pt x="2574" y="3806"/>
                </a:cubicBezTo>
                <a:lnTo>
                  <a:pt x="3805" y="2574"/>
                </a:lnTo>
                <a:close/>
                <a:moveTo>
                  <a:pt x="17801" y="2579"/>
                </a:moveTo>
                <a:lnTo>
                  <a:pt x="2579" y="17801"/>
                </a:lnTo>
                <a:cubicBezTo>
                  <a:pt x="2645" y="17878"/>
                  <a:pt x="2709" y="17957"/>
                  <a:pt x="2777" y="18032"/>
                </a:cubicBezTo>
                <a:lnTo>
                  <a:pt x="18032" y="2777"/>
                </a:lnTo>
                <a:cubicBezTo>
                  <a:pt x="17957" y="2709"/>
                  <a:pt x="17878" y="2645"/>
                  <a:pt x="17801" y="2579"/>
                </a:cubicBezTo>
                <a:close/>
                <a:moveTo>
                  <a:pt x="18304" y="3036"/>
                </a:moveTo>
                <a:lnTo>
                  <a:pt x="3036" y="18304"/>
                </a:lnTo>
                <a:cubicBezTo>
                  <a:pt x="3079" y="18349"/>
                  <a:pt x="3119" y="18394"/>
                  <a:pt x="3163" y="18438"/>
                </a:cubicBezTo>
                <a:cubicBezTo>
                  <a:pt x="3191" y="18466"/>
                  <a:pt x="3222" y="18492"/>
                  <a:pt x="3250" y="18521"/>
                </a:cubicBezTo>
                <a:lnTo>
                  <a:pt x="18521" y="3251"/>
                </a:lnTo>
                <a:cubicBezTo>
                  <a:pt x="18492" y="3222"/>
                  <a:pt x="18466" y="3192"/>
                  <a:pt x="18438" y="3163"/>
                </a:cubicBezTo>
                <a:cubicBezTo>
                  <a:pt x="18394" y="3119"/>
                  <a:pt x="18348" y="3079"/>
                  <a:pt x="18304" y="3036"/>
                </a:cubicBezTo>
                <a:close/>
                <a:moveTo>
                  <a:pt x="18781" y="3523"/>
                </a:moveTo>
                <a:lnTo>
                  <a:pt x="3522" y="18781"/>
                </a:lnTo>
                <a:cubicBezTo>
                  <a:pt x="3598" y="18850"/>
                  <a:pt x="3676" y="18915"/>
                  <a:pt x="3753" y="18982"/>
                </a:cubicBezTo>
                <a:lnTo>
                  <a:pt x="18982" y="3753"/>
                </a:lnTo>
                <a:cubicBezTo>
                  <a:pt x="18915" y="3676"/>
                  <a:pt x="18850" y="3598"/>
                  <a:pt x="18781" y="3523"/>
                </a:cubicBezTo>
                <a:close/>
                <a:moveTo>
                  <a:pt x="19224" y="4041"/>
                </a:moveTo>
                <a:lnTo>
                  <a:pt x="4041" y="19224"/>
                </a:lnTo>
                <a:cubicBezTo>
                  <a:pt x="4121" y="19289"/>
                  <a:pt x="4202" y="19350"/>
                  <a:pt x="4283" y="19412"/>
                </a:cubicBezTo>
                <a:lnTo>
                  <a:pt x="19412" y="4283"/>
                </a:lnTo>
                <a:cubicBezTo>
                  <a:pt x="19350" y="4202"/>
                  <a:pt x="19289" y="4121"/>
                  <a:pt x="19224" y="4041"/>
                </a:cubicBezTo>
                <a:close/>
                <a:moveTo>
                  <a:pt x="19637" y="4591"/>
                </a:moveTo>
                <a:lnTo>
                  <a:pt x="4591" y="19637"/>
                </a:lnTo>
                <a:cubicBezTo>
                  <a:pt x="4675" y="19696"/>
                  <a:pt x="4758" y="19757"/>
                  <a:pt x="4843" y="19813"/>
                </a:cubicBezTo>
                <a:lnTo>
                  <a:pt x="19813" y="4844"/>
                </a:lnTo>
                <a:cubicBezTo>
                  <a:pt x="19757" y="4758"/>
                  <a:pt x="19696" y="4675"/>
                  <a:pt x="19637" y="4591"/>
                </a:cubicBezTo>
                <a:close/>
                <a:moveTo>
                  <a:pt x="20019" y="5172"/>
                </a:moveTo>
                <a:lnTo>
                  <a:pt x="5172" y="20019"/>
                </a:lnTo>
                <a:cubicBezTo>
                  <a:pt x="5261" y="20073"/>
                  <a:pt x="5351" y="20126"/>
                  <a:pt x="5441" y="20178"/>
                </a:cubicBezTo>
                <a:lnTo>
                  <a:pt x="20178" y="5441"/>
                </a:lnTo>
                <a:cubicBezTo>
                  <a:pt x="20126" y="5351"/>
                  <a:pt x="20073" y="5261"/>
                  <a:pt x="20019" y="5172"/>
                </a:cubicBezTo>
                <a:close/>
                <a:moveTo>
                  <a:pt x="20369" y="5782"/>
                </a:moveTo>
                <a:lnTo>
                  <a:pt x="5782" y="20369"/>
                </a:lnTo>
                <a:cubicBezTo>
                  <a:pt x="5877" y="20419"/>
                  <a:pt x="5974" y="20463"/>
                  <a:pt x="6071" y="20510"/>
                </a:cubicBezTo>
                <a:lnTo>
                  <a:pt x="20510" y="6071"/>
                </a:lnTo>
                <a:cubicBezTo>
                  <a:pt x="20463" y="5975"/>
                  <a:pt x="20419" y="5878"/>
                  <a:pt x="20369" y="5782"/>
                </a:cubicBezTo>
                <a:close/>
                <a:moveTo>
                  <a:pt x="20679" y="6434"/>
                </a:moveTo>
                <a:lnTo>
                  <a:pt x="6434" y="20679"/>
                </a:lnTo>
                <a:cubicBezTo>
                  <a:pt x="6534" y="20723"/>
                  <a:pt x="6633" y="20769"/>
                  <a:pt x="6734" y="20809"/>
                </a:cubicBezTo>
                <a:lnTo>
                  <a:pt x="20809" y="6735"/>
                </a:lnTo>
                <a:cubicBezTo>
                  <a:pt x="20769" y="6634"/>
                  <a:pt x="20723" y="6534"/>
                  <a:pt x="20679" y="6434"/>
                </a:cubicBezTo>
                <a:close/>
                <a:moveTo>
                  <a:pt x="20956" y="7121"/>
                </a:moveTo>
                <a:lnTo>
                  <a:pt x="7120" y="20956"/>
                </a:lnTo>
                <a:cubicBezTo>
                  <a:pt x="7226" y="20994"/>
                  <a:pt x="7333" y="21030"/>
                  <a:pt x="7439" y="21065"/>
                </a:cubicBezTo>
                <a:lnTo>
                  <a:pt x="21065" y="7439"/>
                </a:lnTo>
                <a:cubicBezTo>
                  <a:pt x="21030" y="7333"/>
                  <a:pt x="20994" y="7226"/>
                  <a:pt x="20956" y="7121"/>
                </a:cubicBezTo>
                <a:close/>
                <a:moveTo>
                  <a:pt x="21190" y="7848"/>
                </a:moveTo>
                <a:lnTo>
                  <a:pt x="7848" y="21190"/>
                </a:lnTo>
                <a:cubicBezTo>
                  <a:pt x="7960" y="21221"/>
                  <a:pt x="8073" y="21252"/>
                  <a:pt x="8186" y="21280"/>
                </a:cubicBezTo>
                <a:lnTo>
                  <a:pt x="21280" y="8186"/>
                </a:lnTo>
                <a:cubicBezTo>
                  <a:pt x="21252" y="8073"/>
                  <a:pt x="21221" y="7960"/>
                  <a:pt x="21190" y="7848"/>
                </a:cubicBezTo>
                <a:close/>
                <a:moveTo>
                  <a:pt x="21378" y="8623"/>
                </a:moveTo>
                <a:lnTo>
                  <a:pt x="8623" y="21378"/>
                </a:lnTo>
                <a:cubicBezTo>
                  <a:pt x="8743" y="21402"/>
                  <a:pt x="8863" y="21424"/>
                  <a:pt x="8984" y="21445"/>
                </a:cubicBezTo>
                <a:lnTo>
                  <a:pt x="21445" y="8984"/>
                </a:lnTo>
                <a:cubicBezTo>
                  <a:pt x="21424" y="8864"/>
                  <a:pt x="21402" y="8743"/>
                  <a:pt x="21378" y="8623"/>
                </a:cubicBezTo>
                <a:close/>
                <a:moveTo>
                  <a:pt x="21514" y="9448"/>
                </a:moveTo>
                <a:lnTo>
                  <a:pt x="9447" y="21514"/>
                </a:lnTo>
                <a:cubicBezTo>
                  <a:pt x="9576" y="21530"/>
                  <a:pt x="9704" y="21546"/>
                  <a:pt x="9833" y="21557"/>
                </a:cubicBezTo>
                <a:lnTo>
                  <a:pt x="21557" y="9834"/>
                </a:lnTo>
                <a:cubicBezTo>
                  <a:pt x="21546" y="9705"/>
                  <a:pt x="21530" y="9576"/>
                  <a:pt x="21514" y="9448"/>
                </a:cubicBezTo>
                <a:close/>
                <a:moveTo>
                  <a:pt x="21590" y="10333"/>
                </a:moveTo>
                <a:lnTo>
                  <a:pt x="10332" y="21590"/>
                </a:lnTo>
                <a:cubicBezTo>
                  <a:pt x="10473" y="21596"/>
                  <a:pt x="10613" y="21599"/>
                  <a:pt x="10753" y="21600"/>
                </a:cubicBezTo>
                <a:lnTo>
                  <a:pt x="21600" y="10754"/>
                </a:lnTo>
                <a:cubicBezTo>
                  <a:pt x="21599" y="10613"/>
                  <a:pt x="21596" y="10473"/>
                  <a:pt x="21590" y="10333"/>
                </a:cubicBezTo>
                <a:close/>
                <a:moveTo>
                  <a:pt x="21590" y="11296"/>
                </a:moveTo>
                <a:lnTo>
                  <a:pt x="11295" y="21590"/>
                </a:lnTo>
                <a:cubicBezTo>
                  <a:pt x="11449" y="21583"/>
                  <a:pt x="11603" y="21572"/>
                  <a:pt x="11757" y="21558"/>
                </a:cubicBezTo>
                <a:lnTo>
                  <a:pt x="21558" y="11757"/>
                </a:lnTo>
                <a:cubicBezTo>
                  <a:pt x="21572" y="11603"/>
                  <a:pt x="21583" y="11450"/>
                  <a:pt x="21590" y="11296"/>
                </a:cubicBezTo>
                <a:close/>
                <a:moveTo>
                  <a:pt x="21489" y="12358"/>
                </a:moveTo>
                <a:lnTo>
                  <a:pt x="12358" y="21489"/>
                </a:lnTo>
                <a:cubicBezTo>
                  <a:pt x="12531" y="21464"/>
                  <a:pt x="12703" y="21434"/>
                  <a:pt x="12876" y="21400"/>
                </a:cubicBezTo>
                <a:lnTo>
                  <a:pt x="21400" y="12876"/>
                </a:lnTo>
                <a:cubicBezTo>
                  <a:pt x="21434" y="12704"/>
                  <a:pt x="21464" y="12531"/>
                  <a:pt x="21489" y="12358"/>
                </a:cubicBezTo>
                <a:close/>
                <a:moveTo>
                  <a:pt x="21239" y="13569"/>
                </a:moveTo>
                <a:lnTo>
                  <a:pt x="13569" y="21239"/>
                </a:lnTo>
                <a:cubicBezTo>
                  <a:pt x="13774" y="21185"/>
                  <a:pt x="13978" y="21125"/>
                  <a:pt x="14181" y="21058"/>
                </a:cubicBezTo>
                <a:lnTo>
                  <a:pt x="21058" y="14181"/>
                </a:lnTo>
                <a:cubicBezTo>
                  <a:pt x="21125" y="13978"/>
                  <a:pt x="21185" y="13774"/>
                  <a:pt x="21239" y="13569"/>
                </a:cubicBezTo>
                <a:close/>
                <a:moveTo>
                  <a:pt x="20736" y="15035"/>
                </a:moveTo>
                <a:lnTo>
                  <a:pt x="15035" y="20736"/>
                </a:lnTo>
                <a:cubicBezTo>
                  <a:pt x="15310" y="20619"/>
                  <a:pt x="15581" y="20493"/>
                  <a:pt x="15848" y="20352"/>
                </a:cubicBezTo>
                <a:lnTo>
                  <a:pt x="20352" y="15848"/>
                </a:lnTo>
                <a:cubicBezTo>
                  <a:pt x="20493" y="15581"/>
                  <a:pt x="20619" y="15310"/>
                  <a:pt x="20736" y="15035"/>
                </a:cubicBezTo>
                <a:close/>
                <a:moveTo>
                  <a:pt x="19400" y="17332"/>
                </a:moveTo>
                <a:lnTo>
                  <a:pt x="17332" y="19400"/>
                </a:lnTo>
                <a:cubicBezTo>
                  <a:pt x="17716" y="19108"/>
                  <a:pt x="18087" y="18789"/>
                  <a:pt x="18438" y="18438"/>
                </a:cubicBezTo>
                <a:cubicBezTo>
                  <a:pt x="18788" y="18087"/>
                  <a:pt x="19107" y="17716"/>
                  <a:pt x="19400" y="17332"/>
                </a:cubicBezTo>
                <a:close/>
              </a:path>
            </a:pathLst>
          </a:custGeom>
          <a:solidFill>
            <a:schemeClr val="accent4"/>
          </a:solidFill>
          <a:ln w="12700">
            <a:miter lim="400000"/>
          </a:ln>
        </p:spPr>
        <p:txBody>
          <a:bodyPr lIns="0" tIns="0" rIns="0" bIns="0" anchor="ctr"/>
          <a:lstStyle/>
          <a:p>
            <a:pPr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/>
          </a:p>
        </p:txBody>
      </p:sp>
      <p:sp>
        <p:nvSpPr>
          <p:cNvPr id="219" name="Shape"/>
          <p:cNvSpPr/>
          <p:nvPr/>
        </p:nvSpPr>
        <p:spPr>
          <a:xfrm>
            <a:off x="11727838" y="12253507"/>
            <a:ext cx="4276957" cy="427713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800" y="0"/>
                </a:moveTo>
                <a:cubicBezTo>
                  <a:pt x="10787" y="0"/>
                  <a:pt x="10773" y="1"/>
                  <a:pt x="10759" y="1"/>
                </a:cubicBezTo>
                <a:lnTo>
                  <a:pt x="1" y="10760"/>
                </a:lnTo>
                <a:cubicBezTo>
                  <a:pt x="0" y="10900"/>
                  <a:pt x="3" y="11040"/>
                  <a:pt x="8" y="11181"/>
                </a:cubicBezTo>
                <a:lnTo>
                  <a:pt x="11180" y="9"/>
                </a:lnTo>
                <a:cubicBezTo>
                  <a:pt x="11054" y="4"/>
                  <a:pt x="10927" y="0"/>
                  <a:pt x="10800" y="0"/>
                </a:cubicBezTo>
                <a:close/>
                <a:moveTo>
                  <a:pt x="10211" y="17"/>
                </a:moveTo>
                <a:cubicBezTo>
                  <a:pt x="10057" y="25"/>
                  <a:pt x="9903" y="36"/>
                  <a:pt x="9748" y="51"/>
                </a:cubicBezTo>
                <a:lnTo>
                  <a:pt x="50" y="9749"/>
                </a:lnTo>
                <a:cubicBezTo>
                  <a:pt x="35" y="9903"/>
                  <a:pt x="25" y="10057"/>
                  <a:pt x="16" y="10212"/>
                </a:cubicBezTo>
                <a:lnTo>
                  <a:pt x="10211" y="17"/>
                </a:lnTo>
                <a:close/>
                <a:moveTo>
                  <a:pt x="11683" y="38"/>
                </a:moveTo>
                <a:lnTo>
                  <a:pt x="38" y="11684"/>
                </a:lnTo>
                <a:cubicBezTo>
                  <a:pt x="48" y="11814"/>
                  <a:pt x="62" y="11944"/>
                  <a:pt x="78" y="12075"/>
                </a:cubicBezTo>
                <a:lnTo>
                  <a:pt x="12074" y="78"/>
                </a:lnTo>
                <a:cubicBezTo>
                  <a:pt x="11944" y="63"/>
                  <a:pt x="11814" y="49"/>
                  <a:pt x="11683" y="38"/>
                </a:cubicBezTo>
                <a:close/>
                <a:moveTo>
                  <a:pt x="9136" y="131"/>
                </a:moveTo>
                <a:cubicBezTo>
                  <a:pt x="8960" y="158"/>
                  <a:pt x="8786" y="190"/>
                  <a:pt x="8611" y="226"/>
                </a:cubicBezTo>
                <a:lnTo>
                  <a:pt x="226" y="8611"/>
                </a:lnTo>
                <a:cubicBezTo>
                  <a:pt x="190" y="8786"/>
                  <a:pt x="157" y="8961"/>
                  <a:pt x="130" y="9137"/>
                </a:cubicBezTo>
                <a:lnTo>
                  <a:pt x="9136" y="131"/>
                </a:lnTo>
                <a:close/>
                <a:moveTo>
                  <a:pt x="12541" y="143"/>
                </a:moveTo>
                <a:lnTo>
                  <a:pt x="143" y="12541"/>
                </a:lnTo>
                <a:cubicBezTo>
                  <a:pt x="163" y="12663"/>
                  <a:pt x="183" y="12785"/>
                  <a:pt x="207" y="12906"/>
                </a:cubicBezTo>
                <a:lnTo>
                  <a:pt x="12906" y="208"/>
                </a:lnTo>
                <a:cubicBezTo>
                  <a:pt x="12785" y="184"/>
                  <a:pt x="12663" y="163"/>
                  <a:pt x="12541" y="143"/>
                </a:cubicBezTo>
                <a:close/>
                <a:moveTo>
                  <a:pt x="13343" y="303"/>
                </a:moveTo>
                <a:lnTo>
                  <a:pt x="303" y="13343"/>
                </a:lnTo>
                <a:cubicBezTo>
                  <a:pt x="330" y="13456"/>
                  <a:pt x="361" y="13569"/>
                  <a:pt x="392" y="13682"/>
                </a:cubicBezTo>
                <a:lnTo>
                  <a:pt x="13682" y="393"/>
                </a:lnTo>
                <a:cubicBezTo>
                  <a:pt x="13569" y="362"/>
                  <a:pt x="13456" y="331"/>
                  <a:pt x="13343" y="303"/>
                </a:cubicBezTo>
                <a:close/>
                <a:moveTo>
                  <a:pt x="7909" y="395"/>
                </a:moveTo>
                <a:cubicBezTo>
                  <a:pt x="7701" y="452"/>
                  <a:pt x="7495" y="515"/>
                  <a:pt x="7290" y="585"/>
                </a:cubicBezTo>
                <a:lnTo>
                  <a:pt x="584" y="7290"/>
                </a:lnTo>
                <a:cubicBezTo>
                  <a:pt x="514" y="7495"/>
                  <a:pt x="452" y="7702"/>
                  <a:pt x="394" y="7909"/>
                </a:cubicBezTo>
                <a:lnTo>
                  <a:pt x="7909" y="395"/>
                </a:lnTo>
                <a:close/>
                <a:moveTo>
                  <a:pt x="14094" y="515"/>
                </a:moveTo>
                <a:lnTo>
                  <a:pt x="514" y="14094"/>
                </a:lnTo>
                <a:cubicBezTo>
                  <a:pt x="549" y="14202"/>
                  <a:pt x="583" y="14310"/>
                  <a:pt x="620" y="14417"/>
                </a:cubicBezTo>
                <a:lnTo>
                  <a:pt x="14417" y="621"/>
                </a:lnTo>
                <a:cubicBezTo>
                  <a:pt x="14310" y="583"/>
                  <a:pt x="14202" y="549"/>
                  <a:pt x="14094" y="515"/>
                </a:cubicBezTo>
                <a:close/>
                <a:moveTo>
                  <a:pt x="14804" y="767"/>
                </a:moveTo>
                <a:lnTo>
                  <a:pt x="767" y="14804"/>
                </a:lnTo>
                <a:cubicBezTo>
                  <a:pt x="807" y="14905"/>
                  <a:pt x="851" y="15004"/>
                  <a:pt x="894" y="15104"/>
                </a:cubicBezTo>
                <a:lnTo>
                  <a:pt x="15104" y="895"/>
                </a:lnTo>
                <a:cubicBezTo>
                  <a:pt x="15004" y="852"/>
                  <a:pt x="14905" y="807"/>
                  <a:pt x="14804" y="767"/>
                </a:cubicBezTo>
                <a:close/>
                <a:moveTo>
                  <a:pt x="6411" y="932"/>
                </a:moveTo>
                <a:cubicBezTo>
                  <a:pt x="6118" y="1062"/>
                  <a:pt x="5831" y="1206"/>
                  <a:pt x="5549" y="1363"/>
                </a:cubicBezTo>
                <a:lnTo>
                  <a:pt x="1362" y="5549"/>
                </a:lnTo>
                <a:cubicBezTo>
                  <a:pt x="1205" y="5832"/>
                  <a:pt x="1061" y="6119"/>
                  <a:pt x="931" y="6411"/>
                </a:cubicBezTo>
                <a:lnTo>
                  <a:pt x="6411" y="932"/>
                </a:lnTo>
                <a:close/>
                <a:moveTo>
                  <a:pt x="15470" y="1061"/>
                </a:moveTo>
                <a:lnTo>
                  <a:pt x="1060" y="15471"/>
                </a:lnTo>
                <a:cubicBezTo>
                  <a:pt x="1106" y="15567"/>
                  <a:pt x="1153" y="15664"/>
                  <a:pt x="1202" y="15759"/>
                </a:cubicBezTo>
                <a:lnTo>
                  <a:pt x="15759" y="1203"/>
                </a:lnTo>
                <a:cubicBezTo>
                  <a:pt x="15663" y="1153"/>
                  <a:pt x="15567" y="1107"/>
                  <a:pt x="15470" y="1061"/>
                </a:cubicBezTo>
                <a:close/>
                <a:moveTo>
                  <a:pt x="16103" y="1391"/>
                </a:moveTo>
                <a:lnTo>
                  <a:pt x="1391" y="16103"/>
                </a:lnTo>
                <a:cubicBezTo>
                  <a:pt x="1442" y="16194"/>
                  <a:pt x="1494" y="16285"/>
                  <a:pt x="1549" y="16375"/>
                </a:cubicBezTo>
                <a:lnTo>
                  <a:pt x="16375" y="1549"/>
                </a:lnTo>
                <a:cubicBezTo>
                  <a:pt x="16285" y="1495"/>
                  <a:pt x="16194" y="1442"/>
                  <a:pt x="16103" y="1391"/>
                </a:cubicBezTo>
                <a:close/>
                <a:moveTo>
                  <a:pt x="16703" y="1754"/>
                </a:moveTo>
                <a:lnTo>
                  <a:pt x="1753" y="16703"/>
                </a:lnTo>
                <a:cubicBezTo>
                  <a:pt x="1809" y="16788"/>
                  <a:pt x="1869" y="16872"/>
                  <a:pt x="1928" y="16956"/>
                </a:cubicBezTo>
                <a:lnTo>
                  <a:pt x="16956" y="1928"/>
                </a:lnTo>
                <a:cubicBezTo>
                  <a:pt x="16872" y="1869"/>
                  <a:pt x="16788" y="1810"/>
                  <a:pt x="16703" y="1754"/>
                </a:cubicBezTo>
                <a:close/>
                <a:moveTo>
                  <a:pt x="17267" y="2151"/>
                </a:moveTo>
                <a:lnTo>
                  <a:pt x="2151" y="17267"/>
                </a:lnTo>
                <a:cubicBezTo>
                  <a:pt x="2212" y="17349"/>
                  <a:pt x="2274" y="17430"/>
                  <a:pt x="2338" y="17510"/>
                </a:cubicBezTo>
                <a:lnTo>
                  <a:pt x="17510" y="2338"/>
                </a:lnTo>
                <a:cubicBezTo>
                  <a:pt x="17430" y="2275"/>
                  <a:pt x="17349" y="2212"/>
                  <a:pt x="17267" y="2151"/>
                </a:cubicBezTo>
                <a:close/>
                <a:moveTo>
                  <a:pt x="3805" y="2574"/>
                </a:moveTo>
                <a:cubicBezTo>
                  <a:pt x="3586" y="2761"/>
                  <a:pt x="3370" y="2956"/>
                  <a:pt x="3163" y="3163"/>
                </a:cubicBezTo>
                <a:cubicBezTo>
                  <a:pt x="2955" y="3371"/>
                  <a:pt x="2761" y="3586"/>
                  <a:pt x="2574" y="3806"/>
                </a:cubicBezTo>
                <a:lnTo>
                  <a:pt x="3805" y="2574"/>
                </a:lnTo>
                <a:close/>
                <a:moveTo>
                  <a:pt x="17801" y="2579"/>
                </a:moveTo>
                <a:lnTo>
                  <a:pt x="2579" y="17801"/>
                </a:lnTo>
                <a:cubicBezTo>
                  <a:pt x="2645" y="17878"/>
                  <a:pt x="2709" y="17957"/>
                  <a:pt x="2777" y="18032"/>
                </a:cubicBezTo>
                <a:lnTo>
                  <a:pt x="18032" y="2777"/>
                </a:lnTo>
                <a:cubicBezTo>
                  <a:pt x="17957" y="2709"/>
                  <a:pt x="17878" y="2645"/>
                  <a:pt x="17801" y="2579"/>
                </a:cubicBezTo>
                <a:close/>
                <a:moveTo>
                  <a:pt x="18304" y="3036"/>
                </a:moveTo>
                <a:lnTo>
                  <a:pt x="3036" y="18304"/>
                </a:lnTo>
                <a:cubicBezTo>
                  <a:pt x="3079" y="18349"/>
                  <a:pt x="3119" y="18394"/>
                  <a:pt x="3163" y="18438"/>
                </a:cubicBezTo>
                <a:cubicBezTo>
                  <a:pt x="3191" y="18466"/>
                  <a:pt x="3222" y="18492"/>
                  <a:pt x="3250" y="18521"/>
                </a:cubicBezTo>
                <a:lnTo>
                  <a:pt x="18521" y="3251"/>
                </a:lnTo>
                <a:cubicBezTo>
                  <a:pt x="18492" y="3222"/>
                  <a:pt x="18466" y="3192"/>
                  <a:pt x="18438" y="3163"/>
                </a:cubicBezTo>
                <a:cubicBezTo>
                  <a:pt x="18394" y="3119"/>
                  <a:pt x="18348" y="3079"/>
                  <a:pt x="18304" y="3036"/>
                </a:cubicBezTo>
                <a:close/>
                <a:moveTo>
                  <a:pt x="18781" y="3523"/>
                </a:moveTo>
                <a:lnTo>
                  <a:pt x="3522" y="18781"/>
                </a:lnTo>
                <a:cubicBezTo>
                  <a:pt x="3598" y="18850"/>
                  <a:pt x="3676" y="18915"/>
                  <a:pt x="3753" y="18982"/>
                </a:cubicBezTo>
                <a:lnTo>
                  <a:pt x="18982" y="3753"/>
                </a:lnTo>
                <a:cubicBezTo>
                  <a:pt x="18915" y="3676"/>
                  <a:pt x="18850" y="3598"/>
                  <a:pt x="18781" y="3523"/>
                </a:cubicBezTo>
                <a:close/>
                <a:moveTo>
                  <a:pt x="19224" y="4041"/>
                </a:moveTo>
                <a:lnTo>
                  <a:pt x="4041" y="19224"/>
                </a:lnTo>
                <a:cubicBezTo>
                  <a:pt x="4121" y="19289"/>
                  <a:pt x="4202" y="19350"/>
                  <a:pt x="4283" y="19412"/>
                </a:cubicBezTo>
                <a:lnTo>
                  <a:pt x="19412" y="4283"/>
                </a:lnTo>
                <a:cubicBezTo>
                  <a:pt x="19350" y="4202"/>
                  <a:pt x="19289" y="4121"/>
                  <a:pt x="19224" y="4041"/>
                </a:cubicBezTo>
                <a:close/>
                <a:moveTo>
                  <a:pt x="19637" y="4591"/>
                </a:moveTo>
                <a:lnTo>
                  <a:pt x="4591" y="19637"/>
                </a:lnTo>
                <a:cubicBezTo>
                  <a:pt x="4675" y="19696"/>
                  <a:pt x="4758" y="19757"/>
                  <a:pt x="4843" y="19813"/>
                </a:cubicBezTo>
                <a:lnTo>
                  <a:pt x="19813" y="4844"/>
                </a:lnTo>
                <a:cubicBezTo>
                  <a:pt x="19757" y="4758"/>
                  <a:pt x="19696" y="4675"/>
                  <a:pt x="19637" y="4591"/>
                </a:cubicBezTo>
                <a:close/>
                <a:moveTo>
                  <a:pt x="20019" y="5172"/>
                </a:moveTo>
                <a:lnTo>
                  <a:pt x="5172" y="20019"/>
                </a:lnTo>
                <a:cubicBezTo>
                  <a:pt x="5261" y="20073"/>
                  <a:pt x="5351" y="20126"/>
                  <a:pt x="5441" y="20178"/>
                </a:cubicBezTo>
                <a:lnTo>
                  <a:pt x="20178" y="5441"/>
                </a:lnTo>
                <a:cubicBezTo>
                  <a:pt x="20126" y="5351"/>
                  <a:pt x="20073" y="5261"/>
                  <a:pt x="20019" y="5172"/>
                </a:cubicBezTo>
                <a:close/>
                <a:moveTo>
                  <a:pt x="20369" y="5782"/>
                </a:moveTo>
                <a:lnTo>
                  <a:pt x="5782" y="20369"/>
                </a:lnTo>
                <a:cubicBezTo>
                  <a:pt x="5877" y="20419"/>
                  <a:pt x="5974" y="20463"/>
                  <a:pt x="6071" y="20510"/>
                </a:cubicBezTo>
                <a:lnTo>
                  <a:pt x="20510" y="6071"/>
                </a:lnTo>
                <a:cubicBezTo>
                  <a:pt x="20463" y="5975"/>
                  <a:pt x="20419" y="5878"/>
                  <a:pt x="20369" y="5782"/>
                </a:cubicBezTo>
                <a:close/>
                <a:moveTo>
                  <a:pt x="20679" y="6434"/>
                </a:moveTo>
                <a:lnTo>
                  <a:pt x="6434" y="20679"/>
                </a:lnTo>
                <a:cubicBezTo>
                  <a:pt x="6534" y="20723"/>
                  <a:pt x="6633" y="20769"/>
                  <a:pt x="6734" y="20809"/>
                </a:cubicBezTo>
                <a:lnTo>
                  <a:pt x="20809" y="6735"/>
                </a:lnTo>
                <a:cubicBezTo>
                  <a:pt x="20769" y="6634"/>
                  <a:pt x="20723" y="6534"/>
                  <a:pt x="20679" y="6434"/>
                </a:cubicBezTo>
                <a:close/>
                <a:moveTo>
                  <a:pt x="20956" y="7121"/>
                </a:moveTo>
                <a:lnTo>
                  <a:pt x="7120" y="20956"/>
                </a:lnTo>
                <a:cubicBezTo>
                  <a:pt x="7226" y="20994"/>
                  <a:pt x="7333" y="21030"/>
                  <a:pt x="7439" y="21065"/>
                </a:cubicBezTo>
                <a:lnTo>
                  <a:pt x="21065" y="7439"/>
                </a:lnTo>
                <a:cubicBezTo>
                  <a:pt x="21030" y="7333"/>
                  <a:pt x="20994" y="7226"/>
                  <a:pt x="20956" y="7121"/>
                </a:cubicBezTo>
                <a:close/>
                <a:moveTo>
                  <a:pt x="21190" y="7848"/>
                </a:moveTo>
                <a:lnTo>
                  <a:pt x="7848" y="21190"/>
                </a:lnTo>
                <a:cubicBezTo>
                  <a:pt x="7960" y="21221"/>
                  <a:pt x="8073" y="21252"/>
                  <a:pt x="8186" y="21280"/>
                </a:cubicBezTo>
                <a:lnTo>
                  <a:pt x="21280" y="8186"/>
                </a:lnTo>
                <a:cubicBezTo>
                  <a:pt x="21252" y="8073"/>
                  <a:pt x="21221" y="7960"/>
                  <a:pt x="21190" y="7848"/>
                </a:cubicBezTo>
                <a:close/>
                <a:moveTo>
                  <a:pt x="21378" y="8623"/>
                </a:moveTo>
                <a:lnTo>
                  <a:pt x="8623" y="21378"/>
                </a:lnTo>
                <a:cubicBezTo>
                  <a:pt x="8743" y="21402"/>
                  <a:pt x="8863" y="21424"/>
                  <a:pt x="8984" y="21445"/>
                </a:cubicBezTo>
                <a:lnTo>
                  <a:pt x="21445" y="8984"/>
                </a:lnTo>
                <a:cubicBezTo>
                  <a:pt x="21424" y="8864"/>
                  <a:pt x="21402" y="8743"/>
                  <a:pt x="21378" y="8623"/>
                </a:cubicBezTo>
                <a:close/>
                <a:moveTo>
                  <a:pt x="21514" y="9448"/>
                </a:moveTo>
                <a:lnTo>
                  <a:pt x="9447" y="21514"/>
                </a:lnTo>
                <a:cubicBezTo>
                  <a:pt x="9576" y="21530"/>
                  <a:pt x="9704" y="21546"/>
                  <a:pt x="9833" y="21557"/>
                </a:cubicBezTo>
                <a:lnTo>
                  <a:pt x="21557" y="9834"/>
                </a:lnTo>
                <a:cubicBezTo>
                  <a:pt x="21546" y="9705"/>
                  <a:pt x="21530" y="9576"/>
                  <a:pt x="21514" y="9448"/>
                </a:cubicBezTo>
                <a:close/>
                <a:moveTo>
                  <a:pt x="21590" y="10333"/>
                </a:moveTo>
                <a:lnTo>
                  <a:pt x="10332" y="21590"/>
                </a:lnTo>
                <a:cubicBezTo>
                  <a:pt x="10473" y="21596"/>
                  <a:pt x="10613" y="21599"/>
                  <a:pt x="10753" y="21600"/>
                </a:cubicBezTo>
                <a:lnTo>
                  <a:pt x="21600" y="10754"/>
                </a:lnTo>
                <a:cubicBezTo>
                  <a:pt x="21599" y="10613"/>
                  <a:pt x="21596" y="10473"/>
                  <a:pt x="21590" y="10333"/>
                </a:cubicBezTo>
                <a:close/>
                <a:moveTo>
                  <a:pt x="21590" y="11296"/>
                </a:moveTo>
                <a:lnTo>
                  <a:pt x="11295" y="21590"/>
                </a:lnTo>
                <a:cubicBezTo>
                  <a:pt x="11449" y="21583"/>
                  <a:pt x="11603" y="21572"/>
                  <a:pt x="11757" y="21558"/>
                </a:cubicBezTo>
                <a:lnTo>
                  <a:pt x="21558" y="11757"/>
                </a:lnTo>
                <a:cubicBezTo>
                  <a:pt x="21572" y="11603"/>
                  <a:pt x="21583" y="11450"/>
                  <a:pt x="21590" y="11296"/>
                </a:cubicBezTo>
                <a:close/>
                <a:moveTo>
                  <a:pt x="21489" y="12358"/>
                </a:moveTo>
                <a:lnTo>
                  <a:pt x="12358" y="21489"/>
                </a:lnTo>
                <a:cubicBezTo>
                  <a:pt x="12531" y="21464"/>
                  <a:pt x="12703" y="21434"/>
                  <a:pt x="12876" y="21400"/>
                </a:cubicBezTo>
                <a:lnTo>
                  <a:pt x="21400" y="12876"/>
                </a:lnTo>
                <a:cubicBezTo>
                  <a:pt x="21434" y="12704"/>
                  <a:pt x="21464" y="12531"/>
                  <a:pt x="21489" y="12358"/>
                </a:cubicBezTo>
                <a:close/>
                <a:moveTo>
                  <a:pt x="21239" y="13569"/>
                </a:moveTo>
                <a:lnTo>
                  <a:pt x="13569" y="21239"/>
                </a:lnTo>
                <a:cubicBezTo>
                  <a:pt x="13774" y="21185"/>
                  <a:pt x="13978" y="21125"/>
                  <a:pt x="14181" y="21058"/>
                </a:cubicBezTo>
                <a:lnTo>
                  <a:pt x="21058" y="14181"/>
                </a:lnTo>
                <a:cubicBezTo>
                  <a:pt x="21125" y="13978"/>
                  <a:pt x="21185" y="13774"/>
                  <a:pt x="21239" y="13569"/>
                </a:cubicBezTo>
                <a:close/>
                <a:moveTo>
                  <a:pt x="20736" y="15035"/>
                </a:moveTo>
                <a:lnTo>
                  <a:pt x="15035" y="20736"/>
                </a:lnTo>
                <a:cubicBezTo>
                  <a:pt x="15310" y="20619"/>
                  <a:pt x="15581" y="20493"/>
                  <a:pt x="15848" y="20352"/>
                </a:cubicBezTo>
                <a:lnTo>
                  <a:pt x="20352" y="15848"/>
                </a:lnTo>
                <a:cubicBezTo>
                  <a:pt x="20493" y="15581"/>
                  <a:pt x="20619" y="15310"/>
                  <a:pt x="20736" y="15035"/>
                </a:cubicBezTo>
                <a:close/>
                <a:moveTo>
                  <a:pt x="19400" y="17332"/>
                </a:moveTo>
                <a:lnTo>
                  <a:pt x="17332" y="19400"/>
                </a:lnTo>
                <a:cubicBezTo>
                  <a:pt x="17716" y="19108"/>
                  <a:pt x="18087" y="18789"/>
                  <a:pt x="18438" y="18438"/>
                </a:cubicBezTo>
                <a:cubicBezTo>
                  <a:pt x="18788" y="18087"/>
                  <a:pt x="19107" y="17716"/>
                  <a:pt x="19400" y="17332"/>
                </a:cubicBezTo>
                <a:close/>
              </a:path>
            </a:pathLst>
          </a:custGeom>
          <a:solidFill>
            <a:schemeClr val="accent4"/>
          </a:solidFill>
          <a:ln w="12700">
            <a:miter lim="400000"/>
          </a:ln>
        </p:spPr>
        <p:txBody>
          <a:bodyPr lIns="0" tIns="0" rIns="0" bIns="0" anchor="ctr"/>
          <a:lstStyle/>
          <a:p>
            <a:pPr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/>
          </a:p>
        </p:txBody>
      </p:sp>
      <p:sp>
        <p:nvSpPr>
          <p:cNvPr id="220" name="Shape"/>
          <p:cNvSpPr/>
          <p:nvPr/>
        </p:nvSpPr>
        <p:spPr>
          <a:xfrm>
            <a:off x="22467966" y="8316507"/>
            <a:ext cx="4276957" cy="427713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800" y="0"/>
                </a:moveTo>
                <a:cubicBezTo>
                  <a:pt x="10787" y="0"/>
                  <a:pt x="10773" y="1"/>
                  <a:pt x="10759" y="1"/>
                </a:cubicBezTo>
                <a:lnTo>
                  <a:pt x="1" y="10760"/>
                </a:lnTo>
                <a:cubicBezTo>
                  <a:pt x="0" y="10900"/>
                  <a:pt x="3" y="11040"/>
                  <a:pt x="8" y="11181"/>
                </a:cubicBezTo>
                <a:lnTo>
                  <a:pt x="11180" y="9"/>
                </a:lnTo>
                <a:cubicBezTo>
                  <a:pt x="11054" y="4"/>
                  <a:pt x="10927" y="0"/>
                  <a:pt x="10800" y="0"/>
                </a:cubicBezTo>
                <a:close/>
                <a:moveTo>
                  <a:pt x="10211" y="17"/>
                </a:moveTo>
                <a:cubicBezTo>
                  <a:pt x="10057" y="25"/>
                  <a:pt x="9903" y="36"/>
                  <a:pt x="9748" y="51"/>
                </a:cubicBezTo>
                <a:lnTo>
                  <a:pt x="50" y="9749"/>
                </a:lnTo>
                <a:cubicBezTo>
                  <a:pt x="35" y="9903"/>
                  <a:pt x="25" y="10057"/>
                  <a:pt x="16" y="10212"/>
                </a:cubicBezTo>
                <a:lnTo>
                  <a:pt x="10211" y="17"/>
                </a:lnTo>
                <a:close/>
                <a:moveTo>
                  <a:pt x="11683" y="38"/>
                </a:moveTo>
                <a:lnTo>
                  <a:pt x="38" y="11684"/>
                </a:lnTo>
                <a:cubicBezTo>
                  <a:pt x="48" y="11814"/>
                  <a:pt x="62" y="11944"/>
                  <a:pt x="78" y="12075"/>
                </a:cubicBezTo>
                <a:lnTo>
                  <a:pt x="12074" y="78"/>
                </a:lnTo>
                <a:cubicBezTo>
                  <a:pt x="11944" y="63"/>
                  <a:pt x="11814" y="49"/>
                  <a:pt x="11683" y="38"/>
                </a:cubicBezTo>
                <a:close/>
                <a:moveTo>
                  <a:pt x="9136" y="131"/>
                </a:moveTo>
                <a:cubicBezTo>
                  <a:pt x="8960" y="158"/>
                  <a:pt x="8786" y="190"/>
                  <a:pt x="8611" y="226"/>
                </a:cubicBezTo>
                <a:lnTo>
                  <a:pt x="226" y="8611"/>
                </a:lnTo>
                <a:cubicBezTo>
                  <a:pt x="190" y="8786"/>
                  <a:pt x="157" y="8961"/>
                  <a:pt x="130" y="9137"/>
                </a:cubicBezTo>
                <a:lnTo>
                  <a:pt x="9136" y="131"/>
                </a:lnTo>
                <a:close/>
                <a:moveTo>
                  <a:pt x="12541" y="143"/>
                </a:moveTo>
                <a:lnTo>
                  <a:pt x="143" y="12541"/>
                </a:lnTo>
                <a:cubicBezTo>
                  <a:pt x="163" y="12663"/>
                  <a:pt x="183" y="12785"/>
                  <a:pt x="207" y="12906"/>
                </a:cubicBezTo>
                <a:lnTo>
                  <a:pt x="12906" y="208"/>
                </a:lnTo>
                <a:cubicBezTo>
                  <a:pt x="12785" y="184"/>
                  <a:pt x="12663" y="163"/>
                  <a:pt x="12541" y="143"/>
                </a:cubicBezTo>
                <a:close/>
                <a:moveTo>
                  <a:pt x="13343" y="303"/>
                </a:moveTo>
                <a:lnTo>
                  <a:pt x="303" y="13343"/>
                </a:lnTo>
                <a:cubicBezTo>
                  <a:pt x="330" y="13456"/>
                  <a:pt x="361" y="13569"/>
                  <a:pt x="392" y="13682"/>
                </a:cubicBezTo>
                <a:lnTo>
                  <a:pt x="13682" y="393"/>
                </a:lnTo>
                <a:cubicBezTo>
                  <a:pt x="13569" y="362"/>
                  <a:pt x="13456" y="331"/>
                  <a:pt x="13343" y="303"/>
                </a:cubicBezTo>
                <a:close/>
                <a:moveTo>
                  <a:pt x="7909" y="395"/>
                </a:moveTo>
                <a:cubicBezTo>
                  <a:pt x="7701" y="452"/>
                  <a:pt x="7495" y="515"/>
                  <a:pt x="7290" y="585"/>
                </a:cubicBezTo>
                <a:lnTo>
                  <a:pt x="584" y="7290"/>
                </a:lnTo>
                <a:cubicBezTo>
                  <a:pt x="514" y="7495"/>
                  <a:pt x="452" y="7702"/>
                  <a:pt x="394" y="7909"/>
                </a:cubicBezTo>
                <a:lnTo>
                  <a:pt x="7909" y="395"/>
                </a:lnTo>
                <a:close/>
                <a:moveTo>
                  <a:pt x="14094" y="515"/>
                </a:moveTo>
                <a:lnTo>
                  <a:pt x="514" y="14094"/>
                </a:lnTo>
                <a:cubicBezTo>
                  <a:pt x="549" y="14202"/>
                  <a:pt x="583" y="14310"/>
                  <a:pt x="620" y="14417"/>
                </a:cubicBezTo>
                <a:lnTo>
                  <a:pt x="14417" y="621"/>
                </a:lnTo>
                <a:cubicBezTo>
                  <a:pt x="14310" y="583"/>
                  <a:pt x="14202" y="549"/>
                  <a:pt x="14094" y="515"/>
                </a:cubicBezTo>
                <a:close/>
                <a:moveTo>
                  <a:pt x="14804" y="767"/>
                </a:moveTo>
                <a:lnTo>
                  <a:pt x="767" y="14804"/>
                </a:lnTo>
                <a:cubicBezTo>
                  <a:pt x="807" y="14905"/>
                  <a:pt x="851" y="15004"/>
                  <a:pt x="894" y="15104"/>
                </a:cubicBezTo>
                <a:lnTo>
                  <a:pt x="15104" y="895"/>
                </a:lnTo>
                <a:cubicBezTo>
                  <a:pt x="15004" y="852"/>
                  <a:pt x="14905" y="807"/>
                  <a:pt x="14804" y="767"/>
                </a:cubicBezTo>
                <a:close/>
                <a:moveTo>
                  <a:pt x="6411" y="932"/>
                </a:moveTo>
                <a:cubicBezTo>
                  <a:pt x="6118" y="1062"/>
                  <a:pt x="5831" y="1206"/>
                  <a:pt x="5549" y="1363"/>
                </a:cubicBezTo>
                <a:lnTo>
                  <a:pt x="1362" y="5549"/>
                </a:lnTo>
                <a:cubicBezTo>
                  <a:pt x="1205" y="5832"/>
                  <a:pt x="1061" y="6119"/>
                  <a:pt x="931" y="6411"/>
                </a:cubicBezTo>
                <a:lnTo>
                  <a:pt x="6411" y="932"/>
                </a:lnTo>
                <a:close/>
                <a:moveTo>
                  <a:pt x="15470" y="1061"/>
                </a:moveTo>
                <a:lnTo>
                  <a:pt x="1060" y="15471"/>
                </a:lnTo>
                <a:cubicBezTo>
                  <a:pt x="1106" y="15567"/>
                  <a:pt x="1153" y="15664"/>
                  <a:pt x="1202" y="15759"/>
                </a:cubicBezTo>
                <a:lnTo>
                  <a:pt x="15759" y="1203"/>
                </a:lnTo>
                <a:cubicBezTo>
                  <a:pt x="15663" y="1153"/>
                  <a:pt x="15567" y="1107"/>
                  <a:pt x="15470" y="1061"/>
                </a:cubicBezTo>
                <a:close/>
                <a:moveTo>
                  <a:pt x="16103" y="1391"/>
                </a:moveTo>
                <a:lnTo>
                  <a:pt x="1391" y="16103"/>
                </a:lnTo>
                <a:cubicBezTo>
                  <a:pt x="1442" y="16194"/>
                  <a:pt x="1494" y="16285"/>
                  <a:pt x="1549" y="16375"/>
                </a:cubicBezTo>
                <a:lnTo>
                  <a:pt x="16375" y="1549"/>
                </a:lnTo>
                <a:cubicBezTo>
                  <a:pt x="16285" y="1495"/>
                  <a:pt x="16194" y="1442"/>
                  <a:pt x="16103" y="1391"/>
                </a:cubicBezTo>
                <a:close/>
                <a:moveTo>
                  <a:pt x="16703" y="1754"/>
                </a:moveTo>
                <a:lnTo>
                  <a:pt x="1753" y="16703"/>
                </a:lnTo>
                <a:cubicBezTo>
                  <a:pt x="1809" y="16788"/>
                  <a:pt x="1869" y="16872"/>
                  <a:pt x="1928" y="16956"/>
                </a:cubicBezTo>
                <a:lnTo>
                  <a:pt x="16956" y="1928"/>
                </a:lnTo>
                <a:cubicBezTo>
                  <a:pt x="16872" y="1869"/>
                  <a:pt x="16788" y="1810"/>
                  <a:pt x="16703" y="1754"/>
                </a:cubicBezTo>
                <a:close/>
                <a:moveTo>
                  <a:pt x="17267" y="2151"/>
                </a:moveTo>
                <a:lnTo>
                  <a:pt x="2151" y="17267"/>
                </a:lnTo>
                <a:cubicBezTo>
                  <a:pt x="2212" y="17349"/>
                  <a:pt x="2274" y="17430"/>
                  <a:pt x="2338" y="17510"/>
                </a:cubicBezTo>
                <a:lnTo>
                  <a:pt x="17510" y="2338"/>
                </a:lnTo>
                <a:cubicBezTo>
                  <a:pt x="17430" y="2275"/>
                  <a:pt x="17349" y="2212"/>
                  <a:pt x="17267" y="2151"/>
                </a:cubicBezTo>
                <a:close/>
                <a:moveTo>
                  <a:pt x="3805" y="2574"/>
                </a:moveTo>
                <a:cubicBezTo>
                  <a:pt x="3586" y="2761"/>
                  <a:pt x="3370" y="2956"/>
                  <a:pt x="3163" y="3163"/>
                </a:cubicBezTo>
                <a:cubicBezTo>
                  <a:pt x="2955" y="3371"/>
                  <a:pt x="2761" y="3586"/>
                  <a:pt x="2574" y="3806"/>
                </a:cubicBezTo>
                <a:lnTo>
                  <a:pt x="3805" y="2574"/>
                </a:lnTo>
                <a:close/>
                <a:moveTo>
                  <a:pt x="17801" y="2579"/>
                </a:moveTo>
                <a:lnTo>
                  <a:pt x="2579" y="17801"/>
                </a:lnTo>
                <a:cubicBezTo>
                  <a:pt x="2645" y="17878"/>
                  <a:pt x="2709" y="17957"/>
                  <a:pt x="2777" y="18032"/>
                </a:cubicBezTo>
                <a:lnTo>
                  <a:pt x="18032" y="2777"/>
                </a:lnTo>
                <a:cubicBezTo>
                  <a:pt x="17957" y="2709"/>
                  <a:pt x="17878" y="2645"/>
                  <a:pt x="17801" y="2579"/>
                </a:cubicBezTo>
                <a:close/>
                <a:moveTo>
                  <a:pt x="18304" y="3036"/>
                </a:moveTo>
                <a:lnTo>
                  <a:pt x="3036" y="18304"/>
                </a:lnTo>
                <a:cubicBezTo>
                  <a:pt x="3079" y="18349"/>
                  <a:pt x="3119" y="18394"/>
                  <a:pt x="3163" y="18438"/>
                </a:cubicBezTo>
                <a:cubicBezTo>
                  <a:pt x="3191" y="18466"/>
                  <a:pt x="3222" y="18492"/>
                  <a:pt x="3250" y="18521"/>
                </a:cubicBezTo>
                <a:lnTo>
                  <a:pt x="18521" y="3251"/>
                </a:lnTo>
                <a:cubicBezTo>
                  <a:pt x="18492" y="3222"/>
                  <a:pt x="18466" y="3192"/>
                  <a:pt x="18438" y="3163"/>
                </a:cubicBezTo>
                <a:cubicBezTo>
                  <a:pt x="18394" y="3119"/>
                  <a:pt x="18348" y="3079"/>
                  <a:pt x="18304" y="3036"/>
                </a:cubicBezTo>
                <a:close/>
                <a:moveTo>
                  <a:pt x="18781" y="3523"/>
                </a:moveTo>
                <a:lnTo>
                  <a:pt x="3522" y="18781"/>
                </a:lnTo>
                <a:cubicBezTo>
                  <a:pt x="3598" y="18850"/>
                  <a:pt x="3676" y="18915"/>
                  <a:pt x="3753" y="18982"/>
                </a:cubicBezTo>
                <a:lnTo>
                  <a:pt x="18982" y="3753"/>
                </a:lnTo>
                <a:cubicBezTo>
                  <a:pt x="18915" y="3676"/>
                  <a:pt x="18850" y="3598"/>
                  <a:pt x="18781" y="3523"/>
                </a:cubicBezTo>
                <a:close/>
                <a:moveTo>
                  <a:pt x="19224" y="4041"/>
                </a:moveTo>
                <a:lnTo>
                  <a:pt x="4041" y="19224"/>
                </a:lnTo>
                <a:cubicBezTo>
                  <a:pt x="4121" y="19289"/>
                  <a:pt x="4202" y="19350"/>
                  <a:pt x="4283" y="19412"/>
                </a:cubicBezTo>
                <a:lnTo>
                  <a:pt x="19412" y="4283"/>
                </a:lnTo>
                <a:cubicBezTo>
                  <a:pt x="19350" y="4202"/>
                  <a:pt x="19289" y="4121"/>
                  <a:pt x="19224" y="4041"/>
                </a:cubicBezTo>
                <a:close/>
                <a:moveTo>
                  <a:pt x="19637" y="4591"/>
                </a:moveTo>
                <a:lnTo>
                  <a:pt x="4591" y="19637"/>
                </a:lnTo>
                <a:cubicBezTo>
                  <a:pt x="4675" y="19696"/>
                  <a:pt x="4758" y="19757"/>
                  <a:pt x="4843" y="19813"/>
                </a:cubicBezTo>
                <a:lnTo>
                  <a:pt x="19813" y="4844"/>
                </a:lnTo>
                <a:cubicBezTo>
                  <a:pt x="19757" y="4758"/>
                  <a:pt x="19696" y="4675"/>
                  <a:pt x="19637" y="4591"/>
                </a:cubicBezTo>
                <a:close/>
                <a:moveTo>
                  <a:pt x="20019" y="5172"/>
                </a:moveTo>
                <a:lnTo>
                  <a:pt x="5172" y="20019"/>
                </a:lnTo>
                <a:cubicBezTo>
                  <a:pt x="5261" y="20073"/>
                  <a:pt x="5351" y="20126"/>
                  <a:pt x="5441" y="20178"/>
                </a:cubicBezTo>
                <a:lnTo>
                  <a:pt x="20178" y="5441"/>
                </a:lnTo>
                <a:cubicBezTo>
                  <a:pt x="20126" y="5351"/>
                  <a:pt x="20073" y="5261"/>
                  <a:pt x="20019" y="5172"/>
                </a:cubicBezTo>
                <a:close/>
                <a:moveTo>
                  <a:pt x="20369" y="5782"/>
                </a:moveTo>
                <a:lnTo>
                  <a:pt x="5782" y="20369"/>
                </a:lnTo>
                <a:cubicBezTo>
                  <a:pt x="5877" y="20419"/>
                  <a:pt x="5974" y="20463"/>
                  <a:pt x="6071" y="20510"/>
                </a:cubicBezTo>
                <a:lnTo>
                  <a:pt x="20510" y="6071"/>
                </a:lnTo>
                <a:cubicBezTo>
                  <a:pt x="20463" y="5975"/>
                  <a:pt x="20419" y="5878"/>
                  <a:pt x="20369" y="5782"/>
                </a:cubicBezTo>
                <a:close/>
                <a:moveTo>
                  <a:pt x="20679" y="6434"/>
                </a:moveTo>
                <a:lnTo>
                  <a:pt x="6434" y="20679"/>
                </a:lnTo>
                <a:cubicBezTo>
                  <a:pt x="6534" y="20723"/>
                  <a:pt x="6633" y="20769"/>
                  <a:pt x="6734" y="20809"/>
                </a:cubicBezTo>
                <a:lnTo>
                  <a:pt x="20809" y="6735"/>
                </a:lnTo>
                <a:cubicBezTo>
                  <a:pt x="20769" y="6634"/>
                  <a:pt x="20723" y="6534"/>
                  <a:pt x="20679" y="6434"/>
                </a:cubicBezTo>
                <a:close/>
                <a:moveTo>
                  <a:pt x="20956" y="7121"/>
                </a:moveTo>
                <a:lnTo>
                  <a:pt x="7120" y="20956"/>
                </a:lnTo>
                <a:cubicBezTo>
                  <a:pt x="7226" y="20994"/>
                  <a:pt x="7333" y="21030"/>
                  <a:pt x="7439" y="21065"/>
                </a:cubicBezTo>
                <a:lnTo>
                  <a:pt x="21065" y="7439"/>
                </a:lnTo>
                <a:cubicBezTo>
                  <a:pt x="21030" y="7333"/>
                  <a:pt x="20994" y="7226"/>
                  <a:pt x="20956" y="7121"/>
                </a:cubicBezTo>
                <a:close/>
                <a:moveTo>
                  <a:pt x="21190" y="7848"/>
                </a:moveTo>
                <a:lnTo>
                  <a:pt x="7848" y="21190"/>
                </a:lnTo>
                <a:cubicBezTo>
                  <a:pt x="7960" y="21221"/>
                  <a:pt x="8073" y="21252"/>
                  <a:pt x="8186" y="21280"/>
                </a:cubicBezTo>
                <a:lnTo>
                  <a:pt x="21280" y="8186"/>
                </a:lnTo>
                <a:cubicBezTo>
                  <a:pt x="21252" y="8073"/>
                  <a:pt x="21221" y="7960"/>
                  <a:pt x="21190" y="7848"/>
                </a:cubicBezTo>
                <a:close/>
                <a:moveTo>
                  <a:pt x="21378" y="8623"/>
                </a:moveTo>
                <a:lnTo>
                  <a:pt x="8623" y="21378"/>
                </a:lnTo>
                <a:cubicBezTo>
                  <a:pt x="8743" y="21402"/>
                  <a:pt x="8863" y="21424"/>
                  <a:pt x="8984" y="21445"/>
                </a:cubicBezTo>
                <a:lnTo>
                  <a:pt x="21445" y="8984"/>
                </a:lnTo>
                <a:cubicBezTo>
                  <a:pt x="21424" y="8864"/>
                  <a:pt x="21402" y="8743"/>
                  <a:pt x="21378" y="8623"/>
                </a:cubicBezTo>
                <a:close/>
                <a:moveTo>
                  <a:pt x="21514" y="9448"/>
                </a:moveTo>
                <a:lnTo>
                  <a:pt x="9447" y="21514"/>
                </a:lnTo>
                <a:cubicBezTo>
                  <a:pt x="9576" y="21530"/>
                  <a:pt x="9704" y="21546"/>
                  <a:pt x="9833" y="21557"/>
                </a:cubicBezTo>
                <a:lnTo>
                  <a:pt x="21557" y="9834"/>
                </a:lnTo>
                <a:cubicBezTo>
                  <a:pt x="21546" y="9705"/>
                  <a:pt x="21530" y="9576"/>
                  <a:pt x="21514" y="9448"/>
                </a:cubicBezTo>
                <a:close/>
                <a:moveTo>
                  <a:pt x="21590" y="10333"/>
                </a:moveTo>
                <a:lnTo>
                  <a:pt x="10332" y="21590"/>
                </a:lnTo>
                <a:cubicBezTo>
                  <a:pt x="10473" y="21596"/>
                  <a:pt x="10613" y="21599"/>
                  <a:pt x="10753" y="21600"/>
                </a:cubicBezTo>
                <a:lnTo>
                  <a:pt x="21600" y="10754"/>
                </a:lnTo>
                <a:cubicBezTo>
                  <a:pt x="21599" y="10613"/>
                  <a:pt x="21596" y="10473"/>
                  <a:pt x="21590" y="10333"/>
                </a:cubicBezTo>
                <a:close/>
                <a:moveTo>
                  <a:pt x="21590" y="11296"/>
                </a:moveTo>
                <a:lnTo>
                  <a:pt x="11295" y="21590"/>
                </a:lnTo>
                <a:cubicBezTo>
                  <a:pt x="11449" y="21583"/>
                  <a:pt x="11603" y="21572"/>
                  <a:pt x="11757" y="21558"/>
                </a:cubicBezTo>
                <a:lnTo>
                  <a:pt x="21558" y="11757"/>
                </a:lnTo>
                <a:cubicBezTo>
                  <a:pt x="21572" y="11603"/>
                  <a:pt x="21583" y="11450"/>
                  <a:pt x="21590" y="11296"/>
                </a:cubicBezTo>
                <a:close/>
                <a:moveTo>
                  <a:pt x="21489" y="12358"/>
                </a:moveTo>
                <a:lnTo>
                  <a:pt x="12358" y="21489"/>
                </a:lnTo>
                <a:cubicBezTo>
                  <a:pt x="12531" y="21464"/>
                  <a:pt x="12703" y="21434"/>
                  <a:pt x="12876" y="21400"/>
                </a:cubicBezTo>
                <a:lnTo>
                  <a:pt x="21400" y="12876"/>
                </a:lnTo>
                <a:cubicBezTo>
                  <a:pt x="21434" y="12704"/>
                  <a:pt x="21464" y="12531"/>
                  <a:pt x="21489" y="12358"/>
                </a:cubicBezTo>
                <a:close/>
                <a:moveTo>
                  <a:pt x="21239" y="13569"/>
                </a:moveTo>
                <a:lnTo>
                  <a:pt x="13569" y="21239"/>
                </a:lnTo>
                <a:cubicBezTo>
                  <a:pt x="13774" y="21185"/>
                  <a:pt x="13978" y="21125"/>
                  <a:pt x="14181" y="21058"/>
                </a:cubicBezTo>
                <a:lnTo>
                  <a:pt x="21058" y="14181"/>
                </a:lnTo>
                <a:cubicBezTo>
                  <a:pt x="21125" y="13978"/>
                  <a:pt x="21185" y="13774"/>
                  <a:pt x="21239" y="13569"/>
                </a:cubicBezTo>
                <a:close/>
                <a:moveTo>
                  <a:pt x="20736" y="15035"/>
                </a:moveTo>
                <a:lnTo>
                  <a:pt x="15035" y="20736"/>
                </a:lnTo>
                <a:cubicBezTo>
                  <a:pt x="15310" y="20619"/>
                  <a:pt x="15581" y="20493"/>
                  <a:pt x="15848" y="20352"/>
                </a:cubicBezTo>
                <a:lnTo>
                  <a:pt x="20352" y="15848"/>
                </a:lnTo>
                <a:cubicBezTo>
                  <a:pt x="20493" y="15581"/>
                  <a:pt x="20619" y="15310"/>
                  <a:pt x="20736" y="15035"/>
                </a:cubicBezTo>
                <a:close/>
                <a:moveTo>
                  <a:pt x="19400" y="17332"/>
                </a:moveTo>
                <a:lnTo>
                  <a:pt x="17332" y="19400"/>
                </a:lnTo>
                <a:cubicBezTo>
                  <a:pt x="17716" y="19108"/>
                  <a:pt x="18087" y="18789"/>
                  <a:pt x="18438" y="18438"/>
                </a:cubicBezTo>
                <a:cubicBezTo>
                  <a:pt x="18788" y="18087"/>
                  <a:pt x="19107" y="17716"/>
                  <a:pt x="19400" y="17332"/>
                </a:cubicBezTo>
                <a:close/>
              </a:path>
            </a:pathLst>
          </a:custGeom>
          <a:solidFill>
            <a:schemeClr val="accent4"/>
          </a:solidFill>
          <a:ln w="12700">
            <a:miter lim="400000"/>
          </a:ln>
        </p:spPr>
        <p:txBody>
          <a:bodyPr lIns="0" tIns="0" rIns="0" bIns="0" anchor="ctr"/>
          <a:lstStyle/>
          <a:p>
            <a:pPr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/>
          </a:p>
        </p:txBody>
      </p:sp>
      <p:sp>
        <p:nvSpPr>
          <p:cNvPr id="221" name="Shape"/>
          <p:cNvSpPr/>
          <p:nvPr/>
        </p:nvSpPr>
        <p:spPr>
          <a:xfrm>
            <a:off x="-9782" y="-14685"/>
            <a:ext cx="5401449" cy="1371951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489" h="21600" extrusionOk="0">
                <a:moveTo>
                  <a:pt x="9876" y="0"/>
                </a:moveTo>
                <a:cubicBezTo>
                  <a:pt x="14909" y="1061"/>
                  <a:pt x="18164" y="3091"/>
                  <a:pt x="18448" y="5345"/>
                </a:cubicBezTo>
                <a:cubicBezTo>
                  <a:pt x="18695" y="7304"/>
                  <a:pt x="16642" y="9198"/>
                  <a:pt x="12885" y="10477"/>
                </a:cubicBezTo>
                <a:cubicBezTo>
                  <a:pt x="8651" y="11730"/>
                  <a:pt x="7084" y="13955"/>
                  <a:pt x="9071" y="15894"/>
                </a:cubicBezTo>
                <a:cubicBezTo>
                  <a:pt x="10355" y="17147"/>
                  <a:pt x="13013" y="18098"/>
                  <a:pt x="16290" y="18479"/>
                </a:cubicBezTo>
                <a:cubicBezTo>
                  <a:pt x="17951" y="18702"/>
                  <a:pt x="19367" y="19144"/>
                  <a:pt x="20305" y="19731"/>
                </a:cubicBezTo>
                <a:cubicBezTo>
                  <a:pt x="21193" y="20288"/>
                  <a:pt x="21600" y="20944"/>
                  <a:pt x="21463" y="21600"/>
                </a:cubicBezTo>
                <a:lnTo>
                  <a:pt x="0" y="21600"/>
                </a:lnTo>
                <a:lnTo>
                  <a:pt x="0" y="1"/>
                </a:lnTo>
                <a:lnTo>
                  <a:pt x="9876" y="0"/>
                </a:lnTo>
                <a:close/>
              </a:path>
            </a:pathLst>
          </a:custGeom>
          <a:solidFill>
            <a:schemeClr val="accent3"/>
          </a:solidFill>
          <a:ln w="12700">
            <a:miter lim="400000"/>
          </a:ln>
          <a:effectLst>
            <a:outerShdw blurRad="914400" dist="25400" dir="5400000" rotWithShape="0">
              <a:srgbClr val="000000">
                <a:alpha val="50000"/>
              </a:srgbClr>
            </a:outerShdw>
          </a:effectLst>
        </p:spPr>
        <p:txBody>
          <a:bodyPr lIns="50800" tIns="50800" rIns="50800" bIns="50800" anchor="ctr"/>
          <a:lstStyle/>
          <a:p>
            <a:endParaRPr/>
          </a:p>
        </p:txBody>
      </p:sp>
      <p:sp>
        <p:nvSpPr>
          <p:cNvPr id="222" name="Shape"/>
          <p:cNvSpPr/>
          <p:nvPr/>
        </p:nvSpPr>
        <p:spPr>
          <a:xfrm>
            <a:off x="14077382" y="-26393"/>
            <a:ext cx="10315136" cy="10264133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490" h="20992" extrusionOk="0">
                <a:moveTo>
                  <a:pt x="22" y="0"/>
                </a:moveTo>
                <a:cubicBezTo>
                  <a:pt x="-110" y="1123"/>
                  <a:pt x="362" y="2232"/>
                  <a:pt x="1268" y="2930"/>
                </a:cubicBezTo>
                <a:cubicBezTo>
                  <a:pt x="2187" y="3637"/>
                  <a:pt x="3418" y="3817"/>
                  <a:pt x="4507" y="3403"/>
                </a:cubicBezTo>
                <a:cubicBezTo>
                  <a:pt x="6055" y="2610"/>
                  <a:pt x="7961" y="3061"/>
                  <a:pt x="8970" y="4460"/>
                </a:cubicBezTo>
                <a:cubicBezTo>
                  <a:pt x="9809" y="5622"/>
                  <a:pt x="9807" y="7178"/>
                  <a:pt x="8965" y="8338"/>
                </a:cubicBezTo>
                <a:cubicBezTo>
                  <a:pt x="6771" y="11924"/>
                  <a:pt x="7613" y="16550"/>
                  <a:pt x="10936" y="19169"/>
                </a:cubicBezTo>
                <a:cubicBezTo>
                  <a:pt x="14018" y="21597"/>
                  <a:pt x="18405" y="21600"/>
                  <a:pt x="21490" y="19175"/>
                </a:cubicBezTo>
                <a:lnTo>
                  <a:pt x="21490" y="35"/>
                </a:lnTo>
                <a:lnTo>
                  <a:pt x="22" y="0"/>
                </a:lnTo>
                <a:close/>
              </a:path>
            </a:pathLst>
          </a:custGeom>
          <a:solidFill>
            <a:schemeClr val="accent3"/>
          </a:solidFill>
          <a:ln w="12700">
            <a:miter lim="400000"/>
          </a:ln>
          <a:effectLst>
            <a:outerShdw blurRad="914400" dist="25400" dir="5400000" rotWithShape="0">
              <a:srgbClr val="000000">
                <a:alpha val="50000"/>
              </a:srgbClr>
            </a:outerShdw>
          </a:effectLst>
        </p:spPr>
        <p:txBody>
          <a:bodyPr lIns="50800" tIns="50800" rIns="50800" bIns="50800" anchor="ctr"/>
          <a:lstStyle/>
          <a:p>
            <a:endParaRPr/>
          </a:p>
        </p:txBody>
      </p:sp>
      <p:sp>
        <p:nvSpPr>
          <p:cNvPr id="223" name="Circle"/>
          <p:cNvSpPr/>
          <p:nvPr/>
        </p:nvSpPr>
        <p:spPr>
          <a:xfrm>
            <a:off x="17006264" y="352354"/>
            <a:ext cx="494973" cy="494972"/>
          </a:xfrm>
          <a:prstGeom prst="ellipse">
            <a:avLst/>
          </a:prstGeom>
          <a:gradFill>
            <a:gsLst>
              <a:gs pos="0">
                <a:schemeClr val="accent2"/>
              </a:gs>
              <a:gs pos="100000">
                <a:schemeClr val="accent1"/>
              </a:gs>
            </a:gsLst>
            <a:lin ang="5400000"/>
          </a:gradFill>
          <a:ln w="12700">
            <a:miter lim="400000"/>
          </a:ln>
        </p:spPr>
        <p:txBody>
          <a:bodyPr lIns="0" tIns="0" rIns="0" bIns="0" anchor="ctr"/>
          <a:lstStyle/>
          <a:p>
            <a:pPr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/>
          </a:p>
        </p:txBody>
      </p:sp>
      <p:sp>
        <p:nvSpPr>
          <p:cNvPr id="224" name="Circle"/>
          <p:cNvSpPr/>
          <p:nvPr/>
        </p:nvSpPr>
        <p:spPr>
          <a:xfrm>
            <a:off x="-564062" y="1321716"/>
            <a:ext cx="1150610" cy="1150611"/>
          </a:xfrm>
          <a:prstGeom prst="ellipse">
            <a:avLst/>
          </a:prstGeom>
          <a:gradFill>
            <a:gsLst>
              <a:gs pos="0">
                <a:schemeClr val="accent2"/>
              </a:gs>
              <a:gs pos="100000">
                <a:schemeClr val="accent1"/>
              </a:gs>
            </a:gsLst>
            <a:lin ang="5400000"/>
          </a:gradFill>
          <a:ln w="12700">
            <a:miter lim="400000"/>
          </a:ln>
        </p:spPr>
        <p:txBody>
          <a:bodyPr lIns="0" tIns="0" rIns="0" bIns="0" anchor="ctr"/>
          <a:lstStyle/>
          <a:p>
            <a:pPr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/>
          </a:p>
        </p:txBody>
      </p:sp>
      <p:sp>
        <p:nvSpPr>
          <p:cNvPr id="225" name="TOPIC #1 - $100 ANSWER"/>
          <p:cNvSpPr txBox="1"/>
          <p:nvPr/>
        </p:nvSpPr>
        <p:spPr>
          <a:xfrm>
            <a:off x="1318646" y="1071521"/>
            <a:ext cx="14608911" cy="1651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/>
          <a:p>
            <a:pPr algn="l">
              <a:defRPr sz="10000" b="0">
                <a:solidFill>
                  <a:srgbClr val="F6C543"/>
                </a:solidFill>
                <a:latin typeface="Impact"/>
                <a:ea typeface="Impact"/>
                <a:cs typeface="Impact"/>
                <a:sym typeface="Impact"/>
              </a:defRPr>
            </a:pPr>
            <a:r>
              <a:rPr lang="en-US" altLang="zh-CN" dirty="0">
                <a:solidFill>
                  <a:schemeClr val="accent1"/>
                </a:solidFill>
              </a:rPr>
              <a:t>UNIT #2</a:t>
            </a:r>
            <a:r>
              <a:rPr lang="en-US" altLang="zh-CN" dirty="0"/>
              <a:t> </a:t>
            </a:r>
            <a:r>
              <a:rPr lang="en-US" altLang="zh-CN" dirty="0">
                <a:solidFill>
                  <a:srgbClr val="FFFFFF"/>
                </a:solidFill>
              </a:rPr>
              <a:t>–</a:t>
            </a:r>
            <a:r>
              <a:rPr lang="zh-CN" altLang="en-US" sz="9600" dirty="0">
                <a:latin typeface="华文楷体" panose="02010600040101010101" pitchFamily="2" charset="-122"/>
                <a:ea typeface="华文楷体" panose="02010600040101010101" pitchFamily="2" charset="-122"/>
              </a:rPr>
              <a:t>点的投影</a:t>
            </a:r>
            <a:endParaRPr lang="zh-CN" altLang="en-US" dirty="0">
              <a:solidFill>
                <a:srgbClr val="FFFFFF"/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226" name="Shape"/>
          <p:cNvSpPr/>
          <p:nvPr/>
        </p:nvSpPr>
        <p:spPr>
          <a:xfrm>
            <a:off x="-306915" y="8239797"/>
            <a:ext cx="1046530" cy="104640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9679" h="20595" extrusionOk="0">
                <a:moveTo>
                  <a:pt x="9839" y="0"/>
                </a:moveTo>
                <a:cubicBezTo>
                  <a:pt x="7321" y="0"/>
                  <a:pt x="4802" y="1006"/>
                  <a:pt x="2881" y="3017"/>
                </a:cubicBezTo>
                <a:cubicBezTo>
                  <a:pt x="-961" y="7038"/>
                  <a:pt x="-961" y="13557"/>
                  <a:pt x="2881" y="17578"/>
                </a:cubicBezTo>
                <a:cubicBezTo>
                  <a:pt x="6724" y="21600"/>
                  <a:pt x="12954" y="21600"/>
                  <a:pt x="16797" y="17578"/>
                </a:cubicBezTo>
                <a:cubicBezTo>
                  <a:pt x="20639" y="13557"/>
                  <a:pt x="20639" y="7038"/>
                  <a:pt x="16797" y="3017"/>
                </a:cubicBezTo>
                <a:cubicBezTo>
                  <a:pt x="14876" y="1006"/>
                  <a:pt x="12357" y="0"/>
                  <a:pt x="9839" y="0"/>
                </a:cubicBezTo>
                <a:close/>
                <a:moveTo>
                  <a:pt x="9839" y="2649"/>
                </a:moveTo>
                <a:cubicBezTo>
                  <a:pt x="11709" y="2649"/>
                  <a:pt x="13580" y="3397"/>
                  <a:pt x="15007" y="4890"/>
                </a:cubicBezTo>
                <a:cubicBezTo>
                  <a:pt x="17861" y="7877"/>
                  <a:pt x="17861" y="12718"/>
                  <a:pt x="15007" y="15705"/>
                </a:cubicBezTo>
                <a:cubicBezTo>
                  <a:pt x="12153" y="18692"/>
                  <a:pt x="7525" y="18692"/>
                  <a:pt x="4671" y="15705"/>
                </a:cubicBezTo>
                <a:cubicBezTo>
                  <a:pt x="1817" y="12718"/>
                  <a:pt x="1817" y="7877"/>
                  <a:pt x="4671" y="4890"/>
                </a:cubicBezTo>
                <a:cubicBezTo>
                  <a:pt x="6098" y="3397"/>
                  <a:pt x="7969" y="2649"/>
                  <a:pt x="9839" y="2649"/>
                </a:cubicBezTo>
                <a:close/>
              </a:path>
            </a:pathLst>
          </a:custGeom>
          <a:gradFill>
            <a:gsLst>
              <a:gs pos="0">
                <a:schemeClr val="accent2"/>
              </a:gs>
              <a:gs pos="100000">
                <a:schemeClr val="accent1"/>
              </a:gs>
            </a:gsLst>
            <a:lin ang="5400000"/>
          </a:gradFill>
          <a:ln w="12700">
            <a:miter lim="400000"/>
          </a:ln>
        </p:spPr>
        <p:txBody>
          <a:bodyPr lIns="0" tIns="0" rIns="0" bIns="0" anchor="ctr"/>
          <a:lstStyle/>
          <a:p>
            <a:pPr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/>
          </a:p>
        </p:txBody>
      </p:sp>
      <p:sp>
        <p:nvSpPr>
          <p:cNvPr id="227" name="Shape"/>
          <p:cNvSpPr/>
          <p:nvPr/>
        </p:nvSpPr>
        <p:spPr>
          <a:xfrm>
            <a:off x="19865947" y="2060686"/>
            <a:ext cx="2330506" cy="233022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9679" h="20595" extrusionOk="0">
                <a:moveTo>
                  <a:pt x="9839" y="0"/>
                </a:moveTo>
                <a:cubicBezTo>
                  <a:pt x="7321" y="0"/>
                  <a:pt x="4802" y="1006"/>
                  <a:pt x="2881" y="3017"/>
                </a:cubicBezTo>
                <a:cubicBezTo>
                  <a:pt x="-961" y="7038"/>
                  <a:pt x="-961" y="13557"/>
                  <a:pt x="2881" y="17578"/>
                </a:cubicBezTo>
                <a:cubicBezTo>
                  <a:pt x="6724" y="21600"/>
                  <a:pt x="12954" y="21600"/>
                  <a:pt x="16797" y="17578"/>
                </a:cubicBezTo>
                <a:cubicBezTo>
                  <a:pt x="20639" y="13557"/>
                  <a:pt x="20639" y="7038"/>
                  <a:pt x="16797" y="3017"/>
                </a:cubicBezTo>
                <a:cubicBezTo>
                  <a:pt x="14876" y="1006"/>
                  <a:pt x="12357" y="0"/>
                  <a:pt x="9839" y="0"/>
                </a:cubicBezTo>
                <a:close/>
                <a:moveTo>
                  <a:pt x="9839" y="2649"/>
                </a:moveTo>
                <a:cubicBezTo>
                  <a:pt x="11709" y="2649"/>
                  <a:pt x="13580" y="3397"/>
                  <a:pt x="15007" y="4890"/>
                </a:cubicBezTo>
                <a:cubicBezTo>
                  <a:pt x="17861" y="7877"/>
                  <a:pt x="17861" y="12718"/>
                  <a:pt x="15007" y="15705"/>
                </a:cubicBezTo>
                <a:cubicBezTo>
                  <a:pt x="12153" y="18692"/>
                  <a:pt x="7525" y="18692"/>
                  <a:pt x="4671" y="15705"/>
                </a:cubicBezTo>
                <a:cubicBezTo>
                  <a:pt x="1817" y="12718"/>
                  <a:pt x="1817" y="7877"/>
                  <a:pt x="4671" y="4890"/>
                </a:cubicBezTo>
                <a:cubicBezTo>
                  <a:pt x="6098" y="3397"/>
                  <a:pt x="7969" y="2649"/>
                  <a:pt x="9839" y="2649"/>
                </a:cubicBezTo>
                <a:close/>
              </a:path>
            </a:pathLst>
          </a:custGeom>
          <a:gradFill>
            <a:gsLst>
              <a:gs pos="0">
                <a:schemeClr val="accent2"/>
              </a:gs>
              <a:gs pos="100000">
                <a:schemeClr val="accent1"/>
              </a:gs>
            </a:gsLst>
            <a:lin ang="5400000"/>
          </a:gradFill>
          <a:ln w="12700">
            <a:miter lim="400000"/>
          </a:ln>
        </p:spPr>
        <p:txBody>
          <a:bodyPr lIns="0" tIns="0" rIns="0" bIns="0" anchor="ctr"/>
          <a:lstStyle/>
          <a:p>
            <a:pPr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/>
          </a:p>
        </p:txBody>
      </p:sp>
      <p:sp>
        <p:nvSpPr>
          <p:cNvPr id="228" name="Rounded Rectangle"/>
          <p:cNvSpPr/>
          <p:nvPr/>
        </p:nvSpPr>
        <p:spPr>
          <a:xfrm>
            <a:off x="1413182" y="3302000"/>
            <a:ext cx="21616294" cy="8897388"/>
          </a:xfrm>
          <a:prstGeom prst="roundRect">
            <a:avLst>
              <a:gd name="adj" fmla="val 2897"/>
            </a:avLst>
          </a:prstGeom>
          <a:solidFill>
            <a:schemeClr val="accent4"/>
          </a:solidFill>
          <a:ln w="12700">
            <a:miter lim="400000"/>
          </a:ln>
          <a:effectLst>
            <a:outerShdw blurRad="558800" dist="71163" dir="5400000" rotWithShape="0">
              <a:srgbClr val="000000">
                <a:alpha val="19617"/>
              </a:srgbClr>
            </a:outerShdw>
          </a:effectLst>
        </p:spPr>
        <p:txBody>
          <a:bodyPr lIns="0" tIns="0" rIns="0" bIns="0" anchor="ctr"/>
          <a:lstStyle/>
          <a:p>
            <a:pPr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/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D82D1A15-7B1E-02DD-DA56-CA8DC32780A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66116" y="2897573"/>
            <a:ext cx="17553910" cy="9986752"/>
          </a:xfrm>
          <a:prstGeom prst="rect">
            <a:avLst/>
          </a:prstGeom>
        </p:spPr>
      </p:pic>
    </p:spTree>
  </p:cSld>
  <p:clrMapOvr>
    <a:masterClrMapping/>
  </p:clrMapOvr>
  <p:transition spd="med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3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866C70E-1690-95BA-9762-24435F79F0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Shape">
            <a:extLst>
              <a:ext uri="{FF2B5EF4-FFF2-40B4-BE49-F238E27FC236}">
                <a16:creationId xmlns:a16="http://schemas.microsoft.com/office/drawing/2014/main" id="{9514A61E-4D51-B96B-C311-0E820F465C53}"/>
              </a:ext>
            </a:extLst>
          </p:cNvPr>
          <p:cNvSpPr/>
          <p:nvPr/>
        </p:nvSpPr>
        <p:spPr>
          <a:xfrm>
            <a:off x="6290541" y="12617233"/>
            <a:ext cx="2709718" cy="270939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9679" h="20595" extrusionOk="0">
                <a:moveTo>
                  <a:pt x="9839" y="0"/>
                </a:moveTo>
                <a:cubicBezTo>
                  <a:pt x="7321" y="0"/>
                  <a:pt x="4802" y="1006"/>
                  <a:pt x="2881" y="3017"/>
                </a:cubicBezTo>
                <a:cubicBezTo>
                  <a:pt x="-961" y="7038"/>
                  <a:pt x="-961" y="13557"/>
                  <a:pt x="2881" y="17578"/>
                </a:cubicBezTo>
                <a:cubicBezTo>
                  <a:pt x="6724" y="21600"/>
                  <a:pt x="12954" y="21600"/>
                  <a:pt x="16797" y="17578"/>
                </a:cubicBezTo>
                <a:cubicBezTo>
                  <a:pt x="20639" y="13557"/>
                  <a:pt x="20639" y="7038"/>
                  <a:pt x="16797" y="3017"/>
                </a:cubicBezTo>
                <a:cubicBezTo>
                  <a:pt x="14876" y="1006"/>
                  <a:pt x="12357" y="0"/>
                  <a:pt x="9839" y="0"/>
                </a:cubicBezTo>
                <a:close/>
                <a:moveTo>
                  <a:pt x="9839" y="2649"/>
                </a:moveTo>
                <a:cubicBezTo>
                  <a:pt x="11709" y="2649"/>
                  <a:pt x="13580" y="3397"/>
                  <a:pt x="15007" y="4890"/>
                </a:cubicBezTo>
                <a:cubicBezTo>
                  <a:pt x="17861" y="7877"/>
                  <a:pt x="17861" y="12718"/>
                  <a:pt x="15007" y="15705"/>
                </a:cubicBezTo>
                <a:cubicBezTo>
                  <a:pt x="12153" y="18692"/>
                  <a:pt x="7525" y="18692"/>
                  <a:pt x="4671" y="15705"/>
                </a:cubicBezTo>
                <a:cubicBezTo>
                  <a:pt x="1817" y="12718"/>
                  <a:pt x="1817" y="7877"/>
                  <a:pt x="4671" y="4890"/>
                </a:cubicBezTo>
                <a:cubicBezTo>
                  <a:pt x="6098" y="3397"/>
                  <a:pt x="7969" y="2649"/>
                  <a:pt x="9839" y="2649"/>
                </a:cubicBezTo>
                <a:close/>
              </a:path>
            </a:pathLst>
          </a:custGeom>
          <a:gradFill>
            <a:gsLst>
              <a:gs pos="0">
                <a:schemeClr val="accent2"/>
              </a:gs>
              <a:gs pos="100000">
                <a:schemeClr val="accent1"/>
              </a:gs>
            </a:gsLst>
            <a:lin ang="5400000"/>
          </a:gradFill>
          <a:ln w="12700">
            <a:miter lim="400000"/>
          </a:ln>
        </p:spPr>
        <p:txBody>
          <a:bodyPr lIns="0" tIns="0" rIns="0" bIns="0" anchor="ctr"/>
          <a:lstStyle/>
          <a:p>
            <a:pPr marL="0" marR="0" lvl="0" indent="0" algn="ctr" defTabSz="8255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 kumimoji="0" sz="32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Helvetica Neue Medium"/>
              <a:sym typeface="Helvetica Neue Medium"/>
            </a:endParaRPr>
          </a:p>
        </p:txBody>
      </p:sp>
      <p:sp>
        <p:nvSpPr>
          <p:cNvPr id="216" name="Shape">
            <a:extLst>
              <a:ext uri="{FF2B5EF4-FFF2-40B4-BE49-F238E27FC236}">
                <a16:creationId xmlns:a16="http://schemas.microsoft.com/office/drawing/2014/main" id="{E9AB21A9-7987-279F-5497-94F77CF432B3}"/>
              </a:ext>
            </a:extLst>
          </p:cNvPr>
          <p:cNvSpPr/>
          <p:nvPr/>
        </p:nvSpPr>
        <p:spPr>
          <a:xfrm>
            <a:off x="14339439" y="2620192"/>
            <a:ext cx="6322300" cy="632257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800" y="0"/>
                </a:moveTo>
                <a:cubicBezTo>
                  <a:pt x="10787" y="0"/>
                  <a:pt x="10773" y="1"/>
                  <a:pt x="10759" y="1"/>
                </a:cubicBezTo>
                <a:lnTo>
                  <a:pt x="1" y="10760"/>
                </a:lnTo>
                <a:cubicBezTo>
                  <a:pt x="0" y="10900"/>
                  <a:pt x="3" y="11040"/>
                  <a:pt x="8" y="11181"/>
                </a:cubicBezTo>
                <a:lnTo>
                  <a:pt x="11180" y="9"/>
                </a:lnTo>
                <a:cubicBezTo>
                  <a:pt x="11054" y="4"/>
                  <a:pt x="10927" y="0"/>
                  <a:pt x="10800" y="0"/>
                </a:cubicBezTo>
                <a:close/>
                <a:moveTo>
                  <a:pt x="10211" y="17"/>
                </a:moveTo>
                <a:cubicBezTo>
                  <a:pt x="10057" y="25"/>
                  <a:pt x="9903" y="36"/>
                  <a:pt x="9748" y="51"/>
                </a:cubicBezTo>
                <a:lnTo>
                  <a:pt x="50" y="9749"/>
                </a:lnTo>
                <a:cubicBezTo>
                  <a:pt x="35" y="9903"/>
                  <a:pt x="25" y="10057"/>
                  <a:pt x="16" y="10212"/>
                </a:cubicBezTo>
                <a:lnTo>
                  <a:pt x="10211" y="17"/>
                </a:lnTo>
                <a:close/>
                <a:moveTo>
                  <a:pt x="11683" y="38"/>
                </a:moveTo>
                <a:lnTo>
                  <a:pt x="38" y="11684"/>
                </a:lnTo>
                <a:cubicBezTo>
                  <a:pt x="48" y="11814"/>
                  <a:pt x="62" y="11944"/>
                  <a:pt x="78" y="12075"/>
                </a:cubicBezTo>
                <a:lnTo>
                  <a:pt x="12074" y="78"/>
                </a:lnTo>
                <a:cubicBezTo>
                  <a:pt x="11944" y="63"/>
                  <a:pt x="11814" y="49"/>
                  <a:pt x="11683" y="38"/>
                </a:cubicBezTo>
                <a:close/>
                <a:moveTo>
                  <a:pt x="9136" y="131"/>
                </a:moveTo>
                <a:cubicBezTo>
                  <a:pt x="8960" y="158"/>
                  <a:pt x="8786" y="190"/>
                  <a:pt x="8611" y="226"/>
                </a:cubicBezTo>
                <a:lnTo>
                  <a:pt x="226" y="8611"/>
                </a:lnTo>
                <a:cubicBezTo>
                  <a:pt x="190" y="8786"/>
                  <a:pt x="157" y="8961"/>
                  <a:pt x="130" y="9137"/>
                </a:cubicBezTo>
                <a:lnTo>
                  <a:pt x="9136" y="131"/>
                </a:lnTo>
                <a:close/>
                <a:moveTo>
                  <a:pt x="12541" y="143"/>
                </a:moveTo>
                <a:lnTo>
                  <a:pt x="143" y="12541"/>
                </a:lnTo>
                <a:cubicBezTo>
                  <a:pt x="163" y="12663"/>
                  <a:pt x="183" y="12785"/>
                  <a:pt x="207" y="12906"/>
                </a:cubicBezTo>
                <a:lnTo>
                  <a:pt x="12906" y="208"/>
                </a:lnTo>
                <a:cubicBezTo>
                  <a:pt x="12785" y="184"/>
                  <a:pt x="12663" y="163"/>
                  <a:pt x="12541" y="143"/>
                </a:cubicBezTo>
                <a:close/>
                <a:moveTo>
                  <a:pt x="13343" y="303"/>
                </a:moveTo>
                <a:lnTo>
                  <a:pt x="303" y="13343"/>
                </a:lnTo>
                <a:cubicBezTo>
                  <a:pt x="330" y="13456"/>
                  <a:pt x="361" y="13569"/>
                  <a:pt x="392" y="13682"/>
                </a:cubicBezTo>
                <a:lnTo>
                  <a:pt x="13682" y="393"/>
                </a:lnTo>
                <a:cubicBezTo>
                  <a:pt x="13569" y="362"/>
                  <a:pt x="13456" y="331"/>
                  <a:pt x="13343" y="303"/>
                </a:cubicBezTo>
                <a:close/>
                <a:moveTo>
                  <a:pt x="7909" y="395"/>
                </a:moveTo>
                <a:cubicBezTo>
                  <a:pt x="7701" y="452"/>
                  <a:pt x="7495" y="515"/>
                  <a:pt x="7290" y="585"/>
                </a:cubicBezTo>
                <a:lnTo>
                  <a:pt x="584" y="7290"/>
                </a:lnTo>
                <a:cubicBezTo>
                  <a:pt x="514" y="7495"/>
                  <a:pt x="452" y="7702"/>
                  <a:pt x="394" y="7909"/>
                </a:cubicBezTo>
                <a:lnTo>
                  <a:pt x="7909" y="395"/>
                </a:lnTo>
                <a:close/>
                <a:moveTo>
                  <a:pt x="14094" y="515"/>
                </a:moveTo>
                <a:lnTo>
                  <a:pt x="514" y="14094"/>
                </a:lnTo>
                <a:cubicBezTo>
                  <a:pt x="549" y="14202"/>
                  <a:pt x="583" y="14310"/>
                  <a:pt x="620" y="14417"/>
                </a:cubicBezTo>
                <a:lnTo>
                  <a:pt x="14417" y="621"/>
                </a:lnTo>
                <a:cubicBezTo>
                  <a:pt x="14310" y="583"/>
                  <a:pt x="14202" y="549"/>
                  <a:pt x="14094" y="515"/>
                </a:cubicBezTo>
                <a:close/>
                <a:moveTo>
                  <a:pt x="14804" y="767"/>
                </a:moveTo>
                <a:lnTo>
                  <a:pt x="767" y="14804"/>
                </a:lnTo>
                <a:cubicBezTo>
                  <a:pt x="807" y="14905"/>
                  <a:pt x="851" y="15004"/>
                  <a:pt x="894" y="15104"/>
                </a:cubicBezTo>
                <a:lnTo>
                  <a:pt x="15104" y="895"/>
                </a:lnTo>
                <a:cubicBezTo>
                  <a:pt x="15004" y="852"/>
                  <a:pt x="14905" y="807"/>
                  <a:pt x="14804" y="767"/>
                </a:cubicBezTo>
                <a:close/>
                <a:moveTo>
                  <a:pt x="6411" y="932"/>
                </a:moveTo>
                <a:cubicBezTo>
                  <a:pt x="6118" y="1062"/>
                  <a:pt x="5831" y="1206"/>
                  <a:pt x="5549" y="1363"/>
                </a:cubicBezTo>
                <a:lnTo>
                  <a:pt x="1362" y="5549"/>
                </a:lnTo>
                <a:cubicBezTo>
                  <a:pt x="1205" y="5832"/>
                  <a:pt x="1061" y="6119"/>
                  <a:pt x="931" y="6411"/>
                </a:cubicBezTo>
                <a:lnTo>
                  <a:pt x="6411" y="932"/>
                </a:lnTo>
                <a:close/>
                <a:moveTo>
                  <a:pt x="15470" y="1061"/>
                </a:moveTo>
                <a:lnTo>
                  <a:pt x="1060" y="15471"/>
                </a:lnTo>
                <a:cubicBezTo>
                  <a:pt x="1106" y="15567"/>
                  <a:pt x="1153" y="15664"/>
                  <a:pt x="1202" y="15759"/>
                </a:cubicBezTo>
                <a:lnTo>
                  <a:pt x="15759" y="1203"/>
                </a:lnTo>
                <a:cubicBezTo>
                  <a:pt x="15663" y="1153"/>
                  <a:pt x="15567" y="1107"/>
                  <a:pt x="15470" y="1061"/>
                </a:cubicBezTo>
                <a:close/>
                <a:moveTo>
                  <a:pt x="16103" y="1391"/>
                </a:moveTo>
                <a:lnTo>
                  <a:pt x="1391" y="16103"/>
                </a:lnTo>
                <a:cubicBezTo>
                  <a:pt x="1442" y="16194"/>
                  <a:pt x="1494" y="16285"/>
                  <a:pt x="1549" y="16375"/>
                </a:cubicBezTo>
                <a:lnTo>
                  <a:pt x="16375" y="1549"/>
                </a:lnTo>
                <a:cubicBezTo>
                  <a:pt x="16285" y="1495"/>
                  <a:pt x="16194" y="1442"/>
                  <a:pt x="16103" y="1391"/>
                </a:cubicBezTo>
                <a:close/>
                <a:moveTo>
                  <a:pt x="16703" y="1754"/>
                </a:moveTo>
                <a:lnTo>
                  <a:pt x="1753" y="16703"/>
                </a:lnTo>
                <a:cubicBezTo>
                  <a:pt x="1809" y="16788"/>
                  <a:pt x="1869" y="16872"/>
                  <a:pt x="1928" y="16956"/>
                </a:cubicBezTo>
                <a:lnTo>
                  <a:pt x="16956" y="1928"/>
                </a:lnTo>
                <a:cubicBezTo>
                  <a:pt x="16872" y="1869"/>
                  <a:pt x="16788" y="1810"/>
                  <a:pt x="16703" y="1754"/>
                </a:cubicBezTo>
                <a:close/>
                <a:moveTo>
                  <a:pt x="17267" y="2151"/>
                </a:moveTo>
                <a:lnTo>
                  <a:pt x="2151" y="17267"/>
                </a:lnTo>
                <a:cubicBezTo>
                  <a:pt x="2212" y="17349"/>
                  <a:pt x="2274" y="17430"/>
                  <a:pt x="2338" y="17510"/>
                </a:cubicBezTo>
                <a:lnTo>
                  <a:pt x="17510" y="2338"/>
                </a:lnTo>
                <a:cubicBezTo>
                  <a:pt x="17430" y="2275"/>
                  <a:pt x="17349" y="2212"/>
                  <a:pt x="17267" y="2151"/>
                </a:cubicBezTo>
                <a:close/>
                <a:moveTo>
                  <a:pt x="3805" y="2574"/>
                </a:moveTo>
                <a:cubicBezTo>
                  <a:pt x="3586" y="2761"/>
                  <a:pt x="3370" y="2956"/>
                  <a:pt x="3163" y="3163"/>
                </a:cubicBezTo>
                <a:cubicBezTo>
                  <a:pt x="2955" y="3371"/>
                  <a:pt x="2761" y="3586"/>
                  <a:pt x="2574" y="3806"/>
                </a:cubicBezTo>
                <a:lnTo>
                  <a:pt x="3805" y="2574"/>
                </a:lnTo>
                <a:close/>
                <a:moveTo>
                  <a:pt x="17801" y="2579"/>
                </a:moveTo>
                <a:lnTo>
                  <a:pt x="2579" y="17801"/>
                </a:lnTo>
                <a:cubicBezTo>
                  <a:pt x="2645" y="17878"/>
                  <a:pt x="2709" y="17957"/>
                  <a:pt x="2777" y="18032"/>
                </a:cubicBezTo>
                <a:lnTo>
                  <a:pt x="18032" y="2777"/>
                </a:lnTo>
                <a:cubicBezTo>
                  <a:pt x="17957" y="2709"/>
                  <a:pt x="17878" y="2645"/>
                  <a:pt x="17801" y="2579"/>
                </a:cubicBezTo>
                <a:close/>
                <a:moveTo>
                  <a:pt x="18304" y="3036"/>
                </a:moveTo>
                <a:lnTo>
                  <a:pt x="3036" y="18304"/>
                </a:lnTo>
                <a:cubicBezTo>
                  <a:pt x="3079" y="18349"/>
                  <a:pt x="3119" y="18394"/>
                  <a:pt x="3163" y="18438"/>
                </a:cubicBezTo>
                <a:cubicBezTo>
                  <a:pt x="3191" y="18466"/>
                  <a:pt x="3222" y="18492"/>
                  <a:pt x="3250" y="18521"/>
                </a:cubicBezTo>
                <a:lnTo>
                  <a:pt x="18521" y="3251"/>
                </a:lnTo>
                <a:cubicBezTo>
                  <a:pt x="18492" y="3222"/>
                  <a:pt x="18466" y="3192"/>
                  <a:pt x="18438" y="3163"/>
                </a:cubicBezTo>
                <a:cubicBezTo>
                  <a:pt x="18394" y="3119"/>
                  <a:pt x="18348" y="3079"/>
                  <a:pt x="18304" y="3036"/>
                </a:cubicBezTo>
                <a:close/>
                <a:moveTo>
                  <a:pt x="18781" y="3523"/>
                </a:moveTo>
                <a:lnTo>
                  <a:pt x="3522" y="18781"/>
                </a:lnTo>
                <a:cubicBezTo>
                  <a:pt x="3598" y="18850"/>
                  <a:pt x="3676" y="18915"/>
                  <a:pt x="3753" y="18982"/>
                </a:cubicBezTo>
                <a:lnTo>
                  <a:pt x="18982" y="3753"/>
                </a:lnTo>
                <a:cubicBezTo>
                  <a:pt x="18915" y="3676"/>
                  <a:pt x="18850" y="3598"/>
                  <a:pt x="18781" y="3523"/>
                </a:cubicBezTo>
                <a:close/>
                <a:moveTo>
                  <a:pt x="19224" y="4041"/>
                </a:moveTo>
                <a:lnTo>
                  <a:pt x="4041" y="19224"/>
                </a:lnTo>
                <a:cubicBezTo>
                  <a:pt x="4121" y="19289"/>
                  <a:pt x="4202" y="19350"/>
                  <a:pt x="4283" y="19412"/>
                </a:cubicBezTo>
                <a:lnTo>
                  <a:pt x="19412" y="4283"/>
                </a:lnTo>
                <a:cubicBezTo>
                  <a:pt x="19350" y="4202"/>
                  <a:pt x="19289" y="4121"/>
                  <a:pt x="19224" y="4041"/>
                </a:cubicBezTo>
                <a:close/>
                <a:moveTo>
                  <a:pt x="19637" y="4591"/>
                </a:moveTo>
                <a:lnTo>
                  <a:pt x="4591" y="19637"/>
                </a:lnTo>
                <a:cubicBezTo>
                  <a:pt x="4675" y="19696"/>
                  <a:pt x="4758" y="19757"/>
                  <a:pt x="4843" y="19813"/>
                </a:cubicBezTo>
                <a:lnTo>
                  <a:pt x="19813" y="4844"/>
                </a:lnTo>
                <a:cubicBezTo>
                  <a:pt x="19757" y="4758"/>
                  <a:pt x="19696" y="4675"/>
                  <a:pt x="19637" y="4591"/>
                </a:cubicBezTo>
                <a:close/>
                <a:moveTo>
                  <a:pt x="20019" y="5172"/>
                </a:moveTo>
                <a:lnTo>
                  <a:pt x="5172" y="20019"/>
                </a:lnTo>
                <a:cubicBezTo>
                  <a:pt x="5261" y="20073"/>
                  <a:pt x="5351" y="20126"/>
                  <a:pt x="5441" y="20178"/>
                </a:cubicBezTo>
                <a:lnTo>
                  <a:pt x="20178" y="5441"/>
                </a:lnTo>
                <a:cubicBezTo>
                  <a:pt x="20126" y="5351"/>
                  <a:pt x="20073" y="5261"/>
                  <a:pt x="20019" y="5172"/>
                </a:cubicBezTo>
                <a:close/>
                <a:moveTo>
                  <a:pt x="20369" y="5782"/>
                </a:moveTo>
                <a:lnTo>
                  <a:pt x="5782" y="20369"/>
                </a:lnTo>
                <a:cubicBezTo>
                  <a:pt x="5877" y="20419"/>
                  <a:pt x="5974" y="20463"/>
                  <a:pt x="6071" y="20510"/>
                </a:cubicBezTo>
                <a:lnTo>
                  <a:pt x="20510" y="6071"/>
                </a:lnTo>
                <a:cubicBezTo>
                  <a:pt x="20463" y="5975"/>
                  <a:pt x="20419" y="5878"/>
                  <a:pt x="20369" y="5782"/>
                </a:cubicBezTo>
                <a:close/>
                <a:moveTo>
                  <a:pt x="20679" y="6434"/>
                </a:moveTo>
                <a:lnTo>
                  <a:pt x="6434" y="20679"/>
                </a:lnTo>
                <a:cubicBezTo>
                  <a:pt x="6534" y="20723"/>
                  <a:pt x="6633" y="20769"/>
                  <a:pt x="6734" y="20809"/>
                </a:cubicBezTo>
                <a:lnTo>
                  <a:pt x="20809" y="6735"/>
                </a:lnTo>
                <a:cubicBezTo>
                  <a:pt x="20769" y="6634"/>
                  <a:pt x="20723" y="6534"/>
                  <a:pt x="20679" y="6434"/>
                </a:cubicBezTo>
                <a:close/>
                <a:moveTo>
                  <a:pt x="20956" y="7121"/>
                </a:moveTo>
                <a:lnTo>
                  <a:pt x="7120" y="20956"/>
                </a:lnTo>
                <a:cubicBezTo>
                  <a:pt x="7226" y="20994"/>
                  <a:pt x="7333" y="21030"/>
                  <a:pt x="7439" y="21065"/>
                </a:cubicBezTo>
                <a:lnTo>
                  <a:pt x="21065" y="7439"/>
                </a:lnTo>
                <a:cubicBezTo>
                  <a:pt x="21030" y="7333"/>
                  <a:pt x="20994" y="7226"/>
                  <a:pt x="20956" y="7121"/>
                </a:cubicBezTo>
                <a:close/>
                <a:moveTo>
                  <a:pt x="21190" y="7848"/>
                </a:moveTo>
                <a:lnTo>
                  <a:pt x="7848" y="21190"/>
                </a:lnTo>
                <a:cubicBezTo>
                  <a:pt x="7960" y="21221"/>
                  <a:pt x="8073" y="21252"/>
                  <a:pt x="8186" y="21280"/>
                </a:cubicBezTo>
                <a:lnTo>
                  <a:pt x="21280" y="8186"/>
                </a:lnTo>
                <a:cubicBezTo>
                  <a:pt x="21252" y="8073"/>
                  <a:pt x="21221" y="7960"/>
                  <a:pt x="21190" y="7848"/>
                </a:cubicBezTo>
                <a:close/>
                <a:moveTo>
                  <a:pt x="21378" y="8623"/>
                </a:moveTo>
                <a:lnTo>
                  <a:pt x="8623" y="21378"/>
                </a:lnTo>
                <a:cubicBezTo>
                  <a:pt x="8743" y="21402"/>
                  <a:pt x="8863" y="21424"/>
                  <a:pt x="8984" y="21445"/>
                </a:cubicBezTo>
                <a:lnTo>
                  <a:pt x="21445" y="8984"/>
                </a:lnTo>
                <a:cubicBezTo>
                  <a:pt x="21424" y="8864"/>
                  <a:pt x="21402" y="8743"/>
                  <a:pt x="21378" y="8623"/>
                </a:cubicBezTo>
                <a:close/>
                <a:moveTo>
                  <a:pt x="21514" y="9448"/>
                </a:moveTo>
                <a:lnTo>
                  <a:pt x="9447" y="21514"/>
                </a:lnTo>
                <a:cubicBezTo>
                  <a:pt x="9576" y="21530"/>
                  <a:pt x="9704" y="21546"/>
                  <a:pt x="9833" y="21557"/>
                </a:cubicBezTo>
                <a:lnTo>
                  <a:pt x="21557" y="9834"/>
                </a:lnTo>
                <a:cubicBezTo>
                  <a:pt x="21546" y="9705"/>
                  <a:pt x="21530" y="9576"/>
                  <a:pt x="21514" y="9448"/>
                </a:cubicBezTo>
                <a:close/>
                <a:moveTo>
                  <a:pt x="21590" y="10333"/>
                </a:moveTo>
                <a:lnTo>
                  <a:pt x="10332" y="21590"/>
                </a:lnTo>
                <a:cubicBezTo>
                  <a:pt x="10473" y="21596"/>
                  <a:pt x="10613" y="21599"/>
                  <a:pt x="10753" y="21600"/>
                </a:cubicBezTo>
                <a:lnTo>
                  <a:pt x="21600" y="10754"/>
                </a:lnTo>
                <a:cubicBezTo>
                  <a:pt x="21599" y="10613"/>
                  <a:pt x="21596" y="10473"/>
                  <a:pt x="21590" y="10333"/>
                </a:cubicBezTo>
                <a:close/>
                <a:moveTo>
                  <a:pt x="21590" y="11296"/>
                </a:moveTo>
                <a:lnTo>
                  <a:pt x="11295" y="21590"/>
                </a:lnTo>
                <a:cubicBezTo>
                  <a:pt x="11449" y="21583"/>
                  <a:pt x="11603" y="21572"/>
                  <a:pt x="11757" y="21558"/>
                </a:cubicBezTo>
                <a:lnTo>
                  <a:pt x="21558" y="11757"/>
                </a:lnTo>
                <a:cubicBezTo>
                  <a:pt x="21572" y="11603"/>
                  <a:pt x="21583" y="11450"/>
                  <a:pt x="21590" y="11296"/>
                </a:cubicBezTo>
                <a:close/>
                <a:moveTo>
                  <a:pt x="21489" y="12358"/>
                </a:moveTo>
                <a:lnTo>
                  <a:pt x="12358" y="21489"/>
                </a:lnTo>
                <a:cubicBezTo>
                  <a:pt x="12531" y="21464"/>
                  <a:pt x="12703" y="21434"/>
                  <a:pt x="12876" y="21400"/>
                </a:cubicBezTo>
                <a:lnTo>
                  <a:pt x="21400" y="12876"/>
                </a:lnTo>
                <a:cubicBezTo>
                  <a:pt x="21434" y="12704"/>
                  <a:pt x="21464" y="12531"/>
                  <a:pt x="21489" y="12358"/>
                </a:cubicBezTo>
                <a:close/>
                <a:moveTo>
                  <a:pt x="21239" y="13569"/>
                </a:moveTo>
                <a:lnTo>
                  <a:pt x="13569" y="21239"/>
                </a:lnTo>
                <a:cubicBezTo>
                  <a:pt x="13774" y="21185"/>
                  <a:pt x="13978" y="21125"/>
                  <a:pt x="14181" y="21058"/>
                </a:cubicBezTo>
                <a:lnTo>
                  <a:pt x="21058" y="14181"/>
                </a:lnTo>
                <a:cubicBezTo>
                  <a:pt x="21125" y="13978"/>
                  <a:pt x="21185" y="13774"/>
                  <a:pt x="21239" y="13569"/>
                </a:cubicBezTo>
                <a:close/>
                <a:moveTo>
                  <a:pt x="20736" y="15035"/>
                </a:moveTo>
                <a:lnTo>
                  <a:pt x="15035" y="20736"/>
                </a:lnTo>
                <a:cubicBezTo>
                  <a:pt x="15310" y="20619"/>
                  <a:pt x="15581" y="20493"/>
                  <a:pt x="15848" y="20352"/>
                </a:cubicBezTo>
                <a:lnTo>
                  <a:pt x="20352" y="15848"/>
                </a:lnTo>
                <a:cubicBezTo>
                  <a:pt x="20493" y="15581"/>
                  <a:pt x="20619" y="15310"/>
                  <a:pt x="20736" y="15035"/>
                </a:cubicBezTo>
                <a:close/>
                <a:moveTo>
                  <a:pt x="19400" y="17332"/>
                </a:moveTo>
                <a:lnTo>
                  <a:pt x="17332" y="19400"/>
                </a:lnTo>
                <a:cubicBezTo>
                  <a:pt x="17716" y="19108"/>
                  <a:pt x="18087" y="18789"/>
                  <a:pt x="18438" y="18438"/>
                </a:cubicBezTo>
                <a:cubicBezTo>
                  <a:pt x="18788" y="18087"/>
                  <a:pt x="19107" y="17716"/>
                  <a:pt x="19400" y="17332"/>
                </a:cubicBezTo>
                <a:close/>
              </a:path>
            </a:pathLst>
          </a:custGeom>
          <a:solidFill>
            <a:schemeClr val="accent4"/>
          </a:solidFill>
          <a:ln w="12700">
            <a:miter lim="400000"/>
          </a:ln>
        </p:spPr>
        <p:txBody>
          <a:bodyPr lIns="0" tIns="0" rIns="0" bIns="0" anchor="ctr"/>
          <a:lstStyle/>
          <a:p>
            <a:pPr marL="0" marR="0" lvl="0" indent="0" algn="ctr" defTabSz="8255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 kumimoji="0" sz="32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Helvetica Neue Medium"/>
              <a:sym typeface="Helvetica Neue Medium"/>
            </a:endParaRPr>
          </a:p>
        </p:txBody>
      </p:sp>
      <p:sp>
        <p:nvSpPr>
          <p:cNvPr id="217" name="Shape">
            <a:extLst>
              <a:ext uri="{FF2B5EF4-FFF2-40B4-BE49-F238E27FC236}">
                <a16:creationId xmlns:a16="http://schemas.microsoft.com/office/drawing/2014/main" id="{BD5B529E-9C81-43E6-654C-DDC22D19EE45}"/>
              </a:ext>
            </a:extLst>
          </p:cNvPr>
          <p:cNvSpPr/>
          <p:nvPr/>
        </p:nvSpPr>
        <p:spPr>
          <a:xfrm>
            <a:off x="5513585" y="9836851"/>
            <a:ext cx="2709536" cy="270965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800" y="0"/>
                </a:moveTo>
                <a:cubicBezTo>
                  <a:pt x="10787" y="0"/>
                  <a:pt x="10773" y="1"/>
                  <a:pt x="10759" y="1"/>
                </a:cubicBezTo>
                <a:lnTo>
                  <a:pt x="1" y="10760"/>
                </a:lnTo>
                <a:cubicBezTo>
                  <a:pt x="0" y="10900"/>
                  <a:pt x="3" y="11040"/>
                  <a:pt x="8" y="11181"/>
                </a:cubicBezTo>
                <a:lnTo>
                  <a:pt x="11180" y="9"/>
                </a:lnTo>
                <a:cubicBezTo>
                  <a:pt x="11054" y="4"/>
                  <a:pt x="10927" y="0"/>
                  <a:pt x="10800" y="0"/>
                </a:cubicBezTo>
                <a:close/>
                <a:moveTo>
                  <a:pt x="10211" y="17"/>
                </a:moveTo>
                <a:cubicBezTo>
                  <a:pt x="10057" y="25"/>
                  <a:pt x="9903" y="36"/>
                  <a:pt x="9748" y="51"/>
                </a:cubicBezTo>
                <a:lnTo>
                  <a:pt x="50" y="9749"/>
                </a:lnTo>
                <a:cubicBezTo>
                  <a:pt x="35" y="9903"/>
                  <a:pt x="25" y="10057"/>
                  <a:pt x="16" y="10212"/>
                </a:cubicBezTo>
                <a:lnTo>
                  <a:pt x="10211" y="17"/>
                </a:lnTo>
                <a:close/>
                <a:moveTo>
                  <a:pt x="11683" y="38"/>
                </a:moveTo>
                <a:lnTo>
                  <a:pt x="38" y="11684"/>
                </a:lnTo>
                <a:cubicBezTo>
                  <a:pt x="48" y="11814"/>
                  <a:pt x="62" y="11944"/>
                  <a:pt x="78" y="12075"/>
                </a:cubicBezTo>
                <a:lnTo>
                  <a:pt x="12074" y="78"/>
                </a:lnTo>
                <a:cubicBezTo>
                  <a:pt x="11944" y="63"/>
                  <a:pt x="11814" y="49"/>
                  <a:pt x="11683" y="38"/>
                </a:cubicBezTo>
                <a:close/>
                <a:moveTo>
                  <a:pt x="9136" y="131"/>
                </a:moveTo>
                <a:cubicBezTo>
                  <a:pt x="8960" y="158"/>
                  <a:pt x="8786" y="190"/>
                  <a:pt x="8611" y="226"/>
                </a:cubicBezTo>
                <a:lnTo>
                  <a:pt x="226" y="8611"/>
                </a:lnTo>
                <a:cubicBezTo>
                  <a:pt x="190" y="8786"/>
                  <a:pt x="157" y="8961"/>
                  <a:pt x="130" y="9137"/>
                </a:cubicBezTo>
                <a:lnTo>
                  <a:pt x="9136" y="131"/>
                </a:lnTo>
                <a:close/>
                <a:moveTo>
                  <a:pt x="12541" y="143"/>
                </a:moveTo>
                <a:lnTo>
                  <a:pt x="143" y="12541"/>
                </a:lnTo>
                <a:cubicBezTo>
                  <a:pt x="163" y="12663"/>
                  <a:pt x="183" y="12785"/>
                  <a:pt x="207" y="12906"/>
                </a:cubicBezTo>
                <a:lnTo>
                  <a:pt x="12906" y="208"/>
                </a:lnTo>
                <a:cubicBezTo>
                  <a:pt x="12785" y="184"/>
                  <a:pt x="12663" y="163"/>
                  <a:pt x="12541" y="143"/>
                </a:cubicBezTo>
                <a:close/>
                <a:moveTo>
                  <a:pt x="13343" y="303"/>
                </a:moveTo>
                <a:lnTo>
                  <a:pt x="303" y="13343"/>
                </a:lnTo>
                <a:cubicBezTo>
                  <a:pt x="330" y="13456"/>
                  <a:pt x="361" y="13569"/>
                  <a:pt x="392" y="13682"/>
                </a:cubicBezTo>
                <a:lnTo>
                  <a:pt x="13682" y="393"/>
                </a:lnTo>
                <a:cubicBezTo>
                  <a:pt x="13569" y="362"/>
                  <a:pt x="13456" y="331"/>
                  <a:pt x="13343" y="303"/>
                </a:cubicBezTo>
                <a:close/>
                <a:moveTo>
                  <a:pt x="7909" y="395"/>
                </a:moveTo>
                <a:cubicBezTo>
                  <a:pt x="7701" y="452"/>
                  <a:pt x="7495" y="515"/>
                  <a:pt x="7290" y="585"/>
                </a:cubicBezTo>
                <a:lnTo>
                  <a:pt x="584" y="7290"/>
                </a:lnTo>
                <a:cubicBezTo>
                  <a:pt x="514" y="7495"/>
                  <a:pt x="452" y="7702"/>
                  <a:pt x="394" y="7909"/>
                </a:cubicBezTo>
                <a:lnTo>
                  <a:pt x="7909" y="395"/>
                </a:lnTo>
                <a:close/>
                <a:moveTo>
                  <a:pt x="14094" y="515"/>
                </a:moveTo>
                <a:lnTo>
                  <a:pt x="514" y="14094"/>
                </a:lnTo>
                <a:cubicBezTo>
                  <a:pt x="549" y="14202"/>
                  <a:pt x="583" y="14310"/>
                  <a:pt x="620" y="14417"/>
                </a:cubicBezTo>
                <a:lnTo>
                  <a:pt x="14417" y="621"/>
                </a:lnTo>
                <a:cubicBezTo>
                  <a:pt x="14310" y="583"/>
                  <a:pt x="14202" y="549"/>
                  <a:pt x="14094" y="515"/>
                </a:cubicBezTo>
                <a:close/>
                <a:moveTo>
                  <a:pt x="14804" y="767"/>
                </a:moveTo>
                <a:lnTo>
                  <a:pt x="767" y="14804"/>
                </a:lnTo>
                <a:cubicBezTo>
                  <a:pt x="807" y="14905"/>
                  <a:pt x="851" y="15004"/>
                  <a:pt x="894" y="15104"/>
                </a:cubicBezTo>
                <a:lnTo>
                  <a:pt x="15104" y="895"/>
                </a:lnTo>
                <a:cubicBezTo>
                  <a:pt x="15004" y="852"/>
                  <a:pt x="14905" y="807"/>
                  <a:pt x="14804" y="767"/>
                </a:cubicBezTo>
                <a:close/>
                <a:moveTo>
                  <a:pt x="6411" y="932"/>
                </a:moveTo>
                <a:cubicBezTo>
                  <a:pt x="6118" y="1062"/>
                  <a:pt x="5831" y="1206"/>
                  <a:pt x="5549" y="1363"/>
                </a:cubicBezTo>
                <a:lnTo>
                  <a:pt x="1362" y="5549"/>
                </a:lnTo>
                <a:cubicBezTo>
                  <a:pt x="1205" y="5832"/>
                  <a:pt x="1061" y="6119"/>
                  <a:pt x="931" y="6411"/>
                </a:cubicBezTo>
                <a:lnTo>
                  <a:pt x="6411" y="932"/>
                </a:lnTo>
                <a:close/>
                <a:moveTo>
                  <a:pt x="15470" y="1061"/>
                </a:moveTo>
                <a:lnTo>
                  <a:pt x="1060" y="15471"/>
                </a:lnTo>
                <a:cubicBezTo>
                  <a:pt x="1106" y="15567"/>
                  <a:pt x="1153" y="15664"/>
                  <a:pt x="1202" y="15759"/>
                </a:cubicBezTo>
                <a:lnTo>
                  <a:pt x="15759" y="1203"/>
                </a:lnTo>
                <a:cubicBezTo>
                  <a:pt x="15663" y="1153"/>
                  <a:pt x="15567" y="1107"/>
                  <a:pt x="15470" y="1061"/>
                </a:cubicBezTo>
                <a:close/>
                <a:moveTo>
                  <a:pt x="16103" y="1391"/>
                </a:moveTo>
                <a:lnTo>
                  <a:pt x="1391" y="16103"/>
                </a:lnTo>
                <a:cubicBezTo>
                  <a:pt x="1442" y="16194"/>
                  <a:pt x="1494" y="16285"/>
                  <a:pt x="1548" y="16375"/>
                </a:cubicBezTo>
                <a:lnTo>
                  <a:pt x="16375" y="1549"/>
                </a:lnTo>
                <a:cubicBezTo>
                  <a:pt x="16285" y="1495"/>
                  <a:pt x="16194" y="1442"/>
                  <a:pt x="16103" y="1391"/>
                </a:cubicBezTo>
                <a:close/>
                <a:moveTo>
                  <a:pt x="16703" y="1754"/>
                </a:moveTo>
                <a:lnTo>
                  <a:pt x="1753" y="16703"/>
                </a:lnTo>
                <a:cubicBezTo>
                  <a:pt x="1809" y="16788"/>
                  <a:pt x="1869" y="16872"/>
                  <a:pt x="1928" y="16956"/>
                </a:cubicBezTo>
                <a:lnTo>
                  <a:pt x="16956" y="1928"/>
                </a:lnTo>
                <a:cubicBezTo>
                  <a:pt x="16872" y="1869"/>
                  <a:pt x="16788" y="1810"/>
                  <a:pt x="16703" y="1754"/>
                </a:cubicBezTo>
                <a:close/>
                <a:moveTo>
                  <a:pt x="17267" y="2151"/>
                </a:moveTo>
                <a:lnTo>
                  <a:pt x="2151" y="17267"/>
                </a:lnTo>
                <a:cubicBezTo>
                  <a:pt x="2212" y="17349"/>
                  <a:pt x="2274" y="17430"/>
                  <a:pt x="2338" y="17510"/>
                </a:cubicBezTo>
                <a:lnTo>
                  <a:pt x="17510" y="2338"/>
                </a:lnTo>
                <a:cubicBezTo>
                  <a:pt x="17430" y="2275"/>
                  <a:pt x="17349" y="2212"/>
                  <a:pt x="17267" y="2151"/>
                </a:cubicBezTo>
                <a:close/>
                <a:moveTo>
                  <a:pt x="3805" y="2574"/>
                </a:moveTo>
                <a:cubicBezTo>
                  <a:pt x="3586" y="2761"/>
                  <a:pt x="3370" y="2956"/>
                  <a:pt x="3163" y="3163"/>
                </a:cubicBezTo>
                <a:cubicBezTo>
                  <a:pt x="2955" y="3371"/>
                  <a:pt x="2761" y="3586"/>
                  <a:pt x="2574" y="3806"/>
                </a:cubicBezTo>
                <a:lnTo>
                  <a:pt x="3805" y="2574"/>
                </a:lnTo>
                <a:close/>
                <a:moveTo>
                  <a:pt x="17801" y="2579"/>
                </a:moveTo>
                <a:lnTo>
                  <a:pt x="2579" y="17801"/>
                </a:lnTo>
                <a:cubicBezTo>
                  <a:pt x="2645" y="17878"/>
                  <a:pt x="2709" y="17957"/>
                  <a:pt x="2777" y="18032"/>
                </a:cubicBezTo>
                <a:lnTo>
                  <a:pt x="18032" y="2777"/>
                </a:lnTo>
                <a:cubicBezTo>
                  <a:pt x="17957" y="2709"/>
                  <a:pt x="17878" y="2645"/>
                  <a:pt x="17801" y="2579"/>
                </a:cubicBezTo>
                <a:close/>
                <a:moveTo>
                  <a:pt x="18304" y="3036"/>
                </a:moveTo>
                <a:lnTo>
                  <a:pt x="3036" y="18304"/>
                </a:lnTo>
                <a:cubicBezTo>
                  <a:pt x="3079" y="18349"/>
                  <a:pt x="3119" y="18394"/>
                  <a:pt x="3163" y="18438"/>
                </a:cubicBezTo>
                <a:cubicBezTo>
                  <a:pt x="3191" y="18466"/>
                  <a:pt x="3222" y="18492"/>
                  <a:pt x="3250" y="18521"/>
                </a:cubicBezTo>
                <a:lnTo>
                  <a:pt x="18521" y="3251"/>
                </a:lnTo>
                <a:cubicBezTo>
                  <a:pt x="18492" y="3222"/>
                  <a:pt x="18466" y="3192"/>
                  <a:pt x="18438" y="3163"/>
                </a:cubicBezTo>
                <a:cubicBezTo>
                  <a:pt x="18394" y="3119"/>
                  <a:pt x="18348" y="3079"/>
                  <a:pt x="18304" y="3036"/>
                </a:cubicBezTo>
                <a:close/>
                <a:moveTo>
                  <a:pt x="18781" y="3523"/>
                </a:moveTo>
                <a:lnTo>
                  <a:pt x="3522" y="18781"/>
                </a:lnTo>
                <a:cubicBezTo>
                  <a:pt x="3598" y="18850"/>
                  <a:pt x="3676" y="18915"/>
                  <a:pt x="3753" y="18982"/>
                </a:cubicBezTo>
                <a:lnTo>
                  <a:pt x="18982" y="3753"/>
                </a:lnTo>
                <a:cubicBezTo>
                  <a:pt x="18915" y="3676"/>
                  <a:pt x="18850" y="3598"/>
                  <a:pt x="18781" y="3523"/>
                </a:cubicBezTo>
                <a:close/>
                <a:moveTo>
                  <a:pt x="19224" y="4041"/>
                </a:moveTo>
                <a:lnTo>
                  <a:pt x="4041" y="19224"/>
                </a:lnTo>
                <a:cubicBezTo>
                  <a:pt x="4121" y="19289"/>
                  <a:pt x="4202" y="19350"/>
                  <a:pt x="4283" y="19412"/>
                </a:cubicBezTo>
                <a:lnTo>
                  <a:pt x="19412" y="4283"/>
                </a:lnTo>
                <a:cubicBezTo>
                  <a:pt x="19350" y="4202"/>
                  <a:pt x="19289" y="4121"/>
                  <a:pt x="19224" y="4041"/>
                </a:cubicBezTo>
                <a:close/>
                <a:moveTo>
                  <a:pt x="19637" y="4591"/>
                </a:moveTo>
                <a:lnTo>
                  <a:pt x="4591" y="19637"/>
                </a:lnTo>
                <a:cubicBezTo>
                  <a:pt x="4675" y="19696"/>
                  <a:pt x="4758" y="19757"/>
                  <a:pt x="4843" y="19813"/>
                </a:cubicBezTo>
                <a:lnTo>
                  <a:pt x="19813" y="4844"/>
                </a:lnTo>
                <a:cubicBezTo>
                  <a:pt x="19757" y="4758"/>
                  <a:pt x="19696" y="4675"/>
                  <a:pt x="19637" y="4591"/>
                </a:cubicBezTo>
                <a:close/>
                <a:moveTo>
                  <a:pt x="20019" y="5172"/>
                </a:moveTo>
                <a:lnTo>
                  <a:pt x="5172" y="20019"/>
                </a:lnTo>
                <a:cubicBezTo>
                  <a:pt x="5261" y="20073"/>
                  <a:pt x="5351" y="20126"/>
                  <a:pt x="5441" y="20178"/>
                </a:cubicBezTo>
                <a:lnTo>
                  <a:pt x="20178" y="5441"/>
                </a:lnTo>
                <a:cubicBezTo>
                  <a:pt x="20126" y="5351"/>
                  <a:pt x="20073" y="5261"/>
                  <a:pt x="20019" y="5172"/>
                </a:cubicBezTo>
                <a:close/>
                <a:moveTo>
                  <a:pt x="20369" y="5782"/>
                </a:moveTo>
                <a:lnTo>
                  <a:pt x="5782" y="20369"/>
                </a:lnTo>
                <a:cubicBezTo>
                  <a:pt x="5877" y="20419"/>
                  <a:pt x="5974" y="20463"/>
                  <a:pt x="6071" y="20510"/>
                </a:cubicBezTo>
                <a:lnTo>
                  <a:pt x="20510" y="6071"/>
                </a:lnTo>
                <a:cubicBezTo>
                  <a:pt x="20463" y="5975"/>
                  <a:pt x="20419" y="5878"/>
                  <a:pt x="20369" y="5782"/>
                </a:cubicBezTo>
                <a:close/>
                <a:moveTo>
                  <a:pt x="20679" y="6434"/>
                </a:moveTo>
                <a:lnTo>
                  <a:pt x="6434" y="20679"/>
                </a:lnTo>
                <a:cubicBezTo>
                  <a:pt x="6534" y="20723"/>
                  <a:pt x="6633" y="20769"/>
                  <a:pt x="6734" y="20809"/>
                </a:cubicBezTo>
                <a:lnTo>
                  <a:pt x="20809" y="6735"/>
                </a:lnTo>
                <a:cubicBezTo>
                  <a:pt x="20769" y="6634"/>
                  <a:pt x="20723" y="6534"/>
                  <a:pt x="20679" y="6434"/>
                </a:cubicBezTo>
                <a:close/>
                <a:moveTo>
                  <a:pt x="20956" y="7121"/>
                </a:moveTo>
                <a:lnTo>
                  <a:pt x="7120" y="20956"/>
                </a:lnTo>
                <a:cubicBezTo>
                  <a:pt x="7226" y="20994"/>
                  <a:pt x="7333" y="21030"/>
                  <a:pt x="7439" y="21065"/>
                </a:cubicBezTo>
                <a:lnTo>
                  <a:pt x="21065" y="7439"/>
                </a:lnTo>
                <a:cubicBezTo>
                  <a:pt x="21030" y="7333"/>
                  <a:pt x="20994" y="7226"/>
                  <a:pt x="20956" y="7121"/>
                </a:cubicBezTo>
                <a:close/>
                <a:moveTo>
                  <a:pt x="21190" y="7848"/>
                </a:moveTo>
                <a:lnTo>
                  <a:pt x="7848" y="21190"/>
                </a:lnTo>
                <a:cubicBezTo>
                  <a:pt x="7960" y="21221"/>
                  <a:pt x="8073" y="21252"/>
                  <a:pt x="8186" y="21280"/>
                </a:cubicBezTo>
                <a:lnTo>
                  <a:pt x="21280" y="8186"/>
                </a:lnTo>
                <a:cubicBezTo>
                  <a:pt x="21252" y="8073"/>
                  <a:pt x="21221" y="7960"/>
                  <a:pt x="21190" y="7848"/>
                </a:cubicBezTo>
                <a:close/>
                <a:moveTo>
                  <a:pt x="21378" y="8623"/>
                </a:moveTo>
                <a:lnTo>
                  <a:pt x="8623" y="21378"/>
                </a:lnTo>
                <a:cubicBezTo>
                  <a:pt x="8743" y="21402"/>
                  <a:pt x="8863" y="21424"/>
                  <a:pt x="8984" y="21445"/>
                </a:cubicBezTo>
                <a:lnTo>
                  <a:pt x="21445" y="8984"/>
                </a:lnTo>
                <a:cubicBezTo>
                  <a:pt x="21424" y="8864"/>
                  <a:pt x="21402" y="8743"/>
                  <a:pt x="21378" y="8623"/>
                </a:cubicBezTo>
                <a:close/>
                <a:moveTo>
                  <a:pt x="21514" y="9448"/>
                </a:moveTo>
                <a:lnTo>
                  <a:pt x="9447" y="21514"/>
                </a:lnTo>
                <a:cubicBezTo>
                  <a:pt x="9576" y="21530"/>
                  <a:pt x="9704" y="21546"/>
                  <a:pt x="9833" y="21557"/>
                </a:cubicBezTo>
                <a:lnTo>
                  <a:pt x="21557" y="9834"/>
                </a:lnTo>
                <a:cubicBezTo>
                  <a:pt x="21546" y="9705"/>
                  <a:pt x="21530" y="9576"/>
                  <a:pt x="21514" y="9448"/>
                </a:cubicBezTo>
                <a:close/>
                <a:moveTo>
                  <a:pt x="21590" y="10333"/>
                </a:moveTo>
                <a:lnTo>
                  <a:pt x="10332" y="21590"/>
                </a:lnTo>
                <a:cubicBezTo>
                  <a:pt x="10473" y="21596"/>
                  <a:pt x="10613" y="21599"/>
                  <a:pt x="10753" y="21600"/>
                </a:cubicBezTo>
                <a:lnTo>
                  <a:pt x="21600" y="10754"/>
                </a:lnTo>
                <a:cubicBezTo>
                  <a:pt x="21599" y="10613"/>
                  <a:pt x="21596" y="10473"/>
                  <a:pt x="21590" y="10333"/>
                </a:cubicBezTo>
                <a:close/>
                <a:moveTo>
                  <a:pt x="21590" y="11296"/>
                </a:moveTo>
                <a:lnTo>
                  <a:pt x="11295" y="21590"/>
                </a:lnTo>
                <a:cubicBezTo>
                  <a:pt x="11449" y="21583"/>
                  <a:pt x="11603" y="21572"/>
                  <a:pt x="11757" y="21558"/>
                </a:cubicBezTo>
                <a:lnTo>
                  <a:pt x="21558" y="11757"/>
                </a:lnTo>
                <a:cubicBezTo>
                  <a:pt x="21572" y="11603"/>
                  <a:pt x="21583" y="11450"/>
                  <a:pt x="21590" y="11296"/>
                </a:cubicBezTo>
                <a:close/>
                <a:moveTo>
                  <a:pt x="21489" y="12358"/>
                </a:moveTo>
                <a:lnTo>
                  <a:pt x="12358" y="21489"/>
                </a:lnTo>
                <a:cubicBezTo>
                  <a:pt x="12531" y="21464"/>
                  <a:pt x="12703" y="21434"/>
                  <a:pt x="12876" y="21400"/>
                </a:cubicBezTo>
                <a:lnTo>
                  <a:pt x="21400" y="12876"/>
                </a:lnTo>
                <a:cubicBezTo>
                  <a:pt x="21434" y="12704"/>
                  <a:pt x="21464" y="12531"/>
                  <a:pt x="21489" y="12358"/>
                </a:cubicBezTo>
                <a:close/>
                <a:moveTo>
                  <a:pt x="21239" y="13569"/>
                </a:moveTo>
                <a:lnTo>
                  <a:pt x="13569" y="21239"/>
                </a:lnTo>
                <a:cubicBezTo>
                  <a:pt x="13774" y="21185"/>
                  <a:pt x="13978" y="21125"/>
                  <a:pt x="14181" y="21058"/>
                </a:cubicBezTo>
                <a:lnTo>
                  <a:pt x="21058" y="14181"/>
                </a:lnTo>
                <a:cubicBezTo>
                  <a:pt x="21125" y="13978"/>
                  <a:pt x="21185" y="13774"/>
                  <a:pt x="21239" y="13569"/>
                </a:cubicBezTo>
                <a:close/>
                <a:moveTo>
                  <a:pt x="20736" y="15035"/>
                </a:moveTo>
                <a:lnTo>
                  <a:pt x="15035" y="20736"/>
                </a:lnTo>
                <a:cubicBezTo>
                  <a:pt x="15310" y="20619"/>
                  <a:pt x="15581" y="20493"/>
                  <a:pt x="15848" y="20352"/>
                </a:cubicBezTo>
                <a:lnTo>
                  <a:pt x="20352" y="15848"/>
                </a:lnTo>
                <a:cubicBezTo>
                  <a:pt x="20493" y="15581"/>
                  <a:pt x="20619" y="15310"/>
                  <a:pt x="20736" y="15035"/>
                </a:cubicBezTo>
                <a:close/>
                <a:moveTo>
                  <a:pt x="19400" y="17332"/>
                </a:moveTo>
                <a:lnTo>
                  <a:pt x="17332" y="19400"/>
                </a:lnTo>
                <a:cubicBezTo>
                  <a:pt x="17716" y="19108"/>
                  <a:pt x="18087" y="18789"/>
                  <a:pt x="18438" y="18438"/>
                </a:cubicBezTo>
                <a:cubicBezTo>
                  <a:pt x="18788" y="18087"/>
                  <a:pt x="19107" y="17716"/>
                  <a:pt x="19400" y="17332"/>
                </a:cubicBezTo>
                <a:close/>
              </a:path>
            </a:pathLst>
          </a:custGeom>
          <a:solidFill>
            <a:schemeClr val="accent4"/>
          </a:solidFill>
          <a:ln w="12700">
            <a:miter lim="400000"/>
          </a:ln>
        </p:spPr>
        <p:txBody>
          <a:bodyPr lIns="0" tIns="0" rIns="0" bIns="0" anchor="ctr"/>
          <a:lstStyle/>
          <a:p>
            <a:pPr marL="0" marR="0" lvl="0" indent="0" algn="ctr" defTabSz="8255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 kumimoji="0" sz="32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Helvetica Neue Medium"/>
              <a:sym typeface="Helvetica Neue Medium"/>
            </a:endParaRPr>
          </a:p>
        </p:txBody>
      </p:sp>
      <p:sp>
        <p:nvSpPr>
          <p:cNvPr id="218" name="Shape">
            <a:extLst>
              <a:ext uri="{FF2B5EF4-FFF2-40B4-BE49-F238E27FC236}">
                <a16:creationId xmlns:a16="http://schemas.microsoft.com/office/drawing/2014/main" id="{37CC768D-1046-362B-DC6D-747B407DC0EB}"/>
              </a:ext>
            </a:extLst>
          </p:cNvPr>
          <p:cNvSpPr/>
          <p:nvPr/>
        </p:nvSpPr>
        <p:spPr>
          <a:xfrm>
            <a:off x="1688166" y="791392"/>
            <a:ext cx="7163901" cy="716420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800" y="0"/>
                </a:moveTo>
                <a:cubicBezTo>
                  <a:pt x="10787" y="0"/>
                  <a:pt x="10773" y="1"/>
                  <a:pt x="10759" y="1"/>
                </a:cubicBezTo>
                <a:lnTo>
                  <a:pt x="1" y="10760"/>
                </a:lnTo>
                <a:cubicBezTo>
                  <a:pt x="0" y="10900"/>
                  <a:pt x="3" y="11040"/>
                  <a:pt x="8" y="11181"/>
                </a:cubicBezTo>
                <a:lnTo>
                  <a:pt x="11180" y="9"/>
                </a:lnTo>
                <a:cubicBezTo>
                  <a:pt x="11054" y="4"/>
                  <a:pt x="10927" y="0"/>
                  <a:pt x="10800" y="0"/>
                </a:cubicBezTo>
                <a:close/>
                <a:moveTo>
                  <a:pt x="10211" y="17"/>
                </a:moveTo>
                <a:cubicBezTo>
                  <a:pt x="10057" y="25"/>
                  <a:pt x="9903" y="36"/>
                  <a:pt x="9748" y="51"/>
                </a:cubicBezTo>
                <a:lnTo>
                  <a:pt x="50" y="9749"/>
                </a:lnTo>
                <a:cubicBezTo>
                  <a:pt x="35" y="9903"/>
                  <a:pt x="25" y="10057"/>
                  <a:pt x="16" y="10212"/>
                </a:cubicBezTo>
                <a:lnTo>
                  <a:pt x="10211" y="17"/>
                </a:lnTo>
                <a:close/>
                <a:moveTo>
                  <a:pt x="11683" y="38"/>
                </a:moveTo>
                <a:lnTo>
                  <a:pt x="38" y="11684"/>
                </a:lnTo>
                <a:cubicBezTo>
                  <a:pt x="48" y="11814"/>
                  <a:pt x="62" y="11944"/>
                  <a:pt x="78" y="12075"/>
                </a:cubicBezTo>
                <a:lnTo>
                  <a:pt x="12074" y="78"/>
                </a:lnTo>
                <a:cubicBezTo>
                  <a:pt x="11944" y="63"/>
                  <a:pt x="11814" y="49"/>
                  <a:pt x="11683" y="38"/>
                </a:cubicBezTo>
                <a:close/>
                <a:moveTo>
                  <a:pt x="9136" y="131"/>
                </a:moveTo>
                <a:cubicBezTo>
                  <a:pt x="8960" y="158"/>
                  <a:pt x="8786" y="190"/>
                  <a:pt x="8611" y="226"/>
                </a:cubicBezTo>
                <a:lnTo>
                  <a:pt x="226" y="8611"/>
                </a:lnTo>
                <a:cubicBezTo>
                  <a:pt x="190" y="8786"/>
                  <a:pt x="157" y="8961"/>
                  <a:pt x="130" y="9137"/>
                </a:cubicBezTo>
                <a:lnTo>
                  <a:pt x="9136" y="131"/>
                </a:lnTo>
                <a:close/>
                <a:moveTo>
                  <a:pt x="12541" y="143"/>
                </a:moveTo>
                <a:lnTo>
                  <a:pt x="143" y="12541"/>
                </a:lnTo>
                <a:cubicBezTo>
                  <a:pt x="163" y="12663"/>
                  <a:pt x="183" y="12785"/>
                  <a:pt x="207" y="12906"/>
                </a:cubicBezTo>
                <a:lnTo>
                  <a:pt x="12906" y="208"/>
                </a:lnTo>
                <a:cubicBezTo>
                  <a:pt x="12785" y="184"/>
                  <a:pt x="12663" y="163"/>
                  <a:pt x="12541" y="143"/>
                </a:cubicBezTo>
                <a:close/>
                <a:moveTo>
                  <a:pt x="13343" y="303"/>
                </a:moveTo>
                <a:lnTo>
                  <a:pt x="303" y="13343"/>
                </a:lnTo>
                <a:cubicBezTo>
                  <a:pt x="330" y="13456"/>
                  <a:pt x="361" y="13569"/>
                  <a:pt x="392" y="13682"/>
                </a:cubicBezTo>
                <a:lnTo>
                  <a:pt x="13682" y="393"/>
                </a:lnTo>
                <a:cubicBezTo>
                  <a:pt x="13569" y="362"/>
                  <a:pt x="13456" y="331"/>
                  <a:pt x="13343" y="303"/>
                </a:cubicBezTo>
                <a:close/>
                <a:moveTo>
                  <a:pt x="7909" y="395"/>
                </a:moveTo>
                <a:cubicBezTo>
                  <a:pt x="7701" y="452"/>
                  <a:pt x="7495" y="515"/>
                  <a:pt x="7290" y="585"/>
                </a:cubicBezTo>
                <a:lnTo>
                  <a:pt x="584" y="7290"/>
                </a:lnTo>
                <a:cubicBezTo>
                  <a:pt x="514" y="7495"/>
                  <a:pt x="452" y="7702"/>
                  <a:pt x="394" y="7909"/>
                </a:cubicBezTo>
                <a:lnTo>
                  <a:pt x="7909" y="395"/>
                </a:lnTo>
                <a:close/>
                <a:moveTo>
                  <a:pt x="14094" y="515"/>
                </a:moveTo>
                <a:lnTo>
                  <a:pt x="514" y="14094"/>
                </a:lnTo>
                <a:cubicBezTo>
                  <a:pt x="549" y="14202"/>
                  <a:pt x="583" y="14310"/>
                  <a:pt x="620" y="14417"/>
                </a:cubicBezTo>
                <a:lnTo>
                  <a:pt x="14417" y="621"/>
                </a:lnTo>
                <a:cubicBezTo>
                  <a:pt x="14310" y="583"/>
                  <a:pt x="14202" y="549"/>
                  <a:pt x="14094" y="515"/>
                </a:cubicBezTo>
                <a:close/>
                <a:moveTo>
                  <a:pt x="14804" y="767"/>
                </a:moveTo>
                <a:lnTo>
                  <a:pt x="767" y="14804"/>
                </a:lnTo>
                <a:cubicBezTo>
                  <a:pt x="807" y="14905"/>
                  <a:pt x="851" y="15004"/>
                  <a:pt x="894" y="15104"/>
                </a:cubicBezTo>
                <a:lnTo>
                  <a:pt x="15104" y="895"/>
                </a:lnTo>
                <a:cubicBezTo>
                  <a:pt x="15004" y="852"/>
                  <a:pt x="14905" y="807"/>
                  <a:pt x="14804" y="767"/>
                </a:cubicBezTo>
                <a:close/>
                <a:moveTo>
                  <a:pt x="6411" y="932"/>
                </a:moveTo>
                <a:cubicBezTo>
                  <a:pt x="6118" y="1062"/>
                  <a:pt x="5831" y="1206"/>
                  <a:pt x="5549" y="1363"/>
                </a:cubicBezTo>
                <a:lnTo>
                  <a:pt x="1362" y="5549"/>
                </a:lnTo>
                <a:cubicBezTo>
                  <a:pt x="1205" y="5832"/>
                  <a:pt x="1061" y="6119"/>
                  <a:pt x="931" y="6411"/>
                </a:cubicBezTo>
                <a:lnTo>
                  <a:pt x="6411" y="932"/>
                </a:lnTo>
                <a:close/>
                <a:moveTo>
                  <a:pt x="15470" y="1061"/>
                </a:moveTo>
                <a:lnTo>
                  <a:pt x="1060" y="15471"/>
                </a:lnTo>
                <a:cubicBezTo>
                  <a:pt x="1106" y="15567"/>
                  <a:pt x="1153" y="15664"/>
                  <a:pt x="1202" y="15759"/>
                </a:cubicBezTo>
                <a:lnTo>
                  <a:pt x="15759" y="1203"/>
                </a:lnTo>
                <a:cubicBezTo>
                  <a:pt x="15663" y="1153"/>
                  <a:pt x="15567" y="1107"/>
                  <a:pt x="15470" y="1061"/>
                </a:cubicBezTo>
                <a:close/>
                <a:moveTo>
                  <a:pt x="16103" y="1391"/>
                </a:moveTo>
                <a:lnTo>
                  <a:pt x="1391" y="16103"/>
                </a:lnTo>
                <a:cubicBezTo>
                  <a:pt x="1442" y="16194"/>
                  <a:pt x="1494" y="16285"/>
                  <a:pt x="1548" y="16375"/>
                </a:cubicBezTo>
                <a:lnTo>
                  <a:pt x="16375" y="1549"/>
                </a:lnTo>
                <a:cubicBezTo>
                  <a:pt x="16285" y="1495"/>
                  <a:pt x="16194" y="1442"/>
                  <a:pt x="16103" y="1391"/>
                </a:cubicBezTo>
                <a:close/>
                <a:moveTo>
                  <a:pt x="16703" y="1754"/>
                </a:moveTo>
                <a:lnTo>
                  <a:pt x="1753" y="16703"/>
                </a:lnTo>
                <a:cubicBezTo>
                  <a:pt x="1809" y="16788"/>
                  <a:pt x="1869" y="16872"/>
                  <a:pt x="1928" y="16956"/>
                </a:cubicBezTo>
                <a:lnTo>
                  <a:pt x="16956" y="1928"/>
                </a:lnTo>
                <a:cubicBezTo>
                  <a:pt x="16872" y="1869"/>
                  <a:pt x="16788" y="1810"/>
                  <a:pt x="16703" y="1754"/>
                </a:cubicBezTo>
                <a:close/>
                <a:moveTo>
                  <a:pt x="17267" y="2151"/>
                </a:moveTo>
                <a:lnTo>
                  <a:pt x="2151" y="17267"/>
                </a:lnTo>
                <a:cubicBezTo>
                  <a:pt x="2212" y="17349"/>
                  <a:pt x="2274" y="17430"/>
                  <a:pt x="2338" y="17510"/>
                </a:cubicBezTo>
                <a:lnTo>
                  <a:pt x="17510" y="2338"/>
                </a:lnTo>
                <a:cubicBezTo>
                  <a:pt x="17430" y="2275"/>
                  <a:pt x="17349" y="2212"/>
                  <a:pt x="17267" y="2151"/>
                </a:cubicBezTo>
                <a:close/>
                <a:moveTo>
                  <a:pt x="3805" y="2574"/>
                </a:moveTo>
                <a:cubicBezTo>
                  <a:pt x="3586" y="2761"/>
                  <a:pt x="3370" y="2956"/>
                  <a:pt x="3163" y="3163"/>
                </a:cubicBezTo>
                <a:cubicBezTo>
                  <a:pt x="2955" y="3371"/>
                  <a:pt x="2761" y="3586"/>
                  <a:pt x="2574" y="3806"/>
                </a:cubicBezTo>
                <a:lnTo>
                  <a:pt x="3805" y="2574"/>
                </a:lnTo>
                <a:close/>
                <a:moveTo>
                  <a:pt x="17801" y="2579"/>
                </a:moveTo>
                <a:lnTo>
                  <a:pt x="2579" y="17801"/>
                </a:lnTo>
                <a:cubicBezTo>
                  <a:pt x="2645" y="17878"/>
                  <a:pt x="2709" y="17957"/>
                  <a:pt x="2777" y="18032"/>
                </a:cubicBezTo>
                <a:lnTo>
                  <a:pt x="18032" y="2777"/>
                </a:lnTo>
                <a:cubicBezTo>
                  <a:pt x="17957" y="2709"/>
                  <a:pt x="17878" y="2645"/>
                  <a:pt x="17801" y="2579"/>
                </a:cubicBezTo>
                <a:close/>
                <a:moveTo>
                  <a:pt x="18304" y="3036"/>
                </a:moveTo>
                <a:lnTo>
                  <a:pt x="3036" y="18304"/>
                </a:lnTo>
                <a:cubicBezTo>
                  <a:pt x="3079" y="18349"/>
                  <a:pt x="3119" y="18394"/>
                  <a:pt x="3163" y="18438"/>
                </a:cubicBezTo>
                <a:cubicBezTo>
                  <a:pt x="3191" y="18466"/>
                  <a:pt x="3222" y="18492"/>
                  <a:pt x="3250" y="18521"/>
                </a:cubicBezTo>
                <a:lnTo>
                  <a:pt x="18521" y="3251"/>
                </a:lnTo>
                <a:cubicBezTo>
                  <a:pt x="18492" y="3222"/>
                  <a:pt x="18466" y="3192"/>
                  <a:pt x="18438" y="3163"/>
                </a:cubicBezTo>
                <a:cubicBezTo>
                  <a:pt x="18394" y="3119"/>
                  <a:pt x="18348" y="3079"/>
                  <a:pt x="18304" y="3036"/>
                </a:cubicBezTo>
                <a:close/>
                <a:moveTo>
                  <a:pt x="18781" y="3523"/>
                </a:moveTo>
                <a:lnTo>
                  <a:pt x="3522" y="18781"/>
                </a:lnTo>
                <a:cubicBezTo>
                  <a:pt x="3598" y="18850"/>
                  <a:pt x="3676" y="18915"/>
                  <a:pt x="3753" y="18982"/>
                </a:cubicBezTo>
                <a:lnTo>
                  <a:pt x="18982" y="3753"/>
                </a:lnTo>
                <a:cubicBezTo>
                  <a:pt x="18915" y="3676"/>
                  <a:pt x="18850" y="3598"/>
                  <a:pt x="18781" y="3523"/>
                </a:cubicBezTo>
                <a:close/>
                <a:moveTo>
                  <a:pt x="19224" y="4041"/>
                </a:moveTo>
                <a:lnTo>
                  <a:pt x="4041" y="19224"/>
                </a:lnTo>
                <a:cubicBezTo>
                  <a:pt x="4121" y="19289"/>
                  <a:pt x="4202" y="19350"/>
                  <a:pt x="4283" y="19412"/>
                </a:cubicBezTo>
                <a:lnTo>
                  <a:pt x="19412" y="4283"/>
                </a:lnTo>
                <a:cubicBezTo>
                  <a:pt x="19350" y="4202"/>
                  <a:pt x="19289" y="4121"/>
                  <a:pt x="19224" y="4041"/>
                </a:cubicBezTo>
                <a:close/>
                <a:moveTo>
                  <a:pt x="19637" y="4591"/>
                </a:moveTo>
                <a:lnTo>
                  <a:pt x="4591" y="19637"/>
                </a:lnTo>
                <a:cubicBezTo>
                  <a:pt x="4675" y="19696"/>
                  <a:pt x="4758" y="19757"/>
                  <a:pt x="4843" y="19813"/>
                </a:cubicBezTo>
                <a:lnTo>
                  <a:pt x="19813" y="4844"/>
                </a:lnTo>
                <a:cubicBezTo>
                  <a:pt x="19757" y="4758"/>
                  <a:pt x="19696" y="4675"/>
                  <a:pt x="19637" y="4591"/>
                </a:cubicBezTo>
                <a:close/>
                <a:moveTo>
                  <a:pt x="20019" y="5172"/>
                </a:moveTo>
                <a:lnTo>
                  <a:pt x="5172" y="20019"/>
                </a:lnTo>
                <a:cubicBezTo>
                  <a:pt x="5261" y="20073"/>
                  <a:pt x="5351" y="20126"/>
                  <a:pt x="5441" y="20178"/>
                </a:cubicBezTo>
                <a:lnTo>
                  <a:pt x="20178" y="5441"/>
                </a:lnTo>
                <a:cubicBezTo>
                  <a:pt x="20126" y="5351"/>
                  <a:pt x="20073" y="5261"/>
                  <a:pt x="20019" y="5172"/>
                </a:cubicBezTo>
                <a:close/>
                <a:moveTo>
                  <a:pt x="20369" y="5782"/>
                </a:moveTo>
                <a:lnTo>
                  <a:pt x="5782" y="20369"/>
                </a:lnTo>
                <a:cubicBezTo>
                  <a:pt x="5877" y="20419"/>
                  <a:pt x="5974" y="20463"/>
                  <a:pt x="6071" y="20510"/>
                </a:cubicBezTo>
                <a:lnTo>
                  <a:pt x="20510" y="6071"/>
                </a:lnTo>
                <a:cubicBezTo>
                  <a:pt x="20463" y="5975"/>
                  <a:pt x="20419" y="5878"/>
                  <a:pt x="20369" y="5782"/>
                </a:cubicBezTo>
                <a:close/>
                <a:moveTo>
                  <a:pt x="20679" y="6434"/>
                </a:moveTo>
                <a:lnTo>
                  <a:pt x="6434" y="20679"/>
                </a:lnTo>
                <a:cubicBezTo>
                  <a:pt x="6534" y="20723"/>
                  <a:pt x="6633" y="20769"/>
                  <a:pt x="6734" y="20809"/>
                </a:cubicBezTo>
                <a:lnTo>
                  <a:pt x="20809" y="6735"/>
                </a:lnTo>
                <a:cubicBezTo>
                  <a:pt x="20769" y="6634"/>
                  <a:pt x="20723" y="6534"/>
                  <a:pt x="20679" y="6434"/>
                </a:cubicBezTo>
                <a:close/>
                <a:moveTo>
                  <a:pt x="20956" y="7121"/>
                </a:moveTo>
                <a:lnTo>
                  <a:pt x="7120" y="20956"/>
                </a:lnTo>
                <a:cubicBezTo>
                  <a:pt x="7226" y="20994"/>
                  <a:pt x="7333" y="21030"/>
                  <a:pt x="7439" y="21065"/>
                </a:cubicBezTo>
                <a:lnTo>
                  <a:pt x="21065" y="7439"/>
                </a:lnTo>
                <a:cubicBezTo>
                  <a:pt x="21030" y="7333"/>
                  <a:pt x="20994" y="7226"/>
                  <a:pt x="20956" y="7121"/>
                </a:cubicBezTo>
                <a:close/>
                <a:moveTo>
                  <a:pt x="21190" y="7848"/>
                </a:moveTo>
                <a:lnTo>
                  <a:pt x="7848" y="21190"/>
                </a:lnTo>
                <a:cubicBezTo>
                  <a:pt x="7960" y="21221"/>
                  <a:pt x="8073" y="21252"/>
                  <a:pt x="8186" y="21280"/>
                </a:cubicBezTo>
                <a:lnTo>
                  <a:pt x="21280" y="8186"/>
                </a:lnTo>
                <a:cubicBezTo>
                  <a:pt x="21252" y="8073"/>
                  <a:pt x="21221" y="7960"/>
                  <a:pt x="21190" y="7848"/>
                </a:cubicBezTo>
                <a:close/>
                <a:moveTo>
                  <a:pt x="21378" y="8623"/>
                </a:moveTo>
                <a:lnTo>
                  <a:pt x="8623" y="21378"/>
                </a:lnTo>
                <a:cubicBezTo>
                  <a:pt x="8743" y="21402"/>
                  <a:pt x="8863" y="21424"/>
                  <a:pt x="8984" y="21445"/>
                </a:cubicBezTo>
                <a:lnTo>
                  <a:pt x="21445" y="8984"/>
                </a:lnTo>
                <a:cubicBezTo>
                  <a:pt x="21424" y="8864"/>
                  <a:pt x="21402" y="8743"/>
                  <a:pt x="21378" y="8623"/>
                </a:cubicBezTo>
                <a:close/>
                <a:moveTo>
                  <a:pt x="21514" y="9448"/>
                </a:moveTo>
                <a:lnTo>
                  <a:pt x="9447" y="21514"/>
                </a:lnTo>
                <a:cubicBezTo>
                  <a:pt x="9576" y="21530"/>
                  <a:pt x="9704" y="21546"/>
                  <a:pt x="9833" y="21557"/>
                </a:cubicBezTo>
                <a:lnTo>
                  <a:pt x="21557" y="9834"/>
                </a:lnTo>
                <a:cubicBezTo>
                  <a:pt x="21546" y="9705"/>
                  <a:pt x="21530" y="9576"/>
                  <a:pt x="21514" y="9448"/>
                </a:cubicBezTo>
                <a:close/>
                <a:moveTo>
                  <a:pt x="21590" y="10333"/>
                </a:moveTo>
                <a:lnTo>
                  <a:pt x="10332" y="21590"/>
                </a:lnTo>
                <a:cubicBezTo>
                  <a:pt x="10473" y="21596"/>
                  <a:pt x="10613" y="21599"/>
                  <a:pt x="10753" y="21600"/>
                </a:cubicBezTo>
                <a:lnTo>
                  <a:pt x="21600" y="10754"/>
                </a:lnTo>
                <a:cubicBezTo>
                  <a:pt x="21599" y="10613"/>
                  <a:pt x="21596" y="10473"/>
                  <a:pt x="21590" y="10333"/>
                </a:cubicBezTo>
                <a:close/>
                <a:moveTo>
                  <a:pt x="21590" y="11296"/>
                </a:moveTo>
                <a:lnTo>
                  <a:pt x="11295" y="21590"/>
                </a:lnTo>
                <a:cubicBezTo>
                  <a:pt x="11449" y="21583"/>
                  <a:pt x="11603" y="21572"/>
                  <a:pt x="11757" y="21558"/>
                </a:cubicBezTo>
                <a:lnTo>
                  <a:pt x="21558" y="11757"/>
                </a:lnTo>
                <a:cubicBezTo>
                  <a:pt x="21572" y="11603"/>
                  <a:pt x="21583" y="11450"/>
                  <a:pt x="21590" y="11296"/>
                </a:cubicBezTo>
                <a:close/>
                <a:moveTo>
                  <a:pt x="21489" y="12358"/>
                </a:moveTo>
                <a:lnTo>
                  <a:pt x="12358" y="21489"/>
                </a:lnTo>
                <a:cubicBezTo>
                  <a:pt x="12531" y="21464"/>
                  <a:pt x="12703" y="21434"/>
                  <a:pt x="12876" y="21400"/>
                </a:cubicBezTo>
                <a:lnTo>
                  <a:pt x="21400" y="12876"/>
                </a:lnTo>
                <a:cubicBezTo>
                  <a:pt x="21434" y="12704"/>
                  <a:pt x="21464" y="12531"/>
                  <a:pt x="21489" y="12358"/>
                </a:cubicBezTo>
                <a:close/>
                <a:moveTo>
                  <a:pt x="21239" y="13569"/>
                </a:moveTo>
                <a:lnTo>
                  <a:pt x="13569" y="21239"/>
                </a:lnTo>
                <a:cubicBezTo>
                  <a:pt x="13774" y="21185"/>
                  <a:pt x="13978" y="21125"/>
                  <a:pt x="14181" y="21058"/>
                </a:cubicBezTo>
                <a:lnTo>
                  <a:pt x="21058" y="14181"/>
                </a:lnTo>
                <a:cubicBezTo>
                  <a:pt x="21125" y="13978"/>
                  <a:pt x="21185" y="13774"/>
                  <a:pt x="21239" y="13569"/>
                </a:cubicBezTo>
                <a:close/>
                <a:moveTo>
                  <a:pt x="20736" y="15035"/>
                </a:moveTo>
                <a:lnTo>
                  <a:pt x="15035" y="20736"/>
                </a:lnTo>
                <a:cubicBezTo>
                  <a:pt x="15310" y="20619"/>
                  <a:pt x="15581" y="20493"/>
                  <a:pt x="15848" y="20352"/>
                </a:cubicBezTo>
                <a:lnTo>
                  <a:pt x="20352" y="15848"/>
                </a:lnTo>
                <a:cubicBezTo>
                  <a:pt x="20493" y="15581"/>
                  <a:pt x="20619" y="15310"/>
                  <a:pt x="20736" y="15035"/>
                </a:cubicBezTo>
                <a:close/>
                <a:moveTo>
                  <a:pt x="19400" y="17332"/>
                </a:moveTo>
                <a:lnTo>
                  <a:pt x="17332" y="19400"/>
                </a:lnTo>
                <a:cubicBezTo>
                  <a:pt x="17716" y="19108"/>
                  <a:pt x="18087" y="18789"/>
                  <a:pt x="18438" y="18438"/>
                </a:cubicBezTo>
                <a:cubicBezTo>
                  <a:pt x="18788" y="18087"/>
                  <a:pt x="19107" y="17716"/>
                  <a:pt x="19400" y="17332"/>
                </a:cubicBezTo>
                <a:close/>
              </a:path>
            </a:pathLst>
          </a:custGeom>
          <a:solidFill>
            <a:schemeClr val="accent4"/>
          </a:solidFill>
          <a:ln w="12700">
            <a:miter lim="400000"/>
          </a:ln>
        </p:spPr>
        <p:txBody>
          <a:bodyPr lIns="0" tIns="0" rIns="0" bIns="0" anchor="ctr"/>
          <a:lstStyle/>
          <a:p>
            <a:pPr marL="0" marR="0" lvl="0" indent="0" algn="ctr" defTabSz="8255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 kumimoji="0" sz="32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Helvetica Neue Medium"/>
              <a:sym typeface="Helvetica Neue Medium"/>
            </a:endParaRPr>
          </a:p>
        </p:txBody>
      </p:sp>
      <p:sp>
        <p:nvSpPr>
          <p:cNvPr id="219" name="Shape">
            <a:extLst>
              <a:ext uri="{FF2B5EF4-FFF2-40B4-BE49-F238E27FC236}">
                <a16:creationId xmlns:a16="http://schemas.microsoft.com/office/drawing/2014/main" id="{099C3C5F-48E0-F2C3-90F9-49AD309E0B9E}"/>
              </a:ext>
            </a:extLst>
          </p:cNvPr>
          <p:cNvSpPr/>
          <p:nvPr/>
        </p:nvSpPr>
        <p:spPr>
          <a:xfrm>
            <a:off x="11727838" y="12253507"/>
            <a:ext cx="4276957" cy="427713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800" y="0"/>
                </a:moveTo>
                <a:cubicBezTo>
                  <a:pt x="10787" y="0"/>
                  <a:pt x="10773" y="1"/>
                  <a:pt x="10759" y="1"/>
                </a:cubicBezTo>
                <a:lnTo>
                  <a:pt x="1" y="10760"/>
                </a:lnTo>
                <a:cubicBezTo>
                  <a:pt x="0" y="10900"/>
                  <a:pt x="3" y="11040"/>
                  <a:pt x="8" y="11181"/>
                </a:cubicBezTo>
                <a:lnTo>
                  <a:pt x="11180" y="9"/>
                </a:lnTo>
                <a:cubicBezTo>
                  <a:pt x="11054" y="4"/>
                  <a:pt x="10927" y="0"/>
                  <a:pt x="10800" y="0"/>
                </a:cubicBezTo>
                <a:close/>
                <a:moveTo>
                  <a:pt x="10211" y="17"/>
                </a:moveTo>
                <a:cubicBezTo>
                  <a:pt x="10057" y="25"/>
                  <a:pt x="9903" y="36"/>
                  <a:pt x="9748" y="51"/>
                </a:cubicBezTo>
                <a:lnTo>
                  <a:pt x="50" y="9749"/>
                </a:lnTo>
                <a:cubicBezTo>
                  <a:pt x="35" y="9903"/>
                  <a:pt x="25" y="10057"/>
                  <a:pt x="16" y="10212"/>
                </a:cubicBezTo>
                <a:lnTo>
                  <a:pt x="10211" y="17"/>
                </a:lnTo>
                <a:close/>
                <a:moveTo>
                  <a:pt x="11683" y="38"/>
                </a:moveTo>
                <a:lnTo>
                  <a:pt x="38" y="11684"/>
                </a:lnTo>
                <a:cubicBezTo>
                  <a:pt x="48" y="11814"/>
                  <a:pt x="62" y="11944"/>
                  <a:pt x="78" y="12075"/>
                </a:cubicBezTo>
                <a:lnTo>
                  <a:pt x="12074" y="78"/>
                </a:lnTo>
                <a:cubicBezTo>
                  <a:pt x="11944" y="63"/>
                  <a:pt x="11814" y="49"/>
                  <a:pt x="11683" y="38"/>
                </a:cubicBezTo>
                <a:close/>
                <a:moveTo>
                  <a:pt x="9136" y="131"/>
                </a:moveTo>
                <a:cubicBezTo>
                  <a:pt x="8960" y="158"/>
                  <a:pt x="8786" y="190"/>
                  <a:pt x="8611" y="226"/>
                </a:cubicBezTo>
                <a:lnTo>
                  <a:pt x="226" y="8611"/>
                </a:lnTo>
                <a:cubicBezTo>
                  <a:pt x="190" y="8786"/>
                  <a:pt x="157" y="8961"/>
                  <a:pt x="130" y="9137"/>
                </a:cubicBezTo>
                <a:lnTo>
                  <a:pt x="9136" y="131"/>
                </a:lnTo>
                <a:close/>
                <a:moveTo>
                  <a:pt x="12541" y="143"/>
                </a:moveTo>
                <a:lnTo>
                  <a:pt x="143" y="12541"/>
                </a:lnTo>
                <a:cubicBezTo>
                  <a:pt x="163" y="12663"/>
                  <a:pt x="183" y="12785"/>
                  <a:pt x="207" y="12906"/>
                </a:cubicBezTo>
                <a:lnTo>
                  <a:pt x="12906" y="208"/>
                </a:lnTo>
                <a:cubicBezTo>
                  <a:pt x="12785" y="184"/>
                  <a:pt x="12663" y="163"/>
                  <a:pt x="12541" y="143"/>
                </a:cubicBezTo>
                <a:close/>
                <a:moveTo>
                  <a:pt x="13343" y="303"/>
                </a:moveTo>
                <a:lnTo>
                  <a:pt x="303" y="13343"/>
                </a:lnTo>
                <a:cubicBezTo>
                  <a:pt x="330" y="13456"/>
                  <a:pt x="361" y="13569"/>
                  <a:pt x="392" y="13682"/>
                </a:cubicBezTo>
                <a:lnTo>
                  <a:pt x="13682" y="393"/>
                </a:lnTo>
                <a:cubicBezTo>
                  <a:pt x="13569" y="362"/>
                  <a:pt x="13456" y="331"/>
                  <a:pt x="13343" y="303"/>
                </a:cubicBezTo>
                <a:close/>
                <a:moveTo>
                  <a:pt x="7909" y="395"/>
                </a:moveTo>
                <a:cubicBezTo>
                  <a:pt x="7701" y="452"/>
                  <a:pt x="7495" y="515"/>
                  <a:pt x="7290" y="585"/>
                </a:cubicBezTo>
                <a:lnTo>
                  <a:pt x="584" y="7290"/>
                </a:lnTo>
                <a:cubicBezTo>
                  <a:pt x="514" y="7495"/>
                  <a:pt x="452" y="7702"/>
                  <a:pt x="394" y="7909"/>
                </a:cubicBezTo>
                <a:lnTo>
                  <a:pt x="7909" y="395"/>
                </a:lnTo>
                <a:close/>
                <a:moveTo>
                  <a:pt x="14094" y="515"/>
                </a:moveTo>
                <a:lnTo>
                  <a:pt x="514" y="14094"/>
                </a:lnTo>
                <a:cubicBezTo>
                  <a:pt x="549" y="14202"/>
                  <a:pt x="583" y="14310"/>
                  <a:pt x="620" y="14417"/>
                </a:cubicBezTo>
                <a:lnTo>
                  <a:pt x="14417" y="621"/>
                </a:lnTo>
                <a:cubicBezTo>
                  <a:pt x="14310" y="583"/>
                  <a:pt x="14202" y="549"/>
                  <a:pt x="14094" y="515"/>
                </a:cubicBezTo>
                <a:close/>
                <a:moveTo>
                  <a:pt x="14804" y="767"/>
                </a:moveTo>
                <a:lnTo>
                  <a:pt x="767" y="14804"/>
                </a:lnTo>
                <a:cubicBezTo>
                  <a:pt x="807" y="14905"/>
                  <a:pt x="851" y="15004"/>
                  <a:pt x="894" y="15104"/>
                </a:cubicBezTo>
                <a:lnTo>
                  <a:pt x="15104" y="895"/>
                </a:lnTo>
                <a:cubicBezTo>
                  <a:pt x="15004" y="852"/>
                  <a:pt x="14905" y="807"/>
                  <a:pt x="14804" y="767"/>
                </a:cubicBezTo>
                <a:close/>
                <a:moveTo>
                  <a:pt x="6411" y="932"/>
                </a:moveTo>
                <a:cubicBezTo>
                  <a:pt x="6118" y="1062"/>
                  <a:pt x="5831" y="1206"/>
                  <a:pt x="5549" y="1363"/>
                </a:cubicBezTo>
                <a:lnTo>
                  <a:pt x="1362" y="5549"/>
                </a:lnTo>
                <a:cubicBezTo>
                  <a:pt x="1205" y="5832"/>
                  <a:pt x="1061" y="6119"/>
                  <a:pt x="931" y="6411"/>
                </a:cubicBezTo>
                <a:lnTo>
                  <a:pt x="6411" y="932"/>
                </a:lnTo>
                <a:close/>
                <a:moveTo>
                  <a:pt x="15470" y="1061"/>
                </a:moveTo>
                <a:lnTo>
                  <a:pt x="1060" y="15471"/>
                </a:lnTo>
                <a:cubicBezTo>
                  <a:pt x="1106" y="15567"/>
                  <a:pt x="1153" y="15664"/>
                  <a:pt x="1202" y="15759"/>
                </a:cubicBezTo>
                <a:lnTo>
                  <a:pt x="15759" y="1203"/>
                </a:lnTo>
                <a:cubicBezTo>
                  <a:pt x="15663" y="1153"/>
                  <a:pt x="15567" y="1107"/>
                  <a:pt x="15470" y="1061"/>
                </a:cubicBezTo>
                <a:close/>
                <a:moveTo>
                  <a:pt x="16103" y="1391"/>
                </a:moveTo>
                <a:lnTo>
                  <a:pt x="1391" y="16103"/>
                </a:lnTo>
                <a:cubicBezTo>
                  <a:pt x="1442" y="16194"/>
                  <a:pt x="1494" y="16285"/>
                  <a:pt x="1549" y="16375"/>
                </a:cubicBezTo>
                <a:lnTo>
                  <a:pt x="16375" y="1549"/>
                </a:lnTo>
                <a:cubicBezTo>
                  <a:pt x="16285" y="1495"/>
                  <a:pt x="16194" y="1442"/>
                  <a:pt x="16103" y="1391"/>
                </a:cubicBezTo>
                <a:close/>
                <a:moveTo>
                  <a:pt x="16703" y="1754"/>
                </a:moveTo>
                <a:lnTo>
                  <a:pt x="1753" y="16703"/>
                </a:lnTo>
                <a:cubicBezTo>
                  <a:pt x="1809" y="16788"/>
                  <a:pt x="1869" y="16872"/>
                  <a:pt x="1928" y="16956"/>
                </a:cubicBezTo>
                <a:lnTo>
                  <a:pt x="16956" y="1928"/>
                </a:lnTo>
                <a:cubicBezTo>
                  <a:pt x="16872" y="1869"/>
                  <a:pt x="16788" y="1810"/>
                  <a:pt x="16703" y="1754"/>
                </a:cubicBezTo>
                <a:close/>
                <a:moveTo>
                  <a:pt x="17267" y="2151"/>
                </a:moveTo>
                <a:lnTo>
                  <a:pt x="2151" y="17267"/>
                </a:lnTo>
                <a:cubicBezTo>
                  <a:pt x="2212" y="17349"/>
                  <a:pt x="2274" y="17430"/>
                  <a:pt x="2338" y="17510"/>
                </a:cubicBezTo>
                <a:lnTo>
                  <a:pt x="17510" y="2338"/>
                </a:lnTo>
                <a:cubicBezTo>
                  <a:pt x="17430" y="2275"/>
                  <a:pt x="17349" y="2212"/>
                  <a:pt x="17267" y="2151"/>
                </a:cubicBezTo>
                <a:close/>
                <a:moveTo>
                  <a:pt x="3805" y="2574"/>
                </a:moveTo>
                <a:cubicBezTo>
                  <a:pt x="3586" y="2761"/>
                  <a:pt x="3370" y="2956"/>
                  <a:pt x="3163" y="3163"/>
                </a:cubicBezTo>
                <a:cubicBezTo>
                  <a:pt x="2955" y="3371"/>
                  <a:pt x="2761" y="3586"/>
                  <a:pt x="2574" y="3806"/>
                </a:cubicBezTo>
                <a:lnTo>
                  <a:pt x="3805" y="2574"/>
                </a:lnTo>
                <a:close/>
                <a:moveTo>
                  <a:pt x="17801" y="2579"/>
                </a:moveTo>
                <a:lnTo>
                  <a:pt x="2579" y="17801"/>
                </a:lnTo>
                <a:cubicBezTo>
                  <a:pt x="2645" y="17878"/>
                  <a:pt x="2709" y="17957"/>
                  <a:pt x="2777" y="18032"/>
                </a:cubicBezTo>
                <a:lnTo>
                  <a:pt x="18032" y="2777"/>
                </a:lnTo>
                <a:cubicBezTo>
                  <a:pt x="17957" y="2709"/>
                  <a:pt x="17878" y="2645"/>
                  <a:pt x="17801" y="2579"/>
                </a:cubicBezTo>
                <a:close/>
                <a:moveTo>
                  <a:pt x="18304" y="3036"/>
                </a:moveTo>
                <a:lnTo>
                  <a:pt x="3036" y="18304"/>
                </a:lnTo>
                <a:cubicBezTo>
                  <a:pt x="3079" y="18349"/>
                  <a:pt x="3119" y="18394"/>
                  <a:pt x="3163" y="18438"/>
                </a:cubicBezTo>
                <a:cubicBezTo>
                  <a:pt x="3191" y="18466"/>
                  <a:pt x="3222" y="18492"/>
                  <a:pt x="3250" y="18521"/>
                </a:cubicBezTo>
                <a:lnTo>
                  <a:pt x="18521" y="3251"/>
                </a:lnTo>
                <a:cubicBezTo>
                  <a:pt x="18492" y="3222"/>
                  <a:pt x="18466" y="3192"/>
                  <a:pt x="18438" y="3163"/>
                </a:cubicBezTo>
                <a:cubicBezTo>
                  <a:pt x="18394" y="3119"/>
                  <a:pt x="18348" y="3079"/>
                  <a:pt x="18304" y="3036"/>
                </a:cubicBezTo>
                <a:close/>
                <a:moveTo>
                  <a:pt x="18781" y="3523"/>
                </a:moveTo>
                <a:lnTo>
                  <a:pt x="3522" y="18781"/>
                </a:lnTo>
                <a:cubicBezTo>
                  <a:pt x="3598" y="18850"/>
                  <a:pt x="3676" y="18915"/>
                  <a:pt x="3753" y="18982"/>
                </a:cubicBezTo>
                <a:lnTo>
                  <a:pt x="18982" y="3753"/>
                </a:lnTo>
                <a:cubicBezTo>
                  <a:pt x="18915" y="3676"/>
                  <a:pt x="18850" y="3598"/>
                  <a:pt x="18781" y="3523"/>
                </a:cubicBezTo>
                <a:close/>
                <a:moveTo>
                  <a:pt x="19224" y="4041"/>
                </a:moveTo>
                <a:lnTo>
                  <a:pt x="4041" y="19224"/>
                </a:lnTo>
                <a:cubicBezTo>
                  <a:pt x="4121" y="19289"/>
                  <a:pt x="4202" y="19350"/>
                  <a:pt x="4283" y="19412"/>
                </a:cubicBezTo>
                <a:lnTo>
                  <a:pt x="19412" y="4283"/>
                </a:lnTo>
                <a:cubicBezTo>
                  <a:pt x="19350" y="4202"/>
                  <a:pt x="19289" y="4121"/>
                  <a:pt x="19224" y="4041"/>
                </a:cubicBezTo>
                <a:close/>
                <a:moveTo>
                  <a:pt x="19637" y="4591"/>
                </a:moveTo>
                <a:lnTo>
                  <a:pt x="4591" y="19637"/>
                </a:lnTo>
                <a:cubicBezTo>
                  <a:pt x="4675" y="19696"/>
                  <a:pt x="4758" y="19757"/>
                  <a:pt x="4843" y="19813"/>
                </a:cubicBezTo>
                <a:lnTo>
                  <a:pt x="19813" y="4844"/>
                </a:lnTo>
                <a:cubicBezTo>
                  <a:pt x="19757" y="4758"/>
                  <a:pt x="19696" y="4675"/>
                  <a:pt x="19637" y="4591"/>
                </a:cubicBezTo>
                <a:close/>
                <a:moveTo>
                  <a:pt x="20019" y="5172"/>
                </a:moveTo>
                <a:lnTo>
                  <a:pt x="5172" y="20019"/>
                </a:lnTo>
                <a:cubicBezTo>
                  <a:pt x="5261" y="20073"/>
                  <a:pt x="5351" y="20126"/>
                  <a:pt x="5441" y="20178"/>
                </a:cubicBezTo>
                <a:lnTo>
                  <a:pt x="20178" y="5441"/>
                </a:lnTo>
                <a:cubicBezTo>
                  <a:pt x="20126" y="5351"/>
                  <a:pt x="20073" y="5261"/>
                  <a:pt x="20019" y="5172"/>
                </a:cubicBezTo>
                <a:close/>
                <a:moveTo>
                  <a:pt x="20369" y="5782"/>
                </a:moveTo>
                <a:lnTo>
                  <a:pt x="5782" y="20369"/>
                </a:lnTo>
                <a:cubicBezTo>
                  <a:pt x="5877" y="20419"/>
                  <a:pt x="5974" y="20463"/>
                  <a:pt x="6071" y="20510"/>
                </a:cubicBezTo>
                <a:lnTo>
                  <a:pt x="20510" y="6071"/>
                </a:lnTo>
                <a:cubicBezTo>
                  <a:pt x="20463" y="5975"/>
                  <a:pt x="20419" y="5878"/>
                  <a:pt x="20369" y="5782"/>
                </a:cubicBezTo>
                <a:close/>
                <a:moveTo>
                  <a:pt x="20679" y="6434"/>
                </a:moveTo>
                <a:lnTo>
                  <a:pt x="6434" y="20679"/>
                </a:lnTo>
                <a:cubicBezTo>
                  <a:pt x="6534" y="20723"/>
                  <a:pt x="6633" y="20769"/>
                  <a:pt x="6734" y="20809"/>
                </a:cubicBezTo>
                <a:lnTo>
                  <a:pt x="20809" y="6735"/>
                </a:lnTo>
                <a:cubicBezTo>
                  <a:pt x="20769" y="6634"/>
                  <a:pt x="20723" y="6534"/>
                  <a:pt x="20679" y="6434"/>
                </a:cubicBezTo>
                <a:close/>
                <a:moveTo>
                  <a:pt x="20956" y="7121"/>
                </a:moveTo>
                <a:lnTo>
                  <a:pt x="7120" y="20956"/>
                </a:lnTo>
                <a:cubicBezTo>
                  <a:pt x="7226" y="20994"/>
                  <a:pt x="7333" y="21030"/>
                  <a:pt x="7439" y="21065"/>
                </a:cubicBezTo>
                <a:lnTo>
                  <a:pt x="21065" y="7439"/>
                </a:lnTo>
                <a:cubicBezTo>
                  <a:pt x="21030" y="7333"/>
                  <a:pt x="20994" y="7226"/>
                  <a:pt x="20956" y="7121"/>
                </a:cubicBezTo>
                <a:close/>
                <a:moveTo>
                  <a:pt x="21190" y="7848"/>
                </a:moveTo>
                <a:lnTo>
                  <a:pt x="7848" y="21190"/>
                </a:lnTo>
                <a:cubicBezTo>
                  <a:pt x="7960" y="21221"/>
                  <a:pt x="8073" y="21252"/>
                  <a:pt x="8186" y="21280"/>
                </a:cubicBezTo>
                <a:lnTo>
                  <a:pt x="21280" y="8186"/>
                </a:lnTo>
                <a:cubicBezTo>
                  <a:pt x="21252" y="8073"/>
                  <a:pt x="21221" y="7960"/>
                  <a:pt x="21190" y="7848"/>
                </a:cubicBezTo>
                <a:close/>
                <a:moveTo>
                  <a:pt x="21378" y="8623"/>
                </a:moveTo>
                <a:lnTo>
                  <a:pt x="8623" y="21378"/>
                </a:lnTo>
                <a:cubicBezTo>
                  <a:pt x="8743" y="21402"/>
                  <a:pt x="8863" y="21424"/>
                  <a:pt x="8984" y="21445"/>
                </a:cubicBezTo>
                <a:lnTo>
                  <a:pt x="21445" y="8984"/>
                </a:lnTo>
                <a:cubicBezTo>
                  <a:pt x="21424" y="8864"/>
                  <a:pt x="21402" y="8743"/>
                  <a:pt x="21378" y="8623"/>
                </a:cubicBezTo>
                <a:close/>
                <a:moveTo>
                  <a:pt x="21514" y="9448"/>
                </a:moveTo>
                <a:lnTo>
                  <a:pt x="9447" y="21514"/>
                </a:lnTo>
                <a:cubicBezTo>
                  <a:pt x="9576" y="21530"/>
                  <a:pt x="9704" y="21546"/>
                  <a:pt x="9833" y="21557"/>
                </a:cubicBezTo>
                <a:lnTo>
                  <a:pt x="21557" y="9834"/>
                </a:lnTo>
                <a:cubicBezTo>
                  <a:pt x="21546" y="9705"/>
                  <a:pt x="21530" y="9576"/>
                  <a:pt x="21514" y="9448"/>
                </a:cubicBezTo>
                <a:close/>
                <a:moveTo>
                  <a:pt x="21590" y="10333"/>
                </a:moveTo>
                <a:lnTo>
                  <a:pt x="10332" y="21590"/>
                </a:lnTo>
                <a:cubicBezTo>
                  <a:pt x="10473" y="21596"/>
                  <a:pt x="10613" y="21599"/>
                  <a:pt x="10753" y="21600"/>
                </a:cubicBezTo>
                <a:lnTo>
                  <a:pt x="21600" y="10754"/>
                </a:lnTo>
                <a:cubicBezTo>
                  <a:pt x="21599" y="10613"/>
                  <a:pt x="21596" y="10473"/>
                  <a:pt x="21590" y="10333"/>
                </a:cubicBezTo>
                <a:close/>
                <a:moveTo>
                  <a:pt x="21590" y="11296"/>
                </a:moveTo>
                <a:lnTo>
                  <a:pt x="11295" y="21590"/>
                </a:lnTo>
                <a:cubicBezTo>
                  <a:pt x="11449" y="21583"/>
                  <a:pt x="11603" y="21572"/>
                  <a:pt x="11757" y="21558"/>
                </a:cubicBezTo>
                <a:lnTo>
                  <a:pt x="21558" y="11757"/>
                </a:lnTo>
                <a:cubicBezTo>
                  <a:pt x="21572" y="11603"/>
                  <a:pt x="21583" y="11450"/>
                  <a:pt x="21590" y="11296"/>
                </a:cubicBezTo>
                <a:close/>
                <a:moveTo>
                  <a:pt x="21489" y="12358"/>
                </a:moveTo>
                <a:lnTo>
                  <a:pt x="12358" y="21489"/>
                </a:lnTo>
                <a:cubicBezTo>
                  <a:pt x="12531" y="21464"/>
                  <a:pt x="12703" y="21434"/>
                  <a:pt x="12876" y="21400"/>
                </a:cubicBezTo>
                <a:lnTo>
                  <a:pt x="21400" y="12876"/>
                </a:lnTo>
                <a:cubicBezTo>
                  <a:pt x="21434" y="12704"/>
                  <a:pt x="21464" y="12531"/>
                  <a:pt x="21489" y="12358"/>
                </a:cubicBezTo>
                <a:close/>
                <a:moveTo>
                  <a:pt x="21239" y="13569"/>
                </a:moveTo>
                <a:lnTo>
                  <a:pt x="13569" y="21239"/>
                </a:lnTo>
                <a:cubicBezTo>
                  <a:pt x="13774" y="21185"/>
                  <a:pt x="13978" y="21125"/>
                  <a:pt x="14181" y="21058"/>
                </a:cubicBezTo>
                <a:lnTo>
                  <a:pt x="21058" y="14181"/>
                </a:lnTo>
                <a:cubicBezTo>
                  <a:pt x="21125" y="13978"/>
                  <a:pt x="21185" y="13774"/>
                  <a:pt x="21239" y="13569"/>
                </a:cubicBezTo>
                <a:close/>
                <a:moveTo>
                  <a:pt x="20736" y="15035"/>
                </a:moveTo>
                <a:lnTo>
                  <a:pt x="15035" y="20736"/>
                </a:lnTo>
                <a:cubicBezTo>
                  <a:pt x="15310" y="20619"/>
                  <a:pt x="15581" y="20493"/>
                  <a:pt x="15848" y="20352"/>
                </a:cubicBezTo>
                <a:lnTo>
                  <a:pt x="20352" y="15848"/>
                </a:lnTo>
                <a:cubicBezTo>
                  <a:pt x="20493" y="15581"/>
                  <a:pt x="20619" y="15310"/>
                  <a:pt x="20736" y="15035"/>
                </a:cubicBezTo>
                <a:close/>
                <a:moveTo>
                  <a:pt x="19400" y="17332"/>
                </a:moveTo>
                <a:lnTo>
                  <a:pt x="17332" y="19400"/>
                </a:lnTo>
                <a:cubicBezTo>
                  <a:pt x="17716" y="19108"/>
                  <a:pt x="18087" y="18789"/>
                  <a:pt x="18438" y="18438"/>
                </a:cubicBezTo>
                <a:cubicBezTo>
                  <a:pt x="18788" y="18087"/>
                  <a:pt x="19107" y="17716"/>
                  <a:pt x="19400" y="17332"/>
                </a:cubicBezTo>
                <a:close/>
              </a:path>
            </a:pathLst>
          </a:custGeom>
          <a:solidFill>
            <a:schemeClr val="accent4"/>
          </a:solidFill>
          <a:ln w="12700">
            <a:miter lim="400000"/>
          </a:ln>
        </p:spPr>
        <p:txBody>
          <a:bodyPr lIns="0" tIns="0" rIns="0" bIns="0" anchor="ctr"/>
          <a:lstStyle/>
          <a:p>
            <a:pPr marL="0" marR="0" lvl="0" indent="0" algn="ctr" defTabSz="8255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 kumimoji="0" sz="32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Helvetica Neue Medium"/>
              <a:sym typeface="Helvetica Neue Medium"/>
            </a:endParaRPr>
          </a:p>
        </p:txBody>
      </p:sp>
      <p:sp>
        <p:nvSpPr>
          <p:cNvPr id="220" name="Shape">
            <a:extLst>
              <a:ext uri="{FF2B5EF4-FFF2-40B4-BE49-F238E27FC236}">
                <a16:creationId xmlns:a16="http://schemas.microsoft.com/office/drawing/2014/main" id="{D3F02AC0-2DB7-5E7B-83C8-12EF6C2EC910}"/>
              </a:ext>
            </a:extLst>
          </p:cNvPr>
          <p:cNvSpPr/>
          <p:nvPr/>
        </p:nvSpPr>
        <p:spPr>
          <a:xfrm>
            <a:off x="22467966" y="8316507"/>
            <a:ext cx="4276957" cy="427713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800" y="0"/>
                </a:moveTo>
                <a:cubicBezTo>
                  <a:pt x="10787" y="0"/>
                  <a:pt x="10773" y="1"/>
                  <a:pt x="10759" y="1"/>
                </a:cubicBezTo>
                <a:lnTo>
                  <a:pt x="1" y="10760"/>
                </a:lnTo>
                <a:cubicBezTo>
                  <a:pt x="0" y="10900"/>
                  <a:pt x="3" y="11040"/>
                  <a:pt x="8" y="11181"/>
                </a:cubicBezTo>
                <a:lnTo>
                  <a:pt x="11180" y="9"/>
                </a:lnTo>
                <a:cubicBezTo>
                  <a:pt x="11054" y="4"/>
                  <a:pt x="10927" y="0"/>
                  <a:pt x="10800" y="0"/>
                </a:cubicBezTo>
                <a:close/>
                <a:moveTo>
                  <a:pt x="10211" y="17"/>
                </a:moveTo>
                <a:cubicBezTo>
                  <a:pt x="10057" y="25"/>
                  <a:pt x="9903" y="36"/>
                  <a:pt x="9748" y="51"/>
                </a:cubicBezTo>
                <a:lnTo>
                  <a:pt x="50" y="9749"/>
                </a:lnTo>
                <a:cubicBezTo>
                  <a:pt x="35" y="9903"/>
                  <a:pt x="25" y="10057"/>
                  <a:pt x="16" y="10212"/>
                </a:cubicBezTo>
                <a:lnTo>
                  <a:pt x="10211" y="17"/>
                </a:lnTo>
                <a:close/>
                <a:moveTo>
                  <a:pt x="11683" y="38"/>
                </a:moveTo>
                <a:lnTo>
                  <a:pt x="38" y="11684"/>
                </a:lnTo>
                <a:cubicBezTo>
                  <a:pt x="48" y="11814"/>
                  <a:pt x="62" y="11944"/>
                  <a:pt x="78" y="12075"/>
                </a:cubicBezTo>
                <a:lnTo>
                  <a:pt x="12074" y="78"/>
                </a:lnTo>
                <a:cubicBezTo>
                  <a:pt x="11944" y="63"/>
                  <a:pt x="11814" y="49"/>
                  <a:pt x="11683" y="38"/>
                </a:cubicBezTo>
                <a:close/>
                <a:moveTo>
                  <a:pt x="9136" y="131"/>
                </a:moveTo>
                <a:cubicBezTo>
                  <a:pt x="8960" y="158"/>
                  <a:pt x="8786" y="190"/>
                  <a:pt x="8611" y="226"/>
                </a:cubicBezTo>
                <a:lnTo>
                  <a:pt x="226" y="8611"/>
                </a:lnTo>
                <a:cubicBezTo>
                  <a:pt x="190" y="8786"/>
                  <a:pt x="157" y="8961"/>
                  <a:pt x="130" y="9137"/>
                </a:cubicBezTo>
                <a:lnTo>
                  <a:pt x="9136" y="131"/>
                </a:lnTo>
                <a:close/>
                <a:moveTo>
                  <a:pt x="12541" y="143"/>
                </a:moveTo>
                <a:lnTo>
                  <a:pt x="143" y="12541"/>
                </a:lnTo>
                <a:cubicBezTo>
                  <a:pt x="163" y="12663"/>
                  <a:pt x="183" y="12785"/>
                  <a:pt x="207" y="12906"/>
                </a:cubicBezTo>
                <a:lnTo>
                  <a:pt x="12906" y="208"/>
                </a:lnTo>
                <a:cubicBezTo>
                  <a:pt x="12785" y="184"/>
                  <a:pt x="12663" y="163"/>
                  <a:pt x="12541" y="143"/>
                </a:cubicBezTo>
                <a:close/>
                <a:moveTo>
                  <a:pt x="13343" y="303"/>
                </a:moveTo>
                <a:lnTo>
                  <a:pt x="303" y="13343"/>
                </a:lnTo>
                <a:cubicBezTo>
                  <a:pt x="330" y="13456"/>
                  <a:pt x="361" y="13569"/>
                  <a:pt x="392" y="13682"/>
                </a:cubicBezTo>
                <a:lnTo>
                  <a:pt x="13682" y="393"/>
                </a:lnTo>
                <a:cubicBezTo>
                  <a:pt x="13569" y="362"/>
                  <a:pt x="13456" y="331"/>
                  <a:pt x="13343" y="303"/>
                </a:cubicBezTo>
                <a:close/>
                <a:moveTo>
                  <a:pt x="7909" y="395"/>
                </a:moveTo>
                <a:cubicBezTo>
                  <a:pt x="7701" y="452"/>
                  <a:pt x="7495" y="515"/>
                  <a:pt x="7290" y="585"/>
                </a:cubicBezTo>
                <a:lnTo>
                  <a:pt x="584" y="7290"/>
                </a:lnTo>
                <a:cubicBezTo>
                  <a:pt x="514" y="7495"/>
                  <a:pt x="452" y="7702"/>
                  <a:pt x="394" y="7909"/>
                </a:cubicBezTo>
                <a:lnTo>
                  <a:pt x="7909" y="395"/>
                </a:lnTo>
                <a:close/>
                <a:moveTo>
                  <a:pt x="14094" y="515"/>
                </a:moveTo>
                <a:lnTo>
                  <a:pt x="514" y="14094"/>
                </a:lnTo>
                <a:cubicBezTo>
                  <a:pt x="549" y="14202"/>
                  <a:pt x="583" y="14310"/>
                  <a:pt x="620" y="14417"/>
                </a:cubicBezTo>
                <a:lnTo>
                  <a:pt x="14417" y="621"/>
                </a:lnTo>
                <a:cubicBezTo>
                  <a:pt x="14310" y="583"/>
                  <a:pt x="14202" y="549"/>
                  <a:pt x="14094" y="515"/>
                </a:cubicBezTo>
                <a:close/>
                <a:moveTo>
                  <a:pt x="14804" y="767"/>
                </a:moveTo>
                <a:lnTo>
                  <a:pt x="767" y="14804"/>
                </a:lnTo>
                <a:cubicBezTo>
                  <a:pt x="807" y="14905"/>
                  <a:pt x="851" y="15004"/>
                  <a:pt x="894" y="15104"/>
                </a:cubicBezTo>
                <a:lnTo>
                  <a:pt x="15104" y="895"/>
                </a:lnTo>
                <a:cubicBezTo>
                  <a:pt x="15004" y="852"/>
                  <a:pt x="14905" y="807"/>
                  <a:pt x="14804" y="767"/>
                </a:cubicBezTo>
                <a:close/>
                <a:moveTo>
                  <a:pt x="6411" y="932"/>
                </a:moveTo>
                <a:cubicBezTo>
                  <a:pt x="6118" y="1062"/>
                  <a:pt x="5831" y="1206"/>
                  <a:pt x="5549" y="1363"/>
                </a:cubicBezTo>
                <a:lnTo>
                  <a:pt x="1362" y="5549"/>
                </a:lnTo>
                <a:cubicBezTo>
                  <a:pt x="1205" y="5832"/>
                  <a:pt x="1061" y="6119"/>
                  <a:pt x="931" y="6411"/>
                </a:cubicBezTo>
                <a:lnTo>
                  <a:pt x="6411" y="932"/>
                </a:lnTo>
                <a:close/>
                <a:moveTo>
                  <a:pt x="15470" y="1061"/>
                </a:moveTo>
                <a:lnTo>
                  <a:pt x="1060" y="15471"/>
                </a:lnTo>
                <a:cubicBezTo>
                  <a:pt x="1106" y="15567"/>
                  <a:pt x="1153" y="15664"/>
                  <a:pt x="1202" y="15759"/>
                </a:cubicBezTo>
                <a:lnTo>
                  <a:pt x="15759" y="1203"/>
                </a:lnTo>
                <a:cubicBezTo>
                  <a:pt x="15663" y="1153"/>
                  <a:pt x="15567" y="1107"/>
                  <a:pt x="15470" y="1061"/>
                </a:cubicBezTo>
                <a:close/>
                <a:moveTo>
                  <a:pt x="16103" y="1391"/>
                </a:moveTo>
                <a:lnTo>
                  <a:pt x="1391" y="16103"/>
                </a:lnTo>
                <a:cubicBezTo>
                  <a:pt x="1442" y="16194"/>
                  <a:pt x="1494" y="16285"/>
                  <a:pt x="1549" y="16375"/>
                </a:cubicBezTo>
                <a:lnTo>
                  <a:pt x="16375" y="1549"/>
                </a:lnTo>
                <a:cubicBezTo>
                  <a:pt x="16285" y="1495"/>
                  <a:pt x="16194" y="1442"/>
                  <a:pt x="16103" y="1391"/>
                </a:cubicBezTo>
                <a:close/>
                <a:moveTo>
                  <a:pt x="16703" y="1754"/>
                </a:moveTo>
                <a:lnTo>
                  <a:pt x="1753" y="16703"/>
                </a:lnTo>
                <a:cubicBezTo>
                  <a:pt x="1809" y="16788"/>
                  <a:pt x="1869" y="16872"/>
                  <a:pt x="1928" y="16956"/>
                </a:cubicBezTo>
                <a:lnTo>
                  <a:pt x="16956" y="1928"/>
                </a:lnTo>
                <a:cubicBezTo>
                  <a:pt x="16872" y="1869"/>
                  <a:pt x="16788" y="1810"/>
                  <a:pt x="16703" y="1754"/>
                </a:cubicBezTo>
                <a:close/>
                <a:moveTo>
                  <a:pt x="17267" y="2151"/>
                </a:moveTo>
                <a:lnTo>
                  <a:pt x="2151" y="17267"/>
                </a:lnTo>
                <a:cubicBezTo>
                  <a:pt x="2212" y="17349"/>
                  <a:pt x="2274" y="17430"/>
                  <a:pt x="2338" y="17510"/>
                </a:cubicBezTo>
                <a:lnTo>
                  <a:pt x="17510" y="2338"/>
                </a:lnTo>
                <a:cubicBezTo>
                  <a:pt x="17430" y="2275"/>
                  <a:pt x="17349" y="2212"/>
                  <a:pt x="17267" y="2151"/>
                </a:cubicBezTo>
                <a:close/>
                <a:moveTo>
                  <a:pt x="3805" y="2574"/>
                </a:moveTo>
                <a:cubicBezTo>
                  <a:pt x="3586" y="2761"/>
                  <a:pt x="3370" y="2956"/>
                  <a:pt x="3163" y="3163"/>
                </a:cubicBezTo>
                <a:cubicBezTo>
                  <a:pt x="2955" y="3371"/>
                  <a:pt x="2761" y="3586"/>
                  <a:pt x="2574" y="3806"/>
                </a:cubicBezTo>
                <a:lnTo>
                  <a:pt x="3805" y="2574"/>
                </a:lnTo>
                <a:close/>
                <a:moveTo>
                  <a:pt x="17801" y="2579"/>
                </a:moveTo>
                <a:lnTo>
                  <a:pt x="2579" y="17801"/>
                </a:lnTo>
                <a:cubicBezTo>
                  <a:pt x="2645" y="17878"/>
                  <a:pt x="2709" y="17957"/>
                  <a:pt x="2777" y="18032"/>
                </a:cubicBezTo>
                <a:lnTo>
                  <a:pt x="18032" y="2777"/>
                </a:lnTo>
                <a:cubicBezTo>
                  <a:pt x="17957" y="2709"/>
                  <a:pt x="17878" y="2645"/>
                  <a:pt x="17801" y="2579"/>
                </a:cubicBezTo>
                <a:close/>
                <a:moveTo>
                  <a:pt x="18304" y="3036"/>
                </a:moveTo>
                <a:lnTo>
                  <a:pt x="3036" y="18304"/>
                </a:lnTo>
                <a:cubicBezTo>
                  <a:pt x="3079" y="18349"/>
                  <a:pt x="3119" y="18394"/>
                  <a:pt x="3163" y="18438"/>
                </a:cubicBezTo>
                <a:cubicBezTo>
                  <a:pt x="3191" y="18466"/>
                  <a:pt x="3222" y="18492"/>
                  <a:pt x="3250" y="18521"/>
                </a:cubicBezTo>
                <a:lnTo>
                  <a:pt x="18521" y="3251"/>
                </a:lnTo>
                <a:cubicBezTo>
                  <a:pt x="18492" y="3222"/>
                  <a:pt x="18466" y="3192"/>
                  <a:pt x="18438" y="3163"/>
                </a:cubicBezTo>
                <a:cubicBezTo>
                  <a:pt x="18394" y="3119"/>
                  <a:pt x="18348" y="3079"/>
                  <a:pt x="18304" y="3036"/>
                </a:cubicBezTo>
                <a:close/>
                <a:moveTo>
                  <a:pt x="18781" y="3523"/>
                </a:moveTo>
                <a:lnTo>
                  <a:pt x="3522" y="18781"/>
                </a:lnTo>
                <a:cubicBezTo>
                  <a:pt x="3598" y="18850"/>
                  <a:pt x="3676" y="18915"/>
                  <a:pt x="3753" y="18982"/>
                </a:cubicBezTo>
                <a:lnTo>
                  <a:pt x="18982" y="3753"/>
                </a:lnTo>
                <a:cubicBezTo>
                  <a:pt x="18915" y="3676"/>
                  <a:pt x="18850" y="3598"/>
                  <a:pt x="18781" y="3523"/>
                </a:cubicBezTo>
                <a:close/>
                <a:moveTo>
                  <a:pt x="19224" y="4041"/>
                </a:moveTo>
                <a:lnTo>
                  <a:pt x="4041" y="19224"/>
                </a:lnTo>
                <a:cubicBezTo>
                  <a:pt x="4121" y="19289"/>
                  <a:pt x="4202" y="19350"/>
                  <a:pt x="4283" y="19412"/>
                </a:cubicBezTo>
                <a:lnTo>
                  <a:pt x="19412" y="4283"/>
                </a:lnTo>
                <a:cubicBezTo>
                  <a:pt x="19350" y="4202"/>
                  <a:pt x="19289" y="4121"/>
                  <a:pt x="19224" y="4041"/>
                </a:cubicBezTo>
                <a:close/>
                <a:moveTo>
                  <a:pt x="19637" y="4591"/>
                </a:moveTo>
                <a:lnTo>
                  <a:pt x="4591" y="19637"/>
                </a:lnTo>
                <a:cubicBezTo>
                  <a:pt x="4675" y="19696"/>
                  <a:pt x="4758" y="19757"/>
                  <a:pt x="4843" y="19813"/>
                </a:cubicBezTo>
                <a:lnTo>
                  <a:pt x="19813" y="4844"/>
                </a:lnTo>
                <a:cubicBezTo>
                  <a:pt x="19757" y="4758"/>
                  <a:pt x="19696" y="4675"/>
                  <a:pt x="19637" y="4591"/>
                </a:cubicBezTo>
                <a:close/>
                <a:moveTo>
                  <a:pt x="20019" y="5172"/>
                </a:moveTo>
                <a:lnTo>
                  <a:pt x="5172" y="20019"/>
                </a:lnTo>
                <a:cubicBezTo>
                  <a:pt x="5261" y="20073"/>
                  <a:pt x="5351" y="20126"/>
                  <a:pt x="5441" y="20178"/>
                </a:cubicBezTo>
                <a:lnTo>
                  <a:pt x="20178" y="5441"/>
                </a:lnTo>
                <a:cubicBezTo>
                  <a:pt x="20126" y="5351"/>
                  <a:pt x="20073" y="5261"/>
                  <a:pt x="20019" y="5172"/>
                </a:cubicBezTo>
                <a:close/>
                <a:moveTo>
                  <a:pt x="20369" y="5782"/>
                </a:moveTo>
                <a:lnTo>
                  <a:pt x="5782" y="20369"/>
                </a:lnTo>
                <a:cubicBezTo>
                  <a:pt x="5877" y="20419"/>
                  <a:pt x="5974" y="20463"/>
                  <a:pt x="6071" y="20510"/>
                </a:cubicBezTo>
                <a:lnTo>
                  <a:pt x="20510" y="6071"/>
                </a:lnTo>
                <a:cubicBezTo>
                  <a:pt x="20463" y="5975"/>
                  <a:pt x="20419" y="5878"/>
                  <a:pt x="20369" y="5782"/>
                </a:cubicBezTo>
                <a:close/>
                <a:moveTo>
                  <a:pt x="20679" y="6434"/>
                </a:moveTo>
                <a:lnTo>
                  <a:pt x="6434" y="20679"/>
                </a:lnTo>
                <a:cubicBezTo>
                  <a:pt x="6534" y="20723"/>
                  <a:pt x="6633" y="20769"/>
                  <a:pt x="6734" y="20809"/>
                </a:cubicBezTo>
                <a:lnTo>
                  <a:pt x="20809" y="6735"/>
                </a:lnTo>
                <a:cubicBezTo>
                  <a:pt x="20769" y="6634"/>
                  <a:pt x="20723" y="6534"/>
                  <a:pt x="20679" y="6434"/>
                </a:cubicBezTo>
                <a:close/>
                <a:moveTo>
                  <a:pt x="20956" y="7121"/>
                </a:moveTo>
                <a:lnTo>
                  <a:pt x="7120" y="20956"/>
                </a:lnTo>
                <a:cubicBezTo>
                  <a:pt x="7226" y="20994"/>
                  <a:pt x="7333" y="21030"/>
                  <a:pt x="7439" y="21065"/>
                </a:cubicBezTo>
                <a:lnTo>
                  <a:pt x="21065" y="7439"/>
                </a:lnTo>
                <a:cubicBezTo>
                  <a:pt x="21030" y="7333"/>
                  <a:pt x="20994" y="7226"/>
                  <a:pt x="20956" y="7121"/>
                </a:cubicBezTo>
                <a:close/>
                <a:moveTo>
                  <a:pt x="21190" y="7848"/>
                </a:moveTo>
                <a:lnTo>
                  <a:pt x="7848" y="21190"/>
                </a:lnTo>
                <a:cubicBezTo>
                  <a:pt x="7960" y="21221"/>
                  <a:pt x="8073" y="21252"/>
                  <a:pt x="8186" y="21280"/>
                </a:cubicBezTo>
                <a:lnTo>
                  <a:pt x="21280" y="8186"/>
                </a:lnTo>
                <a:cubicBezTo>
                  <a:pt x="21252" y="8073"/>
                  <a:pt x="21221" y="7960"/>
                  <a:pt x="21190" y="7848"/>
                </a:cubicBezTo>
                <a:close/>
                <a:moveTo>
                  <a:pt x="21378" y="8623"/>
                </a:moveTo>
                <a:lnTo>
                  <a:pt x="8623" y="21378"/>
                </a:lnTo>
                <a:cubicBezTo>
                  <a:pt x="8743" y="21402"/>
                  <a:pt x="8863" y="21424"/>
                  <a:pt x="8984" y="21445"/>
                </a:cubicBezTo>
                <a:lnTo>
                  <a:pt x="21445" y="8984"/>
                </a:lnTo>
                <a:cubicBezTo>
                  <a:pt x="21424" y="8864"/>
                  <a:pt x="21402" y="8743"/>
                  <a:pt x="21378" y="8623"/>
                </a:cubicBezTo>
                <a:close/>
                <a:moveTo>
                  <a:pt x="21514" y="9448"/>
                </a:moveTo>
                <a:lnTo>
                  <a:pt x="9447" y="21514"/>
                </a:lnTo>
                <a:cubicBezTo>
                  <a:pt x="9576" y="21530"/>
                  <a:pt x="9704" y="21546"/>
                  <a:pt x="9833" y="21557"/>
                </a:cubicBezTo>
                <a:lnTo>
                  <a:pt x="21557" y="9834"/>
                </a:lnTo>
                <a:cubicBezTo>
                  <a:pt x="21546" y="9705"/>
                  <a:pt x="21530" y="9576"/>
                  <a:pt x="21514" y="9448"/>
                </a:cubicBezTo>
                <a:close/>
                <a:moveTo>
                  <a:pt x="21590" y="10333"/>
                </a:moveTo>
                <a:lnTo>
                  <a:pt x="10332" y="21590"/>
                </a:lnTo>
                <a:cubicBezTo>
                  <a:pt x="10473" y="21596"/>
                  <a:pt x="10613" y="21599"/>
                  <a:pt x="10753" y="21600"/>
                </a:cubicBezTo>
                <a:lnTo>
                  <a:pt x="21600" y="10754"/>
                </a:lnTo>
                <a:cubicBezTo>
                  <a:pt x="21599" y="10613"/>
                  <a:pt x="21596" y="10473"/>
                  <a:pt x="21590" y="10333"/>
                </a:cubicBezTo>
                <a:close/>
                <a:moveTo>
                  <a:pt x="21590" y="11296"/>
                </a:moveTo>
                <a:lnTo>
                  <a:pt x="11295" y="21590"/>
                </a:lnTo>
                <a:cubicBezTo>
                  <a:pt x="11449" y="21583"/>
                  <a:pt x="11603" y="21572"/>
                  <a:pt x="11757" y="21558"/>
                </a:cubicBezTo>
                <a:lnTo>
                  <a:pt x="21558" y="11757"/>
                </a:lnTo>
                <a:cubicBezTo>
                  <a:pt x="21572" y="11603"/>
                  <a:pt x="21583" y="11450"/>
                  <a:pt x="21590" y="11296"/>
                </a:cubicBezTo>
                <a:close/>
                <a:moveTo>
                  <a:pt x="21489" y="12358"/>
                </a:moveTo>
                <a:lnTo>
                  <a:pt x="12358" y="21489"/>
                </a:lnTo>
                <a:cubicBezTo>
                  <a:pt x="12531" y="21464"/>
                  <a:pt x="12703" y="21434"/>
                  <a:pt x="12876" y="21400"/>
                </a:cubicBezTo>
                <a:lnTo>
                  <a:pt x="21400" y="12876"/>
                </a:lnTo>
                <a:cubicBezTo>
                  <a:pt x="21434" y="12704"/>
                  <a:pt x="21464" y="12531"/>
                  <a:pt x="21489" y="12358"/>
                </a:cubicBezTo>
                <a:close/>
                <a:moveTo>
                  <a:pt x="21239" y="13569"/>
                </a:moveTo>
                <a:lnTo>
                  <a:pt x="13569" y="21239"/>
                </a:lnTo>
                <a:cubicBezTo>
                  <a:pt x="13774" y="21185"/>
                  <a:pt x="13978" y="21125"/>
                  <a:pt x="14181" y="21058"/>
                </a:cubicBezTo>
                <a:lnTo>
                  <a:pt x="21058" y="14181"/>
                </a:lnTo>
                <a:cubicBezTo>
                  <a:pt x="21125" y="13978"/>
                  <a:pt x="21185" y="13774"/>
                  <a:pt x="21239" y="13569"/>
                </a:cubicBezTo>
                <a:close/>
                <a:moveTo>
                  <a:pt x="20736" y="15035"/>
                </a:moveTo>
                <a:lnTo>
                  <a:pt x="15035" y="20736"/>
                </a:lnTo>
                <a:cubicBezTo>
                  <a:pt x="15310" y="20619"/>
                  <a:pt x="15581" y="20493"/>
                  <a:pt x="15848" y="20352"/>
                </a:cubicBezTo>
                <a:lnTo>
                  <a:pt x="20352" y="15848"/>
                </a:lnTo>
                <a:cubicBezTo>
                  <a:pt x="20493" y="15581"/>
                  <a:pt x="20619" y="15310"/>
                  <a:pt x="20736" y="15035"/>
                </a:cubicBezTo>
                <a:close/>
                <a:moveTo>
                  <a:pt x="19400" y="17332"/>
                </a:moveTo>
                <a:lnTo>
                  <a:pt x="17332" y="19400"/>
                </a:lnTo>
                <a:cubicBezTo>
                  <a:pt x="17716" y="19108"/>
                  <a:pt x="18087" y="18789"/>
                  <a:pt x="18438" y="18438"/>
                </a:cubicBezTo>
                <a:cubicBezTo>
                  <a:pt x="18788" y="18087"/>
                  <a:pt x="19107" y="17716"/>
                  <a:pt x="19400" y="17332"/>
                </a:cubicBezTo>
                <a:close/>
              </a:path>
            </a:pathLst>
          </a:custGeom>
          <a:solidFill>
            <a:schemeClr val="accent4"/>
          </a:solidFill>
          <a:ln w="12700">
            <a:miter lim="400000"/>
          </a:ln>
        </p:spPr>
        <p:txBody>
          <a:bodyPr lIns="0" tIns="0" rIns="0" bIns="0" anchor="ctr"/>
          <a:lstStyle/>
          <a:p>
            <a:pPr marL="0" marR="0" lvl="0" indent="0" algn="ctr" defTabSz="8255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 kumimoji="0" sz="32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Helvetica Neue Medium"/>
              <a:sym typeface="Helvetica Neue Medium"/>
            </a:endParaRPr>
          </a:p>
        </p:txBody>
      </p:sp>
      <p:sp>
        <p:nvSpPr>
          <p:cNvPr id="221" name="Shape">
            <a:extLst>
              <a:ext uri="{FF2B5EF4-FFF2-40B4-BE49-F238E27FC236}">
                <a16:creationId xmlns:a16="http://schemas.microsoft.com/office/drawing/2014/main" id="{898A2E40-1092-43B3-307C-D928A3743084}"/>
              </a:ext>
            </a:extLst>
          </p:cNvPr>
          <p:cNvSpPr/>
          <p:nvPr/>
        </p:nvSpPr>
        <p:spPr>
          <a:xfrm>
            <a:off x="-9782" y="-14685"/>
            <a:ext cx="5401449" cy="1371951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489" h="21600" extrusionOk="0">
                <a:moveTo>
                  <a:pt x="9876" y="0"/>
                </a:moveTo>
                <a:cubicBezTo>
                  <a:pt x="14909" y="1061"/>
                  <a:pt x="18164" y="3091"/>
                  <a:pt x="18448" y="5345"/>
                </a:cubicBezTo>
                <a:cubicBezTo>
                  <a:pt x="18695" y="7304"/>
                  <a:pt x="16642" y="9198"/>
                  <a:pt x="12885" y="10477"/>
                </a:cubicBezTo>
                <a:cubicBezTo>
                  <a:pt x="8651" y="11730"/>
                  <a:pt x="7084" y="13955"/>
                  <a:pt x="9071" y="15894"/>
                </a:cubicBezTo>
                <a:cubicBezTo>
                  <a:pt x="10355" y="17147"/>
                  <a:pt x="13013" y="18098"/>
                  <a:pt x="16290" y="18479"/>
                </a:cubicBezTo>
                <a:cubicBezTo>
                  <a:pt x="17951" y="18702"/>
                  <a:pt x="19367" y="19144"/>
                  <a:pt x="20305" y="19731"/>
                </a:cubicBezTo>
                <a:cubicBezTo>
                  <a:pt x="21193" y="20288"/>
                  <a:pt x="21600" y="20944"/>
                  <a:pt x="21463" y="21600"/>
                </a:cubicBezTo>
                <a:lnTo>
                  <a:pt x="0" y="21600"/>
                </a:lnTo>
                <a:lnTo>
                  <a:pt x="0" y="1"/>
                </a:lnTo>
                <a:lnTo>
                  <a:pt x="9876" y="0"/>
                </a:lnTo>
                <a:close/>
              </a:path>
            </a:pathLst>
          </a:custGeom>
          <a:solidFill>
            <a:schemeClr val="accent3"/>
          </a:solidFill>
          <a:ln w="12700">
            <a:miter lim="400000"/>
          </a:ln>
          <a:effectLst>
            <a:outerShdw blurRad="914400" dist="25400" dir="5400000" rotWithShape="0">
              <a:srgbClr val="000000">
                <a:alpha val="50000"/>
              </a:srgbClr>
            </a:outerShdw>
          </a:effectLst>
        </p:spPr>
        <p:txBody>
          <a:bodyPr lIns="50800" tIns="50800" rIns="50800" bIns="50800" anchor="ctr"/>
          <a:lstStyle/>
          <a:p>
            <a:pPr marL="0" marR="0" lvl="0" indent="0" algn="ctr" defTabSz="8255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3000" b="1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Helvetica Neue"/>
              <a:sym typeface="Helvetica Neue"/>
            </a:endParaRPr>
          </a:p>
        </p:txBody>
      </p:sp>
      <p:sp>
        <p:nvSpPr>
          <p:cNvPr id="222" name="Shape">
            <a:extLst>
              <a:ext uri="{FF2B5EF4-FFF2-40B4-BE49-F238E27FC236}">
                <a16:creationId xmlns:a16="http://schemas.microsoft.com/office/drawing/2014/main" id="{65E6A9B9-0F95-93F2-FED5-C2329709B2E8}"/>
              </a:ext>
            </a:extLst>
          </p:cNvPr>
          <p:cNvSpPr/>
          <p:nvPr/>
        </p:nvSpPr>
        <p:spPr>
          <a:xfrm>
            <a:off x="14077382" y="-26393"/>
            <a:ext cx="10315136" cy="10264133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490" h="20992" extrusionOk="0">
                <a:moveTo>
                  <a:pt x="22" y="0"/>
                </a:moveTo>
                <a:cubicBezTo>
                  <a:pt x="-110" y="1123"/>
                  <a:pt x="362" y="2232"/>
                  <a:pt x="1268" y="2930"/>
                </a:cubicBezTo>
                <a:cubicBezTo>
                  <a:pt x="2187" y="3637"/>
                  <a:pt x="3418" y="3817"/>
                  <a:pt x="4507" y="3403"/>
                </a:cubicBezTo>
                <a:cubicBezTo>
                  <a:pt x="6055" y="2610"/>
                  <a:pt x="7961" y="3061"/>
                  <a:pt x="8970" y="4460"/>
                </a:cubicBezTo>
                <a:cubicBezTo>
                  <a:pt x="9809" y="5622"/>
                  <a:pt x="9807" y="7178"/>
                  <a:pt x="8965" y="8338"/>
                </a:cubicBezTo>
                <a:cubicBezTo>
                  <a:pt x="6771" y="11924"/>
                  <a:pt x="7613" y="16550"/>
                  <a:pt x="10936" y="19169"/>
                </a:cubicBezTo>
                <a:cubicBezTo>
                  <a:pt x="14018" y="21597"/>
                  <a:pt x="18405" y="21600"/>
                  <a:pt x="21490" y="19175"/>
                </a:cubicBezTo>
                <a:lnTo>
                  <a:pt x="21490" y="35"/>
                </a:lnTo>
                <a:lnTo>
                  <a:pt x="22" y="0"/>
                </a:lnTo>
                <a:close/>
              </a:path>
            </a:pathLst>
          </a:custGeom>
          <a:solidFill>
            <a:schemeClr val="accent3"/>
          </a:solidFill>
          <a:ln w="12700">
            <a:miter lim="400000"/>
          </a:ln>
          <a:effectLst>
            <a:outerShdw blurRad="914400" dist="25400" dir="5400000" rotWithShape="0">
              <a:srgbClr val="000000">
                <a:alpha val="50000"/>
              </a:srgbClr>
            </a:outerShdw>
          </a:effectLst>
        </p:spPr>
        <p:txBody>
          <a:bodyPr lIns="50800" tIns="50800" rIns="50800" bIns="50800" anchor="ctr"/>
          <a:lstStyle/>
          <a:p>
            <a:pPr marL="0" marR="0" lvl="0" indent="0" algn="ctr" defTabSz="8255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3000" b="1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Helvetica Neue"/>
              <a:sym typeface="Helvetica Neue"/>
            </a:endParaRPr>
          </a:p>
        </p:txBody>
      </p:sp>
      <p:sp>
        <p:nvSpPr>
          <p:cNvPr id="223" name="Circle">
            <a:extLst>
              <a:ext uri="{FF2B5EF4-FFF2-40B4-BE49-F238E27FC236}">
                <a16:creationId xmlns:a16="http://schemas.microsoft.com/office/drawing/2014/main" id="{C423B029-5061-206A-3429-7C72F69FD80D}"/>
              </a:ext>
            </a:extLst>
          </p:cNvPr>
          <p:cNvSpPr/>
          <p:nvPr/>
        </p:nvSpPr>
        <p:spPr>
          <a:xfrm>
            <a:off x="17006264" y="352354"/>
            <a:ext cx="494973" cy="494972"/>
          </a:xfrm>
          <a:prstGeom prst="ellipse">
            <a:avLst/>
          </a:prstGeom>
          <a:gradFill>
            <a:gsLst>
              <a:gs pos="0">
                <a:schemeClr val="accent2"/>
              </a:gs>
              <a:gs pos="100000">
                <a:schemeClr val="accent1"/>
              </a:gs>
            </a:gsLst>
            <a:lin ang="5400000"/>
          </a:gradFill>
          <a:ln w="12700">
            <a:miter lim="400000"/>
          </a:ln>
        </p:spPr>
        <p:txBody>
          <a:bodyPr lIns="0" tIns="0" rIns="0" bIns="0" anchor="ctr"/>
          <a:lstStyle/>
          <a:p>
            <a:pPr marL="0" marR="0" lvl="0" indent="0" algn="ctr" defTabSz="8255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 kumimoji="0" sz="32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Helvetica Neue Medium"/>
              <a:sym typeface="Helvetica Neue Medium"/>
            </a:endParaRPr>
          </a:p>
        </p:txBody>
      </p:sp>
      <p:sp>
        <p:nvSpPr>
          <p:cNvPr id="224" name="Circle">
            <a:extLst>
              <a:ext uri="{FF2B5EF4-FFF2-40B4-BE49-F238E27FC236}">
                <a16:creationId xmlns:a16="http://schemas.microsoft.com/office/drawing/2014/main" id="{D3818429-C7C5-F565-348A-FACCF0880DAF}"/>
              </a:ext>
            </a:extLst>
          </p:cNvPr>
          <p:cNvSpPr/>
          <p:nvPr/>
        </p:nvSpPr>
        <p:spPr>
          <a:xfrm>
            <a:off x="-564062" y="1321716"/>
            <a:ext cx="1150610" cy="1150611"/>
          </a:xfrm>
          <a:prstGeom prst="ellipse">
            <a:avLst/>
          </a:prstGeom>
          <a:gradFill>
            <a:gsLst>
              <a:gs pos="0">
                <a:schemeClr val="accent2"/>
              </a:gs>
              <a:gs pos="100000">
                <a:schemeClr val="accent1"/>
              </a:gs>
            </a:gsLst>
            <a:lin ang="5400000"/>
          </a:gradFill>
          <a:ln w="12700">
            <a:miter lim="400000"/>
          </a:ln>
        </p:spPr>
        <p:txBody>
          <a:bodyPr lIns="0" tIns="0" rIns="0" bIns="0" anchor="ctr"/>
          <a:lstStyle/>
          <a:p>
            <a:pPr marL="0" marR="0" lvl="0" indent="0" algn="ctr" defTabSz="8255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 kumimoji="0" sz="32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Helvetica Neue Medium"/>
              <a:sym typeface="Helvetica Neue Medium"/>
            </a:endParaRPr>
          </a:p>
        </p:txBody>
      </p:sp>
      <p:sp>
        <p:nvSpPr>
          <p:cNvPr id="225" name="TOPIC #1 - $100 ANSWER">
            <a:extLst>
              <a:ext uri="{FF2B5EF4-FFF2-40B4-BE49-F238E27FC236}">
                <a16:creationId xmlns:a16="http://schemas.microsoft.com/office/drawing/2014/main" id="{B9BC316A-5382-4124-8BAC-898D28DB3488}"/>
              </a:ext>
            </a:extLst>
          </p:cNvPr>
          <p:cNvSpPr txBox="1"/>
          <p:nvPr/>
        </p:nvSpPr>
        <p:spPr>
          <a:xfrm>
            <a:off x="1318646" y="1071521"/>
            <a:ext cx="14608911" cy="1651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/>
          <a:p>
            <a:pPr marL="0" marR="0" lvl="0" indent="0" algn="l" defTabSz="8255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0000" b="0">
                <a:solidFill>
                  <a:srgbClr val="F6C543"/>
                </a:solidFill>
                <a:latin typeface="Impact"/>
                <a:ea typeface="Impact"/>
                <a:cs typeface="Impact"/>
                <a:sym typeface="Impact"/>
              </a:defRPr>
            </a:pPr>
            <a:r>
              <a:rPr kumimoji="0" lang="en-US" altLang="zh-CN" sz="10000" b="0" i="0" u="none" strike="noStrike" kern="0" cap="none" spc="0" normalizeH="0" baseline="0" noProof="0" dirty="0">
                <a:ln>
                  <a:noFill/>
                </a:ln>
                <a:solidFill>
                  <a:srgbClr val="F6C542"/>
                </a:solidFill>
                <a:effectLst/>
                <a:uLnTx/>
                <a:uFillTx/>
                <a:latin typeface="Impact"/>
                <a:sym typeface="Impact"/>
              </a:rPr>
              <a:t>UNIT #2</a:t>
            </a:r>
            <a:r>
              <a:rPr kumimoji="0" lang="en-US" altLang="zh-CN" sz="10000" b="0" i="0" u="none" strike="noStrike" kern="0" cap="none" spc="0" normalizeH="0" baseline="0" noProof="0" dirty="0">
                <a:ln>
                  <a:noFill/>
                </a:ln>
                <a:solidFill>
                  <a:srgbClr val="F6C543"/>
                </a:solidFill>
                <a:effectLst/>
                <a:uLnTx/>
                <a:uFillTx/>
                <a:latin typeface="Impact"/>
                <a:sym typeface="Impact"/>
              </a:rPr>
              <a:t> </a:t>
            </a:r>
            <a:r>
              <a:rPr kumimoji="0" lang="en-US" altLang="zh-CN" sz="100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Impact"/>
                <a:sym typeface="Impact"/>
              </a:rPr>
              <a:t>–</a:t>
            </a:r>
            <a:r>
              <a:rPr kumimoji="0" lang="zh-CN" altLang="en-US" sz="9600" b="0" i="0" u="none" strike="noStrike" kern="0" cap="none" spc="0" normalizeH="0" baseline="0" noProof="0" dirty="0">
                <a:ln>
                  <a:noFill/>
                </a:ln>
                <a:solidFill>
                  <a:srgbClr val="F6C543"/>
                </a:solidFill>
                <a:effectLst/>
                <a:uLnTx/>
                <a:uFillTx/>
                <a:latin typeface="华文楷体" panose="02010600040101010101" pitchFamily="2" charset="-122"/>
                <a:ea typeface="华文楷体" panose="02010600040101010101" pitchFamily="2" charset="-122"/>
                <a:sym typeface="Impact"/>
              </a:rPr>
              <a:t>直线的投影</a:t>
            </a:r>
            <a:endParaRPr kumimoji="0" lang="zh-CN" altLang="en-US" sz="100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华文楷体" panose="02010600040101010101" pitchFamily="2" charset="-122"/>
              <a:ea typeface="华文楷体" panose="02010600040101010101" pitchFamily="2" charset="-122"/>
              <a:sym typeface="Impact"/>
            </a:endParaRPr>
          </a:p>
        </p:txBody>
      </p:sp>
      <p:sp>
        <p:nvSpPr>
          <p:cNvPr id="226" name="Shape">
            <a:extLst>
              <a:ext uri="{FF2B5EF4-FFF2-40B4-BE49-F238E27FC236}">
                <a16:creationId xmlns:a16="http://schemas.microsoft.com/office/drawing/2014/main" id="{1B009B3C-7BA7-2C92-6BCE-CA33C28950B4}"/>
              </a:ext>
            </a:extLst>
          </p:cNvPr>
          <p:cNvSpPr/>
          <p:nvPr/>
        </p:nvSpPr>
        <p:spPr>
          <a:xfrm>
            <a:off x="-306915" y="8239797"/>
            <a:ext cx="1046530" cy="104640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9679" h="20595" extrusionOk="0">
                <a:moveTo>
                  <a:pt x="9839" y="0"/>
                </a:moveTo>
                <a:cubicBezTo>
                  <a:pt x="7321" y="0"/>
                  <a:pt x="4802" y="1006"/>
                  <a:pt x="2881" y="3017"/>
                </a:cubicBezTo>
                <a:cubicBezTo>
                  <a:pt x="-961" y="7038"/>
                  <a:pt x="-961" y="13557"/>
                  <a:pt x="2881" y="17578"/>
                </a:cubicBezTo>
                <a:cubicBezTo>
                  <a:pt x="6724" y="21600"/>
                  <a:pt x="12954" y="21600"/>
                  <a:pt x="16797" y="17578"/>
                </a:cubicBezTo>
                <a:cubicBezTo>
                  <a:pt x="20639" y="13557"/>
                  <a:pt x="20639" y="7038"/>
                  <a:pt x="16797" y="3017"/>
                </a:cubicBezTo>
                <a:cubicBezTo>
                  <a:pt x="14876" y="1006"/>
                  <a:pt x="12357" y="0"/>
                  <a:pt x="9839" y="0"/>
                </a:cubicBezTo>
                <a:close/>
                <a:moveTo>
                  <a:pt x="9839" y="2649"/>
                </a:moveTo>
                <a:cubicBezTo>
                  <a:pt x="11709" y="2649"/>
                  <a:pt x="13580" y="3397"/>
                  <a:pt x="15007" y="4890"/>
                </a:cubicBezTo>
                <a:cubicBezTo>
                  <a:pt x="17861" y="7877"/>
                  <a:pt x="17861" y="12718"/>
                  <a:pt x="15007" y="15705"/>
                </a:cubicBezTo>
                <a:cubicBezTo>
                  <a:pt x="12153" y="18692"/>
                  <a:pt x="7525" y="18692"/>
                  <a:pt x="4671" y="15705"/>
                </a:cubicBezTo>
                <a:cubicBezTo>
                  <a:pt x="1817" y="12718"/>
                  <a:pt x="1817" y="7877"/>
                  <a:pt x="4671" y="4890"/>
                </a:cubicBezTo>
                <a:cubicBezTo>
                  <a:pt x="6098" y="3397"/>
                  <a:pt x="7969" y="2649"/>
                  <a:pt x="9839" y="2649"/>
                </a:cubicBezTo>
                <a:close/>
              </a:path>
            </a:pathLst>
          </a:custGeom>
          <a:gradFill>
            <a:gsLst>
              <a:gs pos="0">
                <a:schemeClr val="accent2"/>
              </a:gs>
              <a:gs pos="100000">
                <a:schemeClr val="accent1"/>
              </a:gs>
            </a:gsLst>
            <a:lin ang="5400000"/>
          </a:gradFill>
          <a:ln w="12700">
            <a:miter lim="400000"/>
          </a:ln>
        </p:spPr>
        <p:txBody>
          <a:bodyPr lIns="0" tIns="0" rIns="0" bIns="0" anchor="ctr"/>
          <a:lstStyle/>
          <a:p>
            <a:pPr marL="0" marR="0" lvl="0" indent="0" algn="ctr" defTabSz="8255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 kumimoji="0" sz="32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Helvetica Neue Medium"/>
              <a:sym typeface="Helvetica Neue Medium"/>
            </a:endParaRPr>
          </a:p>
        </p:txBody>
      </p:sp>
      <p:sp>
        <p:nvSpPr>
          <p:cNvPr id="227" name="Shape">
            <a:extLst>
              <a:ext uri="{FF2B5EF4-FFF2-40B4-BE49-F238E27FC236}">
                <a16:creationId xmlns:a16="http://schemas.microsoft.com/office/drawing/2014/main" id="{FD01489B-2294-41EE-4D1F-187A951BDCC5}"/>
              </a:ext>
            </a:extLst>
          </p:cNvPr>
          <p:cNvSpPr/>
          <p:nvPr/>
        </p:nvSpPr>
        <p:spPr>
          <a:xfrm>
            <a:off x="19865947" y="2060686"/>
            <a:ext cx="2330506" cy="233022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9679" h="20595" extrusionOk="0">
                <a:moveTo>
                  <a:pt x="9839" y="0"/>
                </a:moveTo>
                <a:cubicBezTo>
                  <a:pt x="7321" y="0"/>
                  <a:pt x="4802" y="1006"/>
                  <a:pt x="2881" y="3017"/>
                </a:cubicBezTo>
                <a:cubicBezTo>
                  <a:pt x="-961" y="7038"/>
                  <a:pt x="-961" y="13557"/>
                  <a:pt x="2881" y="17578"/>
                </a:cubicBezTo>
                <a:cubicBezTo>
                  <a:pt x="6724" y="21600"/>
                  <a:pt x="12954" y="21600"/>
                  <a:pt x="16797" y="17578"/>
                </a:cubicBezTo>
                <a:cubicBezTo>
                  <a:pt x="20639" y="13557"/>
                  <a:pt x="20639" y="7038"/>
                  <a:pt x="16797" y="3017"/>
                </a:cubicBezTo>
                <a:cubicBezTo>
                  <a:pt x="14876" y="1006"/>
                  <a:pt x="12357" y="0"/>
                  <a:pt x="9839" y="0"/>
                </a:cubicBezTo>
                <a:close/>
                <a:moveTo>
                  <a:pt x="9839" y="2649"/>
                </a:moveTo>
                <a:cubicBezTo>
                  <a:pt x="11709" y="2649"/>
                  <a:pt x="13580" y="3397"/>
                  <a:pt x="15007" y="4890"/>
                </a:cubicBezTo>
                <a:cubicBezTo>
                  <a:pt x="17861" y="7877"/>
                  <a:pt x="17861" y="12718"/>
                  <a:pt x="15007" y="15705"/>
                </a:cubicBezTo>
                <a:cubicBezTo>
                  <a:pt x="12153" y="18692"/>
                  <a:pt x="7525" y="18692"/>
                  <a:pt x="4671" y="15705"/>
                </a:cubicBezTo>
                <a:cubicBezTo>
                  <a:pt x="1817" y="12718"/>
                  <a:pt x="1817" y="7877"/>
                  <a:pt x="4671" y="4890"/>
                </a:cubicBezTo>
                <a:cubicBezTo>
                  <a:pt x="6098" y="3397"/>
                  <a:pt x="7969" y="2649"/>
                  <a:pt x="9839" y="2649"/>
                </a:cubicBezTo>
                <a:close/>
              </a:path>
            </a:pathLst>
          </a:custGeom>
          <a:gradFill>
            <a:gsLst>
              <a:gs pos="0">
                <a:schemeClr val="accent2"/>
              </a:gs>
              <a:gs pos="100000">
                <a:schemeClr val="accent1"/>
              </a:gs>
            </a:gsLst>
            <a:lin ang="5400000"/>
          </a:gradFill>
          <a:ln w="12700">
            <a:miter lim="400000"/>
          </a:ln>
        </p:spPr>
        <p:txBody>
          <a:bodyPr lIns="0" tIns="0" rIns="0" bIns="0" anchor="ctr"/>
          <a:lstStyle/>
          <a:p>
            <a:pPr marL="0" marR="0" lvl="0" indent="0" algn="ctr" defTabSz="8255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 kumimoji="0" sz="32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Helvetica Neue Medium"/>
              <a:sym typeface="Helvetica Neue Medium"/>
            </a:endParaRPr>
          </a:p>
        </p:txBody>
      </p:sp>
      <p:sp>
        <p:nvSpPr>
          <p:cNvPr id="228" name="Rounded Rectangle">
            <a:extLst>
              <a:ext uri="{FF2B5EF4-FFF2-40B4-BE49-F238E27FC236}">
                <a16:creationId xmlns:a16="http://schemas.microsoft.com/office/drawing/2014/main" id="{86C8416E-67FF-E582-0D86-55FDF53DBD1D}"/>
              </a:ext>
            </a:extLst>
          </p:cNvPr>
          <p:cNvSpPr/>
          <p:nvPr/>
        </p:nvSpPr>
        <p:spPr>
          <a:xfrm>
            <a:off x="1413182" y="3302000"/>
            <a:ext cx="21616294" cy="8897388"/>
          </a:xfrm>
          <a:prstGeom prst="roundRect">
            <a:avLst>
              <a:gd name="adj" fmla="val 2897"/>
            </a:avLst>
          </a:prstGeom>
          <a:solidFill>
            <a:schemeClr val="accent4"/>
          </a:solidFill>
          <a:ln w="12700">
            <a:miter lim="400000"/>
          </a:ln>
          <a:effectLst>
            <a:outerShdw blurRad="558800" dist="71163" dir="5400000" rotWithShape="0">
              <a:srgbClr val="000000">
                <a:alpha val="19617"/>
              </a:srgbClr>
            </a:outerShdw>
          </a:effectLst>
        </p:spPr>
        <p:txBody>
          <a:bodyPr lIns="0" tIns="0" rIns="0" bIns="0" anchor="ctr"/>
          <a:lstStyle/>
          <a:p>
            <a:pPr marL="0" marR="0" lvl="0" indent="0" algn="ctr" defTabSz="8255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 kumimoji="0" sz="32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Helvetica Neue Medium"/>
              <a:sym typeface="Helvetica Neue Medium"/>
            </a:endParaRP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DE5ADB5E-6CC3-D950-F6ED-8C9FE87C53B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04171" y="2824149"/>
            <a:ext cx="20555203" cy="10111337"/>
          </a:xfrm>
          <a:prstGeom prst="rect">
            <a:avLst/>
          </a:prstGeom>
        </p:spPr>
      </p:pic>
      <p:sp>
        <p:nvSpPr>
          <p:cNvPr id="6" name="文本框 5">
            <a:extLst>
              <a:ext uri="{FF2B5EF4-FFF2-40B4-BE49-F238E27FC236}">
                <a16:creationId xmlns:a16="http://schemas.microsoft.com/office/drawing/2014/main" id="{D16685D7-1EF1-01BC-D4B8-47D18269BA8A}"/>
              </a:ext>
            </a:extLst>
          </p:cNvPr>
          <p:cNvSpPr txBox="1"/>
          <p:nvPr/>
        </p:nvSpPr>
        <p:spPr>
          <a:xfrm>
            <a:off x="8400849" y="5573064"/>
            <a:ext cx="1641475" cy="564257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zh-CN" altLang="en-US" sz="3000" b="1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  <a:cs typeface="Helvetica Neue"/>
                <a:sym typeface="Helvetica Neue"/>
              </a:rPr>
              <a:t>条件更强</a:t>
            </a:r>
          </a:p>
        </p:txBody>
      </p:sp>
    </p:spTree>
    <p:extLst>
      <p:ext uri="{BB962C8B-B14F-4D97-AF65-F5344CB8AC3E}">
        <p14:creationId xmlns:p14="http://schemas.microsoft.com/office/powerpoint/2010/main" val="1673517687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2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2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3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64B75B5-2B11-8A79-13C0-2F3A3D702C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Shape">
            <a:extLst>
              <a:ext uri="{FF2B5EF4-FFF2-40B4-BE49-F238E27FC236}">
                <a16:creationId xmlns:a16="http://schemas.microsoft.com/office/drawing/2014/main" id="{0789616A-AB72-311E-40CD-04FC4CB15727}"/>
              </a:ext>
            </a:extLst>
          </p:cNvPr>
          <p:cNvSpPr/>
          <p:nvPr/>
        </p:nvSpPr>
        <p:spPr>
          <a:xfrm>
            <a:off x="6290541" y="12617233"/>
            <a:ext cx="2709718" cy="270939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9679" h="20595" extrusionOk="0">
                <a:moveTo>
                  <a:pt x="9839" y="0"/>
                </a:moveTo>
                <a:cubicBezTo>
                  <a:pt x="7321" y="0"/>
                  <a:pt x="4802" y="1006"/>
                  <a:pt x="2881" y="3017"/>
                </a:cubicBezTo>
                <a:cubicBezTo>
                  <a:pt x="-961" y="7038"/>
                  <a:pt x="-961" y="13557"/>
                  <a:pt x="2881" y="17578"/>
                </a:cubicBezTo>
                <a:cubicBezTo>
                  <a:pt x="6724" y="21600"/>
                  <a:pt x="12954" y="21600"/>
                  <a:pt x="16797" y="17578"/>
                </a:cubicBezTo>
                <a:cubicBezTo>
                  <a:pt x="20639" y="13557"/>
                  <a:pt x="20639" y="7038"/>
                  <a:pt x="16797" y="3017"/>
                </a:cubicBezTo>
                <a:cubicBezTo>
                  <a:pt x="14876" y="1006"/>
                  <a:pt x="12357" y="0"/>
                  <a:pt x="9839" y="0"/>
                </a:cubicBezTo>
                <a:close/>
                <a:moveTo>
                  <a:pt x="9839" y="2649"/>
                </a:moveTo>
                <a:cubicBezTo>
                  <a:pt x="11709" y="2649"/>
                  <a:pt x="13580" y="3397"/>
                  <a:pt x="15007" y="4890"/>
                </a:cubicBezTo>
                <a:cubicBezTo>
                  <a:pt x="17861" y="7877"/>
                  <a:pt x="17861" y="12718"/>
                  <a:pt x="15007" y="15705"/>
                </a:cubicBezTo>
                <a:cubicBezTo>
                  <a:pt x="12153" y="18692"/>
                  <a:pt x="7525" y="18692"/>
                  <a:pt x="4671" y="15705"/>
                </a:cubicBezTo>
                <a:cubicBezTo>
                  <a:pt x="1817" y="12718"/>
                  <a:pt x="1817" y="7877"/>
                  <a:pt x="4671" y="4890"/>
                </a:cubicBezTo>
                <a:cubicBezTo>
                  <a:pt x="6098" y="3397"/>
                  <a:pt x="7969" y="2649"/>
                  <a:pt x="9839" y="2649"/>
                </a:cubicBezTo>
                <a:close/>
              </a:path>
            </a:pathLst>
          </a:custGeom>
          <a:gradFill>
            <a:gsLst>
              <a:gs pos="0">
                <a:schemeClr val="accent2"/>
              </a:gs>
              <a:gs pos="100000">
                <a:schemeClr val="accent1"/>
              </a:gs>
            </a:gsLst>
            <a:lin ang="5400000"/>
          </a:gradFill>
          <a:ln w="12700">
            <a:miter lim="400000"/>
          </a:ln>
        </p:spPr>
        <p:txBody>
          <a:bodyPr lIns="0" tIns="0" rIns="0" bIns="0" anchor="ctr"/>
          <a:lstStyle/>
          <a:p>
            <a:pPr marL="0" marR="0" lvl="0" indent="0" algn="ctr" defTabSz="8255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 kumimoji="0" sz="32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Helvetica Neue Medium"/>
              <a:sym typeface="Helvetica Neue Medium"/>
            </a:endParaRPr>
          </a:p>
        </p:txBody>
      </p:sp>
      <p:sp>
        <p:nvSpPr>
          <p:cNvPr id="216" name="Shape">
            <a:extLst>
              <a:ext uri="{FF2B5EF4-FFF2-40B4-BE49-F238E27FC236}">
                <a16:creationId xmlns:a16="http://schemas.microsoft.com/office/drawing/2014/main" id="{ECCC325E-A60D-37AA-4E0C-F1D8E33EF973}"/>
              </a:ext>
            </a:extLst>
          </p:cNvPr>
          <p:cNvSpPr/>
          <p:nvPr/>
        </p:nvSpPr>
        <p:spPr>
          <a:xfrm>
            <a:off x="14339439" y="2620192"/>
            <a:ext cx="6322300" cy="632257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800" y="0"/>
                </a:moveTo>
                <a:cubicBezTo>
                  <a:pt x="10787" y="0"/>
                  <a:pt x="10773" y="1"/>
                  <a:pt x="10759" y="1"/>
                </a:cubicBezTo>
                <a:lnTo>
                  <a:pt x="1" y="10760"/>
                </a:lnTo>
                <a:cubicBezTo>
                  <a:pt x="0" y="10900"/>
                  <a:pt x="3" y="11040"/>
                  <a:pt x="8" y="11181"/>
                </a:cubicBezTo>
                <a:lnTo>
                  <a:pt x="11180" y="9"/>
                </a:lnTo>
                <a:cubicBezTo>
                  <a:pt x="11054" y="4"/>
                  <a:pt x="10927" y="0"/>
                  <a:pt x="10800" y="0"/>
                </a:cubicBezTo>
                <a:close/>
                <a:moveTo>
                  <a:pt x="10211" y="17"/>
                </a:moveTo>
                <a:cubicBezTo>
                  <a:pt x="10057" y="25"/>
                  <a:pt x="9903" y="36"/>
                  <a:pt x="9748" y="51"/>
                </a:cubicBezTo>
                <a:lnTo>
                  <a:pt x="50" y="9749"/>
                </a:lnTo>
                <a:cubicBezTo>
                  <a:pt x="35" y="9903"/>
                  <a:pt x="25" y="10057"/>
                  <a:pt x="16" y="10212"/>
                </a:cubicBezTo>
                <a:lnTo>
                  <a:pt x="10211" y="17"/>
                </a:lnTo>
                <a:close/>
                <a:moveTo>
                  <a:pt x="11683" y="38"/>
                </a:moveTo>
                <a:lnTo>
                  <a:pt x="38" y="11684"/>
                </a:lnTo>
                <a:cubicBezTo>
                  <a:pt x="48" y="11814"/>
                  <a:pt x="62" y="11944"/>
                  <a:pt x="78" y="12075"/>
                </a:cubicBezTo>
                <a:lnTo>
                  <a:pt x="12074" y="78"/>
                </a:lnTo>
                <a:cubicBezTo>
                  <a:pt x="11944" y="63"/>
                  <a:pt x="11814" y="49"/>
                  <a:pt x="11683" y="38"/>
                </a:cubicBezTo>
                <a:close/>
                <a:moveTo>
                  <a:pt x="9136" y="131"/>
                </a:moveTo>
                <a:cubicBezTo>
                  <a:pt x="8960" y="158"/>
                  <a:pt x="8786" y="190"/>
                  <a:pt x="8611" y="226"/>
                </a:cubicBezTo>
                <a:lnTo>
                  <a:pt x="226" y="8611"/>
                </a:lnTo>
                <a:cubicBezTo>
                  <a:pt x="190" y="8786"/>
                  <a:pt x="157" y="8961"/>
                  <a:pt x="130" y="9137"/>
                </a:cubicBezTo>
                <a:lnTo>
                  <a:pt x="9136" y="131"/>
                </a:lnTo>
                <a:close/>
                <a:moveTo>
                  <a:pt x="12541" y="143"/>
                </a:moveTo>
                <a:lnTo>
                  <a:pt x="143" y="12541"/>
                </a:lnTo>
                <a:cubicBezTo>
                  <a:pt x="163" y="12663"/>
                  <a:pt x="183" y="12785"/>
                  <a:pt x="207" y="12906"/>
                </a:cubicBezTo>
                <a:lnTo>
                  <a:pt x="12906" y="208"/>
                </a:lnTo>
                <a:cubicBezTo>
                  <a:pt x="12785" y="184"/>
                  <a:pt x="12663" y="163"/>
                  <a:pt x="12541" y="143"/>
                </a:cubicBezTo>
                <a:close/>
                <a:moveTo>
                  <a:pt x="13343" y="303"/>
                </a:moveTo>
                <a:lnTo>
                  <a:pt x="303" y="13343"/>
                </a:lnTo>
                <a:cubicBezTo>
                  <a:pt x="330" y="13456"/>
                  <a:pt x="361" y="13569"/>
                  <a:pt x="392" y="13682"/>
                </a:cubicBezTo>
                <a:lnTo>
                  <a:pt x="13682" y="393"/>
                </a:lnTo>
                <a:cubicBezTo>
                  <a:pt x="13569" y="362"/>
                  <a:pt x="13456" y="331"/>
                  <a:pt x="13343" y="303"/>
                </a:cubicBezTo>
                <a:close/>
                <a:moveTo>
                  <a:pt x="7909" y="395"/>
                </a:moveTo>
                <a:cubicBezTo>
                  <a:pt x="7701" y="452"/>
                  <a:pt x="7495" y="515"/>
                  <a:pt x="7290" y="585"/>
                </a:cubicBezTo>
                <a:lnTo>
                  <a:pt x="584" y="7290"/>
                </a:lnTo>
                <a:cubicBezTo>
                  <a:pt x="514" y="7495"/>
                  <a:pt x="452" y="7702"/>
                  <a:pt x="394" y="7909"/>
                </a:cubicBezTo>
                <a:lnTo>
                  <a:pt x="7909" y="395"/>
                </a:lnTo>
                <a:close/>
                <a:moveTo>
                  <a:pt x="14094" y="515"/>
                </a:moveTo>
                <a:lnTo>
                  <a:pt x="514" y="14094"/>
                </a:lnTo>
                <a:cubicBezTo>
                  <a:pt x="549" y="14202"/>
                  <a:pt x="583" y="14310"/>
                  <a:pt x="620" y="14417"/>
                </a:cubicBezTo>
                <a:lnTo>
                  <a:pt x="14417" y="621"/>
                </a:lnTo>
                <a:cubicBezTo>
                  <a:pt x="14310" y="583"/>
                  <a:pt x="14202" y="549"/>
                  <a:pt x="14094" y="515"/>
                </a:cubicBezTo>
                <a:close/>
                <a:moveTo>
                  <a:pt x="14804" y="767"/>
                </a:moveTo>
                <a:lnTo>
                  <a:pt x="767" y="14804"/>
                </a:lnTo>
                <a:cubicBezTo>
                  <a:pt x="807" y="14905"/>
                  <a:pt x="851" y="15004"/>
                  <a:pt x="894" y="15104"/>
                </a:cubicBezTo>
                <a:lnTo>
                  <a:pt x="15104" y="895"/>
                </a:lnTo>
                <a:cubicBezTo>
                  <a:pt x="15004" y="852"/>
                  <a:pt x="14905" y="807"/>
                  <a:pt x="14804" y="767"/>
                </a:cubicBezTo>
                <a:close/>
                <a:moveTo>
                  <a:pt x="6411" y="932"/>
                </a:moveTo>
                <a:cubicBezTo>
                  <a:pt x="6118" y="1062"/>
                  <a:pt x="5831" y="1206"/>
                  <a:pt x="5549" y="1363"/>
                </a:cubicBezTo>
                <a:lnTo>
                  <a:pt x="1362" y="5549"/>
                </a:lnTo>
                <a:cubicBezTo>
                  <a:pt x="1205" y="5832"/>
                  <a:pt x="1061" y="6119"/>
                  <a:pt x="931" y="6411"/>
                </a:cubicBezTo>
                <a:lnTo>
                  <a:pt x="6411" y="932"/>
                </a:lnTo>
                <a:close/>
                <a:moveTo>
                  <a:pt x="15470" y="1061"/>
                </a:moveTo>
                <a:lnTo>
                  <a:pt x="1060" y="15471"/>
                </a:lnTo>
                <a:cubicBezTo>
                  <a:pt x="1106" y="15567"/>
                  <a:pt x="1153" y="15664"/>
                  <a:pt x="1202" y="15759"/>
                </a:cubicBezTo>
                <a:lnTo>
                  <a:pt x="15759" y="1203"/>
                </a:lnTo>
                <a:cubicBezTo>
                  <a:pt x="15663" y="1153"/>
                  <a:pt x="15567" y="1107"/>
                  <a:pt x="15470" y="1061"/>
                </a:cubicBezTo>
                <a:close/>
                <a:moveTo>
                  <a:pt x="16103" y="1391"/>
                </a:moveTo>
                <a:lnTo>
                  <a:pt x="1391" y="16103"/>
                </a:lnTo>
                <a:cubicBezTo>
                  <a:pt x="1442" y="16194"/>
                  <a:pt x="1494" y="16285"/>
                  <a:pt x="1549" y="16375"/>
                </a:cubicBezTo>
                <a:lnTo>
                  <a:pt x="16375" y="1549"/>
                </a:lnTo>
                <a:cubicBezTo>
                  <a:pt x="16285" y="1495"/>
                  <a:pt x="16194" y="1442"/>
                  <a:pt x="16103" y="1391"/>
                </a:cubicBezTo>
                <a:close/>
                <a:moveTo>
                  <a:pt x="16703" y="1754"/>
                </a:moveTo>
                <a:lnTo>
                  <a:pt x="1753" y="16703"/>
                </a:lnTo>
                <a:cubicBezTo>
                  <a:pt x="1809" y="16788"/>
                  <a:pt x="1869" y="16872"/>
                  <a:pt x="1928" y="16956"/>
                </a:cubicBezTo>
                <a:lnTo>
                  <a:pt x="16956" y="1928"/>
                </a:lnTo>
                <a:cubicBezTo>
                  <a:pt x="16872" y="1869"/>
                  <a:pt x="16788" y="1810"/>
                  <a:pt x="16703" y="1754"/>
                </a:cubicBezTo>
                <a:close/>
                <a:moveTo>
                  <a:pt x="17267" y="2151"/>
                </a:moveTo>
                <a:lnTo>
                  <a:pt x="2151" y="17267"/>
                </a:lnTo>
                <a:cubicBezTo>
                  <a:pt x="2212" y="17349"/>
                  <a:pt x="2274" y="17430"/>
                  <a:pt x="2338" y="17510"/>
                </a:cubicBezTo>
                <a:lnTo>
                  <a:pt x="17510" y="2338"/>
                </a:lnTo>
                <a:cubicBezTo>
                  <a:pt x="17430" y="2275"/>
                  <a:pt x="17349" y="2212"/>
                  <a:pt x="17267" y="2151"/>
                </a:cubicBezTo>
                <a:close/>
                <a:moveTo>
                  <a:pt x="3805" y="2574"/>
                </a:moveTo>
                <a:cubicBezTo>
                  <a:pt x="3586" y="2761"/>
                  <a:pt x="3370" y="2956"/>
                  <a:pt x="3163" y="3163"/>
                </a:cubicBezTo>
                <a:cubicBezTo>
                  <a:pt x="2955" y="3371"/>
                  <a:pt x="2761" y="3586"/>
                  <a:pt x="2574" y="3806"/>
                </a:cubicBezTo>
                <a:lnTo>
                  <a:pt x="3805" y="2574"/>
                </a:lnTo>
                <a:close/>
                <a:moveTo>
                  <a:pt x="17801" y="2579"/>
                </a:moveTo>
                <a:lnTo>
                  <a:pt x="2579" y="17801"/>
                </a:lnTo>
                <a:cubicBezTo>
                  <a:pt x="2645" y="17878"/>
                  <a:pt x="2709" y="17957"/>
                  <a:pt x="2777" y="18032"/>
                </a:cubicBezTo>
                <a:lnTo>
                  <a:pt x="18032" y="2777"/>
                </a:lnTo>
                <a:cubicBezTo>
                  <a:pt x="17957" y="2709"/>
                  <a:pt x="17878" y="2645"/>
                  <a:pt x="17801" y="2579"/>
                </a:cubicBezTo>
                <a:close/>
                <a:moveTo>
                  <a:pt x="18304" y="3036"/>
                </a:moveTo>
                <a:lnTo>
                  <a:pt x="3036" y="18304"/>
                </a:lnTo>
                <a:cubicBezTo>
                  <a:pt x="3079" y="18349"/>
                  <a:pt x="3119" y="18394"/>
                  <a:pt x="3163" y="18438"/>
                </a:cubicBezTo>
                <a:cubicBezTo>
                  <a:pt x="3191" y="18466"/>
                  <a:pt x="3222" y="18492"/>
                  <a:pt x="3250" y="18521"/>
                </a:cubicBezTo>
                <a:lnTo>
                  <a:pt x="18521" y="3251"/>
                </a:lnTo>
                <a:cubicBezTo>
                  <a:pt x="18492" y="3222"/>
                  <a:pt x="18466" y="3192"/>
                  <a:pt x="18438" y="3163"/>
                </a:cubicBezTo>
                <a:cubicBezTo>
                  <a:pt x="18394" y="3119"/>
                  <a:pt x="18348" y="3079"/>
                  <a:pt x="18304" y="3036"/>
                </a:cubicBezTo>
                <a:close/>
                <a:moveTo>
                  <a:pt x="18781" y="3523"/>
                </a:moveTo>
                <a:lnTo>
                  <a:pt x="3522" y="18781"/>
                </a:lnTo>
                <a:cubicBezTo>
                  <a:pt x="3598" y="18850"/>
                  <a:pt x="3676" y="18915"/>
                  <a:pt x="3753" y="18982"/>
                </a:cubicBezTo>
                <a:lnTo>
                  <a:pt x="18982" y="3753"/>
                </a:lnTo>
                <a:cubicBezTo>
                  <a:pt x="18915" y="3676"/>
                  <a:pt x="18850" y="3598"/>
                  <a:pt x="18781" y="3523"/>
                </a:cubicBezTo>
                <a:close/>
                <a:moveTo>
                  <a:pt x="19224" y="4041"/>
                </a:moveTo>
                <a:lnTo>
                  <a:pt x="4041" y="19224"/>
                </a:lnTo>
                <a:cubicBezTo>
                  <a:pt x="4121" y="19289"/>
                  <a:pt x="4202" y="19350"/>
                  <a:pt x="4283" y="19412"/>
                </a:cubicBezTo>
                <a:lnTo>
                  <a:pt x="19412" y="4283"/>
                </a:lnTo>
                <a:cubicBezTo>
                  <a:pt x="19350" y="4202"/>
                  <a:pt x="19289" y="4121"/>
                  <a:pt x="19224" y="4041"/>
                </a:cubicBezTo>
                <a:close/>
                <a:moveTo>
                  <a:pt x="19637" y="4591"/>
                </a:moveTo>
                <a:lnTo>
                  <a:pt x="4591" y="19637"/>
                </a:lnTo>
                <a:cubicBezTo>
                  <a:pt x="4675" y="19696"/>
                  <a:pt x="4758" y="19757"/>
                  <a:pt x="4843" y="19813"/>
                </a:cubicBezTo>
                <a:lnTo>
                  <a:pt x="19813" y="4844"/>
                </a:lnTo>
                <a:cubicBezTo>
                  <a:pt x="19757" y="4758"/>
                  <a:pt x="19696" y="4675"/>
                  <a:pt x="19637" y="4591"/>
                </a:cubicBezTo>
                <a:close/>
                <a:moveTo>
                  <a:pt x="20019" y="5172"/>
                </a:moveTo>
                <a:lnTo>
                  <a:pt x="5172" y="20019"/>
                </a:lnTo>
                <a:cubicBezTo>
                  <a:pt x="5261" y="20073"/>
                  <a:pt x="5351" y="20126"/>
                  <a:pt x="5441" y="20178"/>
                </a:cubicBezTo>
                <a:lnTo>
                  <a:pt x="20178" y="5441"/>
                </a:lnTo>
                <a:cubicBezTo>
                  <a:pt x="20126" y="5351"/>
                  <a:pt x="20073" y="5261"/>
                  <a:pt x="20019" y="5172"/>
                </a:cubicBezTo>
                <a:close/>
                <a:moveTo>
                  <a:pt x="20369" y="5782"/>
                </a:moveTo>
                <a:lnTo>
                  <a:pt x="5782" y="20369"/>
                </a:lnTo>
                <a:cubicBezTo>
                  <a:pt x="5877" y="20419"/>
                  <a:pt x="5974" y="20463"/>
                  <a:pt x="6071" y="20510"/>
                </a:cubicBezTo>
                <a:lnTo>
                  <a:pt x="20510" y="6071"/>
                </a:lnTo>
                <a:cubicBezTo>
                  <a:pt x="20463" y="5975"/>
                  <a:pt x="20419" y="5878"/>
                  <a:pt x="20369" y="5782"/>
                </a:cubicBezTo>
                <a:close/>
                <a:moveTo>
                  <a:pt x="20679" y="6434"/>
                </a:moveTo>
                <a:lnTo>
                  <a:pt x="6434" y="20679"/>
                </a:lnTo>
                <a:cubicBezTo>
                  <a:pt x="6534" y="20723"/>
                  <a:pt x="6633" y="20769"/>
                  <a:pt x="6734" y="20809"/>
                </a:cubicBezTo>
                <a:lnTo>
                  <a:pt x="20809" y="6735"/>
                </a:lnTo>
                <a:cubicBezTo>
                  <a:pt x="20769" y="6634"/>
                  <a:pt x="20723" y="6534"/>
                  <a:pt x="20679" y="6434"/>
                </a:cubicBezTo>
                <a:close/>
                <a:moveTo>
                  <a:pt x="20956" y="7121"/>
                </a:moveTo>
                <a:lnTo>
                  <a:pt x="7120" y="20956"/>
                </a:lnTo>
                <a:cubicBezTo>
                  <a:pt x="7226" y="20994"/>
                  <a:pt x="7333" y="21030"/>
                  <a:pt x="7439" y="21065"/>
                </a:cubicBezTo>
                <a:lnTo>
                  <a:pt x="21065" y="7439"/>
                </a:lnTo>
                <a:cubicBezTo>
                  <a:pt x="21030" y="7333"/>
                  <a:pt x="20994" y="7226"/>
                  <a:pt x="20956" y="7121"/>
                </a:cubicBezTo>
                <a:close/>
                <a:moveTo>
                  <a:pt x="21190" y="7848"/>
                </a:moveTo>
                <a:lnTo>
                  <a:pt x="7848" y="21190"/>
                </a:lnTo>
                <a:cubicBezTo>
                  <a:pt x="7960" y="21221"/>
                  <a:pt x="8073" y="21252"/>
                  <a:pt x="8186" y="21280"/>
                </a:cubicBezTo>
                <a:lnTo>
                  <a:pt x="21280" y="8186"/>
                </a:lnTo>
                <a:cubicBezTo>
                  <a:pt x="21252" y="8073"/>
                  <a:pt x="21221" y="7960"/>
                  <a:pt x="21190" y="7848"/>
                </a:cubicBezTo>
                <a:close/>
                <a:moveTo>
                  <a:pt x="21378" y="8623"/>
                </a:moveTo>
                <a:lnTo>
                  <a:pt x="8623" y="21378"/>
                </a:lnTo>
                <a:cubicBezTo>
                  <a:pt x="8743" y="21402"/>
                  <a:pt x="8863" y="21424"/>
                  <a:pt x="8984" y="21445"/>
                </a:cubicBezTo>
                <a:lnTo>
                  <a:pt x="21445" y="8984"/>
                </a:lnTo>
                <a:cubicBezTo>
                  <a:pt x="21424" y="8864"/>
                  <a:pt x="21402" y="8743"/>
                  <a:pt x="21378" y="8623"/>
                </a:cubicBezTo>
                <a:close/>
                <a:moveTo>
                  <a:pt x="21514" y="9448"/>
                </a:moveTo>
                <a:lnTo>
                  <a:pt x="9447" y="21514"/>
                </a:lnTo>
                <a:cubicBezTo>
                  <a:pt x="9576" y="21530"/>
                  <a:pt x="9704" y="21546"/>
                  <a:pt x="9833" y="21557"/>
                </a:cubicBezTo>
                <a:lnTo>
                  <a:pt x="21557" y="9834"/>
                </a:lnTo>
                <a:cubicBezTo>
                  <a:pt x="21546" y="9705"/>
                  <a:pt x="21530" y="9576"/>
                  <a:pt x="21514" y="9448"/>
                </a:cubicBezTo>
                <a:close/>
                <a:moveTo>
                  <a:pt x="21590" y="10333"/>
                </a:moveTo>
                <a:lnTo>
                  <a:pt x="10332" y="21590"/>
                </a:lnTo>
                <a:cubicBezTo>
                  <a:pt x="10473" y="21596"/>
                  <a:pt x="10613" y="21599"/>
                  <a:pt x="10753" y="21600"/>
                </a:cubicBezTo>
                <a:lnTo>
                  <a:pt x="21600" y="10754"/>
                </a:lnTo>
                <a:cubicBezTo>
                  <a:pt x="21599" y="10613"/>
                  <a:pt x="21596" y="10473"/>
                  <a:pt x="21590" y="10333"/>
                </a:cubicBezTo>
                <a:close/>
                <a:moveTo>
                  <a:pt x="21590" y="11296"/>
                </a:moveTo>
                <a:lnTo>
                  <a:pt x="11295" y="21590"/>
                </a:lnTo>
                <a:cubicBezTo>
                  <a:pt x="11449" y="21583"/>
                  <a:pt x="11603" y="21572"/>
                  <a:pt x="11757" y="21558"/>
                </a:cubicBezTo>
                <a:lnTo>
                  <a:pt x="21558" y="11757"/>
                </a:lnTo>
                <a:cubicBezTo>
                  <a:pt x="21572" y="11603"/>
                  <a:pt x="21583" y="11450"/>
                  <a:pt x="21590" y="11296"/>
                </a:cubicBezTo>
                <a:close/>
                <a:moveTo>
                  <a:pt x="21489" y="12358"/>
                </a:moveTo>
                <a:lnTo>
                  <a:pt x="12358" y="21489"/>
                </a:lnTo>
                <a:cubicBezTo>
                  <a:pt x="12531" y="21464"/>
                  <a:pt x="12703" y="21434"/>
                  <a:pt x="12876" y="21400"/>
                </a:cubicBezTo>
                <a:lnTo>
                  <a:pt x="21400" y="12876"/>
                </a:lnTo>
                <a:cubicBezTo>
                  <a:pt x="21434" y="12704"/>
                  <a:pt x="21464" y="12531"/>
                  <a:pt x="21489" y="12358"/>
                </a:cubicBezTo>
                <a:close/>
                <a:moveTo>
                  <a:pt x="21239" y="13569"/>
                </a:moveTo>
                <a:lnTo>
                  <a:pt x="13569" y="21239"/>
                </a:lnTo>
                <a:cubicBezTo>
                  <a:pt x="13774" y="21185"/>
                  <a:pt x="13978" y="21125"/>
                  <a:pt x="14181" y="21058"/>
                </a:cubicBezTo>
                <a:lnTo>
                  <a:pt x="21058" y="14181"/>
                </a:lnTo>
                <a:cubicBezTo>
                  <a:pt x="21125" y="13978"/>
                  <a:pt x="21185" y="13774"/>
                  <a:pt x="21239" y="13569"/>
                </a:cubicBezTo>
                <a:close/>
                <a:moveTo>
                  <a:pt x="20736" y="15035"/>
                </a:moveTo>
                <a:lnTo>
                  <a:pt x="15035" y="20736"/>
                </a:lnTo>
                <a:cubicBezTo>
                  <a:pt x="15310" y="20619"/>
                  <a:pt x="15581" y="20493"/>
                  <a:pt x="15848" y="20352"/>
                </a:cubicBezTo>
                <a:lnTo>
                  <a:pt x="20352" y="15848"/>
                </a:lnTo>
                <a:cubicBezTo>
                  <a:pt x="20493" y="15581"/>
                  <a:pt x="20619" y="15310"/>
                  <a:pt x="20736" y="15035"/>
                </a:cubicBezTo>
                <a:close/>
                <a:moveTo>
                  <a:pt x="19400" y="17332"/>
                </a:moveTo>
                <a:lnTo>
                  <a:pt x="17332" y="19400"/>
                </a:lnTo>
                <a:cubicBezTo>
                  <a:pt x="17716" y="19108"/>
                  <a:pt x="18087" y="18789"/>
                  <a:pt x="18438" y="18438"/>
                </a:cubicBezTo>
                <a:cubicBezTo>
                  <a:pt x="18788" y="18087"/>
                  <a:pt x="19107" y="17716"/>
                  <a:pt x="19400" y="17332"/>
                </a:cubicBezTo>
                <a:close/>
              </a:path>
            </a:pathLst>
          </a:custGeom>
          <a:solidFill>
            <a:schemeClr val="accent4"/>
          </a:solidFill>
          <a:ln w="12700">
            <a:miter lim="400000"/>
          </a:ln>
        </p:spPr>
        <p:txBody>
          <a:bodyPr lIns="0" tIns="0" rIns="0" bIns="0" anchor="ctr"/>
          <a:lstStyle/>
          <a:p>
            <a:pPr marL="0" marR="0" lvl="0" indent="0" algn="ctr" defTabSz="8255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 kumimoji="0" sz="32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Helvetica Neue Medium"/>
              <a:sym typeface="Helvetica Neue Medium"/>
            </a:endParaRPr>
          </a:p>
        </p:txBody>
      </p:sp>
      <p:sp>
        <p:nvSpPr>
          <p:cNvPr id="217" name="Shape">
            <a:extLst>
              <a:ext uri="{FF2B5EF4-FFF2-40B4-BE49-F238E27FC236}">
                <a16:creationId xmlns:a16="http://schemas.microsoft.com/office/drawing/2014/main" id="{436D0245-C422-E4AF-5A66-85EB8DFB807A}"/>
              </a:ext>
            </a:extLst>
          </p:cNvPr>
          <p:cNvSpPr/>
          <p:nvPr/>
        </p:nvSpPr>
        <p:spPr>
          <a:xfrm>
            <a:off x="5513585" y="9836851"/>
            <a:ext cx="2709536" cy="270965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800" y="0"/>
                </a:moveTo>
                <a:cubicBezTo>
                  <a:pt x="10787" y="0"/>
                  <a:pt x="10773" y="1"/>
                  <a:pt x="10759" y="1"/>
                </a:cubicBezTo>
                <a:lnTo>
                  <a:pt x="1" y="10760"/>
                </a:lnTo>
                <a:cubicBezTo>
                  <a:pt x="0" y="10900"/>
                  <a:pt x="3" y="11040"/>
                  <a:pt x="8" y="11181"/>
                </a:cubicBezTo>
                <a:lnTo>
                  <a:pt x="11180" y="9"/>
                </a:lnTo>
                <a:cubicBezTo>
                  <a:pt x="11054" y="4"/>
                  <a:pt x="10927" y="0"/>
                  <a:pt x="10800" y="0"/>
                </a:cubicBezTo>
                <a:close/>
                <a:moveTo>
                  <a:pt x="10211" y="17"/>
                </a:moveTo>
                <a:cubicBezTo>
                  <a:pt x="10057" y="25"/>
                  <a:pt x="9903" y="36"/>
                  <a:pt x="9748" y="51"/>
                </a:cubicBezTo>
                <a:lnTo>
                  <a:pt x="50" y="9749"/>
                </a:lnTo>
                <a:cubicBezTo>
                  <a:pt x="35" y="9903"/>
                  <a:pt x="25" y="10057"/>
                  <a:pt x="16" y="10212"/>
                </a:cubicBezTo>
                <a:lnTo>
                  <a:pt x="10211" y="17"/>
                </a:lnTo>
                <a:close/>
                <a:moveTo>
                  <a:pt x="11683" y="38"/>
                </a:moveTo>
                <a:lnTo>
                  <a:pt x="38" y="11684"/>
                </a:lnTo>
                <a:cubicBezTo>
                  <a:pt x="48" y="11814"/>
                  <a:pt x="62" y="11944"/>
                  <a:pt x="78" y="12075"/>
                </a:cubicBezTo>
                <a:lnTo>
                  <a:pt x="12074" y="78"/>
                </a:lnTo>
                <a:cubicBezTo>
                  <a:pt x="11944" y="63"/>
                  <a:pt x="11814" y="49"/>
                  <a:pt x="11683" y="38"/>
                </a:cubicBezTo>
                <a:close/>
                <a:moveTo>
                  <a:pt x="9136" y="131"/>
                </a:moveTo>
                <a:cubicBezTo>
                  <a:pt x="8960" y="158"/>
                  <a:pt x="8786" y="190"/>
                  <a:pt x="8611" y="226"/>
                </a:cubicBezTo>
                <a:lnTo>
                  <a:pt x="226" y="8611"/>
                </a:lnTo>
                <a:cubicBezTo>
                  <a:pt x="190" y="8786"/>
                  <a:pt x="157" y="8961"/>
                  <a:pt x="130" y="9137"/>
                </a:cubicBezTo>
                <a:lnTo>
                  <a:pt x="9136" y="131"/>
                </a:lnTo>
                <a:close/>
                <a:moveTo>
                  <a:pt x="12541" y="143"/>
                </a:moveTo>
                <a:lnTo>
                  <a:pt x="143" y="12541"/>
                </a:lnTo>
                <a:cubicBezTo>
                  <a:pt x="163" y="12663"/>
                  <a:pt x="183" y="12785"/>
                  <a:pt x="207" y="12906"/>
                </a:cubicBezTo>
                <a:lnTo>
                  <a:pt x="12906" y="208"/>
                </a:lnTo>
                <a:cubicBezTo>
                  <a:pt x="12785" y="184"/>
                  <a:pt x="12663" y="163"/>
                  <a:pt x="12541" y="143"/>
                </a:cubicBezTo>
                <a:close/>
                <a:moveTo>
                  <a:pt x="13343" y="303"/>
                </a:moveTo>
                <a:lnTo>
                  <a:pt x="303" y="13343"/>
                </a:lnTo>
                <a:cubicBezTo>
                  <a:pt x="330" y="13456"/>
                  <a:pt x="361" y="13569"/>
                  <a:pt x="392" y="13682"/>
                </a:cubicBezTo>
                <a:lnTo>
                  <a:pt x="13682" y="393"/>
                </a:lnTo>
                <a:cubicBezTo>
                  <a:pt x="13569" y="362"/>
                  <a:pt x="13456" y="331"/>
                  <a:pt x="13343" y="303"/>
                </a:cubicBezTo>
                <a:close/>
                <a:moveTo>
                  <a:pt x="7909" y="395"/>
                </a:moveTo>
                <a:cubicBezTo>
                  <a:pt x="7701" y="452"/>
                  <a:pt x="7495" y="515"/>
                  <a:pt x="7290" y="585"/>
                </a:cubicBezTo>
                <a:lnTo>
                  <a:pt x="584" y="7290"/>
                </a:lnTo>
                <a:cubicBezTo>
                  <a:pt x="514" y="7495"/>
                  <a:pt x="452" y="7702"/>
                  <a:pt x="394" y="7909"/>
                </a:cubicBezTo>
                <a:lnTo>
                  <a:pt x="7909" y="395"/>
                </a:lnTo>
                <a:close/>
                <a:moveTo>
                  <a:pt x="14094" y="515"/>
                </a:moveTo>
                <a:lnTo>
                  <a:pt x="514" y="14094"/>
                </a:lnTo>
                <a:cubicBezTo>
                  <a:pt x="549" y="14202"/>
                  <a:pt x="583" y="14310"/>
                  <a:pt x="620" y="14417"/>
                </a:cubicBezTo>
                <a:lnTo>
                  <a:pt x="14417" y="621"/>
                </a:lnTo>
                <a:cubicBezTo>
                  <a:pt x="14310" y="583"/>
                  <a:pt x="14202" y="549"/>
                  <a:pt x="14094" y="515"/>
                </a:cubicBezTo>
                <a:close/>
                <a:moveTo>
                  <a:pt x="14804" y="767"/>
                </a:moveTo>
                <a:lnTo>
                  <a:pt x="767" y="14804"/>
                </a:lnTo>
                <a:cubicBezTo>
                  <a:pt x="807" y="14905"/>
                  <a:pt x="851" y="15004"/>
                  <a:pt x="894" y="15104"/>
                </a:cubicBezTo>
                <a:lnTo>
                  <a:pt x="15104" y="895"/>
                </a:lnTo>
                <a:cubicBezTo>
                  <a:pt x="15004" y="852"/>
                  <a:pt x="14905" y="807"/>
                  <a:pt x="14804" y="767"/>
                </a:cubicBezTo>
                <a:close/>
                <a:moveTo>
                  <a:pt x="6411" y="932"/>
                </a:moveTo>
                <a:cubicBezTo>
                  <a:pt x="6118" y="1062"/>
                  <a:pt x="5831" y="1206"/>
                  <a:pt x="5549" y="1363"/>
                </a:cubicBezTo>
                <a:lnTo>
                  <a:pt x="1362" y="5549"/>
                </a:lnTo>
                <a:cubicBezTo>
                  <a:pt x="1205" y="5832"/>
                  <a:pt x="1061" y="6119"/>
                  <a:pt x="931" y="6411"/>
                </a:cubicBezTo>
                <a:lnTo>
                  <a:pt x="6411" y="932"/>
                </a:lnTo>
                <a:close/>
                <a:moveTo>
                  <a:pt x="15470" y="1061"/>
                </a:moveTo>
                <a:lnTo>
                  <a:pt x="1060" y="15471"/>
                </a:lnTo>
                <a:cubicBezTo>
                  <a:pt x="1106" y="15567"/>
                  <a:pt x="1153" y="15664"/>
                  <a:pt x="1202" y="15759"/>
                </a:cubicBezTo>
                <a:lnTo>
                  <a:pt x="15759" y="1203"/>
                </a:lnTo>
                <a:cubicBezTo>
                  <a:pt x="15663" y="1153"/>
                  <a:pt x="15567" y="1107"/>
                  <a:pt x="15470" y="1061"/>
                </a:cubicBezTo>
                <a:close/>
                <a:moveTo>
                  <a:pt x="16103" y="1391"/>
                </a:moveTo>
                <a:lnTo>
                  <a:pt x="1391" y="16103"/>
                </a:lnTo>
                <a:cubicBezTo>
                  <a:pt x="1442" y="16194"/>
                  <a:pt x="1494" y="16285"/>
                  <a:pt x="1548" y="16375"/>
                </a:cubicBezTo>
                <a:lnTo>
                  <a:pt x="16375" y="1549"/>
                </a:lnTo>
                <a:cubicBezTo>
                  <a:pt x="16285" y="1495"/>
                  <a:pt x="16194" y="1442"/>
                  <a:pt x="16103" y="1391"/>
                </a:cubicBezTo>
                <a:close/>
                <a:moveTo>
                  <a:pt x="16703" y="1754"/>
                </a:moveTo>
                <a:lnTo>
                  <a:pt x="1753" y="16703"/>
                </a:lnTo>
                <a:cubicBezTo>
                  <a:pt x="1809" y="16788"/>
                  <a:pt x="1869" y="16872"/>
                  <a:pt x="1928" y="16956"/>
                </a:cubicBezTo>
                <a:lnTo>
                  <a:pt x="16956" y="1928"/>
                </a:lnTo>
                <a:cubicBezTo>
                  <a:pt x="16872" y="1869"/>
                  <a:pt x="16788" y="1810"/>
                  <a:pt x="16703" y="1754"/>
                </a:cubicBezTo>
                <a:close/>
                <a:moveTo>
                  <a:pt x="17267" y="2151"/>
                </a:moveTo>
                <a:lnTo>
                  <a:pt x="2151" y="17267"/>
                </a:lnTo>
                <a:cubicBezTo>
                  <a:pt x="2212" y="17349"/>
                  <a:pt x="2274" y="17430"/>
                  <a:pt x="2338" y="17510"/>
                </a:cubicBezTo>
                <a:lnTo>
                  <a:pt x="17510" y="2338"/>
                </a:lnTo>
                <a:cubicBezTo>
                  <a:pt x="17430" y="2275"/>
                  <a:pt x="17349" y="2212"/>
                  <a:pt x="17267" y="2151"/>
                </a:cubicBezTo>
                <a:close/>
                <a:moveTo>
                  <a:pt x="3805" y="2574"/>
                </a:moveTo>
                <a:cubicBezTo>
                  <a:pt x="3586" y="2761"/>
                  <a:pt x="3370" y="2956"/>
                  <a:pt x="3163" y="3163"/>
                </a:cubicBezTo>
                <a:cubicBezTo>
                  <a:pt x="2955" y="3371"/>
                  <a:pt x="2761" y="3586"/>
                  <a:pt x="2574" y="3806"/>
                </a:cubicBezTo>
                <a:lnTo>
                  <a:pt x="3805" y="2574"/>
                </a:lnTo>
                <a:close/>
                <a:moveTo>
                  <a:pt x="17801" y="2579"/>
                </a:moveTo>
                <a:lnTo>
                  <a:pt x="2579" y="17801"/>
                </a:lnTo>
                <a:cubicBezTo>
                  <a:pt x="2645" y="17878"/>
                  <a:pt x="2709" y="17957"/>
                  <a:pt x="2777" y="18032"/>
                </a:cubicBezTo>
                <a:lnTo>
                  <a:pt x="18032" y="2777"/>
                </a:lnTo>
                <a:cubicBezTo>
                  <a:pt x="17957" y="2709"/>
                  <a:pt x="17878" y="2645"/>
                  <a:pt x="17801" y="2579"/>
                </a:cubicBezTo>
                <a:close/>
                <a:moveTo>
                  <a:pt x="18304" y="3036"/>
                </a:moveTo>
                <a:lnTo>
                  <a:pt x="3036" y="18304"/>
                </a:lnTo>
                <a:cubicBezTo>
                  <a:pt x="3079" y="18349"/>
                  <a:pt x="3119" y="18394"/>
                  <a:pt x="3163" y="18438"/>
                </a:cubicBezTo>
                <a:cubicBezTo>
                  <a:pt x="3191" y="18466"/>
                  <a:pt x="3222" y="18492"/>
                  <a:pt x="3250" y="18521"/>
                </a:cubicBezTo>
                <a:lnTo>
                  <a:pt x="18521" y="3251"/>
                </a:lnTo>
                <a:cubicBezTo>
                  <a:pt x="18492" y="3222"/>
                  <a:pt x="18466" y="3192"/>
                  <a:pt x="18438" y="3163"/>
                </a:cubicBezTo>
                <a:cubicBezTo>
                  <a:pt x="18394" y="3119"/>
                  <a:pt x="18348" y="3079"/>
                  <a:pt x="18304" y="3036"/>
                </a:cubicBezTo>
                <a:close/>
                <a:moveTo>
                  <a:pt x="18781" y="3523"/>
                </a:moveTo>
                <a:lnTo>
                  <a:pt x="3522" y="18781"/>
                </a:lnTo>
                <a:cubicBezTo>
                  <a:pt x="3598" y="18850"/>
                  <a:pt x="3676" y="18915"/>
                  <a:pt x="3753" y="18982"/>
                </a:cubicBezTo>
                <a:lnTo>
                  <a:pt x="18982" y="3753"/>
                </a:lnTo>
                <a:cubicBezTo>
                  <a:pt x="18915" y="3676"/>
                  <a:pt x="18850" y="3598"/>
                  <a:pt x="18781" y="3523"/>
                </a:cubicBezTo>
                <a:close/>
                <a:moveTo>
                  <a:pt x="19224" y="4041"/>
                </a:moveTo>
                <a:lnTo>
                  <a:pt x="4041" y="19224"/>
                </a:lnTo>
                <a:cubicBezTo>
                  <a:pt x="4121" y="19289"/>
                  <a:pt x="4202" y="19350"/>
                  <a:pt x="4283" y="19412"/>
                </a:cubicBezTo>
                <a:lnTo>
                  <a:pt x="19412" y="4283"/>
                </a:lnTo>
                <a:cubicBezTo>
                  <a:pt x="19350" y="4202"/>
                  <a:pt x="19289" y="4121"/>
                  <a:pt x="19224" y="4041"/>
                </a:cubicBezTo>
                <a:close/>
                <a:moveTo>
                  <a:pt x="19637" y="4591"/>
                </a:moveTo>
                <a:lnTo>
                  <a:pt x="4591" y="19637"/>
                </a:lnTo>
                <a:cubicBezTo>
                  <a:pt x="4675" y="19696"/>
                  <a:pt x="4758" y="19757"/>
                  <a:pt x="4843" y="19813"/>
                </a:cubicBezTo>
                <a:lnTo>
                  <a:pt x="19813" y="4844"/>
                </a:lnTo>
                <a:cubicBezTo>
                  <a:pt x="19757" y="4758"/>
                  <a:pt x="19696" y="4675"/>
                  <a:pt x="19637" y="4591"/>
                </a:cubicBezTo>
                <a:close/>
                <a:moveTo>
                  <a:pt x="20019" y="5172"/>
                </a:moveTo>
                <a:lnTo>
                  <a:pt x="5172" y="20019"/>
                </a:lnTo>
                <a:cubicBezTo>
                  <a:pt x="5261" y="20073"/>
                  <a:pt x="5351" y="20126"/>
                  <a:pt x="5441" y="20178"/>
                </a:cubicBezTo>
                <a:lnTo>
                  <a:pt x="20178" y="5441"/>
                </a:lnTo>
                <a:cubicBezTo>
                  <a:pt x="20126" y="5351"/>
                  <a:pt x="20073" y="5261"/>
                  <a:pt x="20019" y="5172"/>
                </a:cubicBezTo>
                <a:close/>
                <a:moveTo>
                  <a:pt x="20369" y="5782"/>
                </a:moveTo>
                <a:lnTo>
                  <a:pt x="5782" y="20369"/>
                </a:lnTo>
                <a:cubicBezTo>
                  <a:pt x="5877" y="20419"/>
                  <a:pt x="5974" y="20463"/>
                  <a:pt x="6071" y="20510"/>
                </a:cubicBezTo>
                <a:lnTo>
                  <a:pt x="20510" y="6071"/>
                </a:lnTo>
                <a:cubicBezTo>
                  <a:pt x="20463" y="5975"/>
                  <a:pt x="20419" y="5878"/>
                  <a:pt x="20369" y="5782"/>
                </a:cubicBezTo>
                <a:close/>
                <a:moveTo>
                  <a:pt x="20679" y="6434"/>
                </a:moveTo>
                <a:lnTo>
                  <a:pt x="6434" y="20679"/>
                </a:lnTo>
                <a:cubicBezTo>
                  <a:pt x="6534" y="20723"/>
                  <a:pt x="6633" y="20769"/>
                  <a:pt x="6734" y="20809"/>
                </a:cubicBezTo>
                <a:lnTo>
                  <a:pt x="20809" y="6735"/>
                </a:lnTo>
                <a:cubicBezTo>
                  <a:pt x="20769" y="6634"/>
                  <a:pt x="20723" y="6534"/>
                  <a:pt x="20679" y="6434"/>
                </a:cubicBezTo>
                <a:close/>
                <a:moveTo>
                  <a:pt x="20956" y="7121"/>
                </a:moveTo>
                <a:lnTo>
                  <a:pt x="7120" y="20956"/>
                </a:lnTo>
                <a:cubicBezTo>
                  <a:pt x="7226" y="20994"/>
                  <a:pt x="7333" y="21030"/>
                  <a:pt x="7439" y="21065"/>
                </a:cubicBezTo>
                <a:lnTo>
                  <a:pt x="21065" y="7439"/>
                </a:lnTo>
                <a:cubicBezTo>
                  <a:pt x="21030" y="7333"/>
                  <a:pt x="20994" y="7226"/>
                  <a:pt x="20956" y="7121"/>
                </a:cubicBezTo>
                <a:close/>
                <a:moveTo>
                  <a:pt x="21190" y="7848"/>
                </a:moveTo>
                <a:lnTo>
                  <a:pt x="7848" y="21190"/>
                </a:lnTo>
                <a:cubicBezTo>
                  <a:pt x="7960" y="21221"/>
                  <a:pt x="8073" y="21252"/>
                  <a:pt x="8186" y="21280"/>
                </a:cubicBezTo>
                <a:lnTo>
                  <a:pt x="21280" y="8186"/>
                </a:lnTo>
                <a:cubicBezTo>
                  <a:pt x="21252" y="8073"/>
                  <a:pt x="21221" y="7960"/>
                  <a:pt x="21190" y="7848"/>
                </a:cubicBezTo>
                <a:close/>
                <a:moveTo>
                  <a:pt x="21378" y="8623"/>
                </a:moveTo>
                <a:lnTo>
                  <a:pt x="8623" y="21378"/>
                </a:lnTo>
                <a:cubicBezTo>
                  <a:pt x="8743" y="21402"/>
                  <a:pt x="8863" y="21424"/>
                  <a:pt x="8984" y="21445"/>
                </a:cubicBezTo>
                <a:lnTo>
                  <a:pt x="21445" y="8984"/>
                </a:lnTo>
                <a:cubicBezTo>
                  <a:pt x="21424" y="8864"/>
                  <a:pt x="21402" y="8743"/>
                  <a:pt x="21378" y="8623"/>
                </a:cubicBezTo>
                <a:close/>
                <a:moveTo>
                  <a:pt x="21514" y="9448"/>
                </a:moveTo>
                <a:lnTo>
                  <a:pt x="9447" y="21514"/>
                </a:lnTo>
                <a:cubicBezTo>
                  <a:pt x="9576" y="21530"/>
                  <a:pt x="9704" y="21546"/>
                  <a:pt x="9833" y="21557"/>
                </a:cubicBezTo>
                <a:lnTo>
                  <a:pt x="21557" y="9834"/>
                </a:lnTo>
                <a:cubicBezTo>
                  <a:pt x="21546" y="9705"/>
                  <a:pt x="21530" y="9576"/>
                  <a:pt x="21514" y="9448"/>
                </a:cubicBezTo>
                <a:close/>
                <a:moveTo>
                  <a:pt x="21590" y="10333"/>
                </a:moveTo>
                <a:lnTo>
                  <a:pt x="10332" y="21590"/>
                </a:lnTo>
                <a:cubicBezTo>
                  <a:pt x="10473" y="21596"/>
                  <a:pt x="10613" y="21599"/>
                  <a:pt x="10753" y="21600"/>
                </a:cubicBezTo>
                <a:lnTo>
                  <a:pt x="21600" y="10754"/>
                </a:lnTo>
                <a:cubicBezTo>
                  <a:pt x="21599" y="10613"/>
                  <a:pt x="21596" y="10473"/>
                  <a:pt x="21590" y="10333"/>
                </a:cubicBezTo>
                <a:close/>
                <a:moveTo>
                  <a:pt x="21590" y="11296"/>
                </a:moveTo>
                <a:lnTo>
                  <a:pt x="11295" y="21590"/>
                </a:lnTo>
                <a:cubicBezTo>
                  <a:pt x="11449" y="21583"/>
                  <a:pt x="11603" y="21572"/>
                  <a:pt x="11757" y="21558"/>
                </a:cubicBezTo>
                <a:lnTo>
                  <a:pt x="21558" y="11757"/>
                </a:lnTo>
                <a:cubicBezTo>
                  <a:pt x="21572" y="11603"/>
                  <a:pt x="21583" y="11450"/>
                  <a:pt x="21590" y="11296"/>
                </a:cubicBezTo>
                <a:close/>
                <a:moveTo>
                  <a:pt x="21489" y="12358"/>
                </a:moveTo>
                <a:lnTo>
                  <a:pt x="12358" y="21489"/>
                </a:lnTo>
                <a:cubicBezTo>
                  <a:pt x="12531" y="21464"/>
                  <a:pt x="12703" y="21434"/>
                  <a:pt x="12876" y="21400"/>
                </a:cubicBezTo>
                <a:lnTo>
                  <a:pt x="21400" y="12876"/>
                </a:lnTo>
                <a:cubicBezTo>
                  <a:pt x="21434" y="12704"/>
                  <a:pt x="21464" y="12531"/>
                  <a:pt x="21489" y="12358"/>
                </a:cubicBezTo>
                <a:close/>
                <a:moveTo>
                  <a:pt x="21239" y="13569"/>
                </a:moveTo>
                <a:lnTo>
                  <a:pt x="13569" y="21239"/>
                </a:lnTo>
                <a:cubicBezTo>
                  <a:pt x="13774" y="21185"/>
                  <a:pt x="13978" y="21125"/>
                  <a:pt x="14181" y="21058"/>
                </a:cubicBezTo>
                <a:lnTo>
                  <a:pt x="21058" y="14181"/>
                </a:lnTo>
                <a:cubicBezTo>
                  <a:pt x="21125" y="13978"/>
                  <a:pt x="21185" y="13774"/>
                  <a:pt x="21239" y="13569"/>
                </a:cubicBezTo>
                <a:close/>
                <a:moveTo>
                  <a:pt x="20736" y="15035"/>
                </a:moveTo>
                <a:lnTo>
                  <a:pt x="15035" y="20736"/>
                </a:lnTo>
                <a:cubicBezTo>
                  <a:pt x="15310" y="20619"/>
                  <a:pt x="15581" y="20493"/>
                  <a:pt x="15848" y="20352"/>
                </a:cubicBezTo>
                <a:lnTo>
                  <a:pt x="20352" y="15848"/>
                </a:lnTo>
                <a:cubicBezTo>
                  <a:pt x="20493" y="15581"/>
                  <a:pt x="20619" y="15310"/>
                  <a:pt x="20736" y="15035"/>
                </a:cubicBezTo>
                <a:close/>
                <a:moveTo>
                  <a:pt x="19400" y="17332"/>
                </a:moveTo>
                <a:lnTo>
                  <a:pt x="17332" y="19400"/>
                </a:lnTo>
                <a:cubicBezTo>
                  <a:pt x="17716" y="19108"/>
                  <a:pt x="18087" y="18789"/>
                  <a:pt x="18438" y="18438"/>
                </a:cubicBezTo>
                <a:cubicBezTo>
                  <a:pt x="18788" y="18087"/>
                  <a:pt x="19107" y="17716"/>
                  <a:pt x="19400" y="17332"/>
                </a:cubicBezTo>
                <a:close/>
              </a:path>
            </a:pathLst>
          </a:custGeom>
          <a:solidFill>
            <a:schemeClr val="accent4"/>
          </a:solidFill>
          <a:ln w="12700">
            <a:miter lim="400000"/>
          </a:ln>
        </p:spPr>
        <p:txBody>
          <a:bodyPr lIns="0" tIns="0" rIns="0" bIns="0" anchor="ctr"/>
          <a:lstStyle/>
          <a:p>
            <a:pPr marL="0" marR="0" lvl="0" indent="0" algn="ctr" defTabSz="8255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 kumimoji="0" sz="32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Helvetica Neue Medium"/>
              <a:sym typeface="Helvetica Neue Medium"/>
            </a:endParaRPr>
          </a:p>
        </p:txBody>
      </p:sp>
      <p:sp>
        <p:nvSpPr>
          <p:cNvPr id="218" name="Shape">
            <a:extLst>
              <a:ext uri="{FF2B5EF4-FFF2-40B4-BE49-F238E27FC236}">
                <a16:creationId xmlns:a16="http://schemas.microsoft.com/office/drawing/2014/main" id="{3C3A2B45-FBE6-766D-FF16-D7557A4244AD}"/>
              </a:ext>
            </a:extLst>
          </p:cNvPr>
          <p:cNvSpPr/>
          <p:nvPr/>
        </p:nvSpPr>
        <p:spPr>
          <a:xfrm>
            <a:off x="1688166" y="791392"/>
            <a:ext cx="7163901" cy="716420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800" y="0"/>
                </a:moveTo>
                <a:cubicBezTo>
                  <a:pt x="10787" y="0"/>
                  <a:pt x="10773" y="1"/>
                  <a:pt x="10759" y="1"/>
                </a:cubicBezTo>
                <a:lnTo>
                  <a:pt x="1" y="10760"/>
                </a:lnTo>
                <a:cubicBezTo>
                  <a:pt x="0" y="10900"/>
                  <a:pt x="3" y="11040"/>
                  <a:pt x="8" y="11181"/>
                </a:cubicBezTo>
                <a:lnTo>
                  <a:pt x="11180" y="9"/>
                </a:lnTo>
                <a:cubicBezTo>
                  <a:pt x="11054" y="4"/>
                  <a:pt x="10927" y="0"/>
                  <a:pt x="10800" y="0"/>
                </a:cubicBezTo>
                <a:close/>
                <a:moveTo>
                  <a:pt x="10211" y="17"/>
                </a:moveTo>
                <a:cubicBezTo>
                  <a:pt x="10057" y="25"/>
                  <a:pt x="9903" y="36"/>
                  <a:pt x="9748" y="51"/>
                </a:cubicBezTo>
                <a:lnTo>
                  <a:pt x="50" y="9749"/>
                </a:lnTo>
                <a:cubicBezTo>
                  <a:pt x="35" y="9903"/>
                  <a:pt x="25" y="10057"/>
                  <a:pt x="16" y="10212"/>
                </a:cubicBezTo>
                <a:lnTo>
                  <a:pt x="10211" y="17"/>
                </a:lnTo>
                <a:close/>
                <a:moveTo>
                  <a:pt x="11683" y="38"/>
                </a:moveTo>
                <a:lnTo>
                  <a:pt x="38" y="11684"/>
                </a:lnTo>
                <a:cubicBezTo>
                  <a:pt x="48" y="11814"/>
                  <a:pt x="62" y="11944"/>
                  <a:pt x="78" y="12075"/>
                </a:cubicBezTo>
                <a:lnTo>
                  <a:pt x="12074" y="78"/>
                </a:lnTo>
                <a:cubicBezTo>
                  <a:pt x="11944" y="63"/>
                  <a:pt x="11814" y="49"/>
                  <a:pt x="11683" y="38"/>
                </a:cubicBezTo>
                <a:close/>
                <a:moveTo>
                  <a:pt x="9136" y="131"/>
                </a:moveTo>
                <a:cubicBezTo>
                  <a:pt x="8960" y="158"/>
                  <a:pt x="8786" y="190"/>
                  <a:pt x="8611" y="226"/>
                </a:cubicBezTo>
                <a:lnTo>
                  <a:pt x="226" y="8611"/>
                </a:lnTo>
                <a:cubicBezTo>
                  <a:pt x="190" y="8786"/>
                  <a:pt x="157" y="8961"/>
                  <a:pt x="130" y="9137"/>
                </a:cubicBezTo>
                <a:lnTo>
                  <a:pt x="9136" y="131"/>
                </a:lnTo>
                <a:close/>
                <a:moveTo>
                  <a:pt x="12541" y="143"/>
                </a:moveTo>
                <a:lnTo>
                  <a:pt x="143" y="12541"/>
                </a:lnTo>
                <a:cubicBezTo>
                  <a:pt x="163" y="12663"/>
                  <a:pt x="183" y="12785"/>
                  <a:pt x="207" y="12906"/>
                </a:cubicBezTo>
                <a:lnTo>
                  <a:pt x="12906" y="208"/>
                </a:lnTo>
                <a:cubicBezTo>
                  <a:pt x="12785" y="184"/>
                  <a:pt x="12663" y="163"/>
                  <a:pt x="12541" y="143"/>
                </a:cubicBezTo>
                <a:close/>
                <a:moveTo>
                  <a:pt x="13343" y="303"/>
                </a:moveTo>
                <a:lnTo>
                  <a:pt x="303" y="13343"/>
                </a:lnTo>
                <a:cubicBezTo>
                  <a:pt x="330" y="13456"/>
                  <a:pt x="361" y="13569"/>
                  <a:pt x="392" y="13682"/>
                </a:cubicBezTo>
                <a:lnTo>
                  <a:pt x="13682" y="393"/>
                </a:lnTo>
                <a:cubicBezTo>
                  <a:pt x="13569" y="362"/>
                  <a:pt x="13456" y="331"/>
                  <a:pt x="13343" y="303"/>
                </a:cubicBezTo>
                <a:close/>
                <a:moveTo>
                  <a:pt x="7909" y="395"/>
                </a:moveTo>
                <a:cubicBezTo>
                  <a:pt x="7701" y="452"/>
                  <a:pt x="7495" y="515"/>
                  <a:pt x="7290" y="585"/>
                </a:cubicBezTo>
                <a:lnTo>
                  <a:pt x="584" y="7290"/>
                </a:lnTo>
                <a:cubicBezTo>
                  <a:pt x="514" y="7495"/>
                  <a:pt x="452" y="7702"/>
                  <a:pt x="394" y="7909"/>
                </a:cubicBezTo>
                <a:lnTo>
                  <a:pt x="7909" y="395"/>
                </a:lnTo>
                <a:close/>
                <a:moveTo>
                  <a:pt x="14094" y="515"/>
                </a:moveTo>
                <a:lnTo>
                  <a:pt x="514" y="14094"/>
                </a:lnTo>
                <a:cubicBezTo>
                  <a:pt x="549" y="14202"/>
                  <a:pt x="583" y="14310"/>
                  <a:pt x="620" y="14417"/>
                </a:cubicBezTo>
                <a:lnTo>
                  <a:pt x="14417" y="621"/>
                </a:lnTo>
                <a:cubicBezTo>
                  <a:pt x="14310" y="583"/>
                  <a:pt x="14202" y="549"/>
                  <a:pt x="14094" y="515"/>
                </a:cubicBezTo>
                <a:close/>
                <a:moveTo>
                  <a:pt x="14804" y="767"/>
                </a:moveTo>
                <a:lnTo>
                  <a:pt x="767" y="14804"/>
                </a:lnTo>
                <a:cubicBezTo>
                  <a:pt x="807" y="14905"/>
                  <a:pt x="851" y="15004"/>
                  <a:pt x="894" y="15104"/>
                </a:cubicBezTo>
                <a:lnTo>
                  <a:pt x="15104" y="895"/>
                </a:lnTo>
                <a:cubicBezTo>
                  <a:pt x="15004" y="852"/>
                  <a:pt x="14905" y="807"/>
                  <a:pt x="14804" y="767"/>
                </a:cubicBezTo>
                <a:close/>
                <a:moveTo>
                  <a:pt x="6411" y="932"/>
                </a:moveTo>
                <a:cubicBezTo>
                  <a:pt x="6118" y="1062"/>
                  <a:pt x="5831" y="1206"/>
                  <a:pt x="5549" y="1363"/>
                </a:cubicBezTo>
                <a:lnTo>
                  <a:pt x="1362" y="5549"/>
                </a:lnTo>
                <a:cubicBezTo>
                  <a:pt x="1205" y="5832"/>
                  <a:pt x="1061" y="6119"/>
                  <a:pt x="931" y="6411"/>
                </a:cubicBezTo>
                <a:lnTo>
                  <a:pt x="6411" y="932"/>
                </a:lnTo>
                <a:close/>
                <a:moveTo>
                  <a:pt x="15470" y="1061"/>
                </a:moveTo>
                <a:lnTo>
                  <a:pt x="1060" y="15471"/>
                </a:lnTo>
                <a:cubicBezTo>
                  <a:pt x="1106" y="15567"/>
                  <a:pt x="1153" y="15664"/>
                  <a:pt x="1202" y="15759"/>
                </a:cubicBezTo>
                <a:lnTo>
                  <a:pt x="15759" y="1203"/>
                </a:lnTo>
                <a:cubicBezTo>
                  <a:pt x="15663" y="1153"/>
                  <a:pt x="15567" y="1107"/>
                  <a:pt x="15470" y="1061"/>
                </a:cubicBezTo>
                <a:close/>
                <a:moveTo>
                  <a:pt x="16103" y="1391"/>
                </a:moveTo>
                <a:lnTo>
                  <a:pt x="1391" y="16103"/>
                </a:lnTo>
                <a:cubicBezTo>
                  <a:pt x="1442" y="16194"/>
                  <a:pt x="1494" y="16285"/>
                  <a:pt x="1548" y="16375"/>
                </a:cubicBezTo>
                <a:lnTo>
                  <a:pt x="16375" y="1549"/>
                </a:lnTo>
                <a:cubicBezTo>
                  <a:pt x="16285" y="1495"/>
                  <a:pt x="16194" y="1442"/>
                  <a:pt x="16103" y="1391"/>
                </a:cubicBezTo>
                <a:close/>
                <a:moveTo>
                  <a:pt x="16703" y="1754"/>
                </a:moveTo>
                <a:lnTo>
                  <a:pt x="1753" y="16703"/>
                </a:lnTo>
                <a:cubicBezTo>
                  <a:pt x="1809" y="16788"/>
                  <a:pt x="1869" y="16872"/>
                  <a:pt x="1928" y="16956"/>
                </a:cubicBezTo>
                <a:lnTo>
                  <a:pt x="16956" y="1928"/>
                </a:lnTo>
                <a:cubicBezTo>
                  <a:pt x="16872" y="1869"/>
                  <a:pt x="16788" y="1810"/>
                  <a:pt x="16703" y="1754"/>
                </a:cubicBezTo>
                <a:close/>
                <a:moveTo>
                  <a:pt x="17267" y="2151"/>
                </a:moveTo>
                <a:lnTo>
                  <a:pt x="2151" y="17267"/>
                </a:lnTo>
                <a:cubicBezTo>
                  <a:pt x="2212" y="17349"/>
                  <a:pt x="2274" y="17430"/>
                  <a:pt x="2338" y="17510"/>
                </a:cubicBezTo>
                <a:lnTo>
                  <a:pt x="17510" y="2338"/>
                </a:lnTo>
                <a:cubicBezTo>
                  <a:pt x="17430" y="2275"/>
                  <a:pt x="17349" y="2212"/>
                  <a:pt x="17267" y="2151"/>
                </a:cubicBezTo>
                <a:close/>
                <a:moveTo>
                  <a:pt x="3805" y="2574"/>
                </a:moveTo>
                <a:cubicBezTo>
                  <a:pt x="3586" y="2761"/>
                  <a:pt x="3370" y="2956"/>
                  <a:pt x="3163" y="3163"/>
                </a:cubicBezTo>
                <a:cubicBezTo>
                  <a:pt x="2955" y="3371"/>
                  <a:pt x="2761" y="3586"/>
                  <a:pt x="2574" y="3806"/>
                </a:cubicBezTo>
                <a:lnTo>
                  <a:pt x="3805" y="2574"/>
                </a:lnTo>
                <a:close/>
                <a:moveTo>
                  <a:pt x="17801" y="2579"/>
                </a:moveTo>
                <a:lnTo>
                  <a:pt x="2579" y="17801"/>
                </a:lnTo>
                <a:cubicBezTo>
                  <a:pt x="2645" y="17878"/>
                  <a:pt x="2709" y="17957"/>
                  <a:pt x="2777" y="18032"/>
                </a:cubicBezTo>
                <a:lnTo>
                  <a:pt x="18032" y="2777"/>
                </a:lnTo>
                <a:cubicBezTo>
                  <a:pt x="17957" y="2709"/>
                  <a:pt x="17878" y="2645"/>
                  <a:pt x="17801" y="2579"/>
                </a:cubicBezTo>
                <a:close/>
                <a:moveTo>
                  <a:pt x="18304" y="3036"/>
                </a:moveTo>
                <a:lnTo>
                  <a:pt x="3036" y="18304"/>
                </a:lnTo>
                <a:cubicBezTo>
                  <a:pt x="3079" y="18349"/>
                  <a:pt x="3119" y="18394"/>
                  <a:pt x="3163" y="18438"/>
                </a:cubicBezTo>
                <a:cubicBezTo>
                  <a:pt x="3191" y="18466"/>
                  <a:pt x="3222" y="18492"/>
                  <a:pt x="3250" y="18521"/>
                </a:cubicBezTo>
                <a:lnTo>
                  <a:pt x="18521" y="3251"/>
                </a:lnTo>
                <a:cubicBezTo>
                  <a:pt x="18492" y="3222"/>
                  <a:pt x="18466" y="3192"/>
                  <a:pt x="18438" y="3163"/>
                </a:cubicBezTo>
                <a:cubicBezTo>
                  <a:pt x="18394" y="3119"/>
                  <a:pt x="18348" y="3079"/>
                  <a:pt x="18304" y="3036"/>
                </a:cubicBezTo>
                <a:close/>
                <a:moveTo>
                  <a:pt x="18781" y="3523"/>
                </a:moveTo>
                <a:lnTo>
                  <a:pt x="3522" y="18781"/>
                </a:lnTo>
                <a:cubicBezTo>
                  <a:pt x="3598" y="18850"/>
                  <a:pt x="3676" y="18915"/>
                  <a:pt x="3753" y="18982"/>
                </a:cubicBezTo>
                <a:lnTo>
                  <a:pt x="18982" y="3753"/>
                </a:lnTo>
                <a:cubicBezTo>
                  <a:pt x="18915" y="3676"/>
                  <a:pt x="18850" y="3598"/>
                  <a:pt x="18781" y="3523"/>
                </a:cubicBezTo>
                <a:close/>
                <a:moveTo>
                  <a:pt x="19224" y="4041"/>
                </a:moveTo>
                <a:lnTo>
                  <a:pt x="4041" y="19224"/>
                </a:lnTo>
                <a:cubicBezTo>
                  <a:pt x="4121" y="19289"/>
                  <a:pt x="4202" y="19350"/>
                  <a:pt x="4283" y="19412"/>
                </a:cubicBezTo>
                <a:lnTo>
                  <a:pt x="19412" y="4283"/>
                </a:lnTo>
                <a:cubicBezTo>
                  <a:pt x="19350" y="4202"/>
                  <a:pt x="19289" y="4121"/>
                  <a:pt x="19224" y="4041"/>
                </a:cubicBezTo>
                <a:close/>
                <a:moveTo>
                  <a:pt x="19637" y="4591"/>
                </a:moveTo>
                <a:lnTo>
                  <a:pt x="4591" y="19637"/>
                </a:lnTo>
                <a:cubicBezTo>
                  <a:pt x="4675" y="19696"/>
                  <a:pt x="4758" y="19757"/>
                  <a:pt x="4843" y="19813"/>
                </a:cubicBezTo>
                <a:lnTo>
                  <a:pt x="19813" y="4844"/>
                </a:lnTo>
                <a:cubicBezTo>
                  <a:pt x="19757" y="4758"/>
                  <a:pt x="19696" y="4675"/>
                  <a:pt x="19637" y="4591"/>
                </a:cubicBezTo>
                <a:close/>
                <a:moveTo>
                  <a:pt x="20019" y="5172"/>
                </a:moveTo>
                <a:lnTo>
                  <a:pt x="5172" y="20019"/>
                </a:lnTo>
                <a:cubicBezTo>
                  <a:pt x="5261" y="20073"/>
                  <a:pt x="5351" y="20126"/>
                  <a:pt x="5441" y="20178"/>
                </a:cubicBezTo>
                <a:lnTo>
                  <a:pt x="20178" y="5441"/>
                </a:lnTo>
                <a:cubicBezTo>
                  <a:pt x="20126" y="5351"/>
                  <a:pt x="20073" y="5261"/>
                  <a:pt x="20019" y="5172"/>
                </a:cubicBezTo>
                <a:close/>
                <a:moveTo>
                  <a:pt x="20369" y="5782"/>
                </a:moveTo>
                <a:lnTo>
                  <a:pt x="5782" y="20369"/>
                </a:lnTo>
                <a:cubicBezTo>
                  <a:pt x="5877" y="20419"/>
                  <a:pt x="5974" y="20463"/>
                  <a:pt x="6071" y="20510"/>
                </a:cubicBezTo>
                <a:lnTo>
                  <a:pt x="20510" y="6071"/>
                </a:lnTo>
                <a:cubicBezTo>
                  <a:pt x="20463" y="5975"/>
                  <a:pt x="20419" y="5878"/>
                  <a:pt x="20369" y="5782"/>
                </a:cubicBezTo>
                <a:close/>
                <a:moveTo>
                  <a:pt x="20679" y="6434"/>
                </a:moveTo>
                <a:lnTo>
                  <a:pt x="6434" y="20679"/>
                </a:lnTo>
                <a:cubicBezTo>
                  <a:pt x="6534" y="20723"/>
                  <a:pt x="6633" y="20769"/>
                  <a:pt x="6734" y="20809"/>
                </a:cubicBezTo>
                <a:lnTo>
                  <a:pt x="20809" y="6735"/>
                </a:lnTo>
                <a:cubicBezTo>
                  <a:pt x="20769" y="6634"/>
                  <a:pt x="20723" y="6534"/>
                  <a:pt x="20679" y="6434"/>
                </a:cubicBezTo>
                <a:close/>
                <a:moveTo>
                  <a:pt x="20956" y="7121"/>
                </a:moveTo>
                <a:lnTo>
                  <a:pt x="7120" y="20956"/>
                </a:lnTo>
                <a:cubicBezTo>
                  <a:pt x="7226" y="20994"/>
                  <a:pt x="7333" y="21030"/>
                  <a:pt x="7439" y="21065"/>
                </a:cubicBezTo>
                <a:lnTo>
                  <a:pt x="21065" y="7439"/>
                </a:lnTo>
                <a:cubicBezTo>
                  <a:pt x="21030" y="7333"/>
                  <a:pt x="20994" y="7226"/>
                  <a:pt x="20956" y="7121"/>
                </a:cubicBezTo>
                <a:close/>
                <a:moveTo>
                  <a:pt x="21190" y="7848"/>
                </a:moveTo>
                <a:lnTo>
                  <a:pt x="7848" y="21190"/>
                </a:lnTo>
                <a:cubicBezTo>
                  <a:pt x="7960" y="21221"/>
                  <a:pt x="8073" y="21252"/>
                  <a:pt x="8186" y="21280"/>
                </a:cubicBezTo>
                <a:lnTo>
                  <a:pt x="21280" y="8186"/>
                </a:lnTo>
                <a:cubicBezTo>
                  <a:pt x="21252" y="8073"/>
                  <a:pt x="21221" y="7960"/>
                  <a:pt x="21190" y="7848"/>
                </a:cubicBezTo>
                <a:close/>
                <a:moveTo>
                  <a:pt x="21378" y="8623"/>
                </a:moveTo>
                <a:lnTo>
                  <a:pt x="8623" y="21378"/>
                </a:lnTo>
                <a:cubicBezTo>
                  <a:pt x="8743" y="21402"/>
                  <a:pt x="8863" y="21424"/>
                  <a:pt x="8984" y="21445"/>
                </a:cubicBezTo>
                <a:lnTo>
                  <a:pt x="21445" y="8984"/>
                </a:lnTo>
                <a:cubicBezTo>
                  <a:pt x="21424" y="8864"/>
                  <a:pt x="21402" y="8743"/>
                  <a:pt x="21378" y="8623"/>
                </a:cubicBezTo>
                <a:close/>
                <a:moveTo>
                  <a:pt x="21514" y="9448"/>
                </a:moveTo>
                <a:lnTo>
                  <a:pt x="9447" y="21514"/>
                </a:lnTo>
                <a:cubicBezTo>
                  <a:pt x="9576" y="21530"/>
                  <a:pt x="9704" y="21546"/>
                  <a:pt x="9833" y="21557"/>
                </a:cubicBezTo>
                <a:lnTo>
                  <a:pt x="21557" y="9834"/>
                </a:lnTo>
                <a:cubicBezTo>
                  <a:pt x="21546" y="9705"/>
                  <a:pt x="21530" y="9576"/>
                  <a:pt x="21514" y="9448"/>
                </a:cubicBezTo>
                <a:close/>
                <a:moveTo>
                  <a:pt x="21590" y="10333"/>
                </a:moveTo>
                <a:lnTo>
                  <a:pt x="10332" y="21590"/>
                </a:lnTo>
                <a:cubicBezTo>
                  <a:pt x="10473" y="21596"/>
                  <a:pt x="10613" y="21599"/>
                  <a:pt x="10753" y="21600"/>
                </a:cubicBezTo>
                <a:lnTo>
                  <a:pt x="21600" y="10754"/>
                </a:lnTo>
                <a:cubicBezTo>
                  <a:pt x="21599" y="10613"/>
                  <a:pt x="21596" y="10473"/>
                  <a:pt x="21590" y="10333"/>
                </a:cubicBezTo>
                <a:close/>
                <a:moveTo>
                  <a:pt x="21590" y="11296"/>
                </a:moveTo>
                <a:lnTo>
                  <a:pt x="11295" y="21590"/>
                </a:lnTo>
                <a:cubicBezTo>
                  <a:pt x="11449" y="21583"/>
                  <a:pt x="11603" y="21572"/>
                  <a:pt x="11757" y="21558"/>
                </a:cubicBezTo>
                <a:lnTo>
                  <a:pt x="21558" y="11757"/>
                </a:lnTo>
                <a:cubicBezTo>
                  <a:pt x="21572" y="11603"/>
                  <a:pt x="21583" y="11450"/>
                  <a:pt x="21590" y="11296"/>
                </a:cubicBezTo>
                <a:close/>
                <a:moveTo>
                  <a:pt x="21489" y="12358"/>
                </a:moveTo>
                <a:lnTo>
                  <a:pt x="12358" y="21489"/>
                </a:lnTo>
                <a:cubicBezTo>
                  <a:pt x="12531" y="21464"/>
                  <a:pt x="12703" y="21434"/>
                  <a:pt x="12876" y="21400"/>
                </a:cubicBezTo>
                <a:lnTo>
                  <a:pt x="21400" y="12876"/>
                </a:lnTo>
                <a:cubicBezTo>
                  <a:pt x="21434" y="12704"/>
                  <a:pt x="21464" y="12531"/>
                  <a:pt x="21489" y="12358"/>
                </a:cubicBezTo>
                <a:close/>
                <a:moveTo>
                  <a:pt x="21239" y="13569"/>
                </a:moveTo>
                <a:lnTo>
                  <a:pt x="13569" y="21239"/>
                </a:lnTo>
                <a:cubicBezTo>
                  <a:pt x="13774" y="21185"/>
                  <a:pt x="13978" y="21125"/>
                  <a:pt x="14181" y="21058"/>
                </a:cubicBezTo>
                <a:lnTo>
                  <a:pt x="21058" y="14181"/>
                </a:lnTo>
                <a:cubicBezTo>
                  <a:pt x="21125" y="13978"/>
                  <a:pt x="21185" y="13774"/>
                  <a:pt x="21239" y="13569"/>
                </a:cubicBezTo>
                <a:close/>
                <a:moveTo>
                  <a:pt x="20736" y="15035"/>
                </a:moveTo>
                <a:lnTo>
                  <a:pt x="15035" y="20736"/>
                </a:lnTo>
                <a:cubicBezTo>
                  <a:pt x="15310" y="20619"/>
                  <a:pt x="15581" y="20493"/>
                  <a:pt x="15848" y="20352"/>
                </a:cubicBezTo>
                <a:lnTo>
                  <a:pt x="20352" y="15848"/>
                </a:lnTo>
                <a:cubicBezTo>
                  <a:pt x="20493" y="15581"/>
                  <a:pt x="20619" y="15310"/>
                  <a:pt x="20736" y="15035"/>
                </a:cubicBezTo>
                <a:close/>
                <a:moveTo>
                  <a:pt x="19400" y="17332"/>
                </a:moveTo>
                <a:lnTo>
                  <a:pt x="17332" y="19400"/>
                </a:lnTo>
                <a:cubicBezTo>
                  <a:pt x="17716" y="19108"/>
                  <a:pt x="18087" y="18789"/>
                  <a:pt x="18438" y="18438"/>
                </a:cubicBezTo>
                <a:cubicBezTo>
                  <a:pt x="18788" y="18087"/>
                  <a:pt x="19107" y="17716"/>
                  <a:pt x="19400" y="17332"/>
                </a:cubicBezTo>
                <a:close/>
              </a:path>
            </a:pathLst>
          </a:custGeom>
          <a:solidFill>
            <a:schemeClr val="accent4"/>
          </a:solidFill>
          <a:ln w="12700">
            <a:miter lim="400000"/>
          </a:ln>
        </p:spPr>
        <p:txBody>
          <a:bodyPr lIns="0" tIns="0" rIns="0" bIns="0" anchor="ctr"/>
          <a:lstStyle/>
          <a:p>
            <a:pPr marL="0" marR="0" lvl="0" indent="0" algn="ctr" defTabSz="8255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 kumimoji="0" sz="32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Helvetica Neue Medium"/>
              <a:sym typeface="Helvetica Neue Medium"/>
            </a:endParaRPr>
          </a:p>
        </p:txBody>
      </p:sp>
      <p:sp>
        <p:nvSpPr>
          <p:cNvPr id="219" name="Shape">
            <a:extLst>
              <a:ext uri="{FF2B5EF4-FFF2-40B4-BE49-F238E27FC236}">
                <a16:creationId xmlns:a16="http://schemas.microsoft.com/office/drawing/2014/main" id="{5E3920D3-CF2B-6FD0-285B-95FC8AE8828E}"/>
              </a:ext>
            </a:extLst>
          </p:cNvPr>
          <p:cNvSpPr/>
          <p:nvPr/>
        </p:nvSpPr>
        <p:spPr>
          <a:xfrm>
            <a:off x="11727838" y="12253507"/>
            <a:ext cx="4276957" cy="427713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800" y="0"/>
                </a:moveTo>
                <a:cubicBezTo>
                  <a:pt x="10787" y="0"/>
                  <a:pt x="10773" y="1"/>
                  <a:pt x="10759" y="1"/>
                </a:cubicBezTo>
                <a:lnTo>
                  <a:pt x="1" y="10760"/>
                </a:lnTo>
                <a:cubicBezTo>
                  <a:pt x="0" y="10900"/>
                  <a:pt x="3" y="11040"/>
                  <a:pt x="8" y="11181"/>
                </a:cubicBezTo>
                <a:lnTo>
                  <a:pt x="11180" y="9"/>
                </a:lnTo>
                <a:cubicBezTo>
                  <a:pt x="11054" y="4"/>
                  <a:pt x="10927" y="0"/>
                  <a:pt x="10800" y="0"/>
                </a:cubicBezTo>
                <a:close/>
                <a:moveTo>
                  <a:pt x="10211" y="17"/>
                </a:moveTo>
                <a:cubicBezTo>
                  <a:pt x="10057" y="25"/>
                  <a:pt x="9903" y="36"/>
                  <a:pt x="9748" y="51"/>
                </a:cubicBezTo>
                <a:lnTo>
                  <a:pt x="50" y="9749"/>
                </a:lnTo>
                <a:cubicBezTo>
                  <a:pt x="35" y="9903"/>
                  <a:pt x="25" y="10057"/>
                  <a:pt x="16" y="10212"/>
                </a:cubicBezTo>
                <a:lnTo>
                  <a:pt x="10211" y="17"/>
                </a:lnTo>
                <a:close/>
                <a:moveTo>
                  <a:pt x="11683" y="38"/>
                </a:moveTo>
                <a:lnTo>
                  <a:pt x="38" y="11684"/>
                </a:lnTo>
                <a:cubicBezTo>
                  <a:pt x="48" y="11814"/>
                  <a:pt x="62" y="11944"/>
                  <a:pt x="78" y="12075"/>
                </a:cubicBezTo>
                <a:lnTo>
                  <a:pt x="12074" y="78"/>
                </a:lnTo>
                <a:cubicBezTo>
                  <a:pt x="11944" y="63"/>
                  <a:pt x="11814" y="49"/>
                  <a:pt x="11683" y="38"/>
                </a:cubicBezTo>
                <a:close/>
                <a:moveTo>
                  <a:pt x="9136" y="131"/>
                </a:moveTo>
                <a:cubicBezTo>
                  <a:pt x="8960" y="158"/>
                  <a:pt x="8786" y="190"/>
                  <a:pt x="8611" y="226"/>
                </a:cubicBezTo>
                <a:lnTo>
                  <a:pt x="226" y="8611"/>
                </a:lnTo>
                <a:cubicBezTo>
                  <a:pt x="190" y="8786"/>
                  <a:pt x="157" y="8961"/>
                  <a:pt x="130" y="9137"/>
                </a:cubicBezTo>
                <a:lnTo>
                  <a:pt x="9136" y="131"/>
                </a:lnTo>
                <a:close/>
                <a:moveTo>
                  <a:pt x="12541" y="143"/>
                </a:moveTo>
                <a:lnTo>
                  <a:pt x="143" y="12541"/>
                </a:lnTo>
                <a:cubicBezTo>
                  <a:pt x="163" y="12663"/>
                  <a:pt x="183" y="12785"/>
                  <a:pt x="207" y="12906"/>
                </a:cubicBezTo>
                <a:lnTo>
                  <a:pt x="12906" y="208"/>
                </a:lnTo>
                <a:cubicBezTo>
                  <a:pt x="12785" y="184"/>
                  <a:pt x="12663" y="163"/>
                  <a:pt x="12541" y="143"/>
                </a:cubicBezTo>
                <a:close/>
                <a:moveTo>
                  <a:pt x="13343" y="303"/>
                </a:moveTo>
                <a:lnTo>
                  <a:pt x="303" y="13343"/>
                </a:lnTo>
                <a:cubicBezTo>
                  <a:pt x="330" y="13456"/>
                  <a:pt x="361" y="13569"/>
                  <a:pt x="392" y="13682"/>
                </a:cubicBezTo>
                <a:lnTo>
                  <a:pt x="13682" y="393"/>
                </a:lnTo>
                <a:cubicBezTo>
                  <a:pt x="13569" y="362"/>
                  <a:pt x="13456" y="331"/>
                  <a:pt x="13343" y="303"/>
                </a:cubicBezTo>
                <a:close/>
                <a:moveTo>
                  <a:pt x="7909" y="395"/>
                </a:moveTo>
                <a:cubicBezTo>
                  <a:pt x="7701" y="452"/>
                  <a:pt x="7495" y="515"/>
                  <a:pt x="7290" y="585"/>
                </a:cubicBezTo>
                <a:lnTo>
                  <a:pt x="584" y="7290"/>
                </a:lnTo>
                <a:cubicBezTo>
                  <a:pt x="514" y="7495"/>
                  <a:pt x="452" y="7702"/>
                  <a:pt x="394" y="7909"/>
                </a:cubicBezTo>
                <a:lnTo>
                  <a:pt x="7909" y="395"/>
                </a:lnTo>
                <a:close/>
                <a:moveTo>
                  <a:pt x="14094" y="515"/>
                </a:moveTo>
                <a:lnTo>
                  <a:pt x="514" y="14094"/>
                </a:lnTo>
                <a:cubicBezTo>
                  <a:pt x="549" y="14202"/>
                  <a:pt x="583" y="14310"/>
                  <a:pt x="620" y="14417"/>
                </a:cubicBezTo>
                <a:lnTo>
                  <a:pt x="14417" y="621"/>
                </a:lnTo>
                <a:cubicBezTo>
                  <a:pt x="14310" y="583"/>
                  <a:pt x="14202" y="549"/>
                  <a:pt x="14094" y="515"/>
                </a:cubicBezTo>
                <a:close/>
                <a:moveTo>
                  <a:pt x="14804" y="767"/>
                </a:moveTo>
                <a:lnTo>
                  <a:pt x="767" y="14804"/>
                </a:lnTo>
                <a:cubicBezTo>
                  <a:pt x="807" y="14905"/>
                  <a:pt x="851" y="15004"/>
                  <a:pt x="894" y="15104"/>
                </a:cubicBezTo>
                <a:lnTo>
                  <a:pt x="15104" y="895"/>
                </a:lnTo>
                <a:cubicBezTo>
                  <a:pt x="15004" y="852"/>
                  <a:pt x="14905" y="807"/>
                  <a:pt x="14804" y="767"/>
                </a:cubicBezTo>
                <a:close/>
                <a:moveTo>
                  <a:pt x="6411" y="932"/>
                </a:moveTo>
                <a:cubicBezTo>
                  <a:pt x="6118" y="1062"/>
                  <a:pt x="5831" y="1206"/>
                  <a:pt x="5549" y="1363"/>
                </a:cubicBezTo>
                <a:lnTo>
                  <a:pt x="1362" y="5549"/>
                </a:lnTo>
                <a:cubicBezTo>
                  <a:pt x="1205" y="5832"/>
                  <a:pt x="1061" y="6119"/>
                  <a:pt x="931" y="6411"/>
                </a:cubicBezTo>
                <a:lnTo>
                  <a:pt x="6411" y="932"/>
                </a:lnTo>
                <a:close/>
                <a:moveTo>
                  <a:pt x="15470" y="1061"/>
                </a:moveTo>
                <a:lnTo>
                  <a:pt x="1060" y="15471"/>
                </a:lnTo>
                <a:cubicBezTo>
                  <a:pt x="1106" y="15567"/>
                  <a:pt x="1153" y="15664"/>
                  <a:pt x="1202" y="15759"/>
                </a:cubicBezTo>
                <a:lnTo>
                  <a:pt x="15759" y="1203"/>
                </a:lnTo>
                <a:cubicBezTo>
                  <a:pt x="15663" y="1153"/>
                  <a:pt x="15567" y="1107"/>
                  <a:pt x="15470" y="1061"/>
                </a:cubicBezTo>
                <a:close/>
                <a:moveTo>
                  <a:pt x="16103" y="1391"/>
                </a:moveTo>
                <a:lnTo>
                  <a:pt x="1391" y="16103"/>
                </a:lnTo>
                <a:cubicBezTo>
                  <a:pt x="1442" y="16194"/>
                  <a:pt x="1494" y="16285"/>
                  <a:pt x="1549" y="16375"/>
                </a:cubicBezTo>
                <a:lnTo>
                  <a:pt x="16375" y="1549"/>
                </a:lnTo>
                <a:cubicBezTo>
                  <a:pt x="16285" y="1495"/>
                  <a:pt x="16194" y="1442"/>
                  <a:pt x="16103" y="1391"/>
                </a:cubicBezTo>
                <a:close/>
                <a:moveTo>
                  <a:pt x="16703" y="1754"/>
                </a:moveTo>
                <a:lnTo>
                  <a:pt x="1753" y="16703"/>
                </a:lnTo>
                <a:cubicBezTo>
                  <a:pt x="1809" y="16788"/>
                  <a:pt x="1869" y="16872"/>
                  <a:pt x="1928" y="16956"/>
                </a:cubicBezTo>
                <a:lnTo>
                  <a:pt x="16956" y="1928"/>
                </a:lnTo>
                <a:cubicBezTo>
                  <a:pt x="16872" y="1869"/>
                  <a:pt x="16788" y="1810"/>
                  <a:pt x="16703" y="1754"/>
                </a:cubicBezTo>
                <a:close/>
                <a:moveTo>
                  <a:pt x="17267" y="2151"/>
                </a:moveTo>
                <a:lnTo>
                  <a:pt x="2151" y="17267"/>
                </a:lnTo>
                <a:cubicBezTo>
                  <a:pt x="2212" y="17349"/>
                  <a:pt x="2274" y="17430"/>
                  <a:pt x="2338" y="17510"/>
                </a:cubicBezTo>
                <a:lnTo>
                  <a:pt x="17510" y="2338"/>
                </a:lnTo>
                <a:cubicBezTo>
                  <a:pt x="17430" y="2275"/>
                  <a:pt x="17349" y="2212"/>
                  <a:pt x="17267" y="2151"/>
                </a:cubicBezTo>
                <a:close/>
                <a:moveTo>
                  <a:pt x="3805" y="2574"/>
                </a:moveTo>
                <a:cubicBezTo>
                  <a:pt x="3586" y="2761"/>
                  <a:pt x="3370" y="2956"/>
                  <a:pt x="3163" y="3163"/>
                </a:cubicBezTo>
                <a:cubicBezTo>
                  <a:pt x="2955" y="3371"/>
                  <a:pt x="2761" y="3586"/>
                  <a:pt x="2574" y="3806"/>
                </a:cubicBezTo>
                <a:lnTo>
                  <a:pt x="3805" y="2574"/>
                </a:lnTo>
                <a:close/>
                <a:moveTo>
                  <a:pt x="17801" y="2579"/>
                </a:moveTo>
                <a:lnTo>
                  <a:pt x="2579" y="17801"/>
                </a:lnTo>
                <a:cubicBezTo>
                  <a:pt x="2645" y="17878"/>
                  <a:pt x="2709" y="17957"/>
                  <a:pt x="2777" y="18032"/>
                </a:cubicBezTo>
                <a:lnTo>
                  <a:pt x="18032" y="2777"/>
                </a:lnTo>
                <a:cubicBezTo>
                  <a:pt x="17957" y="2709"/>
                  <a:pt x="17878" y="2645"/>
                  <a:pt x="17801" y="2579"/>
                </a:cubicBezTo>
                <a:close/>
                <a:moveTo>
                  <a:pt x="18304" y="3036"/>
                </a:moveTo>
                <a:lnTo>
                  <a:pt x="3036" y="18304"/>
                </a:lnTo>
                <a:cubicBezTo>
                  <a:pt x="3079" y="18349"/>
                  <a:pt x="3119" y="18394"/>
                  <a:pt x="3163" y="18438"/>
                </a:cubicBezTo>
                <a:cubicBezTo>
                  <a:pt x="3191" y="18466"/>
                  <a:pt x="3222" y="18492"/>
                  <a:pt x="3250" y="18521"/>
                </a:cubicBezTo>
                <a:lnTo>
                  <a:pt x="18521" y="3251"/>
                </a:lnTo>
                <a:cubicBezTo>
                  <a:pt x="18492" y="3222"/>
                  <a:pt x="18466" y="3192"/>
                  <a:pt x="18438" y="3163"/>
                </a:cubicBezTo>
                <a:cubicBezTo>
                  <a:pt x="18394" y="3119"/>
                  <a:pt x="18348" y="3079"/>
                  <a:pt x="18304" y="3036"/>
                </a:cubicBezTo>
                <a:close/>
                <a:moveTo>
                  <a:pt x="18781" y="3523"/>
                </a:moveTo>
                <a:lnTo>
                  <a:pt x="3522" y="18781"/>
                </a:lnTo>
                <a:cubicBezTo>
                  <a:pt x="3598" y="18850"/>
                  <a:pt x="3676" y="18915"/>
                  <a:pt x="3753" y="18982"/>
                </a:cubicBezTo>
                <a:lnTo>
                  <a:pt x="18982" y="3753"/>
                </a:lnTo>
                <a:cubicBezTo>
                  <a:pt x="18915" y="3676"/>
                  <a:pt x="18850" y="3598"/>
                  <a:pt x="18781" y="3523"/>
                </a:cubicBezTo>
                <a:close/>
                <a:moveTo>
                  <a:pt x="19224" y="4041"/>
                </a:moveTo>
                <a:lnTo>
                  <a:pt x="4041" y="19224"/>
                </a:lnTo>
                <a:cubicBezTo>
                  <a:pt x="4121" y="19289"/>
                  <a:pt x="4202" y="19350"/>
                  <a:pt x="4283" y="19412"/>
                </a:cubicBezTo>
                <a:lnTo>
                  <a:pt x="19412" y="4283"/>
                </a:lnTo>
                <a:cubicBezTo>
                  <a:pt x="19350" y="4202"/>
                  <a:pt x="19289" y="4121"/>
                  <a:pt x="19224" y="4041"/>
                </a:cubicBezTo>
                <a:close/>
                <a:moveTo>
                  <a:pt x="19637" y="4591"/>
                </a:moveTo>
                <a:lnTo>
                  <a:pt x="4591" y="19637"/>
                </a:lnTo>
                <a:cubicBezTo>
                  <a:pt x="4675" y="19696"/>
                  <a:pt x="4758" y="19757"/>
                  <a:pt x="4843" y="19813"/>
                </a:cubicBezTo>
                <a:lnTo>
                  <a:pt x="19813" y="4844"/>
                </a:lnTo>
                <a:cubicBezTo>
                  <a:pt x="19757" y="4758"/>
                  <a:pt x="19696" y="4675"/>
                  <a:pt x="19637" y="4591"/>
                </a:cubicBezTo>
                <a:close/>
                <a:moveTo>
                  <a:pt x="20019" y="5172"/>
                </a:moveTo>
                <a:lnTo>
                  <a:pt x="5172" y="20019"/>
                </a:lnTo>
                <a:cubicBezTo>
                  <a:pt x="5261" y="20073"/>
                  <a:pt x="5351" y="20126"/>
                  <a:pt x="5441" y="20178"/>
                </a:cubicBezTo>
                <a:lnTo>
                  <a:pt x="20178" y="5441"/>
                </a:lnTo>
                <a:cubicBezTo>
                  <a:pt x="20126" y="5351"/>
                  <a:pt x="20073" y="5261"/>
                  <a:pt x="20019" y="5172"/>
                </a:cubicBezTo>
                <a:close/>
                <a:moveTo>
                  <a:pt x="20369" y="5782"/>
                </a:moveTo>
                <a:lnTo>
                  <a:pt x="5782" y="20369"/>
                </a:lnTo>
                <a:cubicBezTo>
                  <a:pt x="5877" y="20419"/>
                  <a:pt x="5974" y="20463"/>
                  <a:pt x="6071" y="20510"/>
                </a:cubicBezTo>
                <a:lnTo>
                  <a:pt x="20510" y="6071"/>
                </a:lnTo>
                <a:cubicBezTo>
                  <a:pt x="20463" y="5975"/>
                  <a:pt x="20419" y="5878"/>
                  <a:pt x="20369" y="5782"/>
                </a:cubicBezTo>
                <a:close/>
                <a:moveTo>
                  <a:pt x="20679" y="6434"/>
                </a:moveTo>
                <a:lnTo>
                  <a:pt x="6434" y="20679"/>
                </a:lnTo>
                <a:cubicBezTo>
                  <a:pt x="6534" y="20723"/>
                  <a:pt x="6633" y="20769"/>
                  <a:pt x="6734" y="20809"/>
                </a:cubicBezTo>
                <a:lnTo>
                  <a:pt x="20809" y="6735"/>
                </a:lnTo>
                <a:cubicBezTo>
                  <a:pt x="20769" y="6634"/>
                  <a:pt x="20723" y="6534"/>
                  <a:pt x="20679" y="6434"/>
                </a:cubicBezTo>
                <a:close/>
                <a:moveTo>
                  <a:pt x="20956" y="7121"/>
                </a:moveTo>
                <a:lnTo>
                  <a:pt x="7120" y="20956"/>
                </a:lnTo>
                <a:cubicBezTo>
                  <a:pt x="7226" y="20994"/>
                  <a:pt x="7333" y="21030"/>
                  <a:pt x="7439" y="21065"/>
                </a:cubicBezTo>
                <a:lnTo>
                  <a:pt x="21065" y="7439"/>
                </a:lnTo>
                <a:cubicBezTo>
                  <a:pt x="21030" y="7333"/>
                  <a:pt x="20994" y="7226"/>
                  <a:pt x="20956" y="7121"/>
                </a:cubicBezTo>
                <a:close/>
                <a:moveTo>
                  <a:pt x="21190" y="7848"/>
                </a:moveTo>
                <a:lnTo>
                  <a:pt x="7848" y="21190"/>
                </a:lnTo>
                <a:cubicBezTo>
                  <a:pt x="7960" y="21221"/>
                  <a:pt x="8073" y="21252"/>
                  <a:pt x="8186" y="21280"/>
                </a:cubicBezTo>
                <a:lnTo>
                  <a:pt x="21280" y="8186"/>
                </a:lnTo>
                <a:cubicBezTo>
                  <a:pt x="21252" y="8073"/>
                  <a:pt x="21221" y="7960"/>
                  <a:pt x="21190" y="7848"/>
                </a:cubicBezTo>
                <a:close/>
                <a:moveTo>
                  <a:pt x="21378" y="8623"/>
                </a:moveTo>
                <a:lnTo>
                  <a:pt x="8623" y="21378"/>
                </a:lnTo>
                <a:cubicBezTo>
                  <a:pt x="8743" y="21402"/>
                  <a:pt x="8863" y="21424"/>
                  <a:pt x="8984" y="21445"/>
                </a:cubicBezTo>
                <a:lnTo>
                  <a:pt x="21445" y="8984"/>
                </a:lnTo>
                <a:cubicBezTo>
                  <a:pt x="21424" y="8864"/>
                  <a:pt x="21402" y="8743"/>
                  <a:pt x="21378" y="8623"/>
                </a:cubicBezTo>
                <a:close/>
                <a:moveTo>
                  <a:pt x="21514" y="9448"/>
                </a:moveTo>
                <a:lnTo>
                  <a:pt x="9447" y="21514"/>
                </a:lnTo>
                <a:cubicBezTo>
                  <a:pt x="9576" y="21530"/>
                  <a:pt x="9704" y="21546"/>
                  <a:pt x="9833" y="21557"/>
                </a:cubicBezTo>
                <a:lnTo>
                  <a:pt x="21557" y="9834"/>
                </a:lnTo>
                <a:cubicBezTo>
                  <a:pt x="21546" y="9705"/>
                  <a:pt x="21530" y="9576"/>
                  <a:pt x="21514" y="9448"/>
                </a:cubicBezTo>
                <a:close/>
                <a:moveTo>
                  <a:pt x="21590" y="10333"/>
                </a:moveTo>
                <a:lnTo>
                  <a:pt x="10332" y="21590"/>
                </a:lnTo>
                <a:cubicBezTo>
                  <a:pt x="10473" y="21596"/>
                  <a:pt x="10613" y="21599"/>
                  <a:pt x="10753" y="21600"/>
                </a:cubicBezTo>
                <a:lnTo>
                  <a:pt x="21600" y="10754"/>
                </a:lnTo>
                <a:cubicBezTo>
                  <a:pt x="21599" y="10613"/>
                  <a:pt x="21596" y="10473"/>
                  <a:pt x="21590" y="10333"/>
                </a:cubicBezTo>
                <a:close/>
                <a:moveTo>
                  <a:pt x="21590" y="11296"/>
                </a:moveTo>
                <a:lnTo>
                  <a:pt x="11295" y="21590"/>
                </a:lnTo>
                <a:cubicBezTo>
                  <a:pt x="11449" y="21583"/>
                  <a:pt x="11603" y="21572"/>
                  <a:pt x="11757" y="21558"/>
                </a:cubicBezTo>
                <a:lnTo>
                  <a:pt x="21558" y="11757"/>
                </a:lnTo>
                <a:cubicBezTo>
                  <a:pt x="21572" y="11603"/>
                  <a:pt x="21583" y="11450"/>
                  <a:pt x="21590" y="11296"/>
                </a:cubicBezTo>
                <a:close/>
                <a:moveTo>
                  <a:pt x="21489" y="12358"/>
                </a:moveTo>
                <a:lnTo>
                  <a:pt x="12358" y="21489"/>
                </a:lnTo>
                <a:cubicBezTo>
                  <a:pt x="12531" y="21464"/>
                  <a:pt x="12703" y="21434"/>
                  <a:pt x="12876" y="21400"/>
                </a:cubicBezTo>
                <a:lnTo>
                  <a:pt x="21400" y="12876"/>
                </a:lnTo>
                <a:cubicBezTo>
                  <a:pt x="21434" y="12704"/>
                  <a:pt x="21464" y="12531"/>
                  <a:pt x="21489" y="12358"/>
                </a:cubicBezTo>
                <a:close/>
                <a:moveTo>
                  <a:pt x="21239" y="13569"/>
                </a:moveTo>
                <a:lnTo>
                  <a:pt x="13569" y="21239"/>
                </a:lnTo>
                <a:cubicBezTo>
                  <a:pt x="13774" y="21185"/>
                  <a:pt x="13978" y="21125"/>
                  <a:pt x="14181" y="21058"/>
                </a:cubicBezTo>
                <a:lnTo>
                  <a:pt x="21058" y="14181"/>
                </a:lnTo>
                <a:cubicBezTo>
                  <a:pt x="21125" y="13978"/>
                  <a:pt x="21185" y="13774"/>
                  <a:pt x="21239" y="13569"/>
                </a:cubicBezTo>
                <a:close/>
                <a:moveTo>
                  <a:pt x="20736" y="15035"/>
                </a:moveTo>
                <a:lnTo>
                  <a:pt x="15035" y="20736"/>
                </a:lnTo>
                <a:cubicBezTo>
                  <a:pt x="15310" y="20619"/>
                  <a:pt x="15581" y="20493"/>
                  <a:pt x="15848" y="20352"/>
                </a:cubicBezTo>
                <a:lnTo>
                  <a:pt x="20352" y="15848"/>
                </a:lnTo>
                <a:cubicBezTo>
                  <a:pt x="20493" y="15581"/>
                  <a:pt x="20619" y="15310"/>
                  <a:pt x="20736" y="15035"/>
                </a:cubicBezTo>
                <a:close/>
                <a:moveTo>
                  <a:pt x="19400" y="17332"/>
                </a:moveTo>
                <a:lnTo>
                  <a:pt x="17332" y="19400"/>
                </a:lnTo>
                <a:cubicBezTo>
                  <a:pt x="17716" y="19108"/>
                  <a:pt x="18087" y="18789"/>
                  <a:pt x="18438" y="18438"/>
                </a:cubicBezTo>
                <a:cubicBezTo>
                  <a:pt x="18788" y="18087"/>
                  <a:pt x="19107" y="17716"/>
                  <a:pt x="19400" y="17332"/>
                </a:cubicBezTo>
                <a:close/>
              </a:path>
            </a:pathLst>
          </a:custGeom>
          <a:solidFill>
            <a:schemeClr val="accent4"/>
          </a:solidFill>
          <a:ln w="12700">
            <a:miter lim="400000"/>
          </a:ln>
        </p:spPr>
        <p:txBody>
          <a:bodyPr lIns="0" tIns="0" rIns="0" bIns="0" anchor="ctr"/>
          <a:lstStyle/>
          <a:p>
            <a:pPr marL="0" marR="0" lvl="0" indent="0" algn="ctr" defTabSz="8255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 kumimoji="0" sz="32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Helvetica Neue Medium"/>
              <a:sym typeface="Helvetica Neue Medium"/>
            </a:endParaRPr>
          </a:p>
        </p:txBody>
      </p:sp>
      <p:sp>
        <p:nvSpPr>
          <p:cNvPr id="220" name="Shape">
            <a:extLst>
              <a:ext uri="{FF2B5EF4-FFF2-40B4-BE49-F238E27FC236}">
                <a16:creationId xmlns:a16="http://schemas.microsoft.com/office/drawing/2014/main" id="{97F7A1BC-8460-6DED-185E-A820C2807AAA}"/>
              </a:ext>
            </a:extLst>
          </p:cNvPr>
          <p:cNvSpPr/>
          <p:nvPr/>
        </p:nvSpPr>
        <p:spPr>
          <a:xfrm>
            <a:off x="22467966" y="8316507"/>
            <a:ext cx="4276957" cy="427713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800" y="0"/>
                </a:moveTo>
                <a:cubicBezTo>
                  <a:pt x="10787" y="0"/>
                  <a:pt x="10773" y="1"/>
                  <a:pt x="10759" y="1"/>
                </a:cubicBezTo>
                <a:lnTo>
                  <a:pt x="1" y="10760"/>
                </a:lnTo>
                <a:cubicBezTo>
                  <a:pt x="0" y="10900"/>
                  <a:pt x="3" y="11040"/>
                  <a:pt x="8" y="11181"/>
                </a:cubicBezTo>
                <a:lnTo>
                  <a:pt x="11180" y="9"/>
                </a:lnTo>
                <a:cubicBezTo>
                  <a:pt x="11054" y="4"/>
                  <a:pt x="10927" y="0"/>
                  <a:pt x="10800" y="0"/>
                </a:cubicBezTo>
                <a:close/>
                <a:moveTo>
                  <a:pt x="10211" y="17"/>
                </a:moveTo>
                <a:cubicBezTo>
                  <a:pt x="10057" y="25"/>
                  <a:pt x="9903" y="36"/>
                  <a:pt x="9748" y="51"/>
                </a:cubicBezTo>
                <a:lnTo>
                  <a:pt x="50" y="9749"/>
                </a:lnTo>
                <a:cubicBezTo>
                  <a:pt x="35" y="9903"/>
                  <a:pt x="25" y="10057"/>
                  <a:pt x="16" y="10212"/>
                </a:cubicBezTo>
                <a:lnTo>
                  <a:pt x="10211" y="17"/>
                </a:lnTo>
                <a:close/>
                <a:moveTo>
                  <a:pt x="11683" y="38"/>
                </a:moveTo>
                <a:lnTo>
                  <a:pt x="38" y="11684"/>
                </a:lnTo>
                <a:cubicBezTo>
                  <a:pt x="48" y="11814"/>
                  <a:pt x="62" y="11944"/>
                  <a:pt x="78" y="12075"/>
                </a:cubicBezTo>
                <a:lnTo>
                  <a:pt x="12074" y="78"/>
                </a:lnTo>
                <a:cubicBezTo>
                  <a:pt x="11944" y="63"/>
                  <a:pt x="11814" y="49"/>
                  <a:pt x="11683" y="38"/>
                </a:cubicBezTo>
                <a:close/>
                <a:moveTo>
                  <a:pt x="9136" y="131"/>
                </a:moveTo>
                <a:cubicBezTo>
                  <a:pt x="8960" y="158"/>
                  <a:pt x="8786" y="190"/>
                  <a:pt x="8611" y="226"/>
                </a:cubicBezTo>
                <a:lnTo>
                  <a:pt x="226" y="8611"/>
                </a:lnTo>
                <a:cubicBezTo>
                  <a:pt x="190" y="8786"/>
                  <a:pt x="157" y="8961"/>
                  <a:pt x="130" y="9137"/>
                </a:cubicBezTo>
                <a:lnTo>
                  <a:pt x="9136" y="131"/>
                </a:lnTo>
                <a:close/>
                <a:moveTo>
                  <a:pt x="12541" y="143"/>
                </a:moveTo>
                <a:lnTo>
                  <a:pt x="143" y="12541"/>
                </a:lnTo>
                <a:cubicBezTo>
                  <a:pt x="163" y="12663"/>
                  <a:pt x="183" y="12785"/>
                  <a:pt x="207" y="12906"/>
                </a:cubicBezTo>
                <a:lnTo>
                  <a:pt x="12906" y="208"/>
                </a:lnTo>
                <a:cubicBezTo>
                  <a:pt x="12785" y="184"/>
                  <a:pt x="12663" y="163"/>
                  <a:pt x="12541" y="143"/>
                </a:cubicBezTo>
                <a:close/>
                <a:moveTo>
                  <a:pt x="13343" y="303"/>
                </a:moveTo>
                <a:lnTo>
                  <a:pt x="303" y="13343"/>
                </a:lnTo>
                <a:cubicBezTo>
                  <a:pt x="330" y="13456"/>
                  <a:pt x="361" y="13569"/>
                  <a:pt x="392" y="13682"/>
                </a:cubicBezTo>
                <a:lnTo>
                  <a:pt x="13682" y="393"/>
                </a:lnTo>
                <a:cubicBezTo>
                  <a:pt x="13569" y="362"/>
                  <a:pt x="13456" y="331"/>
                  <a:pt x="13343" y="303"/>
                </a:cubicBezTo>
                <a:close/>
                <a:moveTo>
                  <a:pt x="7909" y="395"/>
                </a:moveTo>
                <a:cubicBezTo>
                  <a:pt x="7701" y="452"/>
                  <a:pt x="7495" y="515"/>
                  <a:pt x="7290" y="585"/>
                </a:cubicBezTo>
                <a:lnTo>
                  <a:pt x="584" y="7290"/>
                </a:lnTo>
                <a:cubicBezTo>
                  <a:pt x="514" y="7495"/>
                  <a:pt x="452" y="7702"/>
                  <a:pt x="394" y="7909"/>
                </a:cubicBezTo>
                <a:lnTo>
                  <a:pt x="7909" y="395"/>
                </a:lnTo>
                <a:close/>
                <a:moveTo>
                  <a:pt x="14094" y="515"/>
                </a:moveTo>
                <a:lnTo>
                  <a:pt x="514" y="14094"/>
                </a:lnTo>
                <a:cubicBezTo>
                  <a:pt x="549" y="14202"/>
                  <a:pt x="583" y="14310"/>
                  <a:pt x="620" y="14417"/>
                </a:cubicBezTo>
                <a:lnTo>
                  <a:pt x="14417" y="621"/>
                </a:lnTo>
                <a:cubicBezTo>
                  <a:pt x="14310" y="583"/>
                  <a:pt x="14202" y="549"/>
                  <a:pt x="14094" y="515"/>
                </a:cubicBezTo>
                <a:close/>
                <a:moveTo>
                  <a:pt x="14804" y="767"/>
                </a:moveTo>
                <a:lnTo>
                  <a:pt x="767" y="14804"/>
                </a:lnTo>
                <a:cubicBezTo>
                  <a:pt x="807" y="14905"/>
                  <a:pt x="851" y="15004"/>
                  <a:pt x="894" y="15104"/>
                </a:cubicBezTo>
                <a:lnTo>
                  <a:pt x="15104" y="895"/>
                </a:lnTo>
                <a:cubicBezTo>
                  <a:pt x="15004" y="852"/>
                  <a:pt x="14905" y="807"/>
                  <a:pt x="14804" y="767"/>
                </a:cubicBezTo>
                <a:close/>
                <a:moveTo>
                  <a:pt x="6411" y="932"/>
                </a:moveTo>
                <a:cubicBezTo>
                  <a:pt x="6118" y="1062"/>
                  <a:pt x="5831" y="1206"/>
                  <a:pt x="5549" y="1363"/>
                </a:cubicBezTo>
                <a:lnTo>
                  <a:pt x="1362" y="5549"/>
                </a:lnTo>
                <a:cubicBezTo>
                  <a:pt x="1205" y="5832"/>
                  <a:pt x="1061" y="6119"/>
                  <a:pt x="931" y="6411"/>
                </a:cubicBezTo>
                <a:lnTo>
                  <a:pt x="6411" y="932"/>
                </a:lnTo>
                <a:close/>
                <a:moveTo>
                  <a:pt x="15470" y="1061"/>
                </a:moveTo>
                <a:lnTo>
                  <a:pt x="1060" y="15471"/>
                </a:lnTo>
                <a:cubicBezTo>
                  <a:pt x="1106" y="15567"/>
                  <a:pt x="1153" y="15664"/>
                  <a:pt x="1202" y="15759"/>
                </a:cubicBezTo>
                <a:lnTo>
                  <a:pt x="15759" y="1203"/>
                </a:lnTo>
                <a:cubicBezTo>
                  <a:pt x="15663" y="1153"/>
                  <a:pt x="15567" y="1107"/>
                  <a:pt x="15470" y="1061"/>
                </a:cubicBezTo>
                <a:close/>
                <a:moveTo>
                  <a:pt x="16103" y="1391"/>
                </a:moveTo>
                <a:lnTo>
                  <a:pt x="1391" y="16103"/>
                </a:lnTo>
                <a:cubicBezTo>
                  <a:pt x="1442" y="16194"/>
                  <a:pt x="1494" y="16285"/>
                  <a:pt x="1549" y="16375"/>
                </a:cubicBezTo>
                <a:lnTo>
                  <a:pt x="16375" y="1549"/>
                </a:lnTo>
                <a:cubicBezTo>
                  <a:pt x="16285" y="1495"/>
                  <a:pt x="16194" y="1442"/>
                  <a:pt x="16103" y="1391"/>
                </a:cubicBezTo>
                <a:close/>
                <a:moveTo>
                  <a:pt x="16703" y="1754"/>
                </a:moveTo>
                <a:lnTo>
                  <a:pt x="1753" y="16703"/>
                </a:lnTo>
                <a:cubicBezTo>
                  <a:pt x="1809" y="16788"/>
                  <a:pt x="1869" y="16872"/>
                  <a:pt x="1928" y="16956"/>
                </a:cubicBezTo>
                <a:lnTo>
                  <a:pt x="16956" y="1928"/>
                </a:lnTo>
                <a:cubicBezTo>
                  <a:pt x="16872" y="1869"/>
                  <a:pt x="16788" y="1810"/>
                  <a:pt x="16703" y="1754"/>
                </a:cubicBezTo>
                <a:close/>
                <a:moveTo>
                  <a:pt x="17267" y="2151"/>
                </a:moveTo>
                <a:lnTo>
                  <a:pt x="2151" y="17267"/>
                </a:lnTo>
                <a:cubicBezTo>
                  <a:pt x="2212" y="17349"/>
                  <a:pt x="2274" y="17430"/>
                  <a:pt x="2338" y="17510"/>
                </a:cubicBezTo>
                <a:lnTo>
                  <a:pt x="17510" y="2338"/>
                </a:lnTo>
                <a:cubicBezTo>
                  <a:pt x="17430" y="2275"/>
                  <a:pt x="17349" y="2212"/>
                  <a:pt x="17267" y="2151"/>
                </a:cubicBezTo>
                <a:close/>
                <a:moveTo>
                  <a:pt x="3805" y="2574"/>
                </a:moveTo>
                <a:cubicBezTo>
                  <a:pt x="3586" y="2761"/>
                  <a:pt x="3370" y="2956"/>
                  <a:pt x="3163" y="3163"/>
                </a:cubicBezTo>
                <a:cubicBezTo>
                  <a:pt x="2955" y="3371"/>
                  <a:pt x="2761" y="3586"/>
                  <a:pt x="2574" y="3806"/>
                </a:cubicBezTo>
                <a:lnTo>
                  <a:pt x="3805" y="2574"/>
                </a:lnTo>
                <a:close/>
                <a:moveTo>
                  <a:pt x="17801" y="2579"/>
                </a:moveTo>
                <a:lnTo>
                  <a:pt x="2579" y="17801"/>
                </a:lnTo>
                <a:cubicBezTo>
                  <a:pt x="2645" y="17878"/>
                  <a:pt x="2709" y="17957"/>
                  <a:pt x="2777" y="18032"/>
                </a:cubicBezTo>
                <a:lnTo>
                  <a:pt x="18032" y="2777"/>
                </a:lnTo>
                <a:cubicBezTo>
                  <a:pt x="17957" y="2709"/>
                  <a:pt x="17878" y="2645"/>
                  <a:pt x="17801" y="2579"/>
                </a:cubicBezTo>
                <a:close/>
                <a:moveTo>
                  <a:pt x="18304" y="3036"/>
                </a:moveTo>
                <a:lnTo>
                  <a:pt x="3036" y="18304"/>
                </a:lnTo>
                <a:cubicBezTo>
                  <a:pt x="3079" y="18349"/>
                  <a:pt x="3119" y="18394"/>
                  <a:pt x="3163" y="18438"/>
                </a:cubicBezTo>
                <a:cubicBezTo>
                  <a:pt x="3191" y="18466"/>
                  <a:pt x="3222" y="18492"/>
                  <a:pt x="3250" y="18521"/>
                </a:cubicBezTo>
                <a:lnTo>
                  <a:pt x="18521" y="3251"/>
                </a:lnTo>
                <a:cubicBezTo>
                  <a:pt x="18492" y="3222"/>
                  <a:pt x="18466" y="3192"/>
                  <a:pt x="18438" y="3163"/>
                </a:cubicBezTo>
                <a:cubicBezTo>
                  <a:pt x="18394" y="3119"/>
                  <a:pt x="18348" y="3079"/>
                  <a:pt x="18304" y="3036"/>
                </a:cubicBezTo>
                <a:close/>
                <a:moveTo>
                  <a:pt x="18781" y="3523"/>
                </a:moveTo>
                <a:lnTo>
                  <a:pt x="3522" y="18781"/>
                </a:lnTo>
                <a:cubicBezTo>
                  <a:pt x="3598" y="18850"/>
                  <a:pt x="3676" y="18915"/>
                  <a:pt x="3753" y="18982"/>
                </a:cubicBezTo>
                <a:lnTo>
                  <a:pt x="18982" y="3753"/>
                </a:lnTo>
                <a:cubicBezTo>
                  <a:pt x="18915" y="3676"/>
                  <a:pt x="18850" y="3598"/>
                  <a:pt x="18781" y="3523"/>
                </a:cubicBezTo>
                <a:close/>
                <a:moveTo>
                  <a:pt x="19224" y="4041"/>
                </a:moveTo>
                <a:lnTo>
                  <a:pt x="4041" y="19224"/>
                </a:lnTo>
                <a:cubicBezTo>
                  <a:pt x="4121" y="19289"/>
                  <a:pt x="4202" y="19350"/>
                  <a:pt x="4283" y="19412"/>
                </a:cubicBezTo>
                <a:lnTo>
                  <a:pt x="19412" y="4283"/>
                </a:lnTo>
                <a:cubicBezTo>
                  <a:pt x="19350" y="4202"/>
                  <a:pt x="19289" y="4121"/>
                  <a:pt x="19224" y="4041"/>
                </a:cubicBezTo>
                <a:close/>
                <a:moveTo>
                  <a:pt x="19637" y="4591"/>
                </a:moveTo>
                <a:lnTo>
                  <a:pt x="4591" y="19637"/>
                </a:lnTo>
                <a:cubicBezTo>
                  <a:pt x="4675" y="19696"/>
                  <a:pt x="4758" y="19757"/>
                  <a:pt x="4843" y="19813"/>
                </a:cubicBezTo>
                <a:lnTo>
                  <a:pt x="19813" y="4844"/>
                </a:lnTo>
                <a:cubicBezTo>
                  <a:pt x="19757" y="4758"/>
                  <a:pt x="19696" y="4675"/>
                  <a:pt x="19637" y="4591"/>
                </a:cubicBezTo>
                <a:close/>
                <a:moveTo>
                  <a:pt x="20019" y="5172"/>
                </a:moveTo>
                <a:lnTo>
                  <a:pt x="5172" y="20019"/>
                </a:lnTo>
                <a:cubicBezTo>
                  <a:pt x="5261" y="20073"/>
                  <a:pt x="5351" y="20126"/>
                  <a:pt x="5441" y="20178"/>
                </a:cubicBezTo>
                <a:lnTo>
                  <a:pt x="20178" y="5441"/>
                </a:lnTo>
                <a:cubicBezTo>
                  <a:pt x="20126" y="5351"/>
                  <a:pt x="20073" y="5261"/>
                  <a:pt x="20019" y="5172"/>
                </a:cubicBezTo>
                <a:close/>
                <a:moveTo>
                  <a:pt x="20369" y="5782"/>
                </a:moveTo>
                <a:lnTo>
                  <a:pt x="5782" y="20369"/>
                </a:lnTo>
                <a:cubicBezTo>
                  <a:pt x="5877" y="20419"/>
                  <a:pt x="5974" y="20463"/>
                  <a:pt x="6071" y="20510"/>
                </a:cubicBezTo>
                <a:lnTo>
                  <a:pt x="20510" y="6071"/>
                </a:lnTo>
                <a:cubicBezTo>
                  <a:pt x="20463" y="5975"/>
                  <a:pt x="20419" y="5878"/>
                  <a:pt x="20369" y="5782"/>
                </a:cubicBezTo>
                <a:close/>
                <a:moveTo>
                  <a:pt x="20679" y="6434"/>
                </a:moveTo>
                <a:lnTo>
                  <a:pt x="6434" y="20679"/>
                </a:lnTo>
                <a:cubicBezTo>
                  <a:pt x="6534" y="20723"/>
                  <a:pt x="6633" y="20769"/>
                  <a:pt x="6734" y="20809"/>
                </a:cubicBezTo>
                <a:lnTo>
                  <a:pt x="20809" y="6735"/>
                </a:lnTo>
                <a:cubicBezTo>
                  <a:pt x="20769" y="6634"/>
                  <a:pt x="20723" y="6534"/>
                  <a:pt x="20679" y="6434"/>
                </a:cubicBezTo>
                <a:close/>
                <a:moveTo>
                  <a:pt x="20956" y="7121"/>
                </a:moveTo>
                <a:lnTo>
                  <a:pt x="7120" y="20956"/>
                </a:lnTo>
                <a:cubicBezTo>
                  <a:pt x="7226" y="20994"/>
                  <a:pt x="7333" y="21030"/>
                  <a:pt x="7439" y="21065"/>
                </a:cubicBezTo>
                <a:lnTo>
                  <a:pt x="21065" y="7439"/>
                </a:lnTo>
                <a:cubicBezTo>
                  <a:pt x="21030" y="7333"/>
                  <a:pt x="20994" y="7226"/>
                  <a:pt x="20956" y="7121"/>
                </a:cubicBezTo>
                <a:close/>
                <a:moveTo>
                  <a:pt x="21190" y="7848"/>
                </a:moveTo>
                <a:lnTo>
                  <a:pt x="7848" y="21190"/>
                </a:lnTo>
                <a:cubicBezTo>
                  <a:pt x="7960" y="21221"/>
                  <a:pt x="8073" y="21252"/>
                  <a:pt x="8186" y="21280"/>
                </a:cubicBezTo>
                <a:lnTo>
                  <a:pt x="21280" y="8186"/>
                </a:lnTo>
                <a:cubicBezTo>
                  <a:pt x="21252" y="8073"/>
                  <a:pt x="21221" y="7960"/>
                  <a:pt x="21190" y="7848"/>
                </a:cubicBezTo>
                <a:close/>
                <a:moveTo>
                  <a:pt x="21378" y="8623"/>
                </a:moveTo>
                <a:lnTo>
                  <a:pt x="8623" y="21378"/>
                </a:lnTo>
                <a:cubicBezTo>
                  <a:pt x="8743" y="21402"/>
                  <a:pt x="8863" y="21424"/>
                  <a:pt x="8984" y="21445"/>
                </a:cubicBezTo>
                <a:lnTo>
                  <a:pt x="21445" y="8984"/>
                </a:lnTo>
                <a:cubicBezTo>
                  <a:pt x="21424" y="8864"/>
                  <a:pt x="21402" y="8743"/>
                  <a:pt x="21378" y="8623"/>
                </a:cubicBezTo>
                <a:close/>
                <a:moveTo>
                  <a:pt x="21514" y="9448"/>
                </a:moveTo>
                <a:lnTo>
                  <a:pt x="9447" y="21514"/>
                </a:lnTo>
                <a:cubicBezTo>
                  <a:pt x="9576" y="21530"/>
                  <a:pt x="9704" y="21546"/>
                  <a:pt x="9833" y="21557"/>
                </a:cubicBezTo>
                <a:lnTo>
                  <a:pt x="21557" y="9834"/>
                </a:lnTo>
                <a:cubicBezTo>
                  <a:pt x="21546" y="9705"/>
                  <a:pt x="21530" y="9576"/>
                  <a:pt x="21514" y="9448"/>
                </a:cubicBezTo>
                <a:close/>
                <a:moveTo>
                  <a:pt x="21590" y="10333"/>
                </a:moveTo>
                <a:lnTo>
                  <a:pt x="10332" y="21590"/>
                </a:lnTo>
                <a:cubicBezTo>
                  <a:pt x="10473" y="21596"/>
                  <a:pt x="10613" y="21599"/>
                  <a:pt x="10753" y="21600"/>
                </a:cubicBezTo>
                <a:lnTo>
                  <a:pt x="21600" y="10754"/>
                </a:lnTo>
                <a:cubicBezTo>
                  <a:pt x="21599" y="10613"/>
                  <a:pt x="21596" y="10473"/>
                  <a:pt x="21590" y="10333"/>
                </a:cubicBezTo>
                <a:close/>
                <a:moveTo>
                  <a:pt x="21590" y="11296"/>
                </a:moveTo>
                <a:lnTo>
                  <a:pt x="11295" y="21590"/>
                </a:lnTo>
                <a:cubicBezTo>
                  <a:pt x="11449" y="21583"/>
                  <a:pt x="11603" y="21572"/>
                  <a:pt x="11757" y="21558"/>
                </a:cubicBezTo>
                <a:lnTo>
                  <a:pt x="21558" y="11757"/>
                </a:lnTo>
                <a:cubicBezTo>
                  <a:pt x="21572" y="11603"/>
                  <a:pt x="21583" y="11450"/>
                  <a:pt x="21590" y="11296"/>
                </a:cubicBezTo>
                <a:close/>
                <a:moveTo>
                  <a:pt x="21489" y="12358"/>
                </a:moveTo>
                <a:lnTo>
                  <a:pt x="12358" y="21489"/>
                </a:lnTo>
                <a:cubicBezTo>
                  <a:pt x="12531" y="21464"/>
                  <a:pt x="12703" y="21434"/>
                  <a:pt x="12876" y="21400"/>
                </a:cubicBezTo>
                <a:lnTo>
                  <a:pt x="21400" y="12876"/>
                </a:lnTo>
                <a:cubicBezTo>
                  <a:pt x="21434" y="12704"/>
                  <a:pt x="21464" y="12531"/>
                  <a:pt x="21489" y="12358"/>
                </a:cubicBezTo>
                <a:close/>
                <a:moveTo>
                  <a:pt x="21239" y="13569"/>
                </a:moveTo>
                <a:lnTo>
                  <a:pt x="13569" y="21239"/>
                </a:lnTo>
                <a:cubicBezTo>
                  <a:pt x="13774" y="21185"/>
                  <a:pt x="13978" y="21125"/>
                  <a:pt x="14181" y="21058"/>
                </a:cubicBezTo>
                <a:lnTo>
                  <a:pt x="21058" y="14181"/>
                </a:lnTo>
                <a:cubicBezTo>
                  <a:pt x="21125" y="13978"/>
                  <a:pt x="21185" y="13774"/>
                  <a:pt x="21239" y="13569"/>
                </a:cubicBezTo>
                <a:close/>
                <a:moveTo>
                  <a:pt x="20736" y="15035"/>
                </a:moveTo>
                <a:lnTo>
                  <a:pt x="15035" y="20736"/>
                </a:lnTo>
                <a:cubicBezTo>
                  <a:pt x="15310" y="20619"/>
                  <a:pt x="15581" y="20493"/>
                  <a:pt x="15848" y="20352"/>
                </a:cubicBezTo>
                <a:lnTo>
                  <a:pt x="20352" y="15848"/>
                </a:lnTo>
                <a:cubicBezTo>
                  <a:pt x="20493" y="15581"/>
                  <a:pt x="20619" y="15310"/>
                  <a:pt x="20736" y="15035"/>
                </a:cubicBezTo>
                <a:close/>
                <a:moveTo>
                  <a:pt x="19400" y="17332"/>
                </a:moveTo>
                <a:lnTo>
                  <a:pt x="17332" y="19400"/>
                </a:lnTo>
                <a:cubicBezTo>
                  <a:pt x="17716" y="19108"/>
                  <a:pt x="18087" y="18789"/>
                  <a:pt x="18438" y="18438"/>
                </a:cubicBezTo>
                <a:cubicBezTo>
                  <a:pt x="18788" y="18087"/>
                  <a:pt x="19107" y="17716"/>
                  <a:pt x="19400" y="17332"/>
                </a:cubicBezTo>
                <a:close/>
              </a:path>
            </a:pathLst>
          </a:custGeom>
          <a:solidFill>
            <a:schemeClr val="accent4"/>
          </a:solidFill>
          <a:ln w="12700">
            <a:miter lim="400000"/>
          </a:ln>
        </p:spPr>
        <p:txBody>
          <a:bodyPr lIns="0" tIns="0" rIns="0" bIns="0" anchor="ctr"/>
          <a:lstStyle/>
          <a:p>
            <a:pPr marL="0" marR="0" lvl="0" indent="0" algn="ctr" defTabSz="8255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 kumimoji="0" sz="32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Helvetica Neue Medium"/>
              <a:sym typeface="Helvetica Neue Medium"/>
            </a:endParaRPr>
          </a:p>
        </p:txBody>
      </p:sp>
      <p:sp>
        <p:nvSpPr>
          <p:cNvPr id="221" name="Shape">
            <a:extLst>
              <a:ext uri="{FF2B5EF4-FFF2-40B4-BE49-F238E27FC236}">
                <a16:creationId xmlns:a16="http://schemas.microsoft.com/office/drawing/2014/main" id="{CECA6BB0-2EA9-868D-D693-AF1C1293FD31}"/>
              </a:ext>
            </a:extLst>
          </p:cNvPr>
          <p:cNvSpPr/>
          <p:nvPr/>
        </p:nvSpPr>
        <p:spPr>
          <a:xfrm>
            <a:off x="-9782" y="-14685"/>
            <a:ext cx="5401449" cy="1371951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489" h="21600" extrusionOk="0">
                <a:moveTo>
                  <a:pt x="9876" y="0"/>
                </a:moveTo>
                <a:cubicBezTo>
                  <a:pt x="14909" y="1061"/>
                  <a:pt x="18164" y="3091"/>
                  <a:pt x="18448" y="5345"/>
                </a:cubicBezTo>
                <a:cubicBezTo>
                  <a:pt x="18695" y="7304"/>
                  <a:pt x="16642" y="9198"/>
                  <a:pt x="12885" y="10477"/>
                </a:cubicBezTo>
                <a:cubicBezTo>
                  <a:pt x="8651" y="11730"/>
                  <a:pt x="7084" y="13955"/>
                  <a:pt x="9071" y="15894"/>
                </a:cubicBezTo>
                <a:cubicBezTo>
                  <a:pt x="10355" y="17147"/>
                  <a:pt x="13013" y="18098"/>
                  <a:pt x="16290" y="18479"/>
                </a:cubicBezTo>
                <a:cubicBezTo>
                  <a:pt x="17951" y="18702"/>
                  <a:pt x="19367" y="19144"/>
                  <a:pt x="20305" y="19731"/>
                </a:cubicBezTo>
                <a:cubicBezTo>
                  <a:pt x="21193" y="20288"/>
                  <a:pt x="21600" y="20944"/>
                  <a:pt x="21463" y="21600"/>
                </a:cubicBezTo>
                <a:lnTo>
                  <a:pt x="0" y="21600"/>
                </a:lnTo>
                <a:lnTo>
                  <a:pt x="0" y="1"/>
                </a:lnTo>
                <a:lnTo>
                  <a:pt x="9876" y="0"/>
                </a:lnTo>
                <a:close/>
              </a:path>
            </a:pathLst>
          </a:custGeom>
          <a:solidFill>
            <a:schemeClr val="accent3"/>
          </a:solidFill>
          <a:ln w="12700">
            <a:miter lim="400000"/>
          </a:ln>
          <a:effectLst>
            <a:outerShdw blurRad="914400" dist="25400" dir="5400000" rotWithShape="0">
              <a:srgbClr val="000000">
                <a:alpha val="50000"/>
              </a:srgbClr>
            </a:outerShdw>
          </a:effectLst>
        </p:spPr>
        <p:txBody>
          <a:bodyPr lIns="50800" tIns="50800" rIns="50800" bIns="50800" anchor="ctr"/>
          <a:lstStyle/>
          <a:p>
            <a:pPr marL="0" marR="0" lvl="0" indent="0" algn="ctr" defTabSz="8255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3000" b="1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Helvetica Neue"/>
              <a:sym typeface="Helvetica Neue"/>
            </a:endParaRPr>
          </a:p>
        </p:txBody>
      </p:sp>
      <p:sp>
        <p:nvSpPr>
          <p:cNvPr id="222" name="Shape">
            <a:extLst>
              <a:ext uri="{FF2B5EF4-FFF2-40B4-BE49-F238E27FC236}">
                <a16:creationId xmlns:a16="http://schemas.microsoft.com/office/drawing/2014/main" id="{C9D7C897-095B-7591-B7F2-1BE928C3E1AA}"/>
              </a:ext>
            </a:extLst>
          </p:cNvPr>
          <p:cNvSpPr/>
          <p:nvPr/>
        </p:nvSpPr>
        <p:spPr>
          <a:xfrm>
            <a:off x="14077382" y="-26393"/>
            <a:ext cx="10315136" cy="10264133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490" h="20992" extrusionOk="0">
                <a:moveTo>
                  <a:pt x="22" y="0"/>
                </a:moveTo>
                <a:cubicBezTo>
                  <a:pt x="-110" y="1123"/>
                  <a:pt x="362" y="2232"/>
                  <a:pt x="1268" y="2930"/>
                </a:cubicBezTo>
                <a:cubicBezTo>
                  <a:pt x="2187" y="3637"/>
                  <a:pt x="3418" y="3817"/>
                  <a:pt x="4507" y="3403"/>
                </a:cubicBezTo>
                <a:cubicBezTo>
                  <a:pt x="6055" y="2610"/>
                  <a:pt x="7961" y="3061"/>
                  <a:pt x="8970" y="4460"/>
                </a:cubicBezTo>
                <a:cubicBezTo>
                  <a:pt x="9809" y="5622"/>
                  <a:pt x="9807" y="7178"/>
                  <a:pt x="8965" y="8338"/>
                </a:cubicBezTo>
                <a:cubicBezTo>
                  <a:pt x="6771" y="11924"/>
                  <a:pt x="7613" y="16550"/>
                  <a:pt x="10936" y="19169"/>
                </a:cubicBezTo>
                <a:cubicBezTo>
                  <a:pt x="14018" y="21597"/>
                  <a:pt x="18405" y="21600"/>
                  <a:pt x="21490" y="19175"/>
                </a:cubicBezTo>
                <a:lnTo>
                  <a:pt x="21490" y="35"/>
                </a:lnTo>
                <a:lnTo>
                  <a:pt x="22" y="0"/>
                </a:lnTo>
                <a:close/>
              </a:path>
            </a:pathLst>
          </a:custGeom>
          <a:solidFill>
            <a:schemeClr val="accent3"/>
          </a:solidFill>
          <a:ln w="12700">
            <a:miter lim="400000"/>
          </a:ln>
          <a:effectLst>
            <a:outerShdw blurRad="914400" dist="25400" dir="5400000" rotWithShape="0">
              <a:srgbClr val="000000">
                <a:alpha val="50000"/>
              </a:srgbClr>
            </a:outerShdw>
          </a:effectLst>
        </p:spPr>
        <p:txBody>
          <a:bodyPr lIns="50800" tIns="50800" rIns="50800" bIns="50800" anchor="ctr"/>
          <a:lstStyle/>
          <a:p>
            <a:pPr marL="0" marR="0" lvl="0" indent="0" algn="ctr" defTabSz="8255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3000" b="1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Helvetica Neue"/>
              <a:sym typeface="Helvetica Neue"/>
            </a:endParaRPr>
          </a:p>
        </p:txBody>
      </p:sp>
      <p:sp>
        <p:nvSpPr>
          <p:cNvPr id="223" name="Circle">
            <a:extLst>
              <a:ext uri="{FF2B5EF4-FFF2-40B4-BE49-F238E27FC236}">
                <a16:creationId xmlns:a16="http://schemas.microsoft.com/office/drawing/2014/main" id="{385B04B9-5764-6BBE-A5BC-93A9B0958EFE}"/>
              </a:ext>
            </a:extLst>
          </p:cNvPr>
          <p:cNvSpPr/>
          <p:nvPr/>
        </p:nvSpPr>
        <p:spPr>
          <a:xfrm>
            <a:off x="17006264" y="352354"/>
            <a:ext cx="494973" cy="494972"/>
          </a:xfrm>
          <a:prstGeom prst="ellipse">
            <a:avLst/>
          </a:prstGeom>
          <a:gradFill>
            <a:gsLst>
              <a:gs pos="0">
                <a:schemeClr val="accent2"/>
              </a:gs>
              <a:gs pos="100000">
                <a:schemeClr val="accent1"/>
              </a:gs>
            </a:gsLst>
            <a:lin ang="5400000"/>
          </a:gradFill>
          <a:ln w="12700">
            <a:miter lim="400000"/>
          </a:ln>
        </p:spPr>
        <p:txBody>
          <a:bodyPr lIns="0" tIns="0" rIns="0" bIns="0" anchor="ctr"/>
          <a:lstStyle/>
          <a:p>
            <a:pPr marL="0" marR="0" lvl="0" indent="0" algn="ctr" defTabSz="8255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 kumimoji="0" sz="32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Helvetica Neue Medium"/>
              <a:sym typeface="Helvetica Neue Medium"/>
            </a:endParaRPr>
          </a:p>
        </p:txBody>
      </p:sp>
      <p:sp>
        <p:nvSpPr>
          <p:cNvPr id="224" name="Circle">
            <a:extLst>
              <a:ext uri="{FF2B5EF4-FFF2-40B4-BE49-F238E27FC236}">
                <a16:creationId xmlns:a16="http://schemas.microsoft.com/office/drawing/2014/main" id="{0F82D280-A970-CE9A-47DA-20E76517F852}"/>
              </a:ext>
            </a:extLst>
          </p:cNvPr>
          <p:cNvSpPr/>
          <p:nvPr/>
        </p:nvSpPr>
        <p:spPr>
          <a:xfrm>
            <a:off x="-564062" y="1321716"/>
            <a:ext cx="1150610" cy="1150611"/>
          </a:xfrm>
          <a:prstGeom prst="ellipse">
            <a:avLst/>
          </a:prstGeom>
          <a:gradFill>
            <a:gsLst>
              <a:gs pos="0">
                <a:schemeClr val="accent2"/>
              </a:gs>
              <a:gs pos="100000">
                <a:schemeClr val="accent1"/>
              </a:gs>
            </a:gsLst>
            <a:lin ang="5400000"/>
          </a:gradFill>
          <a:ln w="12700">
            <a:miter lim="400000"/>
          </a:ln>
        </p:spPr>
        <p:txBody>
          <a:bodyPr lIns="0" tIns="0" rIns="0" bIns="0" anchor="ctr"/>
          <a:lstStyle/>
          <a:p>
            <a:pPr marL="0" marR="0" lvl="0" indent="0" algn="ctr" defTabSz="8255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 kumimoji="0" sz="32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Helvetica Neue Medium"/>
              <a:sym typeface="Helvetica Neue Medium"/>
            </a:endParaRPr>
          </a:p>
        </p:txBody>
      </p:sp>
      <p:sp>
        <p:nvSpPr>
          <p:cNvPr id="225" name="TOPIC #1 - $100 ANSWER">
            <a:extLst>
              <a:ext uri="{FF2B5EF4-FFF2-40B4-BE49-F238E27FC236}">
                <a16:creationId xmlns:a16="http://schemas.microsoft.com/office/drawing/2014/main" id="{1761FE4B-E7DC-BA5F-6F02-A496B826D79A}"/>
              </a:ext>
            </a:extLst>
          </p:cNvPr>
          <p:cNvSpPr txBox="1"/>
          <p:nvPr/>
        </p:nvSpPr>
        <p:spPr>
          <a:xfrm>
            <a:off x="1255297" y="483181"/>
            <a:ext cx="14608911" cy="1651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/>
          <a:p>
            <a:pPr marL="0" marR="0" lvl="0" indent="0" algn="l" defTabSz="8255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0000" b="0">
                <a:solidFill>
                  <a:srgbClr val="F6C543"/>
                </a:solidFill>
                <a:latin typeface="Impact"/>
                <a:ea typeface="Impact"/>
                <a:cs typeface="Impact"/>
                <a:sym typeface="Impact"/>
              </a:defRPr>
            </a:pPr>
            <a:r>
              <a:rPr kumimoji="0" lang="en-US" altLang="zh-CN" sz="10000" b="0" i="0" u="none" strike="noStrike" kern="0" cap="none" spc="0" normalizeH="0" baseline="0" noProof="0" dirty="0">
                <a:ln>
                  <a:noFill/>
                </a:ln>
                <a:solidFill>
                  <a:srgbClr val="F6C542"/>
                </a:solidFill>
                <a:effectLst/>
                <a:uLnTx/>
                <a:uFillTx/>
                <a:latin typeface="Impact"/>
                <a:sym typeface="Impact"/>
              </a:rPr>
              <a:t>UNIT #2</a:t>
            </a:r>
            <a:r>
              <a:rPr kumimoji="0" lang="en-US" altLang="zh-CN" sz="10000" b="0" i="0" u="none" strike="noStrike" kern="0" cap="none" spc="0" normalizeH="0" baseline="0" noProof="0" dirty="0">
                <a:ln>
                  <a:noFill/>
                </a:ln>
                <a:solidFill>
                  <a:srgbClr val="F6C543"/>
                </a:solidFill>
                <a:effectLst/>
                <a:uLnTx/>
                <a:uFillTx/>
                <a:latin typeface="Impact"/>
                <a:sym typeface="Impact"/>
              </a:rPr>
              <a:t> </a:t>
            </a:r>
            <a:r>
              <a:rPr kumimoji="0" lang="en-US" altLang="zh-CN" sz="100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Impact"/>
                <a:sym typeface="Impact"/>
              </a:rPr>
              <a:t>–</a:t>
            </a:r>
            <a:r>
              <a:rPr kumimoji="0" lang="zh-CN" altLang="en-US" sz="9600" b="0" i="0" u="none" strike="noStrike" kern="0" cap="none" spc="0" normalizeH="0" baseline="0" noProof="0" dirty="0">
                <a:ln>
                  <a:noFill/>
                </a:ln>
                <a:solidFill>
                  <a:srgbClr val="F6C543"/>
                </a:solidFill>
                <a:effectLst/>
                <a:uLnTx/>
                <a:uFillTx/>
                <a:latin typeface="华文楷体" panose="02010600040101010101" pitchFamily="2" charset="-122"/>
                <a:ea typeface="华文楷体" panose="02010600040101010101" pitchFamily="2" charset="-122"/>
                <a:sym typeface="Impact"/>
              </a:rPr>
              <a:t>直线的投影</a:t>
            </a:r>
            <a:endParaRPr kumimoji="0" lang="zh-CN" altLang="en-US" sz="100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华文楷体" panose="02010600040101010101" pitchFamily="2" charset="-122"/>
              <a:ea typeface="华文楷体" panose="02010600040101010101" pitchFamily="2" charset="-122"/>
              <a:sym typeface="Impact"/>
            </a:endParaRPr>
          </a:p>
        </p:txBody>
      </p:sp>
      <p:sp>
        <p:nvSpPr>
          <p:cNvPr id="226" name="Shape">
            <a:extLst>
              <a:ext uri="{FF2B5EF4-FFF2-40B4-BE49-F238E27FC236}">
                <a16:creationId xmlns:a16="http://schemas.microsoft.com/office/drawing/2014/main" id="{3A69FAB9-91BE-4865-04A1-DC4EC5868B27}"/>
              </a:ext>
            </a:extLst>
          </p:cNvPr>
          <p:cNvSpPr/>
          <p:nvPr/>
        </p:nvSpPr>
        <p:spPr>
          <a:xfrm>
            <a:off x="-306915" y="8239797"/>
            <a:ext cx="1046530" cy="104640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9679" h="20595" extrusionOk="0">
                <a:moveTo>
                  <a:pt x="9839" y="0"/>
                </a:moveTo>
                <a:cubicBezTo>
                  <a:pt x="7321" y="0"/>
                  <a:pt x="4802" y="1006"/>
                  <a:pt x="2881" y="3017"/>
                </a:cubicBezTo>
                <a:cubicBezTo>
                  <a:pt x="-961" y="7038"/>
                  <a:pt x="-961" y="13557"/>
                  <a:pt x="2881" y="17578"/>
                </a:cubicBezTo>
                <a:cubicBezTo>
                  <a:pt x="6724" y="21600"/>
                  <a:pt x="12954" y="21600"/>
                  <a:pt x="16797" y="17578"/>
                </a:cubicBezTo>
                <a:cubicBezTo>
                  <a:pt x="20639" y="13557"/>
                  <a:pt x="20639" y="7038"/>
                  <a:pt x="16797" y="3017"/>
                </a:cubicBezTo>
                <a:cubicBezTo>
                  <a:pt x="14876" y="1006"/>
                  <a:pt x="12357" y="0"/>
                  <a:pt x="9839" y="0"/>
                </a:cubicBezTo>
                <a:close/>
                <a:moveTo>
                  <a:pt x="9839" y="2649"/>
                </a:moveTo>
                <a:cubicBezTo>
                  <a:pt x="11709" y="2649"/>
                  <a:pt x="13580" y="3397"/>
                  <a:pt x="15007" y="4890"/>
                </a:cubicBezTo>
                <a:cubicBezTo>
                  <a:pt x="17861" y="7877"/>
                  <a:pt x="17861" y="12718"/>
                  <a:pt x="15007" y="15705"/>
                </a:cubicBezTo>
                <a:cubicBezTo>
                  <a:pt x="12153" y="18692"/>
                  <a:pt x="7525" y="18692"/>
                  <a:pt x="4671" y="15705"/>
                </a:cubicBezTo>
                <a:cubicBezTo>
                  <a:pt x="1817" y="12718"/>
                  <a:pt x="1817" y="7877"/>
                  <a:pt x="4671" y="4890"/>
                </a:cubicBezTo>
                <a:cubicBezTo>
                  <a:pt x="6098" y="3397"/>
                  <a:pt x="7969" y="2649"/>
                  <a:pt x="9839" y="2649"/>
                </a:cubicBezTo>
                <a:close/>
              </a:path>
            </a:pathLst>
          </a:custGeom>
          <a:gradFill>
            <a:gsLst>
              <a:gs pos="0">
                <a:schemeClr val="accent2"/>
              </a:gs>
              <a:gs pos="100000">
                <a:schemeClr val="accent1"/>
              </a:gs>
            </a:gsLst>
            <a:lin ang="5400000"/>
          </a:gradFill>
          <a:ln w="12700">
            <a:miter lim="400000"/>
          </a:ln>
        </p:spPr>
        <p:txBody>
          <a:bodyPr lIns="0" tIns="0" rIns="0" bIns="0" anchor="ctr"/>
          <a:lstStyle/>
          <a:p>
            <a:pPr marL="0" marR="0" lvl="0" indent="0" algn="ctr" defTabSz="8255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 kumimoji="0" sz="32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Helvetica Neue Medium"/>
              <a:sym typeface="Helvetica Neue Medium"/>
            </a:endParaRPr>
          </a:p>
        </p:txBody>
      </p:sp>
      <p:sp>
        <p:nvSpPr>
          <p:cNvPr id="227" name="Shape">
            <a:extLst>
              <a:ext uri="{FF2B5EF4-FFF2-40B4-BE49-F238E27FC236}">
                <a16:creationId xmlns:a16="http://schemas.microsoft.com/office/drawing/2014/main" id="{F9DA25C4-6BF6-4355-11CD-522545356213}"/>
              </a:ext>
            </a:extLst>
          </p:cNvPr>
          <p:cNvSpPr/>
          <p:nvPr/>
        </p:nvSpPr>
        <p:spPr>
          <a:xfrm>
            <a:off x="19865947" y="2060686"/>
            <a:ext cx="2330506" cy="233022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9679" h="20595" extrusionOk="0">
                <a:moveTo>
                  <a:pt x="9839" y="0"/>
                </a:moveTo>
                <a:cubicBezTo>
                  <a:pt x="7321" y="0"/>
                  <a:pt x="4802" y="1006"/>
                  <a:pt x="2881" y="3017"/>
                </a:cubicBezTo>
                <a:cubicBezTo>
                  <a:pt x="-961" y="7038"/>
                  <a:pt x="-961" y="13557"/>
                  <a:pt x="2881" y="17578"/>
                </a:cubicBezTo>
                <a:cubicBezTo>
                  <a:pt x="6724" y="21600"/>
                  <a:pt x="12954" y="21600"/>
                  <a:pt x="16797" y="17578"/>
                </a:cubicBezTo>
                <a:cubicBezTo>
                  <a:pt x="20639" y="13557"/>
                  <a:pt x="20639" y="7038"/>
                  <a:pt x="16797" y="3017"/>
                </a:cubicBezTo>
                <a:cubicBezTo>
                  <a:pt x="14876" y="1006"/>
                  <a:pt x="12357" y="0"/>
                  <a:pt x="9839" y="0"/>
                </a:cubicBezTo>
                <a:close/>
                <a:moveTo>
                  <a:pt x="9839" y="2649"/>
                </a:moveTo>
                <a:cubicBezTo>
                  <a:pt x="11709" y="2649"/>
                  <a:pt x="13580" y="3397"/>
                  <a:pt x="15007" y="4890"/>
                </a:cubicBezTo>
                <a:cubicBezTo>
                  <a:pt x="17861" y="7877"/>
                  <a:pt x="17861" y="12718"/>
                  <a:pt x="15007" y="15705"/>
                </a:cubicBezTo>
                <a:cubicBezTo>
                  <a:pt x="12153" y="18692"/>
                  <a:pt x="7525" y="18692"/>
                  <a:pt x="4671" y="15705"/>
                </a:cubicBezTo>
                <a:cubicBezTo>
                  <a:pt x="1817" y="12718"/>
                  <a:pt x="1817" y="7877"/>
                  <a:pt x="4671" y="4890"/>
                </a:cubicBezTo>
                <a:cubicBezTo>
                  <a:pt x="6098" y="3397"/>
                  <a:pt x="7969" y="2649"/>
                  <a:pt x="9839" y="2649"/>
                </a:cubicBezTo>
                <a:close/>
              </a:path>
            </a:pathLst>
          </a:custGeom>
          <a:gradFill>
            <a:gsLst>
              <a:gs pos="0">
                <a:schemeClr val="accent2"/>
              </a:gs>
              <a:gs pos="100000">
                <a:schemeClr val="accent1"/>
              </a:gs>
            </a:gsLst>
            <a:lin ang="5400000"/>
          </a:gradFill>
          <a:ln w="12700">
            <a:miter lim="400000"/>
          </a:ln>
        </p:spPr>
        <p:txBody>
          <a:bodyPr lIns="0" tIns="0" rIns="0" bIns="0" anchor="ctr"/>
          <a:lstStyle/>
          <a:p>
            <a:pPr marL="0" marR="0" lvl="0" indent="0" algn="ctr" defTabSz="8255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 kumimoji="0" sz="32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Helvetica Neue Medium"/>
              <a:sym typeface="Helvetica Neue Medium"/>
            </a:endParaRPr>
          </a:p>
        </p:txBody>
      </p:sp>
      <p:sp>
        <p:nvSpPr>
          <p:cNvPr id="228" name="Rounded Rectangle">
            <a:extLst>
              <a:ext uri="{FF2B5EF4-FFF2-40B4-BE49-F238E27FC236}">
                <a16:creationId xmlns:a16="http://schemas.microsoft.com/office/drawing/2014/main" id="{5A63375A-8B6C-DE9C-BFE6-08ED0A12A34B}"/>
              </a:ext>
            </a:extLst>
          </p:cNvPr>
          <p:cNvSpPr/>
          <p:nvPr/>
        </p:nvSpPr>
        <p:spPr>
          <a:xfrm>
            <a:off x="1413182" y="3302000"/>
            <a:ext cx="21616294" cy="8897388"/>
          </a:xfrm>
          <a:prstGeom prst="roundRect">
            <a:avLst>
              <a:gd name="adj" fmla="val 2897"/>
            </a:avLst>
          </a:prstGeom>
          <a:solidFill>
            <a:schemeClr val="accent4"/>
          </a:solidFill>
          <a:ln w="12700">
            <a:miter lim="400000"/>
          </a:ln>
          <a:effectLst>
            <a:outerShdw blurRad="558800" dist="71163" dir="5400000" rotWithShape="0">
              <a:srgbClr val="000000">
                <a:alpha val="19617"/>
              </a:srgbClr>
            </a:outerShdw>
          </a:effectLst>
        </p:spPr>
        <p:txBody>
          <a:bodyPr lIns="0" tIns="0" rIns="0" bIns="0" anchor="ctr"/>
          <a:lstStyle/>
          <a:p>
            <a:pPr marL="0" marR="0" lvl="0" indent="0" algn="ctr" defTabSz="8255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 kumimoji="0" sz="32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Helvetica Neue Medium"/>
              <a:sym typeface="Helvetica Neue Medium"/>
            </a:endParaRPr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E533DF5A-FE1F-A7A4-D90A-2437FBEF94F8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3219189" y="2342784"/>
            <a:ext cx="16896372" cy="108158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53167141"/>
      </p:ext>
    </p:extLst>
  </p:cSld>
  <p:clrMapOvr>
    <a:masterClrMapping/>
  </p:clrMapOvr>
  <p:transition spd="med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3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9CCCBCF-9FC3-43A0-3299-D41E1EF837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Shape">
            <a:extLst>
              <a:ext uri="{FF2B5EF4-FFF2-40B4-BE49-F238E27FC236}">
                <a16:creationId xmlns:a16="http://schemas.microsoft.com/office/drawing/2014/main" id="{6AAFB9EA-E4E6-C21B-A138-D0E3180293D6}"/>
              </a:ext>
            </a:extLst>
          </p:cNvPr>
          <p:cNvSpPr/>
          <p:nvPr/>
        </p:nvSpPr>
        <p:spPr>
          <a:xfrm>
            <a:off x="6290541" y="12617233"/>
            <a:ext cx="2709718" cy="270939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9679" h="20595" extrusionOk="0">
                <a:moveTo>
                  <a:pt x="9839" y="0"/>
                </a:moveTo>
                <a:cubicBezTo>
                  <a:pt x="7321" y="0"/>
                  <a:pt x="4802" y="1006"/>
                  <a:pt x="2881" y="3017"/>
                </a:cubicBezTo>
                <a:cubicBezTo>
                  <a:pt x="-961" y="7038"/>
                  <a:pt x="-961" y="13557"/>
                  <a:pt x="2881" y="17578"/>
                </a:cubicBezTo>
                <a:cubicBezTo>
                  <a:pt x="6724" y="21600"/>
                  <a:pt x="12954" y="21600"/>
                  <a:pt x="16797" y="17578"/>
                </a:cubicBezTo>
                <a:cubicBezTo>
                  <a:pt x="20639" y="13557"/>
                  <a:pt x="20639" y="7038"/>
                  <a:pt x="16797" y="3017"/>
                </a:cubicBezTo>
                <a:cubicBezTo>
                  <a:pt x="14876" y="1006"/>
                  <a:pt x="12357" y="0"/>
                  <a:pt x="9839" y="0"/>
                </a:cubicBezTo>
                <a:close/>
                <a:moveTo>
                  <a:pt x="9839" y="2649"/>
                </a:moveTo>
                <a:cubicBezTo>
                  <a:pt x="11709" y="2649"/>
                  <a:pt x="13580" y="3397"/>
                  <a:pt x="15007" y="4890"/>
                </a:cubicBezTo>
                <a:cubicBezTo>
                  <a:pt x="17861" y="7877"/>
                  <a:pt x="17861" y="12718"/>
                  <a:pt x="15007" y="15705"/>
                </a:cubicBezTo>
                <a:cubicBezTo>
                  <a:pt x="12153" y="18692"/>
                  <a:pt x="7525" y="18692"/>
                  <a:pt x="4671" y="15705"/>
                </a:cubicBezTo>
                <a:cubicBezTo>
                  <a:pt x="1817" y="12718"/>
                  <a:pt x="1817" y="7877"/>
                  <a:pt x="4671" y="4890"/>
                </a:cubicBezTo>
                <a:cubicBezTo>
                  <a:pt x="6098" y="3397"/>
                  <a:pt x="7969" y="2649"/>
                  <a:pt x="9839" y="2649"/>
                </a:cubicBezTo>
                <a:close/>
              </a:path>
            </a:pathLst>
          </a:custGeom>
          <a:gradFill>
            <a:gsLst>
              <a:gs pos="0">
                <a:schemeClr val="accent2"/>
              </a:gs>
              <a:gs pos="100000">
                <a:schemeClr val="accent1"/>
              </a:gs>
            </a:gsLst>
            <a:lin ang="5400000"/>
          </a:gradFill>
          <a:ln w="12700">
            <a:miter lim="400000"/>
          </a:ln>
        </p:spPr>
        <p:txBody>
          <a:bodyPr lIns="0" tIns="0" rIns="0" bIns="0" anchor="ctr"/>
          <a:lstStyle/>
          <a:p>
            <a:pPr marL="0" marR="0" lvl="0" indent="0" algn="ctr" defTabSz="8255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 kumimoji="0" sz="32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Helvetica Neue Medium"/>
              <a:sym typeface="Helvetica Neue Medium"/>
            </a:endParaRPr>
          </a:p>
        </p:txBody>
      </p:sp>
      <p:sp>
        <p:nvSpPr>
          <p:cNvPr id="216" name="Shape">
            <a:extLst>
              <a:ext uri="{FF2B5EF4-FFF2-40B4-BE49-F238E27FC236}">
                <a16:creationId xmlns:a16="http://schemas.microsoft.com/office/drawing/2014/main" id="{C81CFB81-5610-22B7-C89D-24306EFCCCB7}"/>
              </a:ext>
            </a:extLst>
          </p:cNvPr>
          <p:cNvSpPr/>
          <p:nvPr/>
        </p:nvSpPr>
        <p:spPr>
          <a:xfrm>
            <a:off x="14339439" y="2620192"/>
            <a:ext cx="6322300" cy="632257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800" y="0"/>
                </a:moveTo>
                <a:cubicBezTo>
                  <a:pt x="10787" y="0"/>
                  <a:pt x="10773" y="1"/>
                  <a:pt x="10759" y="1"/>
                </a:cubicBezTo>
                <a:lnTo>
                  <a:pt x="1" y="10760"/>
                </a:lnTo>
                <a:cubicBezTo>
                  <a:pt x="0" y="10900"/>
                  <a:pt x="3" y="11040"/>
                  <a:pt x="8" y="11181"/>
                </a:cubicBezTo>
                <a:lnTo>
                  <a:pt x="11180" y="9"/>
                </a:lnTo>
                <a:cubicBezTo>
                  <a:pt x="11054" y="4"/>
                  <a:pt x="10927" y="0"/>
                  <a:pt x="10800" y="0"/>
                </a:cubicBezTo>
                <a:close/>
                <a:moveTo>
                  <a:pt x="10211" y="17"/>
                </a:moveTo>
                <a:cubicBezTo>
                  <a:pt x="10057" y="25"/>
                  <a:pt x="9903" y="36"/>
                  <a:pt x="9748" y="51"/>
                </a:cubicBezTo>
                <a:lnTo>
                  <a:pt x="50" y="9749"/>
                </a:lnTo>
                <a:cubicBezTo>
                  <a:pt x="35" y="9903"/>
                  <a:pt x="25" y="10057"/>
                  <a:pt x="16" y="10212"/>
                </a:cubicBezTo>
                <a:lnTo>
                  <a:pt x="10211" y="17"/>
                </a:lnTo>
                <a:close/>
                <a:moveTo>
                  <a:pt x="11683" y="38"/>
                </a:moveTo>
                <a:lnTo>
                  <a:pt x="38" y="11684"/>
                </a:lnTo>
                <a:cubicBezTo>
                  <a:pt x="48" y="11814"/>
                  <a:pt x="62" y="11944"/>
                  <a:pt x="78" y="12075"/>
                </a:cubicBezTo>
                <a:lnTo>
                  <a:pt x="12074" y="78"/>
                </a:lnTo>
                <a:cubicBezTo>
                  <a:pt x="11944" y="63"/>
                  <a:pt x="11814" y="49"/>
                  <a:pt x="11683" y="38"/>
                </a:cubicBezTo>
                <a:close/>
                <a:moveTo>
                  <a:pt x="9136" y="131"/>
                </a:moveTo>
                <a:cubicBezTo>
                  <a:pt x="8960" y="158"/>
                  <a:pt x="8786" y="190"/>
                  <a:pt x="8611" y="226"/>
                </a:cubicBezTo>
                <a:lnTo>
                  <a:pt x="226" y="8611"/>
                </a:lnTo>
                <a:cubicBezTo>
                  <a:pt x="190" y="8786"/>
                  <a:pt x="157" y="8961"/>
                  <a:pt x="130" y="9137"/>
                </a:cubicBezTo>
                <a:lnTo>
                  <a:pt x="9136" y="131"/>
                </a:lnTo>
                <a:close/>
                <a:moveTo>
                  <a:pt x="12541" y="143"/>
                </a:moveTo>
                <a:lnTo>
                  <a:pt x="143" y="12541"/>
                </a:lnTo>
                <a:cubicBezTo>
                  <a:pt x="163" y="12663"/>
                  <a:pt x="183" y="12785"/>
                  <a:pt x="207" y="12906"/>
                </a:cubicBezTo>
                <a:lnTo>
                  <a:pt x="12906" y="208"/>
                </a:lnTo>
                <a:cubicBezTo>
                  <a:pt x="12785" y="184"/>
                  <a:pt x="12663" y="163"/>
                  <a:pt x="12541" y="143"/>
                </a:cubicBezTo>
                <a:close/>
                <a:moveTo>
                  <a:pt x="13343" y="303"/>
                </a:moveTo>
                <a:lnTo>
                  <a:pt x="303" y="13343"/>
                </a:lnTo>
                <a:cubicBezTo>
                  <a:pt x="330" y="13456"/>
                  <a:pt x="361" y="13569"/>
                  <a:pt x="392" y="13682"/>
                </a:cubicBezTo>
                <a:lnTo>
                  <a:pt x="13682" y="393"/>
                </a:lnTo>
                <a:cubicBezTo>
                  <a:pt x="13569" y="362"/>
                  <a:pt x="13456" y="331"/>
                  <a:pt x="13343" y="303"/>
                </a:cubicBezTo>
                <a:close/>
                <a:moveTo>
                  <a:pt x="7909" y="395"/>
                </a:moveTo>
                <a:cubicBezTo>
                  <a:pt x="7701" y="452"/>
                  <a:pt x="7495" y="515"/>
                  <a:pt x="7290" y="585"/>
                </a:cubicBezTo>
                <a:lnTo>
                  <a:pt x="584" y="7290"/>
                </a:lnTo>
                <a:cubicBezTo>
                  <a:pt x="514" y="7495"/>
                  <a:pt x="452" y="7702"/>
                  <a:pt x="394" y="7909"/>
                </a:cubicBezTo>
                <a:lnTo>
                  <a:pt x="7909" y="395"/>
                </a:lnTo>
                <a:close/>
                <a:moveTo>
                  <a:pt x="14094" y="515"/>
                </a:moveTo>
                <a:lnTo>
                  <a:pt x="514" y="14094"/>
                </a:lnTo>
                <a:cubicBezTo>
                  <a:pt x="549" y="14202"/>
                  <a:pt x="583" y="14310"/>
                  <a:pt x="620" y="14417"/>
                </a:cubicBezTo>
                <a:lnTo>
                  <a:pt x="14417" y="621"/>
                </a:lnTo>
                <a:cubicBezTo>
                  <a:pt x="14310" y="583"/>
                  <a:pt x="14202" y="549"/>
                  <a:pt x="14094" y="515"/>
                </a:cubicBezTo>
                <a:close/>
                <a:moveTo>
                  <a:pt x="14804" y="767"/>
                </a:moveTo>
                <a:lnTo>
                  <a:pt x="767" y="14804"/>
                </a:lnTo>
                <a:cubicBezTo>
                  <a:pt x="807" y="14905"/>
                  <a:pt x="851" y="15004"/>
                  <a:pt x="894" y="15104"/>
                </a:cubicBezTo>
                <a:lnTo>
                  <a:pt x="15104" y="895"/>
                </a:lnTo>
                <a:cubicBezTo>
                  <a:pt x="15004" y="852"/>
                  <a:pt x="14905" y="807"/>
                  <a:pt x="14804" y="767"/>
                </a:cubicBezTo>
                <a:close/>
                <a:moveTo>
                  <a:pt x="6411" y="932"/>
                </a:moveTo>
                <a:cubicBezTo>
                  <a:pt x="6118" y="1062"/>
                  <a:pt x="5831" y="1206"/>
                  <a:pt x="5549" y="1363"/>
                </a:cubicBezTo>
                <a:lnTo>
                  <a:pt x="1362" y="5549"/>
                </a:lnTo>
                <a:cubicBezTo>
                  <a:pt x="1205" y="5832"/>
                  <a:pt x="1061" y="6119"/>
                  <a:pt x="931" y="6411"/>
                </a:cubicBezTo>
                <a:lnTo>
                  <a:pt x="6411" y="932"/>
                </a:lnTo>
                <a:close/>
                <a:moveTo>
                  <a:pt x="15470" y="1061"/>
                </a:moveTo>
                <a:lnTo>
                  <a:pt x="1060" y="15471"/>
                </a:lnTo>
                <a:cubicBezTo>
                  <a:pt x="1106" y="15567"/>
                  <a:pt x="1153" y="15664"/>
                  <a:pt x="1202" y="15759"/>
                </a:cubicBezTo>
                <a:lnTo>
                  <a:pt x="15759" y="1203"/>
                </a:lnTo>
                <a:cubicBezTo>
                  <a:pt x="15663" y="1153"/>
                  <a:pt x="15567" y="1107"/>
                  <a:pt x="15470" y="1061"/>
                </a:cubicBezTo>
                <a:close/>
                <a:moveTo>
                  <a:pt x="16103" y="1391"/>
                </a:moveTo>
                <a:lnTo>
                  <a:pt x="1391" y="16103"/>
                </a:lnTo>
                <a:cubicBezTo>
                  <a:pt x="1442" y="16194"/>
                  <a:pt x="1494" y="16285"/>
                  <a:pt x="1549" y="16375"/>
                </a:cubicBezTo>
                <a:lnTo>
                  <a:pt x="16375" y="1549"/>
                </a:lnTo>
                <a:cubicBezTo>
                  <a:pt x="16285" y="1495"/>
                  <a:pt x="16194" y="1442"/>
                  <a:pt x="16103" y="1391"/>
                </a:cubicBezTo>
                <a:close/>
                <a:moveTo>
                  <a:pt x="16703" y="1754"/>
                </a:moveTo>
                <a:lnTo>
                  <a:pt x="1753" y="16703"/>
                </a:lnTo>
                <a:cubicBezTo>
                  <a:pt x="1809" y="16788"/>
                  <a:pt x="1869" y="16872"/>
                  <a:pt x="1928" y="16956"/>
                </a:cubicBezTo>
                <a:lnTo>
                  <a:pt x="16956" y="1928"/>
                </a:lnTo>
                <a:cubicBezTo>
                  <a:pt x="16872" y="1869"/>
                  <a:pt x="16788" y="1810"/>
                  <a:pt x="16703" y="1754"/>
                </a:cubicBezTo>
                <a:close/>
                <a:moveTo>
                  <a:pt x="17267" y="2151"/>
                </a:moveTo>
                <a:lnTo>
                  <a:pt x="2151" y="17267"/>
                </a:lnTo>
                <a:cubicBezTo>
                  <a:pt x="2212" y="17349"/>
                  <a:pt x="2274" y="17430"/>
                  <a:pt x="2338" y="17510"/>
                </a:cubicBezTo>
                <a:lnTo>
                  <a:pt x="17510" y="2338"/>
                </a:lnTo>
                <a:cubicBezTo>
                  <a:pt x="17430" y="2275"/>
                  <a:pt x="17349" y="2212"/>
                  <a:pt x="17267" y="2151"/>
                </a:cubicBezTo>
                <a:close/>
                <a:moveTo>
                  <a:pt x="3805" y="2574"/>
                </a:moveTo>
                <a:cubicBezTo>
                  <a:pt x="3586" y="2761"/>
                  <a:pt x="3370" y="2956"/>
                  <a:pt x="3163" y="3163"/>
                </a:cubicBezTo>
                <a:cubicBezTo>
                  <a:pt x="2955" y="3371"/>
                  <a:pt x="2761" y="3586"/>
                  <a:pt x="2574" y="3806"/>
                </a:cubicBezTo>
                <a:lnTo>
                  <a:pt x="3805" y="2574"/>
                </a:lnTo>
                <a:close/>
                <a:moveTo>
                  <a:pt x="17801" y="2579"/>
                </a:moveTo>
                <a:lnTo>
                  <a:pt x="2579" y="17801"/>
                </a:lnTo>
                <a:cubicBezTo>
                  <a:pt x="2645" y="17878"/>
                  <a:pt x="2709" y="17957"/>
                  <a:pt x="2777" y="18032"/>
                </a:cubicBezTo>
                <a:lnTo>
                  <a:pt x="18032" y="2777"/>
                </a:lnTo>
                <a:cubicBezTo>
                  <a:pt x="17957" y="2709"/>
                  <a:pt x="17878" y="2645"/>
                  <a:pt x="17801" y="2579"/>
                </a:cubicBezTo>
                <a:close/>
                <a:moveTo>
                  <a:pt x="18304" y="3036"/>
                </a:moveTo>
                <a:lnTo>
                  <a:pt x="3036" y="18304"/>
                </a:lnTo>
                <a:cubicBezTo>
                  <a:pt x="3079" y="18349"/>
                  <a:pt x="3119" y="18394"/>
                  <a:pt x="3163" y="18438"/>
                </a:cubicBezTo>
                <a:cubicBezTo>
                  <a:pt x="3191" y="18466"/>
                  <a:pt x="3222" y="18492"/>
                  <a:pt x="3250" y="18521"/>
                </a:cubicBezTo>
                <a:lnTo>
                  <a:pt x="18521" y="3251"/>
                </a:lnTo>
                <a:cubicBezTo>
                  <a:pt x="18492" y="3222"/>
                  <a:pt x="18466" y="3192"/>
                  <a:pt x="18438" y="3163"/>
                </a:cubicBezTo>
                <a:cubicBezTo>
                  <a:pt x="18394" y="3119"/>
                  <a:pt x="18348" y="3079"/>
                  <a:pt x="18304" y="3036"/>
                </a:cubicBezTo>
                <a:close/>
                <a:moveTo>
                  <a:pt x="18781" y="3523"/>
                </a:moveTo>
                <a:lnTo>
                  <a:pt x="3522" y="18781"/>
                </a:lnTo>
                <a:cubicBezTo>
                  <a:pt x="3598" y="18850"/>
                  <a:pt x="3676" y="18915"/>
                  <a:pt x="3753" y="18982"/>
                </a:cubicBezTo>
                <a:lnTo>
                  <a:pt x="18982" y="3753"/>
                </a:lnTo>
                <a:cubicBezTo>
                  <a:pt x="18915" y="3676"/>
                  <a:pt x="18850" y="3598"/>
                  <a:pt x="18781" y="3523"/>
                </a:cubicBezTo>
                <a:close/>
                <a:moveTo>
                  <a:pt x="19224" y="4041"/>
                </a:moveTo>
                <a:lnTo>
                  <a:pt x="4041" y="19224"/>
                </a:lnTo>
                <a:cubicBezTo>
                  <a:pt x="4121" y="19289"/>
                  <a:pt x="4202" y="19350"/>
                  <a:pt x="4283" y="19412"/>
                </a:cubicBezTo>
                <a:lnTo>
                  <a:pt x="19412" y="4283"/>
                </a:lnTo>
                <a:cubicBezTo>
                  <a:pt x="19350" y="4202"/>
                  <a:pt x="19289" y="4121"/>
                  <a:pt x="19224" y="4041"/>
                </a:cubicBezTo>
                <a:close/>
                <a:moveTo>
                  <a:pt x="19637" y="4591"/>
                </a:moveTo>
                <a:lnTo>
                  <a:pt x="4591" y="19637"/>
                </a:lnTo>
                <a:cubicBezTo>
                  <a:pt x="4675" y="19696"/>
                  <a:pt x="4758" y="19757"/>
                  <a:pt x="4843" y="19813"/>
                </a:cubicBezTo>
                <a:lnTo>
                  <a:pt x="19813" y="4844"/>
                </a:lnTo>
                <a:cubicBezTo>
                  <a:pt x="19757" y="4758"/>
                  <a:pt x="19696" y="4675"/>
                  <a:pt x="19637" y="4591"/>
                </a:cubicBezTo>
                <a:close/>
                <a:moveTo>
                  <a:pt x="20019" y="5172"/>
                </a:moveTo>
                <a:lnTo>
                  <a:pt x="5172" y="20019"/>
                </a:lnTo>
                <a:cubicBezTo>
                  <a:pt x="5261" y="20073"/>
                  <a:pt x="5351" y="20126"/>
                  <a:pt x="5441" y="20178"/>
                </a:cubicBezTo>
                <a:lnTo>
                  <a:pt x="20178" y="5441"/>
                </a:lnTo>
                <a:cubicBezTo>
                  <a:pt x="20126" y="5351"/>
                  <a:pt x="20073" y="5261"/>
                  <a:pt x="20019" y="5172"/>
                </a:cubicBezTo>
                <a:close/>
                <a:moveTo>
                  <a:pt x="20369" y="5782"/>
                </a:moveTo>
                <a:lnTo>
                  <a:pt x="5782" y="20369"/>
                </a:lnTo>
                <a:cubicBezTo>
                  <a:pt x="5877" y="20419"/>
                  <a:pt x="5974" y="20463"/>
                  <a:pt x="6071" y="20510"/>
                </a:cubicBezTo>
                <a:lnTo>
                  <a:pt x="20510" y="6071"/>
                </a:lnTo>
                <a:cubicBezTo>
                  <a:pt x="20463" y="5975"/>
                  <a:pt x="20419" y="5878"/>
                  <a:pt x="20369" y="5782"/>
                </a:cubicBezTo>
                <a:close/>
                <a:moveTo>
                  <a:pt x="20679" y="6434"/>
                </a:moveTo>
                <a:lnTo>
                  <a:pt x="6434" y="20679"/>
                </a:lnTo>
                <a:cubicBezTo>
                  <a:pt x="6534" y="20723"/>
                  <a:pt x="6633" y="20769"/>
                  <a:pt x="6734" y="20809"/>
                </a:cubicBezTo>
                <a:lnTo>
                  <a:pt x="20809" y="6735"/>
                </a:lnTo>
                <a:cubicBezTo>
                  <a:pt x="20769" y="6634"/>
                  <a:pt x="20723" y="6534"/>
                  <a:pt x="20679" y="6434"/>
                </a:cubicBezTo>
                <a:close/>
                <a:moveTo>
                  <a:pt x="20956" y="7121"/>
                </a:moveTo>
                <a:lnTo>
                  <a:pt x="7120" y="20956"/>
                </a:lnTo>
                <a:cubicBezTo>
                  <a:pt x="7226" y="20994"/>
                  <a:pt x="7333" y="21030"/>
                  <a:pt x="7439" y="21065"/>
                </a:cubicBezTo>
                <a:lnTo>
                  <a:pt x="21065" y="7439"/>
                </a:lnTo>
                <a:cubicBezTo>
                  <a:pt x="21030" y="7333"/>
                  <a:pt x="20994" y="7226"/>
                  <a:pt x="20956" y="7121"/>
                </a:cubicBezTo>
                <a:close/>
                <a:moveTo>
                  <a:pt x="21190" y="7848"/>
                </a:moveTo>
                <a:lnTo>
                  <a:pt x="7848" y="21190"/>
                </a:lnTo>
                <a:cubicBezTo>
                  <a:pt x="7960" y="21221"/>
                  <a:pt x="8073" y="21252"/>
                  <a:pt x="8186" y="21280"/>
                </a:cubicBezTo>
                <a:lnTo>
                  <a:pt x="21280" y="8186"/>
                </a:lnTo>
                <a:cubicBezTo>
                  <a:pt x="21252" y="8073"/>
                  <a:pt x="21221" y="7960"/>
                  <a:pt x="21190" y="7848"/>
                </a:cubicBezTo>
                <a:close/>
                <a:moveTo>
                  <a:pt x="21378" y="8623"/>
                </a:moveTo>
                <a:lnTo>
                  <a:pt x="8623" y="21378"/>
                </a:lnTo>
                <a:cubicBezTo>
                  <a:pt x="8743" y="21402"/>
                  <a:pt x="8863" y="21424"/>
                  <a:pt x="8984" y="21445"/>
                </a:cubicBezTo>
                <a:lnTo>
                  <a:pt x="21445" y="8984"/>
                </a:lnTo>
                <a:cubicBezTo>
                  <a:pt x="21424" y="8864"/>
                  <a:pt x="21402" y="8743"/>
                  <a:pt x="21378" y="8623"/>
                </a:cubicBezTo>
                <a:close/>
                <a:moveTo>
                  <a:pt x="21514" y="9448"/>
                </a:moveTo>
                <a:lnTo>
                  <a:pt x="9447" y="21514"/>
                </a:lnTo>
                <a:cubicBezTo>
                  <a:pt x="9576" y="21530"/>
                  <a:pt x="9704" y="21546"/>
                  <a:pt x="9833" y="21557"/>
                </a:cubicBezTo>
                <a:lnTo>
                  <a:pt x="21557" y="9834"/>
                </a:lnTo>
                <a:cubicBezTo>
                  <a:pt x="21546" y="9705"/>
                  <a:pt x="21530" y="9576"/>
                  <a:pt x="21514" y="9448"/>
                </a:cubicBezTo>
                <a:close/>
                <a:moveTo>
                  <a:pt x="21590" y="10333"/>
                </a:moveTo>
                <a:lnTo>
                  <a:pt x="10332" y="21590"/>
                </a:lnTo>
                <a:cubicBezTo>
                  <a:pt x="10473" y="21596"/>
                  <a:pt x="10613" y="21599"/>
                  <a:pt x="10753" y="21600"/>
                </a:cubicBezTo>
                <a:lnTo>
                  <a:pt x="21600" y="10754"/>
                </a:lnTo>
                <a:cubicBezTo>
                  <a:pt x="21599" y="10613"/>
                  <a:pt x="21596" y="10473"/>
                  <a:pt x="21590" y="10333"/>
                </a:cubicBezTo>
                <a:close/>
                <a:moveTo>
                  <a:pt x="21590" y="11296"/>
                </a:moveTo>
                <a:lnTo>
                  <a:pt x="11295" y="21590"/>
                </a:lnTo>
                <a:cubicBezTo>
                  <a:pt x="11449" y="21583"/>
                  <a:pt x="11603" y="21572"/>
                  <a:pt x="11757" y="21558"/>
                </a:cubicBezTo>
                <a:lnTo>
                  <a:pt x="21558" y="11757"/>
                </a:lnTo>
                <a:cubicBezTo>
                  <a:pt x="21572" y="11603"/>
                  <a:pt x="21583" y="11450"/>
                  <a:pt x="21590" y="11296"/>
                </a:cubicBezTo>
                <a:close/>
                <a:moveTo>
                  <a:pt x="21489" y="12358"/>
                </a:moveTo>
                <a:lnTo>
                  <a:pt x="12358" y="21489"/>
                </a:lnTo>
                <a:cubicBezTo>
                  <a:pt x="12531" y="21464"/>
                  <a:pt x="12703" y="21434"/>
                  <a:pt x="12876" y="21400"/>
                </a:cubicBezTo>
                <a:lnTo>
                  <a:pt x="21400" y="12876"/>
                </a:lnTo>
                <a:cubicBezTo>
                  <a:pt x="21434" y="12704"/>
                  <a:pt x="21464" y="12531"/>
                  <a:pt x="21489" y="12358"/>
                </a:cubicBezTo>
                <a:close/>
                <a:moveTo>
                  <a:pt x="21239" y="13569"/>
                </a:moveTo>
                <a:lnTo>
                  <a:pt x="13569" y="21239"/>
                </a:lnTo>
                <a:cubicBezTo>
                  <a:pt x="13774" y="21185"/>
                  <a:pt x="13978" y="21125"/>
                  <a:pt x="14181" y="21058"/>
                </a:cubicBezTo>
                <a:lnTo>
                  <a:pt x="21058" y="14181"/>
                </a:lnTo>
                <a:cubicBezTo>
                  <a:pt x="21125" y="13978"/>
                  <a:pt x="21185" y="13774"/>
                  <a:pt x="21239" y="13569"/>
                </a:cubicBezTo>
                <a:close/>
                <a:moveTo>
                  <a:pt x="20736" y="15035"/>
                </a:moveTo>
                <a:lnTo>
                  <a:pt x="15035" y="20736"/>
                </a:lnTo>
                <a:cubicBezTo>
                  <a:pt x="15310" y="20619"/>
                  <a:pt x="15581" y="20493"/>
                  <a:pt x="15848" y="20352"/>
                </a:cubicBezTo>
                <a:lnTo>
                  <a:pt x="20352" y="15848"/>
                </a:lnTo>
                <a:cubicBezTo>
                  <a:pt x="20493" y="15581"/>
                  <a:pt x="20619" y="15310"/>
                  <a:pt x="20736" y="15035"/>
                </a:cubicBezTo>
                <a:close/>
                <a:moveTo>
                  <a:pt x="19400" y="17332"/>
                </a:moveTo>
                <a:lnTo>
                  <a:pt x="17332" y="19400"/>
                </a:lnTo>
                <a:cubicBezTo>
                  <a:pt x="17716" y="19108"/>
                  <a:pt x="18087" y="18789"/>
                  <a:pt x="18438" y="18438"/>
                </a:cubicBezTo>
                <a:cubicBezTo>
                  <a:pt x="18788" y="18087"/>
                  <a:pt x="19107" y="17716"/>
                  <a:pt x="19400" y="17332"/>
                </a:cubicBezTo>
                <a:close/>
              </a:path>
            </a:pathLst>
          </a:custGeom>
          <a:solidFill>
            <a:schemeClr val="accent4"/>
          </a:solidFill>
          <a:ln w="12700">
            <a:miter lim="400000"/>
          </a:ln>
        </p:spPr>
        <p:txBody>
          <a:bodyPr lIns="0" tIns="0" rIns="0" bIns="0" anchor="ctr"/>
          <a:lstStyle/>
          <a:p>
            <a:pPr marL="0" marR="0" lvl="0" indent="0" algn="ctr" defTabSz="8255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 kumimoji="0" sz="32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Helvetica Neue Medium"/>
              <a:sym typeface="Helvetica Neue Medium"/>
            </a:endParaRPr>
          </a:p>
        </p:txBody>
      </p:sp>
      <p:sp>
        <p:nvSpPr>
          <p:cNvPr id="217" name="Shape">
            <a:extLst>
              <a:ext uri="{FF2B5EF4-FFF2-40B4-BE49-F238E27FC236}">
                <a16:creationId xmlns:a16="http://schemas.microsoft.com/office/drawing/2014/main" id="{641298C1-E787-F53D-9C09-A4EA01EDFEDE}"/>
              </a:ext>
            </a:extLst>
          </p:cNvPr>
          <p:cNvSpPr/>
          <p:nvPr/>
        </p:nvSpPr>
        <p:spPr>
          <a:xfrm>
            <a:off x="5513585" y="9836851"/>
            <a:ext cx="2709536" cy="270965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800" y="0"/>
                </a:moveTo>
                <a:cubicBezTo>
                  <a:pt x="10787" y="0"/>
                  <a:pt x="10773" y="1"/>
                  <a:pt x="10759" y="1"/>
                </a:cubicBezTo>
                <a:lnTo>
                  <a:pt x="1" y="10760"/>
                </a:lnTo>
                <a:cubicBezTo>
                  <a:pt x="0" y="10900"/>
                  <a:pt x="3" y="11040"/>
                  <a:pt x="8" y="11181"/>
                </a:cubicBezTo>
                <a:lnTo>
                  <a:pt x="11180" y="9"/>
                </a:lnTo>
                <a:cubicBezTo>
                  <a:pt x="11054" y="4"/>
                  <a:pt x="10927" y="0"/>
                  <a:pt x="10800" y="0"/>
                </a:cubicBezTo>
                <a:close/>
                <a:moveTo>
                  <a:pt x="10211" y="17"/>
                </a:moveTo>
                <a:cubicBezTo>
                  <a:pt x="10057" y="25"/>
                  <a:pt x="9903" y="36"/>
                  <a:pt x="9748" y="51"/>
                </a:cubicBezTo>
                <a:lnTo>
                  <a:pt x="50" y="9749"/>
                </a:lnTo>
                <a:cubicBezTo>
                  <a:pt x="35" y="9903"/>
                  <a:pt x="25" y="10057"/>
                  <a:pt x="16" y="10212"/>
                </a:cubicBezTo>
                <a:lnTo>
                  <a:pt x="10211" y="17"/>
                </a:lnTo>
                <a:close/>
                <a:moveTo>
                  <a:pt x="11683" y="38"/>
                </a:moveTo>
                <a:lnTo>
                  <a:pt x="38" y="11684"/>
                </a:lnTo>
                <a:cubicBezTo>
                  <a:pt x="48" y="11814"/>
                  <a:pt x="62" y="11944"/>
                  <a:pt x="78" y="12075"/>
                </a:cubicBezTo>
                <a:lnTo>
                  <a:pt x="12074" y="78"/>
                </a:lnTo>
                <a:cubicBezTo>
                  <a:pt x="11944" y="63"/>
                  <a:pt x="11814" y="49"/>
                  <a:pt x="11683" y="38"/>
                </a:cubicBezTo>
                <a:close/>
                <a:moveTo>
                  <a:pt x="9136" y="131"/>
                </a:moveTo>
                <a:cubicBezTo>
                  <a:pt x="8960" y="158"/>
                  <a:pt x="8786" y="190"/>
                  <a:pt x="8611" y="226"/>
                </a:cubicBezTo>
                <a:lnTo>
                  <a:pt x="226" y="8611"/>
                </a:lnTo>
                <a:cubicBezTo>
                  <a:pt x="190" y="8786"/>
                  <a:pt x="157" y="8961"/>
                  <a:pt x="130" y="9137"/>
                </a:cubicBezTo>
                <a:lnTo>
                  <a:pt x="9136" y="131"/>
                </a:lnTo>
                <a:close/>
                <a:moveTo>
                  <a:pt x="12541" y="143"/>
                </a:moveTo>
                <a:lnTo>
                  <a:pt x="143" y="12541"/>
                </a:lnTo>
                <a:cubicBezTo>
                  <a:pt x="163" y="12663"/>
                  <a:pt x="183" y="12785"/>
                  <a:pt x="207" y="12906"/>
                </a:cubicBezTo>
                <a:lnTo>
                  <a:pt x="12906" y="208"/>
                </a:lnTo>
                <a:cubicBezTo>
                  <a:pt x="12785" y="184"/>
                  <a:pt x="12663" y="163"/>
                  <a:pt x="12541" y="143"/>
                </a:cubicBezTo>
                <a:close/>
                <a:moveTo>
                  <a:pt x="13343" y="303"/>
                </a:moveTo>
                <a:lnTo>
                  <a:pt x="303" y="13343"/>
                </a:lnTo>
                <a:cubicBezTo>
                  <a:pt x="330" y="13456"/>
                  <a:pt x="361" y="13569"/>
                  <a:pt x="392" y="13682"/>
                </a:cubicBezTo>
                <a:lnTo>
                  <a:pt x="13682" y="393"/>
                </a:lnTo>
                <a:cubicBezTo>
                  <a:pt x="13569" y="362"/>
                  <a:pt x="13456" y="331"/>
                  <a:pt x="13343" y="303"/>
                </a:cubicBezTo>
                <a:close/>
                <a:moveTo>
                  <a:pt x="7909" y="395"/>
                </a:moveTo>
                <a:cubicBezTo>
                  <a:pt x="7701" y="452"/>
                  <a:pt x="7495" y="515"/>
                  <a:pt x="7290" y="585"/>
                </a:cubicBezTo>
                <a:lnTo>
                  <a:pt x="584" y="7290"/>
                </a:lnTo>
                <a:cubicBezTo>
                  <a:pt x="514" y="7495"/>
                  <a:pt x="452" y="7702"/>
                  <a:pt x="394" y="7909"/>
                </a:cubicBezTo>
                <a:lnTo>
                  <a:pt x="7909" y="395"/>
                </a:lnTo>
                <a:close/>
                <a:moveTo>
                  <a:pt x="14094" y="515"/>
                </a:moveTo>
                <a:lnTo>
                  <a:pt x="514" y="14094"/>
                </a:lnTo>
                <a:cubicBezTo>
                  <a:pt x="549" y="14202"/>
                  <a:pt x="583" y="14310"/>
                  <a:pt x="620" y="14417"/>
                </a:cubicBezTo>
                <a:lnTo>
                  <a:pt x="14417" y="621"/>
                </a:lnTo>
                <a:cubicBezTo>
                  <a:pt x="14310" y="583"/>
                  <a:pt x="14202" y="549"/>
                  <a:pt x="14094" y="515"/>
                </a:cubicBezTo>
                <a:close/>
                <a:moveTo>
                  <a:pt x="14804" y="767"/>
                </a:moveTo>
                <a:lnTo>
                  <a:pt x="767" y="14804"/>
                </a:lnTo>
                <a:cubicBezTo>
                  <a:pt x="807" y="14905"/>
                  <a:pt x="851" y="15004"/>
                  <a:pt x="894" y="15104"/>
                </a:cubicBezTo>
                <a:lnTo>
                  <a:pt x="15104" y="895"/>
                </a:lnTo>
                <a:cubicBezTo>
                  <a:pt x="15004" y="852"/>
                  <a:pt x="14905" y="807"/>
                  <a:pt x="14804" y="767"/>
                </a:cubicBezTo>
                <a:close/>
                <a:moveTo>
                  <a:pt x="6411" y="932"/>
                </a:moveTo>
                <a:cubicBezTo>
                  <a:pt x="6118" y="1062"/>
                  <a:pt x="5831" y="1206"/>
                  <a:pt x="5549" y="1363"/>
                </a:cubicBezTo>
                <a:lnTo>
                  <a:pt x="1362" y="5549"/>
                </a:lnTo>
                <a:cubicBezTo>
                  <a:pt x="1205" y="5832"/>
                  <a:pt x="1061" y="6119"/>
                  <a:pt x="931" y="6411"/>
                </a:cubicBezTo>
                <a:lnTo>
                  <a:pt x="6411" y="932"/>
                </a:lnTo>
                <a:close/>
                <a:moveTo>
                  <a:pt x="15470" y="1061"/>
                </a:moveTo>
                <a:lnTo>
                  <a:pt x="1060" y="15471"/>
                </a:lnTo>
                <a:cubicBezTo>
                  <a:pt x="1106" y="15567"/>
                  <a:pt x="1153" y="15664"/>
                  <a:pt x="1202" y="15759"/>
                </a:cubicBezTo>
                <a:lnTo>
                  <a:pt x="15759" y="1203"/>
                </a:lnTo>
                <a:cubicBezTo>
                  <a:pt x="15663" y="1153"/>
                  <a:pt x="15567" y="1107"/>
                  <a:pt x="15470" y="1061"/>
                </a:cubicBezTo>
                <a:close/>
                <a:moveTo>
                  <a:pt x="16103" y="1391"/>
                </a:moveTo>
                <a:lnTo>
                  <a:pt x="1391" y="16103"/>
                </a:lnTo>
                <a:cubicBezTo>
                  <a:pt x="1442" y="16194"/>
                  <a:pt x="1494" y="16285"/>
                  <a:pt x="1548" y="16375"/>
                </a:cubicBezTo>
                <a:lnTo>
                  <a:pt x="16375" y="1549"/>
                </a:lnTo>
                <a:cubicBezTo>
                  <a:pt x="16285" y="1495"/>
                  <a:pt x="16194" y="1442"/>
                  <a:pt x="16103" y="1391"/>
                </a:cubicBezTo>
                <a:close/>
                <a:moveTo>
                  <a:pt x="16703" y="1754"/>
                </a:moveTo>
                <a:lnTo>
                  <a:pt x="1753" y="16703"/>
                </a:lnTo>
                <a:cubicBezTo>
                  <a:pt x="1809" y="16788"/>
                  <a:pt x="1869" y="16872"/>
                  <a:pt x="1928" y="16956"/>
                </a:cubicBezTo>
                <a:lnTo>
                  <a:pt x="16956" y="1928"/>
                </a:lnTo>
                <a:cubicBezTo>
                  <a:pt x="16872" y="1869"/>
                  <a:pt x="16788" y="1810"/>
                  <a:pt x="16703" y="1754"/>
                </a:cubicBezTo>
                <a:close/>
                <a:moveTo>
                  <a:pt x="17267" y="2151"/>
                </a:moveTo>
                <a:lnTo>
                  <a:pt x="2151" y="17267"/>
                </a:lnTo>
                <a:cubicBezTo>
                  <a:pt x="2212" y="17349"/>
                  <a:pt x="2274" y="17430"/>
                  <a:pt x="2338" y="17510"/>
                </a:cubicBezTo>
                <a:lnTo>
                  <a:pt x="17510" y="2338"/>
                </a:lnTo>
                <a:cubicBezTo>
                  <a:pt x="17430" y="2275"/>
                  <a:pt x="17349" y="2212"/>
                  <a:pt x="17267" y="2151"/>
                </a:cubicBezTo>
                <a:close/>
                <a:moveTo>
                  <a:pt x="3805" y="2574"/>
                </a:moveTo>
                <a:cubicBezTo>
                  <a:pt x="3586" y="2761"/>
                  <a:pt x="3370" y="2956"/>
                  <a:pt x="3163" y="3163"/>
                </a:cubicBezTo>
                <a:cubicBezTo>
                  <a:pt x="2955" y="3371"/>
                  <a:pt x="2761" y="3586"/>
                  <a:pt x="2574" y="3806"/>
                </a:cubicBezTo>
                <a:lnTo>
                  <a:pt x="3805" y="2574"/>
                </a:lnTo>
                <a:close/>
                <a:moveTo>
                  <a:pt x="17801" y="2579"/>
                </a:moveTo>
                <a:lnTo>
                  <a:pt x="2579" y="17801"/>
                </a:lnTo>
                <a:cubicBezTo>
                  <a:pt x="2645" y="17878"/>
                  <a:pt x="2709" y="17957"/>
                  <a:pt x="2777" y="18032"/>
                </a:cubicBezTo>
                <a:lnTo>
                  <a:pt x="18032" y="2777"/>
                </a:lnTo>
                <a:cubicBezTo>
                  <a:pt x="17957" y="2709"/>
                  <a:pt x="17878" y="2645"/>
                  <a:pt x="17801" y="2579"/>
                </a:cubicBezTo>
                <a:close/>
                <a:moveTo>
                  <a:pt x="18304" y="3036"/>
                </a:moveTo>
                <a:lnTo>
                  <a:pt x="3036" y="18304"/>
                </a:lnTo>
                <a:cubicBezTo>
                  <a:pt x="3079" y="18349"/>
                  <a:pt x="3119" y="18394"/>
                  <a:pt x="3163" y="18438"/>
                </a:cubicBezTo>
                <a:cubicBezTo>
                  <a:pt x="3191" y="18466"/>
                  <a:pt x="3222" y="18492"/>
                  <a:pt x="3250" y="18521"/>
                </a:cubicBezTo>
                <a:lnTo>
                  <a:pt x="18521" y="3251"/>
                </a:lnTo>
                <a:cubicBezTo>
                  <a:pt x="18492" y="3222"/>
                  <a:pt x="18466" y="3192"/>
                  <a:pt x="18438" y="3163"/>
                </a:cubicBezTo>
                <a:cubicBezTo>
                  <a:pt x="18394" y="3119"/>
                  <a:pt x="18348" y="3079"/>
                  <a:pt x="18304" y="3036"/>
                </a:cubicBezTo>
                <a:close/>
                <a:moveTo>
                  <a:pt x="18781" y="3523"/>
                </a:moveTo>
                <a:lnTo>
                  <a:pt x="3522" y="18781"/>
                </a:lnTo>
                <a:cubicBezTo>
                  <a:pt x="3598" y="18850"/>
                  <a:pt x="3676" y="18915"/>
                  <a:pt x="3753" y="18982"/>
                </a:cubicBezTo>
                <a:lnTo>
                  <a:pt x="18982" y="3753"/>
                </a:lnTo>
                <a:cubicBezTo>
                  <a:pt x="18915" y="3676"/>
                  <a:pt x="18850" y="3598"/>
                  <a:pt x="18781" y="3523"/>
                </a:cubicBezTo>
                <a:close/>
                <a:moveTo>
                  <a:pt x="19224" y="4041"/>
                </a:moveTo>
                <a:lnTo>
                  <a:pt x="4041" y="19224"/>
                </a:lnTo>
                <a:cubicBezTo>
                  <a:pt x="4121" y="19289"/>
                  <a:pt x="4202" y="19350"/>
                  <a:pt x="4283" y="19412"/>
                </a:cubicBezTo>
                <a:lnTo>
                  <a:pt x="19412" y="4283"/>
                </a:lnTo>
                <a:cubicBezTo>
                  <a:pt x="19350" y="4202"/>
                  <a:pt x="19289" y="4121"/>
                  <a:pt x="19224" y="4041"/>
                </a:cubicBezTo>
                <a:close/>
                <a:moveTo>
                  <a:pt x="19637" y="4591"/>
                </a:moveTo>
                <a:lnTo>
                  <a:pt x="4591" y="19637"/>
                </a:lnTo>
                <a:cubicBezTo>
                  <a:pt x="4675" y="19696"/>
                  <a:pt x="4758" y="19757"/>
                  <a:pt x="4843" y="19813"/>
                </a:cubicBezTo>
                <a:lnTo>
                  <a:pt x="19813" y="4844"/>
                </a:lnTo>
                <a:cubicBezTo>
                  <a:pt x="19757" y="4758"/>
                  <a:pt x="19696" y="4675"/>
                  <a:pt x="19637" y="4591"/>
                </a:cubicBezTo>
                <a:close/>
                <a:moveTo>
                  <a:pt x="20019" y="5172"/>
                </a:moveTo>
                <a:lnTo>
                  <a:pt x="5172" y="20019"/>
                </a:lnTo>
                <a:cubicBezTo>
                  <a:pt x="5261" y="20073"/>
                  <a:pt x="5351" y="20126"/>
                  <a:pt x="5441" y="20178"/>
                </a:cubicBezTo>
                <a:lnTo>
                  <a:pt x="20178" y="5441"/>
                </a:lnTo>
                <a:cubicBezTo>
                  <a:pt x="20126" y="5351"/>
                  <a:pt x="20073" y="5261"/>
                  <a:pt x="20019" y="5172"/>
                </a:cubicBezTo>
                <a:close/>
                <a:moveTo>
                  <a:pt x="20369" y="5782"/>
                </a:moveTo>
                <a:lnTo>
                  <a:pt x="5782" y="20369"/>
                </a:lnTo>
                <a:cubicBezTo>
                  <a:pt x="5877" y="20419"/>
                  <a:pt x="5974" y="20463"/>
                  <a:pt x="6071" y="20510"/>
                </a:cubicBezTo>
                <a:lnTo>
                  <a:pt x="20510" y="6071"/>
                </a:lnTo>
                <a:cubicBezTo>
                  <a:pt x="20463" y="5975"/>
                  <a:pt x="20419" y="5878"/>
                  <a:pt x="20369" y="5782"/>
                </a:cubicBezTo>
                <a:close/>
                <a:moveTo>
                  <a:pt x="20679" y="6434"/>
                </a:moveTo>
                <a:lnTo>
                  <a:pt x="6434" y="20679"/>
                </a:lnTo>
                <a:cubicBezTo>
                  <a:pt x="6534" y="20723"/>
                  <a:pt x="6633" y="20769"/>
                  <a:pt x="6734" y="20809"/>
                </a:cubicBezTo>
                <a:lnTo>
                  <a:pt x="20809" y="6735"/>
                </a:lnTo>
                <a:cubicBezTo>
                  <a:pt x="20769" y="6634"/>
                  <a:pt x="20723" y="6534"/>
                  <a:pt x="20679" y="6434"/>
                </a:cubicBezTo>
                <a:close/>
                <a:moveTo>
                  <a:pt x="20956" y="7121"/>
                </a:moveTo>
                <a:lnTo>
                  <a:pt x="7120" y="20956"/>
                </a:lnTo>
                <a:cubicBezTo>
                  <a:pt x="7226" y="20994"/>
                  <a:pt x="7333" y="21030"/>
                  <a:pt x="7439" y="21065"/>
                </a:cubicBezTo>
                <a:lnTo>
                  <a:pt x="21065" y="7439"/>
                </a:lnTo>
                <a:cubicBezTo>
                  <a:pt x="21030" y="7333"/>
                  <a:pt x="20994" y="7226"/>
                  <a:pt x="20956" y="7121"/>
                </a:cubicBezTo>
                <a:close/>
                <a:moveTo>
                  <a:pt x="21190" y="7848"/>
                </a:moveTo>
                <a:lnTo>
                  <a:pt x="7848" y="21190"/>
                </a:lnTo>
                <a:cubicBezTo>
                  <a:pt x="7960" y="21221"/>
                  <a:pt x="8073" y="21252"/>
                  <a:pt x="8186" y="21280"/>
                </a:cubicBezTo>
                <a:lnTo>
                  <a:pt x="21280" y="8186"/>
                </a:lnTo>
                <a:cubicBezTo>
                  <a:pt x="21252" y="8073"/>
                  <a:pt x="21221" y="7960"/>
                  <a:pt x="21190" y="7848"/>
                </a:cubicBezTo>
                <a:close/>
                <a:moveTo>
                  <a:pt x="21378" y="8623"/>
                </a:moveTo>
                <a:lnTo>
                  <a:pt x="8623" y="21378"/>
                </a:lnTo>
                <a:cubicBezTo>
                  <a:pt x="8743" y="21402"/>
                  <a:pt x="8863" y="21424"/>
                  <a:pt x="8984" y="21445"/>
                </a:cubicBezTo>
                <a:lnTo>
                  <a:pt x="21445" y="8984"/>
                </a:lnTo>
                <a:cubicBezTo>
                  <a:pt x="21424" y="8864"/>
                  <a:pt x="21402" y="8743"/>
                  <a:pt x="21378" y="8623"/>
                </a:cubicBezTo>
                <a:close/>
                <a:moveTo>
                  <a:pt x="21514" y="9448"/>
                </a:moveTo>
                <a:lnTo>
                  <a:pt x="9447" y="21514"/>
                </a:lnTo>
                <a:cubicBezTo>
                  <a:pt x="9576" y="21530"/>
                  <a:pt x="9704" y="21546"/>
                  <a:pt x="9833" y="21557"/>
                </a:cubicBezTo>
                <a:lnTo>
                  <a:pt x="21557" y="9834"/>
                </a:lnTo>
                <a:cubicBezTo>
                  <a:pt x="21546" y="9705"/>
                  <a:pt x="21530" y="9576"/>
                  <a:pt x="21514" y="9448"/>
                </a:cubicBezTo>
                <a:close/>
                <a:moveTo>
                  <a:pt x="21590" y="10333"/>
                </a:moveTo>
                <a:lnTo>
                  <a:pt x="10332" y="21590"/>
                </a:lnTo>
                <a:cubicBezTo>
                  <a:pt x="10473" y="21596"/>
                  <a:pt x="10613" y="21599"/>
                  <a:pt x="10753" y="21600"/>
                </a:cubicBezTo>
                <a:lnTo>
                  <a:pt x="21600" y="10754"/>
                </a:lnTo>
                <a:cubicBezTo>
                  <a:pt x="21599" y="10613"/>
                  <a:pt x="21596" y="10473"/>
                  <a:pt x="21590" y="10333"/>
                </a:cubicBezTo>
                <a:close/>
                <a:moveTo>
                  <a:pt x="21590" y="11296"/>
                </a:moveTo>
                <a:lnTo>
                  <a:pt x="11295" y="21590"/>
                </a:lnTo>
                <a:cubicBezTo>
                  <a:pt x="11449" y="21583"/>
                  <a:pt x="11603" y="21572"/>
                  <a:pt x="11757" y="21558"/>
                </a:cubicBezTo>
                <a:lnTo>
                  <a:pt x="21558" y="11757"/>
                </a:lnTo>
                <a:cubicBezTo>
                  <a:pt x="21572" y="11603"/>
                  <a:pt x="21583" y="11450"/>
                  <a:pt x="21590" y="11296"/>
                </a:cubicBezTo>
                <a:close/>
                <a:moveTo>
                  <a:pt x="21489" y="12358"/>
                </a:moveTo>
                <a:lnTo>
                  <a:pt x="12358" y="21489"/>
                </a:lnTo>
                <a:cubicBezTo>
                  <a:pt x="12531" y="21464"/>
                  <a:pt x="12703" y="21434"/>
                  <a:pt x="12876" y="21400"/>
                </a:cubicBezTo>
                <a:lnTo>
                  <a:pt x="21400" y="12876"/>
                </a:lnTo>
                <a:cubicBezTo>
                  <a:pt x="21434" y="12704"/>
                  <a:pt x="21464" y="12531"/>
                  <a:pt x="21489" y="12358"/>
                </a:cubicBezTo>
                <a:close/>
                <a:moveTo>
                  <a:pt x="21239" y="13569"/>
                </a:moveTo>
                <a:lnTo>
                  <a:pt x="13569" y="21239"/>
                </a:lnTo>
                <a:cubicBezTo>
                  <a:pt x="13774" y="21185"/>
                  <a:pt x="13978" y="21125"/>
                  <a:pt x="14181" y="21058"/>
                </a:cubicBezTo>
                <a:lnTo>
                  <a:pt x="21058" y="14181"/>
                </a:lnTo>
                <a:cubicBezTo>
                  <a:pt x="21125" y="13978"/>
                  <a:pt x="21185" y="13774"/>
                  <a:pt x="21239" y="13569"/>
                </a:cubicBezTo>
                <a:close/>
                <a:moveTo>
                  <a:pt x="20736" y="15035"/>
                </a:moveTo>
                <a:lnTo>
                  <a:pt x="15035" y="20736"/>
                </a:lnTo>
                <a:cubicBezTo>
                  <a:pt x="15310" y="20619"/>
                  <a:pt x="15581" y="20493"/>
                  <a:pt x="15848" y="20352"/>
                </a:cubicBezTo>
                <a:lnTo>
                  <a:pt x="20352" y="15848"/>
                </a:lnTo>
                <a:cubicBezTo>
                  <a:pt x="20493" y="15581"/>
                  <a:pt x="20619" y="15310"/>
                  <a:pt x="20736" y="15035"/>
                </a:cubicBezTo>
                <a:close/>
                <a:moveTo>
                  <a:pt x="19400" y="17332"/>
                </a:moveTo>
                <a:lnTo>
                  <a:pt x="17332" y="19400"/>
                </a:lnTo>
                <a:cubicBezTo>
                  <a:pt x="17716" y="19108"/>
                  <a:pt x="18087" y="18789"/>
                  <a:pt x="18438" y="18438"/>
                </a:cubicBezTo>
                <a:cubicBezTo>
                  <a:pt x="18788" y="18087"/>
                  <a:pt x="19107" y="17716"/>
                  <a:pt x="19400" y="17332"/>
                </a:cubicBezTo>
                <a:close/>
              </a:path>
            </a:pathLst>
          </a:custGeom>
          <a:solidFill>
            <a:schemeClr val="accent4"/>
          </a:solidFill>
          <a:ln w="12700">
            <a:miter lim="400000"/>
          </a:ln>
        </p:spPr>
        <p:txBody>
          <a:bodyPr lIns="0" tIns="0" rIns="0" bIns="0" anchor="ctr"/>
          <a:lstStyle/>
          <a:p>
            <a:pPr marL="0" marR="0" lvl="0" indent="0" algn="ctr" defTabSz="8255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 kumimoji="0" sz="32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Helvetica Neue Medium"/>
              <a:sym typeface="Helvetica Neue Medium"/>
            </a:endParaRPr>
          </a:p>
        </p:txBody>
      </p:sp>
      <p:sp>
        <p:nvSpPr>
          <p:cNvPr id="218" name="Shape">
            <a:extLst>
              <a:ext uri="{FF2B5EF4-FFF2-40B4-BE49-F238E27FC236}">
                <a16:creationId xmlns:a16="http://schemas.microsoft.com/office/drawing/2014/main" id="{F4B5841B-8F4E-363D-F8B5-6AE8572A35EF}"/>
              </a:ext>
            </a:extLst>
          </p:cNvPr>
          <p:cNvSpPr/>
          <p:nvPr/>
        </p:nvSpPr>
        <p:spPr>
          <a:xfrm>
            <a:off x="1688166" y="791392"/>
            <a:ext cx="7163901" cy="716420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800" y="0"/>
                </a:moveTo>
                <a:cubicBezTo>
                  <a:pt x="10787" y="0"/>
                  <a:pt x="10773" y="1"/>
                  <a:pt x="10759" y="1"/>
                </a:cubicBezTo>
                <a:lnTo>
                  <a:pt x="1" y="10760"/>
                </a:lnTo>
                <a:cubicBezTo>
                  <a:pt x="0" y="10900"/>
                  <a:pt x="3" y="11040"/>
                  <a:pt x="8" y="11181"/>
                </a:cubicBezTo>
                <a:lnTo>
                  <a:pt x="11180" y="9"/>
                </a:lnTo>
                <a:cubicBezTo>
                  <a:pt x="11054" y="4"/>
                  <a:pt x="10927" y="0"/>
                  <a:pt x="10800" y="0"/>
                </a:cubicBezTo>
                <a:close/>
                <a:moveTo>
                  <a:pt x="10211" y="17"/>
                </a:moveTo>
                <a:cubicBezTo>
                  <a:pt x="10057" y="25"/>
                  <a:pt x="9903" y="36"/>
                  <a:pt x="9748" y="51"/>
                </a:cubicBezTo>
                <a:lnTo>
                  <a:pt x="50" y="9749"/>
                </a:lnTo>
                <a:cubicBezTo>
                  <a:pt x="35" y="9903"/>
                  <a:pt x="25" y="10057"/>
                  <a:pt x="16" y="10212"/>
                </a:cubicBezTo>
                <a:lnTo>
                  <a:pt x="10211" y="17"/>
                </a:lnTo>
                <a:close/>
                <a:moveTo>
                  <a:pt x="11683" y="38"/>
                </a:moveTo>
                <a:lnTo>
                  <a:pt x="38" y="11684"/>
                </a:lnTo>
                <a:cubicBezTo>
                  <a:pt x="48" y="11814"/>
                  <a:pt x="62" y="11944"/>
                  <a:pt x="78" y="12075"/>
                </a:cubicBezTo>
                <a:lnTo>
                  <a:pt x="12074" y="78"/>
                </a:lnTo>
                <a:cubicBezTo>
                  <a:pt x="11944" y="63"/>
                  <a:pt x="11814" y="49"/>
                  <a:pt x="11683" y="38"/>
                </a:cubicBezTo>
                <a:close/>
                <a:moveTo>
                  <a:pt x="9136" y="131"/>
                </a:moveTo>
                <a:cubicBezTo>
                  <a:pt x="8960" y="158"/>
                  <a:pt x="8786" y="190"/>
                  <a:pt x="8611" y="226"/>
                </a:cubicBezTo>
                <a:lnTo>
                  <a:pt x="226" y="8611"/>
                </a:lnTo>
                <a:cubicBezTo>
                  <a:pt x="190" y="8786"/>
                  <a:pt x="157" y="8961"/>
                  <a:pt x="130" y="9137"/>
                </a:cubicBezTo>
                <a:lnTo>
                  <a:pt x="9136" y="131"/>
                </a:lnTo>
                <a:close/>
                <a:moveTo>
                  <a:pt x="12541" y="143"/>
                </a:moveTo>
                <a:lnTo>
                  <a:pt x="143" y="12541"/>
                </a:lnTo>
                <a:cubicBezTo>
                  <a:pt x="163" y="12663"/>
                  <a:pt x="183" y="12785"/>
                  <a:pt x="207" y="12906"/>
                </a:cubicBezTo>
                <a:lnTo>
                  <a:pt x="12906" y="208"/>
                </a:lnTo>
                <a:cubicBezTo>
                  <a:pt x="12785" y="184"/>
                  <a:pt x="12663" y="163"/>
                  <a:pt x="12541" y="143"/>
                </a:cubicBezTo>
                <a:close/>
                <a:moveTo>
                  <a:pt x="13343" y="303"/>
                </a:moveTo>
                <a:lnTo>
                  <a:pt x="303" y="13343"/>
                </a:lnTo>
                <a:cubicBezTo>
                  <a:pt x="330" y="13456"/>
                  <a:pt x="361" y="13569"/>
                  <a:pt x="392" y="13682"/>
                </a:cubicBezTo>
                <a:lnTo>
                  <a:pt x="13682" y="393"/>
                </a:lnTo>
                <a:cubicBezTo>
                  <a:pt x="13569" y="362"/>
                  <a:pt x="13456" y="331"/>
                  <a:pt x="13343" y="303"/>
                </a:cubicBezTo>
                <a:close/>
                <a:moveTo>
                  <a:pt x="7909" y="395"/>
                </a:moveTo>
                <a:cubicBezTo>
                  <a:pt x="7701" y="452"/>
                  <a:pt x="7495" y="515"/>
                  <a:pt x="7290" y="585"/>
                </a:cubicBezTo>
                <a:lnTo>
                  <a:pt x="584" y="7290"/>
                </a:lnTo>
                <a:cubicBezTo>
                  <a:pt x="514" y="7495"/>
                  <a:pt x="452" y="7702"/>
                  <a:pt x="394" y="7909"/>
                </a:cubicBezTo>
                <a:lnTo>
                  <a:pt x="7909" y="395"/>
                </a:lnTo>
                <a:close/>
                <a:moveTo>
                  <a:pt x="14094" y="515"/>
                </a:moveTo>
                <a:lnTo>
                  <a:pt x="514" y="14094"/>
                </a:lnTo>
                <a:cubicBezTo>
                  <a:pt x="549" y="14202"/>
                  <a:pt x="583" y="14310"/>
                  <a:pt x="620" y="14417"/>
                </a:cubicBezTo>
                <a:lnTo>
                  <a:pt x="14417" y="621"/>
                </a:lnTo>
                <a:cubicBezTo>
                  <a:pt x="14310" y="583"/>
                  <a:pt x="14202" y="549"/>
                  <a:pt x="14094" y="515"/>
                </a:cubicBezTo>
                <a:close/>
                <a:moveTo>
                  <a:pt x="14804" y="767"/>
                </a:moveTo>
                <a:lnTo>
                  <a:pt x="767" y="14804"/>
                </a:lnTo>
                <a:cubicBezTo>
                  <a:pt x="807" y="14905"/>
                  <a:pt x="851" y="15004"/>
                  <a:pt x="894" y="15104"/>
                </a:cubicBezTo>
                <a:lnTo>
                  <a:pt x="15104" y="895"/>
                </a:lnTo>
                <a:cubicBezTo>
                  <a:pt x="15004" y="852"/>
                  <a:pt x="14905" y="807"/>
                  <a:pt x="14804" y="767"/>
                </a:cubicBezTo>
                <a:close/>
                <a:moveTo>
                  <a:pt x="6411" y="932"/>
                </a:moveTo>
                <a:cubicBezTo>
                  <a:pt x="6118" y="1062"/>
                  <a:pt x="5831" y="1206"/>
                  <a:pt x="5549" y="1363"/>
                </a:cubicBezTo>
                <a:lnTo>
                  <a:pt x="1362" y="5549"/>
                </a:lnTo>
                <a:cubicBezTo>
                  <a:pt x="1205" y="5832"/>
                  <a:pt x="1061" y="6119"/>
                  <a:pt x="931" y="6411"/>
                </a:cubicBezTo>
                <a:lnTo>
                  <a:pt x="6411" y="932"/>
                </a:lnTo>
                <a:close/>
                <a:moveTo>
                  <a:pt x="15470" y="1061"/>
                </a:moveTo>
                <a:lnTo>
                  <a:pt x="1060" y="15471"/>
                </a:lnTo>
                <a:cubicBezTo>
                  <a:pt x="1106" y="15567"/>
                  <a:pt x="1153" y="15664"/>
                  <a:pt x="1202" y="15759"/>
                </a:cubicBezTo>
                <a:lnTo>
                  <a:pt x="15759" y="1203"/>
                </a:lnTo>
                <a:cubicBezTo>
                  <a:pt x="15663" y="1153"/>
                  <a:pt x="15567" y="1107"/>
                  <a:pt x="15470" y="1061"/>
                </a:cubicBezTo>
                <a:close/>
                <a:moveTo>
                  <a:pt x="16103" y="1391"/>
                </a:moveTo>
                <a:lnTo>
                  <a:pt x="1391" y="16103"/>
                </a:lnTo>
                <a:cubicBezTo>
                  <a:pt x="1442" y="16194"/>
                  <a:pt x="1494" y="16285"/>
                  <a:pt x="1548" y="16375"/>
                </a:cubicBezTo>
                <a:lnTo>
                  <a:pt x="16375" y="1549"/>
                </a:lnTo>
                <a:cubicBezTo>
                  <a:pt x="16285" y="1495"/>
                  <a:pt x="16194" y="1442"/>
                  <a:pt x="16103" y="1391"/>
                </a:cubicBezTo>
                <a:close/>
                <a:moveTo>
                  <a:pt x="16703" y="1754"/>
                </a:moveTo>
                <a:lnTo>
                  <a:pt x="1753" y="16703"/>
                </a:lnTo>
                <a:cubicBezTo>
                  <a:pt x="1809" y="16788"/>
                  <a:pt x="1869" y="16872"/>
                  <a:pt x="1928" y="16956"/>
                </a:cubicBezTo>
                <a:lnTo>
                  <a:pt x="16956" y="1928"/>
                </a:lnTo>
                <a:cubicBezTo>
                  <a:pt x="16872" y="1869"/>
                  <a:pt x="16788" y="1810"/>
                  <a:pt x="16703" y="1754"/>
                </a:cubicBezTo>
                <a:close/>
                <a:moveTo>
                  <a:pt x="17267" y="2151"/>
                </a:moveTo>
                <a:lnTo>
                  <a:pt x="2151" y="17267"/>
                </a:lnTo>
                <a:cubicBezTo>
                  <a:pt x="2212" y="17349"/>
                  <a:pt x="2274" y="17430"/>
                  <a:pt x="2338" y="17510"/>
                </a:cubicBezTo>
                <a:lnTo>
                  <a:pt x="17510" y="2338"/>
                </a:lnTo>
                <a:cubicBezTo>
                  <a:pt x="17430" y="2275"/>
                  <a:pt x="17349" y="2212"/>
                  <a:pt x="17267" y="2151"/>
                </a:cubicBezTo>
                <a:close/>
                <a:moveTo>
                  <a:pt x="3805" y="2574"/>
                </a:moveTo>
                <a:cubicBezTo>
                  <a:pt x="3586" y="2761"/>
                  <a:pt x="3370" y="2956"/>
                  <a:pt x="3163" y="3163"/>
                </a:cubicBezTo>
                <a:cubicBezTo>
                  <a:pt x="2955" y="3371"/>
                  <a:pt x="2761" y="3586"/>
                  <a:pt x="2574" y="3806"/>
                </a:cubicBezTo>
                <a:lnTo>
                  <a:pt x="3805" y="2574"/>
                </a:lnTo>
                <a:close/>
                <a:moveTo>
                  <a:pt x="17801" y="2579"/>
                </a:moveTo>
                <a:lnTo>
                  <a:pt x="2579" y="17801"/>
                </a:lnTo>
                <a:cubicBezTo>
                  <a:pt x="2645" y="17878"/>
                  <a:pt x="2709" y="17957"/>
                  <a:pt x="2777" y="18032"/>
                </a:cubicBezTo>
                <a:lnTo>
                  <a:pt x="18032" y="2777"/>
                </a:lnTo>
                <a:cubicBezTo>
                  <a:pt x="17957" y="2709"/>
                  <a:pt x="17878" y="2645"/>
                  <a:pt x="17801" y="2579"/>
                </a:cubicBezTo>
                <a:close/>
                <a:moveTo>
                  <a:pt x="18304" y="3036"/>
                </a:moveTo>
                <a:lnTo>
                  <a:pt x="3036" y="18304"/>
                </a:lnTo>
                <a:cubicBezTo>
                  <a:pt x="3079" y="18349"/>
                  <a:pt x="3119" y="18394"/>
                  <a:pt x="3163" y="18438"/>
                </a:cubicBezTo>
                <a:cubicBezTo>
                  <a:pt x="3191" y="18466"/>
                  <a:pt x="3222" y="18492"/>
                  <a:pt x="3250" y="18521"/>
                </a:cubicBezTo>
                <a:lnTo>
                  <a:pt x="18521" y="3251"/>
                </a:lnTo>
                <a:cubicBezTo>
                  <a:pt x="18492" y="3222"/>
                  <a:pt x="18466" y="3192"/>
                  <a:pt x="18438" y="3163"/>
                </a:cubicBezTo>
                <a:cubicBezTo>
                  <a:pt x="18394" y="3119"/>
                  <a:pt x="18348" y="3079"/>
                  <a:pt x="18304" y="3036"/>
                </a:cubicBezTo>
                <a:close/>
                <a:moveTo>
                  <a:pt x="18781" y="3523"/>
                </a:moveTo>
                <a:lnTo>
                  <a:pt x="3522" y="18781"/>
                </a:lnTo>
                <a:cubicBezTo>
                  <a:pt x="3598" y="18850"/>
                  <a:pt x="3676" y="18915"/>
                  <a:pt x="3753" y="18982"/>
                </a:cubicBezTo>
                <a:lnTo>
                  <a:pt x="18982" y="3753"/>
                </a:lnTo>
                <a:cubicBezTo>
                  <a:pt x="18915" y="3676"/>
                  <a:pt x="18850" y="3598"/>
                  <a:pt x="18781" y="3523"/>
                </a:cubicBezTo>
                <a:close/>
                <a:moveTo>
                  <a:pt x="19224" y="4041"/>
                </a:moveTo>
                <a:lnTo>
                  <a:pt x="4041" y="19224"/>
                </a:lnTo>
                <a:cubicBezTo>
                  <a:pt x="4121" y="19289"/>
                  <a:pt x="4202" y="19350"/>
                  <a:pt x="4283" y="19412"/>
                </a:cubicBezTo>
                <a:lnTo>
                  <a:pt x="19412" y="4283"/>
                </a:lnTo>
                <a:cubicBezTo>
                  <a:pt x="19350" y="4202"/>
                  <a:pt x="19289" y="4121"/>
                  <a:pt x="19224" y="4041"/>
                </a:cubicBezTo>
                <a:close/>
                <a:moveTo>
                  <a:pt x="19637" y="4591"/>
                </a:moveTo>
                <a:lnTo>
                  <a:pt x="4591" y="19637"/>
                </a:lnTo>
                <a:cubicBezTo>
                  <a:pt x="4675" y="19696"/>
                  <a:pt x="4758" y="19757"/>
                  <a:pt x="4843" y="19813"/>
                </a:cubicBezTo>
                <a:lnTo>
                  <a:pt x="19813" y="4844"/>
                </a:lnTo>
                <a:cubicBezTo>
                  <a:pt x="19757" y="4758"/>
                  <a:pt x="19696" y="4675"/>
                  <a:pt x="19637" y="4591"/>
                </a:cubicBezTo>
                <a:close/>
                <a:moveTo>
                  <a:pt x="20019" y="5172"/>
                </a:moveTo>
                <a:lnTo>
                  <a:pt x="5172" y="20019"/>
                </a:lnTo>
                <a:cubicBezTo>
                  <a:pt x="5261" y="20073"/>
                  <a:pt x="5351" y="20126"/>
                  <a:pt x="5441" y="20178"/>
                </a:cubicBezTo>
                <a:lnTo>
                  <a:pt x="20178" y="5441"/>
                </a:lnTo>
                <a:cubicBezTo>
                  <a:pt x="20126" y="5351"/>
                  <a:pt x="20073" y="5261"/>
                  <a:pt x="20019" y="5172"/>
                </a:cubicBezTo>
                <a:close/>
                <a:moveTo>
                  <a:pt x="20369" y="5782"/>
                </a:moveTo>
                <a:lnTo>
                  <a:pt x="5782" y="20369"/>
                </a:lnTo>
                <a:cubicBezTo>
                  <a:pt x="5877" y="20419"/>
                  <a:pt x="5974" y="20463"/>
                  <a:pt x="6071" y="20510"/>
                </a:cubicBezTo>
                <a:lnTo>
                  <a:pt x="20510" y="6071"/>
                </a:lnTo>
                <a:cubicBezTo>
                  <a:pt x="20463" y="5975"/>
                  <a:pt x="20419" y="5878"/>
                  <a:pt x="20369" y="5782"/>
                </a:cubicBezTo>
                <a:close/>
                <a:moveTo>
                  <a:pt x="20679" y="6434"/>
                </a:moveTo>
                <a:lnTo>
                  <a:pt x="6434" y="20679"/>
                </a:lnTo>
                <a:cubicBezTo>
                  <a:pt x="6534" y="20723"/>
                  <a:pt x="6633" y="20769"/>
                  <a:pt x="6734" y="20809"/>
                </a:cubicBezTo>
                <a:lnTo>
                  <a:pt x="20809" y="6735"/>
                </a:lnTo>
                <a:cubicBezTo>
                  <a:pt x="20769" y="6634"/>
                  <a:pt x="20723" y="6534"/>
                  <a:pt x="20679" y="6434"/>
                </a:cubicBezTo>
                <a:close/>
                <a:moveTo>
                  <a:pt x="20956" y="7121"/>
                </a:moveTo>
                <a:lnTo>
                  <a:pt x="7120" y="20956"/>
                </a:lnTo>
                <a:cubicBezTo>
                  <a:pt x="7226" y="20994"/>
                  <a:pt x="7333" y="21030"/>
                  <a:pt x="7439" y="21065"/>
                </a:cubicBezTo>
                <a:lnTo>
                  <a:pt x="21065" y="7439"/>
                </a:lnTo>
                <a:cubicBezTo>
                  <a:pt x="21030" y="7333"/>
                  <a:pt x="20994" y="7226"/>
                  <a:pt x="20956" y="7121"/>
                </a:cubicBezTo>
                <a:close/>
                <a:moveTo>
                  <a:pt x="21190" y="7848"/>
                </a:moveTo>
                <a:lnTo>
                  <a:pt x="7848" y="21190"/>
                </a:lnTo>
                <a:cubicBezTo>
                  <a:pt x="7960" y="21221"/>
                  <a:pt x="8073" y="21252"/>
                  <a:pt x="8186" y="21280"/>
                </a:cubicBezTo>
                <a:lnTo>
                  <a:pt x="21280" y="8186"/>
                </a:lnTo>
                <a:cubicBezTo>
                  <a:pt x="21252" y="8073"/>
                  <a:pt x="21221" y="7960"/>
                  <a:pt x="21190" y="7848"/>
                </a:cubicBezTo>
                <a:close/>
                <a:moveTo>
                  <a:pt x="21378" y="8623"/>
                </a:moveTo>
                <a:lnTo>
                  <a:pt x="8623" y="21378"/>
                </a:lnTo>
                <a:cubicBezTo>
                  <a:pt x="8743" y="21402"/>
                  <a:pt x="8863" y="21424"/>
                  <a:pt x="8984" y="21445"/>
                </a:cubicBezTo>
                <a:lnTo>
                  <a:pt x="21445" y="8984"/>
                </a:lnTo>
                <a:cubicBezTo>
                  <a:pt x="21424" y="8864"/>
                  <a:pt x="21402" y="8743"/>
                  <a:pt x="21378" y="8623"/>
                </a:cubicBezTo>
                <a:close/>
                <a:moveTo>
                  <a:pt x="21514" y="9448"/>
                </a:moveTo>
                <a:lnTo>
                  <a:pt x="9447" y="21514"/>
                </a:lnTo>
                <a:cubicBezTo>
                  <a:pt x="9576" y="21530"/>
                  <a:pt x="9704" y="21546"/>
                  <a:pt x="9833" y="21557"/>
                </a:cubicBezTo>
                <a:lnTo>
                  <a:pt x="21557" y="9834"/>
                </a:lnTo>
                <a:cubicBezTo>
                  <a:pt x="21546" y="9705"/>
                  <a:pt x="21530" y="9576"/>
                  <a:pt x="21514" y="9448"/>
                </a:cubicBezTo>
                <a:close/>
                <a:moveTo>
                  <a:pt x="21590" y="10333"/>
                </a:moveTo>
                <a:lnTo>
                  <a:pt x="10332" y="21590"/>
                </a:lnTo>
                <a:cubicBezTo>
                  <a:pt x="10473" y="21596"/>
                  <a:pt x="10613" y="21599"/>
                  <a:pt x="10753" y="21600"/>
                </a:cubicBezTo>
                <a:lnTo>
                  <a:pt x="21600" y="10754"/>
                </a:lnTo>
                <a:cubicBezTo>
                  <a:pt x="21599" y="10613"/>
                  <a:pt x="21596" y="10473"/>
                  <a:pt x="21590" y="10333"/>
                </a:cubicBezTo>
                <a:close/>
                <a:moveTo>
                  <a:pt x="21590" y="11296"/>
                </a:moveTo>
                <a:lnTo>
                  <a:pt x="11295" y="21590"/>
                </a:lnTo>
                <a:cubicBezTo>
                  <a:pt x="11449" y="21583"/>
                  <a:pt x="11603" y="21572"/>
                  <a:pt x="11757" y="21558"/>
                </a:cubicBezTo>
                <a:lnTo>
                  <a:pt x="21558" y="11757"/>
                </a:lnTo>
                <a:cubicBezTo>
                  <a:pt x="21572" y="11603"/>
                  <a:pt x="21583" y="11450"/>
                  <a:pt x="21590" y="11296"/>
                </a:cubicBezTo>
                <a:close/>
                <a:moveTo>
                  <a:pt x="21489" y="12358"/>
                </a:moveTo>
                <a:lnTo>
                  <a:pt x="12358" y="21489"/>
                </a:lnTo>
                <a:cubicBezTo>
                  <a:pt x="12531" y="21464"/>
                  <a:pt x="12703" y="21434"/>
                  <a:pt x="12876" y="21400"/>
                </a:cubicBezTo>
                <a:lnTo>
                  <a:pt x="21400" y="12876"/>
                </a:lnTo>
                <a:cubicBezTo>
                  <a:pt x="21434" y="12704"/>
                  <a:pt x="21464" y="12531"/>
                  <a:pt x="21489" y="12358"/>
                </a:cubicBezTo>
                <a:close/>
                <a:moveTo>
                  <a:pt x="21239" y="13569"/>
                </a:moveTo>
                <a:lnTo>
                  <a:pt x="13569" y="21239"/>
                </a:lnTo>
                <a:cubicBezTo>
                  <a:pt x="13774" y="21185"/>
                  <a:pt x="13978" y="21125"/>
                  <a:pt x="14181" y="21058"/>
                </a:cubicBezTo>
                <a:lnTo>
                  <a:pt x="21058" y="14181"/>
                </a:lnTo>
                <a:cubicBezTo>
                  <a:pt x="21125" y="13978"/>
                  <a:pt x="21185" y="13774"/>
                  <a:pt x="21239" y="13569"/>
                </a:cubicBezTo>
                <a:close/>
                <a:moveTo>
                  <a:pt x="20736" y="15035"/>
                </a:moveTo>
                <a:lnTo>
                  <a:pt x="15035" y="20736"/>
                </a:lnTo>
                <a:cubicBezTo>
                  <a:pt x="15310" y="20619"/>
                  <a:pt x="15581" y="20493"/>
                  <a:pt x="15848" y="20352"/>
                </a:cubicBezTo>
                <a:lnTo>
                  <a:pt x="20352" y="15848"/>
                </a:lnTo>
                <a:cubicBezTo>
                  <a:pt x="20493" y="15581"/>
                  <a:pt x="20619" y="15310"/>
                  <a:pt x="20736" y="15035"/>
                </a:cubicBezTo>
                <a:close/>
                <a:moveTo>
                  <a:pt x="19400" y="17332"/>
                </a:moveTo>
                <a:lnTo>
                  <a:pt x="17332" y="19400"/>
                </a:lnTo>
                <a:cubicBezTo>
                  <a:pt x="17716" y="19108"/>
                  <a:pt x="18087" y="18789"/>
                  <a:pt x="18438" y="18438"/>
                </a:cubicBezTo>
                <a:cubicBezTo>
                  <a:pt x="18788" y="18087"/>
                  <a:pt x="19107" y="17716"/>
                  <a:pt x="19400" y="17332"/>
                </a:cubicBezTo>
                <a:close/>
              </a:path>
            </a:pathLst>
          </a:custGeom>
          <a:solidFill>
            <a:schemeClr val="accent4"/>
          </a:solidFill>
          <a:ln w="12700">
            <a:miter lim="400000"/>
          </a:ln>
        </p:spPr>
        <p:txBody>
          <a:bodyPr lIns="0" tIns="0" rIns="0" bIns="0" anchor="ctr"/>
          <a:lstStyle/>
          <a:p>
            <a:pPr marL="0" marR="0" lvl="0" indent="0" algn="ctr" defTabSz="8255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 kumimoji="0" sz="32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Helvetica Neue Medium"/>
              <a:sym typeface="Helvetica Neue Medium"/>
            </a:endParaRPr>
          </a:p>
        </p:txBody>
      </p:sp>
      <p:sp>
        <p:nvSpPr>
          <p:cNvPr id="219" name="Shape">
            <a:extLst>
              <a:ext uri="{FF2B5EF4-FFF2-40B4-BE49-F238E27FC236}">
                <a16:creationId xmlns:a16="http://schemas.microsoft.com/office/drawing/2014/main" id="{D4C024EC-DCEC-6F5B-51C5-697DEA418FA3}"/>
              </a:ext>
            </a:extLst>
          </p:cNvPr>
          <p:cNvSpPr/>
          <p:nvPr/>
        </p:nvSpPr>
        <p:spPr>
          <a:xfrm>
            <a:off x="11727838" y="12253507"/>
            <a:ext cx="4276957" cy="427713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800" y="0"/>
                </a:moveTo>
                <a:cubicBezTo>
                  <a:pt x="10787" y="0"/>
                  <a:pt x="10773" y="1"/>
                  <a:pt x="10759" y="1"/>
                </a:cubicBezTo>
                <a:lnTo>
                  <a:pt x="1" y="10760"/>
                </a:lnTo>
                <a:cubicBezTo>
                  <a:pt x="0" y="10900"/>
                  <a:pt x="3" y="11040"/>
                  <a:pt x="8" y="11181"/>
                </a:cubicBezTo>
                <a:lnTo>
                  <a:pt x="11180" y="9"/>
                </a:lnTo>
                <a:cubicBezTo>
                  <a:pt x="11054" y="4"/>
                  <a:pt x="10927" y="0"/>
                  <a:pt x="10800" y="0"/>
                </a:cubicBezTo>
                <a:close/>
                <a:moveTo>
                  <a:pt x="10211" y="17"/>
                </a:moveTo>
                <a:cubicBezTo>
                  <a:pt x="10057" y="25"/>
                  <a:pt x="9903" y="36"/>
                  <a:pt x="9748" y="51"/>
                </a:cubicBezTo>
                <a:lnTo>
                  <a:pt x="50" y="9749"/>
                </a:lnTo>
                <a:cubicBezTo>
                  <a:pt x="35" y="9903"/>
                  <a:pt x="25" y="10057"/>
                  <a:pt x="16" y="10212"/>
                </a:cubicBezTo>
                <a:lnTo>
                  <a:pt x="10211" y="17"/>
                </a:lnTo>
                <a:close/>
                <a:moveTo>
                  <a:pt x="11683" y="38"/>
                </a:moveTo>
                <a:lnTo>
                  <a:pt x="38" y="11684"/>
                </a:lnTo>
                <a:cubicBezTo>
                  <a:pt x="48" y="11814"/>
                  <a:pt x="62" y="11944"/>
                  <a:pt x="78" y="12075"/>
                </a:cubicBezTo>
                <a:lnTo>
                  <a:pt x="12074" y="78"/>
                </a:lnTo>
                <a:cubicBezTo>
                  <a:pt x="11944" y="63"/>
                  <a:pt x="11814" y="49"/>
                  <a:pt x="11683" y="38"/>
                </a:cubicBezTo>
                <a:close/>
                <a:moveTo>
                  <a:pt x="9136" y="131"/>
                </a:moveTo>
                <a:cubicBezTo>
                  <a:pt x="8960" y="158"/>
                  <a:pt x="8786" y="190"/>
                  <a:pt x="8611" y="226"/>
                </a:cubicBezTo>
                <a:lnTo>
                  <a:pt x="226" y="8611"/>
                </a:lnTo>
                <a:cubicBezTo>
                  <a:pt x="190" y="8786"/>
                  <a:pt x="157" y="8961"/>
                  <a:pt x="130" y="9137"/>
                </a:cubicBezTo>
                <a:lnTo>
                  <a:pt x="9136" y="131"/>
                </a:lnTo>
                <a:close/>
                <a:moveTo>
                  <a:pt x="12541" y="143"/>
                </a:moveTo>
                <a:lnTo>
                  <a:pt x="143" y="12541"/>
                </a:lnTo>
                <a:cubicBezTo>
                  <a:pt x="163" y="12663"/>
                  <a:pt x="183" y="12785"/>
                  <a:pt x="207" y="12906"/>
                </a:cubicBezTo>
                <a:lnTo>
                  <a:pt x="12906" y="208"/>
                </a:lnTo>
                <a:cubicBezTo>
                  <a:pt x="12785" y="184"/>
                  <a:pt x="12663" y="163"/>
                  <a:pt x="12541" y="143"/>
                </a:cubicBezTo>
                <a:close/>
                <a:moveTo>
                  <a:pt x="13343" y="303"/>
                </a:moveTo>
                <a:lnTo>
                  <a:pt x="303" y="13343"/>
                </a:lnTo>
                <a:cubicBezTo>
                  <a:pt x="330" y="13456"/>
                  <a:pt x="361" y="13569"/>
                  <a:pt x="392" y="13682"/>
                </a:cubicBezTo>
                <a:lnTo>
                  <a:pt x="13682" y="393"/>
                </a:lnTo>
                <a:cubicBezTo>
                  <a:pt x="13569" y="362"/>
                  <a:pt x="13456" y="331"/>
                  <a:pt x="13343" y="303"/>
                </a:cubicBezTo>
                <a:close/>
                <a:moveTo>
                  <a:pt x="7909" y="395"/>
                </a:moveTo>
                <a:cubicBezTo>
                  <a:pt x="7701" y="452"/>
                  <a:pt x="7495" y="515"/>
                  <a:pt x="7290" y="585"/>
                </a:cubicBezTo>
                <a:lnTo>
                  <a:pt x="584" y="7290"/>
                </a:lnTo>
                <a:cubicBezTo>
                  <a:pt x="514" y="7495"/>
                  <a:pt x="452" y="7702"/>
                  <a:pt x="394" y="7909"/>
                </a:cubicBezTo>
                <a:lnTo>
                  <a:pt x="7909" y="395"/>
                </a:lnTo>
                <a:close/>
                <a:moveTo>
                  <a:pt x="14094" y="515"/>
                </a:moveTo>
                <a:lnTo>
                  <a:pt x="514" y="14094"/>
                </a:lnTo>
                <a:cubicBezTo>
                  <a:pt x="549" y="14202"/>
                  <a:pt x="583" y="14310"/>
                  <a:pt x="620" y="14417"/>
                </a:cubicBezTo>
                <a:lnTo>
                  <a:pt x="14417" y="621"/>
                </a:lnTo>
                <a:cubicBezTo>
                  <a:pt x="14310" y="583"/>
                  <a:pt x="14202" y="549"/>
                  <a:pt x="14094" y="515"/>
                </a:cubicBezTo>
                <a:close/>
                <a:moveTo>
                  <a:pt x="14804" y="767"/>
                </a:moveTo>
                <a:lnTo>
                  <a:pt x="767" y="14804"/>
                </a:lnTo>
                <a:cubicBezTo>
                  <a:pt x="807" y="14905"/>
                  <a:pt x="851" y="15004"/>
                  <a:pt x="894" y="15104"/>
                </a:cubicBezTo>
                <a:lnTo>
                  <a:pt x="15104" y="895"/>
                </a:lnTo>
                <a:cubicBezTo>
                  <a:pt x="15004" y="852"/>
                  <a:pt x="14905" y="807"/>
                  <a:pt x="14804" y="767"/>
                </a:cubicBezTo>
                <a:close/>
                <a:moveTo>
                  <a:pt x="6411" y="932"/>
                </a:moveTo>
                <a:cubicBezTo>
                  <a:pt x="6118" y="1062"/>
                  <a:pt x="5831" y="1206"/>
                  <a:pt x="5549" y="1363"/>
                </a:cubicBezTo>
                <a:lnTo>
                  <a:pt x="1362" y="5549"/>
                </a:lnTo>
                <a:cubicBezTo>
                  <a:pt x="1205" y="5832"/>
                  <a:pt x="1061" y="6119"/>
                  <a:pt x="931" y="6411"/>
                </a:cubicBezTo>
                <a:lnTo>
                  <a:pt x="6411" y="932"/>
                </a:lnTo>
                <a:close/>
                <a:moveTo>
                  <a:pt x="15470" y="1061"/>
                </a:moveTo>
                <a:lnTo>
                  <a:pt x="1060" y="15471"/>
                </a:lnTo>
                <a:cubicBezTo>
                  <a:pt x="1106" y="15567"/>
                  <a:pt x="1153" y="15664"/>
                  <a:pt x="1202" y="15759"/>
                </a:cubicBezTo>
                <a:lnTo>
                  <a:pt x="15759" y="1203"/>
                </a:lnTo>
                <a:cubicBezTo>
                  <a:pt x="15663" y="1153"/>
                  <a:pt x="15567" y="1107"/>
                  <a:pt x="15470" y="1061"/>
                </a:cubicBezTo>
                <a:close/>
                <a:moveTo>
                  <a:pt x="16103" y="1391"/>
                </a:moveTo>
                <a:lnTo>
                  <a:pt x="1391" y="16103"/>
                </a:lnTo>
                <a:cubicBezTo>
                  <a:pt x="1442" y="16194"/>
                  <a:pt x="1494" y="16285"/>
                  <a:pt x="1549" y="16375"/>
                </a:cubicBezTo>
                <a:lnTo>
                  <a:pt x="16375" y="1549"/>
                </a:lnTo>
                <a:cubicBezTo>
                  <a:pt x="16285" y="1495"/>
                  <a:pt x="16194" y="1442"/>
                  <a:pt x="16103" y="1391"/>
                </a:cubicBezTo>
                <a:close/>
                <a:moveTo>
                  <a:pt x="16703" y="1754"/>
                </a:moveTo>
                <a:lnTo>
                  <a:pt x="1753" y="16703"/>
                </a:lnTo>
                <a:cubicBezTo>
                  <a:pt x="1809" y="16788"/>
                  <a:pt x="1869" y="16872"/>
                  <a:pt x="1928" y="16956"/>
                </a:cubicBezTo>
                <a:lnTo>
                  <a:pt x="16956" y="1928"/>
                </a:lnTo>
                <a:cubicBezTo>
                  <a:pt x="16872" y="1869"/>
                  <a:pt x="16788" y="1810"/>
                  <a:pt x="16703" y="1754"/>
                </a:cubicBezTo>
                <a:close/>
                <a:moveTo>
                  <a:pt x="17267" y="2151"/>
                </a:moveTo>
                <a:lnTo>
                  <a:pt x="2151" y="17267"/>
                </a:lnTo>
                <a:cubicBezTo>
                  <a:pt x="2212" y="17349"/>
                  <a:pt x="2274" y="17430"/>
                  <a:pt x="2338" y="17510"/>
                </a:cubicBezTo>
                <a:lnTo>
                  <a:pt x="17510" y="2338"/>
                </a:lnTo>
                <a:cubicBezTo>
                  <a:pt x="17430" y="2275"/>
                  <a:pt x="17349" y="2212"/>
                  <a:pt x="17267" y="2151"/>
                </a:cubicBezTo>
                <a:close/>
                <a:moveTo>
                  <a:pt x="3805" y="2574"/>
                </a:moveTo>
                <a:cubicBezTo>
                  <a:pt x="3586" y="2761"/>
                  <a:pt x="3370" y="2956"/>
                  <a:pt x="3163" y="3163"/>
                </a:cubicBezTo>
                <a:cubicBezTo>
                  <a:pt x="2955" y="3371"/>
                  <a:pt x="2761" y="3586"/>
                  <a:pt x="2574" y="3806"/>
                </a:cubicBezTo>
                <a:lnTo>
                  <a:pt x="3805" y="2574"/>
                </a:lnTo>
                <a:close/>
                <a:moveTo>
                  <a:pt x="17801" y="2579"/>
                </a:moveTo>
                <a:lnTo>
                  <a:pt x="2579" y="17801"/>
                </a:lnTo>
                <a:cubicBezTo>
                  <a:pt x="2645" y="17878"/>
                  <a:pt x="2709" y="17957"/>
                  <a:pt x="2777" y="18032"/>
                </a:cubicBezTo>
                <a:lnTo>
                  <a:pt x="18032" y="2777"/>
                </a:lnTo>
                <a:cubicBezTo>
                  <a:pt x="17957" y="2709"/>
                  <a:pt x="17878" y="2645"/>
                  <a:pt x="17801" y="2579"/>
                </a:cubicBezTo>
                <a:close/>
                <a:moveTo>
                  <a:pt x="18304" y="3036"/>
                </a:moveTo>
                <a:lnTo>
                  <a:pt x="3036" y="18304"/>
                </a:lnTo>
                <a:cubicBezTo>
                  <a:pt x="3079" y="18349"/>
                  <a:pt x="3119" y="18394"/>
                  <a:pt x="3163" y="18438"/>
                </a:cubicBezTo>
                <a:cubicBezTo>
                  <a:pt x="3191" y="18466"/>
                  <a:pt x="3222" y="18492"/>
                  <a:pt x="3250" y="18521"/>
                </a:cubicBezTo>
                <a:lnTo>
                  <a:pt x="18521" y="3251"/>
                </a:lnTo>
                <a:cubicBezTo>
                  <a:pt x="18492" y="3222"/>
                  <a:pt x="18466" y="3192"/>
                  <a:pt x="18438" y="3163"/>
                </a:cubicBezTo>
                <a:cubicBezTo>
                  <a:pt x="18394" y="3119"/>
                  <a:pt x="18348" y="3079"/>
                  <a:pt x="18304" y="3036"/>
                </a:cubicBezTo>
                <a:close/>
                <a:moveTo>
                  <a:pt x="18781" y="3523"/>
                </a:moveTo>
                <a:lnTo>
                  <a:pt x="3522" y="18781"/>
                </a:lnTo>
                <a:cubicBezTo>
                  <a:pt x="3598" y="18850"/>
                  <a:pt x="3676" y="18915"/>
                  <a:pt x="3753" y="18982"/>
                </a:cubicBezTo>
                <a:lnTo>
                  <a:pt x="18982" y="3753"/>
                </a:lnTo>
                <a:cubicBezTo>
                  <a:pt x="18915" y="3676"/>
                  <a:pt x="18850" y="3598"/>
                  <a:pt x="18781" y="3523"/>
                </a:cubicBezTo>
                <a:close/>
                <a:moveTo>
                  <a:pt x="19224" y="4041"/>
                </a:moveTo>
                <a:lnTo>
                  <a:pt x="4041" y="19224"/>
                </a:lnTo>
                <a:cubicBezTo>
                  <a:pt x="4121" y="19289"/>
                  <a:pt x="4202" y="19350"/>
                  <a:pt x="4283" y="19412"/>
                </a:cubicBezTo>
                <a:lnTo>
                  <a:pt x="19412" y="4283"/>
                </a:lnTo>
                <a:cubicBezTo>
                  <a:pt x="19350" y="4202"/>
                  <a:pt x="19289" y="4121"/>
                  <a:pt x="19224" y="4041"/>
                </a:cubicBezTo>
                <a:close/>
                <a:moveTo>
                  <a:pt x="19637" y="4591"/>
                </a:moveTo>
                <a:lnTo>
                  <a:pt x="4591" y="19637"/>
                </a:lnTo>
                <a:cubicBezTo>
                  <a:pt x="4675" y="19696"/>
                  <a:pt x="4758" y="19757"/>
                  <a:pt x="4843" y="19813"/>
                </a:cubicBezTo>
                <a:lnTo>
                  <a:pt x="19813" y="4844"/>
                </a:lnTo>
                <a:cubicBezTo>
                  <a:pt x="19757" y="4758"/>
                  <a:pt x="19696" y="4675"/>
                  <a:pt x="19637" y="4591"/>
                </a:cubicBezTo>
                <a:close/>
                <a:moveTo>
                  <a:pt x="20019" y="5172"/>
                </a:moveTo>
                <a:lnTo>
                  <a:pt x="5172" y="20019"/>
                </a:lnTo>
                <a:cubicBezTo>
                  <a:pt x="5261" y="20073"/>
                  <a:pt x="5351" y="20126"/>
                  <a:pt x="5441" y="20178"/>
                </a:cubicBezTo>
                <a:lnTo>
                  <a:pt x="20178" y="5441"/>
                </a:lnTo>
                <a:cubicBezTo>
                  <a:pt x="20126" y="5351"/>
                  <a:pt x="20073" y="5261"/>
                  <a:pt x="20019" y="5172"/>
                </a:cubicBezTo>
                <a:close/>
                <a:moveTo>
                  <a:pt x="20369" y="5782"/>
                </a:moveTo>
                <a:lnTo>
                  <a:pt x="5782" y="20369"/>
                </a:lnTo>
                <a:cubicBezTo>
                  <a:pt x="5877" y="20419"/>
                  <a:pt x="5974" y="20463"/>
                  <a:pt x="6071" y="20510"/>
                </a:cubicBezTo>
                <a:lnTo>
                  <a:pt x="20510" y="6071"/>
                </a:lnTo>
                <a:cubicBezTo>
                  <a:pt x="20463" y="5975"/>
                  <a:pt x="20419" y="5878"/>
                  <a:pt x="20369" y="5782"/>
                </a:cubicBezTo>
                <a:close/>
                <a:moveTo>
                  <a:pt x="20679" y="6434"/>
                </a:moveTo>
                <a:lnTo>
                  <a:pt x="6434" y="20679"/>
                </a:lnTo>
                <a:cubicBezTo>
                  <a:pt x="6534" y="20723"/>
                  <a:pt x="6633" y="20769"/>
                  <a:pt x="6734" y="20809"/>
                </a:cubicBezTo>
                <a:lnTo>
                  <a:pt x="20809" y="6735"/>
                </a:lnTo>
                <a:cubicBezTo>
                  <a:pt x="20769" y="6634"/>
                  <a:pt x="20723" y="6534"/>
                  <a:pt x="20679" y="6434"/>
                </a:cubicBezTo>
                <a:close/>
                <a:moveTo>
                  <a:pt x="20956" y="7121"/>
                </a:moveTo>
                <a:lnTo>
                  <a:pt x="7120" y="20956"/>
                </a:lnTo>
                <a:cubicBezTo>
                  <a:pt x="7226" y="20994"/>
                  <a:pt x="7333" y="21030"/>
                  <a:pt x="7439" y="21065"/>
                </a:cubicBezTo>
                <a:lnTo>
                  <a:pt x="21065" y="7439"/>
                </a:lnTo>
                <a:cubicBezTo>
                  <a:pt x="21030" y="7333"/>
                  <a:pt x="20994" y="7226"/>
                  <a:pt x="20956" y="7121"/>
                </a:cubicBezTo>
                <a:close/>
                <a:moveTo>
                  <a:pt x="21190" y="7848"/>
                </a:moveTo>
                <a:lnTo>
                  <a:pt x="7848" y="21190"/>
                </a:lnTo>
                <a:cubicBezTo>
                  <a:pt x="7960" y="21221"/>
                  <a:pt x="8073" y="21252"/>
                  <a:pt x="8186" y="21280"/>
                </a:cubicBezTo>
                <a:lnTo>
                  <a:pt x="21280" y="8186"/>
                </a:lnTo>
                <a:cubicBezTo>
                  <a:pt x="21252" y="8073"/>
                  <a:pt x="21221" y="7960"/>
                  <a:pt x="21190" y="7848"/>
                </a:cubicBezTo>
                <a:close/>
                <a:moveTo>
                  <a:pt x="21378" y="8623"/>
                </a:moveTo>
                <a:lnTo>
                  <a:pt x="8623" y="21378"/>
                </a:lnTo>
                <a:cubicBezTo>
                  <a:pt x="8743" y="21402"/>
                  <a:pt x="8863" y="21424"/>
                  <a:pt x="8984" y="21445"/>
                </a:cubicBezTo>
                <a:lnTo>
                  <a:pt x="21445" y="8984"/>
                </a:lnTo>
                <a:cubicBezTo>
                  <a:pt x="21424" y="8864"/>
                  <a:pt x="21402" y="8743"/>
                  <a:pt x="21378" y="8623"/>
                </a:cubicBezTo>
                <a:close/>
                <a:moveTo>
                  <a:pt x="21514" y="9448"/>
                </a:moveTo>
                <a:lnTo>
                  <a:pt x="9447" y="21514"/>
                </a:lnTo>
                <a:cubicBezTo>
                  <a:pt x="9576" y="21530"/>
                  <a:pt x="9704" y="21546"/>
                  <a:pt x="9833" y="21557"/>
                </a:cubicBezTo>
                <a:lnTo>
                  <a:pt x="21557" y="9834"/>
                </a:lnTo>
                <a:cubicBezTo>
                  <a:pt x="21546" y="9705"/>
                  <a:pt x="21530" y="9576"/>
                  <a:pt x="21514" y="9448"/>
                </a:cubicBezTo>
                <a:close/>
                <a:moveTo>
                  <a:pt x="21590" y="10333"/>
                </a:moveTo>
                <a:lnTo>
                  <a:pt x="10332" y="21590"/>
                </a:lnTo>
                <a:cubicBezTo>
                  <a:pt x="10473" y="21596"/>
                  <a:pt x="10613" y="21599"/>
                  <a:pt x="10753" y="21600"/>
                </a:cubicBezTo>
                <a:lnTo>
                  <a:pt x="21600" y="10754"/>
                </a:lnTo>
                <a:cubicBezTo>
                  <a:pt x="21599" y="10613"/>
                  <a:pt x="21596" y="10473"/>
                  <a:pt x="21590" y="10333"/>
                </a:cubicBezTo>
                <a:close/>
                <a:moveTo>
                  <a:pt x="21590" y="11296"/>
                </a:moveTo>
                <a:lnTo>
                  <a:pt x="11295" y="21590"/>
                </a:lnTo>
                <a:cubicBezTo>
                  <a:pt x="11449" y="21583"/>
                  <a:pt x="11603" y="21572"/>
                  <a:pt x="11757" y="21558"/>
                </a:cubicBezTo>
                <a:lnTo>
                  <a:pt x="21558" y="11757"/>
                </a:lnTo>
                <a:cubicBezTo>
                  <a:pt x="21572" y="11603"/>
                  <a:pt x="21583" y="11450"/>
                  <a:pt x="21590" y="11296"/>
                </a:cubicBezTo>
                <a:close/>
                <a:moveTo>
                  <a:pt x="21489" y="12358"/>
                </a:moveTo>
                <a:lnTo>
                  <a:pt x="12358" y="21489"/>
                </a:lnTo>
                <a:cubicBezTo>
                  <a:pt x="12531" y="21464"/>
                  <a:pt x="12703" y="21434"/>
                  <a:pt x="12876" y="21400"/>
                </a:cubicBezTo>
                <a:lnTo>
                  <a:pt x="21400" y="12876"/>
                </a:lnTo>
                <a:cubicBezTo>
                  <a:pt x="21434" y="12704"/>
                  <a:pt x="21464" y="12531"/>
                  <a:pt x="21489" y="12358"/>
                </a:cubicBezTo>
                <a:close/>
                <a:moveTo>
                  <a:pt x="21239" y="13569"/>
                </a:moveTo>
                <a:lnTo>
                  <a:pt x="13569" y="21239"/>
                </a:lnTo>
                <a:cubicBezTo>
                  <a:pt x="13774" y="21185"/>
                  <a:pt x="13978" y="21125"/>
                  <a:pt x="14181" y="21058"/>
                </a:cubicBezTo>
                <a:lnTo>
                  <a:pt x="21058" y="14181"/>
                </a:lnTo>
                <a:cubicBezTo>
                  <a:pt x="21125" y="13978"/>
                  <a:pt x="21185" y="13774"/>
                  <a:pt x="21239" y="13569"/>
                </a:cubicBezTo>
                <a:close/>
                <a:moveTo>
                  <a:pt x="20736" y="15035"/>
                </a:moveTo>
                <a:lnTo>
                  <a:pt x="15035" y="20736"/>
                </a:lnTo>
                <a:cubicBezTo>
                  <a:pt x="15310" y="20619"/>
                  <a:pt x="15581" y="20493"/>
                  <a:pt x="15848" y="20352"/>
                </a:cubicBezTo>
                <a:lnTo>
                  <a:pt x="20352" y="15848"/>
                </a:lnTo>
                <a:cubicBezTo>
                  <a:pt x="20493" y="15581"/>
                  <a:pt x="20619" y="15310"/>
                  <a:pt x="20736" y="15035"/>
                </a:cubicBezTo>
                <a:close/>
                <a:moveTo>
                  <a:pt x="19400" y="17332"/>
                </a:moveTo>
                <a:lnTo>
                  <a:pt x="17332" y="19400"/>
                </a:lnTo>
                <a:cubicBezTo>
                  <a:pt x="17716" y="19108"/>
                  <a:pt x="18087" y="18789"/>
                  <a:pt x="18438" y="18438"/>
                </a:cubicBezTo>
                <a:cubicBezTo>
                  <a:pt x="18788" y="18087"/>
                  <a:pt x="19107" y="17716"/>
                  <a:pt x="19400" y="17332"/>
                </a:cubicBezTo>
                <a:close/>
              </a:path>
            </a:pathLst>
          </a:custGeom>
          <a:solidFill>
            <a:schemeClr val="accent4"/>
          </a:solidFill>
          <a:ln w="12700">
            <a:miter lim="400000"/>
          </a:ln>
        </p:spPr>
        <p:txBody>
          <a:bodyPr lIns="0" tIns="0" rIns="0" bIns="0" anchor="ctr"/>
          <a:lstStyle/>
          <a:p>
            <a:pPr marL="0" marR="0" lvl="0" indent="0" algn="ctr" defTabSz="8255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 kumimoji="0" sz="32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Helvetica Neue Medium"/>
              <a:sym typeface="Helvetica Neue Medium"/>
            </a:endParaRPr>
          </a:p>
        </p:txBody>
      </p:sp>
      <p:sp>
        <p:nvSpPr>
          <p:cNvPr id="220" name="Shape">
            <a:extLst>
              <a:ext uri="{FF2B5EF4-FFF2-40B4-BE49-F238E27FC236}">
                <a16:creationId xmlns:a16="http://schemas.microsoft.com/office/drawing/2014/main" id="{E696CEA5-9548-C5AF-25FD-8586BBE38EE1}"/>
              </a:ext>
            </a:extLst>
          </p:cNvPr>
          <p:cNvSpPr/>
          <p:nvPr/>
        </p:nvSpPr>
        <p:spPr>
          <a:xfrm>
            <a:off x="22467966" y="8316507"/>
            <a:ext cx="4276957" cy="427713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800" y="0"/>
                </a:moveTo>
                <a:cubicBezTo>
                  <a:pt x="10787" y="0"/>
                  <a:pt x="10773" y="1"/>
                  <a:pt x="10759" y="1"/>
                </a:cubicBezTo>
                <a:lnTo>
                  <a:pt x="1" y="10760"/>
                </a:lnTo>
                <a:cubicBezTo>
                  <a:pt x="0" y="10900"/>
                  <a:pt x="3" y="11040"/>
                  <a:pt x="8" y="11181"/>
                </a:cubicBezTo>
                <a:lnTo>
                  <a:pt x="11180" y="9"/>
                </a:lnTo>
                <a:cubicBezTo>
                  <a:pt x="11054" y="4"/>
                  <a:pt x="10927" y="0"/>
                  <a:pt x="10800" y="0"/>
                </a:cubicBezTo>
                <a:close/>
                <a:moveTo>
                  <a:pt x="10211" y="17"/>
                </a:moveTo>
                <a:cubicBezTo>
                  <a:pt x="10057" y="25"/>
                  <a:pt x="9903" y="36"/>
                  <a:pt x="9748" y="51"/>
                </a:cubicBezTo>
                <a:lnTo>
                  <a:pt x="50" y="9749"/>
                </a:lnTo>
                <a:cubicBezTo>
                  <a:pt x="35" y="9903"/>
                  <a:pt x="25" y="10057"/>
                  <a:pt x="16" y="10212"/>
                </a:cubicBezTo>
                <a:lnTo>
                  <a:pt x="10211" y="17"/>
                </a:lnTo>
                <a:close/>
                <a:moveTo>
                  <a:pt x="11683" y="38"/>
                </a:moveTo>
                <a:lnTo>
                  <a:pt x="38" y="11684"/>
                </a:lnTo>
                <a:cubicBezTo>
                  <a:pt x="48" y="11814"/>
                  <a:pt x="62" y="11944"/>
                  <a:pt x="78" y="12075"/>
                </a:cubicBezTo>
                <a:lnTo>
                  <a:pt x="12074" y="78"/>
                </a:lnTo>
                <a:cubicBezTo>
                  <a:pt x="11944" y="63"/>
                  <a:pt x="11814" y="49"/>
                  <a:pt x="11683" y="38"/>
                </a:cubicBezTo>
                <a:close/>
                <a:moveTo>
                  <a:pt x="9136" y="131"/>
                </a:moveTo>
                <a:cubicBezTo>
                  <a:pt x="8960" y="158"/>
                  <a:pt x="8786" y="190"/>
                  <a:pt x="8611" y="226"/>
                </a:cubicBezTo>
                <a:lnTo>
                  <a:pt x="226" y="8611"/>
                </a:lnTo>
                <a:cubicBezTo>
                  <a:pt x="190" y="8786"/>
                  <a:pt x="157" y="8961"/>
                  <a:pt x="130" y="9137"/>
                </a:cubicBezTo>
                <a:lnTo>
                  <a:pt x="9136" y="131"/>
                </a:lnTo>
                <a:close/>
                <a:moveTo>
                  <a:pt x="12541" y="143"/>
                </a:moveTo>
                <a:lnTo>
                  <a:pt x="143" y="12541"/>
                </a:lnTo>
                <a:cubicBezTo>
                  <a:pt x="163" y="12663"/>
                  <a:pt x="183" y="12785"/>
                  <a:pt x="207" y="12906"/>
                </a:cubicBezTo>
                <a:lnTo>
                  <a:pt x="12906" y="208"/>
                </a:lnTo>
                <a:cubicBezTo>
                  <a:pt x="12785" y="184"/>
                  <a:pt x="12663" y="163"/>
                  <a:pt x="12541" y="143"/>
                </a:cubicBezTo>
                <a:close/>
                <a:moveTo>
                  <a:pt x="13343" y="303"/>
                </a:moveTo>
                <a:lnTo>
                  <a:pt x="303" y="13343"/>
                </a:lnTo>
                <a:cubicBezTo>
                  <a:pt x="330" y="13456"/>
                  <a:pt x="361" y="13569"/>
                  <a:pt x="392" y="13682"/>
                </a:cubicBezTo>
                <a:lnTo>
                  <a:pt x="13682" y="393"/>
                </a:lnTo>
                <a:cubicBezTo>
                  <a:pt x="13569" y="362"/>
                  <a:pt x="13456" y="331"/>
                  <a:pt x="13343" y="303"/>
                </a:cubicBezTo>
                <a:close/>
                <a:moveTo>
                  <a:pt x="7909" y="395"/>
                </a:moveTo>
                <a:cubicBezTo>
                  <a:pt x="7701" y="452"/>
                  <a:pt x="7495" y="515"/>
                  <a:pt x="7290" y="585"/>
                </a:cubicBezTo>
                <a:lnTo>
                  <a:pt x="584" y="7290"/>
                </a:lnTo>
                <a:cubicBezTo>
                  <a:pt x="514" y="7495"/>
                  <a:pt x="452" y="7702"/>
                  <a:pt x="394" y="7909"/>
                </a:cubicBezTo>
                <a:lnTo>
                  <a:pt x="7909" y="395"/>
                </a:lnTo>
                <a:close/>
                <a:moveTo>
                  <a:pt x="14094" y="515"/>
                </a:moveTo>
                <a:lnTo>
                  <a:pt x="514" y="14094"/>
                </a:lnTo>
                <a:cubicBezTo>
                  <a:pt x="549" y="14202"/>
                  <a:pt x="583" y="14310"/>
                  <a:pt x="620" y="14417"/>
                </a:cubicBezTo>
                <a:lnTo>
                  <a:pt x="14417" y="621"/>
                </a:lnTo>
                <a:cubicBezTo>
                  <a:pt x="14310" y="583"/>
                  <a:pt x="14202" y="549"/>
                  <a:pt x="14094" y="515"/>
                </a:cubicBezTo>
                <a:close/>
                <a:moveTo>
                  <a:pt x="14804" y="767"/>
                </a:moveTo>
                <a:lnTo>
                  <a:pt x="767" y="14804"/>
                </a:lnTo>
                <a:cubicBezTo>
                  <a:pt x="807" y="14905"/>
                  <a:pt x="851" y="15004"/>
                  <a:pt x="894" y="15104"/>
                </a:cubicBezTo>
                <a:lnTo>
                  <a:pt x="15104" y="895"/>
                </a:lnTo>
                <a:cubicBezTo>
                  <a:pt x="15004" y="852"/>
                  <a:pt x="14905" y="807"/>
                  <a:pt x="14804" y="767"/>
                </a:cubicBezTo>
                <a:close/>
                <a:moveTo>
                  <a:pt x="6411" y="932"/>
                </a:moveTo>
                <a:cubicBezTo>
                  <a:pt x="6118" y="1062"/>
                  <a:pt x="5831" y="1206"/>
                  <a:pt x="5549" y="1363"/>
                </a:cubicBezTo>
                <a:lnTo>
                  <a:pt x="1362" y="5549"/>
                </a:lnTo>
                <a:cubicBezTo>
                  <a:pt x="1205" y="5832"/>
                  <a:pt x="1061" y="6119"/>
                  <a:pt x="931" y="6411"/>
                </a:cubicBezTo>
                <a:lnTo>
                  <a:pt x="6411" y="932"/>
                </a:lnTo>
                <a:close/>
                <a:moveTo>
                  <a:pt x="15470" y="1061"/>
                </a:moveTo>
                <a:lnTo>
                  <a:pt x="1060" y="15471"/>
                </a:lnTo>
                <a:cubicBezTo>
                  <a:pt x="1106" y="15567"/>
                  <a:pt x="1153" y="15664"/>
                  <a:pt x="1202" y="15759"/>
                </a:cubicBezTo>
                <a:lnTo>
                  <a:pt x="15759" y="1203"/>
                </a:lnTo>
                <a:cubicBezTo>
                  <a:pt x="15663" y="1153"/>
                  <a:pt x="15567" y="1107"/>
                  <a:pt x="15470" y="1061"/>
                </a:cubicBezTo>
                <a:close/>
                <a:moveTo>
                  <a:pt x="16103" y="1391"/>
                </a:moveTo>
                <a:lnTo>
                  <a:pt x="1391" y="16103"/>
                </a:lnTo>
                <a:cubicBezTo>
                  <a:pt x="1442" y="16194"/>
                  <a:pt x="1494" y="16285"/>
                  <a:pt x="1549" y="16375"/>
                </a:cubicBezTo>
                <a:lnTo>
                  <a:pt x="16375" y="1549"/>
                </a:lnTo>
                <a:cubicBezTo>
                  <a:pt x="16285" y="1495"/>
                  <a:pt x="16194" y="1442"/>
                  <a:pt x="16103" y="1391"/>
                </a:cubicBezTo>
                <a:close/>
                <a:moveTo>
                  <a:pt x="16703" y="1754"/>
                </a:moveTo>
                <a:lnTo>
                  <a:pt x="1753" y="16703"/>
                </a:lnTo>
                <a:cubicBezTo>
                  <a:pt x="1809" y="16788"/>
                  <a:pt x="1869" y="16872"/>
                  <a:pt x="1928" y="16956"/>
                </a:cubicBezTo>
                <a:lnTo>
                  <a:pt x="16956" y="1928"/>
                </a:lnTo>
                <a:cubicBezTo>
                  <a:pt x="16872" y="1869"/>
                  <a:pt x="16788" y="1810"/>
                  <a:pt x="16703" y="1754"/>
                </a:cubicBezTo>
                <a:close/>
                <a:moveTo>
                  <a:pt x="17267" y="2151"/>
                </a:moveTo>
                <a:lnTo>
                  <a:pt x="2151" y="17267"/>
                </a:lnTo>
                <a:cubicBezTo>
                  <a:pt x="2212" y="17349"/>
                  <a:pt x="2274" y="17430"/>
                  <a:pt x="2338" y="17510"/>
                </a:cubicBezTo>
                <a:lnTo>
                  <a:pt x="17510" y="2338"/>
                </a:lnTo>
                <a:cubicBezTo>
                  <a:pt x="17430" y="2275"/>
                  <a:pt x="17349" y="2212"/>
                  <a:pt x="17267" y="2151"/>
                </a:cubicBezTo>
                <a:close/>
                <a:moveTo>
                  <a:pt x="3805" y="2574"/>
                </a:moveTo>
                <a:cubicBezTo>
                  <a:pt x="3586" y="2761"/>
                  <a:pt x="3370" y="2956"/>
                  <a:pt x="3163" y="3163"/>
                </a:cubicBezTo>
                <a:cubicBezTo>
                  <a:pt x="2955" y="3371"/>
                  <a:pt x="2761" y="3586"/>
                  <a:pt x="2574" y="3806"/>
                </a:cubicBezTo>
                <a:lnTo>
                  <a:pt x="3805" y="2574"/>
                </a:lnTo>
                <a:close/>
                <a:moveTo>
                  <a:pt x="17801" y="2579"/>
                </a:moveTo>
                <a:lnTo>
                  <a:pt x="2579" y="17801"/>
                </a:lnTo>
                <a:cubicBezTo>
                  <a:pt x="2645" y="17878"/>
                  <a:pt x="2709" y="17957"/>
                  <a:pt x="2777" y="18032"/>
                </a:cubicBezTo>
                <a:lnTo>
                  <a:pt x="18032" y="2777"/>
                </a:lnTo>
                <a:cubicBezTo>
                  <a:pt x="17957" y="2709"/>
                  <a:pt x="17878" y="2645"/>
                  <a:pt x="17801" y="2579"/>
                </a:cubicBezTo>
                <a:close/>
                <a:moveTo>
                  <a:pt x="18304" y="3036"/>
                </a:moveTo>
                <a:lnTo>
                  <a:pt x="3036" y="18304"/>
                </a:lnTo>
                <a:cubicBezTo>
                  <a:pt x="3079" y="18349"/>
                  <a:pt x="3119" y="18394"/>
                  <a:pt x="3163" y="18438"/>
                </a:cubicBezTo>
                <a:cubicBezTo>
                  <a:pt x="3191" y="18466"/>
                  <a:pt x="3222" y="18492"/>
                  <a:pt x="3250" y="18521"/>
                </a:cubicBezTo>
                <a:lnTo>
                  <a:pt x="18521" y="3251"/>
                </a:lnTo>
                <a:cubicBezTo>
                  <a:pt x="18492" y="3222"/>
                  <a:pt x="18466" y="3192"/>
                  <a:pt x="18438" y="3163"/>
                </a:cubicBezTo>
                <a:cubicBezTo>
                  <a:pt x="18394" y="3119"/>
                  <a:pt x="18348" y="3079"/>
                  <a:pt x="18304" y="3036"/>
                </a:cubicBezTo>
                <a:close/>
                <a:moveTo>
                  <a:pt x="18781" y="3523"/>
                </a:moveTo>
                <a:lnTo>
                  <a:pt x="3522" y="18781"/>
                </a:lnTo>
                <a:cubicBezTo>
                  <a:pt x="3598" y="18850"/>
                  <a:pt x="3676" y="18915"/>
                  <a:pt x="3753" y="18982"/>
                </a:cubicBezTo>
                <a:lnTo>
                  <a:pt x="18982" y="3753"/>
                </a:lnTo>
                <a:cubicBezTo>
                  <a:pt x="18915" y="3676"/>
                  <a:pt x="18850" y="3598"/>
                  <a:pt x="18781" y="3523"/>
                </a:cubicBezTo>
                <a:close/>
                <a:moveTo>
                  <a:pt x="19224" y="4041"/>
                </a:moveTo>
                <a:lnTo>
                  <a:pt x="4041" y="19224"/>
                </a:lnTo>
                <a:cubicBezTo>
                  <a:pt x="4121" y="19289"/>
                  <a:pt x="4202" y="19350"/>
                  <a:pt x="4283" y="19412"/>
                </a:cubicBezTo>
                <a:lnTo>
                  <a:pt x="19412" y="4283"/>
                </a:lnTo>
                <a:cubicBezTo>
                  <a:pt x="19350" y="4202"/>
                  <a:pt x="19289" y="4121"/>
                  <a:pt x="19224" y="4041"/>
                </a:cubicBezTo>
                <a:close/>
                <a:moveTo>
                  <a:pt x="19637" y="4591"/>
                </a:moveTo>
                <a:lnTo>
                  <a:pt x="4591" y="19637"/>
                </a:lnTo>
                <a:cubicBezTo>
                  <a:pt x="4675" y="19696"/>
                  <a:pt x="4758" y="19757"/>
                  <a:pt x="4843" y="19813"/>
                </a:cubicBezTo>
                <a:lnTo>
                  <a:pt x="19813" y="4844"/>
                </a:lnTo>
                <a:cubicBezTo>
                  <a:pt x="19757" y="4758"/>
                  <a:pt x="19696" y="4675"/>
                  <a:pt x="19637" y="4591"/>
                </a:cubicBezTo>
                <a:close/>
                <a:moveTo>
                  <a:pt x="20019" y="5172"/>
                </a:moveTo>
                <a:lnTo>
                  <a:pt x="5172" y="20019"/>
                </a:lnTo>
                <a:cubicBezTo>
                  <a:pt x="5261" y="20073"/>
                  <a:pt x="5351" y="20126"/>
                  <a:pt x="5441" y="20178"/>
                </a:cubicBezTo>
                <a:lnTo>
                  <a:pt x="20178" y="5441"/>
                </a:lnTo>
                <a:cubicBezTo>
                  <a:pt x="20126" y="5351"/>
                  <a:pt x="20073" y="5261"/>
                  <a:pt x="20019" y="5172"/>
                </a:cubicBezTo>
                <a:close/>
                <a:moveTo>
                  <a:pt x="20369" y="5782"/>
                </a:moveTo>
                <a:lnTo>
                  <a:pt x="5782" y="20369"/>
                </a:lnTo>
                <a:cubicBezTo>
                  <a:pt x="5877" y="20419"/>
                  <a:pt x="5974" y="20463"/>
                  <a:pt x="6071" y="20510"/>
                </a:cubicBezTo>
                <a:lnTo>
                  <a:pt x="20510" y="6071"/>
                </a:lnTo>
                <a:cubicBezTo>
                  <a:pt x="20463" y="5975"/>
                  <a:pt x="20419" y="5878"/>
                  <a:pt x="20369" y="5782"/>
                </a:cubicBezTo>
                <a:close/>
                <a:moveTo>
                  <a:pt x="20679" y="6434"/>
                </a:moveTo>
                <a:lnTo>
                  <a:pt x="6434" y="20679"/>
                </a:lnTo>
                <a:cubicBezTo>
                  <a:pt x="6534" y="20723"/>
                  <a:pt x="6633" y="20769"/>
                  <a:pt x="6734" y="20809"/>
                </a:cubicBezTo>
                <a:lnTo>
                  <a:pt x="20809" y="6735"/>
                </a:lnTo>
                <a:cubicBezTo>
                  <a:pt x="20769" y="6634"/>
                  <a:pt x="20723" y="6534"/>
                  <a:pt x="20679" y="6434"/>
                </a:cubicBezTo>
                <a:close/>
                <a:moveTo>
                  <a:pt x="20956" y="7121"/>
                </a:moveTo>
                <a:lnTo>
                  <a:pt x="7120" y="20956"/>
                </a:lnTo>
                <a:cubicBezTo>
                  <a:pt x="7226" y="20994"/>
                  <a:pt x="7333" y="21030"/>
                  <a:pt x="7439" y="21065"/>
                </a:cubicBezTo>
                <a:lnTo>
                  <a:pt x="21065" y="7439"/>
                </a:lnTo>
                <a:cubicBezTo>
                  <a:pt x="21030" y="7333"/>
                  <a:pt x="20994" y="7226"/>
                  <a:pt x="20956" y="7121"/>
                </a:cubicBezTo>
                <a:close/>
                <a:moveTo>
                  <a:pt x="21190" y="7848"/>
                </a:moveTo>
                <a:lnTo>
                  <a:pt x="7848" y="21190"/>
                </a:lnTo>
                <a:cubicBezTo>
                  <a:pt x="7960" y="21221"/>
                  <a:pt x="8073" y="21252"/>
                  <a:pt x="8186" y="21280"/>
                </a:cubicBezTo>
                <a:lnTo>
                  <a:pt x="21280" y="8186"/>
                </a:lnTo>
                <a:cubicBezTo>
                  <a:pt x="21252" y="8073"/>
                  <a:pt x="21221" y="7960"/>
                  <a:pt x="21190" y="7848"/>
                </a:cubicBezTo>
                <a:close/>
                <a:moveTo>
                  <a:pt x="21378" y="8623"/>
                </a:moveTo>
                <a:lnTo>
                  <a:pt x="8623" y="21378"/>
                </a:lnTo>
                <a:cubicBezTo>
                  <a:pt x="8743" y="21402"/>
                  <a:pt x="8863" y="21424"/>
                  <a:pt x="8984" y="21445"/>
                </a:cubicBezTo>
                <a:lnTo>
                  <a:pt x="21445" y="8984"/>
                </a:lnTo>
                <a:cubicBezTo>
                  <a:pt x="21424" y="8864"/>
                  <a:pt x="21402" y="8743"/>
                  <a:pt x="21378" y="8623"/>
                </a:cubicBezTo>
                <a:close/>
                <a:moveTo>
                  <a:pt x="21514" y="9448"/>
                </a:moveTo>
                <a:lnTo>
                  <a:pt x="9447" y="21514"/>
                </a:lnTo>
                <a:cubicBezTo>
                  <a:pt x="9576" y="21530"/>
                  <a:pt x="9704" y="21546"/>
                  <a:pt x="9833" y="21557"/>
                </a:cubicBezTo>
                <a:lnTo>
                  <a:pt x="21557" y="9834"/>
                </a:lnTo>
                <a:cubicBezTo>
                  <a:pt x="21546" y="9705"/>
                  <a:pt x="21530" y="9576"/>
                  <a:pt x="21514" y="9448"/>
                </a:cubicBezTo>
                <a:close/>
                <a:moveTo>
                  <a:pt x="21590" y="10333"/>
                </a:moveTo>
                <a:lnTo>
                  <a:pt x="10332" y="21590"/>
                </a:lnTo>
                <a:cubicBezTo>
                  <a:pt x="10473" y="21596"/>
                  <a:pt x="10613" y="21599"/>
                  <a:pt x="10753" y="21600"/>
                </a:cubicBezTo>
                <a:lnTo>
                  <a:pt x="21600" y="10754"/>
                </a:lnTo>
                <a:cubicBezTo>
                  <a:pt x="21599" y="10613"/>
                  <a:pt x="21596" y="10473"/>
                  <a:pt x="21590" y="10333"/>
                </a:cubicBezTo>
                <a:close/>
                <a:moveTo>
                  <a:pt x="21590" y="11296"/>
                </a:moveTo>
                <a:lnTo>
                  <a:pt x="11295" y="21590"/>
                </a:lnTo>
                <a:cubicBezTo>
                  <a:pt x="11449" y="21583"/>
                  <a:pt x="11603" y="21572"/>
                  <a:pt x="11757" y="21558"/>
                </a:cubicBezTo>
                <a:lnTo>
                  <a:pt x="21558" y="11757"/>
                </a:lnTo>
                <a:cubicBezTo>
                  <a:pt x="21572" y="11603"/>
                  <a:pt x="21583" y="11450"/>
                  <a:pt x="21590" y="11296"/>
                </a:cubicBezTo>
                <a:close/>
                <a:moveTo>
                  <a:pt x="21489" y="12358"/>
                </a:moveTo>
                <a:lnTo>
                  <a:pt x="12358" y="21489"/>
                </a:lnTo>
                <a:cubicBezTo>
                  <a:pt x="12531" y="21464"/>
                  <a:pt x="12703" y="21434"/>
                  <a:pt x="12876" y="21400"/>
                </a:cubicBezTo>
                <a:lnTo>
                  <a:pt x="21400" y="12876"/>
                </a:lnTo>
                <a:cubicBezTo>
                  <a:pt x="21434" y="12704"/>
                  <a:pt x="21464" y="12531"/>
                  <a:pt x="21489" y="12358"/>
                </a:cubicBezTo>
                <a:close/>
                <a:moveTo>
                  <a:pt x="21239" y="13569"/>
                </a:moveTo>
                <a:lnTo>
                  <a:pt x="13569" y="21239"/>
                </a:lnTo>
                <a:cubicBezTo>
                  <a:pt x="13774" y="21185"/>
                  <a:pt x="13978" y="21125"/>
                  <a:pt x="14181" y="21058"/>
                </a:cubicBezTo>
                <a:lnTo>
                  <a:pt x="21058" y="14181"/>
                </a:lnTo>
                <a:cubicBezTo>
                  <a:pt x="21125" y="13978"/>
                  <a:pt x="21185" y="13774"/>
                  <a:pt x="21239" y="13569"/>
                </a:cubicBezTo>
                <a:close/>
                <a:moveTo>
                  <a:pt x="20736" y="15035"/>
                </a:moveTo>
                <a:lnTo>
                  <a:pt x="15035" y="20736"/>
                </a:lnTo>
                <a:cubicBezTo>
                  <a:pt x="15310" y="20619"/>
                  <a:pt x="15581" y="20493"/>
                  <a:pt x="15848" y="20352"/>
                </a:cubicBezTo>
                <a:lnTo>
                  <a:pt x="20352" y="15848"/>
                </a:lnTo>
                <a:cubicBezTo>
                  <a:pt x="20493" y="15581"/>
                  <a:pt x="20619" y="15310"/>
                  <a:pt x="20736" y="15035"/>
                </a:cubicBezTo>
                <a:close/>
                <a:moveTo>
                  <a:pt x="19400" y="17332"/>
                </a:moveTo>
                <a:lnTo>
                  <a:pt x="17332" y="19400"/>
                </a:lnTo>
                <a:cubicBezTo>
                  <a:pt x="17716" y="19108"/>
                  <a:pt x="18087" y="18789"/>
                  <a:pt x="18438" y="18438"/>
                </a:cubicBezTo>
                <a:cubicBezTo>
                  <a:pt x="18788" y="18087"/>
                  <a:pt x="19107" y="17716"/>
                  <a:pt x="19400" y="17332"/>
                </a:cubicBezTo>
                <a:close/>
              </a:path>
            </a:pathLst>
          </a:custGeom>
          <a:solidFill>
            <a:schemeClr val="accent4"/>
          </a:solidFill>
          <a:ln w="12700">
            <a:miter lim="400000"/>
          </a:ln>
        </p:spPr>
        <p:txBody>
          <a:bodyPr lIns="0" tIns="0" rIns="0" bIns="0" anchor="ctr"/>
          <a:lstStyle/>
          <a:p>
            <a:pPr marL="0" marR="0" lvl="0" indent="0" algn="ctr" defTabSz="8255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 kumimoji="0" sz="32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Helvetica Neue Medium"/>
              <a:sym typeface="Helvetica Neue Medium"/>
            </a:endParaRPr>
          </a:p>
        </p:txBody>
      </p:sp>
      <p:sp>
        <p:nvSpPr>
          <p:cNvPr id="221" name="Shape">
            <a:extLst>
              <a:ext uri="{FF2B5EF4-FFF2-40B4-BE49-F238E27FC236}">
                <a16:creationId xmlns:a16="http://schemas.microsoft.com/office/drawing/2014/main" id="{02210B0C-83D8-0DE9-3147-7EA350834669}"/>
              </a:ext>
            </a:extLst>
          </p:cNvPr>
          <p:cNvSpPr/>
          <p:nvPr/>
        </p:nvSpPr>
        <p:spPr>
          <a:xfrm>
            <a:off x="-9782" y="-14685"/>
            <a:ext cx="5401449" cy="1371951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489" h="21600" extrusionOk="0">
                <a:moveTo>
                  <a:pt x="9876" y="0"/>
                </a:moveTo>
                <a:cubicBezTo>
                  <a:pt x="14909" y="1061"/>
                  <a:pt x="18164" y="3091"/>
                  <a:pt x="18448" y="5345"/>
                </a:cubicBezTo>
                <a:cubicBezTo>
                  <a:pt x="18695" y="7304"/>
                  <a:pt x="16642" y="9198"/>
                  <a:pt x="12885" y="10477"/>
                </a:cubicBezTo>
                <a:cubicBezTo>
                  <a:pt x="8651" y="11730"/>
                  <a:pt x="7084" y="13955"/>
                  <a:pt x="9071" y="15894"/>
                </a:cubicBezTo>
                <a:cubicBezTo>
                  <a:pt x="10355" y="17147"/>
                  <a:pt x="13013" y="18098"/>
                  <a:pt x="16290" y="18479"/>
                </a:cubicBezTo>
                <a:cubicBezTo>
                  <a:pt x="17951" y="18702"/>
                  <a:pt x="19367" y="19144"/>
                  <a:pt x="20305" y="19731"/>
                </a:cubicBezTo>
                <a:cubicBezTo>
                  <a:pt x="21193" y="20288"/>
                  <a:pt x="21600" y="20944"/>
                  <a:pt x="21463" y="21600"/>
                </a:cubicBezTo>
                <a:lnTo>
                  <a:pt x="0" y="21600"/>
                </a:lnTo>
                <a:lnTo>
                  <a:pt x="0" y="1"/>
                </a:lnTo>
                <a:lnTo>
                  <a:pt x="9876" y="0"/>
                </a:lnTo>
                <a:close/>
              </a:path>
            </a:pathLst>
          </a:custGeom>
          <a:solidFill>
            <a:schemeClr val="accent3"/>
          </a:solidFill>
          <a:ln w="12700">
            <a:miter lim="400000"/>
          </a:ln>
          <a:effectLst>
            <a:outerShdw blurRad="914400" dist="25400" dir="5400000" rotWithShape="0">
              <a:srgbClr val="000000">
                <a:alpha val="50000"/>
              </a:srgbClr>
            </a:outerShdw>
          </a:effectLst>
        </p:spPr>
        <p:txBody>
          <a:bodyPr lIns="50800" tIns="50800" rIns="50800" bIns="50800" anchor="ctr"/>
          <a:lstStyle/>
          <a:p>
            <a:pPr marL="0" marR="0" lvl="0" indent="0" algn="ctr" defTabSz="8255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3000" b="1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Helvetica Neue"/>
              <a:sym typeface="Helvetica Neue"/>
            </a:endParaRPr>
          </a:p>
        </p:txBody>
      </p:sp>
      <p:sp>
        <p:nvSpPr>
          <p:cNvPr id="222" name="Shape">
            <a:extLst>
              <a:ext uri="{FF2B5EF4-FFF2-40B4-BE49-F238E27FC236}">
                <a16:creationId xmlns:a16="http://schemas.microsoft.com/office/drawing/2014/main" id="{9BFF31E3-F528-F098-745A-54E99F69578D}"/>
              </a:ext>
            </a:extLst>
          </p:cNvPr>
          <p:cNvSpPr/>
          <p:nvPr/>
        </p:nvSpPr>
        <p:spPr>
          <a:xfrm>
            <a:off x="14077382" y="-26393"/>
            <a:ext cx="10315136" cy="10264133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490" h="20992" extrusionOk="0">
                <a:moveTo>
                  <a:pt x="22" y="0"/>
                </a:moveTo>
                <a:cubicBezTo>
                  <a:pt x="-110" y="1123"/>
                  <a:pt x="362" y="2232"/>
                  <a:pt x="1268" y="2930"/>
                </a:cubicBezTo>
                <a:cubicBezTo>
                  <a:pt x="2187" y="3637"/>
                  <a:pt x="3418" y="3817"/>
                  <a:pt x="4507" y="3403"/>
                </a:cubicBezTo>
                <a:cubicBezTo>
                  <a:pt x="6055" y="2610"/>
                  <a:pt x="7961" y="3061"/>
                  <a:pt x="8970" y="4460"/>
                </a:cubicBezTo>
                <a:cubicBezTo>
                  <a:pt x="9809" y="5622"/>
                  <a:pt x="9807" y="7178"/>
                  <a:pt x="8965" y="8338"/>
                </a:cubicBezTo>
                <a:cubicBezTo>
                  <a:pt x="6771" y="11924"/>
                  <a:pt x="7613" y="16550"/>
                  <a:pt x="10936" y="19169"/>
                </a:cubicBezTo>
                <a:cubicBezTo>
                  <a:pt x="14018" y="21597"/>
                  <a:pt x="18405" y="21600"/>
                  <a:pt x="21490" y="19175"/>
                </a:cubicBezTo>
                <a:lnTo>
                  <a:pt x="21490" y="35"/>
                </a:lnTo>
                <a:lnTo>
                  <a:pt x="22" y="0"/>
                </a:lnTo>
                <a:close/>
              </a:path>
            </a:pathLst>
          </a:custGeom>
          <a:solidFill>
            <a:schemeClr val="accent3"/>
          </a:solidFill>
          <a:ln w="12700">
            <a:miter lim="400000"/>
          </a:ln>
          <a:effectLst>
            <a:outerShdw blurRad="914400" dist="25400" dir="5400000" rotWithShape="0">
              <a:srgbClr val="000000">
                <a:alpha val="50000"/>
              </a:srgbClr>
            </a:outerShdw>
          </a:effectLst>
        </p:spPr>
        <p:txBody>
          <a:bodyPr lIns="50800" tIns="50800" rIns="50800" bIns="50800" anchor="ctr"/>
          <a:lstStyle/>
          <a:p>
            <a:pPr marL="0" marR="0" lvl="0" indent="0" algn="ctr" defTabSz="8255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3000" b="1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Helvetica Neue"/>
              <a:sym typeface="Helvetica Neue"/>
            </a:endParaRPr>
          </a:p>
        </p:txBody>
      </p:sp>
      <p:sp>
        <p:nvSpPr>
          <p:cNvPr id="223" name="Circle">
            <a:extLst>
              <a:ext uri="{FF2B5EF4-FFF2-40B4-BE49-F238E27FC236}">
                <a16:creationId xmlns:a16="http://schemas.microsoft.com/office/drawing/2014/main" id="{F2E2A886-008D-CCDF-2563-36910DEE0EBC}"/>
              </a:ext>
            </a:extLst>
          </p:cNvPr>
          <p:cNvSpPr/>
          <p:nvPr/>
        </p:nvSpPr>
        <p:spPr>
          <a:xfrm>
            <a:off x="17006264" y="352354"/>
            <a:ext cx="494973" cy="494972"/>
          </a:xfrm>
          <a:prstGeom prst="ellipse">
            <a:avLst/>
          </a:prstGeom>
          <a:gradFill>
            <a:gsLst>
              <a:gs pos="0">
                <a:schemeClr val="accent2"/>
              </a:gs>
              <a:gs pos="100000">
                <a:schemeClr val="accent1"/>
              </a:gs>
            </a:gsLst>
            <a:lin ang="5400000"/>
          </a:gradFill>
          <a:ln w="12700">
            <a:miter lim="400000"/>
          </a:ln>
        </p:spPr>
        <p:txBody>
          <a:bodyPr lIns="0" tIns="0" rIns="0" bIns="0" anchor="ctr"/>
          <a:lstStyle/>
          <a:p>
            <a:pPr marL="0" marR="0" lvl="0" indent="0" algn="ctr" defTabSz="8255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 kumimoji="0" sz="32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Helvetica Neue Medium"/>
              <a:sym typeface="Helvetica Neue Medium"/>
            </a:endParaRPr>
          </a:p>
        </p:txBody>
      </p:sp>
      <p:sp>
        <p:nvSpPr>
          <p:cNvPr id="224" name="Circle">
            <a:extLst>
              <a:ext uri="{FF2B5EF4-FFF2-40B4-BE49-F238E27FC236}">
                <a16:creationId xmlns:a16="http://schemas.microsoft.com/office/drawing/2014/main" id="{43AF484D-638A-C1B8-9C01-493AF6D11FF3}"/>
              </a:ext>
            </a:extLst>
          </p:cNvPr>
          <p:cNvSpPr/>
          <p:nvPr/>
        </p:nvSpPr>
        <p:spPr>
          <a:xfrm>
            <a:off x="-564062" y="1321716"/>
            <a:ext cx="1150610" cy="1150611"/>
          </a:xfrm>
          <a:prstGeom prst="ellipse">
            <a:avLst/>
          </a:prstGeom>
          <a:gradFill>
            <a:gsLst>
              <a:gs pos="0">
                <a:schemeClr val="accent2"/>
              </a:gs>
              <a:gs pos="100000">
                <a:schemeClr val="accent1"/>
              </a:gs>
            </a:gsLst>
            <a:lin ang="5400000"/>
          </a:gradFill>
          <a:ln w="12700">
            <a:miter lim="400000"/>
          </a:ln>
        </p:spPr>
        <p:txBody>
          <a:bodyPr lIns="0" tIns="0" rIns="0" bIns="0" anchor="ctr"/>
          <a:lstStyle/>
          <a:p>
            <a:pPr marL="0" marR="0" lvl="0" indent="0" algn="ctr" defTabSz="8255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 kumimoji="0" sz="32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Helvetica Neue Medium"/>
              <a:sym typeface="Helvetica Neue Medium"/>
            </a:endParaRPr>
          </a:p>
        </p:txBody>
      </p:sp>
      <p:sp>
        <p:nvSpPr>
          <p:cNvPr id="225" name="TOPIC #1 - $100 ANSWER">
            <a:extLst>
              <a:ext uri="{FF2B5EF4-FFF2-40B4-BE49-F238E27FC236}">
                <a16:creationId xmlns:a16="http://schemas.microsoft.com/office/drawing/2014/main" id="{1E15D7E4-687C-82F7-B8D1-D72083C10417}"/>
              </a:ext>
            </a:extLst>
          </p:cNvPr>
          <p:cNvSpPr txBox="1"/>
          <p:nvPr/>
        </p:nvSpPr>
        <p:spPr>
          <a:xfrm>
            <a:off x="1318646" y="1071521"/>
            <a:ext cx="14608911" cy="1651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/>
          <a:p>
            <a:pPr marL="0" marR="0" lvl="0" indent="0" algn="l" defTabSz="8255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0000" b="0">
                <a:solidFill>
                  <a:srgbClr val="F6C543"/>
                </a:solidFill>
                <a:latin typeface="Impact"/>
                <a:ea typeface="Impact"/>
                <a:cs typeface="Impact"/>
                <a:sym typeface="Impact"/>
              </a:defRPr>
            </a:pPr>
            <a:r>
              <a:rPr kumimoji="0" lang="en-US" altLang="zh-CN" sz="10000" b="0" i="0" u="none" strike="noStrike" kern="0" cap="none" spc="0" normalizeH="0" baseline="0" noProof="0" dirty="0">
                <a:ln>
                  <a:noFill/>
                </a:ln>
                <a:solidFill>
                  <a:srgbClr val="F6C542"/>
                </a:solidFill>
                <a:effectLst/>
                <a:uLnTx/>
                <a:uFillTx/>
                <a:latin typeface="Impact"/>
                <a:sym typeface="Impact"/>
              </a:rPr>
              <a:t>UNIT #2</a:t>
            </a:r>
            <a:r>
              <a:rPr kumimoji="0" lang="en-US" altLang="zh-CN" sz="10000" b="0" i="0" u="none" strike="noStrike" kern="0" cap="none" spc="0" normalizeH="0" baseline="0" noProof="0" dirty="0">
                <a:ln>
                  <a:noFill/>
                </a:ln>
                <a:solidFill>
                  <a:srgbClr val="F6C543"/>
                </a:solidFill>
                <a:effectLst/>
                <a:uLnTx/>
                <a:uFillTx/>
                <a:latin typeface="Impact"/>
                <a:sym typeface="Impact"/>
              </a:rPr>
              <a:t> </a:t>
            </a:r>
            <a:r>
              <a:rPr kumimoji="0" lang="en-US" altLang="zh-CN" sz="100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Impact"/>
                <a:sym typeface="Impact"/>
              </a:rPr>
              <a:t>–</a:t>
            </a:r>
            <a:r>
              <a:rPr kumimoji="0" lang="zh-CN" altLang="en-US" sz="9600" b="0" i="0" u="none" strike="noStrike" kern="0" cap="none" spc="0" normalizeH="0" baseline="0" noProof="0" dirty="0">
                <a:ln>
                  <a:noFill/>
                </a:ln>
                <a:solidFill>
                  <a:srgbClr val="F6C543"/>
                </a:solidFill>
                <a:effectLst/>
                <a:uLnTx/>
                <a:uFillTx/>
                <a:latin typeface="华文楷体" panose="02010600040101010101" pitchFamily="2" charset="-122"/>
                <a:ea typeface="华文楷体" panose="02010600040101010101" pitchFamily="2" charset="-122"/>
                <a:sym typeface="Impact"/>
              </a:rPr>
              <a:t>直线的投影</a:t>
            </a:r>
            <a:endParaRPr kumimoji="0" lang="zh-CN" altLang="en-US" sz="100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华文楷体" panose="02010600040101010101" pitchFamily="2" charset="-122"/>
              <a:ea typeface="华文楷体" panose="02010600040101010101" pitchFamily="2" charset="-122"/>
              <a:sym typeface="Impact"/>
            </a:endParaRPr>
          </a:p>
        </p:txBody>
      </p:sp>
      <p:sp>
        <p:nvSpPr>
          <p:cNvPr id="226" name="Shape">
            <a:extLst>
              <a:ext uri="{FF2B5EF4-FFF2-40B4-BE49-F238E27FC236}">
                <a16:creationId xmlns:a16="http://schemas.microsoft.com/office/drawing/2014/main" id="{B705597D-BC9F-7389-9F61-397A412E79EA}"/>
              </a:ext>
            </a:extLst>
          </p:cNvPr>
          <p:cNvSpPr/>
          <p:nvPr/>
        </p:nvSpPr>
        <p:spPr>
          <a:xfrm>
            <a:off x="-306915" y="8239797"/>
            <a:ext cx="1046530" cy="104640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9679" h="20595" extrusionOk="0">
                <a:moveTo>
                  <a:pt x="9839" y="0"/>
                </a:moveTo>
                <a:cubicBezTo>
                  <a:pt x="7321" y="0"/>
                  <a:pt x="4802" y="1006"/>
                  <a:pt x="2881" y="3017"/>
                </a:cubicBezTo>
                <a:cubicBezTo>
                  <a:pt x="-961" y="7038"/>
                  <a:pt x="-961" y="13557"/>
                  <a:pt x="2881" y="17578"/>
                </a:cubicBezTo>
                <a:cubicBezTo>
                  <a:pt x="6724" y="21600"/>
                  <a:pt x="12954" y="21600"/>
                  <a:pt x="16797" y="17578"/>
                </a:cubicBezTo>
                <a:cubicBezTo>
                  <a:pt x="20639" y="13557"/>
                  <a:pt x="20639" y="7038"/>
                  <a:pt x="16797" y="3017"/>
                </a:cubicBezTo>
                <a:cubicBezTo>
                  <a:pt x="14876" y="1006"/>
                  <a:pt x="12357" y="0"/>
                  <a:pt x="9839" y="0"/>
                </a:cubicBezTo>
                <a:close/>
                <a:moveTo>
                  <a:pt x="9839" y="2649"/>
                </a:moveTo>
                <a:cubicBezTo>
                  <a:pt x="11709" y="2649"/>
                  <a:pt x="13580" y="3397"/>
                  <a:pt x="15007" y="4890"/>
                </a:cubicBezTo>
                <a:cubicBezTo>
                  <a:pt x="17861" y="7877"/>
                  <a:pt x="17861" y="12718"/>
                  <a:pt x="15007" y="15705"/>
                </a:cubicBezTo>
                <a:cubicBezTo>
                  <a:pt x="12153" y="18692"/>
                  <a:pt x="7525" y="18692"/>
                  <a:pt x="4671" y="15705"/>
                </a:cubicBezTo>
                <a:cubicBezTo>
                  <a:pt x="1817" y="12718"/>
                  <a:pt x="1817" y="7877"/>
                  <a:pt x="4671" y="4890"/>
                </a:cubicBezTo>
                <a:cubicBezTo>
                  <a:pt x="6098" y="3397"/>
                  <a:pt x="7969" y="2649"/>
                  <a:pt x="9839" y="2649"/>
                </a:cubicBezTo>
                <a:close/>
              </a:path>
            </a:pathLst>
          </a:custGeom>
          <a:gradFill>
            <a:gsLst>
              <a:gs pos="0">
                <a:schemeClr val="accent2"/>
              </a:gs>
              <a:gs pos="100000">
                <a:schemeClr val="accent1"/>
              </a:gs>
            </a:gsLst>
            <a:lin ang="5400000"/>
          </a:gradFill>
          <a:ln w="12700">
            <a:miter lim="400000"/>
          </a:ln>
        </p:spPr>
        <p:txBody>
          <a:bodyPr lIns="0" tIns="0" rIns="0" bIns="0" anchor="ctr"/>
          <a:lstStyle/>
          <a:p>
            <a:pPr marL="0" marR="0" lvl="0" indent="0" algn="ctr" defTabSz="8255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 kumimoji="0" sz="32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Helvetica Neue Medium"/>
              <a:sym typeface="Helvetica Neue Medium"/>
            </a:endParaRPr>
          </a:p>
        </p:txBody>
      </p:sp>
      <p:sp>
        <p:nvSpPr>
          <p:cNvPr id="227" name="Shape">
            <a:extLst>
              <a:ext uri="{FF2B5EF4-FFF2-40B4-BE49-F238E27FC236}">
                <a16:creationId xmlns:a16="http://schemas.microsoft.com/office/drawing/2014/main" id="{189E241C-33FC-6CDA-A346-3DAE42EB0B92}"/>
              </a:ext>
            </a:extLst>
          </p:cNvPr>
          <p:cNvSpPr/>
          <p:nvPr/>
        </p:nvSpPr>
        <p:spPr>
          <a:xfrm>
            <a:off x="19865947" y="2060686"/>
            <a:ext cx="2330506" cy="233022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9679" h="20595" extrusionOk="0">
                <a:moveTo>
                  <a:pt x="9839" y="0"/>
                </a:moveTo>
                <a:cubicBezTo>
                  <a:pt x="7321" y="0"/>
                  <a:pt x="4802" y="1006"/>
                  <a:pt x="2881" y="3017"/>
                </a:cubicBezTo>
                <a:cubicBezTo>
                  <a:pt x="-961" y="7038"/>
                  <a:pt x="-961" y="13557"/>
                  <a:pt x="2881" y="17578"/>
                </a:cubicBezTo>
                <a:cubicBezTo>
                  <a:pt x="6724" y="21600"/>
                  <a:pt x="12954" y="21600"/>
                  <a:pt x="16797" y="17578"/>
                </a:cubicBezTo>
                <a:cubicBezTo>
                  <a:pt x="20639" y="13557"/>
                  <a:pt x="20639" y="7038"/>
                  <a:pt x="16797" y="3017"/>
                </a:cubicBezTo>
                <a:cubicBezTo>
                  <a:pt x="14876" y="1006"/>
                  <a:pt x="12357" y="0"/>
                  <a:pt x="9839" y="0"/>
                </a:cubicBezTo>
                <a:close/>
                <a:moveTo>
                  <a:pt x="9839" y="2649"/>
                </a:moveTo>
                <a:cubicBezTo>
                  <a:pt x="11709" y="2649"/>
                  <a:pt x="13580" y="3397"/>
                  <a:pt x="15007" y="4890"/>
                </a:cubicBezTo>
                <a:cubicBezTo>
                  <a:pt x="17861" y="7877"/>
                  <a:pt x="17861" y="12718"/>
                  <a:pt x="15007" y="15705"/>
                </a:cubicBezTo>
                <a:cubicBezTo>
                  <a:pt x="12153" y="18692"/>
                  <a:pt x="7525" y="18692"/>
                  <a:pt x="4671" y="15705"/>
                </a:cubicBezTo>
                <a:cubicBezTo>
                  <a:pt x="1817" y="12718"/>
                  <a:pt x="1817" y="7877"/>
                  <a:pt x="4671" y="4890"/>
                </a:cubicBezTo>
                <a:cubicBezTo>
                  <a:pt x="6098" y="3397"/>
                  <a:pt x="7969" y="2649"/>
                  <a:pt x="9839" y="2649"/>
                </a:cubicBezTo>
                <a:close/>
              </a:path>
            </a:pathLst>
          </a:custGeom>
          <a:gradFill>
            <a:gsLst>
              <a:gs pos="0">
                <a:schemeClr val="accent2"/>
              </a:gs>
              <a:gs pos="100000">
                <a:schemeClr val="accent1"/>
              </a:gs>
            </a:gsLst>
            <a:lin ang="5400000"/>
          </a:gradFill>
          <a:ln w="12700">
            <a:miter lim="400000"/>
          </a:ln>
        </p:spPr>
        <p:txBody>
          <a:bodyPr lIns="0" tIns="0" rIns="0" bIns="0" anchor="ctr"/>
          <a:lstStyle/>
          <a:p>
            <a:pPr marL="0" marR="0" lvl="0" indent="0" algn="ctr" defTabSz="8255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 kumimoji="0" sz="32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Helvetica Neue Medium"/>
              <a:sym typeface="Helvetica Neue Medium"/>
            </a:endParaRPr>
          </a:p>
        </p:txBody>
      </p:sp>
      <p:sp>
        <p:nvSpPr>
          <p:cNvPr id="228" name="Rounded Rectangle">
            <a:extLst>
              <a:ext uri="{FF2B5EF4-FFF2-40B4-BE49-F238E27FC236}">
                <a16:creationId xmlns:a16="http://schemas.microsoft.com/office/drawing/2014/main" id="{EE6FE023-7045-4C8B-F8FC-ABF63B18807E}"/>
              </a:ext>
            </a:extLst>
          </p:cNvPr>
          <p:cNvSpPr/>
          <p:nvPr/>
        </p:nvSpPr>
        <p:spPr>
          <a:xfrm>
            <a:off x="1413182" y="3302000"/>
            <a:ext cx="21616294" cy="8897388"/>
          </a:xfrm>
          <a:prstGeom prst="roundRect">
            <a:avLst>
              <a:gd name="adj" fmla="val 2897"/>
            </a:avLst>
          </a:prstGeom>
          <a:solidFill>
            <a:schemeClr val="accent4"/>
          </a:solidFill>
          <a:ln w="12700">
            <a:miter lim="400000"/>
          </a:ln>
          <a:effectLst>
            <a:outerShdw blurRad="558800" dist="71163" dir="5400000" rotWithShape="0">
              <a:srgbClr val="000000">
                <a:alpha val="19617"/>
              </a:srgbClr>
            </a:outerShdw>
          </a:effectLst>
        </p:spPr>
        <p:txBody>
          <a:bodyPr lIns="0" tIns="0" rIns="0" bIns="0" anchor="ctr"/>
          <a:lstStyle/>
          <a:p>
            <a:pPr marL="0" marR="0" lvl="0" indent="0" algn="ctr" defTabSz="8255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 kumimoji="0" sz="32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Helvetica Neue Medium"/>
              <a:sym typeface="Helvetica Neue Medium"/>
            </a:endParaRP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EA4AFD51-4935-A904-247F-BA80854F7C6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65740" y="2620192"/>
            <a:ext cx="18188325" cy="10732448"/>
          </a:xfrm>
          <a:prstGeom prst="rect">
            <a:avLst/>
          </a:prstGeom>
        </p:spPr>
      </p:pic>
      <p:sp>
        <p:nvSpPr>
          <p:cNvPr id="5" name="文本框 4">
            <a:extLst>
              <a:ext uri="{FF2B5EF4-FFF2-40B4-BE49-F238E27FC236}">
                <a16:creationId xmlns:a16="http://schemas.microsoft.com/office/drawing/2014/main" id="{9029034B-C091-0237-5298-5F059B7604C2}"/>
              </a:ext>
            </a:extLst>
          </p:cNvPr>
          <p:cNvSpPr txBox="1"/>
          <p:nvPr/>
        </p:nvSpPr>
        <p:spPr>
          <a:xfrm>
            <a:off x="3362794" y="11504650"/>
            <a:ext cx="2591064" cy="718145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altLang="zh-CN" sz="4000" b="1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  <a:cs typeface="Helvetica Neue"/>
                <a:sym typeface="Helvetica Neue"/>
              </a:rPr>
              <a:t>or </a:t>
            </a:r>
            <a:r>
              <a:rPr kumimoji="0" lang="zh-CN" altLang="en-US" sz="4000" b="1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  <a:cs typeface="Helvetica Neue"/>
                <a:sym typeface="Helvetica Neue"/>
              </a:rPr>
              <a:t>简单比</a:t>
            </a:r>
          </a:p>
        </p:txBody>
      </p:sp>
    </p:spTree>
    <p:extLst>
      <p:ext uri="{BB962C8B-B14F-4D97-AF65-F5344CB8AC3E}">
        <p14:creationId xmlns:p14="http://schemas.microsoft.com/office/powerpoint/2010/main" val="3499189630"/>
      </p:ext>
    </p:extLst>
  </p:cSld>
  <p:clrMapOvr>
    <a:masterClrMapping/>
  </p:clrMapOvr>
  <p:transition spd="med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3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BDE3BC6-128D-204C-43C8-4071F74373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Shape">
            <a:extLst>
              <a:ext uri="{FF2B5EF4-FFF2-40B4-BE49-F238E27FC236}">
                <a16:creationId xmlns:a16="http://schemas.microsoft.com/office/drawing/2014/main" id="{C6CD0C54-4B03-986C-A090-0A2A7E6B597E}"/>
              </a:ext>
            </a:extLst>
          </p:cNvPr>
          <p:cNvSpPr/>
          <p:nvPr/>
        </p:nvSpPr>
        <p:spPr>
          <a:xfrm>
            <a:off x="6290541" y="12617233"/>
            <a:ext cx="2709718" cy="270939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9679" h="20595" extrusionOk="0">
                <a:moveTo>
                  <a:pt x="9839" y="0"/>
                </a:moveTo>
                <a:cubicBezTo>
                  <a:pt x="7321" y="0"/>
                  <a:pt x="4802" y="1006"/>
                  <a:pt x="2881" y="3017"/>
                </a:cubicBezTo>
                <a:cubicBezTo>
                  <a:pt x="-961" y="7038"/>
                  <a:pt x="-961" y="13557"/>
                  <a:pt x="2881" y="17578"/>
                </a:cubicBezTo>
                <a:cubicBezTo>
                  <a:pt x="6724" y="21600"/>
                  <a:pt x="12954" y="21600"/>
                  <a:pt x="16797" y="17578"/>
                </a:cubicBezTo>
                <a:cubicBezTo>
                  <a:pt x="20639" y="13557"/>
                  <a:pt x="20639" y="7038"/>
                  <a:pt x="16797" y="3017"/>
                </a:cubicBezTo>
                <a:cubicBezTo>
                  <a:pt x="14876" y="1006"/>
                  <a:pt x="12357" y="0"/>
                  <a:pt x="9839" y="0"/>
                </a:cubicBezTo>
                <a:close/>
                <a:moveTo>
                  <a:pt x="9839" y="2649"/>
                </a:moveTo>
                <a:cubicBezTo>
                  <a:pt x="11709" y="2649"/>
                  <a:pt x="13580" y="3397"/>
                  <a:pt x="15007" y="4890"/>
                </a:cubicBezTo>
                <a:cubicBezTo>
                  <a:pt x="17861" y="7877"/>
                  <a:pt x="17861" y="12718"/>
                  <a:pt x="15007" y="15705"/>
                </a:cubicBezTo>
                <a:cubicBezTo>
                  <a:pt x="12153" y="18692"/>
                  <a:pt x="7525" y="18692"/>
                  <a:pt x="4671" y="15705"/>
                </a:cubicBezTo>
                <a:cubicBezTo>
                  <a:pt x="1817" y="12718"/>
                  <a:pt x="1817" y="7877"/>
                  <a:pt x="4671" y="4890"/>
                </a:cubicBezTo>
                <a:cubicBezTo>
                  <a:pt x="6098" y="3397"/>
                  <a:pt x="7969" y="2649"/>
                  <a:pt x="9839" y="2649"/>
                </a:cubicBezTo>
                <a:close/>
              </a:path>
            </a:pathLst>
          </a:custGeom>
          <a:gradFill>
            <a:gsLst>
              <a:gs pos="0">
                <a:schemeClr val="accent2"/>
              </a:gs>
              <a:gs pos="100000">
                <a:schemeClr val="accent1"/>
              </a:gs>
            </a:gsLst>
            <a:lin ang="5400000"/>
          </a:gradFill>
          <a:ln w="12700">
            <a:miter lim="400000"/>
          </a:ln>
        </p:spPr>
        <p:txBody>
          <a:bodyPr lIns="0" tIns="0" rIns="0" bIns="0" anchor="ctr"/>
          <a:lstStyle/>
          <a:p>
            <a:pPr marL="0" marR="0" lvl="0" indent="0" algn="ctr" defTabSz="8255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 kumimoji="0" sz="32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Helvetica Neue Medium"/>
              <a:sym typeface="Helvetica Neue Medium"/>
            </a:endParaRPr>
          </a:p>
        </p:txBody>
      </p:sp>
      <p:sp>
        <p:nvSpPr>
          <p:cNvPr id="216" name="Shape">
            <a:extLst>
              <a:ext uri="{FF2B5EF4-FFF2-40B4-BE49-F238E27FC236}">
                <a16:creationId xmlns:a16="http://schemas.microsoft.com/office/drawing/2014/main" id="{10D216F7-E05F-7D8B-FC11-2D7AB53FC9D7}"/>
              </a:ext>
            </a:extLst>
          </p:cNvPr>
          <p:cNvSpPr/>
          <p:nvPr/>
        </p:nvSpPr>
        <p:spPr>
          <a:xfrm>
            <a:off x="14339439" y="2620192"/>
            <a:ext cx="6322300" cy="632257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800" y="0"/>
                </a:moveTo>
                <a:cubicBezTo>
                  <a:pt x="10787" y="0"/>
                  <a:pt x="10773" y="1"/>
                  <a:pt x="10759" y="1"/>
                </a:cubicBezTo>
                <a:lnTo>
                  <a:pt x="1" y="10760"/>
                </a:lnTo>
                <a:cubicBezTo>
                  <a:pt x="0" y="10900"/>
                  <a:pt x="3" y="11040"/>
                  <a:pt x="8" y="11181"/>
                </a:cubicBezTo>
                <a:lnTo>
                  <a:pt x="11180" y="9"/>
                </a:lnTo>
                <a:cubicBezTo>
                  <a:pt x="11054" y="4"/>
                  <a:pt x="10927" y="0"/>
                  <a:pt x="10800" y="0"/>
                </a:cubicBezTo>
                <a:close/>
                <a:moveTo>
                  <a:pt x="10211" y="17"/>
                </a:moveTo>
                <a:cubicBezTo>
                  <a:pt x="10057" y="25"/>
                  <a:pt x="9903" y="36"/>
                  <a:pt x="9748" y="51"/>
                </a:cubicBezTo>
                <a:lnTo>
                  <a:pt x="50" y="9749"/>
                </a:lnTo>
                <a:cubicBezTo>
                  <a:pt x="35" y="9903"/>
                  <a:pt x="25" y="10057"/>
                  <a:pt x="16" y="10212"/>
                </a:cubicBezTo>
                <a:lnTo>
                  <a:pt x="10211" y="17"/>
                </a:lnTo>
                <a:close/>
                <a:moveTo>
                  <a:pt x="11683" y="38"/>
                </a:moveTo>
                <a:lnTo>
                  <a:pt x="38" y="11684"/>
                </a:lnTo>
                <a:cubicBezTo>
                  <a:pt x="48" y="11814"/>
                  <a:pt x="62" y="11944"/>
                  <a:pt x="78" y="12075"/>
                </a:cubicBezTo>
                <a:lnTo>
                  <a:pt x="12074" y="78"/>
                </a:lnTo>
                <a:cubicBezTo>
                  <a:pt x="11944" y="63"/>
                  <a:pt x="11814" y="49"/>
                  <a:pt x="11683" y="38"/>
                </a:cubicBezTo>
                <a:close/>
                <a:moveTo>
                  <a:pt x="9136" y="131"/>
                </a:moveTo>
                <a:cubicBezTo>
                  <a:pt x="8960" y="158"/>
                  <a:pt x="8786" y="190"/>
                  <a:pt x="8611" y="226"/>
                </a:cubicBezTo>
                <a:lnTo>
                  <a:pt x="226" y="8611"/>
                </a:lnTo>
                <a:cubicBezTo>
                  <a:pt x="190" y="8786"/>
                  <a:pt x="157" y="8961"/>
                  <a:pt x="130" y="9137"/>
                </a:cubicBezTo>
                <a:lnTo>
                  <a:pt x="9136" y="131"/>
                </a:lnTo>
                <a:close/>
                <a:moveTo>
                  <a:pt x="12541" y="143"/>
                </a:moveTo>
                <a:lnTo>
                  <a:pt x="143" y="12541"/>
                </a:lnTo>
                <a:cubicBezTo>
                  <a:pt x="163" y="12663"/>
                  <a:pt x="183" y="12785"/>
                  <a:pt x="207" y="12906"/>
                </a:cubicBezTo>
                <a:lnTo>
                  <a:pt x="12906" y="208"/>
                </a:lnTo>
                <a:cubicBezTo>
                  <a:pt x="12785" y="184"/>
                  <a:pt x="12663" y="163"/>
                  <a:pt x="12541" y="143"/>
                </a:cubicBezTo>
                <a:close/>
                <a:moveTo>
                  <a:pt x="13343" y="303"/>
                </a:moveTo>
                <a:lnTo>
                  <a:pt x="303" y="13343"/>
                </a:lnTo>
                <a:cubicBezTo>
                  <a:pt x="330" y="13456"/>
                  <a:pt x="361" y="13569"/>
                  <a:pt x="392" y="13682"/>
                </a:cubicBezTo>
                <a:lnTo>
                  <a:pt x="13682" y="393"/>
                </a:lnTo>
                <a:cubicBezTo>
                  <a:pt x="13569" y="362"/>
                  <a:pt x="13456" y="331"/>
                  <a:pt x="13343" y="303"/>
                </a:cubicBezTo>
                <a:close/>
                <a:moveTo>
                  <a:pt x="7909" y="395"/>
                </a:moveTo>
                <a:cubicBezTo>
                  <a:pt x="7701" y="452"/>
                  <a:pt x="7495" y="515"/>
                  <a:pt x="7290" y="585"/>
                </a:cubicBezTo>
                <a:lnTo>
                  <a:pt x="584" y="7290"/>
                </a:lnTo>
                <a:cubicBezTo>
                  <a:pt x="514" y="7495"/>
                  <a:pt x="452" y="7702"/>
                  <a:pt x="394" y="7909"/>
                </a:cubicBezTo>
                <a:lnTo>
                  <a:pt x="7909" y="395"/>
                </a:lnTo>
                <a:close/>
                <a:moveTo>
                  <a:pt x="14094" y="515"/>
                </a:moveTo>
                <a:lnTo>
                  <a:pt x="514" y="14094"/>
                </a:lnTo>
                <a:cubicBezTo>
                  <a:pt x="549" y="14202"/>
                  <a:pt x="583" y="14310"/>
                  <a:pt x="620" y="14417"/>
                </a:cubicBezTo>
                <a:lnTo>
                  <a:pt x="14417" y="621"/>
                </a:lnTo>
                <a:cubicBezTo>
                  <a:pt x="14310" y="583"/>
                  <a:pt x="14202" y="549"/>
                  <a:pt x="14094" y="515"/>
                </a:cubicBezTo>
                <a:close/>
                <a:moveTo>
                  <a:pt x="14804" y="767"/>
                </a:moveTo>
                <a:lnTo>
                  <a:pt x="767" y="14804"/>
                </a:lnTo>
                <a:cubicBezTo>
                  <a:pt x="807" y="14905"/>
                  <a:pt x="851" y="15004"/>
                  <a:pt x="894" y="15104"/>
                </a:cubicBezTo>
                <a:lnTo>
                  <a:pt x="15104" y="895"/>
                </a:lnTo>
                <a:cubicBezTo>
                  <a:pt x="15004" y="852"/>
                  <a:pt x="14905" y="807"/>
                  <a:pt x="14804" y="767"/>
                </a:cubicBezTo>
                <a:close/>
                <a:moveTo>
                  <a:pt x="6411" y="932"/>
                </a:moveTo>
                <a:cubicBezTo>
                  <a:pt x="6118" y="1062"/>
                  <a:pt x="5831" y="1206"/>
                  <a:pt x="5549" y="1363"/>
                </a:cubicBezTo>
                <a:lnTo>
                  <a:pt x="1362" y="5549"/>
                </a:lnTo>
                <a:cubicBezTo>
                  <a:pt x="1205" y="5832"/>
                  <a:pt x="1061" y="6119"/>
                  <a:pt x="931" y="6411"/>
                </a:cubicBezTo>
                <a:lnTo>
                  <a:pt x="6411" y="932"/>
                </a:lnTo>
                <a:close/>
                <a:moveTo>
                  <a:pt x="15470" y="1061"/>
                </a:moveTo>
                <a:lnTo>
                  <a:pt x="1060" y="15471"/>
                </a:lnTo>
                <a:cubicBezTo>
                  <a:pt x="1106" y="15567"/>
                  <a:pt x="1153" y="15664"/>
                  <a:pt x="1202" y="15759"/>
                </a:cubicBezTo>
                <a:lnTo>
                  <a:pt x="15759" y="1203"/>
                </a:lnTo>
                <a:cubicBezTo>
                  <a:pt x="15663" y="1153"/>
                  <a:pt x="15567" y="1107"/>
                  <a:pt x="15470" y="1061"/>
                </a:cubicBezTo>
                <a:close/>
                <a:moveTo>
                  <a:pt x="16103" y="1391"/>
                </a:moveTo>
                <a:lnTo>
                  <a:pt x="1391" y="16103"/>
                </a:lnTo>
                <a:cubicBezTo>
                  <a:pt x="1442" y="16194"/>
                  <a:pt x="1494" y="16285"/>
                  <a:pt x="1549" y="16375"/>
                </a:cubicBezTo>
                <a:lnTo>
                  <a:pt x="16375" y="1549"/>
                </a:lnTo>
                <a:cubicBezTo>
                  <a:pt x="16285" y="1495"/>
                  <a:pt x="16194" y="1442"/>
                  <a:pt x="16103" y="1391"/>
                </a:cubicBezTo>
                <a:close/>
                <a:moveTo>
                  <a:pt x="16703" y="1754"/>
                </a:moveTo>
                <a:lnTo>
                  <a:pt x="1753" y="16703"/>
                </a:lnTo>
                <a:cubicBezTo>
                  <a:pt x="1809" y="16788"/>
                  <a:pt x="1869" y="16872"/>
                  <a:pt x="1928" y="16956"/>
                </a:cubicBezTo>
                <a:lnTo>
                  <a:pt x="16956" y="1928"/>
                </a:lnTo>
                <a:cubicBezTo>
                  <a:pt x="16872" y="1869"/>
                  <a:pt x="16788" y="1810"/>
                  <a:pt x="16703" y="1754"/>
                </a:cubicBezTo>
                <a:close/>
                <a:moveTo>
                  <a:pt x="17267" y="2151"/>
                </a:moveTo>
                <a:lnTo>
                  <a:pt x="2151" y="17267"/>
                </a:lnTo>
                <a:cubicBezTo>
                  <a:pt x="2212" y="17349"/>
                  <a:pt x="2274" y="17430"/>
                  <a:pt x="2338" y="17510"/>
                </a:cubicBezTo>
                <a:lnTo>
                  <a:pt x="17510" y="2338"/>
                </a:lnTo>
                <a:cubicBezTo>
                  <a:pt x="17430" y="2275"/>
                  <a:pt x="17349" y="2212"/>
                  <a:pt x="17267" y="2151"/>
                </a:cubicBezTo>
                <a:close/>
                <a:moveTo>
                  <a:pt x="3805" y="2574"/>
                </a:moveTo>
                <a:cubicBezTo>
                  <a:pt x="3586" y="2761"/>
                  <a:pt x="3370" y="2956"/>
                  <a:pt x="3163" y="3163"/>
                </a:cubicBezTo>
                <a:cubicBezTo>
                  <a:pt x="2955" y="3371"/>
                  <a:pt x="2761" y="3586"/>
                  <a:pt x="2574" y="3806"/>
                </a:cubicBezTo>
                <a:lnTo>
                  <a:pt x="3805" y="2574"/>
                </a:lnTo>
                <a:close/>
                <a:moveTo>
                  <a:pt x="17801" y="2579"/>
                </a:moveTo>
                <a:lnTo>
                  <a:pt x="2579" y="17801"/>
                </a:lnTo>
                <a:cubicBezTo>
                  <a:pt x="2645" y="17878"/>
                  <a:pt x="2709" y="17957"/>
                  <a:pt x="2777" y="18032"/>
                </a:cubicBezTo>
                <a:lnTo>
                  <a:pt x="18032" y="2777"/>
                </a:lnTo>
                <a:cubicBezTo>
                  <a:pt x="17957" y="2709"/>
                  <a:pt x="17878" y="2645"/>
                  <a:pt x="17801" y="2579"/>
                </a:cubicBezTo>
                <a:close/>
                <a:moveTo>
                  <a:pt x="18304" y="3036"/>
                </a:moveTo>
                <a:lnTo>
                  <a:pt x="3036" y="18304"/>
                </a:lnTo>
                <a:cubicBezTo>
                  <a:pt x="3079" y="18349"/>
                  <a:pt x="3119" y="18394"/>
                  <a:pt x="3163" y="18438"/>
                </a:cubicBezTo>
                <a:cubicBezTo>
                  <a:pt x="3191" y="18466"/>
                  <a:pt x="3222" y="18492"/>
                  <a:pt x="3250" y="18521"/>
                </a:cubicBezTo>
                <a:lnTo>
                  <a:pt x="18521" y="3251"/>
                </a:lnTo>
                <a:cubicBezTo>
                  <a:pt x="18492" y="3222"/>
                  <a:pt x="18466" y="3192"/>
                  <a:pt x="18438" y="3163"/>
                </a:cubicBezTo>
                <a:cubicBezTo>
                  <a:pt x="18394" y="3119"/>
                  <a:pt x="18348" y="3079"/>
                  <a:pt x="18304" y="3036"/>
                </a:cubicBezTo>
                <a:close/>
                <a:moveTo>
                  <a:pt x="18781" y="3523"/>
                </a:moveTo>
                <a:lnTo>
                  <a:pt x="3522" y="18781"/>
                </a:lnTo>
                <a:cubicBezTo>
                  <a:pt x="3598" y="18850"/>
                  <a:pt x="3676" y="18915"/>
                  <a:pt x="3753" y="18982"/>
                </a:cubicBezTo>
                <a:lnTo>
                  <a:pt x="18982" y="3753"/>
                </a:lnTo>
                <a:cubicBezTo>
                  <a:pt x="18915" y="3676"/>
                  <a:pt x="18850" y="3598"/>
                  <a:pt x="18781" y="3523"/>
                </a:cubicBezTo>
                <a:close/>
                <a:moveTo>
                  <a:pt x="19224" y="4041"/>
                </a:moveTo>
                <a:lnTo>
                  <a:pt x="4041" y="19224"/>
                </a:lnTo>
                <a:cubicBezTo>
                  <a:pt x="4121" y="19289"/>
                  <a:pt x="4202" y="19350"/>
                  <a:pt x="4283" y="19412"/>
                </a:cubicBezTo>
                <a:lnTo>
                  <a:pt x="19412" y="4283"/>
                </a:lnTo>
                <a:cubicBezTo>
                  <a:pt x="19350" y="4202"/>
                  <a:pt x="19289" y="4121"/>
                  <a:pt x="19224" y="4041"/>
                </a:cubicBezTo>
                <a:close/>
                <a:moveTo>
                  <a:pt x="19637" y="4591"/>
                </a:moveTo>
                <a:lnTo>
                  <a:pt x="4591" y="19637"/>
                </a:lnTo>
                <a:cubicBezTo>
                  <a:pt x="4675" y="19696"/>
                  <a:pt x="4758" y="19757"/>
                  <a:pt x="4843" y="19813"/>
                </a:cubicBezTo>
                <a:lnTo>
                  <a:pt x="19813" y="4844"/>
                </a:lnTo>
                <a:cubicBezTo>
                  <a:pt x="19757" y="4758"/>
                  <a:pt x="19696" y="4675"/>
                  <a:pt x="19637" y="4591"/>
                </a:cubicBezTo>
                <a:close/>
                <a:moveTo>
                  <a:pt x="20019" y="5172"/>
                </a:moveTo>
                <a:lnTo>
                  <a:pt x="5172" y="20019"/>
                </a:lnTo>
                <a:cubicBezTo>
                  <a:pt x="5261" y="20073"/>
                  <a:pt x="5351" y="20126"/>
                  <a:pt x="5441" y="20178"/>
                </a:cubicBezTo>
                <a:lnTo>
                  <a:pt x="20178" y="5441"/>
                </a:lnTo>
                <a:cubicBezTo>
                  <a:pt x="20126" y="5351"/>
                  <a:pt x="20073" y="5261"/>
                  <a:pt x="20019" y="5172"/>
                </a:cubicBezTo>
                <a:close/>
                <a:moveTo>
                  <a:pt x="20369" y="5782"/>
                </a:moveTo>
                <a:lnTo>
                  <a:pt x="5782" y="20369"/>
                </a:lnTo>
                <a:cubicBezTo>
                  <a:pt x="5877" y="20419"/>
                  <a:pt x="5974" y="20463"/>
                  <a:pt x="6071" y="20510"/>
                </a:cubicBezTo>
                <a:lnTo>
                  <a:pt x="20510" y="6071"/>
                </a:lnTo>
                <a:cubicBezTo>
                  <a:pt x="20463" y="5975"/>
                  <a:pt x="20419" y="5878"/>
                  <a:pt x="20369" y="5782"/>
                </a:cubicBezTo>
                <a:close/>
                <a:moveTo>
                  <a:pt x="20679" y="6434"/>
                </a:moveTo>
                <a:lnTo>
                  <a:pt x="6434" y="20679"/>
                </a:lnTo>
                <a:cubicBezTo>
                  <a:pt x="6534" y="20723"/>
                  <a:pt x="6633" y="20769"/>
                  <a:pt x="6734" y="20809"/>
                </a:cubicBezTo>
                <a:lnTo>
                  <a:pt x="20809" y="6735"/>
                </a:lnTo>
                <a:cubicBezTo>
                  <a:pt x="20769" y="6634"/>
                  <a:pt x="20723" y="6534"/>
                  <a:pt x="20679" y="6434"/>
                </a:cubicBezTo>
                <a:close/>
                <a:moveTo>
                  <a:pt x="20956" y="7121"/>
                </a:moveTo>
                <a:lnTo>
                  <a:pt x="7120" y="20956"/>
                </a:lnTo>
                <a:cubicBezTo>
                  <a:pt x="7226" y="20994"/>
                  <a:pt x="7333" y="21030"/>
                  <a:pt x="7439" y="21065"/>
                </a:cubicBezTo>
                <a:lnTo>
                  <a:pt x="21065" y="7439"/>
                </a:lnTo>
                <a:cubicBezTo>
                  <a:pt x="21030" y="7333"/>
                  <a:pt x="20994" y="7226"/>
                  <a:pt x="20956" y="7121"/>
                </a:cubicBezTo>
                <a:close/>
                <a:moveTo>
                  <a:pt x="21190" y="7848"/>
                </a:moveTo>
                <a:lnTo>
                  <a:pt x="7848" y="21190"/>
                </a:lnTo>
                <a:cubicBezTo>
                  <a:pt x="7960" y="21221"/>
                  <a:pt x="8073" y="21252"/>
                  <a:pt x="8186" y="21280"/>
                </a:cubicBezTo>
                <a:lnTo>
                  <a:pt x="21280" y="8186"/>
                </a:lnTo>
                <a:cubicBezTo>
                  <a:pt x="21252" y="8073"/>
                  <a:pt x="21221" y="7960"/>
                  <a:pt x="21190" y="7848"/>
                </a:cubicBezTo>
                <a:close/>
                <a:moveTo>
                  <a:pt x="21378" y="8623"/>
                </a:moveTo>
                <a:lnTo>
                  <a:pt x="8623" y="21378"/>
                </a:lnTo>
                <a:cubicBezTo>
                  <a:pt x="8743" y="21402"/>
                  <a:pt x="8863" y="21424"/>
                  <a:pt x="8984" y="21445"/>
                </a:cubicBezTo>
                <a:lnTo>
                  <a:pt x="21445" y="8984"/>
                </a:lnTo>
                <a:cubicBezTo>
                  <a:pt x="21424" y="8864"/>
                  <a:pt x="21402" y="8743"/>
                  <a:pt x="21378" y="8623"/>
                </a:cubicBezTo>
                <a:close/>
                <a:moveTo>
                  <a:pt x="21514" y="9448"/>
                </a:moveTo>
                <a:lnTo>
                  <a:pt x="9447" y="21514"/>
                </a:lnTo>
                <a:cubicBezTo>
                  <a:pt x="9576" y="21530"/>
                  <a:pt x="9704" y="21546"/>
                  <a:pt x="9833" y="21557"/>
                </a:cubicBezTo>
                <a:lnTo>
                  <a:pt x="21557" y="9834"/>
                </a:lnTo>
                <a:cubicBezTo>
                  <a:pt x="21546" y="9705"/>
                  <a:pt x="21530" y="9576"/>
                  <a:pt x="21514" y="9448"/>
                </a:cubicBezTo>
                <a:close/>
                <a:moveTo>
                  <a:pt x="21590" y="10333"/>
                </a:moveTo>
                <a:lnTo>
                  <a:pt x="10332" y="21590"/>
                </a:lnTo>
                <a:cubicBezTo>
                  <a:pt x="10473" y="21596"/>
                  <a:pt x="10613" y="21599"/>
                  <a:pt x="10753" y="21600"/>
                </a:cubicBezTo>
                <a:lnTo>
                  <a:pt x="21600" y="10754"/>
                </a:lnTo>
                <a:cubicBezTo>
                  <a:pt x="21599" y="10613"/>
                  <a:pt x="21596" y="10473"/>
                  <a:pt x="21590" y="10333"/>
                </a:cubicBezTo>
                <a:close/>
                <a:moveTo>
                  <a:pt x="21590" y="11296"/>
                </a:moveTo>
                <a:lnTo>
                  <a:pt x="11295" y="21590"/>
                </a:lnTo>
                <a:cubicBezTo>
                  <a:pt x="11449" y="21583"/>
                  <a:pt x="11603" y="21572"/>
                  <a:pt x="11757" y="21558"/>
                </a:cubicBezTo>
                <a:lnTo>
                  <a:pt x="21558" y="11757"/>
                </a:lnTo>
                <a:cubicBezTo>
                  <a:pt x="21572" y="11603"/>
                  <a:pt x="21583" y="11450"/>
                  <a:pt x="21590" y="11296"/>
                </a:cubicBezTo>
                <a:close/>
                <a:moveTo>
                  <a:pt x="21489" y="12358"/>
                </a:moveTo>
                <a:lnTo>
                  <a:pt x="12358" y="21489"/>
                </a:lnTo>
                <a:cubicBezTo>
                  <a:pt x="12531" y="21464"/>
                  <a:pt x="12703" y="21434"/>
                  <a:pt x="12876" y="21400"/>
                </a:cubicBezTo>
                <a:lnTo>
                  <a:pt x="21400" y="12876"/>
                </a:lnTo>
                <a:cubicBezTo>
                  <a:pt x="21434" y="12704"/>
                  <a:pt x="21464" y="12531"/>
                  <a:pt x="21489" y="12358"/>
                </a:cubicBezTo>
                <a:close/>
                <a:moveTo>
                  <a:pt x="21239" y="13569"/>
                </a:moveTo>
                <a:lnTo>
                  <a:pt x="13569" y="21239"/>
                </a:lnTo>
                <a:cubicBezTo>
                  <a:pt x="13774" y="21185"/>
                  <a:pt x="13978" y="21125"/>
                  <a:pt x="14181" y="21058"/>
                </a:cubicBezTo>
                <a:lnTo>
                  <a:pt x="21058" y="14181"/>
                </a:lnTo>
                <a:cubicBezTo>
                  <a:pt x="21125" y="13978"/>
                  <a:pt x="21185" y="13774"/>
                  <a:pt x="21239" y="13569"/>
                </a:cubicBezTo>
                <a:close/>
                <a:moveTo>
                  <a:pt x="20736" y="15035"/>
                </a:moveTo>
                <a:lnTo>
                  <a:pt x="15035" y="20736"/>
                </a:lnTo>
                <a:cubicBezTo>
                  <a:pt x="15310" y="20619"/>
                  <a:pt x="15581" y="20493"/>
                  <a:pt x="15848" y="20352"/>
                </a:cubicBezTo>
                <a:lnTo>
                  <a:pt x="20352" y="15848"/>
                </a:lnTo>
                <a:cubicBezTo>
                  <a:pt x="20493" y="15581"/>
                  <a:pt x="20619" y="15310"/>
                  <a:pt x="20736" y="15035"/>
                </a:cubicBezTo>
                <a:close/>
                <a:moveTo>
                  <a:pt x="19400" y="17332"/>
                </a:moveTo>
                <a:lnTo>
                  <a:pt x="17332" y="19400"/>
                </a:lnTo>
                <a:cubicBezTo>
                  <a:pt x="17716" y="19108"/>
                  <a:pt x="18087" y="18789"/>
                  <a:pt x="18438" y="18438"/>
                </a:cubicBezTo>
                <a:cubicBezTo>
                  <a:pt x="18788" y="18087"/>
                  <a:pt x="19107" y="17716"/>
                  <a:pt x="19400" y="17332"/>
                </a:cubicBezTo>
                <a:close/>
              </a:path>
            </a:pathLst>
          </a:custGeom>
          <a:solidFill>
            <a:schemeClr val="accent4"/>
          </a:solidFill>
          <a:ln w="12700">
            <a:miter lim="400000"/>
          </a:ln>
        </p:spPr>
        <p:txBody>
          <a:bodyPr lIns="0" tIns="0" rIns="0" bIns="0" anchor="ctr"/>
          <a:lstStyle/>
          <a:p>
            <a:pPr marL="0" marR="0" lvl="0" indent="0" algn="ctr" defTabSz="8255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 kumimoji="0" sz="32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Helvetica Neue Medium"/>
              <a:sym typeface="Helvetica Neue Medium"/>
            </a:endParaRPr>
          </a:p>
        </p:txBody>
      </p:sp>
      <p:sp>
        <p:nvSpPr>
          <p:cNvPr id="217" name="Shape">
            <a:extLst>
              <a:ext uri="{FF2B5EF4-FFF2-40B4-BE49-F238E27FC236}">
                <a16:creationId xmlns:a16="http://schemas.microsoft.com/office/drawing/2014/main" id="{7CF38419-63BC-8B62-D267-C41B4EE77A0C}"/>
              </a:ext>
            </a:extLst>
          </p:cNvPr>
          <p:cNvSpPr/>
          <p:nvPr/>
        </p:nvSpPr>
        <p:spPr>
          <a:xfrm>
            <a:off x="5513585" y="9836851"/>
            <a:ext cx="2709536" cy="270965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800" y="0"/>
                </a:moveTo>
                <a:cubicBezTo>
                  <a:pt x="10787" y="0"/>
                  <a:pt x="10773" y="1"/>
                  <a:pt x="10759" y="1"/>
                </a:cubicBezTo>
                <a:lnTo>
                  <a:pt x="1" y="10760"/>
                </a:lnTo>
                <a:cubicBezTo>
                  <a:pt x="0" y="10900"/>
                  <a:pt x="3" y="11040"/>
                  <a:pt x="8" y="11181"/>
                </a:cubicBezTo>
                <a:lnTo>
                  <a:pt x="11180" y="9"/>
                </a:lnTo>
                <a:cubicBezTo>
                  <a:pt x="11054" y="4"/>
                  <a:pt x="10927" y="0"/>
                  <a:pt x="10800" y="0"/>
                </a:cubicBezTo>
                <a:close/>
                <a:moveTo>
                  <a:pt x="10211" y="17"/>
                </a:moveTo>
                <a:cubicBezTo>
                  <a:pt x="10057" y="25"/>
                  <a:pt x="9903" y="36"/>
                  <a:pt x="9748" y="51"/>
                </a:cubicBezTo>
                <a:lnTo>
                  <a:pt x="50" y="9749"/>
                </a:lnTo>
                <a:cubicBezTo>
                  <a:pt x="35" y="9903"/>
                  <a:pt x="25" y="10057"/>
                  <a:pt x="16" y="10212"/>
                </a:cubicBezTo>
                <a:lnTo>
                  <a:pt x="10211" y="17"/>
                </a:lnTo>
                <a:close/>
                <a:moveTo>
                  <a:pt x="11683" y="38"/>
                </a:moveTo>
                <a:lnTo>
                  <a:pt x="38" y="11684"/>
                </a:lnTo>
                <a:cubicBezTo>
                  <a:pt x="48" y="11814"/>
                  <a:pt x="62" y="11944"/>
                  <a:pt x="78" y="12075"/>
                </a:cubicBezTo>
                <a:lnTo>
                  <a:pt x="12074" y="78"/>
                </a:lnTo>
                <a:cubicBezTo>
                  <a:pt x="11944" y="63"/>
                  <a:pt x="11814" y="49"/>
                  <a:pt x="11683" y="38"/>
                </a:cubicBezTo>
                <a:close/>
                <a:moveTo>
                  <a:pt x="9136" y="131"/>
                </a:moveTo>
                <a:cubicBezTo>
                  <a:pt x="8960" y="158"/>
                  <a:pt x="8786" y="190"/>
                  <a:pt x="8611" y="226"/>
                </a:cubicBezTo>
                <a:lnTo>
                  <a:pt x="226" y="8611"/>
                </a:lnTo>
                <a:cubicBezTo>
                  <a:pt x="190" y="8786"/>
                  <a:pt x="157" y="8961"/>
                  <a:pt x="130" y="9137"/>
                </a:cubicBezTo>
                <a:lnTo>
                  <a:pt x="9136" y="131"/>
                </a:lnTo>
                <a:close/>
                <a:moveTo>
                  <a:pt x="12541" y="143"/>
                </a:moveTo>
                <a:lnTo>
                  <a:pt x="143" y="12541"/>
                </a:lnTo>
                <a:cubicBezTo>
                  <a:pt x="163" y="12663"/>
                  <a:pt x="183" y="12785"/>
                  <a:pt x="207" y="12906"/>
                </a:cubicBezTo>
                <a:lnTo>
                  <a:pt x="12906" y="208"/>
                </a:lnTo>
                <a:cubicBezTo>
                  <a:pt x="12785" y="184"/>
                  <a:pt x="12663" y="163"/>
                  <a:pt x="12541" y="143"/>
                </a:cubicBezTo>
                <a:close/>
                <a:moveTo>
                  <a:pt x="13343" y="303"/>
                </a:moveTo>
                <a:lnTo>
                  <a:pt x="303" y="13343"/>
                </a:lnTo>
                <a:cubicBezTo>
                  <a:pt x="330" y="13456"/>
                  <a:pt x="361" y="13569"/>
                  <a:pt x="392" y="13682"/>
                </a:cubicBezTo>
                <a:lnTo>
                  <a:pt x="13682" y="393"/>
                </a:lnTo>
                <a:cubicBezTo>
                  <a:pt x="13569" y="362"/>
                  <a:pt x="13456" y="331"/>
                  <a:pt x="13343" y="303"/>
                </a:cubicBezTo>
                <a:close/>
                <a:moveTo>
                  <a:pt x="7909" y="395"/>
                </a:moveTo>
                <a:cubicBezTo>
                  <a:pt x="7701" y="452"/>
                  <a:pt x="7495" y="515"/>
                  <a:pt x="7290" y="585"/>
                </a:cubicBezTo>
                <a:lnTo>
                  <a:pt x="584" y="7290"/>
                </a:lnTo>
                <a:cubicBezTo>
                  <a:pt x="514" y="7495"/>
                  <a:pt x="452" y="7702"/>
                  <a:pt x="394" y="7909"/>
                </a:cubicBezTo>
                <a:lnTo>
                  <a:pt x="7909" y="395"/>
                </a:lnTo>
                <a:close/>
                <a:moveTo>
                  <a:pt x="14094" y="515"/>
                </a:moveTo>
                <a:lnTo>
                  <a:pt x="514" y="14094"/>
                </a:lnTo>
                <a:cubicBezTo>
                  <a:pt x="549" y="14202"/>
                  <a:pt x="583" y="14310"/>
                  <a:pt x="620" y="14417"/>
                </a:cubicBezTo>
                <a:lnTo>
                  <a:pt x="14417" y="621"/>
                </a:lnTo>
                <a:cubicBezTo>
                  <a:pt x="14310" y="583"/>
                  <a:pt x="14202" y="549"/>
                  <a:pt x="14094" y="515"/>
                </a:cubicBezTo>
                <a:close/>
                <a:moveTo>
                  <a:pt x="14804" y="767"/>
                </a:moveTo>
                <a:lnTo>
                  <a:pt x="767" y="14804"/>
                </a:lnTo>
                <a:cubicBezTo>
                  <a:pt x="807" y="14905"/>
                  <a:pt x="851" y="15004"/>
                  <a:pt x="894" y="15104"/>
                </a:cubicBezTo>
                <a:lnTo>
                  <a:pt x="15104" y="895"/>
                </a:lnTo>
                <a:cubicBezTo>
                  <a:pt x="15004" y="852"/>
                  <a:pt x="14905" y="807"/>
                  <a:pt x="14804" y="767"/>
                </a:cubicBezTo>
                <a:close/>
                <a:moveTo>
                  <a:pt x="6411" y="932"/>
                </a:moveTo>
                <a:cubicBezTo>
                  <a:pt x="6118" y="1062"/>
                  <a:pt x="5831" y="1206"/>
                  <a:pt x="5549" y="1363"/>
                </a:cubicBezTo>
                <a:lnTo>
                  <a:pt x="1362" y="5549"/>
                </a:lnTo>
                <a:cubicBezTo>
                  <a:pt x="1205" y="5832"/>
                  <a:pt x="1061" y="6119"/>
                  <a:pt x="931" y="6411"/>
                </a:cubicBezTo>
                <a:lnTo>
                  <a:pt x="6411" y="932"/>
                </a:lnTo>
                <a:close/>
                <a:moveTo>
                  <a:pt x="15470" y="1061"/>
                </a:moveTo>
                <a:lnTo>
                  <a:pt x="1060" y="15471"/>
                </a:lnTo>
                <a:cubicBezTo>
                  <a:pt x="1106" y="15567"/>
                  <a:pt x="1153" y="15664"/>
                  <a:pt x="1202" y="15759"/>
                </a:cubicBezTo>
                <a:lnTo>
                  <a:pt x="15759" y="1203"/>
                </a:lnTo>
                <a:cubicBezTo>
                  <a:pt x="15663" y="1153"/>
                  <a:pt x="15567" y="1107"/>
                  <a:pt x="15470" y="1061"/>
                </a:cubicBezTo>
                <a:close/>
                <a:moveTo>
                  <a:pt x="16103" y="1391"/>
                </a:moveTo>
                <a:lnTo>
                  <a:pt x="1391" y="16103"/>
                </a:lnTo>
                <a:cubicBezTo>
                  <a:pt x="1442" y="16194"/>
                  <a:pt x="1494" y="16285"/>
                  <a:pt x="1548" y="16375"/>
                </a:cubicBezTo>
                <a:lnTo>
                  <a:pt x="16375" y="1549"/>
                </a:lnTo>
                <a:cubicBezTo>
                  <a:pt x="16285" y="1495"/>
                  <a:pt x="16194" y="1442"/>
                  <a:pt x="16103" y="1391"/>
                </a:cubicBezTo>
                <a:close/>
                <a:moveTo>
                  <a:pt x="16703" y="1754"/>
                </a:moveTo>
                <a:lnTo>
                  <a:pt x="1753" y="16703"/>
                </a:lnTo>
                <a:cubicBezTo>
                  <a:pt x="1809" y="16788"/>
                  <a:pt x="1869" y="16872"/>
                  <a:pt x="1928" y="16956"/>
                </a:cubicBezTo>
                <a:lnTo>
                  <a:pt x="16956" y="1928"/>
                </a:lnTo>
                <a:cubicBezTo>
                  <a:pt x="16872" y="1869"/>
                  <a:pt x="16788" y="1810"/>
                  <a:pt x="16703" y="1754"/>
                </a:cubicBezTo>
                <a:close/>
                <a:moveTo>
                  <a:pt x="17267" y="2151"/>
                </a:moveTo>
                <a:lnTo>
                  <a:pt x="2151" y="17267"/>
                </a:lnTo>
                <a:cubicBezTo>
                  <a:pt x="2212" y="17349"/>
                  <a:pt x="2274" y="17430"/>
                  <a:pt x="2338" y="17510"/>
                </a:cubicBezTo>
                <a:lnTo>
                  <a:pt x="17510" y="2338"/>
                </a:lnTo>
                <a:cubicBezTo>
                  <a:pt x="17430" y="2275"/>
                  <a:pt x="17349" y="2212"/>
                  <a:pt x="17267" y="2151"/>
                </a:cubicBezTo>
                <a:close/>
                <a:moveTo>
                  <a:pt x="3805" y="2574"/>
                </a:moveTo>
                <a:cubicBezTo>
                  <a:pt x="3586" y="2761"/>
                  <a:pt x="3370" y="2956"/>
                  <a:pt x="3163" y="3163"/>
                </a:cubicBezTo>
                <a:cubicBezTo>
                  <a:pt x="2955" y="3371"/>
                  <a:pt x="2761" y="3586"/>
                  <a:pt x="2574" y="3806"/>
                </a:cubicBezTo>
                <a:lnTo>
                  <a:pt x="3805" y="2574"/>
                </a:lnTo>
                <a:close/>
                <a:moveTo>
                  <a:pt x="17801" y="2579"/>
                </a:moveTo>
                <a:lnTo>
                  <a:pt x="2579" y="17801"/>
                </a:lnTo>
                <a:cubicBezTo>
                  <a:pt x="2645" y="17878"/>
                  <a:pt x="2709" y="17957"/>
                  <a:pt x="2777" y="18032"/>
                </a:cubicBezTo>
                <a:lnTo>
                  <a:pt x="18032" y="2777"/>
                </a:lnTo>
                <a:cubicBezTo>
                  <a:pt x="17957" y="2709"/>
                  <a:pt x="17878" y="2645"/>
                  <a:pt x="17801" y="2579"/>
                </a:cubicBezTo>
                <a:close/>
                <a:moveTo>
                  <a:pt x="18304" y="3036"/>
                </a:moveTo>
                <a:lnTo>
                  <a:pt x="3036" y="18304"/>
                </a:lnTo>
                <a:cubicBezTo>
                  <a:pt x="3079" y="18349"/>
                  <a:pt x="3119" y="18394"/>
                  <a:pt x="3163" y="18438"/>
                </a:cubicBezTo>
                <a:cubicBezTo>
                  <a:pt x="3191" y="18466"/>
                  <a:pt x="3222" y="18492"/>
                  <a:pt x="3250" y="18521"/>
                </a:cubicBezTo>
                <a:lnTo>
                  <a:pt x="18521" y="3251"/>
                </a:lnTo>
                <a:cubicBezTo>
                  <a:pt x="18492" y="3222"/>
                  <a:pt x="18466" y="3192"/>
                  <a:pt x="18438" y="3163"/>
                </a:cubicBezTo>
                <a:cubicBezTo>
                  <a:pt x="18394" y="3119"/>
                  <a:pt x="18348" y="3079"/>
                  <a:pt x="18304" y="3036"/>
                </a:cubicBezTo>
                <a:close/>
                <a:moveTo>
                  <a:pt x="18781" y="3523"/>
                </a:moveTo>
                <a:lnTo>
                  <a:pt x="3522" y="18781"/>
                </a:lnTo>
                <a:cubicBezTo>
                  <a:pt x="3598" y="18850"/>
                  <a:pt x="3676" y="18915"/>
                  <a:pt x="3753" y="18982"/>
                </a:cubicBezTo>
                <a:lnTo>
                  <a:pt x="18982" y="3753"/>
                </a:lnTo>
                <a:cubicBezTo>
                  <a:pt x="18915" y="3676"/>
                  <a:pt x="18850" y="3598"/>
                  <a:pt x="18781" y="3523"/>
                </a:cubicBezTo>
                <a:close/>
                <a:moveTo>
                  <a:pt x="19224" y="4041"/>
                </a:moveTo>
                <a:lnTo>
                  <a:pt x="4041" y="19224"/>
                </a:lnTo>
                <a:cubicBezTo>
                  <a:pt x="4121" y="19289"/>
                  <a:pt x="4202" y="19350"/>
                  <a:pt x="4283" y="19412"/>
                </a:cubicBezTo>
                <a:lnTo>
                  <a:pt x="19412" y="4283"/>
                </a:lnTo>
                <a:cubicBezTo>
                  <a:pt x="19350" y="4202"/>
                  <a:pt x="19289" y="4121"/>
                  <a:pt x="19224" y="4041"/>
                </a:cubicBezTo>
                <a:close/>
                <a:moveTo>
                  <a:pt x="19637" y="4591"/>
                </a:moveTo>
                <a:lnTo>
                  <a:pt x="4591" y="19637"/>
                </a:lnTo>
                <a:cubicBezTo>
                  <a:pt x="4675" y="19696"/>
                  <a:pt x="4758" y="19757"/>
                  <a:pt x="4843" y="19813"/>
                </a:cubicBezTo>
                <a:lnTo>
                  <a:pt x="19813" y="4844"/>
                </a:lnTo>
                <a:cubicBezTo>
                  <a:pt x="19757" y="4758"/>
                  <a:pt x="19696" y="4675"/>
                  <a:pt x="19637" y="4591"/>
                </a:cubicBezTo>
                <a:close/>
                <a:moveTo>
                  <a:pt x="20019" y="5172"/>
                </a:moveTo>
                <a:lnTo>
                  <a:pt x="5172" y="20019"/>
                </a:lnTo>
                <a:cubicBezTo>
                  <a:pt x="5261" y="20073"/>
                  <a:pt x="5351" y="20126"/>
                  <a:pt x="5441" y="20178"/>
                </a:cubicBezTo>
                <a:lnTo>
                  <a:pt x="20178" y="5441"/>
                </a:lnTo>
                <a:cubicBezTo>
                  <a:pt x="20126" y="5351"/>
                  <a:pt x="20073" y="5261"/>
                  <a:pt x="20019" y="5172"/>
                </a:cubicBezTo>
                <a:close/>
                <a:moveTo>
                  <a:pt x="20369" y="5782"/>
                </a:moveTo>
                <a:lnTo>
                  <a:pt x="5782" y="20369"/>
                </a:lnTo>
                <a:cubicBezTo>
                  <a:pt x="5877" y="20419"/>
                  <a:pt x="5974" y="20463"/>
                  <a:pt x="6071" y="20510"/>
                </a:cubicBezTo>
                <a:lnTo>
                  <a:pt x="20510" y="6071"/>
                </a:lnTo>
                <a:cubicBezTo>
                  <a:pt x="20463" y="5975"/>
                  <a:pt x="20419" y="5878"/>
                  <a:pt x="20369" y="5782"/>
                </a:cubicBezTo>
                <a:close/>
                <a:moveTo>
                  <a:pt x="20679" y="6434"/>
                </a:moveTo>
                <a:lnTo>
                  <a:pt x="6434" y="20679"/>
                </a:lnTo>
                <a:cubicBezTo>
                  <a:pt x="6534" y="20723"/>
                  <a:pt x="6633" y="20769"/>
                  <a:pt x="6734" y="20809"/>
                </a:cubicBezTo>
                <a:lnTo>
                  <a:pt x="20809" y="6735"/>
                </a:lnTo>
                <a:cubicBezTo>
                  <a:pt x="20769" y="6634"/>
                  <a:pt x="20723" y="6534"/>
                  <a:pt x="20679" y="6434"/>
                </a:cubicBezTo>
                <a:close/>
                <a:moveTo>
                  <a:pt x="20956" y="7121"/>
                </a:moveTo>
                <a:lnTo>
                  <a:pt x="7120" y="20956"/>
                </a:lnTo>
                <a:cubicBezTo>
                  <a:pt x="7226" y="20994"/>
                  <a:pt x="7333" y="21030"/>
                  <a:pt x="7439" y="21065"/>
                </a:cubicBezTo>
                <a:lnTo>
                  <a:pt x="21065" y="7439"/>
                </a:lnTo>
                <a:cubicBezTo>
                  <a:pt x="21030" y="7333"/>
                  <a:pt x="20994" y="7226"/>
                  <a:pt x="20956" y="7121"/>
                </a:cubicBezTo>
                <a:close/>
                <a:moveTo>
                  <a:pt x="21190" y="7848"/>
                </a:moveTo>
                <a:lnTo>
                  <a:pt x="7848" y="21190"/>
                </a:lnTo>
                <a:cubicBezTo>
                  <a:pt x="7960" y="21221"/>
                  <a:pt x="8073" y="21252"/>
                  <a:pt x="8186" y="21280"/>
                </a:cubicBezTo>
                <a:lnTo>
                  <a:pt x="21280" y="8186"/>
                </a:lnTo>
                <a:cubicBezTo>
                  <a:pt x="21252" y="8073"/>
                  <a:pt x="21221" y="7960"/>
                  <a:pt x="21190" y="7848"/>
                </a:cubicBezTo>
                <a:close/>
                <a:moveTo>
                  <a:pt x="21378" y="8623"/>
                </a:moveTo>
                <a:lnTo>
                  <a:pt x="8623" y="21378"/>
                </a:lnTo>
                <a:cubicBezTo>
                  <a:pt x="8743" y="21402"/>
                  <a:pt x="8863" y="21424"/>
                  <a:pt x="8984" y="21445"/>
                </a:cubicBezTo>
                <a:lnTo>
                  <a:pt x="21445" y="8984"/>
                </a:lnTo>
                <a:cubicBezTo>
                  <a:pt x="21424" y="8864"/>
                  <a:pt x="21402" y="8743"/>
                  <a:pt x="21378" y="8623"/>
                </a:cubicBezTo>
                <a:close/>
                <a:moveTo>
                  <a:pt x="21514" y="9448"/>
                </a:moveTo>
                <a:lnTo>
                  <a:pt x="9447" y="21514"/>
                </a:lnTo>
                <a:cubicBezTo>
                  <a:pt x="9576" y="21530"/>
                  <a:pt x="9704" y="21546"/>
                  <a:pt x="9833" y="21557"/>
                </a:cubicBezTo>
                <a:lnTo>
                  <a:pt x="21557" y="9834"/>
                </a:lnTo>
                <a:cubicBezTo>
                  <a:pt x="21546" y="9705"/>
                  <a:pt x="21530" y="9576"/>
                  <a:pt x="21514" y="9448"/>
                </a:cubicBezTo>
                <a:close/>
                <a:moveTo>
                  <a:pt x="21590" y="10333"/>
                </a:moveTo>
                <a:lnTo>
                  <a:pt x="10332" y="21590"/>
                </a:lnTo>
                <a:cubicBezTo>
                  <a:pt x="10473" y="21596"/>
                  <a:pt x="10613" y="21599"/>
                  <a:pt x="10753" y="21600"/>
                </a:cubicBezTo>
                <a:lnTo>
                  <a:pt x="21600" y="10754"/>
                </a:lnTo>
                <a:cubicBezTo>
                  <a:pt x="21599" y="10613"/>
                  <a:pt x="21596" y="10473"/>
                  <a:pt x="21590" y="10333"/>
                </a:cubicBezTo>
                <a:close/>
                <a:moveTo>
                  <a:pt x="21590" y="11296"/>
                </a:moveTo>
                <a:lnTo>
                  <a:pt x="11295" y="21590"/>
                </a:lnTo>
                <a:cubicBezTo>
                  <a:pt x="11449" y="21583"/>
                  <a:pt x="11603" y="21572"/>
                  <a:pt x="11757" y="21558"/>
                </a:cubicBezTo>
                <a:lnTo>
                  <a:pt x="21558" y="11757"/>
                </a:lnTo>
                <a:cubicBezTo>
                  <a:pt x="21572" y="11603"/>
                  <a:pt x="21583" y="11450"/>
                  <a:pt x="21590" y="11296"/>
                </a:cubicBezTo>
                <a:close/>
                <a:moveTo>
                  <a:pt x="21489" y="12358"/>
                </a:moveTo>
                <a:lnTo>
                  <a:pt x="12358" y="21489"/>
                </a:lnTo>
                <a:cubicBezTo>
                  <a:pt x="12531" y="21464"/>
                  <a:pt x="12703" y="21434"/>
                  <a:pt x="12876" y="21400"/>
                </a:cubicBezTo>
                <a:lnTo>
                  <a:pt x="21400" y="12876"/>
                </a:lnTo>
                <a:cubicBezTo>
                  <a:pt x="21434" y="12704"/>
                  <a:pt x="21464" y="12531"/>
                  <a:pt x="21489" y="12358"/>
                </a:cubicBezTo>
                <a:close/>
                <a:moveTo>
                  <a:pt x="21239" y="13569"/>
                </a:moveTo>
                <a:lnTo>
                  <a:pt x="13569" y="21239"/>
                </a:lnTo>
                <a:cubicBezTo>
                  <a:pt x="13774" y="21185"/>
                  <a:pt x="13978" y="21125"/>
                  <a:pt x="14181" y="21058"/>
                </a:cubicBezTo>
                <a:lnTo>
                  <a:pt x="21058" y="14181"/>
                </a:lnTo>
                <a:cubicBezTo>
                  <a:pt x="21125" y="13978"/>
                  <a:pt x="21185" y="13774"/>
                  <a:pt x="21239" y="13569"/>
                </a:cubicBezTo>
                <a:close/>
                <a:moveTo>
                  <a:pt x="20736" y="15035"/>
                </a:moveTo>
                <a:lnTo>
                  <a:pt x="15035" y="20736"/>
                </a:lnTo>
                <a:cubicBezTo>
                  <a:pt x="15310" y="20619"/>
                  <a:pt x="15581" y="20493"/>
                  <a:pt x="15848" y="20352"/>
                </a:cubicBezTo>
                <a:lnTo>
                  <a:pt x="20352" y="15848"/>
                </a:lnTo>
                <a:cubicBezTo>
                  <a:pt x="20493" y="15581"/>
                  <a:pt x="20619" y="15310"/>
                  <a:pt x="20736" y="15035"/>
                </a:cubicBezTo>
                <a:close/>
                <a:moveTo>
                  <a:pt x="19400" y="17332"/>
                </a:moveTo>
                <a:lnTo>
                  <a:pt x="17332" y="19400"/>
                </a:lnTo>
                <a:cubicBezTo>
                  <a:pt x="17716" y="19108"/>
                  <a:pt x="18087" y="18789"/>
                  <a:pt x="18438" y="18438"/>
                </a:cubicBezTo>
                <a:cubicBezTo>
                  <a:pt x="18788" y="18087"/>
                  <a:pt x="19107" y="17716"/>
                  <a:pt x="19400" y="17332"/>
                </a:cubicBezTo>
                <a:close/>
              </a:path>
            </a:pathLst>
          </a:custGeom>
          <a:solidFill>
            <a:schemeClr val="accent4"/>
          </a:solidFill>
          <a:ln w="12700">
            <a:miter lim="400000"/>
          </a:ln>
        </p:spPr>
        <p:txBody>
          <a:bodyPr lIns="0" tIns="0" rIns="0" bIns="0" anchor="ctr"/>
          <a:lstStyle/>
          <a:p>
            <a:pPr marL="0" marR="0" lvl="0" indent="0" algn="ctr" defTabSz="8255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 kumimoji="0" sz="32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Helvetica Neue Medium"/>
              <a:sym typeface="Helvetica Neue Medium"/>
            </a:endParaRPr>
          </a:p>
        </p:txBody>
      </p:sp>
      <p:sp>
        <p:nvSpPr>
          <p:cNvPr id="218" name="Shape">
            <a:extLst>
              <a:ext uri="{FF2B5EF4-FFF2-40B4-BE49-F238E27FC236}">
                <a16:creationId xmlns:a16="http://schemas.microsoft.com/office/drawing/2014/main" id="{C98EA425-07D9-5435-04BC-FEF2CDC8687B}"/>
              </a:ext>
            </a:extLst>
          </p:cNvPr>
          <p:cNvSpPr/>
          <p:nvPr/>
        </p:nvSpPr>
        <p:spPr>
          <a:xfrm>
            <a:off x="1688166" y="791392"/>
            <a:ext cx="7163901" cy="716420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800" y="0"/>
                </a:moveTo>
                <a:cubicBezTo>
                  <a:pt x="10787" y="0"/>
                  <a:pt x="10773" y="1"/>
                  <a:pt x="10759" y="1"/>
                </a:cubicBezTo>
                <a:lnTo>
                  <a:pt x="1" y="10760"/>
                </a:lnTo>
                <a:cubicBezTo>
                  <a:pt x="0" y="10900"/>
                  <a:pt x="3" y="11040"/>
                  <a:pt x="8" y="11181"/>
                </a:cubicBezTo>
                <a:lnTo>
                  <a:pt x="11180" y="9"/>
                </a:lnTo>
                <a:cubicBezTo>
                  <a:pt x="11054" y="4"/>
                  <a:pt x="10927" y="0"/>
                  <a:pt x="10800" y="0"/>
                </a:cubicBezTo>
                <a:close/>
                <a:moveTo>
                  <a:pt x="10211" y="17"/>
                </a:moveTo>
                <a:cubicBezTo>
                  <a:pt x="10057" y="25"/>
                  <a:pt x="9903" y="36"/>
                  <a:pt x="9748" y="51"/>
                </a:cubicBezTo>
                <a:lnTo>
                  <a:pt x="50" y="9749"/>
                </a:lnTo>
                <a:cubicBezTo>
                  <a:pt x="35" y="9903"/>
                  <a:pt x="25" y="10057"/>
                  <a:pt x="16" y="10212"/>
                </a:cubicBezTo>
                <a:lnTo>
                  <a:pt x="10211" y="17"/>
                </a:lnTo>
                <a:close/>
                <a:moveTo>
                  <a:pt x="11683" y="38"/>
                </a:moveTo>
                <a:lnTo>
                  <a:pt x="38" y="11684"/>
                </a:lnTo>
                <a:cubicBezTo>
                  <a:pt x="48" y="11814"/>
                  <a:pt x="62" y="11944"/>
                  <a:pt x="78" y="12075"/>
                </a:cubicBezTo>
                <a:lnTo>
                  <a:pt x="12074" y="78"/>
                </a:lnTo>
                <a:cubicBezTo>
                  <a:pt x="11944" y="63"/>
                  <a:pt x="11814" y="49"/>
                  <a:pt x="11683" y="38"/>
                </a:cubicBezTo>
                <a:close/>
                <a:moveTo>
                  <a:pt x="9136" y="131"/>
                </a:moveTo>
                <a:cubicBezTo>
                  <a:pt x="8960" y="158"/>
                  <a:pt x="8786" y="190"/>
                  <a:pt x="8611" y="226"/>
                </a:cubicBezTo>
                <a:lnTo>
                  <a:pt x="226" y="8611"/>
                </a:lnTo>
                <a:cubicBezTo>
                  <a:pt x="190" y="8786"/>
                  <a:pt x="157" y="8961"/>
                  <a:pt x="130" y="9137"/>
                </a:cubicBezTo>
                <a:lnTo>
                  <a:pt x="9136" y="131"/>
                </a:lnTo>
                <a:close/>
                <a:moveTo>
                  <a:pt x="12541" y="143"/>
                </a:moveTo>
                <a:lnTo>
                  <a:pt x="143" y="12541"/>
                </a:lnTo>
                <a:cubicBezTo>
                  <a:pt x="163" y="12663"/>
                  <a:pt x="183" y="12785"/>
                  <a:pt x="207" y="12906"/>
                </a:cubicBezTo>
                <a:lnTo>
                  <a:pt x="12906" y="208"/>
                </a:lnTo>
                <a:cubicBezTo>
                  <a:pt x="12785" y="184"/>
                  <a:pt x="12663" y="163"/>
                  <a:pt x="12541" y="143"/>
                </a:cubicBezTo>
                <a:close/>
                <a:moveTo>
                  <a:pt x="13343" y="303"/>
                </a:moveTo>
                <a:lnTo>
                  <a:pt x="303" y="13343"/>
                </a:lnTo>
                <a:cubicBezTo>
                  <a:pt x="330" y="13456"/>
                  <a:pt x="361" y="13569"/>
                  <a:pt x="392" y="13682"/>
                </a:cubicBezTo>
                <a:lnTo>
                  <a:pt x="13682" y="393"/>
                </a:lnTo>
                <a:cubicBezTo>
                  <a:pt x="13569" y="362"/>
                  <a:pt x="13456" y="331"/>
                  <a:pt x="13343" y="303"/>
                </a:cubicBezTo>
                <a:close/>
                <a:moveTo>
                  <a:pt x="7909" y="395"/>
                </a:moveTo>
                <a:cubicBezTo>
                  <a:pt x="7701" y="452"/>
                  <a:pt x="7495" y="515"/>
                  <a:pt x="7290" y="585"/>
                </a:cubicBezTo>
                <a:lnTo>
                  <a:pt x="584" y="7290"/>
                </a:lnTo>
                <a:cubicBezTo>
                  <a:pt x="514" y="7495"/>
                  <a:pt x="452" y="7702"/>
                  <a:pt x="394" y="7909"/>
                </a:cubicBezTo>
                <a:lnTo>
                  <a:pt x="7909" y="395"/>
                </a:lnTo>
                <a:close/>
                <a:moveTo>
                  <a:pt x="14094" y="515"/>
                </a:moveTo>
                <a:lnTo>
                  <a:pt x="514" y="14094"/>
                </a:lnTo>
                <a:cubicBezTo>
                  <a:pt x="549" y="14202"/>
                  <a:pt x="583" y="14310"/>
                  <a:pt x="620" y="14417"/>
                </a:cubicBezTo>
                <a:lnTo>
                  <a:pt x="14417" y="621"/>
                </a:lnTo>
                <a:cubicBezTo>
                  <a:pt x="14310" y="583"/>
                  <a:pt x="14202" y="549"/>
                  <a:pt x="14094" y="515"/>
                </a:cubicBezTo>
                <a:close/>
                <a:moveTo>
                  <a:pt x="14804" y="767"/>
                </a:moveTo>
                <a:lnTo>
                  <a:pt x="767" y="14804"/>
                </a:lnTo>
                <a:cubicBezTo>
                  <a:pt x="807" y="14905"/>
                  <a:pt x="851" y="15004"/>
                  <a:pt x="894" y="15104"/>
                </a:cubicBezTo>
                <a:lnTo>
                  <a:pt x="15104" y="895"/>
                </a:lnTo>
                <a:cubicBezTo>
                  <a:pt x="15004" y="852"/>
                  <a:pt x="14905" y="807"/>
                  <a:pt x="14804" y="767"/>
                </a:cubicBezTo>
                <a:close/>
                <a:moveTo>
                  <a:pt x="6411" y="932"/>
                </a:moveTo>
                <a:cubicBezTo>
                  <a:pt x="6118" y="1062"/>
                  <a:pt x="5831" y="1206"/>
                  <a:pt x="5549" y="1363"/>
                </a:cubicBezTo>
                <a:lnTo>
                  <a:pt x="1362" y="5549"/>
                </a:lnTo>
                <a:cubicBezTo>
                  <a:pt x="1205" y="5832"/>
                  <a:pt x="1061" y="6119"/>
                  <a:pt x="931" y="6411"/>
                </a:cubicBezTo>
                <a:lnTo>
                  <a:pt x="6411" y="932"/>
                </a:lnTo>
                <a:close/>
                <a:moveTo>
                  <a:pt x="15470" y="1061"/>
                </a:moveTo>
                <a:lnTo>
                  <a:pt x="1060" y="15471"/>
                </a:lnTo>
                <a:cubicBezTo>
                  <a:pt x="1106" y="15567"/>
                  <a:pt x="1153" y="15664"/>
                  <a:pt x="1202" y="15759"/>
                </a:cubicBezTo>
                <a:lnTo>
                  <a:pt x="15759" y="1203"/>
                </a:lnTo>
                <a:cubicBezTo>
                  <a:pt x="15663" y="1153"/>
                  <a:pt x="15567" y="1107"/>
                  <a:pt x="15470" y="1061"/>
                </a:cubicBezTo>
                <a:close/>
                <a:moveTo>
                  <a:pt x="16103" y="1391"/>
                </a:moveTo>
                <a:lnTo>
                  <a:pt x="1391" y="16103"/>
                </a:lnTo>
                <a:cubicBezTo>
                  <a:pt x="1442" y="16194"/>
                  <a:pt x="1494" y="16285"/>
                  <a:pt x="1548" y="16375"/>
                </a:cubicBezTo>
                <a:lnTo>
                  <a:pt x="16375" y="1549"/>
                </a:lnTo>
                <a:cubicBezTo>
                  <a:pt x="16285" y="1495"/>
                  <a:pt x="16194" y="1442"/>
                  <a:pt x="16103" y="1391"/>
                </a:cubicBezTo>
                <a:close/>
                <a:moveTo>
                  <a:pt x="16703" y="1754"/>
                </a:moveTo>
                <a:lnTo>
                  <a:pt x="1753" y="16703"/>
                </a:lnTo>
                <a:cubicBezTo>
                  <a:pt x="1809" y="16788"/>
                  <a:pt x="1869" y="16872"/>
                  <a:pt x="1928" y="16956"/>
                </a:cubicBezTo>
                <a:lnTo>
                  <a:pt x="16956" y="1928"/>
                </a:lnTo>
                <a:cubicBezTo>
                  <a:pt x="16872" y="1869"/>
                  <a:pt x="16788" y="1810"/>
                  <a:pt x="16703" y="1754"/>
                </a:cubicBezTo>
                <a:close/>
                <a:moveTo>
                  <a:pt x="17267" y="2151"/>
                </a:moveTo>
                <a:lnTo>
                  <a:pt x="2151" y="17267"/>
                </a:lnTo>
                <a:cubicBezTo>
                  <a:pt x="2212" y="17349"/>
                  <a:pt x="2274" y="17430"/>
                  <a:pt x="2338" y="17510"/>
                </a:cubicBezTo>
                <a:lnTo>
                  <a:pt x="17510" y="2338"/>
                </a:lnTo>
                <a:cubicBezTo>
                  <a:pt x="17430" y="2275"/>
                  <a:pt x="17349" y="2212"/>
                  <a:pt x="17267" y="2151"/>
                </a:cubicBezTo>
                <a:close/>
                <a:moveTo>
                  <a:pt x="3805" y="2574"/>
                </a:moveTo>
                <a:cubicBezTo>
                  <a:pt x="3586" y="2761"/>
                  <a:pt x="3370" y="2956"/>
                  <a:pt x="3163" y="3163"/>
                </a:cubicBezTo>
                <a:cubicBezTo>
                  <a:pt x="2955" y="3371"/>
                  <a:pt x="2761" y="3586"/>
                  <a:pt x="2574" y="3806"/>
                </a:cubicBezTo>
                <a:lnTo>
                  <a:pt x="3805" y="2574"/>
                </a:lnTo>
                <a:close/>
                <a:moveTo>
                  <a:pt x="17801" y="2579"/>
                </a:moveTo>
                <a:lnTo>
                  <a:pt x="2579" y="17801"/>
                </a:lnTo>
                <a:cubicBezTo>
                  <a:pt x="2645" y="17878"/>
                  <a:pt x="2709" y="17957"/>
                  <a:pt x="2777" y="18032"/>
                </a:cubicBezTo>
                <a:lnTo>
                  <a:pt x="18032" y="2777"/>
                </a:lnTo>
                <a:cubicBezTo>
                  <a:pt x="17957" y="2709"/>
                  <a:pt x="17878" y="2645"/>
                  <a:pt x="17801" y="2579"/>
                </a:cubicBezTo>
                <a:close/>
                <a:moveTo>
                  <a:pt x="18304" y="3036"/>
                </a:moveTo>
                <a:lnTo>
                  <a:pt x="3036" y="18304"/>
                </a:lnTo>
                <a:cubicBezTo>
                  <a:pt x="3079" y="18349"/>
                  <a:pt x="3119" y="18394"/>
                  <a:pt x="3163" y="18438"/>
                </a:cubicBezTo>
                <a:cubicBezTo>
                  <a:pt x="3191" y="18466"/>
                  <a:pt x="3222" y="18492"/>
                  <a:pt x="3250" y="18521"/>
                </a:cubicBezTo>
                <a:lnTo>
                  <a:pt x="18521" y="3251"/>
                </a:lnTo>
                <a:cubicBezTo>
                  <a:pt x="18492" y="3222"/>
                  <a:pt x="18466" y="3192"/>
                  <a:pt x="18438" y="3163"/>
                </a:cubicBezTo>
                <a:cubicBezTo>
                  <a:pt x="18394" y="3119"/>
                  <a:pt x="18348" y="3079"/>
                  <a:pt x="18304" y="3036"/>
                </a:cubicBezTo>
                <a:close/>
                <a:moveTo>
                  <a:pt x="18781" y="3523"/>
                </a:moveTo>
                <a:lnTo>
                  <a:pt x="3522" y="18781"/>
                </a:lnTo>
                <a:cubicBezTo>
                  <a:pt x="3598" y="18850"/>
                  <a:pt x="3676" y="18915"/>
                  <a:pt x="3753" y="18982"/>
                </a:cubicBezTo>
                <a:lnTo>
                  <a:pt x="18982" y="3753"/>
                </a:lnTo>
                <a:cubicBezTo>
                  <a:pt x="18915" y="3676"/>
                  <a:pt x="18850" y="3598"/>
                  <a:pt x="18781" y="3523"/>
                </a:cubicBezTo>
                <a:close/>
                <a:moveTo>
                  <a:pt x="19224" y="4041"/>
                </a:moveTo>
                <a:lnTo>
                  <a:pt x="4041" y="19224"/>
                </a:lnTo>
                <a:cubicBezTo>
                  <a:pt x="4121" y="19289"/>
                  <a:pt x="4202" y="19350"/>
                  <a:pt x="4283" y="19412"/>
                </a:cubicBezTo>
                <a:lnTo>
                  <a:pt x="19412" y="4283"/>
                </a:lnTo>
                <a:cubicBezTo>
                  <a:pt x="19350" y="4202"/>
                  <a:pt x="19289" y="4121"/>
                  <a:pt x="19224" y="4041"/>
                </a:cubicBezTo>
                <a:close/>
                <a:moveTo>
                  <a:pt x="19637" y="4591"/>
                </a:moveTo>
                <a:lnTo>
                  <a:pt x="4591" y="19637"/>
                </a:lnTo>
                <a:cubicBezTo>
                  <a:pt x="4675" y="19696"/>
                  <a:pt x="4758" y="19757"/>
                  <a:pt x="4843" y="19813"/>
                </a:cubicBezTo>
                <a:lnTo>
                  <a:pt x="19813" y="4844"/>
                </a:lnTo>
                <a:cubicBezTo>
                  <a:pt x="19757" y="4758"/>
                  <a:pt x="19696" y="4675"/>
                  <a:pt x="19637" y="4591"/>
                </a:cubicBezTo>
                <a:close/>
                <a:moveTo>
                  <a:pt x="20019" y="5172"/>
                </a:moveTo>
                <a:lnTo>
                  <a:pt x="5172" y="20019"/>
                </a:lnTo>
                <a:cubicBezTo>
                  <a:pt x="5261" y="20073"/>
                  <a:pt x="5351" y="20126"/>
                  <a:pt x="5441" y="20178"/>
                </a:cubicBezTo>
                <a:lnTo>
                  <a:pt x="20178" y="5441"/>
                </a:lnTo>
                <a:cubicBezTo>
                  <a:pt x="20126" y="5351"/>
                  <a:pt x="20073" y="5261"/>
                  <a:pt x="20019" y="5172"/>
                </a:cubicBezTo>
                <a:close/>
                <a:moveTo>
                  <a:pt x="20369" y="5782"/>
                </a:moveTo>
                <a:lnTo>
                  <a:pt x="5782" y="20369"/>
                </a:lnTo>
                <a:cubicBezTo>
                  <a:pt x="5877" y="20419"/>
                  <a:pt x="5974" y="20463"/>
                  <a:pt x="6071" y="20510"/>
                </a:cubicBezTo>
                <a:lnTo>
                  <a:pt x="20510" y="6071"/>
                </a:lnTo>
                <a:cubicBezTo>
                  <a:pt x="20463" y="5975"/>
                  <a:pt x="20419" y="5878"/>
                  <a:pt x="20369" y="5782"/>
                </a:cubicBezTo>
                <a:close/>
                <a:moveTo>
                  <a:pt x="20679" y="6434"/>
                </a:moveTo>
                <a:lnTo>
                  <a:pt x="6434" y="20679"/>
                </a:lnTo>
                <a:cubicBezTo>
                  <a:pt x="6534" y="20723"/>
                  <a:pt x="6633" y="20769"/>
                  <a:pt x="6734" y="20809"/>
                </a:cubicBezTo>
                <a:lnTo>
                  <a:pt x="20809" y="6735"/>
                </a:lnTo>
                <a:cubicBezTo>
                  <a:pt x="20769" y="6634"/>
                  <a:pt x="20723" y="6534"/>
                  <a:pt x="20679" y="6434"/>
                </a:cubicBezTo>
                <a:close/>
                <a:moveTo>
                  <a:pt x="20956" y="7121"/>
                </a:moveTo>
                <a:lnTo>
                  <a:pt x="7120" y="20956"/>
                </a:lnTo>
                <a:cubicBezTo>
                  <a:pt x="7226" y="20994"/>
                  <a:pt x="7333" y="21030"/>
                  <a:pt x="7439" y="21065"/>
                </a:cubicBezTo>
                <a:lnTo>
                  <a:pt x="21065" y="7439"/>
                </a:lnTo>
                <a:cubicBezTo>
                  <a:pt x="21030" y="7333"/>
                  <a:pt x="20994" y="7226"/>
                  <a:pt x="20956" y="7121"/>
                </a:cubicBezTo>
                <a:close/>
                <a:moveTo>
                  <a:pt x="21190" y="7848"/>
                </a:moveTo>
                <a:lnTo>
                  <a:pt x="7848" y="21190"/>
                </a:lnTo>
                <a:cubicBezTo>
                  <a:pt x="7960" y="21221"/>
                  <a:pt x="8073" y="21252"/>
                  <a:pt x="8186" y="21280"/>
                </a:cubicBezTo>
                <a:lnTo>
                  <a:pt x="21280" y="8186"/>
                </a:lnTo>
                <a:cubicBezTo>
                  <a:pt x="21252" y="8073"/>
                  <a:pt x="21221" y="7960"/>
                  <a:pt x="21190" y="7848"/>
                </a:cubicBezTo>
                <a:close/>
                <a:moveTo>
                  <a:pt x="21378" y="8623"/>
                </a:moveTo>
                <a:lnTo>
                  <a:pt x="8623" y="21378"/>
                </a:lnTo>
                <a:cubicBezTo>
                  <a:pt x="8743" y="21402"/>
                  <a:pt x="8863" y="21424"/>
                  <a:pt x="8984" y="21445"/>
                </a:cubicBezTo>
                <a:lnTo>
                  <a:pt x="21445" y="8984"/>
                </a:lnTo>
                <a:cubicBezTo>
                  <a:pt x="21424" y="8864"/>
                  <a:pt x="21402" y="8743"/>
                  <a:pt x="21378" y="8623"/>
                </a:cubicBezTo>
                <a:close/>
                <a:moveTo>
                  <a:pt x="21514" y="9448"/>
                </a:moveTo>
                <a:lnTo>
                  <a:pt x="9447" y="21514"/>
                </a:lnTo>
                <a:cubicBezTo>
                  <a:pt x="9576" y="21530"/>
                  <a:pt x="9704" y="21546"/>
                  <a:pt x="9833" y="21557"/>
                </a:cubicBezTo>
                <a:lnTo>
                  <a:pt x="21557" y="9834"/>
                </a:lnTo>
                <a:cubicBezTo>
                  <a:pt x="21546" y="9705"/>
                  <a:pt x="21530" y="9576"/>
                  <a:pt x="21514" y="9448"/>
                </a:cubicBezTo>
                <a:close/>
                <a:moveTo>
                  <a:pt x="21590" y="10333"/>
                </a:moveTo>
                <a:lnTo>
                  <a:pt x="10332" y="21590"/>
                </a:lnTo>
                <a:cubicBezTo>
                  <a:pt x="10473" y="21596"/>
                  <a:pt x="10613" y="21599"/>
                  <a:pt x="10753" y="21600"/>
                </a:cubicBezTo>
                <a:lnTo>
                  <a:pt x="21600" y="10754"/>
                </a:lnTo>
                <a:cubicBezTo>
                  <a:pt x="21599" y="10613"/>
                  <a:pt x="21596" y="10473"/>
                  <a:pt x="21590" y="10333"/>
                </a:cubicBezTo>
                <a:close/>
                <a:moveTo>
                  <a:pt x="21590" y="11296"/>
                </a:moveTo>
                <a:lnTo>
                  <a:pt x="11295" y="21590"/>
                </a:lnTo>
                <a:cubicBezTo>
                  <a:pt x="11449" y="21583"/>
                  <a:pt x="11603" y="21572"/>
                  <a:pt x="11757" y="21558"/>
                </a:cubicBezTo>
                <a:lnTo>
                  <a:pt x="21558" y="11757"/>
                </a:lnTo>
                <a:cubicBezTo>
                  <a:pt x="21572" y="11603"/>
                  <a:pt x="21583" y="11450"/>
                  <a:pt x="21590" y="11296"/>
                </a:cubicBezTo>
                <a:close/>
                <a:moveTo>
                  <a:pt x="21489" y="12358"/>
                </a:moveTo>
                <a:lnTo>
                  <a:pt x="12358" y="21489"/>
                </a:lnTo>
                <a:cubicBezTo>
                  <a:pt x="12531" y="21464"/>
                  <a:pt x="12703" y="21434"/>
                  <a:pt x="12876" y="21400"/>
                </a:cubicBezTo>
                <a:lnTo>
                  <a:pt x="21400" y="12876"/>
                </a:lnTo>
                <a:cubicBezTo>
                  <a:pt x="21434" y="12704"/>
                  <a:pt x="21464" y="12531"/>
                  <a:pt x="21489" y="12358"/>
                </a:cubicBezTo>
                <a:close/>
                <a:moveTo>
                  <a:pt x="21239" y="13569"/>
                </a:moveTo>
                <a:lnTo>
                  <a:pt x="13569" y="21239"/>
                </a:lnTo>
                <a:cubicBezTo>
                  <a:pt x="13774" y="21185"/>
                  <a:pt x="13978" y="21125"/>
                  <a:pt x="14181" y="21058"/>
                </a:cubicBezTo>
                <a:lnTo>
                  <a:pt x="21058" y="14181"/>
                </a:lnTo>
                <a:cubicBezTo>
                  <a:pt x="21125" y="13978"/>
                  <a:pt x="21185" y="13774"/>
                  <a:pt x="21239" y="13569"/>
                </a:cubicBezTo>
                <a:close/>
                <a:moveTo>
                  <a:pt x="20736" y="15035"/>
                </a:moveTo>
                <a:lnTo>
                  <a:pt x="15035" y="20736"/>
                </a:lnTo>
                <a:cubicBezTo>
                  <a:pt x="15310" y="20619"/>
                  <a:pt x="15581" y="20493"/>
                  <a:pt x="15848" y="20352"/>
                </a:cubicBezTo>
                <a:lnTo>
                  <a:pt x="20352" y="15848"/>
                </a:lnTo>
                <a:cubicBezTo>
                  <a:pt x="20493" y="15581"/>
                  <a:pt x="20619" y="15310"/>
                  <a:pt x="20736" y="15035"/>
                </a:cubicBezTo>
                <a:close/>
                <a:moveTo>
                  <a:pt x="19400" y="17332"/>
                </a:moveTo>
                <a:lnTo>
                  <a:pt x="17332" y="19400"/>
                </a:lnTo>
                <a:cubicBezTo>
                  <a:pt x="17716" y="19108"/>
                  <a:pt x="18087" y="18789"/>
                  <a:pt x="18438" y="18438"/>
                </a:cubicBezTo>
                <a:cubicBezTo>
                  <a:pt x="18788" y="18087"/>
                  <a:pt x="19107" y="17716"/>
                  <a:pt x="19400" y="17332"/>
                </a:cubicBezTo>
                <a:close/>
              </a:path>
            </a:pathLst>
          </a:custGeom>
          <a:solidFill>
            <a:schemeClr val="accent4"/>
          </a:solidFill>
          <a:ln w="12700">
            <a:miter lim="400000"/>
          </a:ln>
        </p:spPr>
        <p:txBody>
          <a:bodyPr lIns="0" tIns="0" rIns="0" bIns="0" anchor="ctr"/>
          <a:lstStyle/>
          <a:p>
            <a:pPr marL="0" marR="0" lvl="0" indent="0" algn="ctr" defTabSz="8255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 kumimoji="0" sz="32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Helvetica Neue Medium"/>
              <a:sym typeface="Helvetica Neue Medium"/>
            </a:endParaRPr>
          </a:p>
        </p:txBody>
      </p:sp>
      <p:sp>
        <p:nvSpPr>
          <p:cNvPr id="219" name="Shape">
            <a:extLst>
              <a:ext uri="{FF2B5EF4-FFF2-40B4-BE49-F238E27FC236}">
                <a16:creationId xmlns:a16="http://schemas.microsoft.com/office/drawing/2014/main" id="{B08DE639-0CAC-2031-8535-4C2034EBD971}"/>
              </a:ext>
            </a:extLst>
          </p:cNvPr>
          <p:cNvSpPr/>
          <p:nvPr/>
        </p:nvSpPr>
        <p:spPr>
          <a:xfrm>
            <a:off x="11727838" y="12253507"/>
            <a:ext cx="4276957" cy="427713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800" y="0"/>
                </a:moveTo>
                <a:cubicBezTo>
                  <a:pt x="10787" y="0"/>
                  <a:pt x="10773" y="1"/>
                  <a:pt x="10759" y="1"/>
                </a:cubicBezTo>
                <a:lnTo>
                  <a:pt x="1" y="10760"/>
                </a:lnTo>
                <a:cubicBezTo>
                  <a:pt x="0" y="10900"/>
                  <a:pt x="3" y="11040"/>
                  <a:pt x="8" y="11181"/>
                </a:cubicBezTo>
                <a:lnTo>
                  <a:pt x="11180" y="9"/>
                </a:lnTo>
                <a:cubicBezTo>
                  <a:pt x="11054" y="4"/>
                  <a:pt x="10927" y="0"/>
                  <a:pt x="10800" y="0"/>
                </a:cubicBezTo>
                <a:close/>
                <a:moveTo>
                  <a:pt x="10211" y="17"/>
                </a:moveTo>
                <a:cubicBezTo>
                  <a:pt x="10057" y="25"/>
                  <a:pt x="9903" y="36"/>
                  <a:pt x="9748" y="51"/>
                </a:cubicBezTo>
                <a:lnTo>
                  <a:pt x="50" y="9749"/>
                </a:lnTo>
                <a:cubicBezTo>
                  <a:pt x="35" y="9903"/>
                  <a:pt x="25" y="10057"/>
                  <a:pt x="16" y="10212"/>
                </a:cubicBezTo>
                <a:lnTo>
                  <a:pt x="10211" y="17"/>
                </a:lnTo>
                <a:close/>
                <a:moveTo>
                  <a:pt x="11683" y="38"/>
                </a:moveTo>
                <a:lnTo>
                  <a:pt x="38" y="11684"/>
                </a:lnTo>
                <a:cubicBezTo>
                  <a:pt x="48" y="11814"/>
                  <a:pt x="62" y="11944"/>
                  <a:pt x="78" y="12075"/>
                </a:cubicBezTo>
                <a:lnTo>
                  <a:pt x="12074" y="78"/>
                </a:lnTo>
                <a:cubicBezTo>
                  <a:pt x="11944" y="63"/>
                  <a:pt x="11814" y="49"/>
                  <a:pt x="11683" y="38"/>
                </a:cubicBezTo>
                <a:close/>
                <a:moveTo>
                  <a:pt x="9136" y="131"/>
                </a:moveTo>
                <a:cubicBezTo>
                  <a:pt x="8960" y="158"/>
                  <a:pt x="8786" y="190"/>
                  <a:pt x="8611" y="226"/>
                </a:cubicBezTo>
                <a:lnTo>
                  <a:pt x="226" y="8611"/>
                </a:lnTo>
                <a:cubicBezTo>
                  <a:pt x="190" y="8786"/>
                  <a:pt x="157" y="8961"/>
                  <a:pt x="130" y="9137"/>
                </a:cubicBezTo>
                <a:lnTo>
                  <a:pt x="9136" y="131"/>
                </a:lnTo>
                <a:close/>
                <a:moveTo>
                  <a:pt x="12541" y="143"/>
                </a:moveTo>
                <a:lnTo>
                  <a:pt x="143" y="12541"/>
                </a:lnTo>
                <a:cubicBezTo>
                  <a:pt x="163" y="12663"/>
                  <a:pt x="183" y="12785"/>
                  <a:pt x="207" y="12906"/>
                </a:cubicBezTo>
                <a:lnTo>
                  <a:pt x="12906" y="208"/>
                </a:lnTo>
                <a:cubicBezTo>
                  <a:pt x="12785" y="184"/>
                  <a:pt x="12663" y="163"/>
                  <a:pt x="12541" y="143"/>
                </a:cubicBezTo>
                <a:close/>
                <a:moveTo>
                  <a:pt x="13343" y="303"/>
                </a:moveTo>
                <a:lnTo>
                  <a:pt x="303" y="13343"/>
                </a:lnTo>
                <a:cubicBezTo>
                  <a:pt x="330" y="13456"/>
                  <a:pt x="361" y="13569"/>
                  <a:pt x="392" y="13682"/>
                </a:cubicBezTo>
                <a:lnTo>
                  <a:pt x="13682" y="393"/>
                </a:lnTo>
                <a:cubicBezTo>
                  <a:pt x="13569" y="362"/>
                  <a:pt x="13456" y="331"/>
                  <a:pt x="13343" y="303"/>
                </a:cubicBezTo>
                <a:close/>
                <a:moveTo>
                  <a:pt x="7909" y="395"/>
                </a:moveTo>
                <a:cubicBezTo>
                  <a:pt x="7701" y="452"/>
                  <a:pt x="7495" y="515"/>
                  <a:pt x="7290" y="585"/>
                </a:cubicBezTo>
                <a:lnTo>
                  <a:pt x="584" y="7290"/>
                </a:lnTo>
                <a:cubicBezTo>
                  <a:pt x="514" y="7495"/>
                  <a:pt x="452" y="7702"/>
                  <a:pt x="394" y="7909"/>
                </a:cubicBezTo>
                <a:lnTo>
                  <a:pt x="7909" y="395"/>
                </a:lnTo>
                <a:close/>
                <a:moveTo>
                  <a:pt x="14094" y="515"/>
                </a:moveTo>
                <a:lnTo>
                  <a:pt x="514" y="14094"/>
                </a:lnTo>
                <a:cubicBezTo>
                  <a:pt x="549" y="14202"/>
                  <a:pt x="583" y="14310"/>
                  <a:pt x="620" y="14417"/>
                </a:cubicBezTo>
                <a:lnTo>
                  <a:pt x="14417" y="621"/>
                </a:lnTo>
                <a:cubicBezTo>
                  <a:pt x="14310" y="583"/>
                  <a:pt x="14202" y="549"/>
                  <a:pt x="14094" y="515"/>
                </a:cubicBezTo>
                <a:close/>
                <a:moveTo>
                  <a:pt x="14804" y="767"/>
                </a:moveTo>
                <a:lnTo>
                  <a:pt x="767" y="14804"/>
                </a:lnTo>
                <a:cubicBezTo>
                  <a:pt x="807" y="14905"/>
                  <a:pt x="851" y="15004"/>
                  <a:pt x="894" y="15104"/>
                </a:cubicBezTo>
                <a:lnTo>
                  <a:pt x="15104" y="895"/>
                </a:lnTo>
                <a:cubicBezTo>
                  <a:pt x="15004" y="852"/>
                  <a:pt x="14905" y="807"/>
                  <a:pt x="14804" y="767"/>
                </a:cubicBezTo>
                <a:close/>
                <a:moveTo>
                  <a:pt x="6411" y="932"/>
                </a:moveTo>
                <a:cubicBezTo>
                  <a:pt x="6118" y="1062"/>
                  <a:pt x="5831" y="1206"/>
                  <a:pt x="5549" y="1363"/>
                </a:cubicBezTo>
                <a:lnTo>
                  <a:pt x="1362" y="5549"/>
                </a:lnTo>
                <a:cubicBezTo>
                  <a:pt x="1205" y="5832"/>
                  <a:pt x="1061" y="6119"/>
                  <a:pt x="931" y="6411"/>
                </a:cubicBezTo>
                <a:lnTo>
                  <a:pt x="6411" y="932"/>
                </a:lnTo>
                <a:close/>
                <a:moveTo>
                  <a:pt x="15470" y="1061"/>
                </a:moveTo>
                <a:lnTo>
                  <a:pt x="1060" y="15471"/>
                </a:lnTo>
                <a:cubicBezTo>
                  <a:pt x="1106" y="15567"/>
                  <a:pt x="1153" y="15664"/>
                  <a:pt x="1202" y="15759"/>
                </a:cubicBezTo>
                <a:lnTo>
                  <a:pt x="15759" y="1203"/>
                </a:lnTo>
                <a:cubicBezTo>
                  <a:pt x="15663" y="1153"/>
                  <a:pt x="15567" y="1107"/>
                  <a:pt x="15470" y="1061"/>
                </a:cubicBezTo>
                <a:close/>
                <a:moveTo>
                  <a:pt x="16103" y="1391"/>
                </a:moveTo>
                <a:lnTo>
                  <a:pt x="1391" y="16103"/>
                </a:lnTo>
                <a:cubicBezTo>
                  <a:pt x="1442" y="16194"/>
                  <a:pt x="1494" y="16285"/>
                  <a:pt x="1549" y="16375"/>
                </a:cubicBezTo>
                <a:lnTo>
                  <a:pt x="16375" y="1549"/>
                </a:lnTo>
                <a:cubicBezTo>
                  <a:pt x="16285" y="1495"/>
                  <a:pt x="16194" y="1442"/>
                  <a:pt x="16103" y="1391"/>
                </a:cubicBezTo>
                <a:close/>
                <a:moveTo>
                  <a:pt x="16703" y="1754"/>
                </a:moveTo>
                <a:lnTo>
                  <a:pt x="1753" y="16703"/>
                </a:lnTo>
                <a:cubicBezTo>
                  <a:pt x="1809" y="16788"/>
                  <a:pt x="1869" y="16872"/>
                  <a:pt x="1928" y="16956"/>
                </a:cubicBezTo>
                <a:lnTo>
                  <a:pt x="16956" y="1928"/>
                </a:lnTo>
                <a:cubicBezTo>
                  <a:pt x="16872" y="1869"/>
                  <a:pt x="16788" y="1810"/>
                  <a:pt x="16703" y="1754"/>
                </a:cubicBezTo>
                <a:close/>
                <a:moveTo>
                  <a:pt x="17267" y="2151"/>
                </a:moveTo>
                <a:lnTo>
                  <a:pt x="2151" y="17267"/>
                </a:lnTo>
                <a:cubicBezTo>
                  <a:pt x="2212" y="17349"/>
                  <a:pt x="2274" y="17430"/>
                  <a:pt x="2338" y="17510"/>
                </a:cubicBezTo>
                <a:lnTo>
                  <a:pt x="17510" y="2338"/>
                </a:lnTo>
                <a:cubicBezTo>
                  <a:pt x="17430" y="2275"/>
                  <a:pt x="17349" y="2212"/>
                  <a:pt x="17267" y="2151"/>
                </a:cubicBezTo>
                <a:close/>
                <a:moveTo>
                  <a:pt x="3805" y="2574"/>
                </a:moveTo>
                <a:cubicBezTo>
                  <a:pt x="3586" y="2761"/>
                  <a:pt x="3370" y="2956"/>
                  <a:pt x="3163" y="3163"/>
                </a:cubicBezTo>
                <a:cubicBezTo>
                  <a:pt x="2955" y="3371"/>
                  <a:pt x="2761" y="3586"/>
                  <a:pt x="2574" y="3806"/>
                </a:cubicBezTo>
                <a:lnTo>
                  <a:pt x="3805" y="2574"/>
                </a:lnTo>
                <a:close/>
                <a:moveTo>
                  <a:pt x="17801" y="2579"/>
                </a:moveTo>
                <a:lnTo>
                  <a:pt x="2579" y="17801"/>
                </a:lnTo>
                <a:cubicBezTo>
                  <a:pt x="2645" y="17878"/>
                  <a:pt x="2709" y="17957"/>
                  <a:pt x="2777" y="18032"/>
                </a:cubicBezTo>
                <a:lnTo>
                  <a:pt x="18032" y="2777"/>
                </a:lnTo>
                <a:cubicBezTo>
                  <a:pt x="17957" y="2709"/>
                  <a:pt x="17878" y="2645"/>
                  <a:pt x="17801" y="2579"/>
                </a:cubicBezTo>
                <a:close/>
                <a:moveTo>
                  <a:pt x="18304" y="3036"/>
                </a:moveTo>
                <a:lnTo>
                  <a:pt x="3036" y="18304"/>
                </a:lnTo>
                <a:cubicBezTo>
                  <a:pt x="3079" y="18349"/>
                  <a:pt x="3119" y="18394"/>
                  <a:pt x="3163" y="18438"/>
                </a:cubicBezTo>
                <a:cubicBezTo>
                  <a:pt x="3191" y="18466"/>
                  <a:pt x="3222" y="18492"/>
                  <a:pt x="3250" y="18521"/>
                </a:cubicBezTo>
                <a:lnTo>
                  <a:pt x="18521" y="3251"/>
                </a:lnTo>
                <a:cubicBezTo>
                  <a:pt x="18492" y="3222"/>
                  <a:pt x="18466" y="3192"/>
                  <a:pt x="18438" y="3163"/>
                </a:cubicBezTo>
                <a:cubicBezTo>
                  <a:pt x="18394" y="3119"/>
                  <a:pt x="18348" y="3079"/>
                  <a:pt x="18304" y="3036"/>
                </a:cubicBezTo>
                <a:close/>
                <a:moveTo>
                  <a:pt x="18781" y="3523"/>
                </a:moveTo>
                <a:lnTo>
                  <a:pt x="3522" y="18781"/>
                </a:lnTo>
                <a:cubicBezTo>
                  <a:pt x="3598" y="18850"/>
                  <a:pt x="3676" y="18915"/>
                  <a:pt x="3753" y="18982"/>
                </a:cubicBezTo>
                <a:lnTo>
                  <a:pt x="18982" y="3753"/>
                </a:lnTo>
                <a:cubicBezTo>
                  <a:pt x="18915" y="3676"/>
                  <a:pt x="18850" y="3598"/>
                  <a:pt x="18781" y="3523"/>
                </a:cubicBezTo>
                <a:close/>
                <a:moveTo>
                  <a:pt x="19224" y="4041"/>
                </a:moveTo>
                <a:lnTo>
                  <a:pt x="4041" y="19224"/>
                </a:lnTo>
                <a:cubicBezTo>
                  <a:pt x="4121" y="19289"/>
                  <a:pt x="4202" y="19350"/>
                  <a:pt x="4283" y="19412"/>
                </a:cubicBezTo>
                <a:lnTo>
                  <a:pt x="19412" y="4283"/>
                </a:lnTo>
                <a:cubicBezTo>
                  <a:pt x="19350" y="4202"/>
                  <a:pt x="19289" y="4121"/>
                  <a:pt x="19224" y="4041"/>
                </a:cubicBezTo>
                <a:close/>
                <a:moveTo>
                  <a:pt x="19637" y="4591"/>
                </a:moveTo>
                <a:lnTo>
                  <a:pt x="4591" y="19637"/>
                </a:lnTo>
                <a:cubicBezTo>
                  <a:pt x="4675" y="19696"/>
                  <a:pt x="4758" y="19757"/>
                  <a:pt x="4843" y="19813"/>
                </a:cubicBezTo>
                <a:lnTo>
                  <a:pt x="19813" y="4844"/>
                </a:lnTo>
                <a:cubicBezTo>
                  <a:pt x="19757" y="4758"/>
                  <a:pt x="19696" y="4675"/>
                  <a:pt x="19637" y="4591"/>
                </a:cubicBezTo>
                <a:close/>
                <a:moveTo>
                  <a:pt x="20019" y="5172"/>
                </a:moveTo>
                <a:lnTo>
                  <a:pt x="5172" y="20019"/>
                </a:lnTo>
                <a:cubicBezTo>
                  <a:pt x="5261" y="20073"/>
                  <a:pt x="5351" y="20126"/>
                  <a:pt x="5441" y="20178"/>
                </a:cubicBezTo>
                <a:lnTo>
                  <a:pt x="20178" y="5441"/>
                </a:lnTo>
                <a:cubicBezTo>
                  <a:pt x="20126" y="5351"/>
                  <a:pt x="20073" y="5261"/>
                  <a:pt x="20019" y="5172"/>
                </a:cubicBezTo>
                <a:close/>
                <a:moveTo>
                  <a:pt x="20369" y="5782"/>
                </a:moveTo>
                <a:lnTo>
                  <a:pt x="5782" y="20369"/>
                </a:lnTo>
                <a:cubicBezTo>
                  <a:pt x="5877" y="20419"/>
                  <a:pt x="5974" y="20463"/>
                  <a:pt x="6071" y="20510"/>
                </a:cubicBezTo>
                <a:lnTo>
                  <a:pt x="20510" y="6071"/>
                </a:lnTo>
                <a:cubicBezTo>
                  <a:pt x="20463" y="5975"/>
                  <a:pt x="20419" y="5878"/>
                  <a:pt x="20369" y="5782"/>
                </a:cubicBezTo>
                <a:close/>
                <a:moveTo>
                  <a:pt x="20679" y="6434"/>
                </a:moveTo>
                <a:lnTo>
                  <a:pt x="6434" y="20679"/>
                </a:lnTo>
                <a:cubicBezTo>
                  <a:pt x="6534" y="20723"/>
                  <a:pt x="6633" y="20769"/>
                  <a:pt x="6734" y="20809"/>
                </a:cubicBezTo>
                <a:lnTo>
                  <a:pt x="20809" y="6735"/>
                </a:lnTo>
                <a:cubicBezTo>
                  <a:pt x="20769" y="6634"/>
                  <a:pt x="20723" y="6534"/>
                  <a:pt x="20679" y="6434"/>
                </a:cubicBezTo>
                <a:close/>
                <a:moveTo>
                  <a:pt x="20956" y="7121"/>
                </a:moveTo>
                <a:lnTo>
                  <a:pt x="7120" y="20956"/>
                </a:lnTo>
                <a:cubicBezTo>
                  <a:pt x="7226" y="20994"/>
                  <a:pt x="7333" y="21030"/>
                  <a:pt x="7439" y="21065"/>
                </a:cubicBezTo>
                <a:lnTo>
                  <a:pt x="21065" y="7439"/>
                </a:lnTo>
                <a:cubicBezTo>
                  <a:pt x="21030" y="7333"/>
                  <a:pt x="20994" y="7226"/>
                  <a:pt x="20956" y="7121"/>
                </a:cubicBezTo>
                <a:close/>
                <a:moveTo>
                  <a:pt x="21190" y="7848"/>
                </a:moveTo>
                <a:lnTo>
                  <a:pt x="7848" y="21190"/>
                </a:lnTo>
                <a:cubicBezTo>
                  <a:pt x="7960" y="21221"/>
                  <a:pt x="8073" y="21252"/>
                  <a:pt x="8186" y="21280"/>
                </a:cubicBezTo>
                <a:lnTo>
                  <a:pt x="21280" y="8186"/>
                </a:lnTo>
                <a:cubicBezTo>
                  <a:pt x="21252" y="8073"/>
                  <a:pt x="21221" y="7960"/>
                  <a:pt x="21190" y="7848"/>
                </a:cubicBezTo>
                <a:close/>
                <a:moveTo>
                  <a:pt x="21378" y="8623"/>
                </a:moveTo>
                <a:lnTo>
                  <a:pt x="8623" y="21378"/>
                </a:lnTo>
                <a:cubicBezTo>
                  <a:pt x="8743" y="21402"/>
                  <a:pt x="8863" y="21424"/>
                  <a:pt x="8984" y="21445"/>
                </a:cubicBezTo>
                <a:lnTo>
                  <a:pt x="21445" y="8984"/>
                </a:lnTo>
                <a:cubicBezTo>
                  <a:pt x="21424" y="8864"/>
                  <a:pt x="21402" y="8743"/>
                  <a:pt x="21378" y="8623"/>
                </a:cubicBezTo>
                <a:close/>
                <a:moveTo>
                  <a:pt x="21514" y="9448"/>
                </a:moveTo>
                <a:lnTo>
                  <a:pt x="9447" y="21514"/>
                </a:lnTo>
                <a:cubicBezTo>
                  <a:pt x="9576" y="21530"/>
                  <a:pt x="9704" y="21546"/>
                  <a:pt x="9833" y="21557"/>
                </a:cubicBezTo>
                <a:lnTo>
                  <a:pt x="21557" y="9834"/>
                </a:lnTo>
                <a:cubicBezTo>
                  <a:pt x="21546" y="9705"/>
                  <a:pt x="21530" y="9576"/>
                  <a:pt x="21514" y="9448"/>
                </a:cubicBezTo>
                <a:close/>
                <a:moveTo>
                  <a:pt x="21590" y="10333"/>
                </a:moveTo>
                <a:lnTo>
                  <a:pt x="10332" y="21590"/>
                </a:lnTo>
                <a:cubicBezTo>
                  <a:pt x="10473" y="21596"/>
                  <a:pt x="10613" y="21599"/>
                  <a:pt x="10753" y="21600"/>
                </a:cubicBezTo>
                <a:lnTo>
                  <a:pt x="21600" y="10754"/>
                </a:lnTo>
                <a:cubicBezTo>
                  <a:pt x="21599" y="10613"/>
                  <a:pt x="21596" y="10473"/>
                  <a:pt x="21590" y="10333"/>
                </a:cubicBezTo>
                <a:close/>
                <a:moveTo>
                  <a:pt x="21590" y="11296"/>
                </a:moveTo>
                <a:lnTo>
                  <a:pt x="11295" y="21590"/>
                </a:lnTo>
                <a:cubicBezTo>
                  <a:pt x="11449" y="21583"/>
                  <a:pt x="11603" y="21572"/>
                  <a:pt x="11757" y="21558"/>
                </a:cubicBezTo>
                <a:lnTo>
                  <a:pt x="21558" y="11757"/>
                </a:lnTo>
                <a:cubicBezTo>
                  <a:pt x="21572" y="11603"/>
                  <a:pt x="21583" y="11450"/>
                  <a:pt x="21590" y="11296"/>
                </a:cubicBezTo>
                <a:close/>
                <a:moveTo>
                  <a:pt x="21489" y="12358"/>
                </a:moveTo>
                <a:lnTo>
                  <a:pt x="12358" y="21489"/>
                </a:lnTo>
                <a:cubicBezTo>
                  <a:pt x="12531" y="21464"/>
                  <a:pt x="12703" y="21434"/>
                  <a:pt x="12876" y="21400"/>
                </a:cubicBezTo>
                <a:lnTo>
                  <a:pt x="21400" y="12876"/>
                </a:lnTo>
                <a:cubicBezTo>
                  <a:pt x="21434" y="12704"/>
                  <a:pt x="21464" y="12531"/>
                  <a:pt x="21489" y="12358"/>
                </a:cubicBezTo>
                <a:close/>
                <a:moveTo>
                  <a:pt x="21239" y="13569"/>
                </a:moveTo>
                <a:lnTo>
                  <a:pt x="13569" y="21239"/>
                </a:lnTo>
                <a:cubicBezTo>
                  <a:pt x="13774" y="21185"/>
                  <a:pt x="13978" y="21125"/>
                  <a:pt x="14181" y="21058"/>
                </a:cubicBezTo>
                <a:lnTo>
                  <a:pt x="21058" y="14181"/>
                </a:lnTo>
                <a:cubicBezTo>
                  <a:pt x="21125" y="13978"/>
                  <a:pt x="21185" y="13774"/>
                  <a:pt x="21239" y="13569"/>
                </a:cubicBezTo>
                <a:close/>
                <a:moveTo>
                  <a:pt x="20736" y="15035"/>
                </a:moveTo>
                <a:lnTo>
                  <a:pt x="15035" y="20736"/>
                </a:lnTo>
                <a:cubicBezTo>
                  <a:pt x="15310" y="20619"/>
                  <a:pt x="15581" y="20493"/>
                  <a:pt x="15848" y="20352"/>
                </a:cubicBezTo>
                <a:lnTo>
                  <a:pt x="20352" y="15848"/>
                </a:lnTo>
                <a:cubicBezTo>
                  <a:pt x="20493" y="15581"/>
                  <a:pt x="20619" y="15310"/>
                  <a:pt x="20736" y="15035"/>
                </a:cubicBezTo>
                <a:close/>
                <a:moveTo>
                  <a:pt x="19400" y="17332"/>
                </a:moveTo>
                <a:lnTo>
                  <a:pt x="17332" y="19400"/>
                </a:lnTo>
                <a:cubicBezTo>
                  <a:pt x="17716" y="19108"/>
                  <a:pt x="18087" y="18789"/>
                  <a:pt x="18438" y="18438"/>
                </a:cubicBezTo>
                <a:cubicBezTo>
                  <a:pt x="18788" y="18087"/>
                  <a:pt x="19107" y="17716"/>
                  <a:pt x="19400" y="17332"/>
                </a:cubicBezTo>
                <a:close/>
              </a:path>
            </a:pathLst>
          </a:custGeom>
          <a:solidFill>
            <a:schemeClr val="accent4"/>
          </a:solidFill>
          <a:ln w="12700">
            <a:miter lim="400000"/>
          </a:ln>
        </p:spPr>
        <p:txBody>
          <a:bodyPr lIns="0" tIns="0" rIns="0" bIns="0" anchor="ctr"/>
          <a:lstStyle/>
          <a:p>
            <a:pPr marL="0" marR="0" lvl="0" indent="0" algn="ctr" defTabSz="8255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 kumimoji="0" sz="32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Helvetica Neue Medium"/>
              <a:sym typeface="Helvetica Neue Medium"/>
            </a:endParaRPr>
          </a:p>
        </p:txBody>
      </p:sp>
      <p:sp>
        <p:nvSpPr>
          <p:cNvPr id="220" name="Shape">
            <a:extLst>
              <a:ext uri="{FF2B5EF4-FFF2-40B4-BE49-F238E27FC236}">
                <a16:creationId xmlns:a16="http://schemas.microsoft.com/office/drawing/2014/main" id="{5DCA1E68-2ABB-3702-CAC5-7D27692B9808}"/>
              </a:ext>
            </a:extLst>
          </p:cNvPr>
          <p:cNvSpPr/>
          <p:nvPr/>
        </p:nvSpPr>
        <p:spPr>
          <a:xfrm>
            <a:off x="22467966" y="8316507"/>
            <a:ext cx="4276957" cy="427713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800" y="0"/>
                </a:moveTo>
                <a:cubicBezTo>
                  <a:pt x="10787" y="0"/>
                  <a:pt x="10773" y="1"/>
                  <a:pt x="10759" y="1"/>
                </a:cubicBezTo>
                <a:lnTo>
                  <a:pt x="1" y="10760"/>
                </a:lnTo>
                <a:cubicBezTo>
                  <a:pt x="0" y="10900"/>
                  <a:pt x="3" y="11040"/>
                  <a:pt x="8" y="11181"/>
                </a:cubicBezTo>
                <a:lnTo>
                  <a:pt x="11180" y="9"/>
                </a:lnTo>
                <a:cubicBezTo>
                  <a:pt x="11054" y="4"/>
                  <a:pt x="10927" y="0"/>
                  <a:pt x="10800" y="0"/>
                </a:cubicBezTo>
                <a:close/>
                <a:moveTo>
                  <a:pt x="10211" y="17"/>
                </a:moveTo>
                <a:cubicBezTo>
                  <a:pt x="10057" y="25"/>
                  <a:pt x="9903" y="36"/>
                  <a:pt x="9748" y="51"/>
                </a:cubicBezTo>
                <a:lnTo>
                  <a:pt x="50" y="9749"/>
                </a:lnTo>
                <a:cubicBezTo>
                  <a:pt x="35" y="9903"/>
                  <a:pt x="25" y="10057"/>
                  <a:pt x="16" y="10212"/>
                </a:cubicBezTo>
                <a:lnTo>
                  <a:pt x="10211" y="17"/>
                </a:lnTo>
                <a:close/>
                <a:moveTo>
                  <a:pt x="11683" y="38"/>
                </a:moveTo>
                <a:lnTo>
                  <a:pt x="38" y="11684"/>
                </a:lnTo>
                <a:cubicBezTo>
                  <a:pt x="48" y="11814"/>
                  <a:pt x="62" y="11944"/>
                  <a:pt x="78" y="12075"/>
                </a:cubicBezTo>
                <a:lnTo>
                  <a:pt x="12074" y="78"/>
                </a:lnTo>
                <a:cubicBezTo>
                  <a:pt x="11944" y="63"/>
                  <a:pt x="11814" y="49"/>
                  <a:pt x="11683" y="38"/>
                </a:cubicBezTo>
                <a:close/>
                <a:moveTo>
                  <a:pt x="9136" y="131"/>
                </a:moveTo>
                <a:cubicBezTo>
                  <a:pt x="8960" y="158"/>
                  <a:pt x="8786" y="190"/>
                  <a:pt x="8611" y="226"/>
                </a:cubicBezTo>
                <a:lnTo>
                  <a:pt x="226" y="8611"/>
                </a:lnTo>
                <a:cubicBezTo>
                  <a:pt x="190" y="8786"/>
                  <a:pt x="157" y="8961"/>
                  <a:pt x="130" y="9137"/>
                </a:cubicBezTo>
                <a:lnTo>
                  <a:pt x="9136" y="131"/>
                </a:lnTo>
                <a:close/>
                <a:moveTo>
                  <a:pt x="12541" y="143"/>
                </a:moveTo>
                <a:lnTo>
                  <a:pt x="143" y="12541"/>
                </a:lnTo>
                <a:cubicBezTo>
                  <a:pt x="163" y="12663"/>
                  <a:pt x="183" y="12785"/>
                  <a:pt x="207" y="12906"/>
                </a:cubicBezTo>
                <a:lnTo>
                  <a:pt x="12906" y="208"/>
                </a:lnTo>
                <a:cubicBezTo>
                  <a:pt x="12785" y="184"/>
                  <a:pt x="12663" y="163"/>
                  <a:pt x="12541" y="143"/>
                </a:cubicBezTo>
                <a:close/>
                <a:moveTo>
                  <a:pt x="13343" y="303"/>
                </a:moveTo>
                <a:lnTo>
                  <a:pt x="303" y="13343"/>
                </a:lnTo>
                <a:cubicBezTo>
                  <a:pt x="330" y="13456"/>
                  <a:pt x="361" y="13569"/>
                  <a:pt x="392" y="13682"/>
                </a:cubicBezTo>
                <a:lnTo>
                  <a:pt x="13682" y="393"/>
                </a:lnTo>
                <a:cubicBezTo>
                  <a:pt x="13569" y="362"/>
                  <a:pt x="13456" y="331"/>
                  <a:pt x="13343" y="303"/>
                </a:cubicBezTo>
                <a:close/>
                <a:moveTo>
                  <a:pt x="7909" y="395"/>
                </a:moveTo>
                <a:cubicBezTo>
                  <a:pt x="7701" y="452"/>
                  <a:pt x="7495" y="515"/>
                  <a:pt x="7290" y="585"/>
                </a:cubicBezTo>
                <a:lnTo>
                  <a:pt x="584" y="7290"/>
                </a:lnTo>
                <a:cubicBezTo>
                  <a:pt x="514" y="7495"/>
                  <a:pt x="452" y="7702"/>
                  <a:pt x="394" y="7909"/>
                </a:cubicBezTo>
                <a:lnTo>
                  <a:pt x="7909" y="395"/>
                </a:lnTo>
                <a:close/>
                <a:moveTo>
                  <a:pt x="14094" y="515"/>
                </a:moveTo>
                <a:lnTo>
                  <a:pt x="514" y="14094"/>
                </a:lnTo>
                <a:cubicBezTo>
                  <a:pt x="549" y="14202"/>
                  <a:pt x="583" y="14310"/>
                  <a:pt x="620" y="14417"/>
                </a:cubicBezTo>
                <a:lnTo>
                  <a:pt x="14417" y="621"/>
                </a:lnTo>
                <a:cubicBezTo>
                  <a:pt x="14310" y="583"/>
                  <a:pt x="14202" y="549"/>
                  <a:pt x="14094" y="515"/>
                </a:cubicBezTo>
                <a:close/>
                <a:moveTo>
                  <a:pt x="14804" y="767"/>
                </a:moveTo>
                <a:lnTo>
                  <a:pt x="767" y="14804"/>
                </a:lnTo>
                <a:cubicBezTo>
                  <a:pt x="807" y="14905"/>
                  <a:pt x="851" y="15004"/>
                  <a:pt x="894" y="15104"/>
                </a:cubicBezTo>
                <a:lnTo>
                  <a:pt x="15104" y="895"/>
                </a:lnTo>
                <a:cubicBezTo>
                  <a:pt x="15004" y="852"/>
                  <a:pt x="14905" y="807"/>
                  <a:pt x="14804" y="767"/>
                </a:cubicBezTo>
                <a:close/>
                <a:moveTo>
                  <a:pt x="6411" y="932"/>
                </a:moveTo>
                <a:cubicBezTo>
                  <a:pt x="6118" y="1062"/>
                  <a:pt x="5831" y="1206"/>
                  <a:pt x="5549" y="1363"/>
                </a:cubicBezTo>
                <a:lnTo>
                  <a:pt x="1362" y="5549"/>
                </a:lnTo>
                <a:cubicBezTo>
                  <a:pt x="1205" y="5832"/>
                  <a:pt x="1061" y="6119"/>
                  <a:pt x="931" y="6411"/>
                </a:cubicBezTo>
                <a:lnTo>
                  <a:pt x="6411" y="932"/>
                </a:lnTo>
                <a:close/>
                <a:moveTo>
                  <a:pt x="15470" y="1061"/>
                </a:moveTo>
                <a:lnTo>
                  <a:pt x="1060" y="15471"/>
                </a:lnTo>
                <a:cubicBezTo>
                  <a:pt x="1106" y="15567"/>
                  <a:pt x="1153" y="15664"/>
                  <a:pt x="1202" y="15759"/>
                </a:cubicBezTo>
                <a:lnTo>
                  <a:pt x="15759" y="1203"/>
                </a:lnTo>
                <a:cubicBezTo>
                  <a:pt x="15663" y="1153"/>
                  <a:pt x="15567" y="1107"/>
                  <a:pt x="15470" y="1061"/>
                </a:cubicBezTo>
                <a:close/>
                <a:moveTo>
                  <a:pt x="16103" y="1391"/>
                </a:moveTo>
                <a:lnTo>
                  <a:pt x="1391" y="16103"/>
                </a:lnTo>
                <a:cubicBezTo>
                  <a:pt x="1442" y="16194"/>
                  <a:pt x="1494" y="16285"/>
                  <a:pt x="1549" y="16375"/>
                </a:cubicBezTo>
                <a:lnTo>
                  <a:pt x="16375" y="1549"/>
                </a:lnTo>
                <a:cubicBezTo>
                  <a:pt x="16285" y="1495"/>
                  <a:pt x="16194" y="1442"/>
                  <a:pt x="16103" y="1391"/>
                </a:cubicBezTo>
                <a:close/>
                <a:moveTo>
                  <a:pt x="16703" y="1754"/>
                </a:moveTo>
                <a:lnTo>
                  <a:pt x="1753" y="16703"/>
                </a:lnTo>
                <a:cubicBezTo>
                  <a:pt x="1809" y="16788"/>
                  <a:pt x="1869" y="16872"/>
                  <a:pt x="1928" y="16956"/>
                </a:cubicBezTo>
                <a:lnTo>
                  <a:pt x="16956" y="1928"/>
                </a:lnTo>
                <a:cubicBezTo>
                  <a:pt x="16872" y="1869"/>
                  <a:pt x="16788" y="1810"/>
                  <a:pt x="16703" y="1754"/>
                </a:cubicBezTo>
                <a:close/>
                <a:moveTo>
                  <a:pt x="17267" y="2151"/>
                </a:moveTo>
                <a:lnTo>
                  <a:pt x="2151" y="17267"/>
                </a:lnTo>
                <a:cubicBezTo>
                  <a:pt x="2212" y="17349"/>
                  <a:pt x="2274" y="17430"/>
                  <a:pt x="2338" y="17510"/>
                </a:cubicBezTo>
                <a:lnTo>
                  <a:pt x="17510" y="2338"/>
                </a:lnTo>
                <a:cubicBezTo>
                  <a:pt x="17430" y="2275"/>
                  <a:pt x="17349" y="2212"/>
                  <a:pt x="17267" y="2151"/>
                </a:cubicBezTo>
                <a:close/>
                <a:moveTo>
                  <a:pt x="3805" y="2574"/>
                </a:moveTo>
                <a:cubicBezTo>
                  <a:pt x="3586" y="2761"/>
                  <a:pt x="3370" y="2956"/>
                  <a:pt x="3163" y="3163"/>
                </a:cubicBezTo>
                <a:cubicBezTo>
                  <a:pt x="2955" y="3371"/>
                  <a:pt x="2761" y="3586"/>
                  <a:pt x="2574" y="3806"/>
                </a:cubicBezTo>
                <a:lnTo>
                  <a:pt x="3805" y="2574"/>
                </a:lnTo>
                <a:close/>
                <a:moveTo>
                  <a:pt x="17801" y="2579"/>
                </a:moveTo>
                <a:lnTo>
                  <a:pt x="2579" y="17801"/>
                </a:lnTo>
                <a:cubicBezTo>
                  <a:pt x="2645" y="17878"/>
                  <a:pt x="2709" y="17957"/>
                  <a:pt x="2777" y="18032"/>
                </a:cubicBezTo>
                <a:lnTo>
                  <a:pt x="18032" y="2777"/>
                </a:lnTo>
                <a:cubicBezTo>
                  <a:pt x="17957" y="2709"/>
                  <a:pt x="17878" y="2645"/>
                  <a:pt x="17801" y="2579"/>
                </a:cubicBezTo>
                <a:close/>
                <a:moveTo>
                  <a:pt x="18304" y="3036"/>
                </a:moveTo>
                <a:lnTo>
                  <a:pt x="3036" y="18304"/>
                </a:lnTo>
                <a:cubicBezTo>
                  <a:pt x="3079" y="18349"/>
                  <a:pt x="3119" y="18394"/>
                  <a:pt x="3163" y="18438"/>
                </a:cubicBezTo>
                <a:cubicBezTo>
                  <a:pt x="3191" y="18466"/>
                  <a:pt x="3222" y="18492"/>
                  <a:pt x="3250" y="18521"/>
                </a:cubicBezTo>
                <a:lnTo>
                  <a:pt x="18521" y="3251"/>
                </a:lnTo>
                <a:cubicBezTo>
                  <a:pt x="18492" y="3222"/>
                  <a:pt x="18466" y="3192"/>
                  <a:pt x="18438" y="3163"/>
                </a:cubicBezTo>
                <a:cubicBezTo>
                  <a:pt x="18394" y="3119"/>
                  <a:pt x="18348" y="3079"/>
                  <a:pt x="18304" y="3036"/>
                </a:cubicBezTo>
                <a:close/>
                <a:moveTo>
                  <a:pt x="18781" y="3523"/>
                </a:moveTo>
                <a:lnTo>
                  <a:pt x="3522" y="18781"/>
                </a:lnTo>
                <a:cubicBezTo>
                  <a:pt x="3598" y="18850"/>
                  <a:pt x="3676" y="18915"/>
                  <a:pt x="3753" y="18982"/>
                </a:cubicBezTo>
                <a:lnTo>
                  <a:pt x="18982" y="3753"/>
                </a:lnTo>
                <a:cubicBezTo>
                  <a:pt x="18915" y="3676"/>
                  <a:pt x="18850" y="3598"/>
                  <a:pt x="18781" y="3523"/>
                </a:cubicBezTo>
                <a:close/>
                <a:moveTo>
                  <a:pt x="19224" y="4041"/>
                </a:moveTo>
                <a:lnTo>
                  <a:pt x="4041" y="19224"/>
                </a:lnTo>
                <a:cubicBezTo>
                  <a:pt x="4121" y="19289"/>
                  <a:pt x="4202" y="19350"/>
                  <a:pt x="4283" y="19412"/>
                </a:cubicBezTo>
                <a:lnTo>
                  <a:pt x="19412" y="4283"/>
                </a:lnTo>
                <a:cubicBezTo>
                  <a:pt x="19350" y="4202"/>
                  <a:pt x="19289" y="4121"/>
                  <a:pt x="19224" y="4041"/>
                </a:cubicBezTo>
                <a:close/>
                <a:moveTo>
                  <a:pt x="19637" y="4591"/>
                </a:moveTo>
                <a:lnTo>
                  <a:pt x="4591" y="19637"/>
                </a:lnTo>
                <a:cubicBezTo>
                  <a:pt x="4675" y="19696"/>
                  <a:pt x="4758" y="19757"/>
                  <a:pt x="4843" y="19813"/>
                </a:cubicBezTo>
                <a:lnTo>
                  <a:pt x="19813" y="4844"/>
                </a:lnTo>
                <a:cubicBezTo>
                  <a:pt x="19757" y="4758"/>
                  <a:pt x="19696" y="4675"/>
                  <a:pt x="19637" y="4591"/>
                </a:cubicBezTo>
                <a:close/>
                <a:moveTo>
                  <a:pt x="20019" y="5172"/>
                </a:moveTo>
                <a:lnTo>
                  <a:pt x="5172" y="20019"/>
                </a:lnTo>
                <a:cubicBezTo>
                  <a:pt x="5261" y="20073"/>
                  <a:pt x="5351" y="20126"/>
                  <a:pt x="5441" y="20178"/>
                </a:cubicBezTo>
                <a:lnTo>
                  <a:pt x="20178" y="5441"/>
                </a:lnTo>
                <a:cubicBezTo>
                  <a:pt x="20126" y="5351"/>
                  <a:pt x="20073" y="5261"/>
                  <a:pt x="20019" y="5172"/>
                </a:cubicBezTo>
                <a:close/>
                <a:moveTo>
                  <a:pt x="20369" y="5782"/>
                </a:moveTo>
                <a:lnTo>
                  <a:pt x="5782" y="20369"/>
                </a:lnTo>
                <a:cubicBezTo>
                  <a:pt x="5877" y="20419"/>
                  <a:pt x="5974" y="20463"/>
                  <a:pt x="6071" y="20510"/>
                </a:cubicBezTo>
                <a:lnTo>
                  <a:pt x="20510" y="6071"/>
                </a:lnTo>
                <a:cubicBezTo>
                  <a:pt x="20463" y="5975"/>
                  <a:pt x="20419" y="5878"/>
                  <a:pt x="20369" y="5782"/>
                </a:cubicBezTo>
                <a:close/>
                <a:moveTo>
                  <a:pt x="20679" y="6434"/>
                </a:moveTo>
                <a:lnTo>
                  <a:pt x="6434" y="20679"/>
                </a:lnTo>
                <a:cubicBezTo>
                  <a:pt x="6534" y="20723"/>
                  <a:pt x="6633" y="20769"/>
                  <a:pt x="6734" y="20809"/>
                </a:cubicBezTo>
                <a:lnTo>
                  <a:pt x="20809" y="6735"/>
                </a:lnTo>
                <a:cubicBezTo>
                  <a:pt x="20769" y="6634"/>
                  <a:pt x="20723" y="6534"/>
                  <a:pt x="20679" y="6434"/>
                </a:cubicBezTo>
                <a:close/>
                <a:moveTo>
                  <a:pt x="20956" y="7121"/>
                </a:moveTo>
                <a:lnTo>
                  <a:pt x="7120" y="20956"/>
                </a:lnTo>
                <a:cubicBezTo>
                  <a:pt x="7226" y="20994"/>
                  <a:pt x="7333" y="21030"/>
                  <a:pt x="7439" y="21065"/>
                </a:cubicBezTo>
                <a:lnTo>
                  <a:pt x="21065" y="7439"/>
                </a:lnTo>
                <a:cubicBezTo>
                  <a:pt x="21030" y="7333"/>
                  <a:pt x="20994" y="7226"/>
                  <a:pt x="20956" y="7121"/>
                </a:cubicBezTo>
                <a:close/>
                <a:moveTo>
                  <a:pt x="21190" y="7848"/>
                </a:moveTo>
                <a:lnTo>
                  <a:pt x="7848" y="21190"/>
                </a:lnTo>
                <a:cubicBezTo>
                  <a:pt x="7960" y="21221"/>
                  <a:pt x="8073" y="21252"/>
                  <a:pt x="8186" y="21280"/>
                </a:cubicBezTo>
                <a:lnTo>
                  <a:pt x="21280" y="8186"/>
                </a:lnTo>
                <a:cubicBezTo>
                  <a:pt x="21252" y="8073"/>
                  <a:pt x="21221" y="7960"/>
                  <a:pt x="21190" y="7848"/>
                </a:cubicBezTo>
                <a:close/>
                <a:moveTo>
                  <a:pt x="21378" y="8623"/>
                </a:moveTo>
                <a:lnTo>
                  <a:pt x="8623" y="21378"/>
                </a:lnTo>
                <a:cubicBezTo>
                  <a:pt x="8743" y="21402"/>
                  <a:pt x="8863" y="21424"/>
                  <a:pt x="8984" y="21445"/>
                </a:cubicBezTo>
                <a:lnTo>
                  <a:pt x="21445" y="8984"/>
                </a:lnTo>
                <a:cubicBezTo>
                  <a:pt x="21424" y="8864"/>
                  <a:pt x="21402" y="8743"/>
                  <a:pt x="21378" y="8623"/>
                </a:cubicBezTo>
                <a:close/>
                <a:moveTo>
                  <a:pt x="21514" y="9448"/>
                </a:moveTo>
                <a:lnTo>
                  <a:pt x="9447" y="21514"/>
                </a:lnTo>
                <a:cubicBezTo>
                  <a:pt x="9576" y="21530"/>
                  <a:pt x="9704" y="21546"/>
                  <a:pt x="9833" y="21557"/>
                </a:cubicBezTo>
                <a:lnTo>
                  <a:pt x="21557" y="9834"/>
                </a:lnTo>
                <a:cubicBezTo>
                  <a:pt x="21546" y="9705"/>
                  <a:pt x="21530" y="9576"/>
                  <a:pt x="21514" y="9448"/>
                </a:cubicBezTo>
                <a:close/>
                <a:moveTo>
                  <a:pt x="21590" y="10333"/>
                </a:moveTo>
                <a:lnTo>
                  <a:pt x="10332" y="21590"/>
                </a:lnTo>
                <a:cubicBezTo>
                  <a:pt x="10473" y="21596"/>
                  <a:pt x="10613" y="21599"/>
                  <a:pt x="10753" y="21600"/>
                </a:cubicBezTo>
                <a:lnTo>
                  <a:pt x="21600" y="10754"/>
                </a:lnTo>
                <a:cubicBezTo>
                  <a:pt x="21599" y="10613"/>
                  <a:pt x="21596" y="10473"/>
                  <a:pt x="21590" y="10333"/>
                </a:cubicBezTo>
                <a:close/>
                <a:moveTo>
                  <a:pt x="21590" y="11296"/>
                </a:moveTo>
                <a:lnTo>
                  <a:pt x="11295" y="21590"/>
                </a:lnTo>
                <a:cubicBezTo>
                  <a:pt x="11449" y="21583"/>
                  <a:pt x="11603" y="21572"/>
                  <a:pt x="11757" y="21558"/>
                </a:cubicBezTo>
                <a:lnTo>
                  <a:pt x="21558" y="11757"/>
                </a:lnTo>
                <a:cubicBezTo>
                  <a:pt x="21572" y="11603"/>
                  <a:pt x="21583" y="11450"/>
                  <a:pt x="21590" y="11296"/>
                </a:cubicBezTo>
                <a:close/>
                <a:moveTo>
                  <a:pt x="21489" y="12358"/>
                </a:moveTo>
                <a:lnTo>
                  <a:pt x="12358" y="21489"/>
                </a:lnTo>
                <a:cubicBezTo>
                  <a:pt x="12531" y="21464"/>
                  <a:pt x="12703" y="21434"/>
                  <a:pt x="12876" y="21400"/>
                </a:cubicBezTo>
                <a:lnTo>
                  <a:pt x="21400" y="12876"/>
                </a:lnTo>
                <a:cubicBezTo>
                  <a:pt x="21434" y="12704"/>
                  <a:pt x="21464" y="12531"/>
                  <a:pt x="21489" y="12358"/>
                </a:cubicBezTo>
                <a:close/>
                <a:moveTo>
                  <a:pt x="21239" y="13569"/>
                </a:moveTo>
                <a:lnTo>
                  <a:pt x="13569" y="21239"/>
                </a:lnTo>
                <a:cubicBezTo>
                  <a:pt x="13774" y="21185"/>
                  <a:pt x="13978" y="21125"/>
                  <a:pt x="14181" y="21058"/>
                </a:cubicBezTo>
                <a:lnTo>
                  <a:pt x="21058" y="14181"/>
                </a:lnTo>
                <a:cubicBezTo>
                  <a:pt x="21125" y="13978"/>
                  <a:pt x="21185" y="13774"/>
                  <a:pt x="21239" y="13569"/>
                </a:cubicBezTo>
                <a:close/>
                <a:moveTo>
                  <a:pt x="20736" y="15035"/>
                </a:moveTo>
                <a:lnTo>
                  <a:pt x="15035" y="20736"/>
                </a:lnTo>
                <a:cubicBezTo>
                  <a:pt x="15310" y="20619"/>
                  <a:pt x="15581" y="20493"/>
                  <a:pt x="15848" y="20352"/>
                </a:cubicBezTo>
                <a:lnTo>
                  <a:pt x="20352" y="15848"/>
                </a:lnTo>
                <a:cubicBezTo>
                  <a:pt x="20493" y="15581"/>
                  <a:pt x="20619" y="15310"/>
                  <a:pt x="20736" y="15035"/>
                </a:cubicBezTo>
                <a:close/>
                <a:moveTo>
                  <a:pt x="19400" y="17332"/>
                </a:moveTo>
                <a:lnTo>
                  <a:pt x="17332" y="19400"/>
                </a:lnTo>
                <a:cubicBezTo>
                  <a:pt x="17716" y="19108"/>
                  <a:pt x="18087" y="18789"/>
                  <a:pt x="18438" y="18438"/>
                </a:cubicBezTo>
                <a:cubicBezTo>
                  <a:pt x="18788" y="18087"/>
                  <a:pt x="19107" y="17716"/>
                  <a:pt x="19400" y="17332"/>
                </a:cubicBezTo>
                <a:close/>
              </a:path>
            </a:pathLst>
          </a:custGeom>
          <a:solidFill>
            <a:schemeClr val="accent4"/>
          </a:solidFill>
          <a:ln w="12700">
            <a:miter lim="400000"/>
          </a:ln>
        </p:spPr>
        <p:txBody>
          <a:bodyPr lIns="0" tIns="0" rIns="0" bIns="0" anchor="ctr"/>
          <a:lstStyle/>
          <a:p>
            <a:pPr marL="0" marR="0" lvl="0" indent="0" algn="ctr" defTabSz="8255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 kumimoji="0" sz="32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Helvetica Neue Medium"/>
              <a:sym typeface="Helvetica Neue Medium"/>
            </a:endParaRPr>
          </a:p>
        </p:txBody>
      </p:sp>
      <p:sp>
        <p:nvSpPr>
          <p:cNvPr id="221" name="Shape">
            <a:extLst>
              <a:ext uri="{FF2B5EF4-FFF2-40B4-BE49-F238E27FC236}">
                <a16:creationId xmlns:a16="http://schemas.microsoft.com/office/drawing/2014/main" id="{5B13BF97-F45C-7380-DDBC-C7305F96BC1B}"/>
              </a:ext>
            </a:extLst>
          </p:cNvPr>
          <p:cNvSpPr/>
          <p:nvPr/>
        </p:nvSpPr>
        <p:spPr>
          <a:xfrm>
            <a:off x="-9782" y="-14685"/>
            <a:ext cx="5401449" cy="1371951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489" h="21600" extrusionOk="0">
                <a:moveTo>
                  <a:pt x="9876" y="0"/>
                </a:moveTo>
                <a:cubicBezTo>
                  <a:pt x="14909" y="1061"/>
                  <a:pt x="18164" y="3091"/>
                  <a:pt x="18448" y="5345"/>
                </a:cubicBezTo>
                <a:cubicBezTo>
                  <a:pt x="18695" y="7304"/>
                  <a:pt x="16642" y="9198"/>
                  <a:pt x="12885" y="10477"/>
                </a:cubicBezTo>
                <a:cubicBezTo>
                  <a:pt x="8651" y="11730"/>
                  <a:pt x="7084" y="13955"/>
                  <a:pt x="9071" y="15894"/>
                </a:cubicBezTo>
                <a:cubicBezTo>
                  <a:pt x="10355" y="17147"/>
                  <a:pt x="13013" y="18098"/>
                  <a:pt x="16290" y="18479"/>
                </a:cubicBezTo>
                <a:cubicBezTo>
                  <a:pt x="17951" y="18702"/>
                  <a:pt x="19367" y="19144"/>
                  <a:pt x="20305" y="19731"/>
                </a:cubicBezTo>
                <a:cubicBezTo>
                  <a:pt x="21193" y="20288"/>
                  <a:pt x="21600" y="20944"/>
                  <a:pt x="21463" y="21600"/>
                </a:cubicBezTo>
                <a:lnTo>
                  <a:pt x="0" y="21600"/>
                </a:lnTo>
                <a:lnTo>
                  <a:pt x="0" y="1"/>
                </a:lnTo>
                <a:lnTo>
                  <a:pt x="9876" y="0"/>
                </a:lnTo>
                <a:close/>
              </a:path>
            </a:pathLst>
          </a:custGeom>
          <a:solidFill>
            <a:schemeClr val="accent3"/>
          </a:solidFill>
          <a:ln w="12700">
            <a:miter lim="400000"/>
          </a:ln>
          <a:effectLst>
            <a:outerShdw blurRad="914400" dist="25400" dir="5400000" rotWithShape="0">
              <a:srgbClr val="000000">
                <a:alpha val="50000"/>
              </a:srgbClr>
            </a:outerShdw>
          </a:effectLst>
        </p:spPr>
        <p:txBody>
          <a:bodyPr lIns="50800" tIns="50800" rIns="50800" bIns="50800" anchor="ctr"/>
          <a:lstStyle/>
          <a:p>
            <a:pPr marL="0" marR="0" lvl="0" indent="0" algn="ctr" defTabSz="8255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3000" b="1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Helvetica Neue"/>
              <a:sym typeface="Helvetica Neue"/>
            </a:endParaRPr>
          </a:p>
        </p:txBody>
      </p:sp>
      <p:sp>
        <p:nvSpPr>
          <p:cNvPr id="222" name="Shape">
            <a:extLst>
              <a:ext uri="{FF2B5EF4-FFF2-40B4-BE49-F238E27FC236}">
                <a16:creationId xmlns:a16="http://schemas.microsoft.com/office/drawing/2014/main" id="{D0399652-3CA1-CD61-05F4-81F7EFE13A9A}"/>
              </a:ext>
            </a:extLst>
          </p:cNvPr>
          <p:cNvSpPr/>
          <p:nvPr/>
        </p:nvSpPr>
        <p:spPr>
          <a:xfrm>
            <a:off x="14077382" y="-26393"/>
            <a:ext cx="10315136" cy="10264133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490" h="20992" extrusionOk="0">
                <a:moveTo>
                  <a:pt x="22" y="0"/>
                </a:moveTo>
                <a:cubicBezTo>
                  <a:pt x="-110" y="1123"/>
                  <a:pt x="362" y="2232"/>
                  <a:pt x="1268" y="2930"/>
                </a:cubicBezTo>
                <a:cubicBezTo>
                  <a:pt x="2187" y="3637"/>
                  <a:pt x="3418" y="3817"/>
                  <a:pt x="4507" y="3403"/>
                </a:cubicBezTo>
                <a:cubicBezTo>
                  <a:pt x="6055" y="2610"/>
                  <a:pt x="7961" y="3061"/>
                  <a:pt x="8970" y="4460"/>
                </a:cubicBezTo>
                <a:cubicBezTo>
                  <a:pt x="9809" y="5622"/>
                  <a:pt x="9807" y="7178"/>
                  <a:pt x="8965" y="8338"/>
                </a:cubicBezTo>
                <a:cubicBezTo>
                  <a:pt x="6771" y="11924"/>
                  <a:pt x="7613" y="16550"/>
                  <a:pt x="10936" y="19169"/>
                </a:cubicBezTo>
                <a:cubicBezTo>
                  <a:pt x="14018" y="21597"/>
                  <a:pt x="18405" y="21600"/>
                  <a:pt x="21490" y="19175"/>
                </a:cubicBezTo>
                <a:lnTo>
                  <a:pt x="21490" y="35"/>
                </a:lnTo>
                <a:lnTo>
                  <a:pt x="22" y="0"/>
                </a:lnTo>
                <a:close/>
              </a:path>
            </a:pathLst>
          </a:custGeom>
          <a:solidFill>
            <a:schemeClr val="accent3"/>
          </a:solidFill>
          <a:ln w="12700">
            <a:miter lim="400000"/>
          </a:ln>
          <a:effectLst>
            <a:outerShdw blurRad="914400" dist="25400" dir="5400000" rotWithShape="0">
              <a:srgbClr val="000000">
                <a:alpha val="50000"/>
              </a:srgbClr>
            </a:outerShdw>
          </a:effectLst>
        </p:spPr>
        <p:txBody>
          <a:bodyPr lIns="50800" tIns="50800" rIns="50800" bIns="50800" anchor="ctr"/>
          <a:lstStyle/>
          <a:p>
            <a:pPr marL="0" marR="0" lvl="0" indent="0" algn="ctr" defTabSz="8255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3000" b="1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Helvetica Neue"/>
              <a:sym typeface="Helvetica Neue"/>
            </a:endParaRPr>
          </a:p>
        </p:txBody>
      </p:sp>
      <p:sp>
        <p:nvSpPr>
          <p:cNvPr id="223" name="Circle">
            <a:extLst>
              <a:ext uri="{FF2B5EF4-FFF2-40B4-BE49-F238E27FC236}">
                <a16:creationId xmlns:a16="http://schemas.microsoft.com/office/drawing/2014/main" id="{6A445444-BABE-F9A9-6887-E71BC6914A69}"/>
              </a:ext>
            </a:extLst>
          </p:cNvPr>
          <p:cNvSpPr/>
          <p:nvPr/>
        </p:nvSpPr>
        <p:spPr>
          <a:xfrm>
            <a:off x="17006264" y="352354"/>
            <a:ext cx="494973" cy="494972"/>
          </a:xfrm>
          <a:prstGeom prst="ellipse">
            <a:avLst/>
          </a:prstGeom>
          <a:gradFill>
            <a:gsLst>
              <a:gs pos="0">
                <a:schemeClr val="accent2"/>
              </a:gs>
              <a:gs pos="100000">
                <a:schemeClr val="accent1"/>
              </a:gs>
            </a:gsLst>
            <a:lin ang="5400000"/>
          </a:gradFill>
          <a:ln w="12700">
            <a:miter lim="400000"/>
          </a:ln>
        </p:spPr>
        <p:txBody>
          <a:bodyPr lIns="0" tIns="0" rIns="0" bIns="0" anchor="ctr"/>
          <a:lstStyle/>
          <a:p>
            <a:pPr marL="0" marR="0" lvl="0" indent="0" algn="ctr" defTabSz="8255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 kumimoji="0" sz="32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Helvetica Neue Medium"/>
              <a:sym typeface="Helvetica Neue Medium"/>
            </a:endParaRPr>
          </a:p>
        </p:txBody>
      </p:sp>
      <p:sp>
        <p:nvSpPr>
          <p:cNvPr id="224" name="Circle">
            <a:extLst>
              <a:ext uri="{FF2B5EF4-FFF2-40B4-BE49-F238E27FC236}">
                <a16:creationId xmlns:a16="http://schemas.microsoft.com/office/drawing/2014/main" id="{0A39720A-0060-C2E4-821E-4A0B63523905}"/>
              </a:ext>
            </a:extLst>
          </p:cNvPr>
          <p:cNvSpPr/>
          <p:nvPr/>
        </p:nvSpPr>
        <p:spPr>
          <a:xfrm>
            <a:off x="-564062" y="1321716"/>
            <a:ext cx="1150610" cy="1150611"/>
          </a:xfrm>
          <a:prstGeom prst="ellipse">
            <a:avLst/>
          </a:prstGeom>
          <a:gradFill>
            <a:gsLst>
              <a:gs pos="0">
                <a:schemeClr val="accent2"/>
              </a:gs>
              <a:gs pos="100000">
                <a:schemeClr val="accent1"/>
              </a:gs>
            </a:gsLst>
            <a:lin ang="5400000"/>
          </a:gradFill>
          <a:ln w="12700">
            <a:miter lim="400000"/>
          </a:ln>
        </p:spPr>
        <p:txBody>
          <a:bodyPr lIns="0" tIns="0" rIns="0" bIns="0" anchor="ctr"/>
          <a:lstStyle/>
          <a:p>
            <a:pPr marL="0" marR="0" lvl="0" indent="0" algn="ctr" defTabSz="8255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 kumimoji="0" sz="32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Helvetica Neue Medium"/>
              <a:sym typeface="Helvetica Neue Medium"/>
            </a:endParaRPr>
          </a:p>
        </p:txBody>
      </p:sp>
      <p:sp>
        <p:nvSpPr>
          <p:cNvPr id="225" name="TOPIC #1 - $100 ANSWER">
            <a:extLst>
              <a:ext uri="{FF2B5EF4-FFF2-40B4-BE49-F238E27FC236}">
                <a16:creationId xmlns:a16="http://schemas.microsoft.com/office/drawing/2014/main" id="{DBC103E9-E3D0-B1D0-55B3-2E2C40168CD0}"/>
              </a:ext>
            </a:extLst>
          </p:cNvPr>
          <p:cNvSpPr txBox="1"/>
          <p:nvPr/>
        </p:nvSpPr>
        <p:spPr>
          <a:xfrm>
            <a:off x="1318646" y="1071521"/>
            <a:ext cx="14608911" cy="1651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/>
          <a:p>
            <a:pPr marL="0" marR="0" lvl="0" indent="0" algn="l" defTabSz="8255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0000" b="0">
                <a:solidFill>
                  <a:srgbClr val="F6C543"/>
                </a:solidFill>
                <a:latin typeface="Impact"/>
                <a:ea typeface="Impact"/>
                <a:cs typeface="Impact"/>
                <a:sym typeface="Impact"/>
              </a:defRPr>
            </a:pPr>
            <a:r>
              <a:rPr kumimoji="0" lang="en-US" altLang="zh-CN" sz="10000" b="0" i="0" u="none" strike="noStrike" kern="0" cap="none" spc="0" normalizeH="0" baseline="0" noProof="0" dirty="0">
                <a:ln>
                  <a:noFill/>
                </a:ln>
                <a:solidFill>
                  <a:srgbClr val="F6C542"/>
                </a:solidFill>
                <a:effectLst/>
                <a:uLnTx/>
                <a:uFillTx/>
                <a:latin typeface="Impact"/>
                <a:sym typeface="Impact"/>
              </a:rPr>
              <a:t>UNIT #2</a:t>
            </a:r>
            <a:r>
              <a:rPr kumimoji="0" lang="en-US" altLang="zh-CN" sz="10000" b="0" i="0" u="none" strike="noStrike" kern="0" cap="none" spc="0" normalizeH="0" baseline="0" noProof="0" dirty="0">
                <a:ln>
                  <a:noFill/>
                </a:ln>
                <a:solidFill>
                  <a:srgbClr val="F6C543"/>
                </a:solidFill>
                <a:effectLst/>
                <a:uLnTx/>
                <a:uFillTx/>
                <a:latin typeface="Impact"/>
                <a:sym typeface="Impact"/>
              </a:rPr>
              <a:t> </a:t>
            </a:r>
            <a:r>
              <a:rPr kumimoji="0" lang="en-US" altLang="zh-CN" sz="100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Impact"/>
                <a:sym typeface="Impact"/>
              </a:rPr>
              <a:t>–</a:t>
            </a:r>
            <a:r>
              <a:rPr kumimoji="0" lang="zh-CN" altLang="en-US" sz="9600" b="0" i="0" u="none" strike="noStrike" kern="0" cap="none" spc="0" normalizeH="0" baseline="0" noProof="0" dirty="0">
                <a:ln>
                  <a:noFill/>
                </a:ln>
                <a:solidFill>
                  <a:srgbClr val="F6C543"/>
                </a:solidFill>
                <a:effectLst/>
                <a:uLnTx/>
                <a:uFillTx/>
                <a:latin typeface="华文楷体" panose="02010600040101010101" pitchFamily="2" charset="-122"/>
                <a:ea typeface="华文楷体" panose="02010600040101010101" pitchFamily="2" charset="-122"/>
                <a:sym typeface="Impact"/>
              </a:rPr>
              <a:t>直线的投影</a:t>
            </a:r>
            <a:endParaRPr kumimoji="0" lang="zh-CN" altLang="en-US" sz="100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华文楷体" panose="02010600040101010101" pitchFamily="2" charset="-122"/>
              <a:ea typeface="华文楷体" panose="02010600040101010101" pitchFamily="2" charset="-122"/>
              <a:sym typeface="Impact"/>
            </a:endParaRPr>
          </a:p>
        </p:txBody>
      </p:sp>
      <p:sp>
        <p:nvSpPr>
          <p:cNvPr id="226" name="Shape">
            <a:extLst>
              <a:ext uri="{FF2B5EF4-FFF2-40B4-BE49-F238E27FC236}">
                <a16:creationId xmlns:a16="http://schemas.microsoft.com/office/drawing/2014/main" id="{548E22CE-0256-52F1-844E-B9D6C84A7A90}"/>
              </a:ext>
            </a:extLst>
          </p:cNvPr>
          <p:cNvSpPr/>
          <p:nvPr/>
        </p:nvSpPr>
        <p:spPr>
          <a:xfrm>
            <a:off x="-306915" y="8239797"/>
            <a:ext cx="1046530" cy="104640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9679" h="20595" extrusionOk="0">
                <a:moveTo>
                  <a:pt x="9839" y="0"/>
                </a:moveTo>
                <a:cubicBezTo>
                  <a:pt x="7321" y="0"/>
                  <a:pt x="4802" y="1006"/>
                  <a:pt x="2881" y="3017"/>
                </a:cubicBezTo>
                <a:cubicBezTo>
                  <a:pt x="-961" y="7038"/>
                  <a:pt x="-961" y="13557"/>
                  <a:pt x="2881" y="17578"/>
                </a:cubicBezTo>
                <a:cubicBezTo>
                  <a:pt x="6724" y="21600"/>
                  <a:pt x="12954" y="21600"/>
                  <a:pt x="16797" y="17578"/>
                </a:cubicBezTo>
                <a:cubicBezTo>
                  <a:pt x="20639" y="13557"/>
                  <a:pt x="20639" y="7038"/>
                  <a:pt x="16797" y="3017"/>
                </a:cubicBezTo>
                <a:cubicBezTo>
                  <a:pt x="14876" y="1006"/>
                  <a:pt x="12357" y="0"/>
                  <a:pt x="9839" y="0"/>
                </a:cubicBezTo>
                <a:close/>
                <a:moveTo>
                  <a:pt x="9839" y="2649"/>
                </a:moveTo>
                <a:cubicBezTo>
                  <a:pt x="11709" y="2649"/>
                  <a:pt x="13580" y="3397"/>
                  <a:pt x="15007" y="4890"/>
                </a:cubicBezTo>
                <a:cubicBezTo>
                  <a:pt x="17861" y="7877"/>
                  <a:pt x="17861" y="12718"/>
                  <a:pt x="15007" y="15705"/>
                </a:cubicBezTo>
                <a:cubicBezTo>
                  <a:pt x="12153" y="18692"/>
                  <a:pt x="7525" y="18692"/>
                  <a:pt x="4671" y="15705"/>
                </a:cubicBezTo>
                <a:cubicBezTo>
                  <a:pt x="1817" y="12718"/>
                  <a:pt x="1817" y="7877"/>
                  <a:pt x="4671" y="4890"/>
                </a:cubicBezTo>
                <a:cubicBezTo>
                  <a:pt x="6098" y="3397"/>
                  <a:pt x="7969" y="2649"/>
                  <a:pt x="9839" y="2649"/>
                </a:cubicBezTo>
                <a:close/>
              </a:path>
            </a:pathLst>
          </a:custGeom>
          <a:gradFill>
            <a:gsLst>
              <a:gs pos="0">
                <a:schemeClr val="accent2"/>
              </a:gs>
              <a:gs pos="100000">
                <a:schemeClr val="accent1"/>
              </a:gs>
            </a:gsLst>
            <a:lin ang="5400000"/>
          </a:gradFill>
          <a:ln w="12700">
            <a:miter lim="400000"/>
          </a:ln>
        </p:spPr>
        <p:txBody>
          <a:bodyPr lIns="0" tIns="0" rIns="0" bIns="0" anchor="ctr"/>
          <a:lstStyle/>
          <a:p>
            <a:pPr marL="0" marR="0" lvl="0" indent="0" algn="ctr" defTabSz="8255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 kumimoji="0" sz="32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Helvetica Neue Medium"/>
              <a:sym typeface="Helvetica Neue Medium"/>
            </a:endParaRPr>
          </a:p>
        </p:txBody>
      </p:sp>
      <p:sp>
        <p:nvSpPr>
          <p:cNvPr id="227" name="Shape">
            <a:extLst>
              <a:ext uri="{FF2B5EF4-FFF2-40B4-BE49-F238E27FC236}">
                <a16:creationId xmlns:a16="http://schemas.microsoft.com/office/drawing/2014/main" id="{39C6749B-E7F4-B6E6-15F2-C2EA223E5F9E}"/>
              </a:ext>
            </a:extLst>
          </p:cNvPr>
          <p:cNvSpPr/>
          <p:nvPr/>
        </p:nvSpPr>
        <p:spPr>
          <a:xfrm>
            <a:off x="19865947" y="2060686"/>
            <a:ext cx="2330506" cy="233022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9679" h="20595" extrusionOk="0">
                <a:moveTo>
                  <a:pt x="9839" y="0"/>
                </a:moveTo>
                <a:cubicBezTo>
                  <a:pt x="7321" y="0"/>
                  <a:pt x="4802" y="1006"/>
                  <a:pt x="2881" y="3017"/>
                </a:cubicBezTo>
                <a:cubicBezTo>
                  <a:pt x="-961" y="7038"/>
                  <a:pt x="-961" y="13557"/>
                  <a:pt x="2881" y="17578"/>
                </a:cubicBezTo>
                <a:cubicBezTo>
                  <a:pt x="6724" y="21600"/>
                  <a:pt x="12954" y="21600"/>
                  <a:pt x="16797" y="17578"/>
                </a:cubicBezTo>
                <a:cubicBezTo>
                  <a:pt x="20639" y="13557"/>
                  <a:pt x="20639" y="7038"/>
                  <a:pt x="16797" y="3017"/>
                </a:cubicBezTo>
                <a:cubicBezTo>
                  <a:pt x="14876" y="1006"/>
                  <a:pt x="12357" y="0"/>
                  <a:pt x="9839" y="0"/>
                </a:cubicBezTo>
                <a:close/>
                <a:moveTo>
                  <a:pt x="9839" y="2649"/>
                </a:moveTo>
                <a:cubicBezTo>
                  <a:pt x="11709" y="2649"/>
                  <a:pt x="13580" y="3397"/>
                  <a:pt x="15007" y="4890"/>
                </a:cubicBezTo>
                <a:cubicBezTo>
                  <a:pt x="17861" y="7877"/>
                  <a:pt x="17861" y="12718"/>
                  <a:pt x="15007" y="15705"/>
                </a:cubicBezTo>
                <a:cubicBezTo>
                  <a:pt x="12153" y="18692"/>
                  <a:pt x="7525" y="18692"/>
                  <a:pt x="4671" y="15705"/>
                </a:cubicBezTo>
                <a:cubicBezTo>
                  <a:pt x="1817" y="12718"/>
                  <a:pt x="1817" y="7877"/>
                  <a:pt x="4671" y="4890"/>
                </a:cubicBezTo>
                <a:cubicBezTo>
                  <a:pt x="6098" y="3397"/>
                  <a:pt x="7969" y="2649"/>
                  <a:pt x="9839" y="2649"/>
                </a:cubicBezTo>
                <a:close/>
              </a:path>
            </a:pathLst>
          </a:custGeom>
          <a:gradFill>
            <a:gsLst>
              <a:gs pos="0">
                <a:schemeClr val="accent2"/>
              </a:gs>
              <a:gs pos="100000">
                <a:schemeClr val="accent1"/>
              </a:gs>
            </a:gsLst>
            <a:lin ang="5400000"/>
          </a:gradFill>
          <a:ln w="12700">
            <a:miter lim="400000"/>
          </a:ln>
        </p:spPr>
        <p:txBody>
          <a:bodyPr lIns="0" tIns="0" rIns="0" bIns="0" anchor="ctr"/>
          <a:lstStyle/>
          <a:p>
            <a:pPr marL="0" marR="0" lvl="0" indent="0" algn="ctr" defTabSz="8255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 kumimoji="0" sz="32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Helvetica Neue Medium"/>
              <a:sym typeface="Helvetica Neue Medium"/>
            </a:endParaRPr>
          </a:p>
        </p:txBody>
      </p:sp>
      <p:sp>
        <p:nvSpPr>
          <p:cNvPr id="228" name="Rounded Rectangle">
            <a:extLst>
              <a:ext uri="{FF2B5EF4-FFF2-40B4-BE49-F238E27FC236}">
                <a16:creationId xmlns:a16="http://schemas.microsoft.com/office/drawing/2014/main" id="{8A2382B5-9556-E1E1-3A49-0156932FCC90}"/>
              </a:ext>
            </a:extLst>
          </p:cNvPr>
          <p:cNvSpPr/>
          <p:nvPr/>
        </p:nvSpPr>
        <p:spPr>
          <a:xfrm>
            <a:off x="1413182" y="3302000"/>
            <a:ext cx="21616294" cy="8897388"/>
          </a:xfrm>
          <a:prstGeom prst="roundRect">
            <a:avLst>
              <a:gd name="adj" fmla="val 2897"/>
            </a:avLst>
          </a:prstGeom>
          <a:solidFill>
            <a:schemeClr val="accent4"/>
          </a:solidFill>
          <a:ln w="12700">
            <a:miter lim="400000"/>
          </a:ln>
          <a:effectLst>
            <a:outerShdw blurRad="558800" dist="71163" dir="5400000" rotWithShape="0">
              <a:srgbClr val="000000">
                <a:alpha val="19617"/>
              </a:srgbClr>
            </a:outerShdw>
          </a:effectLst>
        </p:spPr>
        <p:txBody>
          <a:bodyPr lIns="0" tIns="0" rIns="0" bIns="0" anchor="ctr"/>
          <a:lstStyle/>
          <a:p>
            <a:pPr marL="0" marR="0" lvl="0" indent="0" algn="ctr" defTabSz="8255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 kumimoji="0" sz="32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Helvetica Neue Medium"/>
              <a:sym typeface="Helvetica Neue Medium"/>
            </a:endParaRP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24F18B91-4D0F-1D04-2375-3FD68B50814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37328" y="2722522"/>
            <a:ext cx="18067596" cy="10672225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2" name="墨迹 1">
                <a:extLst>
                  <a:ext uri="{FF2B5EF4-FFF2-40B4-BE49-F238E27FC236}">
                    <a16:creationId xmlns:a16="http://schemas.microsoft.com/office/drawing/2014/main" id="{C8F375C1-BADB-1550-DB35-C789697ECC8C}"/>
                  </a:ext>
                </a:extLst>
              </p14:cNvPr>
              <p14:cNvContentPartPr/>
              <p14:nvPr/>
            </p14:nvContentPartPr>
            <p14:xfrm>
              <a:off x="6829560" y="7915320"/>
              <a:ext cx="3114720" cy="4563000"/>
            </p14:xfrm>
          </p:contentPart>
        </mc:Choice>
        <mc:Fallback>
          <p:pic>
            <p:nvPicPr>
              <p:cNvPr id="2" name="墨迹 1">
                <a:extLst>
                  <a:ext uri="{FF2B5EF4-FFF2-40B4-BE49-F238E27FC236}">
                    <a16:creationId xmlns:a16="http://schemas.microsoft.com/office/drawing/2014/main" id="{C8F375C1-BADB-1550-DB35-C789697ECC8C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6820200" y="7905960"/>
                <a:ext cx="3133440" cy="45817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213558242"/>
      </p:ext>
    </p:extLst>
  </p:cSld>
  <p:clrMapOvr>
    <a:masterClrMapping/>
  </p:clrMapOvr>
  <p:transition spd="med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3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CBE5A77-3061-2823-23DD-2CFE17028F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Shape">
            <a:extLst>
              <a:ext uri="{FF2B5EF4-FFF2-40B4-BE49-F238E27FC236}">
                <a16:creationId xmlns:a16="http://schemas.microsoft.com/office/drawing/2014/main" id="{27BB8FDB-0F5A-EF87-B81C-CC1B4D7D1383}"/>
              </a:ext>
            </a:extLst>
          </p:cNvPr>
          <p:cNvSpPr/>
          <p:nvPr/>
        </p:nvSpPr>
        <p:spPr>
          <a:xfrm>
            <a:off x="6290541" y="12617233"/>
            <a:ext cx="2709718" cy="270939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9679" h="20595" extrusionOk="0">
                <a:moveTo>
                  <a:pt x="9839" y="0"/>
                </a:moveTo>
                <a:cubicBezTo>
                  <a:pt x="7321" y="0"/>
                  <a:pt x="4802" y="1006"/>
                  <a:pt x="2881" y="3017"/>
                </a:cubicBezTo>
                <a:cubicBezTo>
                  <a:pt x="-961" y="7038"/>
                  <a:pt x="-961" y="13557"/>
                  <a:pt x="2881" y="17578"/>
                </a:cubicBezTo>
                <a:cubicBezTo>
                  <a:pt x="6724" y="21600"/>
                  <a:pt x="12954" y="21600"/>
                  <a:pt x="16797" y="17578"/>
                </a:cubicBezTo>
                <a:cubicBezTo>
                  <a:pt x="20639" y="13557"/>
                  <a:pt x="20639" y="7038"/>
                  <a:pt x="16797" y="3017"/>
                </a:cubicBezTo>
                <a:cubicBezTo>
                  <a:pt x="14876" y="1006"/>
                  <a:pt x="12357" y="0"/>
                  <a:pt x="9839" y="0"/>
                </a:cubicBezTo>
                <a:close/>
                <a:moveTo>
                  <a:pt x="9839" y="2649"/>
                </a:moveTo>
                <a:cubicBezTo>
                  <a:pt x="11709" y="2649"/>
                  <a:pt x="13580" y="3397"/>
                  <a:pt x="15007" y="4890"/>
                </a:cubicBezTo>
                <a:cubicBezTo>
                  <a:pt x="17861" y="7877"/>
                  <a:pt x="17861" y="12718"/>
                  <a:pt x="15007" y="15705"/>
                </a:cubicBezTo>
                <a:cubicBezTo>
                  <a:pt x="12153" y="18692"/>
                  <a:pt x="7525" y="18692"/>
                  <a:pt x="4671" y="15705"/>
                </a:cubicBezTo>
                <a:cubicBezTo>
                  <a:pt x="1817" y="12718"/>
                  <a:pt x="1817" y="7877"/>
                  <a:pt x="4671" y="4890"/>
                </a:cubicBezTo>
                <a:cubicBezTo>
                  <a:pt x="6098" y="3397"/>
                  <a:pt x="7969" y="2649"/>
                  <a:pt x="9839" y="2649"/>
                </a:cubicBezTo>
                <a:close/>
              </a:path>
            </a:pathLst>
          </a:custGeom>
          <a:gradFill>
            <a:gsLst>
              <a:gs pos="0">
                <a:schemeClr val="accent2"/>
              </a:gs>
              <a:gs pos="100000">
                <a:schemeClr val="accent1"/>
              </a:gs>
            </a:gsLst>
            <a:lin ang="5400000"/>
          </a:gradFill>
          <a:ln w="12700">
            <a:miter lim="400000"/>
          </a:ln>
        </p:spPr>
        <p:txBody>
          <a:bodyPr lIns="0" tIns="0" rIns="0" bIns="0" anchor="ctr"/>
          <a:lstStyle/>
          <a:p>
            <a:pPr marL="0" marR="0" lvl="0" indent="0" algn="ctr" defTabSz="8255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 kumimoji="0" sz="32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Helvetica Neue Medium"/>
              <a:sym typeface="Helvetica Neue Medium"/>
            </a:endParaRPr>
          </a:p>
        </p:txBody>
      </p:sp>
      <p:sp>
        <p:nvSpPr>
          <p:cNvPr id="216" name="Shape">
            <a:extLst>
              <a:ext uri="{FF2B5EF4-FFF2-40B4-BE49-F238E27FC236}">
                <a16:creationId xmlns:a16="http://schemas.microsoft.com/office/drawing/2014/main" id="{E34AE4FB-B7D2-A603-2EE0-533B5896D90E}"/>
              </a:ext>
            </a:extLst>
          </p:cNvPr>
          <p:cNvSpPr/>
          <p:nvPr/>
        </p:nvSpPr>
        <p:spPr>
          <a:xfrm>
            <a:off x="14339439" y="2620192"/>
            <a:ext cx="6322300" cy="632257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800" y="0"/>
                </a:moveTo>
                <a:cubicBezTo>
                  <a:pt x="10787" y="0"/>
                  <a:pt x="10773" y="1"/>
                  <a:pt x="10759" y="1"/>
                </a:cubicBezTo>
                <a:lnTo>
                  <a:pt x="1" y="10760"/>
                </a:lnTo>
                <a:cubicBezTo>
                  <a:pt x="0" y="10900"/>
                  <a:pt x="3" y="11040"/>
                  <a:pt x="8" y="11181"/>
                </a:cubicBezTo>
                <a:lnTo>
                  <a:pt x="11180" y="9"/>
                </a:lnTo>
                <a:cubicBezTo>
                  <a:pt x="11054" y="4"/>
                  <a:pt x="10927" y="0"/>
                  <a:pt x="10800" y="0"/>
                </a:cubicBezTo>
                <a:close/>
                <a:moveTo>
                  <a:pt x="10211" y="17"/>
                </a:moveTo>
                <a:cubicBezTo>
                  <a:pt x="10057" y="25"/>
                  <a:pt x="9903" y="36"/>
                  <a:pt x="9748" y="51"/>
                </a:cubicBezTo>
                <a:lnTo>
                  <a:pt x="50" y="9749"/>
                </a:lnTo>
                <a:cubicBezTo>
                  <a:pt x="35" y="9903"/>
                  <a:pt x="25" y="10057"/>
                  <a:pt x="16" y="10212"/>
                </a:cubicBezTo>
                <a:lnTo>
                  <a:pt x="10211" y="17"/>
                </a:lnTo>
                <a:close/>
                <a:moveTo>
                  <a:pt x="11683" y="38"/>
                </a:moveTo>
                <a:lnTo>
                  <a:pt x="38" y="11684"/>
                </a:lnTo>
                <a:cubicBezTo>
                  <a:pt x="48" y="11814"/>
                  <a:pt x="62" y="11944"/>
                  <a:pt x="78" y="12075"/>
                </a:cubicBezTo>
                <a:lnTo>
                  <a:pt x="12074" y="78"/>
                </a:lnTo>
                <a:cubicBezTo>
                  <a:pt x="11944" y="63"/>
                  <a:pt x="11814" y="49"/>
                  <a:pt x="11683" y="38"/>
                </a:cubicBezTo>
                <a:close/>
                <a:moveTo>
                  <a:pt x="9136" y="131"/>
                </a:moveTo>
                <a:cubicBezTo>
                  <a:pt x="8960" y="158"/>
                  <a:pt x="8786" y="190"/>
                  <a:pt x="8611" y="226"/>
                </a:cubicBezTo>
                <a:lnTo>
                  <a:pt x="226" y="8611"/>
                </a:lnTo>
                <a:cubicBezTo>
                  <a:pt x="190" y="8786"/>
                  <a:pt x="157" y="8961"/>
                  <a:pt x="130" y="9137"/>
                </a:cubicBezTo>
                <a:lnTo>
                  <a:pt x="9136" y="131"/>
                </a:lnTo>
                <a:close/>
                <a:moveTo>
                  <a:pt x="12541" y="143"/>
                </a:moveTo>
                <a:lnTo>
                  <a:pt x="143" y="12541"/>
                </a:lnTo>
                <a:cubicBezTo>
                  <a:pt x="163" y="12663"/>
                  <a:pt x="183" y="12785"/>
                  <a:pt x="207" y="12906"/>
                </a:cubicBezTo>
                <a:lnTo>
                  <a:pt x="12906" y="208"/>
                </a:lnTo>
                <a:cubicBezTo>
                  <a:pt x="12785" y="184"/>
                  <a:pt x="12663" y="163"/>
                  <a:pt x="12541" y="143"/>
                </a:cubicBezTo>
                <a:close/>
                <a:moveTo>
                  <a:pt x="13343" y="303"/>
                </a:moveTo>
                <a:lnTo>
                  <a:pt x="303" y="13343"/>
                </a:lnTo>
                <a:cubicBezTo>
                  <a:pt x="330" y="13456"/>
                  <a:pt x="361" y="13569"/>
                  <a:pt x="392" y="13682"/>
                </a:cubicBezTo>
                <a:lnTo>
                  <a:pt x="13682" y="393"/>
                </a:lnTo>
                <a:cubicBezTo>
                  <a:pt x="13569" y="362"/>
                  <a:pt x="13456" y="331"/>
                  <a:pt x="13343" y="303"/>
                </a:cubicBezTo>
                <a:close/>
                <a:moveTo>
                  <a:pt x="7909" y="395"/>
                </a:moveTo>
                <a:cubicBezTo>
                  <a:pt x="7701" y="452"/>
                  <a:pt x="7495" y="515"/>
                  <a:pt x="7290" y="585"/>
                </a:cubicBezTo>
                <a:lnTo>
                  <a:pt x="584" y="7290"/>
                </a:lnTo>
                <a:cubicBezTo>
                  <a:pt x="514" y="7495"/>
                  <a:pt x="452" y="7702"/>
                  <a:pt x="394" y="7909"/>
                </a:cubicBezTo>
                <a:lnTo>
                  <a:pt x="7909" y="395"/>
                </a:lnTo>
                <a:close/>
                <a:moveTo>
                  <a:pt x="14094" y="515"/>
                </a:moveTo>
                <a:lnTo>
                  <a:pt x="514" y="14094"/>
                </a:lnTo>
                <a:cubicBezTo>
                  <a:pt x="549" y="14202"/>
                  <a:pt x="583" y="14310"/>
                  <a:pt x="620" y="14417"/>
                </a:cubicBezTo>
                <a:lnTo>
                  <a:pt x="14417" y="621"/>
                </a:lnTo>
                <a:cubicBezTo>
                  <a:pt x="14310" y="583"/>
                  <a:pt x="14202" y="549"/>
                  <a:pt x="14094" y="515"/>
                </a:cubicBezTo>
                <a:close/>
                <a:moveTo>
                  <a:pt x="14804" y="767"/>
                </a:moveTo>
                <a:lnTo>
                  <a:pt x="767" y="14804"/>
                </a:lnTo>
                <a:cubicBezTo>
                  <a:pt x="807" y="14905"/>
                  <a:pt x="851" y="15004"/>
                  <a:pt x="894" y="15104"/>
                </a:cubicBezTo>
                <a:lnTo>
                  <a:pt x="15104" y="895"/>
                </a:lnTo>
                <a:cubicBezTo>
                  <a:pt x="15004" y="852"/>
                  <a:pt x="14905" y="807"/>
                  <a:pt x="14804" y="767"/>
                </a:cubicBezTo>
                <a:close/>
                <a:moveTo>
                  <a:pt x="6411" y="932"/>
                </a:moveTo>
                <a:cubicBezTo>
                  <a:pt x="6118" y="1062"/>
                  <a:pt x="5831" y="1206"/>
                  <a:pt x="5549" y="1363"/>
                </a:cubicBezTo>
                <a:lnTo>
                  <a:pt x="1362" y="5549"/>
                </a:lnTo>
                <a:cubicBezTo>
                  <a:pt x="1205" y="5832"/>
                  <a:pt x="1061" y="6119"/>
                  <a:pt x="931" y="6411"/>
                </a:cubicBezTo>
                <a:lnTo>
                  <a:pt x="6411" y="932"/>
                </a:lnTo>
                <a:close/>
                <a:moveTo>
                  <a:pt x="15470" y="1061"/>
                </a:moveTo>
                <a:lnTo>
                  <a:pt x="1060" y="15471"/>
                </a:lnTo>
                <a:cubicBezTo>
                  <a:pt x="1106" y="15567"/>
                  <a:pt x="1153" y="15664"/>
                  <a:pt x="1202" y="15759"/>
                </a:cubicBezTo>
                <a:lnTo>
                  <a:pt x="15759" y="1203"/>
                </a:lnTo>
                <a:cubicBezTo>
                  <a:pt x="15663" y="1153"/>
                  <a:pt x="15567" y="1107"/>
                  <a:pt x="15470" y="1061"/>
                </a:cubicBezTo>
                <a:close/>
                <a:moveTo>
                  <a:pt x="16103" y="1391"/>
                </a:moveTo>
                <a:lnTo>
                  <a:pt x="1391" y="16103"/>
                </a:lnTo>
                <a:cubicBezTo>
                  <a:pt x="1442" y="16194"/>
                  <a:pt x="1494" y="16285"/>
                  <a:pt x="1549" y="16375"/>
                </a:cubicBezTo>
                <a:lnTo>
                  <a:pt x="16375" y="1549"/>
                </a:lnTo>
                <a:cubicBezTo>
                  <a:pt x="16285" y="1495"/>
                  <a:pt x="16194" y="1442"/>
                  <a:pt x="16103" y="1391"/>
                </a:cubicBezTo>
                <a:close/>
                <a:moveTo>
                  <a:pt x="16703" y="1754"/>
                </a:moveTo>
                <a:lnTo>
                  <a:pt x="1753" y="16703"/>
                </a:lnTo>
                <a:cubicBezTo>
                  <a:pt x="1809" y="16788"/>
                  <a:pt x="1869" y="16872"/>
                  <a:pt x="1928" y="16956"/>
                </a:cubicBezTo>
                <a:lnTo>
                  <a:pt x="16956" y="1928"/>
                </a:lnTo>
                <a:cubicBezTo>
                  <a:pt x="16872" y="1869"/>
                  <a:pt x="16788" y="1810"/>
                  <a:pt x="16703" y="1754"/>
                </a:cubicBezTo>
                <a:close/>
                <a:moveTo>
                  <a:pt x="17267" y="2151"/>
                </a:moveTo>
                <a:lnTo>
                  <a:pt x="2151" y="17267"/>
                </a:lnTo>
                <a:cubicBezTo>
                  <a:pt x="2212" y="17349"/>
                  <a:pt x="2274" y="17430"/>
                  <a:pt x="2338" y="17510"/>
                </a:cubicBezTo>
                <a:lnTo>
                  <a:pt x="17510" y="2338"/>
                </a:lnTo>
                <a:cubicBezTo>
                  <a:pt x="17430" y="2275"/>
                  <a:pt x="17349" y="2212"/>
                  <a:pt x="17267" y="2151"/>
                </a:cubicBezTo>
                <a:close/>
                <a:moveTo>
                  <a:pt x="3805" y="2574"/>
                </a:moveTo>
                <a:cubicBezTo>
                  <a:pt x="3586" y="2761"/>
                  <a:pt x="3370" y="2956"/>
                  <a:pt x="3163" y="3163"/>
                </a:cubicBezTo>
                <a:cubicBezTo>
                  <a:pt x="2955" y="3371"/>
                  <a:pt x="2761" y="3586"/>
                  <a:pt x="2574" y="3806"/>
                </a:cubicBezTo>
                <a:lnTo>
                  <a:pt x="3805" y="2574"/>
                </a:lnTo>
                <a:close/>
                <a:moveTo>
                  <a:pt x="17801" y="2579"/>
                </a:moveTo>
                <a:lnTo>
                  <a:pt x="2579" y="17801"/>
                </a:lnTo>
                <a:cubicBezTo>
                  <a:pt x="2645" y="17878"/>
                  <a:pt x="2709" y="17957"/>
                  <a:pt x="2777" y="18032"/>
                </a:cubicBezTo>
                <a:lnTo>
                  <a:pt x="18032" y="2777"/>
                </a:lnTo>
                <a:cubicBezTo>
                  <a:pt x="17957" y="2709"/>
                  <a:pt x="17878" y="2645"/>
                  <a:pt x="17801" y="2579"/>
                </a:cubicBezTo>
                <a:close/>
                <a:moveTo>
                  <a:pt x="18304" y="3036"/>
                </a:moveTo>
                <a:lnTo>
                  <a:pt x="3036" y="18304"/>
                </a:lnTo>
                <a:cubicBezTo>
                  <a:pt x="3079" y="18349"/>
                  <a:pt x="3119" y="18394"/>
                  <a:pt x="3163" y="18438"/>
                </a:cubicBezTo>
                <a:cubicBezTo>
                  <a:pt x="3191" y="18466"/>
                  <a:pt x="3222" y="18492"/>
                  <a:pt x="3250" y="18521"/>
                </a:cubicBezTo>
                <a:lnTo>
                  <a:pt x="18521" y="3251"/>
                </a:lnTo>
                <a:cubicBezTo>
                  <a:pt x="18492" y="3222"/>
                  <a:pt x="18466" y="3192"/>
                  <a:pt x="18438" y="3163"/>
                </a:cubicBezTo>
                <a:cubicBezTo>
                  <a:pt x="18394" y="3119"/>
                  <a:pt x="18348" y="3079"/>
                  <a:pt x="18304" y="3036"/>
                </a:cubicBezTo>
                <a:close/>
                <a:moveTo>
                  <a:pt x="18781" y="3523"/>
                </a:moveTo>
                <a:lnTo>
                  <a:pt x="3522" y="18781"/>
                </a:lnTo>
                <a:cubicBezTo>
                  <a:pt x="3598" y="18850"/>
                  <a:pt x="3676" y="18915"/>
                  <a:pt x="3753" y="18982"/>
                </a:cubicBezTo>
                <a:lnTo>
                  <a:pt x="18982" y="3753"/>
                </a:lnTo>
                <a:cubicBezTo>
                  <a:pt x="18915" y="3676"/>
                  <a:pt x="18850" y="3598"/>
                  <a:pt x="18781" y="3523"/>
                </a:cubicBezTo>
                <a:close/>
                <a:moveTo>
                  <a:pt x="19224" y="4041"/>
                </a:moveTo>
                <a:lnTo>
                  <a:pt x="4041" y="19224"/>
                </a:lnTo>
                <a:cubicBezTo>
                  <a:pt x="4121" y="19289"/>
                  <a:pt x="4202" y="19350"/>
                  <a:pt x="4283" y="19412"/>
                </a:cubicBezTo>
                <a:lnTo>
                  <a:pt x="19412" y="4283"/>
                </a:lnTo>
                <a:cubicBezTo>
                  <a:pt x="19350" y="4202"/>
                  <a:pt x="19289" y="4121"/>
                  <a:pt x="19224" y="4041"/>
                </a:cubicBezTo>
                <a:close/>
                <a:moveTo>
                  <a:pt x="19637" y="4591"/>
                </a:moveTo>
                <a:lnTo>
                  <a:pt x="4591" y="19637"/>
                </a:lnTo>
                <a:cubicBezTo>
                  <a:pt x="4675" y="19696"/>
                  <a:pt x="4758" y="19757"/>
                  <a:pt x="4843" y="19813"/>
                </a:cubicBezTo>
                <a:lnTo>
                  <a:pt x="19813" y="4844"/>
                </a:lnTo>
                <a:cubicBezTo>
                  <a:pt x="19757" y="4758"/>
                  <a:pt x="19696" y="4675"/>
                  <a:pt x="19637" y="4591"/>
                </a:cubicBezTo>
                <a:close/>
                <a:moveTo>
                  <a:pt x="20019" y="5172"/>
                </a:moveTo>
                <a:lnTo>
                  <a:pt x="5172" y="20019"/>
                </a:lnTo>
                <a:cubicBezTo>
                  <a:pt x="5261" y="20073"/>
                  <a:pt x="5351" y="20126"/>
                  <a:pt x="5441" y="20178"/>
                </a:cubicBezTo>
                <a:lnTo>
                  <a:pt x="20178" y="5441"/>
                </a:lnTo>
                <a:cubicBezTo>
                  <a:pt x="20126" y="5351"/>
                  <a:pt x="20073" y="5261"/>
                  <a:pt x="20019" y="5172"/>
                </a:cubicBezTo>
                <a:close/>
                <a:moveTo>
                  <a:pt x="20369" y="5782"/>
                </a:moveTo>
                <a:lnTo>
                  <a:pt x="5782" y="20369"/>
                </a:lnTo>
                <a:cubicBezTo>
                  <a:pt x="5877" y="20419"/>
                  <a:pt x="5974" y="20463"/>
                  <a:pt x="6071" y="20510"/>
                </a:cubicBezTo>
                <a:lnTo>
                  <a:pt x="20510" y="6071"/>
                </a:lnTo>
                <a:cubicBezTo>
                  <a:pt x="20463" y="5975"/>
                  <a:pt x="20419" y="5878"/>
                  <a:pt x="20369" y="5782"/>
                </a:cubicBezTo>
                <a:close/>
                <a:moveTo>
                  <a:pt x="20679" y="6434"/>
                </a:moveTo>
                <a:lnTo>
                  <a:pt x="6434" y="20679"/>
                </a:lnTo>
                <a:cubicBezTo>
                  <a:pt x="6534" y="20723"/>
                  <a:pt x="6633" y="20769"/>
                  <a:pt x="6734" y="20809"/>
                </a:cubicBezTo>
                <a:lnTo>
                  <a:pt x="20809" y="6735"/>
                </a:lnTo>
                <a:cubicBezTo>
                  <a:pt x="20769" y="6634"/>
                  <a:pt x="20723" y="6534"/>
                  <a:pt x="20679" y="6434"/>
                </a:cubicBezTo>
                <a:close/>
                <a:moveTo>
                  <a:pt x="20956" y="7121"/>
                </a:moveTo>
                <a:lnTo>
                  <a:pt x="7120" y="20956"/>
                </a:lnTo>
                <a:cubicBezTo>
                  <a:pt x="7226" y="20994"/>
                  <a:pt x="7333" y="21030"/>
                  <a:pt x="7439" y="21065"/>
                </a:cubicBezTo>
                <a:lnTo>
                  <a:pt x="21065" y="7439"/>
                </a:lnTo>
                <a:cubicBezTo>
                  <a:pt x="21030" y="7333"/>
                  <a:pt x="20994" y="7226"/>
                  <a:pt x="20956" y="7121"/>
                </a:cubicBezTo>
                <a:close/>
                <a:moveTo>
                  <a:pt x="21190" y="7848"/>
                </a:moveTo>
                <a:lnTo>
                  <a:pt x="7848" y="21190"/>
                </a:lnTo>
                <a:cubicBezTo>
                  <a:pt x="7960" y="21221"/>
                  <a:pt x="8073" y="21252"/>
                  <a:pt x="8186" y="21280"/>
                </a:cubicBezTo>
                <a:lnTo>
                  <a:pt x="21280" y="8186"/>
                </a:lnTo>
                <a:cubicBezTo>
                  <a:pt x="21252" y="8073"/>
                  <a:pt x="21221" y="7960"/>
                  <a:pt x="21190" y="7848"/>
                </a:cubicBezTo>
                <a:close/>
                <a:moveTo>
                  <a:pt x="21378" y="8623"/>
                </a:moveTo>
                <a:lnTo>
                  <a:pt x="8623" y="21378"/>
                </a:lnTo>
                <a:cubicBezTo>
                  <a:pt x="8743" y="21402"/>
                  <a:pt x="8863" y="21424"/>
                  <a:pt x="8984" y="21445"/>
                </a:cubicBezTo>
                <a:lnTo>
                  <a:pt x="21445" y="8984"/>
                </a:lnTo>
                <a:cubicBezTo>
                  <a:pt x="21424" y="8864"/>
                  <a:pt x="21402" y="8743"/>
                  <a:pt x="21378" y="8623"/>
                </a:cubicBezTo>
                <a:close/>
                <a:moveTo>
                  <a:pt x="21514" y="9448"/>
                </a:moveTo>
                <a:lnTo>
                  <a:pt x="9447" y="21514"/>
                </a:lnTo>
                <a:cubicBezTo>
                  <a:pt x="9576" y="21530"/>
                  <a:pt x="9704" y="21546"/>
                  <a:pt x="9833" y="21557"/>
                </a:cubicBezTo>
                <a:lnTo>
                  <a:pt x="21557" y="9834"/>
                </a:lnTo>
                <a:cubicBezTo>
                  <a:pt x="21546" y="9705"/>
                  <a:pt x="21530" y="9576"/>
                  <a:pt x="21514" y="9448"/>
                </a:cubicBezTo>
                <a:close/>
                <a:moveTo>
                  <a:pt x="21590" y="10333"/>
                </a:moveTo>
                <a:lnTo>
                  <a:pt x="10332" y="21590"/>
                </a:lnTo>
                <a:cubicBezTo>
                  <a:pt x="10473" y="21596"/>
                  <a:pt x="10613" y="21599"/>
                  <a:pt x="10753" y="21600"/>
                </a:cubicBezTo>
                <a:lnTo>
                  <a:pt x="21600" y="10754"/>
                </a:lnTo>
                <a:cubicBezTo>
                  <a:pt x="21599" y="10613"/>
                  <a:pt x="21596" y="10473"/>
                  <a:pt x="21590" y="10333"/>
                </a:cubicBezTo>
                <a:close/>
                <a:moveTo>
                  <a:pt x="21590" y="11296"/>
                </a:moveTo>
                <a:lnTo>
                  <a:pt x="11295" y="21590"/>
                </a:lnTo>
                <a:cubicBezTo>
                  <a:pt x="11449" y="21583"/>
                  <a:pt x="11603" y="21572"/>
                  <a:pt x="11757" y="21558"/>
                </a:cubicBezTo>
                <a:lnTo>
                  <a:pt x="21558" y="11757"/>
                </a:lnTo>
                <a:cubicBezTo>
                  <a:pt x="21572" y="11603"/>
                  <a:pt x="21583" y="11450"/>
                  <a:pt x="21590" y="11296"/>
                </a:cubicBezTo>
                <a:close/>
                <a:moveTo>
                  <a:pt x="21489" y="12358"/>
                </a:moveTo>
                <a:lnTo>
                  <a:pt x="12358" y="21489"/>
                </a:lnTo>
                <a:cubicBezTo>
                  <a:pt x="12531" y="21464"/>
                  <a:pt x="12703" y="21434"/>
                  <a:pt x="12876" y="21400"/>
                </a:cubicBezTo>
                <a:lnTo>
                  <a:pt x="21400" y="12876"/>
                </a:lnTo>
                <a:cubicBezTo>
                  <a:pt x="21434" y="12704"/>
                  <a:pt x="21464" y="12531"/>
                  <a:pt x="21489" y="12358"/>
                </a:cubicBezTo>
                <a:close/>
                <a:moveTo>
                  <a:pt x="21239" y="13569"/>
                </a:moveTo>
                <a:lnTo>
                  <a:pt x="13569" y="21239"/>
                </a:lnTo>
                <a:cubicBezTo>
                  <a:pt x="13774" y="21185"/>
                  <a:pt x="13978" y="21125"/>
                  <a:pt x="14181" y="21058"/>
                </a:cubicBezTo>
                <a:lnTo>
                  <a:pt x="21058" y="14181"/>
                </a:lnTo>
                <a:cubicBezTo>
                  <a:pt x="21125" y="13978"/>
                  <a:pt x="21185" y="13774"/>
                  <a:pt x="21239" y="13569"/>
                </a:cubicBezTo>
                <a:close/>
                <a:moveTo>
                  <a:pt x="20736" y="15035"/>
                </a:moveTo>
                <a:lnTo>
                  <a:pt x="15035" y="20736"/>
                </a:lnTo>
                <a:cubicBezTo>
                  <a:pt x="15310" y="20619"/>
                  <a:pt x="15581" y="20493"/>
                  <a:pt x="15848" y="20352"/>
                </a:cubicBezTo>
                <a:lnTo>
                  <a:pt x="20352" y="15848"/>
                </a:lnTo>
                <a:cubicBezTo>
                  <a:pt x="20493" y="15581"/>
                  <a:pt x="20619" y="15310"/>
                  <a:pt x="20736" y="15035"/>
                </a:cubicBezTo>
                <a:close/>
                <a:moveTo>
                  <a:pt x="19400" y="17332"/>
                </a:moveTo>
                <a:lnTo>
                  <a:pt x="17332" y="19400"/>
                </a:lnTo>
                <a:cubicBezTo>
                  <a:pt x="17716" y="19108"/>
                  <a:pt x="18087" y="18789"/>
                  <a:pt x="18438" y="18438"/>
                </a:cubicBezTo>
                <a:cubicBezTo>
                  <a:pt x="18788" y="18087"/>
                  <a:pt x="19107" y="17716"/>
                  <a:pt x="19400" y="17332"/>
                </a:cubicBezTo>
                <a:close/>
              </a:path>
            </a:pathLst>
          </a:custGeom>
          <a:solidFill>
            <a:schemeClr val="accent4"/>
          </a:solidFill>
          <a:ln w="12700">
            <a:miter lim="400000"/>
          </a:ln>
        </p:spPr>
        <p:txBody>
          <a:bodyPr lIns="0" tIns="0" rIns="0" bIns="0" anchor="ctr"/>
          <a:lstStyle/>
          <a:p>
            <a:pPr marL="0" marR="0" lvl="0" indent="0" algn="ctr" defTabSz="8255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 kumimoji="0" sz="32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Helvetica Neue Medium"/>
              <a:sym typeface="Helvetica Neue Medium"/>
            </a:endParaRPr>
          </a:p>
        </p:txBody>
      </p:sp>
      <p:sp>
        <p:nvSpPr>
          <p:cNvPr id="217" name="Shape">
            <a:extLst>
              <a:ext uri="{FF2B5EF4-FFF2-40B4-BE49-F238E27FC236}">
                <a16:creationId xmlns:a16="http://schemas.microsoft.com/office/drawing/2014/main" id="{680A88A3-064E-2499-0930-A59AD6DACAFC}"/>
              </a:ext>
            </a:extLst>
          </p:cNvPr>
          <p:cNvSpPr/>
          <p:nvPr/>
        </p:nvSpPr>
        <p:spPr>
          <a:xfrm>
            <a:off x="5513585" y="9836851"/>
            <a:ext cx="2709536" cy="270965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800" y="0"/>
                </a:moveTo>
                <a:cubicBezTo>
                  <a:pt x="10787" y="0"/>
                  <a:pt x="10773" y="1"/>
                  <a:pt x="10759" y="1"/>
                </a:cubicBezTo>
                <a:lnTo>
                  <a:pt x="1" y="10760"/>
                </a:lnTo>
                <a:cubicBezTo>
                  <a:pt x="0" y="10900"/>
                  <a:pt x="3" y="11040"/>
                  <a:pt x="8" y="11181"/>
                </a:cubicBezTo>
                <a:lnTo>
                  <a:pt x="11180" y="9"/>
                </a:lnTo>
                <a:cubicBezTo>
                  <a:pt x="11054" y="4"/>
                  <a:pt x="10927" y="0"/>
                  <a:pt x="10800" y="0"/>
                </a:cubicBezTo>
                <a:close/>
                <a:moveTo>
                  <a:pt x="10211" y="17"/>
                </a:moveTo>
                <a:cubicBezTo>
                  <a:pt x="10057" y="25"/>
                  <a:pt x="9903" y="36"/>
                  <a:pt x="9748" y="51"/>
                </a:cubicBezTo>
                <a:lnTo>
                  <a:pt x="50" y="9749"/>
                </a:lnTo>
                <a:cubicBezTo>
                  <a:pt x="35" y="9903"/>
                  <a:pt x="25" y="10057"/>
                  <a:pt x="16" y="10212"/>
                </a:cubicBezTo>
                <a:lnTo>
                  <a:pt x="10211" y="17"/>
                </a:lnTo>
                <a:close/>
                <a:moveTo>
                  <a:pt x="11683" y="38"/>
                </a:moveTo>
                <a:lnTo>
                  <a:pt x="38" y="11684"/>
                </a:lnTo>
                <a:cubicBezTo>
                  <a:pt x="48" y="11814"/>
                  <a:pt x="62" y="11944"/>
                  <a:pt x="78" y="12075"/>
                </a:cubicBezTo>
                <a:lnTo>
                  <a:pt x="12074" y="78"/>
                </a:lnTo>
                <a:cubicBezTo>
                  <a:pt x="11944" y="63"/>
                  <a:pt x="11814" y="49"/>
                  <a:pt x="11683" y="38"/>
                </a:cubicBezTo>
                <a:close/>
                <a:moveTo>
                  <a:pt x="9136" y="131"/>
                </a:moveTo>
                <a:cubicBezTo>
                  <a:pt x="8960" y="158"/>
                  <a:pt x="8786" y="190"/>
                  <a:pt x="8611" y="226"/>
                </a:cubicBezTo>
                <a:lnTo>
                  <a:pt x="226" y="8611"/>
                </a:lnTo>
                <a:cubicBezTo>
                  <a:pt x="190" y="8786"/>
                  <a:pt x="157" y="8961"/>
                  <a:pt x="130" y="9137"/>
                </a:cubicBezTo>
                <a:lnTo>
                  <a:pt x="9136" y="131"/>
                </a:lnTo>
                <a:close/>
                <a:moveTo>
                  <a:pt x="12541" y="143"/>
                </a:moveTo>
                <a:lnTo>
                  <a:pt x="143" y="12541"/>
                </a:lnTo>
                <a:cubicBezTo>
                  <a:pt x="163" y="12663"/>
                  <a:pt x="183" y="12785"/>
                  <a:pt x="207" y="12906"/>
                </a:cubicBezTo>
                <a:lnTo>
                  <a:pt x="12906" y="208"/>
                </a:lnTo>
                <a:cubicBezTo>
                  <a:pt x="12785" y="184"/>
                  <a:pt x="12663" y="163"/>
                  <a:pt x="12541" y="143"/>
                </a:cubicBezTo>
                <a:close/>
                <a:moveTo>
                  <a:pt x="13343" y="303"/>
                </a:moveTo>
                <a:lnTo>
                  <a:pt x="303" y="13343"/>
                </a:lnTo>
                <a:cubicBezTo>
                  <a:pt x="330" y="13456"/>
                  <a:pt x="361" y="13569"/>
                  <a:pt x="392" y="13682"/>
                </a:cubicBezTo>
                <a:lnTo>
                  <a:pt x="13682" y="393"/>
                </a:lnTo>
                <a:cubicBezTo>
                  <a:pt x="13569" y="362"/>
                  <a:pt x="13456" y="331"/>
                  <a:pt x="13343" y="303"/>
                </a:cubicBezTo>
                <a:close/>
                <a:moveTo>
                  <a:pt x="7909" y="395"/>
                </a:moveTo>
                <a:cubicBezTo>
                  <a:pt x="7701" y="452"/>
                  <a:pt x="7495" y="515"/>
                  <a:pt x="7290" y="585"/>
                </a:cubicBezTo>
                <a:lnTo>
                  <a:pt x="584" y="7290"/>
                </a:lnTo>
                <a:cubicBezTo>
                  <a:pt x="514" y="7495"/>
                  <a:pt x="452" y="7702"/>
                  <a:pt x="394" y="7909"/>
                </a:cubicBezTo>
                <a:lnTo>
                  <a:pt x="7909" y="395"/>
                </a:lnTo>
                <a:close/>
                <a:moveTo>
                  <a:pt x="14094" y="515"/>
                </a:moveTo>
                <a:lnTo>
                  <a:pt x="514" y="14094"/>
                </a:lnTo>
                <a:cubicBezTo>
                  <a:pt x="549" y="14202"/>
                  <a:pt x="583" y="14310"/>
                  <a:pt x="620" y="14417"/>
                </a:cubicBezTo>
                <a:lnTo>
                  <a:pt x="14417" y="621"/>
                </a:lnTo>
                <a:cubicBezTo>
                  <a:pt x="14310" y="583"/>
                  <a:pt x="14202" y="549"/>
                  <a:pt x="14094" y="515"/>
                </a:cubicBezTo>
                <a:close/>
                <a:moveTo>
                  <a:pt x="14804" y="767"/>
                </a:moveTo>
                <a:lnTo>
                  <a:pt x="767" y="14804"/>
                </a:lnTo>
                <a:cubicBezTo>
                  <a:pt x="807" y="14905"/>
                  <a:pt x="851" y="15004"/>
                  <a:pt x="894" y="15104"/>
                </a:cubicBezTo>
                <a:lnTo>
                  <a:pt x="15104" y="895"/>
                </a:lnTo>
                <a:cubicBezTo>
                  <a:pt x="15004" y="852"/>
                  <a:pt x="14905" y="807"/>
                  <a:pt x="14804" y="767"/>
                </a:cubicBezTo>
                <a:close/>
                <a:moveTo>
                  <a:pt x="6411" y="932"/>
                </a:moveTo>
                <a:cubicBezTo>
                  <a:pt x="6118" y="1062"/>
                  <a:pt x="5831" y="1206"/>
                  <a:pt x="5549" y="1363"/>
                </a:cubicBezTo>
                <a:lnTo>
                  <a:pt x="1362" y="5549"/>
                </a:lnTo>
                <a:cubicBezTo>
                  <a:pt x="1205" y="5832"/>
                  <a:pt x="1061" y="6119"/>
                  <a:pt x="931" y="6411"/>
                </a:cubicBezTo>
                <a:lnTo>
                  <a:pt x="6411" y="932"/>
                </a:lnTo>
                <a:close/>
                <a:moveTo>
                  <a:pt x="15470" y="1061"/>
                </a:moveTo>
                <a:lnTo>
                  <a:pt x="1060" y="15471"/>
                </a:lnTo>
                <a:cubicBezTo>
                  <a:pt x="1106" y="15567"/>
                  <a:pt x="1153" y="15664"/>
                  <a:pt x="1202" y="15759"/>
                </a:cubicBezTo>
                <a:lnTo>
                  <a:pt x="15759" y="1203"/>
                </a:lnTo>
                <a:cubicBezTo>
                  <a:pt x="15663" y="1153"/>
                  <a:pt x="15567" y="1107"/>
                  <a:pt x="15470" y="1061"/>
                </a:cubicBezTo>
                <a:close/>
                <a:moveTo>
                  <a:pt x="16103" y="1391"/>
                </a:moveTo>
                <a:lnTo>
                  <a:pt x="1391" y="16103"/>
                </a:lnTo>
                <a:cubicBezTo>
                  <a:pt x="1442" y="16194"/>
                  <a:pt x="1494" y="16285"/>
                  <a:pt x="1548" y="16375"/>
                </a:cubicBezTo>
                <a:lnTo>
                  <a:pt x="16375" y="1549"/>
                </a:lnTo>
                <a:cubicBezTo>
                  <a:pt x="16285" y="1495"/>
                  <a:pt x="16194" y="1442"/>
                  <a:pt x="16103" y="1391"/>
                </a:cubicBezTo>
                <a:close/>
                <a:moveTo>
                  <a:pt x="16703" y="1754"/>
                </a:moveTo>
                <a:lnTo>
                  <a:pt x="1753" y="16703"/>
                </a:lnTo>
                <a:cubicBezTo>
                  <a:pt x="1809" y="16788"/>
                  <a:pt x="1869" y="16872"/>
                  <a:pt x="1928" y="16956"/>
                </a:cubicBezTo>
                <a:lnTo>
                  <a:pt x="16956" y="1928"/>
                </a:lnTo>
                <a:cubicBezTo>
                  <a:pt x="16872" y="1869"/>
                  <a:pt x="16788" y="1810"/>
                  <a:pt x="16703" y="1754"/>
                </a:cubicBezTo>
                <a:close/>
                <a:moveTo>
                  <a:pt x="17267" y="2151"/>
                </a:moveTo>
                <a:lnTo>
                  <a:pt x="2151" y="17267"/>
                </a:lnTo>
                <a:cubicBezTo>
                  <a:pt x="2212" y="17349"/>
                  <a:pt x="2274" y="17430"/>
                  <a:pt x="2338" y="17510"/>
                </a:cubicBezTo>
                <a:lnTo>
                  <a:pt x="17510" y="2338"/>
                </a:lnTo>
                <a:cubicBezTo>
                  <a:pt x="17430" y="2275"/>
                  <a:pt x="17349" y="2212"/>
                  <a:pt x="17267" y="2151"/>
                </a:cubicBezTo>
                <a:close/>
                <a:moveTo>
                  <a:pt x="3805" y="2574"/>
                </a:moveTo>
                <a:cubicBezTo>
                  <a:pt x="3586" y="2761"/>
                  <a:pt x="3370" y="2956"/>
                  <a:pt x="3163" y="3163"/>
                </a:cubicBezTo>
                <a:cubicBezTo>
                  <a:pt x="2955" y="3371"/>
                  <a:pt x="2761" y="3586"/>
                  <a:pt x="2574" y="3806"/>
                </a:cubicBezTo>
                <a:lnTo>
                  <a:pt x="3805" y="2574"/>
                </a:lnTo>
                <a:close/>
                <a:moveTo>
                  <a:pt x="17801" y="2579"/>
                </a:moveTo>
                <a:lnTo>
                  <a:pt x="2579" y="17801"/>
                </a:lnTo>
                <a:cubicBezTo>
                  <a:pt x="2645" y="17878"/>
                  <a:pt x="2709" y="17957"/>
                  <a:pt x="2777" y="18032"/>
                </a:cubicBezTo>
                <a:lnTo>
                  <a:pt x="18032" y="2777"/>
                </a:lnTo>
                <a:cubicBezTo>
                  <a:pt x="17957" y="2709"/>
                  <a:pt x="17878" y="2645"/>
                  <a:pt x="17801" y="2579"/>
                </a:cubicBezTo>
                <a:close/>
                <a:moveTo>
                  <a:pt x="18304" y="3036"/>
                </a:moveTo>
                <a:lnTo>
                  <a:pt x="3036" y="18304"/>
                </a:lnTo>
                <a:cubicBezTo>
                  <a:pt x="3079" y="18349"/>
                  <a:pt x="3119" y="18394"/>
                  <a:pt x="3163" y="18438"/>
                </a:cubicBezTo>
                <a:cubicBezTo>
                  <a:pt x="3191" y="18466"/>
                  <a:pt x="3222" y="18492"/>
                  <a:pt x="3250" y="18521"/>
                </a:cubicBezTo>
                <a:lnTo>
                  <a:pt x="18521" y="3251"/>
                </a:lnTo>
                <a:cubicBezTo>
                  <a:pt x="18492" y="3222"/>
                  <a:pt x="18466" y="3192"/>
                  <a:pt x="18438" y="3163"/>
                </a:cubicBezTo>
                <a:cubicBezTo>
                  <a:pt x="18394" y="3119"/>
                  <a:pt x="18348" y="3079"/>
                  <a:pt x="18304" y="3036"/>
                </a:cubicBezTo>
                <a:close/>
                <a:moveTo>
                  <a:pt x="18781" y="3523"/>
                </a:moveTo>
                <a:lnTo>
                  <a:pt x="3522" y="18781"/>
                </a:lnTo>
                <a:cubicBezTo>
                  <a:pt x="3598" y="18850"/>
                  <a:pt x="3676" y="18915"/>
                  <a:pt x="3753" y="18982"/>
                </a:cubicBezTo>
                <a:lnTo>
                  <a:pt x="18982" y="3753"/>
                </a:lnTo>
                <a:cubicBezTo>
                  <a:pt x="18915" y="3676"/>
                  <a:pt x="18850" y="3598"/>
                  <a:pt x="18781" y="3523"/>
                </a:cubicBezTo>
                <a:close/>
                <a:moveTo>
                  <a:pt x="19224" y="4041"/>
                </a:moveTo>
                <a:lnTo>
                  <a:pt x="4041" y="19224"/>
                </a:lnTo>
                <a:cubicBezTo>
                  <a:pt x="4121" y="19289"/>
                  <a:pt x="4202" y="19350"/>
                  <a:pt x="4283" y="19412"/>
                </a:cubicBezTo>
                <a:lnTo>
                  <a:pt x="19412" y="4283"/>
                </a:lnTo>
                <a:cubicBezTo>
                  <a:pt x="19350" y="4202"/>
                  <a:pt x="19289" y="4121"/>
                  <a:pt x="19224" y="4041"/>
                </a:cubicBezTo>
                <a:close/>
                <a:moveTo>
                  <a:pt x="19637" y="4591"/>
                </a:moveTo>
                <a:lnTo>
                  <a:pt x="4591" y="19637"/>
                </a:lnTo>
                <a:cubicBezTo>
                  <a:pt x="4675" y="19696"/>
                  <a:pt x="4758" y="19757"/>
                  <a:pt x="4843" y="19813"/>
                </a:cubicBezTo>
                <a:lnTo>
                  <a:pt x="19813" y="4844"/>
                </a:lnTo>
                <a:cubicBezTo>
                  <a:pt x="19757" y="4758"/>
                  <a:pt x="19696" y="4675"/>
                  <a:pt x="19637" y="4591"/>
                </a:cubicBezTo>
                <a:close/>
                <a:moveTo>
                  <a:pt x="20019" y="5172"/>
                </a:moveTo>
                <a:lnTo>
                  <a:pt x="5172" y="20019"/>
                </a:lnTo>
                <a:cubicBezTo>
                  <a:pt x="5261" y="20073"/>
                  <a:pt x="5351" y="20126"/>
                  <a:pt x="5441" y="20178"/>
                </a:cubicBezTo>
                <a:lnTo>
                  <a:pt x="20178" y="5441"/>
                </a:lnTo>
                <a:cubicBezTo>
                  <a:pt x="20126" y="5351"/>
                  <a:pt x="20073" y="5261"/>
                  <a:pt x="20019" y="5172"/>
                </a:cubicBezTo>
                <a:close/>
                <a:moveTo>
                  <a:pt x="20369" y="5782"/>
                </a:moveTo>
                <a:lnTo>
                  <a:pt x="5782" y="20369"/>
                </a:lnTo>
                <a:cubicBezTo>
                  <a:pt x="5877" y="20419"/>
                  <a:pt x="5974" y="20463"/>
                  <a:pt x="6071" y="20510"/>
                </a:cubicBezTo>
                <a:lnTo>
                  <a:pt x="20510" y="6071"/>
                </a:lnTo>
                <a:cubicBezTo>
                  <a:pt x="20463" y="5975"/>
                  <a:pt x="20419" y="5878"/>
                  <a:pt x="20369" y="5782"/>
                </a:cubicBezTo>
                <a:close/>
                <a:moveTo>
                  <a:pt x="20679" y="6434"/>
                </a:moveTo>
                <a:lnTo>
                  <a:pt x="6434" y="20679"/>
                </a:lnTo>
                <a:cubicBezTo>
                  <a:pt x="6534" y="20723"/>
                  <a:pt x="6633" y="20769"/>
                  <a:pt x="6734" y="20809"/>
                </a:cubicBezTo>
                <a:lnTo>
                  <a:pt x="20809" y="6735"/>
                </a:lnTo>
                <a:cubicBezTo>
                  <a:pt x="20769" y="6634"/>
                  <a:pt x="20723" y="6534"/>
                  <a:pt x="20679" y="6434"/>
                </a:cubicBezTo>
                <a:close/>
                <a:moveTo>
                  <a:pt x="20956" y="7121"/>
                </a:moveTo>
                <a:lnTo>
                  <a:pt x="7120" y="20956"/>
                </a:lnTo>
                <a:cubicBezTo>
                  <a:pt x="7226" y="20994"/>
                  <a:pt x="7333" y="21030"/>
                  <a:pt x="7439" y="21065"/>
                </a:cubicBezTo>
                <a:lnTo>
                  <a:pt x="21065" y="7439"/>
                </a:lnTo>
                <a:cubicBezTo>
                  <a:pt x="21030" y="7333"/>
                  <a:pt x="20994" y="7226"/>
                  <a:pt x="20956" y="7121"/>
                </a:cubicBezTo>
                <a:close/>
                <a:moveTo>
                  <a:pt x="21190" y="7848"/>
                </a:moveTo>
                <a:lnTo>
                  <a:pt x="7848" y="21190"/>
                </a:lnTo>
                <a:cubicBezTo>
                  <a:pt x="7960" y="21221"/>
                  <a:pt x="8073" y="21252"/>
                  <a:pt x="8186" y="21280"/>
                </a:cubicBezTo>
                <a:lnTo>
                  <a:pt x="21280" y="8186"/>
                </a:lnTo>
                <a:cubicBezTo>
                  <a:pt x="21252" y="8073"/>
                  <a:pt x="21221" y="7960"/>
                  <a:pt x="21190" y="7848"/>
                </a:cubicBezTo>
                <a:close/>
                <a:moveTo>
                  <a:pt x="21378" y="8623"/>
                </a:moveTo>
                <a:lnTo>
                  <a:pt x="8623" y="21378"/>
                </a:lnTo>
                <a:cubicBezTo>
                  <a:pt x="8743" y="21402"/>
                  <a:pt x="8863" y="21424"/>
                  <a:pt x="8984" y="21445"/>
                </a:cubicBezTo>
                <a:lnTo>
                  <a:pt x="21445" y="8984"/>
                </a:lnTo>
                <a:cubicBezTo>
                  <a:pt x="21424" y="8864"/>
                  <a:pt x="21402" y="8743"/>
                  <a:pt x="21378" y="8623"/>
                </a:cubicBezTo>
                <a:close/>
                <a:moveTo>
                  <a:pt x="21514" y="9448"/>
                </a:moveTo>
                <a:lnTo>
                  <a:pt x="9447" y="21514"/>
                </a:lnTo>
                <a:cubicBezTo>
                  <a:pt x="9576" y="21530"/>
                  <a:pt x="9704" y="21546"/>
                  <a:pt x="9833" y="21557"/>
                </a:cubicBezTo>
                <a:lnTo>
                  <a:pt x="21557" y="9834"/>
                </a:lnTo>
                <a:cubicBezTo>
                  <a:pt x="21546" y="9705"/>
                  <a:pt x="21530" y="9576"/>
                  <a:pt x="21514" y="9448"/>
                </a:cubicBezTo>
                <a:close/>
                <a:moveTo>
                  <a:pt x="21590" y="10333"/>
                </a:moveTo>
                <a:lnTo>
                  <a:pt x="10332" y="21590"/>
                </a:lnTo>
                <a:cubicBezTo>
                  <a:pt x="10473" y="21596"/>
                  <a:pt x="10613" y="21599"/>
                  <a:pt x="10753" y="21600"/>
                </a:cubicBezTo>
                <a:lnTo>
                  <a:pt x="21600" y="10754"/>
                </a:lnTo>
                <a:cubicBezTo>
                  <a:pt x="21599" y="10613"/>
                  <a:pt x="21596" y="10473"/>
                  <a:pt x="21590" y="10333"/>
                </a:cubicBezTo>
                <a:close/>
                <a:moveTo>
                  <a:pt x="21590" y="11296"/>
                </a:moveTo>
                <a:lnTo>
                  <a:pt x="11295" y="21590"/>
                </a:lnTo>
                <a:cubicBezTo>
                  <a:pt x="11449" y="21583"/>
                  <a:pt x="11603" y="21572"/>
                  <a:pt x="11757" y="21558"/>
                </a:cubicBezTo>
                <a:lnTo>
                  <a:pt x="21558" y="11757"/>
                </a:lnTo>
                <a:cubicBezTo>
                  <a:pt x="21572" y="11603"/>
                  <a:pt x="21583" y="11450"/>
                  <a:pt x="21590" y="11296"/>
                </a:cubicBezTo>
                <a:close/>
                <a:moveTo>
                  <a:pt x="21489" y="12358"/>
                </a:moveTo>
                <a:lnTo>
                  <a:pt x="12358" y="21489"/>
                </a:lnTo>
                <a:cubicBezTo>
                  <a:pt x="12531" y="21464"/>
                  <a:pt x="12703" y="21434"/>
                  <a:pt x="12876" y="21400"/>
                </a:cubicBezTo>
                <a:lnTo>
                  <a:pt x="21400" y="12876"/>
                </a:lnTo>
                <a:cubicBezTo>
                  <a:pt x="21434" y="12704"/>
                  <a:pt x="21464" y="12531"/>
                  <a:pt x="21489" y="12358"/>
                </a:cubicBezTo>
                <a:close/>
                <a:moveTo>
                  <a:pt x="21239" y="13569"/>
                </a:moveTo>
                <a:lnTo>
                  <a:pt x="13569" y="21239"/>
                </a:lnTo>
                <a:cubicBezTo>
                  <a:pt x="13774" y="21185"/>
                  <a:pt x="13978" y="21125"/>
                  <a:pt x="14181" y="21058"/>
                </a:cubicBezTo>
                <a:lnTo>
                  <a:pt x="21058" y="14181"/>
                </a:lnTo>
                <a:cubicBezTo>
                  <a:pt x="21125" y="13978"/>
                  <a:pt x="21185" y="13774"/>
                  <a:pt x="21239" y="13569"/>
                </a:cubicBezTo>
                <a:close/>
                <a:moveTo>
                  <a:pt x="20736" y="15035"/>
                </a:moveTo>
                <a:lnTo>
                  <a:pt x="15035" y="20736"/>
                </a:lnTo>
                <a:cubicBezTo>
                  <a:pt x="15310" y="20619"/>
                  <a:pt x="15581" y="20493"/>
                  <a:pt x="15848" y="20352"/>
                </a:cubicBezTo>
                <a:lnTo>
                  <a:pt x="20352" y="15848"/>
                </a:lnTo>
                <a:cubicBezTo>
                  <a:pt x="20493" y="15581"/>
                  <a:pt x="20619" y="15310"/>
                  <a:pt x="20736" y="15035"/>
                </a:cubicBezTo>
                <a:close/>
                <a:moveTo>
                  <a:pt x="19400" y="17332"/>
                </a:moveTo>
                <a:lnTo>
                  <a:pt x="17332" y="19400"/>
                </a:lnTo>
                <a:cubicBezTo>
                  <a:pt x="17716" y="19108"/>
                  <a:pt x="18087" y="18789"/>
                  <a:pt x="18438" y="18438"/>
                </a:cubicBezTo>
                <a:cubicBezTo>
                  <a:pt x="18788" y="18087"/>
                  <a:pt x="19107" y="17716"/>
                  <a:pt x="19400" y="17332"/>
                </a:cubicBezTo>
                <a:close/>
              </a:path>
            </a:pathLst>
          </a:custGeom>
          <a:solidFill>
            <a:schemeClr val="accent4"/>
          </a:solidFill>
          <a:ln w="12700">
            <a:miter lim="400000"/>
          </a:ln>
        </p:spPr>
        <p:txBody>
          <a:bodyPr lIns="0" tIns="0" rIns="0" bIns="0" anchor="ctr"/>
          <a:lstStyle/>
          <a:p>
            <a:pPr marL="0" marR="0" lvl="0" indent="0" algn="ctr" defTabSz="8255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 kumimoji="0" sz="32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Helvetica Neue Medium"/>
              <a:sym typeface="Helvetica Neue Medium"/>
            </a:endParaRPr>
          </a:p>
        </p:txBody>
      </p:sp>
      <p:sp>
        <p:nvSpPr>
          <p:cNvPr id="218" name="Shape">
            <a:extLst>
              <a:ext uri="{FF2B5EF4-FFF2-40B4-BE49-F238E27FC236}">
                <a16:creationId xmlns:a16="http://schemas.microsoft.com/office/drawing/2014/main" id="{07ECBE2B-E452-3A37-DA9F-EB3C53E024B6}"/>
              </a:ext>
            </a:extLst>
          </p:cNvPr>
          <p:cNvSpPr/>
          <p:nvPr/>
        </p:nvSpPr>
        <p:spPr>
          <a:xfrm>
            <a:off x="1688166" y="791392"/>
            <a:ext cx="7163901" cy="716420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800" y="0"/>
                </a:moveTo>
                <a:cubicBezTo>
                  <a:pt x="10787" y="0"/>
                  <a:pt x="10773" y="1"/>
                  <a:pt x="10759" y="1"/>
                </a:cubicBezTo>
                <a:lnTo>
                  <a:pt x="1" y="10760"/>
                </a:lnTo>
                <a:cubicBezTo>
                  <a:pt x="0" y="10900"/>
                  <a:pt x="3" y="11040"/>
                  <a:pt x="8" y="11181"/>
                </a:cubicBezTo>
                <a:lnTo>
                  <a:pt x="11180" y="9"/>
                </a:lnTo>
                <a:cubicBezTo>
                  <a:pt x="11054" y="4"/>
                  <a:pt x="10927" y="0"/>
                  <a:pt x="10800" y="0"/>
                </a:cubicBezTo>
                <a:close/>
                <a:moveTo>
                  <a:pt x="10211" y="17"/>
                </a:moveTo>
                <a:cubicBezTo>
                  <a:pt x="10057" y="25"/>
                  <a:pt x="9903" y="36"/>
                  <a:pt x="9748" y="51"/>
                </a:cubicBezTo>
                <a:lnTo>
                  <a:pt x="50" y="9749"/>
                </a:lnTo>
                <a:cubicBezTo>
                  <a:pt x="35" y="9903"/>
                  <a:pt x="25" y="10057"/>
                  <a:pt x="16" y="10212"/>
                </a:cubicBezTo>
                <a:lnTo>
                  <a:pt x="10211" y="17"/>
                </a:lnTo>
                <a:close/>
                <a:moveTo>
                  <a:pt x="11683" y="38"/>
                </a:moveTo>
                <a:lnTo>
                  <a:pt x="38" y="11684"/>
                </a:lnTo>
                <a:cubicBezTo>
                  <a:pt x="48" y="11814"/>
                  <a:pt x="62" y="11944"/>
                  <a:pt x="78" y="12075"/>
                </a:cubicBezTo>
                <a:lnTo>
                  <a:pt x="12074" y="78"/>
                </a:lnTo>
                <a:cubicBezTo>
                  <a:pt x="11944" y="63"/>
                  <a:pt x="11814" y="49"/>
                  <a:pt x="11683" y="38"/>
                </a:cubicBezTo>
                <a:close/>
                <a:moveTo>
                  <a:pt x="9136" y="131"/>
                </a:moveTo>
                <a:cubicBezTo>
                  <a:pt x="8960" y="158"/>
                  <a:pt x="8786" y="190"/>
                  <a:pt x="8611" y="226"/>
                </a:cubicBezTo>
                <a:lnTo>
                  <a:pt x="226" y="8611"/>
                </a:lnTo>
                <a:cubicBezTo>
                  <a:pt x="190" y="8786"/>
                  <a:pt x="157" y="8961"/>
                  <a:pt x="130" y="9137"/>
                </a:cubicBezTo>
                <a:lnTo>
                  <a:pt x="9136" y="131"/>
                </a:lnTo>
                <a:close/>
                <a:moveTo>
                  <a:pt x="12541" y="143"/>
                </a:moveTo>
                <a:lnTo>
                  <a:pt x="143" y="12541"/>
                </a:lnTo>
                <a:cubicBezTo>
                  <a:pt x="163" y="12663"/>
                  <a:pt x="183" y="12785"/>
                  <a:pt x="207" y="12906"/>
                </a:cubicBezTo>
                <a:lnTo>
                  <a:pt x="12906" y="208"/>
                </a:lnTo>
                <a:cubicBezTo>
                  <a:pt x="12785" y="184"/>
                  <a:pt x="12663" y="163"/>
                  <a:pt x="12541" y="143"/>
                </a:cubicBezTo>
                <a:close/>
                <a:moveTo>
                  <a:pt x="13343" y="303"/>
                </a:moveTo>
                <a:lnTo>
                  <a:pt x="303" y="13343"/>
                </a:lnTo>
                <a:cubicBezTo>
                  <a:pt x="330" y="13456"/>
                  <a:pt x="361" y="13569"/>
                  <a:pt x="392" y="13682"/>
                </a:cubicBezTo>
                <a:lnTo>
                  <a:pt x="13682" y="393"/>
                </a:lnTo>
                <a:cubicBezTo>
                  <a:pt x="13569" y="362"/>
                  <a:pt x="13456" y="331"/>
                  <a:pt x="13343" y="303"/>
                </a:cubicBezTo>
                <a:close/>
                <a:moveTo>
                  <a:pt x="7909" y="395"/>
                </a:moveTo>
                <a:cubicBezTo>
                  <a:pt x="7701" y="452"/>
                  <a:pt x="7495" y="515"/>
                  <a:pt x="7290" y="585"/>
                </a:cubicBezTo>
                <a:lnTo>
                  <a:pt x="584" y="7290"/>
                </a:lnTo>
                <a:cubicBezTo>
                  <a:pt x="514" y="7495"/>
                  <a:pt x="452" y="7702"/>
                  <a:pt x="394" y="7909"/>
                </a:cubicBezTo>
                <a:lnTo>
                  <a:pt x="7909" y="395"/>
                </a:lnTo>
                <a:close/>
                <a:moveTo>
                  <a:pt x="14094" y="515"/>
                </a:moveTo>
                <a:lnTo>
                  <a:pt x="514" y="14094"/>
                </a:lnTo>
                <a:cubicBezTo>
                  <a:pt x="549" y="14202"/>
                  <a:pt x="583" y="14310"/>
                  <a:pt x="620" y="14417"/>
                </a:cubicBezTo>
                <a:lnTo>
                  <a:pt x="14417" y="621"/>
                </a:lnTo>
                <a:cubicBezTo>
                  <a:pt x="14310" y="583"/>
                  <a:pt x="14202" y="549"/>
                  <a:pt x="14094" y="515"/>
                </a:cubicBezTo>
                <a:close/>
                <a:moveTo>
                  <a:pt x="14804" y="767"/>
                </a:moveTo>
                <a:lnTo>
                  <a:pt x="767" y="14804"/>
                </a:lnTo>
                <a:cubicBezTo>
                  <a:pt x="807" y="14905"/>
                  <a:pt x="851" y="15004"/>
                  <a:pt x="894" y="15104"/>
                </a:cubicBezTo>
                <a:lnTo>
                  <a:pt x="15104" y="895"/>
                </a:lnTo>
                <a:cubicBezTo>
                  <a:pt x="15004" y="852"/>
                  <a:pt x="14905" y="807"/>
                  <a:pt x="14804" y="767"/>
                </a:cubicBezTo>
                <a:close/>
                <a:moveTo>
                  <a:pt x="6411" y="932"/>
                </a:moveTo>
                <a:cubicBezTo>
                  <a:pt x="6118" y="1062"/>
                  <a:pt x="5831" y="1206"/>
                  <a:pt x="5549" y="1363"/>
                </a:cubicBezTo>
                <a:lnTo>
                  <a:pt x="1362" y="5549"/>
                </a:lnTo>
                <a:cubicBezTo>
                  <a:pt x="1205" y="5832"/>
                  <a:pt x="1061" y="6119"/>
                  <a:pt x="931" y="6411"/>
                </a:cubicBezTo>
                <a:lnTo>
                  <a:pt x="6411" y="932"/>
                </a:lnTo>
                <a:close/>
                <a:moveTo>
                  <a:pt x="15470" y="1061"/>
                </a:moveTo>
                <a:lnTo>
                  <a:pt x="1060" y="15471"/>
                </a:lnTo>
                <a:cubicBezTo>
                  <a:pt x="1106" y="15567"/>
                  <a:pt x="1153" y="15664"/>
                  <a:pt x="1202" y="15759"/>
                </a:cubicBezTo>
                <a:lnTo>
                  <a:pt x="15759" y="1203"/>
                </a:lnTo>
                <a:cubicBezTo>
                  <a:pt x="15663" y="1153"/>
                  <a:pt x="15567" y="1107"/>
                  <a:pt x="15470" y="1061"/>
                </a:cubicBezTo>
                <a:close/>
                <a:moveTo>
                  <a:pt x="16103" y="1391"/>
                </a:moveTo>
                <a:lnTo>
                  <a:pt x="1391" y="16103"/>
                </a:lnTo>
                <a:cubicBezTo>
                  <a:pt x="1442" y="16194"/>
                  <a:pt x="1494" y="16285"/>
                  <a:pt x="1548" y="16375"/>
                </a:cubicBezTo>
                <a:lnTo>
                  <a:pt x="16375" y="1549"/>
                </a:lnTo>
                <a:cubicBezTo>
                  <a:pt x="16285" y="1495"/>
                  <a:pt x="16194" y="1442"/>
                  <a:pt x="16103" y="1391"/>
                </a:cubicBezTo>
                <a:close/>
                <a:moveTo>
                  <a:pt x="16703" y="1754"/>
                </a:moveTo>
                <a:lnTo>
                  <a:pt x="1753" y="16703"/>
                </a:lnTo>
                <a:cubicBezTo>
                  <a:pt x="1809" y="16788"/>
                  <a:pt x="1869" y="16872"/>
                  <a:pt x="1928" y="16956"/>
                </a:cubicBezTo>
                <a:lnTo>
                  <a:pt x="16956" y="1928"/>
                </a:lnTo>
                <a:cubicBezTo>
                  <a:pt x="16872" y="1869"/>
                  <a:pt x="16788" y="1810"/>
                  <a:pt x="16703" y="1754"/>
                </a:cubicBezTo>
                <a:close/>
                <a:moveTo>
                  <a:pt x="17267" y="2151"/>
                </a:moveTo>
                <a:lnTo>
                  <a:pt x="2151" y="17267"/>
                </a:lnTo>
                <a:cubicBezTo>
                  <a:pt x="2212" y="17349"/>
                  <a:pt x="2274" y="17430"/>
                  <a:pt x="2338" y="17510"/>
                </a:cubicBezTo>
                <a:lnTo>
                  <a:pt x="17510" y="2338"/>
                </a:lnTo>
                <a:cubicBezTo>
                  <a:pt x="17430" y="2275"/>
                  <a:pt x="17349" y="2212"/>
                  <a:pt x="17267" y="2151"/>
                </a:cubicBezTo>
                <a:close/>
                <a:moveTo>
                  <a:pt x="3805" y="2574"/>
                </a:moveTo>
                <a:cubicBezTo>
                  <a:pt x="3586" y="2761"/>
                  <a:pt x="3370" y="2956"/>
                  <a:pt x="3163" y="3163"/>
                </a:cubicBezTo>
                <a:cubicBezTo>
                  <a:pt x="2955" y="3371"/>
                  <a:pt x="2761" y="3586"/>
                  <a:pt x="2574" y="3806"/>
                </a:cubicBezTo>
                <a:lnTo>
                  <a:pt x="3805" y="2574"/>
                </a:lnTo>
                <a:close/>
                <a:moveTo>
                  <a:pt x="17801" y="2579"/>
                </a:moveTo>
                <a:lnTo>
                  <a:pt x="2579" y="17801"/>
                </a:lnTo>
                <a:cubicBezTo>
                  <a:pt x="2645" y="17878"/>
                  <a:pt x="2709" y="17957"/>
                  <a:pt x="2777" y="18032"/>
                </a:cubicBezTo>
                <a:lnTo>
                  <a:pt x="18032" y="2777"/>
                </a:lnTo>
                <a:cubicBezTo>
                  <a:pt x="17957" y="2709"/>
                  <a:pt x="17878" y="2645"/>
                  <a:pt x="17801" y="2579"/>
                </a:cubicBezTo>
                <a:close/>
                <a:moveTo>
                  <a:pt x="18304" y="3036"/>
                </a:moveTo>
                <a:lnTo>
                  <a:pt x="3036" y="18304"/>
                </a:lnTo>
                <a:cubicBezTo>
                  <a:pt x="3079" y="18349"/>
                  <a:pt x="3119" y="18394"/>
                  <a:pt x="3163" y="18438"/>
                </a:cubicBezTo>
                <a:cubicBezTo>
                  <a:pt x="3191" y="18466"/>
                  <a:pt x="3222" y="18492"/>
                  <a:pt x="3250" y="18521"/>
                </a:cubicBezTo>
                <a:lnTo>
                  <a:pt x="18521" y="3251"/>
                </a:lnTo>
                <a:cubicBezTo>
                  <a:pt x="18492" y="3222"/>
                  <a:pt x="18466" y="3192"/>
                  <a:pt x="18438" y="3163"/>
                </a:cubicBezTo>
                <a:cubicBezTo>
                  <a:pt x="18394" y="3119"/>
                  <a:pt x="18348" y="3079"/>
                  <a:pt x="18304" y="3036"/>
                </a:cubicBezTo>
                <a:close/>
                <a:moveTo>
                  <a:pt x="18781" y="3523"/>
                </a:moveTo>
                <a:lnTo>
                  <a:pt x="3522" y="18781"/>
                </a:lnTo>
                <a:cubicBezTo>
                  <a:pt x="3598" y="18850"/>
                  <a:pt x="3676" y="18915"/>
                  <a:pt x="3753" y="18982"/>
                </a:cubicBezTo>
                <a:lnTo>
                  <a:pt x="18982" y="3753"/>
                </a:lnTo>
                <a:cubicBezTo>
                  <a:pt x="18915" y="3676"/>
                  <a:pt x="18850" y="3598"/>
                  <a:pt x="18781" y="3523"/>
                </a:cubicBezTo>
                <a:close/>
                <a:moveTo>
                  <a:pt x="19224" y="4041"/>
                </a:moveTo>
                <a:lnTo>
                  <a:pt x="4041" y="19224"/>
                </a:lnTo>
                <a:cubicBezTo>
                  <a:pt x="4121" y="19289"/>
                  <a:pt x="4202" y="19350"/>
                  <a:pt x="4283" y="19412"/>
                </a:cubicBezTo>
                <a:lnTo>
                  <a:pt x="19412" y="4283"/>
                </a:lnTo>
                <a:cubicBezTo>
                  <a:pt x="19350" y="4202"/>
                  <a:pt x="19289" y="4121"/>
                  <a:pt x="19224" y="4041"/>
                </a:cubicBezTo>
                <a:close/>
                <a:moveTo>
                  <a:pt x="19637" y="4591"/>
                </a:moveTo>
                <a:lnTo>
                  <a:pt x="4591" y="19637"/>
                </a:lnTo>
                <a:cubicBezTo>
                  <a:pt x="4675" y="19696"/>
                  <a:pt x="4758" y="19757"/>
                  <a:pt x="4843" y="19813"/>
                </a:cubicBezTo>
                <a:lnTo>
                  <a:pt x="19813" y="4844"/>
                </a:lnTo>
                <a:cubicBezTo>
                  <a:pt x="19757" y="4758"/>
                  <a:pt x="19696" y="4675"/>
                  <a:pt x="19637" y="4591"/>
                </a:cubicBezTo>
                <a:close/>
                <a:moveTo>
                  <a:pt x="20019" y="5172"/>
                </a:moveTo>
                <a:lnTo>
                  <a:pt x="5172" y="20019"/>
                </a:lnTo>
                <a:cubicBezTo>
                  <a:pt x="5261" y="20073"/>
                  <a:pt x="5351" y="20126"/>
                  <a:pt x="5441" y="20178"/>
                </a:cubicBezTo>
                <a:lnTo>
                  <a:pt x="20178" y="5441"/>
                </a:lnTo>
                <a:cubicBezTo>
                  <a:pt x="20126" y="5351"/>
                  <a:pt x="20073" y="5261"/>
                  <a:pt x="20019" y="5172"/>
                </a:cubicBezTo>
                <a:close/>
                <a:moveTo>
                  <a:pt x="20369" y="5782"/>
                </a:moveTo>
                <a:lnTo>
                  <a:pt x="5782" y="20369"/>
                </a:lnTo>
                <a:cubicBezTo>
                  <a:pt x="5877" y="20419"/>
                  <a:pt x="5974" y="20463"/>
                  <a:pt x="6071" y="20510"/>
                </a:cubicBezTo>
                <a:lnTo>
                  <a:pt x="20510" y="6071"/>
                </a:lnTo>
                <a:cubicBezTo>
                  <a:pt x="20463" y="5975"/>
                  <a:pt x="20419" y="5878"/>
                  <a:pt x="20369" y="5782"/>
                </a:cubicBezTo>
                <a:close/>
                <a:moveTo>
                  <a:pt x="20679" y="6434"/>
                </a:moveTo>
                <a:lnTo>
                  <a:pt x="6434" y="20679"/>
                </a:lnTo>
                <a:cubicBezTo>
                  <a:pt x="6534" y="20723"/>
                  <a:pt x="6633" y="20769"/>
                  <a:pt x="6734" y="20809"/>
                </a:cubicBezTo>
                <a:lnTo>
                  <a:pt x="20809" y="6735"/>
                </a:lnTo>
                <a:cubicBezTo>
                  <a:pt x="20769" y="6634"/>
                  <a:pt x="20723" y="6534"/>
                  <a:pt x="20679" y="6434"/>
                </a:cubicBezTo>
                <a:close/>
                <a:moveTo>
                  <a:pt x="20956" y="7121"/>
                </a:moveTo>
                <a:lnTo>
                  <a:pt x="7120" y="20956"/>
                </a:lnTo>
                <a:cubicBezTo>
                  <a:pt x="7226" y="20994"/>
                  <a:pt x="7333" y="21030"/>
                  <a:pt x="7439" y="21065"/>
                </a:cubicBezTo>
                <a:lnTo>
                  <a:pt x="21065" y="7439"/>
                </a:lnTo>
                <a:cubicBezTo>
                  <a:pt x="21030" y="7333"/>
                  <a:pt x="20994" y="7226"/>
                  <a:pt x="20956" y="7121"/>
                </a:cubicBezTo>
                <a:close/>
                <a:moveTo>
                  <a:pt x="21190" y="7848"/>
                </a:moveTo>
                <a:lnTo>
                  <a:pt x="7848" y="21190"/>
                </a:lnTo>
                <a:cubicBezTo>
                  <a:pt x="7960" y="21221"/>
                  <a:pt x="8073" y="21252"/>
                  <a:pt x="8186" y="21280"/>
                </a:cubicBezTo>
                <a:lnTo>
                  <a:pt x="21280" y="8186"/>
                </a:lnTo>
                <a:cubicBezTo>
                  <a:pt x="21252" y="8073"/>
                  <a:pt x="21221" y="7960"/>
                  <a:pt x="21190" y="7848"/>
                </a:cubicBezTo>
                <a:close/>
                <a:moveTo>
                  <a:pt x="21378" y="8623"/>
                </a:moveTo>
                <a:lnTo>
                  <a:pt x="8623" y="21378"/>
                </a:lnTo>
                <a:cubicBezTo>
                  <a:pt x="8743" y="21402"/>
                  <a:pt x="8863" y="21424"/>
                  <a:pt x="8984" y="21445"/>
                </a:cubicBezTo>
                <a:lnTo>
                  <a:pt x="21445" y="8984"/>
                </a:lnTo>
                <a:cubicBezTo>
                  <a:pt x="21424" y="8864"/>
                  <a:pt x="21402" y="8743"/>
                  <a:pt x="21378" y="8623"/>
                </a:cubicBezTo>
                <a:close/>
                <a:moveTo>
                  <a:pt x="21514" y="9448"/>
                </a:moveTo>
                <a:lnTo>
                  <a:pt x="9447" y="21514"/>
                </a:lnTo>
                <a:cubicBezTo>
                  <a:pt x="9576" y="21530"/>
                  <a:pt x="9704" y="21546"/>
                  <a:pt x="9833" y="21557"/>
                </a:cubicBezTo>
                <a:lnTo>
                  <a:pt x="21557" y="9834"/>
                </a:lnTo>
                <a:cubicBezTo>
                  <a:pt x="21546" y="9705"/>
                  <a:pt x="21530" y="9576"/>
                  <a:pt x="21514" y="9448"/>
                </a:cubicBezTo>
                <a:close/>
                <a:moveTo>
                  <a:pt x="21590" y="10333"/>
                </a:moveTo>
                <a:lnTo>
                  <a:pt x="10332" y="21590"/>
                </a:lnTo>
                <a:cubicBezTo>
                  <a:pt x="10473" y="21596"/>
                  <a:pt x="10613" y="21599"/>
                  <a:pt x="10753" y="21600"/>
                </a:cubicBezTo>
                <a:lnTo>
                  <a:pt x="21600" y="10754"/>
                </a:lnTo>
                <a:cubicBezTo>
                  <a:pt x="21599" y="10613"/>
                  <a:pt x="21596" y="10473"/>
                  <a:pt x="21590" y="10333"/>
                </a:cubicBezTo>
                <a:close/>
                <a:moveTo>
                  <a:pt x="21590" y="11296"/>
                </a:moveTo>
                <a:lnTo>
                  <a:pt x="11295" y="21590"/>
                </a:lnTo>
                <a:cubicBezTo>
                  <a:pt x="11449" y="21583"/>
                  <a:pt x="11603" y="21572"/>
                  <a:pt x="11757" y="21558"/>
                </a:cubicBezTo>
                <a:lnTo>
                  <a:pt x="21558" y="11757"/>
                </a:lnTo>
                <a:cubicBezTo>
                  <a:pt x="21572" y="11603"/>
                  <a:pt x="21583" y="11450"/>
                  <a:pt x="21590" y="11296"/>
                </a:cubicBezTo>
                <a:close/>
                <a:moveTo>
                  <a:pt x="21489" y="12358"/>
                </a:moveTo>
                <a:lnTo>
                  <a:pt x="12358" y="21489"/>
                </a:lnTo>
                <a:cubicBezTo>
                  <a:pt x="12531" y="21464"/>
                  <a:pt x="12703" y="21434"/>
                  <a:pt x="12876" y="21400"/>
                </a:cubicBezTo>
                <a:lnTo>
                  <a:pt x="21400" y="12876"/>
                </a:lnTo>
                <a:cubicBezTo>
                  <a:pt x="21434" y="12704"/>
                  <a:pt x="21464" y="12531"/>
                  <a:pt x="21489" y="12358"/>
                </a:cubicBezTo>
                <a:close/>
                <a:moveTo>
                  <a:pt x="21239" y="13569"/>
                </a:moveTo>
                <a:lnTo>
                  <a:pt x="13569" y="21239"/>
                </a:lnTo>
                <a:cubicBezTo>
                  <a:pt x="13774" y="21185"/>
                  <a:pt x="13978" y="21125"/>
                  <a:pt x="14181" y="21058"/>
                </a:cubicBezTo>
                <a:lnTo>
                  <a:pt x="21058" y="14181"/>
                </a:lnTo>
                <a:cubicBezTo>
                  <a:pt x="21125" y="13978"/>
                  <a:pt x="21185" y="13774"/>
                  <a:pt x="21239" y="13569"/>
                </a:cubicBezTo>
                <a:close/>
                <a:moveTo>
                  <a:pt x="20736" y="15035"/>
                </a:moveTo>
                <a:lnTo>
                  <a:pt x="15035" y="20736"/>
                </a:lnTo>
                <a:cubicBezTo>
                  <a:pt x="15310" y="20619"/>
                  <a:pt x="15581" y="20493"/>
                  <a:pt x="15848" y="20352"/>
                </a:cubicBezTo>
                <a:lnTo>
                  <a:pt x="20352" y="15848"/>
                </a:lnTo>
                <a:cubicBezTo>
                  <a:pt x="20493" y="15581"/>
                  <a:pt x="20619" y="15310"/>
                  <a:pt x="20736" y="15035"/>
                </a:cubicBezTo>
                <a:close/>
                <a:moveTo>
                  <a:pt x="19400" y="17332"/>
                </a:moveTo>
                <a:lnTo>
                  <a:pt x="17332" y="19400"/>
                </a:lnTo>
                <a:cubicBezTo>
                  <a:pt x="17716" y="19108"/>
                  <a:pt x="18087" y="18789"/>
                  <a:pt x="18438" y="18438"/>
                </a:cubicBezTo>
                <a:cubicBezTo>
                  <a:pt x="18788" y="18087"/>
                  <a:pt x="19107" y="17716"/>
                  <a:pt x="19400" y="17332"/>
                </a:cubicBezTo>
                <a:close/>
              </a:path>
            </a:pathLst>
          </a:custGeom>
          <a:solidFill>
            <a:schemeClr val="accent4"/>
          </a:solidFill>
          <a:ln w="12700">
            <a:miter lim="400000"/>
          </a:ln>
        </p:spPr>
        <p:txBody>
          <a:bodyPr lIns="0" tIns="0" rIns="0" bIns="0" anchor="ctr"/>
          <a:lstStyle/>
          <a:p>
            <a:pPr marL="0" marR="0" lvl="0" indent="0" algn="ctr" defTabSz="8255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 kumimoji="0" sz="32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Helvetica Neue Medium"/>
              <a:sym typeface="Helvetica Neue Medium"/>
            </a:endParaRPr>
          </a:p>
        </p:txBody>
      </p:sp>
      <p:sp>
        <p:nvSpPr>
          <p:cNvPr id="219" name="Shape">
            <a:extLst>
              <a:ext uri="{FF2B5EF4-FFF2-40B4-BE49-F238E27FC236}">
                <a16:creationId xmlns:a16="http://schemas.microsoft.com/office/drawing/2014/main" id="{CC4A9D6D-02E6-34B2-034D-5F0132B46A04}"/>
              </a:ext>
            </a:extLst>
          </p:cNvPr>
          <p:cNvSpPr/>
          <p:nvPr/>
        </p:nvSpPr>
        <p:spPr>
          <a:xfrm>
            <a:off x="11727838" y="12253507"/>
            <a:ext cx="4276957" cy="427713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800" y="0"/>
                </a:moveTo>
                <a:cubicBezTo>
                  <a:pt x="10787" y="0"/>
                  <a:pt x="10773" y="1"/>
                  <a:pt x="10759" y="1"/>
                </a:cubicBezTo>
                <a:lnTo>
                  <a:pt x="1" y="10760"/>
                </a:lnTo>
                <a:cubicBezTo>
                  <a:pt x="0" y="10900"/>
                  <a:pt x="3" y="11040"/>
                  <a:pt x="8" y="11181"/>
                </a:cubicBezTo>
                <a:lnTo>
                  <a:pt x="11180" y="9"/>
                </a:lnTo>
                <a:cubicBezTo>
                  <a:pt x="11054" y="4"/>
                  <a:pt x="10927" y="0"/>
                  <a:pt x="10800" y="0"/>
                </a:cubicBezTo>
                <a:close/>
                <a:moveTo>
                  <a:pt x="10211" y="17"/>
                </a:moveTo>
                <a:cubicBezTo>
                  <a:pt x="10057" y="25"/>
                  <a:pt x="9903" y="36"/>
                  <a:pt x="9748" y="51"/>
                </a:cubicBezTo>
                <a:lnTo>
                  <a:pt x="50" y="9749"/>
                </a:lnTo>
                <a:cubicBezTo>
                  <a:pt x="35" y="9903"/>
                  <a:pt x="25" y="10057"/>
                  <a:pt x="16" y="10212"/>
                </a:cubicBezTo>
                <a:lnTo>
                  <a:pt x="10211" y="17"/>
                </a:lnTo>
                <a:close/>
                <a:moveTo>
                  <a:pt x="11683" y="38"/>
                </a:moveTo>
                <a:lnTo>
                  <a:pt x="38" y="11684"/>
                </a:lnTo>
                <a:cubicBezTo>
                  <a:pt x="48" y="11814"/>
                  <a:pt x="62" y="11944"/>
                  <a:pt x="78" y="12075"/>
                </a:cubicBezTo>
                <a:lnTo>
                  <a:pt x="12074" y="78"/>
                </a:lnTo>
                <a:cubicBezTo>
                  <a:pt x="11944" y="63"/>
                  <a:pt x="11814" y="49"/>
                  <a:pt x="11683" y="38"/>
                </a:cubicBezTo>
                <a:close/>
                <a:moveTo>
                  <a:pt x="9136" y="131"/>
                </a:moveTo>
                <a:cubicBezTo>
                  <a:pt x="8960" y="158"/>
                  <a:pt x="8786" y="190"/>
                  <a:pt x="8611" y="226"/>
                </a:cubicBezTo>
                <a:lnTo>
                  <a:pt x="226" y="8611"/>
                </a:lnTo>
                <a:cubicBezTo>
                  <a:pt x="190" y="8786"/>
                  <a:pt x="157" y="8961"/>
                  <a:pt x="130" y="9137"/>
                </a:cubicBezTo>
                <a:lnTo>
                  <a:pt x="9136" y="131"/>
                </a:lnTo>
                <a:close/>
                <a:moveTo>
                  <a:pt x="12541" y="143"/>
                </a:moveTo>
                <a:lnTo>
                  <a:pt x="143" y="12541"/>
                </a:lnTo>
                <a:cubicBezTo>
                  <a:pt x="163" y="12663"/>
                  <a:pt x="183" y="12785"/>
                  <a:pt x="207" y="12906"/>
                </a:cubicBezTo>
                <a:lnTo>
                  <a:pt x="12906" y="208"/>
                </a:lnTo>
                <a:cubicBezTo>
                  <a:pt x="12785" y="184"/>
                  <a:pt x="12663" y="163"/>
                  <a:pt x="12541" y="143"/>
                </a:cubicBezTo>
                <a:close/>
                <a:moveTo>
                  <a:pt x="13343" y="303"/>
                </a:moveTo>
                <a:lnTo>
                  <a:pt x="303" y="13343"/>
                </a:lnTo>
                <a:cubicBezTo>
                  <a:pt x="330" y="13456"/>
                  <a:pt x="361" y="13569"/>
                  <a:pt x="392" y="13682"/>
                </a:cubicBezTo>
                <a:lnTo>
                  <a:pt x="13682" y="393"/>
                </a:lnTo>
                <a:cubicBezTo>
                  <a:pt x="13569" y="362"/>
                  <a:pt x="13456" y="331"/>
                  <a:pt x="13343" y="303"/>
                </a:cubicBezTo>
                <a:close/>
                <a:moveTo>
                  <a:pt x="7909" y="395"/>
                </a:moveTo>
                <a:cubicBezTo>
                  <a:pt x="7701" y="452"/>
                  <a:pt x="7495" y="515"/>
                  <a:pt x="7290" y="585"/>
                </a:cubicBezTo>
                <a:lnTo>
                  <a:pt x="584" y="7290"/>
                </a:lnTo>
                <a:cubicBezTo>
                  <a:pt x="514" y="7495"/>
                  <a:pt x="452" y="7702"/>
                  <a:pt x="394" y="7909"/>
                </a:cubicBezTo>
                <a:lnTo>
                  <a:pt x="7909" y="395"/>
                </a:lnTo>
                <a:close/>
                <a:moveTo>
                  <a:pt x="14094" y="515"/>
                </a:moveTo>
                <a:lnTo>
                  <a:pt x="514" y="14094"/>
                </a:lnTo>
                <a:cubicBezTo>
                  <a:pt x="549" y="14202"/>
                  <a:pt x="583" y="14310"/>
                  <a:pt x="620" y="14417"/>
                </a:cubicBezTo>
                <a:lnTo>
                  <a:pt x="14417" y="621"/>
                </a:lnTo>
                <a:cubicBezTo>
                  <a:pt x="14310" y="583"/>
                  <a:pt x="14202" y="549"/>
                  <a:pt x="14094" y="515"/>
                </a:cubicBezTo>
                <a:close/>
                <a:moveTo>
                  <a:pt x="14804" y="767"/>
                </a:moveTo>
                <a:lnTo>
                  <a:pt x="767" y="14804"/>
                </a:lnTo>
                <a:cubicBezTo>
                  <a:pt x="807" y="14905"/>
                  <a:pt x="851" y="15004"/>
                  <a:pt x="894" y="15104"/>
                </a:cubicBezTo>
                <a:lnTo>
                  <a:pt x="15104" y="895"/>
                </a:lnTo>
                <a:cubicBezTo>
                  <a:pt x="15004" y="852"/>
                  <a:pt x="14905" y="807"/>
                  <a:pt x="14804" y="767"/>
                </a:cubicBezTo>
                <a:close/>
                <a:moveTo>
                  <a:pt x="6411" y="932"/>
                </a:moveTo>
                <a:cubicBezTo>
                  <a:pt x="6118" y="1062"/>
                  <a:pt x="5831" y="1206"/>
                  <a:pt x="5549" y="1363"/>
                </a:cubicBezTo>
                <a:lnTo>
                  <a:pt x="1362" y="5549"/>
                </a:lnTo>
                <a:cubicBezTo>
                  <a:pt x="1205" y="5832"/>
                  <a:pt x="1061" y="6119"/>
                  <a:pt x="931" y="6411"/>
                </a:cubicBezTo>
                <a:lnTo>
                  <a:pt x="6411" y="932"/>
                </a:lnTo>
                <a:close/>
                <a:moveTo>
                  <a:pt x="15470" y="1061"/>
                </a:moveTo>
                <a:lnTo>
                  <a:pt x="1060" y="15471"/>
                </a:lnTo>
                <a:cubicBezTo>
                  <a:pt x="1106" y="15567"/>
                  <a:pt x="1153" y="15664"/>
                  <a:pt x="1202" y="15759"/>
                </a:cubicBezTo>
                <a:lnTo>
                  <a:pt x="15759" y="1203"/>
                </a:lnTo>
                <a:cubicBezTo>
                  <a:pt x="15663" y="1153"/>
                  <a:pt x="15567" y="1107"/>
                  <a:pt x="15470" y="1061"/>
                </a:cubicBezTo>
                <a:close/>
                <a:moveTo>
                  <a:pt x="16103" y="1391"/>
                </a:moveTo>
                <a:lnTo>
                  <a:pt x="1391" y="16103"/>
                </a:lnTo>
                <a:cubicBezTo>
                  <a:pt x="1442" y="16194"/>
                  <a:pt x="1494" y="16285"/>
                  <a:pt x="1549" y="16375"/>
                </a:cubicBezTo>
                <a:lnTo>
                  <a:pt x="16375" y="1549"/>
                </a:lnTo>
                <a:cubicBezTo>
                  <a:pt x="16285" y="1495"/>
                  <a:pt x="16194" y="1442"/>
                  <a:pt x="16103" y="1391"/>
                </a:cubicBezTo>
                <a:close/>
                <a:moveTo>
                  <a:pt x="16703" y="1754"/>
                </a:moveTo>
                <a:lnTo>
                  <a:pt x="1753" y="16703"/>
                </a:lnTo>
                <a:cubicBezTo>
                  <a:pt x="1809" y="16788"/>
                  <a:pt x="1869" y="16872"/>
                  <a:pt x="1928" y="16956"/>
                </a:cubicBezTo>
                <a:lnTo>
                  <a:pt x="16956" y="1928"/>
                </a:lnTo>
                <a:cubicBezTo>
                  <a:pt x="16872" y="1869"/>
                  <a:pt x="16788" y="1810"/>
                  <a:pt x="16703" y="1754"/>
                </a:cubicBezTo>
                <a:close/>
                <a:moveTo>
                  <a:pt x="17267" y="2151"/>
                </a:moveTo>
                <a:lnTo>
                  <a:pt x="2151" y="17267"/>
                </a:lnTo>
                <a:cubicBezTo>
                  <a:pt x="2212" y="17349"/>
                  <a:pt x="2274" y="17430"/>
                  <a:pt x="2338" y="17510"/>
                </a:cubicBezTo>
                <a:lnTo>
                  <a:pt x="17510" y="2338"/>
                </a:lnTo>
                <a:cubicBezTo>
                  <a:pt x="17430" y="2275"/>
                  <a:pt x="17349" y="2212"/>
                  <a:pt x="17267" y="2151"/>
                </a:cubicBezTo>
                <a:close/>
                <a:moveTo>
                  <a:pt x="3805" y="2574"/>
                </a:moveTo>
                <a:cubicBezTo>
                  <a:pt x="3586" y="2761"/>
                  <a:pt x="3370" y="2956"/>
                  <a:pt x="3163" y="3163"/>
                </a:cubicBezTo>
                <a:cubicBezTo>
                  <a:pt x="2955" y="3371"/>
                  <a:pt x="2761" y="3586"/>
                  <a:pt x="2574" y="3806"/>
                </a:cubicBezTo>
                <a:lnTo>
                  <a:pt x="3805" y="2574"/>
                </a:lnTo>
                <a:close/>
                <a:moveTo>
                  <a:pt x="17801" y="2579"/>
                </a:moveTo>
                <a:lnTo>
                  <a:pt x="2579" y="17801"/>
                </a:lnTo>
                <a:cubicBezTo>
                  <a:pt x="2645" y="17878"/>
                  <a:pt x="2709" y="17957"/>
                  <a:pt x="2777" y="18032"/>
                </a:cubicBezTo>
                <a:lnTo>
                  <a:pt x="18032" y="2777"/>
                </a:lnTo>
                <a:cubicBezTo>
                  <a:pt x="17957" y="2709"/>
                  <a:pt x="17878" y="2645"/>
                  <a:pt x="17801" y="2579"/>
                </a:cubicBezTo>
                <a:close/>
                <a:moveTo>
                  <a:pt x="18304" y="3036"/>
                </a:moveTo>
                <a:lnTo>
                  <a:pt x="3036" y="18304"/>
                </a:lnTo>
                <a:cubicBezTo>
                  <a:pt x="3079" y="18349"/>
                  <a:pt x="3119" y="18394"/>
                  <a:pt x="3163" y="18438"/>
                </a:cubicBezTo>
                <a:cubicBezTo>
                  <a:pt x="3191" y="18466"/>
                  <a:pt x="3222" y="18492"/>
                  <a:pt x="3250" y="18521"/>
                </a:cubicBezTo>
                <a:lnTo>
                  <a:pt x="18521" y="3251"/>
                </a:lnTo>
                <a:cubicBezTo>
                  <a:pt x="18492" y="3222"/>
                  <a:pt x="18466" y="3192"/>
                  <a:pt x="18438" y="3163"/>
                </a:cubicBezTo>
                <a:cubicBezTo>
                  <a:pt x="18394" y="3119"/>
                  <a:pt x="18348" y="3079"/>
                  <a:pt x="18304" y="3036"/>
                </a:cubicBezTo>
                <a:close/>
                <a:moveTo>
                  <a:pt x="18781" y="3523"/>
                </a:moveTo>
                <a:lnTo>
                  <a:pt x="3522" y="18781"/>
                </a:lnTo>
                <a:cubicBezTo>
                  <a:pt x="3598" y="18850"/>
                  <a:pt x="3676" y="18915"/>
                  <a:pt x="3753" y="18982"/>
                </a:cubicBezTo>
                <a:lnTo>
                  <a:pt x="18982" y="3753"/>
                </a:lnTo>
                <a:cubicBezTo>
                  <a:pt x="18915" y="3676"/>
                  <a:pt x="18850" y="3598"/>
                  <a:pt x="18781" y="3523"/>
                </a:cubicBezTo>
                <a:close/>
                <a:moveTo>
                  <a:pt x="19224" y="4041"/>
                </a:moveTo>
                <a:lnTo>
                  <a:pt x="4041" y="19224"/>
                </a:lnTo>
                <a:cubicBezTo>
                  <a:pt x="4121" y="19289"/>
                  <a:pt x="4202" y="19350"/>
                  <a:pt x="4283" y="19412"/>
                </a:cubicBezTo>
                <a:lnTo>
                  <a:pt x="19412" y="4283"/>
                </a:lnTo>
                <a:cubicBezTo>
                  <a:pt x="19350" y="4202"/>
                  <a:pt x="19289" y="4121"/>
                  <a:pt x="19224" y="4041"/>
                </a:cubicBezTo>
                <a:close/>
                <a:moveTo>
                  <a:pt x="19637" y="4591"/>
                </a:moveTo>
                <a:lnTo>
                  <a:pt x="4591" y="19637"/>
                </a:lnTo>
                <a:cubicBezTo>
                  <a:pt x="4675" y="19696"/>
                  <a:pt x="4758" y="19757"/>
                  <a:pt x="4843" y="19813"/>
                </a:cubicBezTo>
                <a:lnTo>
                  <a:pt x="19813" y="4844"/>
                </a:lnTo>
                <a:cubicBezTo>
                  <a:pt x="19757" y="4758"/>
                  <a:pt x="19696" y="4675"/>
                  <a:pt x="19637" y="4591"/>
                </a:cubicBezTo>
                <a:close/>
                <a:moveTo>
                  <a:pt x="20019" y="5172"/>
                </a:moveTo>
                <a:lnTo>
                  <a:pt x="5172" y="20019"/>
                </a:lnTo>
                <a:cubicBezTo>
                  <a:pt x="5261" y="20073"/>
                  <a:pt x="5351" y="20126"/>
                  <a:pt x="5441" y="20178"/>
                </a:cubicBezTo>
                <a:lnTo>
                  <a:pt x="20178" y="5441"/>
                </a:lnTo>
                <a:cubicBezTo>
                  <a:pt x="20126" y="5351"/>
                  <a:pt x="20073" y="5261"/>
                  <a:pt x="20019" y="5172"/>
                </a:cubicBezTo>
                <a:close/>
                <a:moveTo>
                  <a:pt x="20369" y="5782"/>
                </a:moveTo>
                <a:lnTo>
                  <a:pt x="5782" y="20369"/>
                </a:lnTo>
                <a:cubicBezTo>
                  <a:pt x="5877" y="20419"/>
                  <a:pt x="5974" y="20463"/>
                  <a:pt x="6071" y="20510"/>
                </a:cubicBezTo>
                <a:lnTo>
                  <a:pt x="20510" y="6071"/>
                </a:lnTo>
                <a:cubicBezTo>
                  <a:pt x="20463" y="5975"/>
                  <a:pt x="20419" y="5878"/>
                  <a:pt x="20369" y="5782"/>
                </a:cubicBezTo>
                <a:close/>
                <a:moveTo>
                  <a:pt x="20679" y="6434"/>
                </a:moveTo>
                <a:lnTo>
                  <a:pt x="6434" y="20679"/>
                </a:lnTo>
                <a:cubicBezTo>
                  <a:pt x="6534" y="20723"/>
                  <a:pt x="6633" y="20769"/>
                  <a:pt x="6734" y="20809"/>
                </a:cubicBezTo>
                <a:lnTo>
                  <a:pt x="20809" y="6735"/>
                </a:lnTo>
                <a:cubicBezTo>
                  <a:pt x="20769" y="6634"/>
                  <a:pt x="20723" y="6534"/>
                  <a:pt x="20679" y="6434"/>
                </a:cubicBezTo>
                <a:close/>
                <a:moveTo>
                  <a:pt x="20956" y="7121"/>
                </a:moveTo>
                <a:lnTo>
                  <a:pt x="7120" y="20956"/>
                </a:lnTo>
                <a:cubicBezTo>
                  <a:pt x="7226" y="20994"/>
                  <a:pt x="7333" y="21030"/>
                  <a:pt x="7439" y="21065"/>
                </a:cubicBezTo>
                <a:lnTo>
                  <a:pt x="21065" y="7439"/>
                </a:lnTo>
                <a:cubicBezTo>
                  <a:pt x="21030" y="7333"/>
                  <a:pt x="20994" y="7226"/>
                  <a:pt x="20956" y="7121"/>
                </a:cubicBezTo>
                <a:close/>
                <a:moveTo>
                  <a:pt x="21190" y="7848"/>
                </a:moveTo>
                <a:lnTo>
                  <a:pt x="7848" y="21190"/>
                </a:lnTo>
                <a:cubicBezTo>
                  <a:pt x="7960" y="21221"/>
                  <a:pt x="8073" y="21252"/>
                  <a:pt x="8186" y="21280"/>
                </a:cubicBezTo>
                <a:lnTo>
                  <a:pt x="21280" y="8186"/>
                </a:lnTo>
                <a:cubicBezTo>
                  <a:pt x="21252" y="8073"/>
                  <a:pt x="21221" y="7960"/>
                  <a:pt x="21190" y="7848"/>
                </a:cubicBezTo>
                <a:close/>
                <a:moveTo>
                  <a:pt x="21378" y="8623"/>
                </a:moveTo>
                <a:lnTo>
                  <a:pt x="8623" y="21378"/>
                </a:lnTo>
                <a:cubicBezTo>
                  <a:pt x="8743" y="21402"/>
                  <a:pt x="8863" y="21424"/>
                  <a:pt x="8984" y="21445"/>
                </a:cubicBezTo>
                <a:lnTo>
                  <a:pt x="21445" y="8984"/>
                </a:lnTo>
                <a:cubicBezTo>
                  <a:pt x="21424" y="8864"/>
                  <a:pt x="21402" y="8743"/>
                  <a:pt x="21378" y="8623"/>
                </a:cubicBezTo>
                <a:close/>
                <a:moveTo>
                  <a:pt x="21514" y="9448"/>
                </a:moveTo>
                <a:lnTo>
                  <a:pt x="9447" y="21514"/>
                </a:lnTo>
                <a:cubicBezTo>
                  <a:pt x="9576" y="21530"/>
                  <a:pt x="9704" y="21546"/>
                  <a:pt x="9833" y="21557"/>
                </a:cubicBezTo>
                <a:lnTo>
                  <a:pt x="21557" y="9834"/>
                </a:lnTo>
                <a:cubicBezTo>
                  <a:pt x="21546" y="9705"/>
                  <a:pt x="21530" y="9576"/>
                  <a:pt x="21514" y="9448"/>
                </a:cubicBezTo>
                <a:close/>
                <a:moveTo>
                  <a:pt x="21590" y="10333"/>
                </a:moveTo>
                <a:lnTo>
                  <a:pt x="10332" y="21590"/>
                </a:lnTo>
                <a:cubicBezTo>
                  <a:pt x="10473" y="21596"/>
                  <a:pt x="10613" y="21599"/>
                  <a:pt x="10753" y="21600"/>
                </a:cubicBezTo>
                <a:lnTo>
                  <a:pt x="21600" y="10754"/>
                </a:lnTo>
                <a:cubicBezTo>
                  <a:pt x="21599" y="10613"/>
                  <a:pt x="21596" y="10473"/>
                  <a:pt x="21590" y="10333"/>
                </a:cubicBezTo>
                <a:close/>
                <a:moveTo>
                  <a:pt x="21590" y="11296"/>
                </a:moveTo>
                <a:lnTo>
                  <a:pt x="11295" y="21590"/>
                </a:lnTo>
                <a:cubicBezTo>
                  <a:pt x="11449" y="21583"/>
                  <a:pt x="11603" y="21572"/>
                  <a:pt x="11757" y="21558"/>
                </a:cubicBezTo>
                <a:lnTo>
                  <a:pt x="21558" y="11757"/>
                </a:lnTo>
                <a:cubicBezTo>
                  <a:pt x="21572" y="11603"/>
                  <a:pt x="21583" y="11450"/>
                  <a:pt x="21590" y="11296"/>
                </a:cubicBezTo>
                <a:close/>
                <a:moveTo>
                  <a:pt x="21489" y="12358"/>
                </a:moveTo>
                <a:lnTo>
                  <a:pt x="12358" y="21489"/>
                </a:lnTo>
                <a:cubicBezTo>
                  <a:pt x="12531" y="21464"/>
                  <a:pt x="12703" y="21434"/>
                  <a:pt x="12876" y="21400"/>
                </a:cubicBezTo>
                <a:lnTo>
                  <a:pt x="21400" y="12876"/>
                </a:lnTo>
                <a:cubicBezTo>
                  <a:pt x="21434" y="12704"/>
                  <a:pt x="21464" y="12531"/>
                  <a:pt x="21489" y="12358"/>
                </a:cubicBezTo>
                <a:close/>
                <a:moveTo>
                  <a:pt x="21239" y="13569"/>
                </a:moveTo>
                <a:lnTo>
                  <a:pt x="13569" y="21239"/>
                </a:lnTo>
                <a:cubicBezTo>
                  <a:pt x="13774" y="21185"/>
                  <a:pt x="13978" y="21125"/>
                  <a:pt x="14181" y="21058"/>
                </a:cubicBezTo>
                <a:lnTo>
                  <a:pt x="21058" y="14181"/>
                </a:lnTo>
                <a:cubicBezTo>
                  <a:pt x="21125" y="13978"/>
                  <a:pt x="21185" y="13774"/>
                  <a:pt x="21239" y="13569"/>
                </a:cubicBezTo>
                <a:close/>
                <a:moveTo>
                  <a:pt x="20736" y="15035"/>
                </a:moveTo>
                <a:lnTo>
                  <a:pt x="15035" y="20736"/>
                </a:lnTo>
                <a:cubicBezTo>
                  <a:pt x="15310" y="20619"/>
                  <a:pt x="15581" y="20493"/>
                  <a:pt x="15848" y="20352"/>
                </a:cubicBezTo>
                <a:lnTo>
                  <a:pt x="20352" y="15848"/>
                </a:lnTo>
                <a:cubicBezTo>
                  <a:pt x="20493" y="15581"/>
                  <a:pt x="20619" y="15310"/>
                  <a:pt x="20736" y="15035"/>
                </a:cubicBezTo>
                <a:close/>
                <a:moveTo>
                  <a:pt x="19400" y="17332"/>
                </a:moveTo>
                <a:lnTo>
                  <a:pt x="17332" y="19400"/>
                </a:lnTo>
                <a:cubicBezTo>
                  <a:pt x="17716" y="19108"/>
                  <a:pt x="18087" y="18789"/>
                  <a:pt x="18438" y="18438"/>
                </a:cubicBezTo>
                <a:cubicBezTo>
                  <a:pt x="18788" y="18087"/>
                  <a:pt x="19107" y="17716"/>
                  <a:pt x="19400" y="17332"/>
                </a:cubicBezTo>
                <a:close/>
              </a:path>
            </a:pathLst>
          </a:custGeom>
          <a:solidFill>
            <a:schemeClr val="accent4"/>
          </a:solidFill>
          <a:ln w="12700">
            <a:miter lim="400000"/>
          </a:ln>
        </p:spPr>
        <p:txBody>
          <a:bodyPr lIns="0" tIns="0" rIns="0" bIns="0" anchor="ctr"/>
          <a:lstStyle/>
          <a:p>
            <a:pPr marL="0" marR="0" lvl="0" indent="0" algn="ctr" defTabSz="8255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 kumimoji="0" sz="32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Helvetica Neue Medium"/>
              <a:sym typeface="Helvetica Neue Medium"/>
            </a:endParaRPr>
          </a:p>
        </p:txBody>
      </p:sp>
      <p:sp>
        <p:nvSpPr>
          <p:cNvPr id="220" name="Shape">
            <a:extLst>
              <a:ext uri="{FF2B5EF4-FFF2-40B4-BE49-F238E27FC236}">
                <a16:creationId xmlns:a16="http://schemas.microsoft.com/office/drawing/2014/main" id="{C004E333-6164-58EF-EC2D-9723C436F847}"/>
              </a:ext>
            </a:extLst>
          </p:cNvPr>
          <p:cNvSpPr/>
          <p:nvPr/>
        </p:nvSpPr>
        <p:spPr>
          <a:xfrm>
            <a:off x="22467966" y="8316507"/>
            <a:ext cx="4276957" cy="427713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800" y="0"/>
                </a:moveTo>
                <a:cubicBezTo>
                  <a:pt x="10787" y="0"/>
                  <a:pt x="10773" y="1"/>
                  <a:pt x="10759" y="1"/>
                </a:cubicBezTo>
                <a:lnTo>
                  <a:pt x="1" y="10760"/>
                </a:lnTo>
                <a:cubicBezTo>
                  <a:pt x="0" y="10900"/>
                  <a:pt x="3" y="11040"/>
                  <a:pt x="8" y="11181"/>
                </a:cubicBezTo>
                <a:lnTo>
                  <a:pt x="11180" y="9"/>
                </a:lnTo>
                <a:cubicBezTo>
                  <a:pt x="11054" y="4"/>
                  <a:pt x="10927" y="0"/>
                  <a:pt x="10800" y="0"/>
                </a:cubicBezTo>
                <a:close/>
                <a:moveTo>
                  <a:pt x="10211" y="17"/>
                </a:moveTo>
                <a:cubicBezTo>
                  <a:pt x="10057" y="25"/>
                  <a:pt x="9903" y="36"/>
                  <a:pt x="9748" y="51"/>
                </a:cubicBezTo>
                <a:lnTo>
                  <a:pt x="50" y="9749"/>
                </a:lnTo>
                <a:cubicBezTo>
                  <a:pt x="35" y="9903"/>
                  <a:pt x="25" y="10057"/>
                  <a:pt x="16" y="10212"/>
                </a:cubicBezTo>
                <a:lnTo>
                  <a:pt x="10211" y="17"/>
                </a:lnTo>
                <a:close/>
                <a:moveTo>
                  <a:pt x="11683" y="38"/>
                </a:moveTo>
                <a:lnTo>
                  <a:pt x="38" y="11684"/>
                </a:lnTo>
                <a:cubicBezTo>
                  <a:pt x="48" y="11814"/>
                  <a:pt x="62" y="11944"/>
                  <a:pt x="78" y="12075"/>
                </a:cubicBezTo>
                <a:lnTo>
                  <a:pt x="12074" y="78"/>
                </a:lnTo>
                <a:cubicBezTo>
                  <a:pt x="11944" y="63"/>
                  <a:pt x="11814" y="49"/>
                  <a:pt x="11683" y="38"/>
                </a:cubicBezTo>
                <a:close/>
                <a:moveTo>
                  <a:pt x="9136" y="131"/>
                </a:moveTo>
                <a:cubicBezTo>
                  <a:pt x="8960" y="158"/>
                  <a:pt x="8786" y="190"/>
                  <a:pt x="8611" y="226"/>
                </a:cubicBezTo>
                <a:lnTo>
                  <a:pt x="226" y="8611"/>
                </a:lnTo>
                <a:cubicBezTo>
                  <a:pt x="190" y="8786"/>
                  <a:pt x="157" y="8961"/>
                  <a:pt x="130" y="9137"/>
                </a:cubicBezTo>
                <a:lnTo>
                  <a:pt x="9136" y="131"/>
                </a:lnTo>
                <a:close/>
                <a:moveTo>
                  <a:pt x="12541" y="143"/>
                </a:moveTo>
                <a:lnTo>
                  <a:pt x="143" y="12541"/>
                </a:lnTo>
                <a:cubicBezTo>
                  <a:pt x="163" y="12663"/>
                  <a:pt x="183" y="12785"/>
                  <a:pt x="207" y="12906"/>
                </a:cubicBezTo>
                <a:lnTo>
                  <a:pt x="12906" y="208"/>
                </a:lnTo>
                <a:cubicBezTo>
                  <a:pt x="12785" y="184"/>
                  <a:pt x="12663" y="163"/>
                  <a:pt x="12541" y="143"/>
                </a:cubicBezTo>
                <a:close/>
                <a:moveTo>
                  <a:pt x="13343" y="303"/>
                </a:moveTo>
                <a:lnTo>
                  <a:pt x="303" y="13343"/>
                </a:lnTo>
                <a:cubicBezTo>
                  <a:pt x="330" y="13456"/>
                  <a:pt x="361" y="13569"/>
                  <a:pt x="392" y="13682"/>
                </a:cubicBezTo>
                <a:lnTo>
                  <a:pt x="13682" y="393"/>
                </a:lnTo>
                <a:cubicBezTo>
                  <a:pt x="13569" y="362"/>
                  <a:pt x="13456" y="331"/>
                  <a:pt x="13343" y="303"/>
                </a:cubicBezTo>
                <a:close/>
                <a:moveTo>
                  <a:pt x="7909" y="395"/>
                </a:moveTo>
                <a:cubicBezTo>
                  <a:pt x="7701" y="452"/>
                  <a:pt x="7495" y="515"/>
                  <a:pt x="7290" y="585"/>
                </a:cubicBezTo>
                <a:lnTo>
                  <a:pt x="584" y="7290"/>
                </a:lnTo>
                <a:cubicBezTo>
                  <a:pt x="514" y="7495"/>
                  <a:pt x="452" y="7702"/>
                  <a:pt x="394" y="7909"/>
                </a:cubicBezTo>
                <a:lnTo>
                  <a:pt x="7909" y="395"/>
                </a:lnTo>
                <a:close/>
                <a:moveTo>
                  <a:pt x="14094" y="515"/>
                </a:moveTo>
                <a:lnTo>
                  <a:pt x="514" y="14094"/>
                </a:lnTo>
                <a:cubicBezTo>
                  <a:pt x="549" y="14202"/>
                  <a:pt x="583" y="14310"/>
                  <a:pt x="620" y="14417"/>
                </a:cubicBezTo>
                <a:lnTo>
                  <a:pt x="14417" y="621"/>
                </a:lnTo>
                <a:cubicBezTo>
                  <a:pt x="14310" y="583"/>
                  <a:pt x="14202" y="549"/>
                  <a:pt x="14094" y="515"/>
                </a:cubicBezTo>
                <a:close/>
                <a:moveTo>
                  <a:pt x="14804" y="767"/>
                </a:moveTo>
                <a:lnTo>
                  <a:pt x="767" y="14804"/>
                </a:lnTo>
                <a:cubicBezTo>
                  <a:pt x="807" y="14905"/>
                  <a:pt x="851" y="15004"/>
                  <a:pt x="894" y="15104"/>
                </a:cubicBezTo>
                <a:lnTo>
                  <a:pt x="15104" y="895"/>
                </a:lnTo>
                <a:cubicBezTo>
                  <a:pt x="15004" y="852"/>
                  <a:pt x="14905" y="807"/>
                  <a:pt x="14804" y="767"/>
                </a:cubicBezTo>
                <a:close/>
                <a:moveTo>
                  <a:pt x="6411" y="932"/>
                </a:moveTo>
                <a:cubicBezTo>
                  <a:pt x="6118" y="1062"/>
                  <a:pt x="5831" y="1206"/>
                  <a:pt x="5549" y="1363"/>
                </a:cubicBezTo>
                <a:lnTo>
                  <a:pt x="1362" y="5549"/>
                </a:lnTo>
                <a:cubicBezTo>
                  <a:pt x="1205" y="5832"/>
                  <a:pt x="1061" y="6119"/>
                  <a:pt x="931" y="6411"/>
                </a:cubicBezTo>
                <a:lnTo>
                  <a:pt x="6411" y="932"/>
                </a:lnTo>
                <a:close/>
                <a:moveTo>
                  <a:pt x="15470" y="1061"/>
                </a:moveTo>
                <a:lnTo>
                  <a:pt x="1060" y="15471"/>
                </a:lnTo>
                <a:cubicBezTo>
                  <a:pt x="1106" y="15567"/>
                  <a:pt x="1153" y="15664"/>
                  <a:pt x="1202" y="15759"/>
                </a:cubicBezTo>
                <a:lnTo>
                  <a:pt x="15759" y="1203"/>
                </a:lnTo>
                <a:cubicBezTo>
                  <a:pt x="15663" y="1153"/>
                  <a:pt x="15567" y="1107"/>
                  <a:pt x="15470" y="1061"/>
                </a:cubicBezTo>
                <a:close/>
                <a:moveTo>
                  <a:pt x="16103" y="1391"/>
                </a:moveTo>
                <a:lnTo>
                  <a:pt x="1391" y="16103"/>
                </a:lnTo>
                <a:cubicBezTo>
                  <a:pt x="1442" y="16194"/>
                  <a:pt x="1494" y="16285"/>
                  <a:pt x="1549" y="16375"/>
                </a:cubicBezTo>
                <a:lnTo>
                  <a:pt x="16375" y="1549"/>
                </a:lnTo>
                <a:cubicBezTo>
                  <a:pt x="16285" y="1495"/>
                  <a:pt x="16194" y="1442"/>
                  <a:pt x="16103" y="1391"/>
                </a:cubicBezTo>
                <a:close/>
                <a:moveTo>
                  <a:pt x="16703" y="1754"/>
                </a:moveTo>
                <a:lnTo>
                  <a:pt x="1753" y="16703"/>
                </a:lnTo>
                <a:cubicBezTo>
                  <a:pt x="1809" y="16788"/>
                  <a:pt x="1869" y="16872"/>
                  <a:pt x="1928" y="16956"/>
                </a:cubicBezTo>
                <a:lnTo>
                  <a:pt x="16956" y="1928"/>
                </a:lnTo>
                <a:cubicBezTo>
                  <a:pt x="16872" y="1869"/>
                  <a:pt x="16788" y="1810"/>
                  <a:pt x="16703" y="1754"/>
                </a:cubicBezTo>
                <a:close/>
                <a:moveTo>
                  <a:pt x="17267" y="2151"/>
                </a:moveTo>
                <a:lnTo>
                  <a:pt x="2151" y="17267"/>
                </a:lnTo>
                <a:cubicBezTo>
                  <a:pt x="2212" y="17349"/>
                  <a:pt x="2274" y="17430"/>
                  <a:pt x="2338" y="17510"/>
                </a:cubicBezTo>
                <a:lnTo>
                  <a:pt x="17510" y="2338"/>
                </a:lnTo>
                <a:cubicBezTo>
                  <a:pt x="17430" y="2275"/>
                  <a:pt x="17349" y="2212"/>
                  <a:pt x="17267" y="2151"/>
                </a:cubicBezTo>
                <a:close/>
                <a:moveTo>
                  <a:pt x="3805" y="2574"/>
                </a:moveTo>
                <a:cubicBezTo>
                  <a:pt x="3586" y="2761"/>
                  <a:pt x="3370" y="2956"/>
                  <a:pt x="3163" y="3163"/>
                </a:cubicBezTo>
                <a:cubicBezTo>
                  <a:pt x="2955" y="3371"/>
                  <a:pt x="2761" y="3586"/>
                  <a:pt x="2574" y="3806"/>
                </a:cubicBezTo>
                <a:lnTo>
                  <a:pt x="3805" y="2574"/>
                </a:lnTo>
                <a:close/>
                <a:moveTo>
                  <a:pt x="17801" y="2579"/>
                </a:moveTo>
                <a:lnTo>
                  <a:pt x="2579" y="17801"/>
                </a:lnTo>
                <a:cubicBezTo>
                  <a:pt x="2645" y="17878"/>
                  <a:pt x="2709" y="17957"/>
                  <a:pt x="2777" y="18032"/>
                </a:cubicBezTo>
                <a:lnTo>
                  <a:pt x="18032" y="2777"/>
                </a:lnTo>
                <a:cubicBezTo>
                  <a:pt x="17957" y="2709"/>
                  <a:pt x="17878" y="2645"/>
                  <a:pt x="17801" y="2579"/>
                </a:cubicBezTo>
                <a:close/>
                <a:moveTo>
                  <a:pt x="18304" y="3036"/>
                </a:moveTo>
                <a:lnTo>
                  <a:pt x="3036" y="18304"/>
                </a:lnTo>
                <a:cubicBezTo>
                  <a:pt x="3079" y="18349"/>
                  <a:pt x="3119" y="18394"/>
                  <a:pt x="3163" y="18438"/>
                </a:cubicBezTo>
                <a:cubicBezTo>
                  <a:pt x="3191" y="18466"/>
                  <a:pt x="3222" y="18492"/>
                  <a:pt x="3250" y="18521"/>
                </a:cubicBezTo>
                <a:lnTo>
                  <a:pt x="18521" y="3251"/>
                </a:lnTo>
                <a:cubicBezTo>
                  <a:pt x="18492" y="3222"/>
                  <a:pt x="18466" y="3192"/>
                  <a:pt x="18438" y="3163"/>
                </a:cubicBezTo>
                <a:cubicBezTo>
                  <a:pt x="18394" y="3119"/>
                  <a:pt x="18348" y="3079"/>
                  <a:pt x="18304" y="3036"/>
                </a:cubicBezTo>
                <a:close/>
                <a:moveTo>
                  <a:pt x="18781" y="3523"/>
                </a:moveTo>
                <a:lnTo>
                  <a:pt x="3522" y="18781"/>
                </a:lnTo>
                <a:cubicBezTo>
                  <a:pt x="3598" y="18850"/>
                  <a:pt x="3676" y="18915"/>
                  <a:pt x="3753" y="18982"/>
                </a:cubicBezTo>
                <a:lnTo>
                  <a:pt x="18982" y="3753"/>
                </a:lnTo>
                <a:cubicBezTo>
                  <a:pt x="18915" y="3676"/>
                  <a:pt x="18850" y="3598"/>
                  <a:pt x="18781" y="3523"/>
                </a:cubicBezTo>
                <a:close/>
                <a:moveTo>
                  <a:pt x="19224" y="4041"/>
                </a:moveTo>
                <a:lnTo>
                  <a:pt x="4041" y="19224"/>
                </a:lnTo>
                <a:cubicBezTo>
                  <a:pt x="4121" y="19289"/>
                  <a:pt x="4202" y="19350"/>
                  <a:pt x="4283" y="19412"/>
                </a:cubicBezTo>
                <a:lnTo>
                  <a:pt x="19412" y="4283"/>
                </a:lnTo>
                <a:cubicBezTo>
                  <a:pt x="19350" y="4202"/>
                  <a:pt x="19289" y="4121"/>
                  <a:pt x="19224" y="4041"/>
                </a:cubicBezTo>
                <a:close/>
                <a:moveTo>
                  <a:pt x="19637" y="4591"/>
                </a:moveTo>
                <a:lnTo>
                  <a:pt x="4591" y="19637"/>
                </a:lnTo>
                <a:cubicBezTo>
                  <a:pt x="4675" y="19696"/>
                  <a:pt x="4758" y="19757"/>
                  <a:pt x="4843" y="19813"/>
                </a:cubicBezTo>
                <a:lnTo>
                  <a:pt x="19813" y="4844"/>
                </a:lnTo>
                <a:cubicBezTo>
                  <a:pt x="19757" y="4758"/>
                  <a:pt x="19696" y="4675"/>
                  <a:pt x="19637" y="4591"/>
                </a:cubicBezTo>
                <a:close/>
                <a:moveTo>
                  <a:pt x="20019" y="5172"/>
                </a:moveTo>
                <a:lnTo>
                  <a:pt x="5172" y="20019"/>
                </a:lnTo>
                <a:cubicBezTo>
                  <a:pt x="5261" y="20073"/>
                  <a:pt x="5351" y="20126"/>
                  <a:pt x="5441" y="20178"/>
                </a:cubicBezTo>
                <a:lnTo>
                  <a:pt x="20178" y="5441"/>
                </a:lnTo>
                <a:cubicBezTo>
                  <a:pt x="20126" y="5351"/>
                  <a:pt x="20073" y="5261"/>
                  <a:pt x="20019" y="5172"/>
                </a:cubicBezTo>
                <a:close/>
                <a:moveTo>
                  <a:pt x="20369" y="5782"/>
                </a:moveTo>
                <a:lnTo>
                  <a:pt x="5782" y="20369"/>
                </a:lnTo>
                <a:cubicBezTo>
                  <a:pt x="5877" y="20419"/>
                  <a:pt x="5974" y="20463"/>
                  <a:pt x="6071" y="20510"/>
                </a:cubicBezTo>
                <a:lnTo>
                  <a:pt x="20510" y="6071"/>
                </a:lnTo>
                <a:cubicBezTo>
                  <a:pt x="20463" y="5975"/>
                  <a:pt x="20419" y="5878"/>
                  <a:pt x="20369" y="5782"/>
                </a:cubicBezTo>
                <a:close/>
                <a:moveTo>
                  <a:pt x="20679" y="6434"/>
                </a:moveTo>
                <a:lnTo>
                  <a:pt x="6434" y="20679"/>
                </a:lnTo>
                <a:cubicBezTo>
                  <a:pt x="6534" y="20723"/>
                  <a:pt x="6633" y="20769"/>
                  <a:pt x="6734" y="20809"/>
                </a:cubicBezTo>
                <a:lnTo>
                  <a:pt x="20809" y="6735"/>
                </a:lnTo>
                <a:cubicBezTo>
                  <a:pt x="20769" y="6634"/>
                  <a:pt x="20723" y="6534"/>
                  <a:pt x="20679" y="6434"/>
                </a:cubicBezTo>
                <a:close/>
                <a:moveTo>
                  <a:pt x="20956" y="7121"/>
                </a:moveTo>
                <a:lnTo>
                  <a:pt x="7120" y="20956"/>
                </a:lnTo>
                <a:cubicBezTo>
                  <a:pt x="7226" y="20994"/>
                  <a:pt x="7333" y="21030"/>
                  <a:pt x="7439" y="21065"/>
                </a:cubicBezTo>
                <a:lnTo>
                  <a:pt x="21065" y="7439"/>
                </a:lnTo>
                <a:cubicBezTo>
                  <a:pt x="21030" y="7333"/>
                  <a:pt x="20994" y="7226"/>
                  <a:pt x="20956" y="7121"/>
                </a:cubicBezTo>
                <a:close/>
                <a:moveTo>
                  <a:pt x="21190" y="7848"/>
                </a:moveTo>
                <a:lnTo>
                  <a:pt x="7848" y="21190"/>
                </a:lnTo>
                <a:cubicBezTo>
                  <a:pt x="7960" y="21221"/>
                  <a:pt x="8073" y="21252"/>
                  <a:pt x="8186" y="21280"/>
                </a:cubicBezTo>
                <a:lnTo>
                  <a:pt x="21280" y="8186"/>
                </a:lnTo>
                <a:cubicBezTo>
                  <a:pt x="21252" y="8073"/>
                  <a:pt x="21221" y="7960"/>
                  <a:pt x="21190" y="7848"/>
                </a:cubicBezTo>
                <a:close/>
                <a:moveTo>
                  <a:pt x="21378" y="8623"/>
                </a:moveTo>
                <a:lnTo>
                  <a:pt x="8623" y="21378"/>
                </a:lnTo>
                <a:cubicBezTo>
                  <a:pt x="8743" y="21402"/>
                  <a:pt x="8863" y="21424"/>
                  <a:pt x="8984" y="21445"/>
                </a:cubicBezTo>
                <a:lnTo>
                  <a:pt x="21445" y="8984"/>
                </a:lnTo>
                <a:cubicBezTo>
                  <a:pt x="21424" y="8864"/>
                  <a:pt x="21402" y="8743"/>
                  <a:pt x="21378" y="8623"/>
                </a:cubicBezTo>
                <a:close/>
                <a:moveTo>
                  <a:pt x="21514" y="9448"/>
                </a:moveTo>
                <a:lnTo>
                  <a:pt x="9447" y="21514"/>
                </a:lnTo>
                <a:cubicBezTo>
                  <a:pt x="9576" y="21530"/>
                  <a:pt x="9704" y="21546"/>
                  <a:pt x="9833" y="21557"/>
                </a:cubicBezTo>
                <a:lnTo>
                  <a:pt x="21557" y="9834"/>
                </a:lnTo>
                <a:cubicBezTo>
                  <a:pt x="21546" y="9705"/>
                  <a:pt x="21530" y="9576"/>
                  <a:pt x="21514" y="9448"/>
                </a:cubicBezTo>
                <a:close/>
                <a:moveTo>
                  <a:pt x="21590" y="10333"/>
                </a:moveTo>
                <a:lnTo>
                  <a:pt x="10332" y="21590"/>
                </a:lnTo>
                <a:cubicBezTo>
                  <a:pt x="10473" y="21596"/>
                  <a:pt x="10613" y="21599"/>
                  <a:pt x="10753" y="21600"/>
                </a:cubicBezTo>
                <a:lnTo>
                  <a:pt x="21600" y="10754"/>
                </a:lnTo>
                <a:cubicBezTo>
                  <a:pt x="21599" y="10613"/>
                  <a:pt x="21596" y="10473"/>
                  <a:pt x="21590" y="10333"/>
                </a:cubicBezTo>
                <a:close/>
                <a:moveTo>
                  <a:pt x="21590" y="11296"/>
                </a:moveTo>
                <a:lnTo>
                  <a:pt x="11295" y="21590"/>
                </a:lnTo>
                <a:cubicBezTo>
                  <a:pt x="11449" y="21583"/>
                  <a:pt x="11603" y="21572"/>
                  <a:pt x="11757" y="21558"/>
                </a:cubicBezTo>
                <a:lnTo>
                  <a:pt x="21558" y="11757"/>
                </a:lnTo>
                <a:cubicBezTo>
                  <a:pt x="21572" y="11603"/>
                  <a:pt x="21583" y="11450"/>
                  <a:pt x="21590" y="11296"/>
                </a:cubicBezTo>
                <a:close/>
                <a:moveTo>
                  <a:pt x="21489" y="12358"/>
                </a:moveTo>
                <a:lnTo>
                  <a:pt x="12358" y="21489"/>
                </a:lnTo>
                <a:cubicBezTo>
                  <a:pt x="12531" y="21464"/>
                  <a:pt x="12703" y="21434"/>
                  <a:pt x="12876" y="21400"/>
                </a:cubicBezTo>
                <a:lnTo>
                  <a:pt x="21400" y="12876"/>
                </a:lnTo>
                <a:cubicBezTo>
                  <a:pt x="21434" y="12704"/>
                  <a:pt x="21464" y="12531"/>
                  <a:pt x="21489" y="12358"/>
                </a:cubicBezTo>
                <a:close/>
                <a:moveTo>
                  <a:pt x="21239" y="13569"/>
                </a:moveTo>
                <a:lnTo>
                  <a:pt x="13569" y="21239"/>
                </a:lnTo>
                <a:cubicBezTo>
                  <a:pt x="13774" y="21185"/>
                  <a:pt x="13978" y="21125"/>
                  <a:pt x="14181" y="21058"/>
                </a:cubicBezTo>
                <a:lnTo>
                  <a:pt x="21058" y="14181"/>
                </a:lnTo>
                <a:cubicBezTo>
                  <a:pt x="21125" y="13978"/>
                  <a:pt x="21185" y="13774"/>
                  <a:pt x="21239" y="13569"/>
                </a:cubicBezTo>
                <a:close/>
                <a:moveTo>
                  <a:pt x="20736" y="15035"/>
                </a:moveTo>
                <a:lnTo>
                  <a:pt x="15035" y="20736"/>
                </a:lnTo>
                <a:cubicBezTo>
                  <a:pt x="15310" y="20619"/>
                  <a:pt x="15581" y="20493"/>
                  <a:pt x="15848" y="20352"/>
                </a:cubicBezTo>
                <a:lnTo>
                  <a:pt x="20352" y="15848"/>
                </a:lnTo>
                <a:cubicBezTo>
                  <a:pt x="20493" y="15581"/>
                  <a:pt x="20619" y="15310"/>
                  <a:pt x="20736" y="15035"/>
                </a:cubicBezTo>
                <a:close/>
                <a:moveTo>
                  <a:pt x="19400" y="17332"/>
                </a:moveTo>
                <a:lnTo>
                  <a:pt x="17332" y="19400"/>
                </a:lnTo>
                <a:cubicBezTo>
                  <a:pt x="17716" y="19108"/>
                  <a:pt x="18087" y="18789"/>
                  <a:pt x="18438" y="18438"/>
                </a:cubicBezTo>
                <a:cubicBezTo>
                  <a:pt x="18788" y="18087"/>
                  <a:pt x="19107" y="17716"/>
                  <a:pt x="19400" y="17332"/>
                </a:cubicBezTo>
                <a:close/>
              </a:path>
            </a:pathLst>
          </a:custGeom>
          <a:solidFill>
            <a:schemeClr val="accent4"/>
          </a:solidFill>
          <a:ln w="12700">
            <a:miter lim="400000"/>
          </a:ln>
        </p:spPr>
        <p:txBody>
          <a:bodyPr lIns="0" tIns="0" rIns="0" bIns="0" anchor="ctr"/>
          <a:lstStyle/>
          <a:p>
            <a:pPr marL="0" marR="0" lvl="0" indent="0" algn="ctr" defTabSz="8255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 kumimoji="0" sz="32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Helvetica Neue Medium"/>
              <a:sym typeface="Helvetica Neue Medium"/>
            </a:endParaRPr>
          </a:p>
        </p:txBody>
      </p:sp>
      <p:sp>
        <p:nvSpPr>
          <p:cNvPr id="221" name="Shape">
            <a:extLst>
              <a:ext uri="{FF2B5EF4-FFF2-40B4-BE49-F238E27FC236}">
                <a16:creationId xmlns:a16="http://schemas.microsoft.com/office/drawing/2014/main" id="{C0D0C67B-C697-C0B3-F552-C6C6E9403690}"/>
              </a:ext>
            </a:extLst>
          </p:cNvPr>
          <p:cNvSpPr/>
          <p:nvPr/>
        </p:nvSpPr>
        <p:spPr>
          <a:xfrm>
            <a:off x="-9782" y="-14685"/>
            <a:ext cx="5401449" cy="1371951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489" h="21600" extrusionOk="0">
                <a:moveTo>
                  <a:pt x="9876" y="0"/>
                </a:moveTo>
                <a:cubicBezTo>
                  <a:pt x="14909" y="1061"/>
                  <a:pt x="18164" y="3091"/>
                  <a:pt x="18448" y="5345"/>
                </a:cubicBezTo>
                <a:cubicBezTo>
                  <a:pt x="18695" y="7304"/>
                  <a:pt x="16642" y="9198"/>
                  <a:pt x="12885" y="10477"/>
                </a:cubicBezTo>
                <a:cubicBezTo>
                  <a:pt x="8651" y="11730"/>
                  <a:pt x="7084" y="13955"/>
                  <a:pt x="9071" y="15894"/>
                </a:cubicBezTo>
                <a:cubicBezTo>
                  <a:pt x="10355" y="17147"/>
                  <a:pt x="13013" y="18098"/>
                  <a:pt x="16290" y="18479"/>
                </a:cubicBezTo>
                <a:cubicBezTo>
                  <a:pt x="17951" y="18702"/>
                  <a:pt x="19367" y="19144"/>
                  <a:pt x="20305" y="19731"/>
                </a:cubicBezTo>
                <a:cubicBezTo>
                  <a:pt x="21193" y="20288"/>
                  <a:pt x="21600" y="20944"/>
                  <a:pt x="21463" y="21600"/>
                </a:cubicBezTo>
                <a:lnTo>
                  <a:pt x="0" y="21600"/>
                </a:lnTo>
                <a:lnTo>
                  <a:pt x="0" y="1"/>
                </a:lnTo>
                <a:lnTo>
                  <a:pt x="9876" y="0"/>
                </a:lnTo>
                <a:close/>
              </a:path>
            </a:pathLst>
          </a:custGeom>
          <a:solidFill>
            <a:schemeClr val="accent3"/>
          </a:solidFill>
          <a:ln w="12700">
            <a:miter lim="400000"/>
          </a:ln>
          <a:effectLst>
            <a:outerShdw blurRad="914400" dist="25400" dir="5400000" rotWithShape="0">
              <a:srgbClr val="000000">
                <a:alpha val="50000"/>
              </a:srgbClr>
            </a:outerShdw>
          </a:effectLst>
        </p:spPr>
        <p:txBody>
          <a:bodyPr lIns="50800" tIns="50800" rIns="50800" bIns="50800" anchor="ctr"/>
          <a:lstStyle/>
          <a:p>
            <a:pPr marL="0" marR="0" lvl="0" indent="0" algn="ctr" defTabSz="8255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3000" b="1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Helvetica Neue"/>
              <a:sym typeface="Helvetica Neue"/>
            </a:endParaRPr>
          </a:p>
        </p:txBody>
      </p:sp>
      <p:sp>
        <p:nvSpPr>
          <p:cNvPr id="222" name="Shape">
            <a:extLst>
              <a:ext uri="{FF2B5EF4-FFF2-40B4-BE49-F238E27FC236}">
                <a16:creationId xmlns:a16="http://schemas.microsoft.com/office/drawing/2014/main" id="{9AC8F4BD-C494-E10F-82C9-0E0CAE7E9CD8}"/>
              </a:ext>
            </a:extLst>
          </p:cNvPr>
          <p:cNvSpPr/>
          <p:nvPr/>
        </p:nvSpPr>
        <p:spPr>
          <a:xfrm>
            <a:off x="14077382" y="-26393"/>
            <a:ext cx="10315136" cy="10264133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490" h="20992" extrusionOk="0">
                <a:moveTo>
                  <a:pt x="22" y="0"/>
                </a:moveTo>
                <a:cubicBezTo>
                  <a:pt x="-110" y="1123"/>
                  <a:pt x="362" y="2232"/>
                  <a:pt x="1268" y="2930"/>
                </a:cubicBezTo>
                <a:cubicBezTo>
                  <a:pt x="2187" y="3637"/>
                  <a:pt x="3418" y="3817"/>
                  <a:pt x="4507" y="3403"/>
                </a:cubicBezTo>
                <a:cubicBezTo>
                  <a:pt x="6055" y="2610"/>
                  <a:pt x="7961" y="3061"/>
                  <a:pt x="8970" y="4460"/>
                </a:cubicBezTo>
                <a:cubicBezTo>
                  <a:pt x="9809" y="5622"/>
                  <a:pt x="9807" y="7178"/>
                  <a:pt x="8965" y="8338"/>
                </a:cubicBezTo>
                <a:cubicBezTo>
                  <a:pt x="6771" y="11924"/>
                  <a:pt x="7613" y="16550"/>
                  <a:pt x="10936" y="19169"/>
                </a:cubicBezTo>
                <a:cubicBezTo>
                  <a:pt x="14018" y="21597"/>
                  <a:pt x="18405" y="21600"/>
                  <a:pt x="21490" y="19175"/>
                </a:cubicBezTo>
                <a:lnTo>
                  <a:pt x="21490" y="35"/>
                </a:lnTo>
                <a:lnTo>
                  <a:pt x="22" y="0"/>
                </a:lnTo>
                <a:close/>
              </a:path>
            </a:pathLst>
          </a:custGeom>
          <a:solidFill>
            <a:schemeClr val="accent3"/>
          </a:solidFill>
          <a:ln w="12700">
            <a:miter lim="400000"/>
          </a:ln>
          <a:effectLst>
            <a:outerShdw blurRad="914400" dist="25400" dir="5400000" rotWithShape="0">
              <a:srgbClr val="000000">
                <a:alpha val="50000"/>
              </a:srgbClr>
            </a:outerShdw>
          </a:effectLst>
        </p:spPr>
        <p:txBody>
          <a:bodyPr lIns="50800" tIns="50800" rIns="50800" bIns="50800" anchor="ctr"/>
          <a:lstStyle/>
          <a:p>
            <a:pPr marL="0" marR="0" lvl="0" indent="0" algn="ctr" defTabSz="8255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3000" b="1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Helvetica Neue"/>
              <a:sym typeface="Helvetica Neue"/>
            </a:endParaRPr>
          </a:p>
        </p:txBody>
      </p:sp>
      <p:sp>
        <p:nvSpPr>
          <p:cNvPr id="223" name="Circle">
            <a:extLst>
              <a:ext uri="{FF2B5EF4-FFF2-40B4-BE49-F238E27FC236}">
                <a16:creationId xmlns:a16="http://schemas.microsoft.com/office/drawing/2014/main" id="{A41A48D4-4C8A-54A3-3369-111745183C48}"/>
              </a:ext>
            </a:extLst>
          </p:cNvPr>
          <p:cNvSpPr/>
          <p:nvPr/>
        </p:nvSpPr>
        <p:spPr>
          <a:xfrm>
            <a:off x="17006264" y="352354"/>
            <a:ext cx="494973" cy="494972"/>
          </a:xfrm>
          <a:prstGeom prst="ellipse">
            <a:avLst/>
          </a:prstGeom>
          <a:gradFill>
            <a:gsLst>
              <a:gs pos="0">
                <a:schemeClr val="accent2"/>
              </a:gs>
              <a:gs pos="100000">
                <a:schemeClr val="accent1"/>
              </a:gs>
            </a:gsLst>
            <a:lin ang="5400000"/>
          </a:gradFill>
          <a:ln w="12700">
            <a:miter lim="400000"/>
          </a:ln>
        </p:spPr>
        <p:txBody>
          <a:bodyPr lIns="0" tIns="0" rIns="0" bIns="0" anchor="ctr"/>
          <a:lstStyle/>
          <a:p>
            <a:pPr marL="0" marR="0" lvl="0" indent="0" algn="ctr" defTabSz="8255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 kumimoji="0" sz="32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Helvetica Neue Medium"/>
              <a:sym typeface="Helvetica Neue Medium"/>
            </a:endParaRPr>
          </a:p>
        </p:txBody>
      </p:sp>
      <p:sp>
        <p:nvSpPr>
          <p:cNvPr id="224" name="Circle">
            <a:extLst>
              <a:ext uri="{FF2B5EF4-FFF2-40B4-BE49-F238E27FC236}">
                <a16:creationId xmlns:a16="http://schemas.microsoft.com/office/drawing/2014/main" id="{BE3FA3C6-D180-AB8A-53FF-652654EAA406}"/>
              </a:ext>
            </a:extLst>
          </p:cNvPr>
          <p:cNvSpPr/>
          <p:nvPr/>
        </p:nvSpPr>
        <p:spPr>
          <a:xfrm>
            <a:off x="-564062" y="1321716"/>
            <a:ext cx="1150610" cy="1150611"/>
          </a:xfrm>
          <a:prstGeom prst="ellipse">
            <a:avLst/>
          </a:prstGeom>
          <a:gradFill>
            <a:gsLst>
              <a:gs pos="0">
                <a:schemeClr val="accent2"/>
              </a:gs>
              <a:gs pos="100000">
                <a:schemeClr val="accent1"/>
              </a:gs>
            </a:gsLst>
            <a:lin ang="5400000"/>
          </a:gradFill>
          <a:ln w="12700">
            <a:miter lim="400000"/>
          </a:ln>
        </p:spPr>
        <p:txBody>
          <a:bodyPr lIns="0" tIns="0" rIns="0" bIns="0" anchor="ctr"/>
          <a:lstStyle/>
          <a:p>
            <a:pPr marL="0" marR="0" lvl="0" indent="0" algn="ctr" defTabSz="8255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 kumimoji="0" sz="32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Helvetica Neue Medium"/>
              <a:sym typeface="Helvetica Neue Medium"/>
            </a:endParaRPr>
          </a:p>
        </p:txBody>
      </p:sp>
      <p:sp>
        <p:nvSpPr>
          <p:cNvPr id="225" name="TOPIC #1 - $100 ANSWER">
            <a:extLst>
              <a:ext uri="{FF2B5EF4-FFF2-40B4-BE49-F238E27FC236}">
                <a16:creationId xmlns:a16="http://schemas.microsoft.com/office/drawing/2014/main" id="{0D95A0C2-B9BA-709D-84FC-278453B401B1}"/>
              </a:ext>
            </a:extLst>
          </p:cNvPr>
          <p:cNvSpPr txBox="1"/>
          <p:nvPr/>
        </p:nvSpPr>
        <p:spPr>
          <a:xfrm>
            <a:off x="1318646" y="1071521"/>
            <a:ext cx="14608911" cy="1651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/>
          <a:p>
            <a:pPr marL="0" marR="0" lvl="0" indent="0" algn="l" defTabSz="8255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0000" b="0">
                <a:solidFill>
                  <a:srgbClr val="F6C543"/>
                </a:solidFill>
                <a:latin typeface="Impact"/>
                <a:ea typeface="Impact"/>
                <a:cs typeface="Impact"/>
                <a:sym typeface="Impact"/>
              </a:defRPr>
            </a:pPr>
            <a:r>
              <a:rPr kumimoji="0" lang="en-US" altLang="zh-CN" sz="10000" b="0" i="0" u="none" strike="noStrike" kern="0" cap="none" spc="0" normalizeH="0" baseline="0" noProof="0" dirty="0">
                <a:ln>
                  <a:noFill/>
                </a:ln>
                <a:solidFill>
                  <a:srgbClr val="F6C542"/>
                </a:solidFill>
                <a:effectLst/>
                <a:uLnTx/>
                <a:uFillTx/>
                <a:latin typeface="Impact"/>
                <a:sym typeface="Impact"/>
              </a:rPr>
              <a:t>UNIT #2</a:t>
            </a:r>
            <a:r>
              <a:rPr kumimoji="0" lang="en-US" altLang="zh-CN" sz="10000" b="0" i="0" u="none" strike="noStrike" kern="0" cap="none" spc="0" normalizeH="0" baseline="0" noProof="0" dirty="0">
                <a:ln>
                  <a:noFill/>
                </a:ln>
                <a:solidFill>
                  <a:srgbClr val="F6C543"/>
                </a:solidFill>
                <a:effectLst/>
                <a:uLnTx/>
                <a:uFillTx/>
                <a:latin typeface="Impact"/>
                <a:sym typeface="Impact"/>
              </a:rPr>
              <a:t> </a:t>
            </a:r>
            <a:r>
              <a:rPr kumimoji="0" lang="en-US" altLang="zh-CN" sz="100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Impact"/>
                <a:sym typeface="Impact"/>
              </a:rPr>
              <a:t>–</a:t>
            </a:r>
            <a:r>
              <a:rPr kumimoji="0" lang="zh-CN" altLang="en-US" sz="9600" b="0" i="0" u="none" strike="noStrike" kern="0" cap="none" spc="0" normalizeH="0" baseline="0" noProof="0" dirty="0">
                <a:ln>
                  <a:noFill/>
                </a:ln>
                <a:solidFill>
                  <a:srgbClr val="F6C543"/>
                </a:solidFill>
                <a:effectLst/>
                <a:uLnTx/>
                <a:uFillTx/>
                <a:latin typeface="华文楷体" panose="02010600040101010101" pitchFamily="2" charset="-122"/>
                <a:ea typeface="华文楷体" panose="02010600040101010101" pitchFamily="2" charset="-122"/>
                <a:sym typeface="Impact"/>
              </a:rPr>
              <a:t>直线的投影</a:t>
            </a:r>
            <a:endParaRPr kumimoji="0" lang="zh-CN" altLang="en-US" sz="100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华文楷体" panose="02010600040101010101" pitchFamily="2" charset="-122"/>
              <a:ea typeface="华文楷体" panose="02010600040101010101" pitchFamily="2" charset="-122"/>
              <a:sym typeface="Impact"/>
            </a:endParaRPr>
          </a:p>
        </p:txBody>
      </p:sp>
      <p:sp>
        <p:nvSpPr>
          <p:cNvPr id="226" name="Shape">
            <a:extLst>
              <a:ext uri="{FF2B5EF4-FFF2-40B4-BE49-F238E27FC236}">
                <a16:creationId xmlns:a16="http://schemas.microsoft.com/office/drawing/2014/main" id="{2D547CE8-D802-1817-EB32-04AB2C56498A}"/>
              </a:ext>
            </a:extLst>
          </p:cNvPr>
          <p:cNvSpPr/>
          <p:nvPr/>
        </p:nvSpPr>
        <p:spPr>
          <a:xfrm>
            <a:off x="-306915" y="8239797"/>
            <a:ext cx="1046530" cy="104640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9679" h="20595" extrusionOk="0">
                <a:moveTo>
                  <a:pt x="9839" y="0"/>
                </a:moveTo>
                <a:cubicBezTo>
                  <a:pt x="7321" y="0"/>
                  <a:pt x="4802" y="1006"/>
                  <a:pt x="2881" y="3017"/>
                </a:cubicBezTo>
                <a:cubicBezTo>
                  <a:pt x="-961" y="7038"/>
                  <a:pt x="-961" y="13557"/>
                  <a:pt x="2881" y="17578"/>
                </a:cubicBezTo>
                <a:cubicBezTo>
                  <a:pt x="6724" y="21600"/>
                  <a:pt x="12954" y="21600"/>
                  <a:pt x="16797" y="17578"/>
                </a:cubicBezTo>
                <a:cubicBezTo>
                  <a:pt x="20639" y="13557"/>
                  <a:pt x="20639" y="7038"/>
                  <a:pt x="16797" y="3017"/>
                </a:cubicBezTo>
                <a:cubicBezTo>
                  <a:pt x="14876" y="1006"/>
                  <a:pt x="12357" y="0"/>
                  <a:pt x="9839" y="0"/>
                </a:cubicBezTo>
                <a:close/>
                <a:moveTo>
                  <a:pt x="9839" y="2649"/>
                </a:moveTo>
                <a:cubicBezTo>
                  <a:pt x="11709" y="2649"/>
                  <a:pt x="13580" y="3397"/>
                  <a:pt x="15007" y="4890"/>
                </a:cubicBezTo>
                <a:cubicBezTo>
                  <a:pt x="17861" y="7877"/>
                  <a:pt x="17861" y="12718"/>
                  <a:pt x="15007" y="15705"/>
                </a:cubicBezTo>
                <a:cubicBezTo>
                  <a:pt x="12153" y="18692"/>
                  <a:pt x="7525" y="18692"/>
                  <a:pt x="4671" y="15705"/>
                </a:cubicBezTo>
                <a:cubicBezTo>
                  <a:pt x="1817" y="12718"/>
                  <a:pt x="1817" y="7877"/>
                  <a:pt x="4671" y="4890"/>
                </a:cubicBezTo>
                <a:cubicBezTo>
                  <a:pt x="6098" y="3397"/>
                  <a:pt x="7969" y="2649"/>
                  <a:pt x="9839" y="2649"/>
                </a:cubicBezTo>
                <a:close/>
              </a:path>
            </a:pathLst>
          </a:custGeom>
          <a:gradFill>
            <a:gsLst>
              <a:gs pos="0">
                <a:schemeClr val="accent2"/>
              </a:gs>
              <a:gs pos="100000">
                <a:schemeClr val="accent1"/>
              </a:gs>
            </a:gsLst>
            <a:lin ang="5400000"/>
          </a:gradFill>
          <a:ln w="12700">
            <a:miter lim="400000"/>
          </a:ln>
        </p:spPr>
        <p:txBody>
          <a:bodyPr lIns="0" tIns="0" rIns="0" bIns="0" anchor="ctr"/>
          <a:lstStyle/>
          <a:p>
            <a:pPr marL="0" marR="0" lvl="0" indent="0" algn="ctr" defTabSz="8255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 kumimoji="0" sz="32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Helvetica Neue Medium"/>
              <a:sym typeface="Helvetica Neue Medium"/>
            </a:endParaRPr>
          </a:p>
        </p:txBody>
      </p:sp>
      <p:sp>
        <p:nvSpPr>
          <p:cNvPr id="227" name="Shape">
            <a:extLst>
              <a:ext uri="{FF2B5EF4-FFF2-40B4-BE49-F238E27FC236}">
                <a16:creationId xmlns:a16="http://schemas.microsoft.com/office/drawing/2014/main" id="{BF9F7248-F6C7-A741-27CB-86AA368326AF}"/>
              </a:ext>
            </a:extLst>
          </p:cNvPr>
          <p:cNvSpPr/>
          <p:nvPr/>
        </p:nvSpPr>
        <p:spPr>
          <a:xfrm>
            <a:off x="19865947" y="2060686"/>
            <a:ext cx="2330506" cy="233022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9679" h="20595" extrusionOk="0">
                <a:moveTo>
                  <a:pt x="9839" y="0"/>
                </a:moveTo>
                <a:cubicBezTo>
                  <a:pt x="7321" y="0"/>
                  <a:pt x="4802" y="1006"/>
                  <a:pt x="2881" y="3017"/>
                </a:cubicBezTo>
                <a:cubicBezTo>
                  <a:pt x="-961" y="7038"/>
                  <a:pt x="-961" y="13557"/>
                  <a:pt x="2881" y="17578"/>
                </a:cubicBezTo>
                <a:cubicBezTo>
                  <a:pt x="6724" y="21600"/>
                  <a:pt x="12954" y="21600"/>
                  <a:pt x="16797" y="17578"/>
                </a:cubicBezTo>
                <a:cubicBezTo>
                  <a:pt x="20639" y="13557"/>
                  <a:pt x="20639" y="7038"/>
                  <a:pt x="16797" y="3017"/>
                </a:cubicBezTo>
                <a:cubicBezTo>
                  <a:pt x="14876" y="1006"/>
                  <a:pt x="12357" y="0"/>
                  <a:pt x="9839" y="0"/>
                </a:cubicBezTo>
                <a:close/>
                <a:moveTo>
                  <a:pt x="9839" y="2649"/>
                </a:moveTo>
                <a:cubicBezTo>
                  <a:pt x="11709" y="2649"/>
                  <a:pt x="13580" y="3397"/>
                  <a:pt x="15007" y="4890"/>
                </a:cubicBezTo>
                <a:cubicBezTo>
                  <a:pt x="17861" y="7877"/>
                  <a:pt x="17861" y="12718"/>
                  <a:pt x="15007" y="15705"/>
                </a:cubicBezTo>
                <a:cubicBezTo>
                  <a:pt x="12153" y="18692"/>
                  <a:pt x="7525" y="18692"/>
                  <a:pt x="4671" y="15705"/>
                </a:cubicBezTo>
                <a:cubicBezTo>
                  <a:pt x="1817" y="12718"/>
                  <a:pt x="1817" y="7877"/>
                  <a:pt x="4671" y="4890"/>
                </a:cubicBezTo>
                <a:cubicBezTo>
                  <a:pt x="6098" y="3397"/>
                  <a:pt x="7969" y="2649"/>
                  <a:pt x="9839" y="2649"/>
                </a:cubicBezTo>
                <a:close/>
              </a:path>
            </a:pathLst>
          </a:custGeom>
          <a:gradFill>
            <a:gsLst>
              <a:gs pos="0">
                <a:schemeClr val="accent2"/>
              </a:gs>
              <a:gs pos="100000">
                <a:schemeClr val="accent1"/>
              </a:gs>
            </a:gsLst>
            <a:lin ang="5400000"/>
          </a:gradFill>
          <a:ln w="12700">
            <a:miter lim="400000"/>
          </a:ln>
        </p:spPr>
        <p:txBody>
          <a:bodyPr lIns="0" tIns="0" rIns="0" bIns="0" anchor="ctr"/>
          <a:lstStyle/>
          <a:p>
            <a:pPr marL="0" marR="0" lvl="0" indent="0" algn="ctr" defTabSz="8255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 kumimoji="0" sz="32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Helvetica Neue Medium"/>
              <a:sym typeface="Helvetica Neue Medium"/>
            </a:endParaRPr>
          </a:p>
        </p:txBody>
      </p:sp>
      <p:sp>
        <p:nvSpPr>
          <p:cNvPr id="228" name="Rounded Rectangle">
            <a:extLst>
              <a:ext uri="{FF2B5EF4-FFF2-40B4-BE49-F238E27FC236}">
                <a16:creationId xmlns:a16="http://schemas.microsoft.com/office/drawing/2014/main" id="{BE77EC2B-3C01-AF30-828F-03A162CF99ED}"/>
              </a:ext>
            </a:extLst>
          </p:cNvPr>
          <p:cNvSpPr/>
          <p:nvPr/>
        </p:nvSpPr>
        <p:spPr>
          <a:xfrm>
            <a:off x="1413182" y="3302000"/>
            <a:ext cx="21616294" cy="8897388"/>
          </a:xfrm>
          <a:prstGeom prst="roundRect">
            <a:avLst>
              <a:gd name="adj" fmla="val 2897"/>
            </a:avLst>
          </a:prstGeom>
          <a:solidFill>
            <a:schemeClr val="accent4"/>
          </a:solidFill>
          <a:ln w="12700">
            <a:miter lim="400000"/>
          </a:ln>
          <a:effectLst>
            <a:outerShdw blurRad="558800" dist="71163" dir="5400000" rotWithShape="0">
              <a:srgbClr val="000000">
                <a:alpha val="19617"/>
              </a:srgbClr>
            </a:outerShdw>
          </a:effectLst>
        </p:spPr>
        <p:txBody>
          <a:bodyPr lIns="0" tIns="0" rIns="0" bIns="0" anchor="ctr"/>
          <a:lstStyle/>
          <a:p>
            <a:pPr marL="0" marR="0" lvl="0" indent="0" algn="ctr" defTabSz="8255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 kumimoji="0" sz="32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Helvetica Neue Medium"/>
              <a:sym typeface="Helvetica Neue Medium"/>
            </a:endParaRP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8319B597-9E73-8C6C-3D62-4BE6CD01EBF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68920" y="3493911"/>
            <a:ext cx="17637227" cy="8634230"/>
          </a:xfrm>
          <a:prstGeom prst="rect">
            <a:avLst/>
          </a:prstGeom>
        </p:spPr>
      </p:pic>
      <p:sp>
        <p:nvSpPr>
          <p:cNvPr id="5" name="文本框 4">
            <a:extLst>
              <a:ext uri="{FF2B5EF4-FFF2-40B4-BE49-F238E27FC236}">
                <a16:creationId xmlns:a16="http://schemas.microsoft.com/office/drawing/2014/main" id="{CE6B8EB9-705E-8FDA-2E15-CCEE071D6A3B}"/>
              </a:ext>
            </a:extLst>
          </p:cNvPr>
          <p:cNvSpPr txBox="1"/>
          <p:nvPr/>
        </p:nvSpPr>
        <p:spPr>
          <a:xfrm>
            <a:off x="3862476" y="11077983"/>
            <a:ext cx="6969858" cy="718145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zh-CN" altLang="en-US" sz="4000" b="1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  <a:cs typeface="Helvetica Neue"/>
                <a:sym typeface="Helvetica Neue"/>
              </a:rPr>
              <a:t>如果仅有</a:t>
            </a:r>
            <a:r>
              <a:rPr kumimoji="0" lang="en-US" altLang="zh-CN" sz="4000" b="1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  <a:cs typeface="Helvetica Neue"/>
                <a:sym typeface="Helvetica Neue"/>
              </a:rPr>
              <a:t>V</a:t>
            </a:r>
            <a:r>
              <a:rPr kumimoji="0" lang="zh-CN" altLang="en-US" sz="4000" b="1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  <a:cs typeface="Helvetica Neue"/>
                <a:sym typeface="Helvetica Neue"/>
              </a:rPr>
              <a:t>、</a:t>
            </a:r>
            <a:r>
              <a:rPr kumimoji="0" lang="en-US" altLang="zh-CN" sz="4000" b="1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  <a:cs typeface="Helvetica Neue"/>
                <a:sym typeface="Helvetica Neue"/>
              </a:rPr>
              <a:t>H</a:t>
            </a:r>
            <a:r>
              <a:rPr kumimoji="0" lang="zh-CN" altLang="en-US" sz="4000" b="1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  <a:cs typeface="Helvetica Neue"/>
                <a:sym typeface="Helvetica Neue"/>
              </a:rPr>
              <a:t>面投影怎么办？</a:t>
            </a:r>
          </a:p>
        </p:txBody>
      </p:sp>
    </p:spTree>
    <p:extLst>
      <p:ext uri="{BB962C8B-B14F-4D97-AF65-F5344CB8AC3E}">
        <p14:creationId xmlns:p14="http://schemas.microsoft.com/office/powerpoint/2010/main" val="4086737331"/>
      </p:ext>
    </p:extLst>
  </p:cSld>
  <p:clrMapOvr>
    <a:masterClrMapping/>
  </p:clrMapOvr>
  <p:transition spd="med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3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5214AA5-5141-1B46-A75C-B05C65C2D6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Shape">
            <a:extLst>
              <a:ext uri="{FF2B5EF4-FFF2-40B4-BE49-F238E27FC236}">
                <a16:creationId xmlns:a16="http://schemas.microsoft.com/office/drawing/2014/main" id="{8F60FCBB-5A08-6783-FCC8-3BC2BCB7F4CD}"/>
              </a:ext>
            </a:extLst>
          </p:cNvPr>
          <p:cNvSpPr/>
          <p:nvPr/>
        </p:nvSpPr>
        <p:spPr>
          <a:xfrm>
            <a:off x="6290541" y="12617233"/>
            <a:ext cx="2709718" cy="270939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9679" h="20595" extrusionOk="0">
                <a:moveTo>
                  <a:pt x="9839" y="0"/>
                </a:moveTo>
                <a:cubicBezTo>
                  <a:pt x="7321" y="0"/>
                  <a:pt x="4802" y="1006"/>
                  <a:pt x="2881" y="3017"/>
                </a:cubicBezTo>
                <a:cubicBezTo>
                  <a:pt x="-961" y="7038"/>
                  <a:pt x="-961" y="13557"/>
                  <a:pt x="2881" y="17578"/>
                </a:cubicBezTo>
                <a:cubicBezTo>
                  <a:pt x="6724" y="21600"/>
                  <a:pt x="12954" y="21600"/>
                  <a:pt x="16797" y="17578"/>
                </a:cubicBezTo>
                <a:cubicBezTo>
                  <a:pt x="20639" y="13557"/>
                  <a:pt x="20639" y="7038"/>
                  <a:pt x="16797" y="3017"/>
                </a:cubicBezTo>
                <a:cubicBezTo>
                  <a:pt x="14876" y="1006"/>
                  <a:pt x="12357" y="0"/>
                  <a:pt x="9839" y="0"/>
                </a:cubicBezTo>
                <a:close/>
                <a:moveTo>
                  <a:pt x="9839" y="2649"/>
                </a:moveTo>
                <a:cubicBezTo>
                  <a:pt x="11709" y="2649"/>
                  <a:pt x="13580" y="3397"/>
                  <a:pt x="15007" y="4890"/>
                </a:cubicBezTo>
                <a:cubicBezTo>
                  <a:pt x="17861" y="7877"/>
                  <a:pt x="17861" y="12718"/>
                  <a:pt x="15007" y="15705"/>
                </a:cubicBezTo>
                <a:cubicBezTo>
                  <a:pt x="12153" y="18692"/>
                  <a:pt x="7525" y="18692"/>
                  <a:pt x="4671" y="15705"/>
                </a:cubicBezTo>
                <a:cubicBezTo>
                  <a:pt x="1817" y="12718"/>
                  <a:pt x="1817" y="7877"/>
                  <a:pt x="4671" y="4890"/>
                </a:cubicBezTo>
                <a:cubicBezTo>
                  <a:pt x="6098" y="3397"/>
                  <a:pt x="7969" y="2649"/>
                  <a:pt x="9839" y="2649"/>
                </a:cubicBezTo>
                <a:close/>
              </a:path>
            </a:pathLst>
          </a:custGeom>
          <a:gradFill>
            <a:gsLst>
              <a:gs pos="0">
                <a:schemeClr val="accent2"/>
              </a:gs>
              <a:gs pos="100000">
                <a:schemeClr val="accent1"/>
              </a:gs>
            </a:gsLst>
            <a:lin ang="5400000"/>
          </a:gradFill>
          <a:ln w="12700">
            <a:miter lim="400000"/>
          </a:ln>
        </p:spPr>
        <p:txBody>
          <a:bodyPr lIns="0" tIns="0" rIns="0" bIns="0" anchor="ctr"/>
          <a:lstStyle/>
          <a:p>
            <a:pPr marL="0" marR="0" lvl="0" indent="0" algn="ctr" defTabSz="8255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 kumimoji="0" sz="32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Helvetica Neue Medium"/>
              <a:sym typeface="Helvetica Neue Medium"/>
            </a:endParaRPr>
          </a:p>
        </p:txBody>
      </p:sp>
      <p:sp>
        <p:nvSpPr>
          <p:cNvPr id="216" name="Shape">
            <a:extLst>
              <a:ext uri="{FF2B5EF4-FFF2-40B4-BE49-F238E27FC236}">
                <a16:creationId xmlns:a16="http://schemas.microsoft.com/office/drawing/2014/main" id="{AC76908B-9319-A912-1C46-681D36A2D645}"/>
              </a:ext>
            </a:extLst>
          </p:cNvPr>
          <p:cNvSpPr/>
          <p:nvPr/>
        </p:nvSpPr>
        <p:spPr>
          <a:xfrm>
            <a:off x="14339439" y="2620192"/>
            <a:ext cx="6322300" cy="632257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800" y="0"/>
                </a:moveTo>
                <a:cubicBezTo>
                  <a:pt x="10787" y="0"/>
                  <a:pt x="10773" y="1"/>
                  <a:pt x="10759" y="1"/>
                </a:cubicBezTo>
                <a:lnTo>
                  <a:pt x="1" y="10760"/>
                </a:lnTo>
                <a:cubicBezTo>
                  <a:pt x="0" y="10900"/>
                  <a:pt x="3" y="11040"/>
                  <a:pt x="8" y="11181"/>
                </a:cubicBezTo>
                <a:lnTo>
                  <a:pt x="11180" y="9"/>
                </a:lnTo>
                <a:cubicBezTo>
                  <a:pt x="11054" y="4"/>
                  <a:pt x="10927" y="0"/>
                  <a:pt x="10800" y="0"/>
                </a:cubicBezTo>
                <a:close/>
                <a:moveTo>
                  <a:pt x="10211" y="17"/>
                </a:moveTo>
                <a:cubicBezTo>
                  <a:pt x="10057" y="25"/>
                  <a:pt x="9903" y="36"/>
                  <a:pt x="9748" y="51"/>
                </a:cubicBezTo>
                <a:lnTo>
                  <a:pt x="50" y="9749"/>
                </a:lnTo>
                <a:cubicBezTo>
                  <a:pt x="35" y="9903"/>
                  <a:pt x="25" y="10057"/>
                  <a:pt x="16" y="10212"/>
                </a:cubicBezTo>
                <a:lnTo>
                  <a:pt x="10211" y="17"/>
                </a:lnTo>
                <a:close/>
                <a:moveTo>
                  <a:pt x="11683" y="38"/>
                </a:moveTo>
                <a:lnTo>
                  <a:pt x="38" y="11684"/>
                </a:lnTo>
                <a:cubicBezTo>
                  <a:pt x="48" y="11814"/>
                  <a:pt x="62" y="11944"/>
                  <a:pt x="78" y="12075"/>
                </a:cubicBezTo>
                <a:lnTo>
                  <a:pt x="12074" y="78"/>
                </a:lnTo>
                <a:cubicBezTo>
                  <a:pt x="11944" y="63"/>
                  <a:pt x="11814" y="49"/>
                  <a:pt x="11683" y="38"/>
                </a:cubicBezTo>
                <a:close/>
                <a:moveTo>
                  <a:pt x="9136" y="131"/>
                </a:moveTo>
                <a:cubicBezTo>
                  <a:pt x="8960" y="158"/>
                  <a:pt x="8786" y="190"/>
                  <a:pt x="8611" y="226"/>
                </a:cubicBezTo>
                <a:lnTo>
                  <a:pt x="226" y="8611"/>
                </a:lnTo>
                <a:cubicBezTo>
                  <a:pt x="190" y="8786"/>
                  <a:pt x="157" y="8961"/>
                  <a:pt x="130" y="9137"/>
                </a:cubicBezTo>
                <a:lnTo>
                  <a:pt x="9136" y="131"/>
                </a:lnTo>
                <a:close/>
                <a:moveTo>
                  <a:pt x="12541" y="143"/>
                </a:moveTo>
                <a:lnTo>
                  <a:pt x="143" y="12541"/>
                </a:lnTo>
                <a:cubicBezTo>
                  <a:pt x="163" y="12663"/>
                  <a:pt x="183" y="12785"/>
                  <a:pt x="207" y="12906"/>
                </a:cubicBezTo>
                <a:lnTo>
                  <a:pt x="12906" y="208"/>
                </a:lnTo>
                <a:cubicBezTo>
                  <a:pt x="12785" y="184"/>
                  <a:pt x="12663" y="163"/>
                  <a:pt x="12541" y="143"/>
                </a:cubicBezTo>
                <a:close/>
                <a:moveTo>
                  <a:pt x="13343" y="303"/>
                </a:moveTo>
                <a:lnTo>
                  <a:pt x="303" y="13343"/>
                </a:lnTo>
                <a:cubicBezTo>
                  <a:pt x="330" y="13456"/>
                  <a:pt x="361" y="13569"/>
                  <a:pt x="392" y="13682"/>
                </a:cubicBezTo>
                <a:lnTo>
                  <a:pt x="13682" y="393"/>
                </a:lnTo>
                <a:cubicBezTo>
                  <a:pt x="13569" y="362"/>
                  <a:pt x="13456" y="331"/>
                  <a:pt x="13343" y="303"/>
                </a:cubicBezTo>
                <a:close/>
                <a:moveTo>
                  <a:pt x="7909" y="395"/>
                </a:moveTo>
                <a:cubicBezTo>
                  <a:pt x="7701" y="452"/>
                  <a:pt x="7495" y="515"/>
                  <a:pt x="7290" y="585"/>
                </a:cubicBezTo>
                <a:lnTo>
                  <a:pt x="584" y="7290"/>
                </a:lnTo>
                <a:cubicBezTo>
                  <a:pt x="514" y="7495"/>
                  <a:pt x="452" y="7702"/>
                  <a:pt x="394" y="7909"/>
                </a:cubicBezTo>
                <a:lnTo>
                  <a:pt x="7909" y="395"/>
                </a:lnTo>
                <a:close/>
                <a:moveTo>
                  <a:pt x="14094" y="515"/>
                </a:moveTo>
                <a:lnTo>
                  <a:pt x="514" y="14094"/>
                </a:lnTo>
                <a:cubicBezTo>
                  <a:pt x="549" y="14202"/>
                  <a:pt x="583" y="14310"/>
                  <a:pt x="620" y="14417"/>
                </a:cubicBezTo>
                <a:lnTo>
                  <a:pt x="14417" y="621"/>
                </a:lnTo>
                <a:cubicBezTo>
                  <a:pt x="14310" y="583"/>
                  <a:pt x="14202" y="549"/>
                  <a:pt x="14094" y="515"/>
                </a:cubicBezTo>
                <a:close/>
                <a:moveTo>
                  <a:pt x="14804" y="767"/>
                </a:moveTo>
                <a:lnTo>
                  <a:pt x="767" y="14804"/>
                </a:lnTo>
                <a:cubicBezTo>
                  <a:pt x="807" y="14905"/>
                  <a:pt x="851" y="15004"/>
                  <a:pt x="894" y="15104"/>
                </a:cubicBezTo>
                <a:lnTo>
                  <a:pt x="15104" y="895"/>
                </a:lnTo>
                <a:cubicBezTo>
                  <a:pt x="15004" y="852"/>
                  <a:pt x="14905" y="807"/>
                  <a:pt x="14804" y="767"/>
                </a:cubicBezTo>
                <a:close/>
                <a:moveTo>
                  <a:pt x="6411" y="932"/>
                </a:moveTo>
                <a:cubicBezTo>
                  <a:pt x="6118" y="1062"/>
                  <a:pt x="5831" y="1206"/>
                  <a:pt x="5549" y="1363"/>
                </a:cubicBezTo>
                <a:lnTo>
                  <a:pt x="1362" y="5549"/>
                </a:lnTo>
                <a:cubicBezTo>
                  <a:pt x="1205" y="5832"/>
                  <a:pt x="1061" y="6119"/>
                  <a:pt x="931" y="6411"/>
                </a:cubicBezTo>
                <a:lnTo>
                  <a:pt x="6411" y="932"/>
                </a:lnTo>
                <a:close/>
                <a:moveTo>
                  <a:pt x="15470" y="1061"/>
                </a:moveTo>
                <a:lnTo>
                  <a:pt x="1060" y="15471"/>
                </a:lnTo>
                <a:cubicBezTo>
                  <a:pt x="1106" y="15567"/>
                  <a:pt x="1153" y="15664"/>
                  <a:pt x="1202" y="15759"/>
                </a:cubicBezTo>
                <a:lnTo>
                  <a:pt x="15759" y="1203"/>
                </a:lnTo>
                <a:cubicBezTo>
                  <a:pt x="15663" y="1153"/>
                  <a:pt x="15567" y="1107"/>
                  <a:pt x="15470" y="1061"/>
                </a:cubicBezTo>
                <a:close/>
                <a:moveTo>
                  <a:pt x="16103" y="1391"/>
                </a:moveTo>
                <a:lnTo>
                  <a:pt x="1391" y="16103"/>
                </a:lnTo>
                <a:cubicBezTo>
                  <a:pt x="1442" y="16194"/>
                  <a:pt x="1494" y="16285"/>
                  <a:pt x="1549" y="16375"/>
                </a:cubicBezTo>
                <a:lnTo>
                  <a:pt x="16375" y="1549"/>
                </a:lnTo>
                <a:cubicBezTo>
                  <a:pt x="16285" y="1495"/>
                  <a:pt x="16194" y="1442"/>
                  <a:pt x="16103" y="1391"/>
                </a:cubicBezTo>
                <a:close/>
                <a:moveTo>
                  <a:pt x="16703" y="1754"/>
                </a:moveTo>
                <a:lnTo>
                  <a:pt x="1753" y="16703"/>
                </a:lnTo>
                <a:cubicBezTo>
                  <a:pt x="1809" y="16788"/>
                  <a:pt x="1869" y="16872"/>
                  <a:pt x="1928" y="16956"/>
                </a:cubicBezTo>
                <a:lnTo>
                  <a:pt x="16956" y="1928"/>
                </a:lnTo>
                <a:cubicBezTo>
                  <a:pt x="16872" y="1869"/>
                  <a:pt x="16788" y="1810"/>
                  <a:pt x="16703" y="1754"/>
                </a:cubicBezTo>
                <a:close/>
                <a:moveTo>
                  <a:pt x="17267" y="2151"/>
                </a:moveTo>
                <a:lnTo>
                  <a:pt x="2151" y="17267"/>
                </a:lnTo>
                <a:cubicBezTo>
                  <a:pt x="2212" y="17349"/>
                  <a:pt x="2274" y="17430"/>
                  <a:pt x="2338" y="17510"/>
                </a:cubicBezTo>
                <a:lnTo>
                  <a:pt x="17510" y="2338"/>
                </a:lnTo>
                <a:cubicBezTo>
                  <a:pt x="17430" y="2275"/>
                  <a:pt x="17349" y="2212"/>
                  <a:pt x="17267" y="2151"/>
                </a:cubicBezTo>
                <a:close/>
                <a:moveTo>
                  <a:pt x="3805" y="2574"/>
                </a:moveTo>
                <a:cubicBezTo>
                  <a:pt x="3586" y="2761"/>
                  <a:pt x="3370" y="2956"/>
                  <a:pt x="3163" y="3163"/>
                </a:cubicBezTo>
                <a:cubicBezTo>
                  <a:pt x="2955" y="3371"/>
                  <a:pt x="2761" y="3586"/>
                  <a:pt x="2574" y="3806"/>
                </a:cubicBezTo>
                <a:lnTo>
                  <a:pt x="3805" y="2574"/>
                </a:lnTo>
                <a:close/>
                <a:moveTo>
                  <a:pt x="17801" y="2579"/>
                </a:moveTo>
                <a:lnTo>
                  <a:pt x="2579" y="17801"/>
                </a:lnTo>
                <a:cubicBezTo>
                  <a:pt x="2645" y="17878"/>
                  <a:pt x="2709" y="17957"/>
                  <a:pt x="2777" y="18032"/>
                </a:cubicBezTo>
                <a:lnTo>
                  <a:pt x="18032" y="2777"/>
                </a:lnTo>
                <a:cubicBezTo>
                  <a:pt x="17957" y="2709"/>
                  <a:pt x="17878" y="2645"/>
                  <a:pt x="17801" y="2579"/>
                </a:cubicBezTo>
                <a:close/>
                <a:moveTo>
                  <a:pt x="18304" y="3036"/>
                </a:moveTo>
                <a:lnTo>
                  <a:pt x="3036" y="18304"/>
                </a:lnTo>
                <a:cubicBezTo>
                  <a:pt x="3079" y="18349"/>
                  <a:pt x="3119" y="18394"/>
                  <a:pt x="3163" y="18438"/>
                </a:cubicBezTo>
                <a:cubicBezTo>
                  <a:pt x="3191" y="18466"/>
                  <a:pt x="3222" y="18492"/>
                  <a:pt x="3250" y="18521"/>
                </a:cubicBezTo>
                <a:lnTo>
                  <a:pt x="18521" y="3251"/>
                </a:lnTo>
                <a:cubicBezTo>
                  <a:pt x="18492" y="3222"/>
                  <a:pt x="18466" y="3192"/>
                  <a:pt x="18438" y="3163"/>
                </a:cubicBezTo>
                <a:cubicBezTo>
                  <a:pt x="18394" y="3119"/>
                  <a:pt x="18348" y="3079"/>
                  <a:pt x="18304" y="3036"/>
                </a:cubicBezTo>
                <a:close/>
                <a:moveTo>
                  <a:pt x="18781" y="3523"/>
                </a:moveTo>
                <a:lnTo>
                  <a:pt x="3522" y="18781"/>
                </a:lnTo>
                <a:cubicBezTo>
                  <a:pt x="3598" y="18850"/>
                  <a:pt x="3676" y="18915"/>
                  <a:pt x="3753" y="18982"/>
                </a:cubicBezTo>
                <a:lnTo>
                  <a:pt x="18982" y="3753"/>
                </a:lnTo>
                <a:cubicBezTo>
                  <a:pt x="18915" y="3676"/>
                  <a:pt x="18850" y="3598"/>
                  <a:pt x="18781" y="3523"/>
                </a:cubicBezTo>
                <a:close/>
                <a:moveTo>
                  <a:pt x="19224" y="4041"/>
                </a:moveTo>
                <a:lnTo>
                  <a:pt x="4041" y="19224"/>
                </a:lnTo>
                <a:cubicBezTo>
                  <a:pt x="4121" y="19289"/>
                  <a:pt x="4202" y="19350"/>
                  <a:pt x="4283" y="19412"/>
                </a:cubicBezTo>
                <a:lnTo>
                  <a:pt x="19412" y="4283"/>
                </a:lnTo>
                <a:cubicBezTo>
                  <a:pt x="19350" y="4202"/>
                  <a:pt x="19289" y="4121"/>
                  <a:pt x="19224" y="4041"/>
                </a:cubicBezTo>
                <a:close/>
                <a:moveTo>
                  <a:pt x="19637" y="4591"/>
                </a:moveTo>
                <a:lnTo>
                  <a:pt x="4591" y="19637"/>
                </a:lnTo>
                <a:cubicBezTo>
                  <a:pt x="4675" y="19696"/>
                  <a:pt x="4758" y="19757"/>
                  <a:pt x="4843" y="19813"/>
                </a:cubicBezTo>
                <a:lnTo>
                  <a:pt x="19813" y="4844"/>
                </a:lnTo>
                <a:cubicBezTo>
                  <a:pt x="19757" y="4758"/>
                  <a:pt x="19696" y="4675"/>
                  <a:pt x="19637" y="4591"/>
                </a:cubicBezTo>
                <a:close/>
                <a:moveTo>
                  <a:pt x="20019" y="5172"/>
                </a:moveTo>
                <a:lnTo>
                  <a:pt x="5172" y="20019"/>
                </a:lnTo>
                <a:cubicBezTo>
                  <a:pt x="5261" y="20073"/>
                  <a:pt x="5351" y="20126"/>
                  <a:pt x="5441" y="20178"/>
                </a:cubicBezTo>
                <a:lnTo>
                  <a:pt x="20178" y="5441"/>
                </a:lnTo>
                <a:cubicBezTo>
                  <a:pt x="20126" y="5351"/>
                  <a:pt x="20073" y="5261"/>
                  <a:pt x="20019" y="5172"/>
                </a:cubicBezTo>
                <a:close/>
                <a:moveTo>
                  <a:pt x="20369" y="5782"/>
                </a:moveTo>
                <a:lnTo>
                  <a:pt x="5782" y="20369"/>
                </a:lnTo>
                <a:cubicBezTo>
                  <a:pt x="5877" y="20419"/>
                  <a:pt x="5974" y="20463"/>
                  <a:pt x="6071" y="20510"/>
                </a:cubicBezTo>
                <a:lnTo>
                  <a:pt x="20510" y="6071"/>
                </a:lnTo>
                <a:cubicBezTo>
                  <a:pt x="20463" y="5975"/>
                  <a:pt x="20419" y="5878"/>
                  <a:pt x="20369" y="5782"/>
                </a:cubicBezTo>
                <a:close/>
                <a:moveTo>
                  <a:pt x="20679" y="6434"/>
                </a:moveTo>
                <a:lnTo>
                  <a:pt x="6434" y="20679"/>
                </a:lnTo>
                <a:cubicBezTo>
                  <a:pt x="6534" y="20723"/>
                  <a:pt x="6633" y="20769"/>
                  <a:pt x="6734" y="20809"/>
                </a:cubicBezTo>
                <a:lnTo>
                  <a:pt x="20809" y="6735"/>
                </a:lnTo>
                <a:cubicBezTo>
                  <a:pt x="20769" y="6634"/>
                  <a:pt x="20723" y="6534"/>
                  <a:pt x="20679" y="6434"/>
                </a:cubicBezTo>
                <a:close/>
                <a:moveTo>
                  <a:pt x="20956" y="7121"/>
                </a:moveTo>
                <a:lnTo>
                  <a:pt x="7120" y="20956"/>
                </a:lnTo>
                <a:cubicBezTo>
                  <a:pt x="7226" y="20994"/>
                  <a:pt x="7333" y="21030"/>
                  <a:pt x="7439" y="21065"/>
                </a:cubicBezTo>
                <a:lnTo>
                  <a:pt x="21065" y="7439"/>
                </a:lnTo>
                <a:cubicBezTo>
                  <a:pt x="21030" y="7333"/>
                  <a:pt x="20994" y="7226"/>
                  <a:pt x="20956" y="7121"/>
                </a:cubicBezTo>
                <a:close/>
                <a:moveTo>
                  <a:pt x="21190" y="7848"/>
                </a:moveTo>
                <a:lnTo>
                  <a:pt x="7848" y="21190"/>
                </a:lnTo>
                <a:cubicBezTo>
                  <a:pt x="7960" y="21221"/>
                  <a:pt x="8073" y="21252"/>
                  <a:pt x="8186" y="21280"/>
                </a:cubicBezTo>
                <a:lnTo>
                  <a:pt x="21280" y="8186"/>
                </a:lnTo>
                <a:cubicBezTo>
                  <a:pt x="21252" y="8073"/>
                  <a:pt x="21221" y="7960"/>
                  <a:pt x="21190" y="7848"/>
                </a:cubicBezTo>
                <a:close/>
                <a:moveTo>
                  <a:pt x="21378" y="8623"/>
                </a:moveTo>
                <a:lnTo>
                  <a:pt x="8623" y="21378"/>
                </a:lnTo>
                <a:cubicBezTo>
                  <a:pt x="8743" y="21402"/>
                  <a:pt x="8863" y="21424"/>
                  <a:pt x="8984" y="21445"/>
                </a:cubicBezTo>
                <a:lnTo>
                  <a:pt x="21445" y="8984"/>
                </a:lnTo>
                <a:cubicBezTo>
                  <a:pt x="21424" y="8864"/>
                  <a:pt x="21402" y="8743"/>
                  <a:pt x="21378" y="8623"/>
                </a:cubicBezTo>
                <a:close/>
                <a:moveTo>
                  <a:pt x="21514" y="9448"/>
                </a:moveTo>
                <a:lnTo>
                  <a:pt x="9447" y="21514"/>
                </a:lnTo>
                <a:cubicBezTo>
                  <a:pt x="9576" y="21530"/>
                  <a:pt x="9704" y="21546"/>
                  <a:pt x="9833" y="21557"/>
                </a:cubicBezTo>
                <a:lnTo>
                  <a:pt x="21557" y="9834"/>
                </a:lnTo>
                <a:cubicBezTo>
                  <a:pt x="21546" y="9705"/>
                  <a:pt x="21530" y="9576"/>
                  <a:pt x="21514" y="9448"/>
                </a:cubicBezTo>
                <a:close/>
                <a:moveTo>
                  <a:pt x="21590" y="10333"/>
                </a:moveTo>
                <a:lnTo>
                  <a:pt x="10332" y="21590"/>
                </a:lnTo>
                <a:cubicBezTo>
                  <a:pt x="10473" y="21596"/>
                  <a:pt x="10613" y="21599"/>
                  <a:pt x="10753" y="21600"/>
                </a:cubicBezTo>
                <a:lnTo>
                  <a:pt x="21600" y="10754"/>
                </a:lnTo>
                <a:cubicBezTo>
                  <a:pt x="21599" y="10613"/>
                  <a:pt x="21596" y="10473"/>
                  <a:pt x="21590" y="10333"/>
                </a:cubicBezTo>
                <a:close/>
                <a:moveTo>
                  <a:pt x="21590" y="11296"/>
                </a:moveTo>
                <a:lnTo>
                  <a:pt x="11295" y="21590"/>
                </a:lnTo>
                <a:cubicBezTo>
                  <a:pt x="11449" y="21583"/>
                  <a:pt x="11603" y="21572"/>
                  <a:pt x="11757" y="21558"/>
                </a:cubicBezTo>
                <a:lnTo>
                  <a:pt x="21558" y="11757"/>
                </a:lnTo>
                <a:cubicBezTo>
                  <a:pt x="21572" y="11603"/>
                  <a:pt x="21583" y="11450"/>
                  <a:pt x="21590" y="11296"/>
                </a:cubicBezTo>
                <a:close/>
                <a:moveTo>
                  <a:pt x="21489" y="12358"/>
                </a:moveTo>
                <a:lnTo>
                  <a:pt x="12358" y="21489"/>
                </a:lnTo>
                <a:cubicBezTo>
                  <a:pt x="12531" y="21464"/>
                  <a:pt x="12703" y="21434"/>
                  <a:pt x="12876" y="21400"/>
                </a:cubicBezTo>
                <a:lnTo>
                  <a:pt x="21400" y="12876"/>
                </a:lnTo>
                <a:cubicBezTo>
                  <a:pt x="21434" y="12704"/>
                  <a:pt x="21464" y="12531"/>
                  <a:pt x="21489" y="12358"/>
                </a:cubicBezTo>
                <a:close/>
                <a:moveTo>
                  <a:pt x="21239" y="13569"/>
                </a:moveTo>
                <a:lnTo>
                  <a:pt x="13569" y="21239"/>
                </a:lnTo>
                <a:cubicBezTo>
                  <a:pt x="13774" y="21185"/>
                  <a:pt x="13978" y="21125"/>
                  <a:pt x="14181" y="21058"/>
                </a:cubicBezTo>
                <a:lnTo>
                  <a:pt x="21058" y="14181"/>
                </a:lnTo>
                <a:cubicBezTo>
                  <a:pt x="21125" y="13978"/>
                  <a:pt x="21185" y="13774"/>
                  <a:pt x="21239" y="13569"/>
                </a:cubicBezTo>
                <a:close/>
                <a:moveTo>
                  <a:pt x="20736" y="15035"/>
                </a:moveTo>
                <a:lnTo>
                  <a:pt x="15035" y="20736"/>
                </a:lnTo>
                <a:cubicBezTo>
                  <a:pt x="15310" y="20619"/>
                  <a:pt x="15581" y="20493"/>
                  <a:pt x="15848" y="20352"/>
                </a:cubicBezTo>
                <a:lnTo>
                  <a:pt x="20352" y="15848"/>
                </a:lnTo>
                <a:cubicBezTo>
                  <a:pt x="20493" y="15581"/>
                  <a:pt x="20619" y="15310"/>
                  <a:pt x="20736" y="15035"/>
                </a:cubicBezTo>
                <a:close/>
                <a:moveTo>
                  <a:pt x="19400" y="17332"/>
                </a:moveTo>
                <a:lnTo>
                  <a:pt x="17332" y="19400"/>
                </a:lnTo>
                <a:cubicBezTo>
                  <a:pt x="17716" y="19108"/>
                  <a:pt x="18087" y="18789"/>
                  <a:pt x="18438" y="18438"/>
                </a:cubicBezTo>
                <a:cubicBezTo>
                  <a:pt x="18788" y="18087"/>
                  <a:pt x="19107" y="17716"/>
                  <a:pt x="19400" y="17332"/>
                </a:cubicBezTo>
                <a:close/>
              </a:path>
            </a:pathLst>
          </a:custGeom>
          <a:solidFill>
            <a:schemeClr val="accent4"/>
          </a:solidFill>
          <a:ln w="12700">
            <a:miter lim="400000"/>
          </a:ln>
        </p:spPr>
        <p:txBody>
          <a:bodyPr lIns="0" tIns="0" rIns="0" bIns="0" anchor="ctr"/>
          <a:lstStyle/>
          <a:p>
            <a:pPr marL="0" marR="0" lvl="0" indent="0" algn="ctr" defTabSz="8255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 kumimoji="0" sz="32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Helvetica Neue Medium"/>
              <a:sym typeface="Helvetica Neue Medium"/>
            </a:endParaRPr>
          </a:p>
        </p:txBody>
      </p:sp>
      <p:sp>
        <p:nvSpPr>
          <p:cNvPr id="217" name="Shape">
            <a:extLst>
              <a:ext uri="{FF2B5EF4-FFF2-40B4-BE49-F238E27FC236}">
                <a16:creationId xmlns:a16="http://schemas.microsoft.com/office/drawing/2014/main" id="{9FF82CA6-DD12-3907-20D3-9B4E35AEDC5A}"/>
              </a:ext>
            </a:extLst>
          </p:cNvPr>
          <p:cNvSpPr/>
          <p:nvPr/>
        </p:nvSpPr>
        <p:spPr>
          <a:xfrm>
            <a:off x="5513585" y="9836851"/>
            <a:ext cx="2709536" cy="270965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800" y="0"/>
                </a:moveTo>
                <a:cubicBezTo>
                  <a:pt x="10787" y="0"/>
                  <a:pt x="10773" y="1"/>
                  <a:pt x="10759" y="1"/>
                </a:cubicBezTo>
                <a:lnTo>
                  <a:pt x="1" y="10760"/>
                </a:lnTo>
                <a:cubicBezTo>
                  <a:pt x="0" y="10900"/>
                  <a:pt x="3" y="11040"/>
                  <a:pt x="8" y="11181"/>
                </a:cubicBezTo>
                <a:lnTo>
                  <a:pt x="11180" y="9"/>
                </a:lnTo>
                <a:cubicBezTo>
                  <a:pt x="11054" y="4"/>
                  <a:pt x="10927" y="0"/>
                  <a:pt x="10800" y="0"/>
                </a:cubicBezTo>
                <a:close/>
                <a:moveTo>
                  <a:pt x="10211" y="17"/>
                </a:moveTo>
                <a:cubicBezTo>
                  <a:pt x="10057" y="25"/>
                  <a:pt x="9903" y="36"/>
                  <a:pt x="9748" y="51"/>
                </a:cubicBezTo>
                <a:lnTo>
                  <a:pt x="50" y="9749"/>
                </a:lnTo>
                <a:cubicBezTo>
                  <a:pt x="35" y="9903"/>
                  <a:pt x="25" y="10057"/>
                  <a:pt x="16" y="10212"/>
                </a:cubicBezTo>
                <a:lnTo>
                  <a:pt x="10211" y="17"/>
                </a:lnTo>
                <a:close/>
                <a:moveTo>
                  <a:pt x="11683" y="38"/>
                </a:moveTo>
                <a:lnTo>
                  <a:pt x="38" y="11684"/>
                </a:lnTo>
                <a:cubicBezTo>
                  <a:pt x="48" y="11814"/>
                  <a:pt x="62" y="11944"/>
                  <a:pt x="78" y="12075"/>
                </a:cubicBezTo>
                <a:lnTo>
                  <a:pt x="12074" y="78"/>
                </a:lnTo>
                <a:cubicBezTo>
                  <a:pt x="11944" y="63"/>
                  <a:pt x="11814" y="49"/>
                  <a:pt x="11683" y="38"/>
                </a:cubicBezTo>
                <a:close/>
                <a:moveTo>
                  <a:pt x="9136" y="131"/>
                </a:moveTo>
                <a:cubicBezTo>
                  <a:pt x="8960" y="158"/>
                  <a:pt x="8786" y="190"/>
                  <a:pt x="8611" y="226"/>
                </a:cubicBezTo>
                <a:lnTo>
                  <a:pt x="226" y="8611"/>
                </a:lnTo>
                <a:cubicBezTo>
                  <a:pt x="190" y="8786"/>
                  <a:pt x="157" y="8961"/>
                  <a:pt x="130" y="9137"/>
                </a:cubicBezTo>
                <a:lnTo>
                  <a:pt x="9136" y="131"/>
                </a:lnTo>
                <a:close/>
                <a:moveTo>
                  <a:pt x="12541" y="143"/>
                </a:moveTo>
                <a:lnTo>
                  <a:pt x="143" y="12541"/>
                </a:lnTo>
                <a:cubicBezTo>
                  <a:pt x="163" y="12663"/>
                  <a:pt x="183" y="12785"/>
                  <a:pt x="207" y="12906"/>
                </a:cubicBezTo>
                <a:lnTo>
                  <a:pt x="12906" y="208"/>
                </a:lnTo>
                <a:cubicBezTo>
                  <a:pt x="12785" y="184"/>
                  <a:pt x="12663" y="163"/>
                  <a:pt x="12541" y="143"/>
                </a:cubicBezTo>
                <a:close/>
                <a:moveTo>
                  <a:pt x="13343" y="303"/>
                </a:moveTo>
                <a:lnTo>
                  <a:pt x="303" y="13343"/>
                </a:lnTo>
                <a:cubicBezTo>
                  <a:pt x="330" y="13456"/>
                  <a:pt x="361" y="13569"/>
                  <a:pt x="392" y="13682"/>
                </a:cubicBezTo>
                <a:lnTo>
                  <a:pt x="13682" y="393"/>
                </a:lnTo>
                <a:cubicBezTo>
                  <a:pt x="13569" y="362"/>
                  <a:pt x="13456" y="331"/>
                  <a:pt x="13343" y="303"/>
                </a:cubicBezTo>
                <a:close/>
                <a:moveTo>
                  <a:pt x="7909" y="395"/>
                </a:moveTo>
                <a:cubicBezTo>
                  <a:pt x="7701" y="452"/>
                  <a:pt x="7495" y="515"/>
                  <a:pt x="7290" y="585"/>
                </a:cubicBezTo>
                <a:lnTo>
                  <a:pt x="584" y="7290"/>
                </a:lnTo>
                <a:cubicBezTo>
                  <a:pt x="514" y="7495"/>
                  <a:pt x="452" y="7702"/>
                  <a:pt x="394" y="7909"/>
                </a:cubicBezTo>
                <a:lnTo>
                  <a:pt x="7909" y="395"/>
                </a:lnTo>
                <a:close/>
                <a:moveTo>
                  <a:pt x="14094" y="515"/>
                </a:moveTo>
                <a:lnTo>
                  <a:pt x="514" y="14094"/>
                </a:lnTo>
                <a:cubicBezTo>
                  <a:pt x="549" y="14202"/>
                  <a:pt x="583" y="14310"/>
                  <a:pt x="620" y="14417"/>
                </a:cubicBezTo>
                <a:lnTo>
                  <a:pt x="14417" y="621"/>
                </a:lnTo>
                <a:cubicBezTo>
                  <a:pt x="14310" y="583"/>
                  <a:pt x="14202" y="549"/>
                  <a:pt x="14094" y="515"/>
                </a:cubicBezTo>
                <a:close/>
                <a:moveTo>
                  <a:pt x="14804" y="767"/>
                </a:moveTo>
                <a:lnTo>
                  <a:pt x="767" y="14804"/>
                </a:lnTo>
                <a:cubicBezTo>
                  <a:pt x="807" y="14905"/>
                  <a:pt x="851" y="15004"/>
                  <a:pt x="894" y="15104"/>
                </a:cubicBezTo>
                <a:lnTo>
                  <a:pt x="15104" y="895"/>
                </a:lnTo>
                <a:cubicBezTo>
                  <a:pt x="15004" y="852"/>
                  <a:pt x="14905" y="807"/>
                  <a:pt x="14804" y="767"/>
                </a:cubicBezTo>
                <a:close/>
                <a:moveTo>
                  <a:pt x="6411" y="932"/>
                </a:moveTo>
                <a:cubicBezTo>
                  <a:pt x="6118" y="1062"/>
                  <a:pt x="5831" y="1206"/>
                  <a:pt x="5549" y="1363"/>
                </a:cubicBezTo>
                <a:lnTo>
                  <a:pt x="1362" y="5549"/>
                </a:lnTo>
                <a:cubicBezTo>
                  <a:pt x="1205" y="5832"/>
                  <a:pt x="1061" y="6119"/>
                  <a:pt x="931" y="6411"/>
                </a:cubicBezTo>
                <a:lnTo>
                  <a:pt x="6411" y="932"/>
                </a:lnTo>
                <a:close/>
                <a:moveTo>
                  <a:pt x="15470" y="1061"/>
                </a:moveTo>
                <a:lnTo>
                  <a:pt x="1060" y="15471"/>
                </a:lnTo>
                <a:cubicBezTo>
                  <a:pt x="1106" y="15567"/>
                  <a:pt x="1153" y="15664"/>
                  <a:pt x="1202" y="15759"/>
                </a:cubicBezTo>
                <a:lnTo>
                  <a:pt x="15759" y="1203"/>
                </a:lnTo>
                <a:cubicBezTo>
                  <a:pt x="15663" y="1153"/>
                  <a:pt x="15567" y="1107"/>
                  <a:pt x="15470" y="1061"/>
                </a:cubicBezTo>
                <a:close/>
                <a:moveTo>
                  <a:pt x="16103" y="1391"/>
                </a:moveTo>
                <a:lnTo>
                  <a:pt x="1391" y="16103"/>
                </a:lnTo>
                <a:cubicBezTo>
                  <a:pt x="1442" y="16194"/>
                  <a:pt x="1494" y="16285"/>
                  <a:pt x="1548" y="16375"/>
                </a:cubicBezTo>
                <a:lnTo>
                  <a:pt x="16375" y="1549"/>
                </a:lnTo>
                <a:cubicBezTo>
                  <a:pt x="16285" y="1495"/>
                  <a:pt x="16194" y="1442"/>
                  <a:pt x="16103" y="1391"/>
                </a:cubicBezTo>
                <a:close/>
                <a:moveTo>
                  <a:pt x="16703" y="1754"/>
                </a:moveTo>
                <a:lnTo>
                  <a:pt x="1753" y="16703"/>
                </a:lnTo>
                <a:cubicBezTo>
                  <a:pt x="1809" y="16788"/>
                  <a:pt x="1869" y="16872"/>
                  <a:pt x="1928" y="16956"/>
                </a:cubicBezTo>
                <a:lnTo>
                  <a:pt x="16956" y="1928"/>
                </a:lnTo>
                <a:cubicBezTo>
                  <a:pt x="16872" y="1869"/>
                  <a:pt x="16788" y="1810"/>
                  <a:pt x="16703" y="1754"/>
                </a:cubicBezTo>
                <a:close/>
                <a:moveTo>
                  <a:pt x="17267" y="2151"/>
                </a:moveTo>
                <a:lnTo>
                  <a:pt x="2151" y="17267"/>
                </a:lnTo>
                <a:cubicBezTo>
                  <a:pt x="2212" y="17349"/>
                  <a:pt x="2274" y="17430"/>
                  <a:pt x="2338" y="17510"/>
                </a:cubicBezTo>
                <a:lnTo>
                  <a:pt x="17510" y="2338"/>
                </a:lnTo>
                <a:cubicBezTo>
                  <a:pt x="17430" y="2275"/>
                  <a:pt x="17349" y="2212"/>
                  <a:pt x="17267" y="2151"/>
                </a:cubicBezTo>
                <a:close/>
                <a:moveTo>
                  <a:pt x="3805" y="2574"/>
                </a:moveTo>
                <a:cubicBezTo>
                  <a:pt x="3586" y="2761"/>
                  <a:pt x="3370" y="2956"/>
                  <a:pt x="3163" y="3163"/>
                </a:cubicBezTo>
                <a:cubicBezTo>
                  <a:pt x="2955" y="3371"/>
                  <a:pt x="2761" y="3586"/>
                  <a:pt x="2574" y="3806"/>
                </a:cubicBezTo>
                <a:lnTo>
                  <a:pt x="3805" y="2574"/>
                </a:lnTo>
                <a:close/>
                <a:moveTo>
                  <a:pt x="17801" y="2579"/>
                </a:moveTo>
                <a:lnTo>
                  <a:pt x="2579" y="17801"/>
                </a:lnTo>
                <a:cubicBezTo>
                  <a:pt x="2645" y="17878"/>
                  <a:pt x="2709" y="17957"/>
                  <a:pt x="2777" y="18032"/>
                </a:cubicBezTo>
                <a:lnTo>
                  <a:pt x="18032" y="2777"/>
                </a:lnTo>
                <a:cubicBezTo>
                  <a:pt x="17957" y="2709"/>
                  <a:pt x="17878" y="2645"/>
                  <a:pt x="17801" y="2579"/>
                </a:cubicBezTo>
                <a:close/>
                <a:moveTo>
                  <a:pt x="18304" y="3036"/>
                </a:moveTo>
                <a:lnTo>
                  <a:pt x="3036" y="18304"/>
                </a:lnTo>
                <a:cubicBezTo>
                  <a:pt x="3079" y="18349"/>
                  <a:pt x="3119" y="18394"/>
                  <a:pt x="3163" y="18438"/>
                </a:cubicBezTo>
                <a:cubicBezTo>
                  <a:pt x="3191" y="18466"/>
                  <a:pt x="3222" y="18492"/>
                  <a:pt x="3250" y="18521"/>
                </a:cubicBezTo>
                <a:lnTo>
                  <a:pt x="18521" y="3251"/>
                </a:lnTo>
                <a:cubicBezTo>
                  <a:pt x="18492" y="3222"/>
                  <a:pt x="18466" y="3192"/>
                  <a:pt x="18438" y="3163"/>
                </a:cubicBezTo>
                <a:cubicBezTo>
                  <a:pt x="18394" y="3119"/>
                  <a:pt x="18348" y="3079"/>
                  <a:pt x="18304" y="3036"/>
                </a:cubicBezTo>
                <a:close/>
                <a:moveTo>
                  <a:pt x="18781" y="3523"/>
                </a:moveTo>
                <a:lnTo>
                  <a:pt x="3522" y="18781"/>
                </a:lnTo>
                <a:cubicBezTo>
                  <a:pt x="3598" y="18850"/>
                  <a:pt x="3676" y="18915"/>
                  <a:pt x="3753" y="18982"/>
                </a:cubicBezTo>
                <a:lnTo>
                  <a:pt x="18982" y="3753"/>
                </a:lnTo>
                <a:cubicBezTo>
                  <a:pt x="18915" y="3676"/>
                  <a:pt x="18850" y="3598"/>
                  <a:pt x="18781" y="3523"/>
                </a:cubicBezTo>
                <a:close/>
                <a:moveTo>
                  <a:pt x="19224" y="4041"/>
                </a:moveTo>
                <a:lnTo>
                  <a:pt x="4041" y="19224"/>
                </a:lnTo>
                <a:cubicBezTo>
                  <a:pt x="4121" y="19289"/>
                  <a:pt x="4202" y="19350"/>
                  <a:pt x="4283" y="19412"/>
                </a:cubicBezTo>
                <a:lnTo>
                  <a:pt x="19412" y="4283"/>
                </a:lnTo>
                <a:cubicBezTo>
                  <a:pt x="19350" y="4202"/>
                  <a:pt x="19289" y="4121"/>
                  <a:pt x="19224" y="4041"/>
                </a:cubicBezTo>
                <a:close/>
                <a:moveTo>
                  <a:pt x="19637" y="4591"/>
                </a:moveTo>
                <a:lnTo>
                  <a:pt x="4591" y="19637"/>
                </a:lnTo>
                <a:cubicBezTo>
                  <a:pt x="4675" y="19696"/>
                  <a:pt x="4758" y="19757"/>
                  <a:pt x="4843" y="19813"/>
                </a:cubicBezTo>
                <a:lnTo>
                  <a:pt x="19813" y="4844"/>
                </a:lnTo>
                <a:cubicBezTo>
                  <a:pt x="19757" y="4758"/>
                  <a:pt x="19696" y="4675"/>
                  <a:pt x="19637" y="4591"/>
                </a:cubicBezTo>
                <a:close/>
                <a:moveTo>
                  <a:pt x="20019" y="5172"/>
                </a:moveTo>
                <a:lnTo>
                  <a:pt x="5172" y="20019"/>
                </a:lnTo>
                <a:cubicBezTo>
                  <a:pt x="5261" y="20073"/>
                  <a:pt x="5351" y="20126"/>
                  <a:pt x="5441" y="20178"/>
                </a:cubicBezTo>
                <a:lnTo>
                  <a:pt x="20178" y="5441"/>
                </a:lnTo>
                <a:cubicBezTo>
                  <a:pt x="20126" y="5351"/>
                  <a:pt x="20073" y="5261"/>
                  <a:pt x="20019" y="5172"/>
                </a:cubicBezTo>
                <a:close/>
                <a:moveTo>
                  <a:pt x="20369" y="5782"/>
                </a:moveTo>
                <a:lnTo>
                  <a:pt x="5782" y="20369"/>
                </a:lnTo>
                <a:cubicBezTo>
                  <a:pt x="5877" y="20419"/>
                  <a:pt x="5974" y="20463"/>
                  <a:pt x="6071" y="20510"/>
                </a:cubicBezTo>
                <a:lnTo>
                  <a:pt x="20510" y="6071"/>
                </a:lnTo>
                <a:cubicBezTo>
                  <a:pt x="20463" y="5975"/>
                  <a:pt x="20419" y="5878"/>
                  <a:pt x="20369" y="5782"/>
                </a:cubicBezTo>
                <a:close/>
                <a:moveTo>
                  <a:pt x="20679" y="6434"/>
                </a:moveTo>
                <a:lnTo>
                  <a:pt x="6434" y="20679"/>
                </a:lnTo>
                <a:cubicBezTo>
                  <a:pt x="6534" y="20723"/>
                  <a:pt x="6633" y="20769"/>
                  <a:pt x="6734" y="20809"/>
                </a:cubicBezTo>
                <a:lnTo>
                  <a:pt x="20809" y="6735"/>
                </a:lnTo>
                <a:cubicBezTo>
                  <a:pt x="20769" y="6634"/>
                  <a:pt x="20723" y="6534"/>
                  <a:pt x="20679" y="6434"/>
                </a:cubicBezTo>
                <a:close/>
                <a:moveTo>
                  <a:pt x="20956" y="7121"/>
                </a:moveTo>
                <a:lnTo>
                  <a:pt x="7120" y="20956"/>
                </a:lnTo>
                <a:cubicBezTo>
                  <a:pt x="7226" y="20994"/>
                  <a:pt x="7333" y="21030"/>
                  <a:pt x="7439" y="21065"/>
                </a:cubicBezTo>
                <a:lnTo>
                  <a:pt x="21065" y="7439"/>
                </a:lnTo>
                <a:cubicBezTo>
                  <a:pt x="21030" y="7333"/>
                  <a:pt x="20994" y="7226"/>
                  <a:pt x="20956" y="7121"/>
                </a:cubicBezTo>
                <a:close/>
                <a:moveTo>
                  <a:pt x="21190" y="7848"/>
                </a:moveTo>
                <a:lnTo>
                  <a:pt x="7848" y="21190"/>
                </a:lnTo>
                <a:cubicBezTo>
                  <a:pt x="7960" y="21221"/>
                  <a:pt x="8073" y="21252"/>
                  <a:pt x="8186" y="21280"/>
                </a:cubicBezTo>
                <a:lnTo>
                  <a:pt x="21280" y="8186"/>
                </a:lnTo>
                <a:cubicBezTo>
                  <a:pt x="21252" y="8073"/>
                  <a:pt x="21221" y="7960"/>
                  <a:pt x="21190" y="7848"/>
                </a:cubicBezTo>
                <a:close/>
                <a:moveTo>
                  <a:pt x="21378" y="8623"/>
                </a:moveTo>
                <a:lnTo>
                  <a:pt x="8623" y="21378"/>
                </a:lnTo>
                <a:cubicBezTo>
                  <a:pt x="8743" y="21402"/>
                  <a:pt x="8863" y="21424"/>
                  <a:pt x="8984" y="21445"/>
                </a:cubicBezTo>
                <a:lnTo>
                  <a:pt x="21445" y="8984"/>
                </a:lnTo>
                <a:cubicBezTo>
                  <a:pt x="21424" y="8864"/>
                  <a:pt x="21402" y="8743"/>
                  <a:pt x="21378" y="8623"/>
                </a:cubicBezTo>
                <a:close/>
                <a:moveTo>
                  <a:pt x="21514" y="9448"/>
                </a:moveTo>
                <a:lnTo>
                  <a:pt x="9447" y="21514"/>
                </a:lnTo>
                <a:cubicBezTo>
                  <a:pt x="9576" y="21530"/>
                  <a:pt x="9704" y="21546"/>
                  <a:pt x="9833" y="21557"/>
                </a:cubicBezTo>
                <a:lnTo>
                  <a:pt x="21557" y="9834"/>
                </a:lnTo>
                <a:cubicBezTo>
                  <a:pt x="21546" y="9705"/>
                  <a:pt x="21530" y="9576"/>
                  <a:pt x="21514" y="9448"/>
                </a:cubicBezTo>
                <a:close/>
                <a:moveTo>
                  <a:pt x="21590" y="10333"/>
                </a:moveTo>
                <a:lnTo>
                  <a:pt x="10332" y="21590"/>
                </a:lnTo>
                <a:cubicBezTo>
                  <a:pt x="10473" y="21596"/>
                  <a:pt x="10613" y="21599"/>
                  <a:pt x="10753" y="21600"/>
                </a:cubicBezTo>
                <a:lnTo>
                  <a:pt x="21600" y="10754"/>
                </a:lnTo>
                <a:cubicBezTo>
                  <a:pt x="21599" y="10613"/>
                  <a:pt x="21596" y="10473"/>
                  <a:pt x="21590" y="10333"/>
                </a:cubicBezTo>
                <a:close/>
                <a:moveTo>
                  <a:pt x="21590" y="11296"/>
                </a:moveTo>
                <a:lnTo>
                  <a:pt x="11295" y="21590"/>
                </a:lnTo>
                <a:cubicBezTo>
                  <a:pt x="11449" y="21583"/>
                  <a:pt x="11603" y="21572"/>
                  <a:pt x="11757" y="21558"/>
                </a:cubicBezTo>
                <a:lnTo>
                  <a:pt x="21558" y="11757"/>
                </a:lnTo>
                <a:cubicBezTo>
                  <a:pt x="21572" y="11603"/>
                  <a:pt x="21583" y="11450"/>
                  <a:pt x="21590" y="11296"/>
                </a:cubicBezTo>
                <a:close/>
                <a:moveTo>
                  <a:pt x="21489" y="12358"/>
                </a:moveTo>
                <a:lnTo>
                  <a:pt x="12358" y="21489"/>
                </a:lnTo>
                <a:cubicBezTo>
                  <a:pt x="12531" y="21464"/>
                  <a:pt x="12703" y="21434"/>
                  <a:pt x="12876" y="21400"/>
                </a:cubicBezTo>
                <a:lnTo>
                  <a:pt x="21400" y="12876"/>
                </a:lnTo>
                <a:cubicBezTo>
                  <a:pt x="21434" y="12704"/>
                  <a:pt x="21464" y="12531"/>
                  <a:pt x="21489" y="12358"/>
                </a:cubicBezTo>
                <a:close/>
                <a:moveTo>
                  <a:pt x="21239" y="13569"/>
                </a:moveTo>
                <a:lnTo>
                  <a:pt x="13569" y="21239"/>
                </a:lnTo>
                <a:cubicBezTo>
                  <a:pt x="13774" y="21185"/>
                  <a:pt x="13978" y="21125"/>
                  <a:pt x="14181" y="21058"/>
                </a:cubicBezTo>
                <a:lnTo>
                  <a:pt x="21058" y="14181"/>
                </a:lnTo>
                <a:cubicBezTo>
                  <a:pt x="21125" y="13978"/>
                  <a:pt x="21185" y="13774"/>
                  <a:pt x="21239" y="13569"/>
                </a:cubicBezTo>
                <a:close/>
                <a:moveTo>
                  <a:pt x="20736" y="15035"/>
                </a:moveTo>
                <a:lnTo>
                  <a:pt x="15035" y="20736"/>
                </a:lnTo>
                <a:cubicBezTo>
                  <a:pt x="15310" y="20619"/>
                  <a:pt x="15581" y="20493"/>
                  <a:pt x="15848" y="20352"/>
                </a:cubicBezTo>
                <a:lnTo>
                  <a:pt x="20352" y="15848"/>
                </a:lnTo>
                <a:cubicBezTo>
                  <a:pt x="20493" y="15581"/>
                  <a:pt x="20619" y="15310"/>
                  <a:pt x="20736" y="15035"/>
                </a:cubicBezTo>
                <a:close/>
                <a:moveTo>
                  <a:pt x="19400" y="17332"/>
                </a:moveTo>
                <a:lnTo>
                  <a:pt x="17332" y="19400"/>
                </a:lnTo>
                <a:cubicBezTo>
                  <a:pt x="17716" y="19108"/>
                  <a:pt x="18087" y="18789"/>
                  <a:pt x="18438" y="18438"/>
                </a:cubicBezTo>
                <a:cubicBezTo>
                  <a:pt x="18788" y="18087"/>
                  <a:pt x="19107" y="17716"/>
                  <a:pt x="19400" y="17332"/>
                </a:cubicBezTo>
                <a:close/>
              </a:path>
            </a:pathLst>
          </a:custGeom>
          <a:solidFill>
            <a:schemeClr val="accent4"/>
          </a:solidFill>
          <a:ln w="12700">
            <a:miter lim="400000"/>
          </a:ln>
        </p:spPr>
        <p:txBody>
          <a:bodyPr lIns="0" tIns="0" rIns="0" bIns="0" anchor="ctr"/>
          <a:lstStyle/>
          <a:p>
            <a:pPr marL="0" marR="0" lvl="0" indent="0" algn="ctr" defTabSz="8255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 kumimoji="0" sz="32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Helvetica Neue Medium"/>
              <a:sym typeface="Helvetica Neue Medium"/>
            </a:endParaRPr>
          </a:p>
        </p:txBody>
      </p:sp>
      <p:sp>
        <p:nvSpPr>
          <p:cNvPr id="218" name="Shape">
            <a:extLst>
              <a:ext uri="{FF2B5EF4-FFF2-40B4-BE49-F238E27FC236}">
                <a16:creationId xmlns:a16="http://schemas.microsoft.com/office/drawing/2014/main" id="{A7CA45FA-23A8-4AD4-B456-DEF533B93FD8}"/>
              </a:ext>
            </a:extLst>
          </p:cNvPr>
          <p:cNvSpPr/>
          <p:nvPr/>
        </p:nvSpPr>
        <p:spPr>
          <a:xfrm>
            <a:off x="1688166" y="791392"/>
            <a:ext cx="7163901" cy="716420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800" y="0"/>
                </a:moveTo>
                <a:cubicBezTo>
                  <a:pt x="10787" y="0"/>
                  <a:pt x="10773" y="1"/>
                  <a:pt x="10759" y="1"/>
                </a:cubicBezTo>
                <a:lnTo>
                  <a:pt x="1" y="10760"/>
                </a:lnTo>
                <a:cubicBezTo>
                  <a:pt x="0" y="10900"/>
                  <a:pt x="3" y="11040"/>
                  <a:pt x="8" y="11181"/>
                </a:cubicBezTo>
                <a:lnTo>
                  <a:pt x="11180" y="9"/>
                </a:lnTo>
                <a:cubicBezTo>
                  <a:pt x="11054" y="4"/>
                  <a:pt x="10927" y="0"/>
                  <a:pt x="10800" y="0"/>
                </a:cubicBezTo>
                <a:close/>
                <a:moveTo>
                  <a:pt x="10211" y="17"/>
                </a:moveTo>
                <a:cubicBezTo>
                  <a:pt x="10057" y="25"/>
                  <a:pt x="9903" y="36"/>
                  <a:pt x="9748" y="51"/>
                </a:cubicBezTo>
                <a:lnTo>
                  <a:pt x="50" y="9749"/>
                </a:lnTo>
                <a:cubicBezTo>
                  <a:pt x="35" y="9903"/>
                  <a:pt x="25" y="10057"/>
                  <a:pt x="16" y="10212"/>
                </a:cubicBezTo>
                <a:lnTo>
                  <a:pt x="10211" y="17"/>
                </a:lnTo>
                <a:close/>
                <a:moveTo>
                  <a:pt x="11683" y="38"/>
                </a:moveTo>
                <a:lnTo>
                  <a:pt x="38" y="11684"/>
                </a:lnTo>
                <a:cubicBezTo>
                  <a:pt x="48" y="11814"/>
                  <a:pt x="62" y="11944"/>
                  <a:pt x="78" y="12075"/>
                </a:cubicBezTo>
                <a:lnTo>
                  <a:pt x="12074" y="78"/>
                </a:lnTo>
                <a:cubicBezTo>
                  <a:pt x="11944" y="63"/>
                  <a:pt x="11814" y="49"/>
                  <a:pt x="11683" y="38"/>
                </a:cubicBezTo>
                <a:close/>
                <a:moveTo>
                  <a:pt x="9136" y="131"/>
                </a:moveTo>
                <a:cubicBezTo>
                  <a:pt x="8960" y="158"/>
                  <a:pt x="8786" y="190"/>
                  <a:pt x="8611" y="226"/>
                </a:cubicBezTo>
                <a:lnTo>
                  <a:pt x="226" y="8611"/>
                </a:lnTo>
                <a:cubicBezTo>
                  <a:pt x="190" y="8786"/>
                  <a:pt x="157" y="8961"/>
                  <a:pt x="130" y="9137"/>
                </a:cubicBezTo>
                <a:lnTo>
                  <a:pt x="9136" y="131"/>
                </a:lnTo>
                <a:close/>
                <a:moveTo>
                  <a:pt x="12541" y="143"/>
                </a:moveTo>
                <a:lnTo>
                  <a:pt x="143" y="12541"/>
                </a:lnTo>
                <a:cubicBezTo>
                  <a:pt x="163" y="12663"/>
                  <a:pt x="183" y="12785"/>
                  <a:pt x="207" y="12906"/>
                </a:cubicBezTo>
                <a:lnTo>
                  <a:pt x="12906" y="208"/>
                </a:lnTo>
                <a:cubicBezTo>
                  <a:pt x="12785" y="184"/>
                  <a:pt x="12663" y="163"/>
                  <a:pt x="12541" y="143"/>
                </a:cubicBezTo>
                <a:close/>
                <a:moveTo>
                  <a:pt x="13343" y="303"/>
                </a:moveTo>
                <a:lnTo>
                  <a:pt x="303" y="13343"/>
                </a:lnTo>
                <a:cubicBezTo>
                  <a:pt x="330" y="13456"/>
                  <a:pt x="361" y="13569"/>
                  <a:pt x="392" y="13682"/>
                </a:cubicBezTo>
                <a:lnTo>
                  <a:pt x="13682" y="393"/>
                </a:lnTo>
                <a:cubicBezTo>
                  <a:pt x="13569" y="362"/>
                  <a:pt x="13456" y="331"/>
                  <a:pt x="13343" y="303"/>
                </a:cubicBezTo>
                <a:close/>
                <a:moveTo>
                  <a:pt x="7909" y="395"/>
                </a:moveTo>
                <a:cubicBezTo>
                  <a:pt x="7701" y="452"/>
                  <a:pt x="7495" y="515"/>
                  <a:pt x="7290" y="585"/>
                </a:cubicBezTo>
                <a:lnTo>
                  <a:pt x="584" y="7290"/>
                </a:lnTo>
                <a:cubicBezTo>
                  <a:pt x="514" y="7495"/>
                  <a:pt x="452" y="7702"/>
                  <a:pt x="394" y="7909"/>
                </a:cubicBezTo>
                <a:lnTo>
                  <a:pt x="7909" y="395"/>
                </a:lnTo>
                <a:close/>
                <a:moveTo>
                  <a:pt x="14094" y="515"/>
                </a:moveTo>
                <a:lnTo>
                  <a:pt x="514" y="14094"/>
                </a:lnTo>
                <a:cubicBezTo>
                  <a:pt x="549" y="14202"/>
                  <a:pt x="583" y="14310"/>
                  <a:pt x="620" y="14417"/>
                </a:cubicBezTo>
                <a:lnTo>
                  <a:pt x="14417" y="621"/>
                </a:lnTo>
                <a:cubicBezTo>
                  <a:pt x="14310" y="583"/>
                  <a:pt x="14202" y="549"/>
                  <a:pt x="14094" y="515"/>
                </a:cubicBezTo>
                <a:close/>
                <a:moveTo>
                  <a:pt x="14804" y="767"/>
                </a:moveTo>
                <a:lnTo>
                  <a:pt x="767" y="14804"/>
                </a:lnTo>
                <a:cubicBezTo>
                  <a:pt x="807" y="14905"/>
                  <a:pt x="851" y="15004"/>
                  <a:pt x="894" y="15104"/>
                </a:cubicBezTo>
                <a:lnTo>
                  <a:pt x="15104" y="895"/>
                </a:lnTo>
                <a:cubicBezTo>
                  <a:pt x="15004" y="852"/>
                  <a:pt x="14905" y="807"/>
                  <a:pt x="14804" y="767"/>
                </a:cubicBezTo>
                <a:close/>
                <a:moveTo>
                  <a:pt x="6411" y="932"/>
                </a:moveTo>
                <a:cubicBezTo>
                  <a:pt x="6118" y="1062"/>
                  <a:pt x="5831" y="1206"/>
                  <a:pt x="5549" y="1363"/>
                </a:cubicBezTo>
                <a:lnTo>
                  <a:pt x="1362" y="5549"/>
                </a:lnTo>
                <a:cubicBezTo>
                  <a:pt x="1205" y="5832"/>
                  <a:pt x="1061" y="6119"/>
                  <a:pt x="931" y="6411"/>
                </a:cubicBezTo>
                <a:lnTo>
                  <a:pt x="6411" y="932"/>
                </a:lnTo>
                <a:close/>
                <a:moveTo>
                  <a:pt x="15470" y="1061"/>
                </a:moveTo>
                <a:lnTo>
                  <a:pt x="1060" y="15471"/>
                </a:lnTo>
                <a:cubicBezTo>
                  <a:pt x="1106" y="15567"/>
                  <a:pt x="1153" y="15664"/>
                  <a:pt x="1202" y="15759"/>
                </a:cubicBezTo>
                <a:lnTo>
                  <a:pt x="15759" y="1203"/>
                </a:lnTo>
                <a:cubicBezTo>
                  <a:pt x="15663" y="1153"/>
                  <a:pt x="15567" y="1107"/>
                  <a:pt x="15470" y="1061"/>
                </a:cubicBezTo>
                <a:close/>
                <a:moveTo>
                  <a:pt x="16103" y="1391"/>
                </a:moveTo>
                <a:lnTo>
                  <a:pt x="1391" y="16103"/>
                </a:lnTo>
                <a:cubicBezTo>
                  <a:pt x="1442" y="16194"/>
                  <a:pt x="1494" y="16285"/>
                  <a:pt x="1548" y="16375"/>
                </a:cubicBezTo>
                <a:lnTo>
                  <a:pt x="16375" y="1549"/>
                </a:lnTo>
                <a:cubicBezTo>
                  <a:pt x="16285" y="1495"/>
                  <a:pt x="16194" y="1442"/>
                  <a:pt x="16103" y="1391"/>
                </a:cubicBezTo>
                <a:close/>
                <a:moveTo>
                  <a:pt x="16703" y="1754"/>
                </a:moveTo>
                <a:lnTo>
                  <a:pt x="1753" y="16703"/>
                </a:lnTo>
                <a:cubicBezTo>
                  <a:pt x="1809" y="16788"/>
                  <a:pt x="1869" y="16872"/>
                  <a:pt x="1928" y="16956"/>
                </a:cubicBezTo>
                <a:lnTo>
                  <a:pt x="16956" y="1928"/>
                </a:lnTo>
                <a:cubicBezTo>
                  <a:pt x="16872" y="1869"/>
                  <a:pt x="16788" y="1810"/>
                  <a:pt x="16703" y="1754"/>
                </a:cubicBezTo>
                <a:close/>
                <a:moveTo>
                  <a:pt x="17267" y="2151"/>
                </a:moveTo>
                <a:lnTo>
                  <a:pt x="2151" y="17267"/>
                </a:lnTo>
                <a:cubicBezTo>
                  <a:pt x="2212" y="17349"/>
                  <a:pt x="2274" y="17430"/>
                  <a:pt x="2338" y="17510"/>
                </a:cubicBezTo>
                <a:lnTo>
                  <a:pt x="17510" y="2338"/>
                </a:lnTo>
                <a:cubicBezTo>
                  <a:pt x="17430" y="2275"/>
                  <a:pt x="17349" y="2212"/>
                  <a:pt x="17267" y="2151"/>
                </a:cubicBezTo>
                <a:close/>
                <a:moveTo>
                  <a:pt x="3805" y="2574"/>
                </a:moveTo>
                <a:cubicBezTo>
                  <a:pt x="3586" y="2761"/>
                  <a:pt x="3370" y="2956"/>
                  <a:pt x="3163" y="3163"/>
                </a:cubicBezTo>
                <a:cubicBezTo>
                  <a:pt x="2955" y="3371"/>
                  <a:pt x="2761" y="3586"/>
                  <a:pt x="2574" y="3806"/>
                </a:cubicBezTo>
                <a:lnTo>
                  <a:pt x="3805" y="2574"/>
                </a:lnTo>
                <a:close/>
                <a:moveTo>
                  <a:pt x="17801" y="2579"/>
                </a:moveTo>
                <a:lnTo>
                  <a:pt x="2579" y="17801"/>
                </a:lnTo>
                <a:cubicBezTo>
                  <a:pt x="2645" y="17878"/>
                  <a:pt x="2709" y="17957"/>
                  <a:pt x="2777" y="18032"/>
                </a:cubicBezTo>
                <a:lnTo>
                  <a:pt x="18032" y="2777"/>
                </a:lnTo>
                <a:cubicBezTo>
                  <a:pt x="17957" y="2709"/>
                  <a:pt x="17878" y="2645"/>
                  <a:pt x="17801" y="2579"/>
                </a:cubicBezTo>
                <a:close/>
                <a:moveTo>
                  <a:pt x="18304" y="3036"/>
                </a:moveTo>
                <a:lnTo>
                  <a:pt x="3036" y="18304"/>
                </a:lnTo>
                <a:cubicBezTo>
                  <a:pt x="3079" y="18349"/>
                  <a:pt x="3119" y="18394"/>
                  <a:pt x="3163" y="18438"/>
                </a:cubicBezTo>
                <a:cubicBezTo>
                  <a:pt x="3191" y="18466"/>
                  <a:pt x="3222" y="18492"/>
                  <a:pt x="3250" y="18521"/>
                </a:cubicBezTo>
                <a:lnTo>
                  <a:pt x="18521" y="3251"/>
                </a:lnTo>
                <a:cubicBezTo>
                  <a:pt x="18492" y="3222"/>
                  <a:pt x="18466" y="3192"/>
                  <a:pt x="18438" y="3163"/>
                </a:cubicBezTo>
                <a:cubicBezTo>
                  <a:pt x="18394" y="3119"/>
                  <a:pt x="18348" y="3079"/>
                  <a:pt x="18304" y="3036"/>
                </a:cubicBezTo>
                <a:close/>
                <a:moveTo>
                  <a:pt x="18781" y="3523"/>
                </a:moveTo>
                <a:lnTo>
                  <a:pt x="3522" y="18781"/>
                </a:lnTo>
                <a:cubicBezTo>
                  <a:pt x="3598" y="18850"/>
                  <a:pt x="3676" y="18915"/>
                  <a:pt x="3753" y="18982"/>
                </a:cubicBezTo>
                <a:lnTo>
                  <a:pt x="18982" y="3753"/>
                </a:lnTo>
                <a:cubicBezTo>
                  <a:pt x="18915" y="3676"/>
                  <a:pt x="18850" y="3598"/>
                  <a:pt x="18781" y="3523"/>
                </a:cubicBezTo>
                <a:close/>
                <a:moveTo>
                  <a:pt x="19224" y="4041"/>
                </a:moveTo>
                <a:lnTo>
                  <a:pt x="4041" y="19224"/>
                </a:lnTo>
                <a:cubicBezTo>
                  <a:pt x="4121" y="19289"/>
                  <a:pt x="4202" y="19350"/>
                  <a:pt x="4283" y="19412"/>
                </a:cubicBezTo>
                <a:lnTo>
                  <a:pt x="19412" y="4283"/>
                </a:lnTo>
                <a:cubicBezTo>
                  <a:pt x="19350" y="4202"/>
                  <a:pt x="19289" y="4121"/>
                  <a:pt x="19224" y="4041"/>
                </a:cubicBezTo>
                <a:close/>
                <a:moveTo>
                  <a:pt x="19637" y="4591"/>
                </a:moveTo>
                <a:lnTo>
                  <a:pt x="4591" y="19637"/>
                </a:lnTo>
                <a:cubicBezTo>
                  <a:pt x="4675" y="19696"/>
                  <a:pt x="4758" y="19757"/>
                  <a:pt x="4843" y="19813"/>
                </a:cubicBezTo>
                <a:lnTo>
                  <a:pt x="19813" y="4844"/>
                </a:lnTo>
                <a:cubicBezTo>
                  <a:pt x="19757" y="4758"/>
                  <a:pt x="19696" y="4675"/>
                  <a:pt x="19637" y="4591"/>
                </a:cubicBezTo>
                <a:close/>
                <a:moveTo>
                  <a:pt x="20019" y="5172"/>
                </a:moveTo>
                <a:lnTo>
                  <a:pt x="5172" y="20019"/>
                </a:lnTo>
                <a:cubicBezTo>
                  <a:pt x="5261" y="20073"/>
                  <a:pt x="5351" y="20126"/>
                  <a:pt x="5441" y="20178"/>
                </a:cubicBezTo>
                <a:lnTo>
                  <a:pt x="20178" y="5441"/>
                </a:lnTo>
                <a:cubicBezTo>
                  <a:pt x="20126" y="5351"/>
                  <a:pt x="20073" y="5261"/>
                  <a:pt x="20019" y="5172"/>
                </a:cubicBezTo>
                <a:close/>
                <a:moveTo>
                  <a:pt x="20369" y="5782"/>
                </a:moveTo>
                <a:lnTo>
                  <a:pt x="5782" y="20369"/>
                </a:lnTo>
                <a:cubicBezTo>
                  <a:pt x="5877" y="20419"/>
                  <a:pt x="5974" y="20463"/>
                  <a:pt x="6071" y="20510"/>
                </a:cubicBezTo>
                <a:lnTo>
                  <a:pt x="20510" y="6071"/>
                </a:lnTo>
                <a:cubicBezTo>
                  <a:pt x="20463" y="5975"/>
                  <a:pt x="20419" y="5878"/>
                  <a:pt x="20369" y="5782"/>
                </a:cubicBezTo>
                <a:close/>
                <a:moveTo>
                  <a:pt x="20679" y="6434"/>
                </a:moveTo>
                <a:lnTo>
                  <a:pt x="6434" y="20679"/>
                </a:lnTo>
                <a:cubicBezTo>
                  <a:pt x="6534" y="20723"/>
                  <a:pt x="6633" y="20769"/>
                  <a:pt x="6734" y="20809"/>
                </a:cubicBezTo>
                <a:lnTo>
                  <a:pt x="20809" y="6735"/>
                </a:lnTo>
                <a:cubicBezTo>
                  <a:pt x="20769" y="6634"/>
                  <a:pt x="20723" y="6534"/>
                  <a:pt x="20679" y="6434"/>
                </a:cubicBezTo>
                <a:close/>
                <a:moveTo>
                  <a:pt x="20956" y="7121"/>
                </a:moveTo>
                <a:lnTo>
                  <a:pt x="7120" y="20956"/>
                </a:lnTo>
                <a:cubicBezTo>
                  <a:pt x="7226" y="20994"/>
                  <a:pt x="7333" y="21030"/>
                  <a:pt x="7439" y="21065"/>
                </a:cubicBezTo>
                <a:lnTo>
                  <a:pt x="21065" y="7439"/>
                </a:lnTo>
                <a:cubicBezTo>
                  <a:pt x="21030" y="7333"/>
                  <a:pt x="20994" y="7226"/>
                  <a:pt x="20956" y="7121"/>
                </a:cubicBezTo>
                <a:close/>
                <a:moveTo>
                  <a:pt x="21190" y="7848"/>
                </a:moveTo>
                <a:lnTo>
                  <a:pt x="7848" y="21190"/>
                </a:lnTo>
                <a:cubicBezTo>
                  <a:pt x="7960" y="21221"/>
                  <a:pt x="8073" y="21252"/>
                  <a:pt x="8186" y="21280"/>
                </a:cubicBezTo>
                <a:lnTo>
                  <a:pt x="21280" y="8186"/>
                </a:lnTo>
                <a:cubicBezTo>
                  <a:pt x="21252" y="8073"/>
                  <a:pt x="21221" y="7960"/>
                  <a:pt x="21190" y="7848"/>
                </a:cubicBezTo>
                <a:close/>
                <a:moveTo>
                  <a:pt x="21378" y="8623"/>
                </a:moveTo>
                <a:lnTo>
                  <a:pt x="8623" y="21378"/>
                </a:lnTo>
                <a:cubicBezTo>
                  <a:pt x="8743" y="21402"/>
                  <a:pt x="8863" y="21424"/>
                  <a:pt x="8984" y="21445"/>
                </a:cubicBezTo>
                <a:lnTo>
                  <a:pt x="21445" y="8984"/>
                </a:lnTo>
                <a:cubicBezTo>
                  <a:pt x="21424" y="8864"/>
                  <a:pt x="21402" y="8743"/>
                  <a:pt x="21378" y="8623"/>
                </a:cubicBezTo>
                <a:close/>
                <a:moveTo>
                  <a:pt x="21514" y="9448"/>
                </a:moveTo>
                <a:lnTo>
                  <a:pt x="9447" y="21514"/>
                </a:lnTo>
                <a:cubicBezTo>
                  <a:pt x="9576" y="21530"/>
                  <a:pt x="9704" y="21546"/>
                  <a:pt x="9833" y="21557"/>
                </a:cubicBezTo>
                <a:lnTo>
                  <a:pt x="21557" y="9834"/>
                </a:lnTo>
                <a:cubicBezTo>
                  <a:pt x="21546" y="9705"/>
                  <a:pt x="21530" y="9576"/>
                  <a:pt x="21514" y="9448"/>
                </a:cubicBezTo>
                <a:close/>
                <a:moveTo>
                  <a:pt x="21590" y="10333"/>
                </a:moveTo>
                <a:lnTo>
                  <a:pt x="10332" y="21590"/>
                </a:lnTo>
                <a:cubicBezTo>
                  <a:pt x="10473" y="21596"/>
                  <a:pt x="10613" y="21599"/>
                  <a:pt x="10753" y="21600"/>
                </a:cubicBezTo>
                <a:lnTo>
                  <a:pt x="21600" y="10754"/>
                </a:lnTo>
                <a:cubicBezTo>
                  <a:pt x="21599" y="10613"/>
                  <a:pt x="21596" y="10473"/>
                  <a:pt x="21590" y="10333"/>
                </a:cubicBezTo>
                <a:close/>
                <a:moveTo>
                  <a:pt x="21590" y="11296"/>
                </a:moveTo>
                <a:lnTo>
                  <a:pt x="11295" y="21590"/>
                </a:lnTo>
                <a:cubicBezTo>
                  <a:pt x="11449" y="21583"/>
                  <a:pt x="11603" y="21572"/>
                  <a:pt x="11757" y="21558"/>
                </a:cubicBezTo>
                <a:lnTo>
                  <a:pt x="21558" y="11757"/>
                </a:lnTo>
                <a:cubicBezTo>
                  <a:pt x="21572" y="11603"/>
                  <a:pt x="21583" y="11450"/>
                  <a:pt x="21590" y="11296"/>
                </a:cubicBezTo>
                <a:close/>
                <a:moveTo>
                  <a:pt x="21489" y="12358"/>
                </a:moveTo>
                <a:lnTo>
                  <a:pt x="12358" y="21489"/>
                </a:lnTo>
                <a:cubicBezTo>
                  <a:pt x="12531" y="21464"/>
                  <a:pt x="12703" y="21434"/>
                  <a:pt x="12876" y="21400"/>
                </a:cubicBezTo>
                <a:lnTo>
                  <a:pt x="21400" y="12876"/>
                </a:lnTo>
                <a:cubicBezTo>
                  <a:pt x="21434" y="12704"/>
                  <a:pt x="21464" y="12531"/>
                  <a:pt x="21489" y="12358"/>
                </a:cubicBezTo>
                <a:close/>
                <a:moveTo>
                  <a:pt x="21239" y="13569"/>
                </a:moveTo>
                <a:lnTo>
                  <a:pt x="13569" y="21239"/>
                </a:lnTo>
                <a:cubicBezTo>
                  <a:pt x="13774" y="21185"/>
                  <a:pt x="13978" y="21125"/>
                  <a:pt x="14181" y="21058"/>
                </a:cubicBezTo>
                <a:lnTo>
                  <a:pt x="21058" y="14181"/>
                </a:lnTo>
                <a:cubicBezTo>
                  <a:pt x="21125" y="13978"/>
                  <a:pt x="21185" y="13774"/>
                  <a:pt x="21239" y="13569"/>
                </a:cubicBezTo>
                <a:close/>
                <a:moveTo>
                  <a:pt x="20736" y="15035"/>
                </a:moveTo>
                <a:lnTo>
                  <a:pt x="15035" y="20736"/>
                </a:lnTo>
                <a:cubicBezTo>
                  <a:pt x="15310" y="20619"/>
                  <a:pt x="15581" y="20493"/>
                  <a:pt x="15848" y="20352"/>
                </a:cubicBezTo>
                <a:lnTo>
                  <a:pt x="20352" y="15848"/>
                </a:lnTo>
                <a:cubicBezTo>
                  <a:pt x="20493" y="15581"/>
                  <a:pt x="20619" y="15310"/>
                  <a:pt x="20736" y="15035"/>
                </a:cubicBezTo>
                <a:close/>
                <a:moveTo>
                  <a:pt x="19400" y="17332"/>
                </a:moveTo>
                <a:lnTo>
                  <a:pt x="17332" y="19400"/>
                </a:lnTo>
                <a:cubicBezTo>
                  <a:pt x="17716" y="19108"/>
                  <a:pt x="18087" y="18789"/>
                  <a:pt x="18438" y="18438"/>
                </a:cubicBezTo>
                <a:cubicBezTo>
                  <a:pt x="18788" y="18087"/>
                  <a:pt x="19107" y="17716"/>
                  <a:pt x="19400" y="17332"/>
                </a:cubicBezTo>
                <a:close/>
              </a:path>
            </a:pathLst>
          </a:custGeom>
          <a:solidFill>
            <a:schemeClr val="accent4"/>
          </a:solidFill>
          <a:ln w="12700">
            <a:miter lim="400000"/>
          </a:ln>
        </p:spPr>
        <p:txBody>
          <a:bodyPr lIns="0" tIns="0" rIns="0" bIns="0" anchor="ctr"/>
          <a:lstStyle/>
          <a:p>
            <a:pPr marL="0" marR="0" lvl="0" indent="0" algn="ctr" defTabSz="8255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 kumimoji="0" sz="32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Helvetica Neue Medium"/>
              <a:sym typeface="Helvetica Neue Medium"/>
            </a:endParaRPr>
          </a:p>
        </p:txBody>
      </p:sp>
      <p:sp>
        <p:nvSpPr>
          <p:cNvPr id="219" name="Shape">
            <a:extLst>
              <a:ext uri="{FF2B5EF4-FFF2-40B4-BE49-F238E27FC236}">
                <a16:creationId xmlns:a16="http://schemas.microsoft.com/office/drawing/2014/main" id="{5066255B-F5C9-49B3-429C-2476AF74E5AB}"/>
              </a:ext>
            </a:extLst>
          </p:cNvPr>
          <p:cNvSpPr/>
          <p:nvPr/>
        </p:nvSpPr>
        <p:spPr>
          <a:xfrm>
            <a:off x="11727838" y="12253507"/>
            <a:ext cx="4276957" cy="427713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800" y="0"/>
                </a:moveTo>
                <a:cubicBezTo>
                  <a:pt x="10787" y="0"/>
                  <a:pt x="10773" y="1"/>
                  <a:pt x="10759" y="1"/>
                </a:cubicBezTo>
                <a:lnTo>
                  <a:pt x="1" y="10760"/>
                </a:lnTo>
                <a:cubicBezTo>
                  <a:pt x="0" y="10900"/>
                  <a:pt x="3" y="11040"/>
                  <a:pt x="8" y="11181"/>
                </a:cubicBezTo>
                <a:lnTo>
                  <a:pt x="11180" y="9"/>
                </a:lnTo>
                <a:cubicBezTo>
                  <a:pt x="11054" y="4"/>
                  <a:pt x="10927" y="0"/>
                  <a:pt x="10800" y="0"/>
                </a:cubicBezTo>
                <a:close/>
                <a:moveTo>
                  <a:pt x="10211" y="17"/>
                </a:moveTo>
                <a:cubicBezTo>
                  <a:pt x="10057" y="25"/>
                  <a:pt x="9903" y="36"/>
                  <a:pt x="9748" y="51"/>
                </a:cubicBezTo>
                <a:lnTo>
                  <a:pt x="50" y="9749"/>
                </a:lnTo>
                <a:cubicBezTo>
                  <a:pt x="35" y="9903"/>
                  <a:pt x="25" y="10057"/>
                  <a:pt x="16" y="10212"/>
                </a:cubicBezTo>
                <a:lnTo>
                  <a:pt x="10211" y="17"/>
                </a:lnTo>
                <a:close/>
                <a:moveTo>
                  <a:pt x="11683" y="38"/>
                </a:moveTo>
                <a:lnTo>
                  <a:pt x="38" y="11684"/>
                </a:lnTo>
                <a:cubicBezTo>
                  <a:pt x="48" y="11814"/>
                  <a:pt x="62" y="11944"/>
                  <a:pt x="78" y="12075"/>
                </a:cubicBezTo>
                <a:lnTo>
                  <a:pt x="12074" y="78"/>
                </a:lnTo>
                <a:cubicBezTo>
                  <a:pt x="11944" y="63"/>
                  <a:pt x="11814" y="49"/>
                  <a:pt x="11683" y="38"/>
                </a:cubicBezTo>
                <a:close/>
                <a:moveTo>
                  <a:pt x="9136" y="131"/>
                </a:moveTo>
                <a:cubicBezTo>
                  <a:pt x="8960" y="158"/>
                  <a:pt x="8786" y="190"/>
                  <a:pt x="8611" y="226"/>
                </a:cubicBezTo>
                <a:lnTo>
                  <a:pt x="226" y="8611"/>
                </a:lnTo>
                <a:cubicBezTo>
                  <a:pt x="190" y="8786"/>
                  <a:pt x="157" y="8961"/>
                  <a:pt x="130" y="9137"/>
                </a:cubicBezTo>
                <a:lnTo>
                  <a:pt x="9136" y="131"/>
                </a:lnTo>
                <a:close/>
                <a:moveTo>
                  <a:pt x="12541" y="143"/>
                </a:moveTo>
                <a:lnTo>
                  <a:pt x="143" y="12541"/>
                </a:lnTo>
                <a:cubicBezTo>
                  <a:pt x="163" y="12663"/>
                  <a:pt x="183" y="12785"/>
                  <a:pt x="207" y="12906"/>
                </a:cubicBezTo>
                <a:lnTo>
                  <a:pt x="12906" y="208"/>
                </a:lnTo>
                <a:cubicBezTo>
                  <a:pt x="12785" y="184"/>
                  <a:pt x="12663" y="163"/>
                  <a:pt x="12541" y="143"/>
                </a:cubicBezTo>
                <a:close/>
                <a:moveTo>
                  <a:pt x="13343" y="303"/>
                </a:moveTo>
                <a:lnTo>
                  <a:pt x="303" y="13343"/>
                </a:lnTo>
                <a:cubicBezTo>
                  <a:pt x="330" y="13456"/>
                  <a:pt x="361" y="13569"/>
                  <a:pt x="392" y="13682"/>
                </a:cubicBezTo>
                <a:lnTo>
                  <a:pt x="13682" y="393"/>
                </a:lnTo>
                <a:cubicBezTo>
                  <a:pt x="13569" y="362"/>
                  <a:pt x="13456" y="331"/>
                  <a:pt x="13343" y="303"/>
                </a:cubicBezTo>
                <a:close/>
                <a:moveTo>
                  <a:pt x="7909" y="395"/>
                </a:moveTo>
                <a:cubicBezTo>
                  <a:pt x="7701" y="452"/>
                  <a:pt x="7495" y="515"/>
                  <a:pt x="7290" y="585"/>
                </a:cubicBezTo>
                <a:lnTo>
                  <a:pt x="584" y="7290"/>
                </a:lnTo>
                <a:cubicBezTo>
                  <a:pt x="514" y="7495"/>
                  <a:pt x="452" y="7702"/>
                  <a:pt x="394" y="7909"/>
                </a:cubicBezTo>
                <a:lnTo>
                  <a:pt x="7909" y="395"/>
                </a:lnTo>
                <a:close/>
                <a:moveTo>
                  <a:pt x="14094" y="515"/>
                </a:moveTo>
                <a:lnTo>
                  <a:pt x="514" y="14094"/>
                </a:lnTo>
                <a:cubicBezTo>
                  <a:pt x="549" y="14202"/>
                  <a:pt x="583" y="14310"/>
                  <a:pt x="620" y="14417"/>
                </a:cubicBezTo>
                <a:lnTo>
                  <a:pt x="14417" y="621"/>
                </a:lnTo>
                <a:cubicBezTo>
                  <a:pt x="14310" y="583"/>
                  <a:pt x="14202" y="549"/>
                  <a:pt x="14094" y="515"/>
                </a:cubicBezTo>
                <a:close/>
                <a:moveTo>
                  <a:pt x="14804" y="767"/>
                </a:moveTo>
                <a:lnTo>
                  <a:pt x="767" y="14804"/>
                </a:lnTo>
                <a:cubicBezTo>
                  <a:pt x="807" y="14905"/>
                  <a:pt x="851" y="15004"/>
                  <a:pt x="894" y="15104"/>
                </a:cubicBezTo>
                <a:lnTo>
                  <a:pt x="15104" y="895"/>
                </a:lnTo>
                <a:cubicBezTo>
                  <a:pt x="15004" y="852"/>
                  <a:pt x="14905" y="807"/>
                  <a:pt x="14804" y="767"/>
                </a:cubicBezTo>
                <a:close/>
                <a:moveTo>
                  <a:pt x="6411" y="932"/>
                </a:moveTo>
                <a:cubicBezTo>
                  <a:pt x="6118" y="1062"/>
                  <a:pt x="5831" y="1206"/>
                  <a:pt x="5549" y="1363"/>
                </a:cubicBezTo>
                <a:lnTo>
                  <a:pt x="1362" y="5549"/>
                </a:lnTo>
                <a:cubicBezTo>
                  <a:pt x="1205" y="5832"/>
                  <a:pt x="1061" y="6119"/>
                  <a:pt x="931" y="6411"/>
                </a:cubicBezTo>
                <a:lnTo>
                  <a:pt x="6411" y="932"/>
                </a:lnTo>
                <a:close/>
                <a:moveTo>
                  <a:pt x="15470" y="1061"/>
                </a:moveTo>
                <a:lnTo>
                  <a:pt x="1060" y="15471"/>
                </a:lnTo>
                <a:cubicBezTo>
                  <a:pt x="1106" y="15567"/>
                  <a:pt x="1153" y="15664"/>
                  <a:pt x="1202" y="15759"/>
                </a:cubicBezTo>
                <a:lnTo>
                  <a:pt x="15759" y="1203"/>
                </a:lnTo>
                <a:cubicBezTo>
                  <a:pt x="15663" y="1153"/>
                  <a:pt x="15567" y="1107"/>
                  <a:pt x="15470" y="1061"/>
                </a:cubicBezTo>
                <a:close/>
                <a:moveTo>
                  <a:pt x="16103" y="1391"/>
                </a:moveTo>
                <a:lnTo>
                  <a:pt x="1391" y="16103"/>
                </a:lnTo>
                <a:cubicBezTo>
                  <a:pt x="1442" y="16194"/>
                  <a:pt x="1494" y="16285"/>
                  <a:pt x="1549" y="16375"/>
                </a:cubicBezTo>
                <a:lnTo>
                  <a:pt x="16375" y="1549"/>
                </a:lnTo>
                <a:cubicBezTo>
                  <a:pt x="16285" y="1495"/>
                  <a:pt x="16194" y="1442"/>
                  <a:pt x="16103" y="1391"/>
                </a:cubicBezTo>
                <a:close/>
                <a:moveTo>
                  <a:pt x="16703" y="1754"/>
                </a:moveTo>
                <a:lnTo>
                  <a:pt x="1753" y="16703"/>
                </a:lnTo>
                <a:cubicBezTo>
                  <a:pt x="1809" y="16788"/>
                  <a:pt x="1869" y="16872"/>
                  <a:pt x="1928" y="16956"/>
                </a:cubicBezTo>
                <a:lnTo>
                  <a:pt x="16956" y="1928"/>
                </a:lnTo>
                <a:cubicBezTo>
                  <a:pt x="16872" y="1869"/>
                  <a:pt x="16788" y="1810"/>
                  <a:pt x="16703" y="1754"/>
                </a:cubicBezTo>
                <a:close/>
                <a:moveTo>
                  <a:pt x="17267" y="2151"/>
                </a:moveTo>
                <a:lnTo>
                  <a:pt x="2151" y="17267"/>
                </a:lnTo>
                <a:cubicBezTo>
                  <a:pt x="2212" y="17349"/>
                  <a:pt x="2274" y="17430"/>
                  <a:pt x="2338" y="17510"/>
                </a:cubicBezTo>
                <a:lnTo>
                  <a:pt x="17510" y="2338"/>
                </a:lnTo>
                <a:cubicBezTo>
                  <a:pt x="17430" y="2275"/>
                  <a:pt x="17349" y="2212"/>
                  <a:pt x="17267" y="2151"/>
                </a:cubicBezTo>
                <a:close/>
                <a:moveTo>
                  <a:pt x="3805" y="2574"/>
                </a:moveTo>
                <a:cubicBezTo>
                  <a:pt x="3586" y="2761"/>
                  <a:pt x="3370" y="2956"/>
                  <a:pt x="3163" y="3163"/>
                </a:cubicBezTo>
                <a:cubicBezTo>
                  <a:pt x="2955" y="3371"/>
                  <a:pt x="2761" y="3586"/>
                  <a:pt x="2574" y="3806"/>
                </a:cubicBezTo>
                <a:lnTo>
                  <a:pt x="3805" y="2574"/>
                </a:lnTo>
                <a:close/>
                <a:moveTo>
                  <a:pt x="17801" y="2579"/>
                </a:moveTo>
                <a:lnTo>
                  <a:pt x="2579" y="17801"/>
                </a:lnTo>
                <a:cubicBezTo>
                  <a:pt x="2645" y="17878"/>
                  <a:pt x="2709" y="17957"/>
                  <a:pt x="2777" y="18032"/>
                </a:cubicBezTo>
                <a:lnTo>
                  <a:pt x="18032" y="2777"/>
                </a:lnTo>
                <a:cubicBezTo>
                  <a:pt x="17957" y="2709"/>
                  <a:pt x="17878" y="2645"/>
                  <a:pt x="17801" y="2579"/>
                </a:cubicBezTo>
                <a:close/>
                <a:moveTo>
                  <a:pt x="18304" y="3036"/>
                </a:moveTo>
                <a:lnTo>
                  <a:pt x="3036" y="18304"/>
                </a:lnTo>
                <a:cubicBezTo>
                  <a:pt x="3079" y="18349"/>
                  <a:pt x="3119" y="18394"/>
                  <a:pt x="3163" y="18438"/>
                </a:cubicBezTo>
                <a:cubicBezTo>
                  <a:pt x="3191" y="18466"/>
                  <a:pt x="3222" y="18492"/>
                  <a:pt x="3250" y="18521"/>
                </a:cubicBezTo>
                <a:lnTo>
                  <a:pt x="18521" y="3251"/>
                </a:lnTo>
                <a:cubicBezTo>
                  <a:pt x="18492" y="3222"/>
                  <a:pt x="18466" y="3192"/>
                  <a:pt x="18438" y="3163"/>
                </a:cubicBezTo>
                <a:cubicBezTo>
                  <a:pt x="18394" y="3119"/>
                  <a:pt x="18348" y="3079"/>
                  <a:pt x="18304" y="3036"/>
                </a:cubicBezTo>
                <a:close/>
                <a:moveTo>
                  <a:pt x="18781" y="3523"/>
                </a:moveTo>
                <a:lnTo>
                  <a:pt x="3522" y="18781"/>
                </a:lnTo>
                <a:cubicBezTo>
                  <a:pt x="3598" y="18850"/>
                  <a:pt x="3676" y="18915"/>
                  <a:pt x="3753" y="18982"/>
                </a:cubicBezTo>
                <a:lnTo>
                  <a:pt x="18982" y="3753"/>
                </a:lnTo>
                <a:cubicBezTo>
                  <a:pt x="18915" y="3676"/>
                  <a:pt x="18850" y="3598"/>
                  <a:pt x="18781" y="3523"/>
                </a:cubicBezTo>
                <a:close/>
                <a:moveTo>
                  <a:pt x="19224" y="4041"/>
                </a:moveTo>
                <a:lnTo>
                  <a:pt x="4041" y="19224"/>
                </a:lnTo>
                <a:cubicBezTo>
                  <a:pt x="4121" y="19289"/>
                  <a:pt x="4202" y="19350"/>
                  <a:pt x="4283" y="19412"/>
                </a:cubicBezTo>
                <a:lnTo>
                  <a:pt x="19412" y="4283"/>
                </a:lnTo>
                <a:cubicBezTo>
                  <a:pt x="19350" y="4202"/>
                  <a:pt x="19289" y="4121"/>
                  <a:pt x="19224" y="4041"/>
                </a:cubicBezTo>
                <a:close/>
                <a:moveTo>
                  <a:pt x="19637" y="4591"/>
                </a:moveTo>
                <a:lnTo>
                  <a:pt x="4591" y="19637"/>
                </a:lnTo>
                <a:cubicBezTo>
                  <a:pt x="4675" y="19696"/>
                  <a:pt x="4758" y="19757"/>
                  <a:pt x="4843" y="19813"/>
                </a:cubicBezTo>
                <a:lnTo>
                  <a:pt x="19813" y="4844"/>
                </a:lnTo>
                <a:cubicBezTo>
                  <a:pt x="19757" y="4758"/>
                  <a:pt x="19696" y="4675"/>
                  <a:pt x="19637" y="4591"/>
                </a:cubicBezTo>
                <a:close/>
                <a:moveTo>
                  <a:pt x="20019" y="5172"/>
                </a:moveTo>
                <a:lnTo>
                  <a:pt x="5172" y="20019"/>
                </a:lnTo>
                <a:cubicBezTo>
                  <a:pt x="5261" y="20073"/>
                  <a:pt x="5351" y="20126"/>
                  <a:pt x="5441" y="20178"/>
                </a:cubicBezTo>
                <a:lnTo>
                  <a:pt x="20178" y="5441"/>
                </a:lnTo>
                <a:cubicBezTo>
                  <a:pt x="20126" y="5351"/>
                  <a:pt x="20073" y="5261"/>
                  <a:pt x="20019" y="5172"/>
                </a:cubicBezTo>
                <a:close/>
                <a:moveTo>
                  <a:pt x="20369" y="5782"/>
                </a:moveTo>
                <a:lnTo>
                  <a:pt x="5782" y="20369"/>
                </a:lnTo>
                <a:cubicBezTo>
                  <a:pt x="5877" y="20419"/>
                  <a:pt x="5974" y="20463"/>
                  <a:pt x="6071" y="20510"/>
                </a:cubicBezTo>
                <a:lnTo>
                  <a:pt x="20510" y="6071"/>
                </a:lnTo>
                <a:cubicBezTo>
                  <a:pt x="20463" y="5975"/>
                  <a:pt x="20419" y="5878"/>
                  <a:pt x="20369" y="5782"/>
                </a:cubicBezTo>
                <a:close/>
                <a:moveTo>
                  <a:pt x="20679" y="6434"/>
                </a:moveTo>
                <a:lnTo>
                  <a:pt x="6434" y="20679"/>
                </a:lnTo>
                <a:cubicBezTo>
                  <a:pt x="6534" y="20723"/>
                  <a:pt x="6633" y="20769"/>
                  <a:pt x="6734" y="20809"/>
                </a:cubicBezTo>
                <a:lnTo>
                  <a:pt x="20809" y="6735"/>
                </a:lnTo>
                <a:cubicBezTo>
                  <a:pt x="20769" y="6634"/>
                  <a:pt x="20723" y="6534"/>
                  <a:pt x="20679" y="6434"/>
                </a:cubicBezTo>
                <a:close/>
                <a:moveTo>
                  <a:pt x="20956" y="7121"/>
                </a:moveTo>
                <a:lnTo>
                  <a:pt x="7120" y="20956"/>
                </a:lnTo>
                <a:cubicBezTo>
                  <a:pt x="7226" y="20994"/>
                  <a:pt x="7333" y="21030"/>
                  <a:pt x="7439" y="21065"/>
                </a:cubicBezTo>
                <a:lnTo>
                  <a:pt x="21065" y="7439"/>
                </a:lnTo>
                <a:cubicBezTo>
                  <a:pt x="21030" y="7333"/>
                  <a:pt x="20994" y="7226"/>
                  <a:pt x="20956" y="7121"/>
                </a:cubicBezTo>
                <a:close/>
                <a:moveTo>
                  <a:pt x="21190" y="7848"/>
                </a:moveTo>
                <a:lnTo>
                  <a:pt x="7848" y="21190"/>
                </a:lnTo>
                <a:cubicBezTo>
                  <a:pt x="7960" y="21221"/>
                  <a:pt x="8073" y="21252"/>
                  <a:pt x="8186" y="21280"/>
                </a:cubicBezTo>
                <a:lnTo>
                  <a:pt x="21280" y="8186"/>
                </a:lnTo>
                <a:cubicBezTo>
                  <a:pt x="21252" y="8073"/>
                  <a:pt x="21221" y="7960"/>
                  <a:pt x="21190" y="7848"/>
                </a:cubicBezTo>
                <a:close/>
                <a:moveTo>
                  <a:pt x="21378" y="8623"/>
                </a:moveTo>
                <a:lnTo>
                  <a:pt x="8623" y="21378"/>
                </a:lnTo>
                <a:cubicBezTo>
                  <a:pt x="8743" y="21402"/>
                  <a:pt x="8863" y="21424"/>
                  <a:pt x="8984" y="21445"/>
                </a:cubicBezTo>
                <a:lnTo>
                  <a:pt x="21445" y="8984"/>
                </a:lnTo>
                <a:cubicBezTo>
                  <a:pt x="21424" y="8864"/>
                  <a:pt x="21402" y="8743"/>
                  <a:pt x="21378" y="8623"/>
                </a:cubicBezTo>
                <a:close/>
                <a:moveTo>
                  <a:pt x="21514" y="9448"/>
                </a:moveTo>
                <a:lnTo>
                  <a:pt x="9447" y="21514"/>
                </a:lnTo>
                <a:cubicBezTo>
                  <a:pt x="9576" y="21530"/>
                  <a:pt x="9704" y="21546"/>
                  <a:pt x="9833" y="21557"/>
                </a:cubicBezTo>
                <a:lnTo>
                  <a:pt x="21557" y="9834"/>
                </a:lnTo>
                <a:cubicBezTo>
                  <a:pt x="21546" y="9705"/>
                  <a:pt x="21530" y="9576"/>
                  <a:pt x="21514" y="9448"/>
                </a:cubicBezTo>
                <a:close/>
                <a:moveTo>
                  <a:pt x="21590" y="10333"/>
                </a:moveTo>
                <a:lnTo>
                  <a:pt x="10332" y="21590"/>
                </a:lnTo>
                <a:cubicBezTo>
                  <a:pt x="10473" y="21596"/>
                  <a:pt x="10613" y="21599"/>
                  <a:pt x="10753" y="21600"/>
                </a:cubicBezTo>
                <a:lnTo>
                  <a:pt x="21600" y="10754"/>
                </a:lnTo>
                <a:cubicBezTo>
                  <a:pt x="21599" y="10613"/>
                  <a:pt x="21596" y="10473"/>
                  <a:pt x="21590" y="10333"/>
                </a:cubicBezTo>
                <a:close/>
                <a:moveTo>
                  <a:pt x="21590" y="11296"/>
                </a:moveTo>
                <a:lnTo>
                  <a:pt x="11295" y="21590"/>
                </a:lnTo>
                <a:cubicBezTo>
                  <a:pt x="11449" y="21583"/>
                  <a:pt x="11603" y="21572"/>
                  <a:pt x="11757" y="21558"/>
                </a:cubicBezTo>
                <a:lnTo>
                  <a:pt x="21558" y="11757"/>
                </a:lnTo>
                <a:cubicBezTo>
                  <a:pt x="21572" y="11603"/>
                  <a:pt x="21583" y="11450"/>
                  <a:pt x="21590" y="11296"/>
                </a:cubicBezTo>
                <a:close/>
                <a:moveTo>
                  <a:pt x="21489" y="12358"/>
                </a:moveTo>
                <a:lnTo>
                  <a:pt x="12358" y="21489"/>
                </a:lnTo>
                <a:cubicBezTo>
                  <a:pt x="12531" y="21464"/>
                  <a:pt x="12703" y="21434"/>
                  <a:pt x="12876" y="21400"/>
                </a:cubicBezTo>
                <a:lnTo>
                  <a:pt x="21400" y="12876"/>
                </a:lnTo>
                <a:cubicBezTo>
                  <a:pt x="21434" y="12704"/>
                  <a:pt x="21464" y="12531"/>
                  <a:pt x="21489" y="12358"/>
                </a:cubicBezTo>
                <a:close/>
                <a:moveTo>
                  <a:pt x="21239" y="13569"/>
                </a:moveTo>
                <a:lnTo>
                  <a:pt x="13569" y="21239"/>
                </a:lnTo>
                <a:cubicBezTo>
                  <a:pt x="13774" y="21185"/>
                  <a:pt x="13978" y="21125"/>
                  <a:pt x="14181" y="21058"/>
                </a:cubicBezTo>
                <a:lnTo>
                  <a:pt x="21058" y="14181"/>
                </a:lnTo>
                <a:cubicBezTo>
                  <a:pt x="21125" y="13978"/>
                  <a:pt x="21185" y="13774"/>
                  <a:pt x="21239" y="13569"/>
                </a:cubicBezTo>
                <a:close/>
                <a:moveTo>
                  <a:pt x="20736" y="15035"/>
                </a:moveTo>
                <a:lnTo>
                  <a:pt x="15035" y="20736"/>
                </a:lnTo>
                <a:cubicBezTo>
                  <a:pt x="15310" y="20619"/>
                  <a:pt x="15581" y="20493"/>
                  <a:pt x="15848" y="20352"/>
                </a:cubicBezTo>
                <a:lnTo>
                  <a:pt x="20352" y="15848"/>
                </a:lnTo>
                <a:cubicBezTo>
                  <a:pt x="20493" y="15581"/>
                  <a:pt x="20619" y="15310"/>
                  <a:pt x="20736" y="15035"/>
                </a:cubicBezTo>
                <a:close/>
                <a:moveTo>
                  <a:pt x="19400" y="17332"/>
                </a:moveTo>
                <a:lnTo>
                  <a:pt x="17332" y="19400"/>
                </a:lnTo>
                <a:cubicBezTo>
                  <a:pt x="17716" y="19108"/>
                  <a:pt x="18087" y="18789"/>
                  <a:pt x="18438" y="18438"/>
                </a:cubicBezTo>
                <a:cubicBezTo>
                  <a:pt x="18788" y="18087"/>
                  <a:pt x="19107" y="17716"/>
                  <a:pt x="19400" y="17332"/>
                </a:cubicBezTo>
                <a:close/>
              </a:path>
            </a:pathLst>
          </a:custGeom>
          <a:solidFill>
            <a:schemeClr val="accent4"/>
          </a:solidFill>
          <a:ln w="12700">
            <a:miter lim="400000"/>
          </a:ln>
        </p:spPr>
        <p:txBody>
          <a:bodyPr lIns="0" tIns="0" rIns="0" bIns="0" anchor="ctr"/>
          <a:lstStyle/>
          <a:p>
            <a:pPr marL="0" marR="0" lvl="0" indent="0" algn="ctr" defTabSz="8255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 kumimoji="0" sz="32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Helvetica Neue Medium"/>
              <a:sym typeface="Helvetica Neue Medium"/>
            </a:endParaRPr>
          </a:p>
        </p:txBody>
      </p:sp>
      <p:sp>
        <p:nvSpPr>
          <p:cNvPr id="220" name="Shape">
            <a:extLst>
              <a:ext uri="{FF2B5EF4-FFF2-40B4-BE49-F238E27FC236}">
                <a16:creationId xmlns:a16="http://schemas.microsoft.com/office/drawing/2014/main" id="{5DE027B1-EF6A-6E9E-D475-31FEF48EA4CC}"/>
              </a:ext>
            </a:extLst>
          </p:cNvPr>
          <p:cNvSpPr/>
          <p:nvPr/>
        </p:nvSpPr>
        <p:spPr>
          <a:xfrm>
            <a:off x="22467966" y="8316507"/>
            <a:ext cx="4276957" cy="427713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800" y="0"/>
                </a:moveTo>
                <a:cubicBezTo>
                  <a:pt x="10787" y="0"/>
                  <a:pt x="10773" y="1"/>
                  <a:pt x="10759" y="1"/>
                </a:cubicBezTo>
                <a:lnTo>
                  <a:pt x="1" y="10760"/>
                </a:lnTo>
                <a:cubicBezTo>
                  <a:pt x="0" y="10900"/>
                  <a:pt x="3" y="11040"/>
                  <a:pt x="8" y="11181"/>
                </a:cubicBezTo>
                <a:lnTo>
                  <a:pt x="11180" y="9"/>
                </a:lnTo>
                <a:cubicBezTo>
                  <a:pt x="11054" y="4"/>
                  <a:pt x="10927" y="0"/>
                  <a:pt x="10800" y="0"/>
                </a:cubicBezTo>
                <a:close/>
                <a:moveTo>
                  <a:pt x="10211" y="17"/>
                </a:moveTo>
                <a:cubicBezTo>
                  <a:pt x="10057" y="25"/>
                  <a:pt x="9903" y="36"/>
                  <a:pt x="9748" y="51"/>
                </a:cubicBezTo>
                <a:lnTo>
                  <a:pt x="50" y="9749"/>
                </a:lnTo>
                <a:cubicBezTo>
                  <a:pt x="35" y="9903"/>
                  <a:pt x="25" y="10057"/>
                  <a:pt x="16" y="10212"/>
                </a:cubicBezTo>
                <a:lnTo>
                  <a:pt x="10211" y="17"/>
                </a:lnTo>
                <a:close/>
                <a:moveTo>
                  <a:pt x="11683" y="38"/>
                </a:moveTo>
                <a:lnTo>
                  <a:pt x="38" y="11684"/>
                </a:lnTo>
                <a:cubicBezTo>
                  <a:pt x="48" y="11814"/>
                  <a:pt x="62" y="11944"/>
                  <a:pt x="78" y="12075"/>
                </a:cubicBezTo>
                <a:lnTo>
                  <a:pt x="12074" y="78"/>
                </a:lnTo>
                <a:cubicBezTo>
                  <a:pt x="11944" y="63"/>
                  <a:pt x="11814" y="49"/>
                  <a:pt x="11683" y="38"/>
                </a:cubicBezTo>
                <a:close/>
                <a:moveTo>
                  <a:pt x="9136" y="131"/>
                </a:moveTo>
                <a:cubicBezTo>
                  <a:pt x="8960" y="158"/>
                  <a:pt x="8786" y="190"/>
                  <a:pt x="8611" y="226"/>
                </a:cubicBezTo>
                <a:lnTo>
                  <a:pt x="226" y="8611"/>
                </a:lnTo>
                <a:cubicBezTo>
                  <a:pt x="190" y="8786"/>
                  <a:pt x="157" y="8961"/>
                  <a:pt x="130" y="9137"/>
                </a:cubicBezTo>
                <a:lnTo>
                  <a:pt x="9136" y="131"/>
                </a:lnTo>
                <a:close/>
                <a:moveTo>
                  <a:pt x="12541" y="143"/>
                </a:moveTo>
                <a:lnTo>
                  <a:pt x="143" y="12541"/>
                </a:lnTo>
                <a:cubicBezTo>
                  <a:pt x="163" y="12663"/>
                  <a:pt x="183" y="12785"/>
                  <a:pt x="207" y="12906"/>
                </a:cubicBezTo>
                <a:lnTo>
                  <a:pt x="12906" y="208"/>
                </a:lnTo>
                <a:cubicBezTo>
                  <a:pt x="12785" y="184"/>
                  <a:pt x="12663" y="163"/>
                  <a:pt x="12541" y="143"/>
                </a:cubicBezTo>
                <a:close/>
                <a:moveTo>
                  <a:pt x="13343" y="303"/>
                </a:moveTo>
                <a:lnTo>
                  <a:pt x="303" y="13343"/>
                </a:lnTo>
                <a:cubicBezTo>
                  <a:pt x="330" y="13456"/>
                  <a:pt x="361" y="13569"/>
                  <a:pt x="392" y="13682"/>
                </a:cubicBezTo>
                <a:lnTo>
                  <a:pt x="13682" y="393"/>
                </a:lnTo>
                <a:cubicBezTo>
                  <a:pt x="13569" y="362"/>
                  <a:pt x="13456" y="331"/>
                  <a:pt x="13343" y="303"/>
                </a:cubicBezTo>
                <a:close/>
                <a:moveTo>
                  <a:pt x="7909" y="395"/>
                </a:moveTo>
                <a:cubicBezTo>
                  <a:pt x="7701" y="452"/>
                  <a:pt x="7495" y="515"/>
                  <a:pt x="7290" y="585"/>
                </a:cubicBezTo>
                <a:lnTo>
                  <a:pt x="584" y="7290"/>
                </a:lnTo>
                <a:cubicBezTo>
                  <a:pt x="514" y="7495"/>
                  <a:pt x="452" y="7702"/>
                  <a:pt x="394" y="7909"/>
                </a:cubicBezTo>
                <a:lnTo>
                  <a:pt x="7909" y="395"/>
                </a:lnTo>
                <a:close/>
                <a:moveTo>
                  <a:pt x="14094" y="515"/>
                </a:moveTo>
                <a:lnTo>
                  <a:pt x="514" y="14094"/>
                </a:lnTo>
                <a:cubicBezTo>
                  <a:pt x="549" y="14202"/>
                  <a:pt x="583" y="14310"/>
                  <a:pt x="620" y="14417"/>
                </a:cubicBezTo>
                <a:lnTo>
                  <a:pt x="14417" y="621"/>
                </a:lnTo>
                <a:cubicBezTo>
                  <a:pt x="14310" y="583"/>
                  <a:pt x="14202" y="549"/>
                  <a:pt x="14094" y="515"/>
                </a:cubicBezTo>
                <a:close/>
                <a:moveTo>
                  <a:pt x="14804" y="767"/>
                </a:moveTo>
                <a:lnTo>
                  <a:pt x="767" y="14804"/>
                </a:lnTo>
                <a:cubicBezTo>
                  <a:pt x="807" y="14905"/>
                  <a:pt x="851" y="15004"/>
                  <a:pt x="894" y="15104"/>
                </a:cubicBezTo>
                <a:lnTo>
                  <a:pt x="15104" y="895"/>
                </a:lnTo>
                <a:cubicBezTo>
                  <a:pt x="15004" y="852"/>
                  <a:pt x="14905" y="807"/>
                  <a:pt x="14804" y="767"/>
                </a:cubicBezTo>
                <a:close/>
                <a:moveTo>
                  <a:pt x="6411" y="932"/>
                </a:moveTo>
                <a:cubicBezTo>
                  <a:pt x="6118" y="1062"/>
                  <a:pt x="5831" y="1206"/>
                  <a:pt x="5549" y="1363"/>
                </a:cubicBezTo>
                <a:lnTo>
                  <a:pt x="1362" y="5549"/>
                </a:lnTo>
                <a:cubicBezTo>
                  <a:pt x="1205" y="5832"/>
                  <a:pt x="1061" y="6119"/>
                  <a:pt x="931" y="6411"/>
                </a:cubicBezTo>
                <a:lnTo>
                  <a:pt x="6411" y="932"/>
                </a:lnTo>
                <a:close/>
                <a:moveTo>
                  <a:pt x="15470" y="1061"/>
                </a:moveTo>
                <a:lnTo>
                  <a:pt x="1060" y="15471"/>
                </a:lnTo>
                <a:cubicBezTo>
                  <a:pt x="1106" y="15567"/>
                  <a:pt x="1153" y="15664"/>
                  <a:pt x="1202" y="15759"/>
                </a:cubicBezTo>
                <a:lnTo>
                  <a:pt x="15759" y="1203"/>
                </a:lnTo>
                <a:cubicBezTo>
                  <a:pt x="15663" y="1153"/>
                  <a:pt x="15567" y="1107"/>
                  <a:pt x="15470" y="1061"/>
                </a:cubicBezTo>
                <a:close/>
                <a:moveTo>
                  <a:pt x="16103" y="1391"/>
                </a:moveTo>
                <a:lnTo>
                  <a:pt x="1391" y="16103"/>
                </a:lnTo>
                <a:cubicBezTo>
                  <a:pt x="1442" y="16194"/>
                  <a:pt x="1494" y="16285"/>
                  <a:pt x="1549" y="16375"/>
                </a:cubicBezTo>
                <a:lnTo>
                  <a:pt x="16375" y="1549"/>
                </a:lnTo>
                <a:cubicBezTo>
                  <a:pt x="16285" y="1495"/>
                  <a:pt x="16194" y="1442"/>
                  <a:pt x="16103" y="1391"/>
                </a:cubicBezTo>
                <a:close/>
                <a:moveTo>
                  <a:pt x="16703" y="1754"/>
                </a:moveTo>
                <a:lnTo>
                  <a:pt x="1753" y="16703"/>
                </a:lnTo>
                <a:cubicBezTo>
                  <a:pt x="1809" y="16788"/>
                  <a:pt x="1869" y="16872"/>
                  <a:pt x="1928" y="16956"/>
                </a:cubicBezTo>
                <a:lnTo>
                  <a:pt x="16956" y="1928"/>
                </a:lnTo>
                <a:cubicBezTo>
                  <a:pt x="16872" y="1869"/>
                  <a:pt x="16788" y="1810"/>
                  <a:pt x="16703" y="1754"/>
                </a:cubicBezTo>
                <a:close/>
                <a:moveTo>
                  <a:pt x="17267" y="2151"/>
                </a:moveTo>
                <a:lnTo>
                  <a:pt x="2151" y="17267"/>
                </a:lnTo>
                <a:cubicBezTo>
                  <a:pt x="2212" y="17349"/>
                  <a:pt x="2274" y="17430"/>
                  <a:pt x="2338" y="17510"/>
                </a:cubicBezTo>
                <a:lnTo>
                  <a:pt x="17510" y="2338"/>
                </a:lnTo>
                <a:cubicBezTo>
                  <a:pt x="17430" y="2275"/>
                  <a:pt x="17349" y="2212"/>
                  <a:pt x="17267" y="2151"/>
                </a:cubicBezTo>
                <a:close/>
                <a:moveTo>
                  <a:pt x="3805" y="2574"/>
                </a:moveTo>
                <a:cubicBezTo>
                  <a:pt x="3586" y="2761"/>
                  <a:pt x="3370" y="2956"/>
                  <a:pt x="3163" y="3163"/>
                </a:cubicBezTo>
                <a:cubicBezTo>
                  <a:pt x="2955" y="3371"/>
                  <a:pt x="2761" y="3586"/>
                  <a:pt x="2574" y="3806"/>
                </a:cubicBezTo>
                <a:lnTo>
                  <a:pt x="3805" y="2574"/>
                </a:lnTo>
                <a:close/>
                <a:moveTo>
                  <a:pt x="17801" y="2579"/>
                </a:moveTo>
                <a:lnTo>
                  <a:pt x="2579" y="17801"/>
                </a:lnTo>
                <a:cubicBezTo>
                  <a:pt x="2645" y="17878"/>
                  <a:pt x="2709" y="17957"/>
                  <a:pt x="2777" y="18032"/>
                </a:cubicBezTo>
                <a:lnTo>
                  <a:pt x="18032" y="2777"/>
                </a:lnTo>
                <a:cubicBezTo>
                  <a:pt x="17957" y="2709"/>
                  <a:pt x="17878" y="2645"/>
                  <a:pt x="17801" y="2579"/>
                </a:cubicBezTo>
                <a:close/>
                <a:moveTo>
                  <a:pt x="18304" y="3036"/>
                </a:moveTo>
                <a:lnTo>
                  <a:pt x="3036" y="18304"/>
                </a:lnTo>
                <a:cubicBezTo>
                  <a:pt x="3079" y="18349"/>
                  <a:pt x="3119" y="18394"/>
                  <a:pt x="3163" y="18438"/>
                </a:cubicBezTo>
                <a:cubicBezTo>
                  <a:pt x="3191" y="18466"/>
                  <a:pt x="3222" y="18492"/>
                  <a:pt x="3250" y="18521"/>
                </a:cubicBezTo>
                <a:lnTo>
                  <a:pt x="18521" y="3251"/>
                </a:lnTo>
                <a:cubicBezTo>
                  <a:pt x="18492" y="3222"/>
                  <a:pt x="18466" y="3192"/>
                  <a:pt x="18438" y="3163"/>
                </a:cubicBezTo>
                <a:cubicBezTo>
                  <a:pt x="18394" y="3119"/>
                  <a:pt x="18348" y="3079"/>
                  <a:pt x="18304" y="3036"/>
                </a:cubicBezTo>
                <a:close/>
                <a:moveTo>
                  <a:pt x="18781" y="3523"/>
                </a:moveTo>
                <a:lnTo>
                  <a:pt x="3522" y="18781"/>
                </a:lnTo>
                <a:cubicBezTo>
                  <a:pt x="3598" y="18850"/>
                  <a:pt x="3676" y="18915"/>
                  <a:pt x="3753" y="18982"/>
                </a:cubicBezTo>
                <a:lnTo>
                  <a:pt x="18982" y="3753"/>
                </a:lnTo>
                <a:cubicBezTo>
                  <a:pt x="18915" y="3676"/>
                  <a:pt x="18850" y="3598"/>
                  <a:pt x="18781" y="3523"/>
                </a:cubicBezTo>
                <a:close/>
                <a:moveTo>
                  <a:pt x="19224" y="4041"/>
                </a:moveTo>
                <a:lnTo>
                  <a:pt x="4041" y="19224"/>
                </a:lnTo>
                <a:cubicBezTo>
                  <a:pt x="4121" y="19289"/>
                  <a:pt x="4202" y="19350"/>
                  <a:pt x="4283" y="19412"/>
                </a:cubicBezTo>
                <a:lnTo>
                  <a:pt x="19412" y="4283"/>
                </a:lnTo>
                <a:cubicBezTo>
                  <a:pt x="19350" y="4202"/>
                  <a:pt x="19289" y="4121"/>
                  <a:pt x="19224" y="4041"/>
                </a:cubicBezTo>
                <a:close/>
                <a:moveTo>
                  <a:pt x="19637" y="4591"/>
                </a:moveTo>
                <a:lnTo>
                  <a:pt x="4591" y="19637"/>
                </a:lnTo>
                <a:cubicBezTo>
                  <a:pt x="4675" y="19696"/>
                  <a:pt x="4758" y="19757"/>
                  <a:pt x="4843" y="19813"/>
                </a:cubicBezTo>
                <a:lnTo>
                  <a:pt x="19813" y="4844"/>
                </a:lnTo>
                <a:cubicBezTo>
                  <a:pt x="19757" y="4758"/>
                  <a:pt x="19696" y="4675"/>
                  <a:pt x="19637" y="4591"/>
                </a:cubicBezTo>
                <a:close/>
                <a:moveTo>
                  <a:pt x="20019" y="5172"/>
                </a:moveTo>
                <a:lnTo>
                  <a:pt x="5172" y="20019"/>
                </a:lnTo>
                <a:cubicBezTo>
                  <a:pt x="5261" y="20073"/>
                  <a:pt x="5351" y="20126"/>
                  <a:pt x="5441" y="20178"/>
                </a:cubicBezTo>
                <a:lnTo>
                  <a:pt x="20178" y="5441"/>
                </a:lnTo>
                <a:cubicBezTo>
                  <a:pt x="20126" y="5351"/>
                  <a:pt x="20073" y="5261"/>
                  <a:pt x="20019" y="5172"/>
                </a:cubicBezTo>
                <a:close/>
                <a:moveTo>
                  <a:pt x="20369" y="5782"/>
                </a:moveTo>
                <a:lnTo>
                  <a:pt x="5782" y="20369"/>
                </a:lnTo>
                <a:cubicBezTo>
                  <a:pt x="5877" y="20419"/>
                  <a:pt x="5974" y="20463"/>
                  <a:pt x="6071" y="20510"/>
                </a:cubicBezTo>
                <a:lnTo>
                  <a:pt x="20510" y="6071"/>
                </a:lnTo>
                <a:cubicBezTo>
                  <a:pt x="20463" y="5975"/>
                  <a:pt x="20419" y="5878"/>
                  <a:pt x="20369" y="5782"/>
                </a:cubicBezTo>
                <a:close/>
                <a:moveTo>
                  <a:pt x="20679" y="6434"/>
                </a:moveTo>
                <a:lnTo>
                  <a:pt x="6434" y="20679"/>
                </a:lnTo>
                <a:cubicBezTo>
                  <a:pt x="6534" y="20723"/>
                  <a:pt x="6633" y="20769"/>
                  <a:pt x="6734" y="20809"/>
                </a:cubicBezTo>
                <a:lnTo>
                  <a:pt x="20809" y="6735"/>
                </a:lnTo>
                <a:cubicBezTo>
                  <a:pt x="20769" y="6634"/>
                  <a:pt x="20723" y="6534"/>
                  <a:pt x="20679" y="6434"/>
                </a:cubicBezTo>
                <a:close/>
                <a:moveTo>
                  <a:pt x="20956" y="7121"/>
                </a:moveTo>
                <a:lnTo>
                  <a:pt x="7120" y="20956"/>
                </a:lnTo>
                <a:cubicBezTo>
                  <a:pt x="7226" y="20994"/>
                  <a:pt x="7333" y="21030"/>
                  <a:pt x="7439" y="21065"/>
                </a:cubicBezTo>
                <a:lnTo>
                  <a:pt x="21065" y="7439"/>
                </a:lnTo>
                <a:cubicBezTo>
                  <a:pt x="21030" y="7333"/>
                  <a:pt x="20994" y="7226"/>
                  <a:pt x="20956" y="7121"/>
                </a:cubicBezTo>
                <a:close/>
                <a:moveTo>
                  <a:pt x="21190" y="7848"/>
                </a:moveTo>
                <a:lnTo>
                  <a:pt x="7848" y="21190"/>
                </a:lnTo>
                <a:cubicBezTo>
                  <a:pt x="7960" y="21221"/>
                  <a:pt x="8073" y="21252"/>
                  <a:pt x="8186" y="21280"/>
                </a:cubicBezTo>
                <a:lnTo>
                  <a:pt x="21280" y="8186"/>
                </a:lnTo>
                <a:cubicBezTo>
                  <a:pt x="21252" y="8073"/>
                  <a:pt x="21221" y="7960"/>
                  <a:pt x="21190" y="7848"/>
                </a:cubicBezTo>
                <a:close/>
                <a:moveTo>
                  <a:pt x="21378" y="8623"/>
                </a:moveTo>
                <a:lnTo>
                  <a:pt x="8623" y="21378"/>
                </a:lnTo>
                <a:cubicBezTo>
                  <a:pt x="8743" y="21402"/>
                  <a:pt x="8863" y="21424"/>
                  <a:pt x="8984" y="21445"/>
                </a:cubicBezTo>
                <a:lnTo>
                  <a:pt x="21445" y="8984"/>
                </a:lnTo>
                <a:cubicBezTo>
                  <a:pt x="21424" y="8864"/>
                  <a:pt x="21402" y="8743"/>
                  <a:pt x="21378" y="8623"/>
                </a:cubicBezTo>
                <a:close/>
                <a:moveTo>
                  <a:pt x="21514" y="9448"/>
                </a:moveTo>
                <a:lnTo>
                  <a:pt x="9447" y="21514"/>
                </a:lnTo>
                <a:cubicBezTo>
                  <a:pt x="9576" y="21530"/>
                  <a:pt x="9704" y="21546"/>
                  <a:pt x="9833" y="21557"/>
                </a:cubicBezTo>
                <a:lnTo>
                  <a:pt x="21557" y="9834"/>
                </a:lnTo>
                <a:cubicBezTo>
                  <a:pt x="21546" y="9705"/>
                  <a:pt x="21530" y="9576"/>
                  <a:pt x="21514" y="9448"/>
                </a:cubicBezTo>
                <a:close/>
                <a:moveTo>
                  <a:pt x="21590" y="10333"/>
                </a:moveTo>
                <a:lnTo>
                  <a:pt x="10332" y="21590"/>
                </a:lnTo>
                <a:cubicBezTo>
                  <a:pt x="10473" y="21596"/>
                  <a:pt x="10613" y="21599"/>
                  <a:pt x="10753" y="21600"/>
                </a:cubicBezTo>
                <a:lnTo>
                  <a:pt x="21600" y="10754"/>
                </a:lnTo>
                <a:cubicBezTo>
                  <a:pt x="21599" y="10613"/>
                  <a:pt x="21596" y="10473"/>
                  <a:pt x="21590" y="10333"/>
                </a:cubicBezTo>
                <a:close/>
                <a:moveTo>
                  <a:pt x="21590" y="11296"/>
                </a:moveTo>
                <a:lnTo>
                  <a:pt x="11295" y="21590"/>
                </a:lnTo>
                <a:cubicBezTo>
                  <a:pt x="11449" y="21583"/>
                  <a:pt x="11603" y="21572"/>
                  <a:pt x="11757" y="21558"/>
                </a:cubicBezTo>
                <a:lnTo>
                  <a:pt x="21558" y="11757"/>
                </a:lnTo>
                <a:cubicBezTo>
                  <a:pt x="21572" y="11603"/>
                  <a:pt x="21583" y="11450"/>
                  <a:pt x="21590" y="11296"/>
                </a:cubicBezTo>
                <a:close/>
                <a:moveTo>
                  <a:pt x="21489" y="12358"/>
                </a:moveTo>
                <a:lnTo>
                  <a:pt x="12358" y="21489"/>
                </a:lnTo>
                <a:cubicBezTo>
                  <a:pt x="12531" y="21464"/>
                  <a:pt x="12703" y="21434"/>
                  <a:pt x="12876" y="21400"/>
                </a:cubicBezTo>
                <a:lnTo>
                  <a:pt x="21400" y="12876"/>
                </a:lnTo>
                <a:cubicBezTo>
                  <a:pt x="21434" y="12704"/>
                  <a:pt x="21464" y="12531"/>
                  <a:pt x="21489" y="12358"/>
                </a:cubicBezTo>
                <a:close/>
                <a:moveTo>
                  <a:pt x="21239" y="13569"/>
                </a:moveTo>
                <a:lnTo>
                  <a:pt x="13569" y="21239"/>
                </a:lnTo>
                <a:cubicBezTo>
                  <a:pt x="13774" y="21185"/>
                  <a:pt x="13978" y="21125"/>
                  <a:pt x="14181" y="21058"/>
                </a:cubicBezTo>
                <a:lnTo>
                  <a:pt x="21058" y="14181"/>
                </a:lnTo>
                <a:cubicBezTo>
                  <a:pt x="21125" y="13978"/>
                  <a:pt x="21185" y="13774"/>
                  <a:pt x="21239" y="13569"/>
                </a:cubicBezTo>
                <a:close/>
                <a:moveTo>
                  <a:pt x="20736" y="15035"/>
                </a:moveTo>
                <a:lnTo>
                  <a:pt x="15035" y="20736"/>
                </a:lnTo>
                <a:cubicBezTo>
                  <a:pt x="15310" y="20619"/>
                  <a:pt x="15581" y="20493"/>
                  <a:pt x="15848" y="20352"/>
                </a:cubicBezTo>
                <a:lnTo>
                  <a:pt x="20352" y="15848"/>
                </a:lnTo>
                <a:cubicBezTo>
                  <a:pt x="20493" y="15581"/>
                  <a:pt x="20619" y="15310"/>
                  <a:pt x="20736" y="15035"/>
                </a:cubicBezTo>
                <a:close/>
                <a:moveTo>
                  <a:pt x="19400" y="17332"/>
                </a:moveTo>
                <a:lnTo>
                  <a:pt x="17332" y="19400"/>
                </a:lnTo>
                <a:cubicBezTo>
                  <a:pt x="17716" y="19108"/>
                  <a:pt x="18087" y="18789"/>
                  <a:pt x="18438" y="18438"/>
                </a:cubicBezTo>
                <a:cubicBezTo>
                  <a:pt x="18788" y="18087"/>
                  <a:pt x="19107" y="17716"/>
                  <a:pt x="19400" y="17332"/>
                </a:cubicBezTo>
                <a:close/>
              </a:path>
            </a:pathLst>
          </a:custGeom>
          <a:solidFill>
            <a:schemeClr val="accent4"/>
          </a:solidFill>
          <a:ln w="12700">
            <a:miter lim="400000"/>
          </a:ln>
        </p:spPr>
        <p:txBody>
          <a:bodyPr lIns="0" tIns="0" rIns="0" bIns="0" anchor="ctr"/>
          <a:lstStyle/>
          <a:p>
            <a:pPr marL="0" marR="0" lvl="0" indent="0" algn="ctr" defTabSz="8255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 kumimoji="0" sz="32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Helvetica Neue Medium"/>
              <a:sym typeface="Helvetica Neue Medium"/>
            </a:endParaRPr>
          </a:p>
        </p:txBody>
      </p:sp>
      <p:sp>
        <p:nvSpPr>
          <p:cNvPr id="221" name="Shape">
            <a:extLst>
              <a:ext uri="{FF2B5EF4-FFF2-40B4-BE49-F238E27FC236}">
                <a16:creationId xmlns:a16="http://schemas.microsoft.com/office/drawing/2014/main" id="{A3D15B31-B732-9DF3-79C9-A48CFC4C4B35}"/>
              </a:ext>
            </a:extLst>
          </p:cNvPr>
          <p:cNvSpPr/>
          <p:nvPr/>
        </p:nvSpPr>
        <p:spPr>
          <a:xfrm>
            <a:off x="-9782" y="-14685"/>
            <a:ext cx="5401449" cy="1371951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489" h="21600" extrusionOk="0">
                <a:moveTo>
                  <a:pt x="9876" y="0"/>
                </a:moveTo>
                <a:cubicBezTo>
                  <a:pt x="14909" y="1061"/>
                  <a:pt x="18164" y="3091"/>
                  <a:pt x="18448" y="5345"/>
                </a:cubicBezTo>
                <a:cubicBezTo>
                  <a:pt x="18695" y="7304"/>
                  <a:pt x="16642" y="9198"/>
                  <a:pt x="12885" y="10477"/>
                </a:cubicBezTo>
                <a:cubicBezTo>
                  <a:pt x="8651" y="11730"/>
                  <a:pt x="7084" y="13955"/>
                  <a:pt x="9071" y="15894"/>
                </a:cubicBezTo>
                <a:cubicBezTo>
                  <a:pt x="10355" y="17147"/>
                  <a:pt x="13013" y="18098"/>
                  <a:pt x="16290" y="18479"/>
                </a:cubicBezTo>
                <a:cubicBezTo>
                  <a:pt x="17951" y="18702"/>
                  <a:pt x="19367" y="19144"/>
                  <a:pt x="20305" y="19731"/>
                </a:cubicBezTo>
                <a:cubicBezTo>
                  <a:pt x="21193" y="20288"/>
                  <a:pt x="21600" y="20944"/>
                  <a:pt x="21463" y="21600"/>
                </a:cubicBezTo>
                <a:lnTo>
                  <a:pt x="0" y="21600"/>
                </a:lnTo>
                <a:lnTo>
                  <a:pt x="0" y="1"/>
                </a:lnTo>
                <a:lnTo>
                  <a:pt x="9876" y="0"/>
                </a:lnTo>
                <a:close/>
              </a:path>
            </a:pathLst>
          </a:custGeom>
          <a:solidFill>
            <a:schemeClr val="accent3"/>
          </a:solidFill>
          <a:ln w="12700">
            <a:miter lim="400000"/>
          </a:ln>
          <a:effectLst>
            <a:outerShdw blurRad="914400" dist="25400" dir="5400000" rotWithShape="0">
              <a:srgbClr val="000000">
                <a:alpha val="50000"/>
              </a:srgbClr>
            </a:outerShdw>
          </a:effectLst>
        </p:spPr>
        <p:txBody>
          <a:bodyPr lIns="50800" tIns="50800" rIns="50800" bIns="50800" anchor="ctr"/>
          <a:lstStyle/>
          <a:p>
            <a:pPr marL="0" marR="0" lvl="0" indent="0" algn="ctr" defTabSz="8255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3000" b="1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Helvetica Neue"/>
              <a:sym typeface="Helvetica Neue"/>
            </a:endParaRPr>
          </a:p>
        </p:txBody>
      </p:sp>
      <p:sp>
        <p:nvSpPr>
          <p:cNvPr id="222" name="Shape">
            <a:extLst>
              <a:ext uri="{FF2B5EF4-FFF2-40B4-BE49-F238E27FC236}">
                <a16:creationId xmlns:a16="http://schemas.microsoft.com/office/drawing/2014/main" id="{1969C5AA-06CE-1B83-17C9-F48C12E953DF}"/>
              </a:ext>
            </a:extLst>
          </p:cNvPr>
          <p:cNvSpPr/>
          <p:nvPr/>
        </p:nvSpPr>
        <p:spPr>
          <a:xfrm>
            <a:off x="14077382" y="-26393"/>
            <a:ext cx="10315136" cy="10264133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490" h="20992" extrusionOk="0">
                <a:moveTo>
                  <a:pt x="22" y="0"/>
                </a:moveTo>
                <a:cubicBezTo>
                  <a:pt x="-110" y="1123"/>
                  <a:pt x="362" y="2232"/>
                  <a:pt x="1268" y="2930"/>
                </a:cubicBezTo>
                <a:cubicBezTo>
                  <a:pt x="2187" y="3637"/>
                  <a:pt x="3418" y="3817"/>
                  <a:pt x="4507" y="3403"/>
                </a:cubicBezTo>
                <a:cubicBezTo>
                  <a:pt x="6055" y="2610"/>
                  <a:pt x="7961" y="3061"/>
                  <a:pt x="8970" y="4460"/>
                </a:cubicBezTo>
                <a:cubicBezTo>
                  <a:pt x="9809" y="5622"/>
                  <a:pt x="9807" y="7178"/>
                  <a:pt x="8965" y="8338"/>
                </a:cubicBezTo>
                <a:cubicBezTo>
                  <a:pt x="6771" y="11924"/>
                  <a:pt x="7613" y="16550"/>
                  <a:pt x="10936" y="19169"/>
                </a:cubicBezTo>
                <a:cubicBezTo>
                  <a:pt x="14018" y="21597"/>
                  <a:pt x="18405" y="21600"/>
                  <a:pt x="21490" y="19175"/>
                </a:cubicBezTo>
                <a:lnTo>
                  <a:pt x="21490" y="35"/>
                </a:lnTo>
                <a:lnTo>
                  <a:pt x="22" y="0"/>
                </a:lnTo>
                <a:close/>
              </a:path>
            </a:pathLst>
          </a:custGeom>
          <a:solidFill>
            <a:schemeClr val="accent3"/>
          </a:solidFill>
          <a:ln w="12700">
            <a:miter lim="400000"/>
          </a:ln>
          <a:effectLst>
            <a:outerShdw blurRad="914400" dist="25400" dir="5400000" rotWithShape="0">
              <a:srgbClr val="000000">
                <a:alpha val="50000"/>
              </a:srgbClr>
            </a:outerShdw>
          </a:effectLst>
        </p:spPr>
        <p:txBody>
          <a:bodyPr lIns="50800" tIns="50800" rIns="50800" bIns="50800" anchor="ctr"/>
          <a:lstStyle/>
          <a:p>
            <a:pPr marL="0" marR="0" lvl="0" indent="0" algn="ctr" defTabSz="8255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3000" b="1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Helvetica Neue"/>
              <a:sym typeface="Helvetica Neue"/>
            </a:endParaRPr>
          </a:p>
        </p:txBody>
      </p:sp>
      <p:sp>
        <p:nvSpPr>
          <p:cNvPr id="223" name="Circle">
            <a:extLst>
              <a:ext uri="{FF2B5EF4-FFF2-40B4-BE49-F238E27FC236}">
                <a16:creationId xmlns:a16="http://schemas.microsoft.com/office/drawing/2014/main" id="{812AAB61-E64C-F3A9-7CB5-2C5D9175943F}"/>
              </a:ext>
            </a:extLst>
          </p:cNvPr>
          <p:cNvSpPr/>
          <p:nvPr/>
        </p:nvSpPr>
        <p:spPr>
          <a:xfrm>
            <a:off x="17006264" y="352354"/>
            <a:ext cx="494973" cy="494972"/>
          </a:xfrm>
          <a:prstGeom prst="ellipse">
            <a:avLst/>
          </a:prstGeom>
          <a:gradFill>
            <a:gsLst>
              <a:gs pos="0">
                <a:schemeClr val="accent2"/>
              </a:gs>
              <a:gs pos="100000">
                <a:schemeClr val="accent1"/>
              </a:gs>
            </a:gsLst>
            <a:lin ang="5400000"/>
          </a:gradFill>
          <a:ln w="12700">
            <a:miter lim="400000"/>
          </a:ln>
        </p:spPr>
        <p:txBody>
          <a:bodyPr lIns="0" tIns="0" rIns="0" bIns="0" anchor="ctr"/>
          <a:lstStyle/>
          <a:p>
            <a:pPr marL="0" marR="0" lvl="0" indent="0" algn="ctr" defTabSz="8255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 kumimoji="0" sz="32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Helvetica Neue Medium"/>
              <a:sym typeface="Helvetica Neue Medium"/>
            </a:endParaRPr>
          </a:p>
        </p:txBody>
      </p:sp>
      <p:sp>
        <p:nvSpPr>
          <p:cNvPr id="224" name="Circle">
            <a:extLst>
              <a:ext uri="{FF2B5EF4-FFF2-40B4-BE49-F238E27FC236}">
                <a16:creationId xmlns:a16="http://schemas.microsoft.com/office/drawing/2014/main" id="{CD809AD6-7B6E-8E4D-5D32-FBEC07FF2CFE}"/>
              </a:ext>
            </a:extLst>
          </p:cNvPr>
          <p:cNvSpPr/>
          <p:nvPr/>
        </p:nvSpPr>
        <p:spPr>
          <a:xfrm>
            <a:off x="-564062" y="1321716"/>
            <a:ext cx="1150610" cy="1150611"/>
          </a:xfrm>
          <a:prstGeom prst="ellipse">
            <a:avLst/>
          </a:prstGeom>
          <a:gradFill>
            <a:gsLst>
              <a:gs pos="0">
                <a:schemeClr val="accent2"/>
              </a:gs>
              <a:gs pos="100000">
                <a:schemeClr val="accent1"/>
              </a:gs>
            </a:gsLst>
            <a:lin ang="5400000"/>
          </a:gradFill>
          <a:ln w="12700">
            <a:miter lim="400000"/>
          </a:ln>
        </p:spPr>
        <p:txBody>
          <a:bodyPr lIns="0" tIns="0" rIns="0" bIns="0" anchor="ctr"/>
          <a:lstStyle/>
          <a:p>
            <a:pPr marL="0" marR="0" lvl="0" indent="0" algn="ctr" defTabSz="8255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 kumimoji="0" sz="32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Helvetica Neue Medium"/>
              <a:sym typeface="Helvetica Neue Medium"/>
            </a:endParaRPr>
          </a:p>
        </p:txBody>
      </p:sp>
      <p:sp>
        <p:nvSpPr>
          <p:cNvPr id="225" name="TOPIC #1 - $100 ANSWER">
            <a:extLst>
              <a:ext uri="{FF2B5EF4-FFF2-40B4-BE49-F238E27FC236}">
                <a16:creationId xmlns:a16="http://schemas.microsoft.com/office/drawing/2014/main" id="{CC9235C3-6921-7875-2860-C32702CF670F}"/>
              </a:ext>
            </a:extLst>
          </p:cNvPr>
          <p:cNvSpPr txBox="1"/>
          <p:nvPr/>
        </p:nvSpPr>
        <p:spPr>
          <a:xfrm>
            <a:off x="1318646" y="1071521"/>
            <a:ext cx="14608911" cy="1651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/>
          <a:p>
            <a:pPr marL="0" marR="0" lvl="0" indent="0" algn="l" defTabSz="8255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0000" b="0">
                <a:solidFill>
                  <a:srgbClr val="F6C543"/>
                </a:solidFill>
                <a:latin typeface="Impact"/>
                <a:ea typeface="Impact"/>
                <a:cs typeface="Impact"/>
                <a:sym typeface="Impact"/>
              </a:defRPr>
            </a:pPr>
            <a:r>
              <a:rPr kumimoji="0" lang="en-US" altLang="zh-CN" sz="10000" b="0" i="0" u="none" strike="noStrike" kern="0" cap="none" spc="0" normalizeH="0" baseline="0" noProof="0" dirty="0">
                <a:ln>
                  <a:noFill/>
                </a:ln>
                <a:solidFill>
                  <a:srgbClr val="F6C542"/>
                </a:solidFill>
                <a:effectLst/>
                <a:uLnTx/>
                <a:uFillTx/>
                <a:latin typeface="Impact"/>
                <a:sym typeface="Impact"/>
              </a:rPr>
              <a:t>UNIT #2</a:t>
            </a:r>
            <a:r>
              <a:rPr kumimoji="0" lang="en-US" altLang="zh-CN" sz="10000" b="0" i="0" u="none" strike="noStrike" kern="0" cap="none" spc="0" normalizeH="0" baseline="0" noProof="0" dirty="0">
                <a:ln>
                  <a:noFill/>
                </a:ln>
                <a:solidFill>
                  <a:srgbClr val="F6C543"/>
                </a:solidFill>
                <a:effectLst/>
                <a:uLnTx/>
                <a:uFillTx/>
                <a:latin typeface="Impact"/>
                <a:sym typeface="Impact"/>
              </a:rPr>
              <a:t> </a:t>
            </a:r>
            <a:r>
              <a:rPr kumimoji="0" lang="en-US" altLang="zh-CN" sz="100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Impact"/>
                <a:sym typeface="Impact"/>
              </a:rPr>
              <a:t>–</a:t>
            </a:r>
            <a:r>
              <a:rPr lang="zh-CN" altLang="en-US" sz="9600" b="0" dirty="0">
                <a:solidFill>
                  <a:srgbClr val="F6C543"/>
                </a:solidFill>
                <a:latin typeface="华文楷体" panose="02010600040101010101" pitchFamily="2" charset="-122"/>
                <a:ea typeface="华文楷体" panose="02010600040101010101" pitchFamily="2" charset="-122"/>
                <a:sym typeface="Impact"/>
              </a:rPr>
              <a:t>平面</a:t>
            </a:r>
            <a:r>
              <a:rPr kumimoji="0" lang="zh-CN" altLang="en-US" sz="9600" b="0" i="0" u="none" strike="noStrike" kern="0" cap="none" spc="0" normalizeH="0" baseline="0" noProof="0" dirty="0">
                <a:ln>
                  <a:noFill/>
                </a:ln>
                <a:solidFill>
                  <a:srgbClr val="F6C543"/>
                </a:solidFill>
                <a:effectLst/>
                <a:uLnTx/>
                <a:uFillTx/>
                <a:latin typeface="华文楷体" panose="02010600040101010101" pitchFamily="2" charset="-122"/>
                <a:ea typeface="华文楷体" panose="02010600040101010101" pitchFamily="2" charset="-122"/>
                <a:sym typeface="Impact"/>
              </a:rPr>
              <a:t>的投影</a:t>
            </a:r>
            <a:endParaRPr kumimoji="0" lang="zh-CN" altLang="en-US" sz="100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华文楷体" panose="02010600040101010101" pitchFamily="2" charset="-122"/>
              <a:ea typeface="华文楷体" panose="02010600040101010101" pitchFamily="2" charset="-122"/>
              <a:sym typeface="Impact"/>
            </a:endParaRPr>
          </a:p>
        </p:txBody>
      </p:sp>
      <p:sp>
        <p:nvSpPr>
          <p:cNvPr id="226" name="Shape">
            <a:extLst>
              <a:ext uri="{FF2B5EF4-FFF2-40B4-BE49-F238E27FC236}">
                <a16:creationId xmlns:a16="http://schemas.microsoft.com/office/drawing/2014/main" id="{089015D1-658F-916B-3A47-646BBF72E7A8}"/>
              </a:ext>
            </a:extLst>
          </p:cNvPr>
          <p:cNvSpPr/>
          <p:nvPr/>
        </p:nvSpPr>
        <p:spPr>
          <a:xfrm>
            <a:off x="-306915" y="8239797"/>
            <a:ext cx="1046530" cy="104640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9679" h="20595" extrusionOk="0">
                <a:moveTo>
                  <a:pt x="9839" y="0"/>
                </a:moveTo>
                <a:cubicBezTo>
                  <a:pt x="7321" y="0"/>
                  <a:pt x="4802" y="1006"/>
                  <a:pt x="2881" y="3017"/>
                </a:cubicBezTo>
                <a:cubicBezTo>
                  <a:pt x="-961" y="7038"/>
                  <a:pt x="-961" y="13557"/>
                  <a:pt x="2881" y="17578"/>
                </a:cubicBezTo>
                <a:cubicBezTo>
                  <a:pt x="6724" y="21600"/>
                  <a:pt x="12954" y="21600"/>
                  <a:pt x="16797" y="17578"/>
                </a:cubicBezTo>
                <a:cubicBezTo>
                  <a:pt x="20639" y="13557"/>
                  <a:pt x="20639" y="7038"/>
                  <a:pt x="16797" y="3017"/>
                </a:cubicBezTo>
                <a:cubicBezTo>
                  <a:pt x="14876" y="1006"/>
                  <a:pt x="12357" y="0"/>
                  <a:pt x="9839" y="0"/>
                </a:cubicBezTo>
                <a:close/>
                <a:moveTo>
                  <a:pt x="9839" y="2649"/>
                </a:moveTo>
                <a:cubicBezTo>
                  <a:pt x="11709" y="2649"/>
                  <a:pt x="13580" y="3397"/>
                  <a:pt x="15007" y="4890"/>
                </a:cubicBezTo>
                <a:cubicBezTo>
                  <a:pt x="17861" y="7877"/>
                  <a:pt x="17861" y="12718"/>
                  <a:pt x="15007" y="15705"/>
                </a:cubicBezTo>
                <a:cubicBezTo>
                  <a:pt x="12153" y="18692"/>
                  <a:pt x="7525" y="18692"/>
                  <a:pt x="4671" y="15705"/>
                </a:cubicBezTo>
                <a:cubicBezTo>
                  <a:pt x="1817" y="12718"/>
                  <a:pt x="1817" y="7877"/>
                  <a:pt x="4671" y="4890"/>
                </a:cubicBezTo>
                <a:cubicBezTo>
                  <a:pt x="6098" y="3397"/>
                  <a:pt x="7969" y="2649"/>
                  <a:pt x="9839" y="2649"/>
                </a:cubicBezTo>
                <a:close/>
              </a:path>
            </a:pathLst>
          </a:custGeom>
          <a:gradFill>
            <a:gsLst>
              <a:gs pos="0">
                <a:schemeClr val="accent2"/>
              </a:gs>
              <a:gs pos="100000">
                <a:schemeClr val="accent1"/>
              </a:gs>
            </a:gsLst>
            <a:lin ang="5400000"/>
          </a:gradFill>
          <a:ln w="12700">
            <a:miter lim="400000"/>
          </a:ln>
        </p:spPr>
        <p:txBody>
          <a:bodyPr lIns="0" tIns="0" rIns="0" bIns="0" anchor="ctr"/>
          <a:lstStyle/>
          <a:p>
            <a:pPr marL="0" marR="0" lvl="0" indent="0" algn="ctr" defTabSz="8255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 kumimoji="0" sz="32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Helvetica Neue Medium"/>
              <a:sym typeface="Helvetica Neue Medium"/>
            </a:endParaRPr>
          </a:p>
        </p:txBody>
      </p:sp>
      <p:sp>
        <p:nvSpPr>
          <p:cNvPr id="227" name="Shape">
            <a:extLst>
              <a:ext uri="{FF2B5EF4-FFF2-40B4-BE49-F238E27FC236}">
                <a16:creationId xmlns:a16="http://schemas.microsoft.com/office/drawing/2014/main" id="{F512888B-C57F-77F7-47F1-CA595B4DEF41}"/>
              </a:ext>
            </a:extLst>
          </p:cNvPr>
          <p:cNvSpPr/>
          <p:nvPr/>
        </p:nvSpPr>
        <p:spPr>
          <a:xfrm>
            <a:off x="19865947" y="2060686"/>
            <a:ext cx="2330506" cy="233022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9679" h="20595" extrusionOk="0">
                <a:moveTo>
                  <a:pt x="9839" y="0"/>
                </a:moveTo>
                <a:cubicBezTo>
                  <a:pt x="7321" y="0"/>
                  <a:pt x="4802" y="1006"/>
                  <a:pt x="2881" y="3017"/>
                </a:cubicBezTo>
                <a:cubicBezTo>
                  <a:pt x="-961" y="7038"/>
                  <a:pt x="-961" y="13557"/>
                  <a:pt x="2881" y="17578"/>
                </a:cubicBezTo>
                <a:cubicBezTo>
                  <a:pt x="6724" y="21600"/>
                  <a:pt x="12954" y="21600"/>
                  <a:pt x="16797" y="17578"/>
                </a:cubicBezTo>
                <a:cubicBezTo>
                  <a:pt x="20639" y="13557"/>
                  <a:pt x="20639" y="7038"/>
                  <a:pt x="16797" y="3017"/>
                </a:cubicBezTo>
                <a:cubicBezTo>
                  <a:pt x="14876" y="1006"/>
                  <a:pt x="12357" y="0"/>
                  <a:pt x="9839" y="0"/>
                </a:cubicBezTo>
                <a:close/>
                <a:moveTo>
                  <a:pt x="9839" y="2649"/>
                </a:moveTo>
                <a:cubicBezTo>
                  <a:pt x="11709" y="2649"/>
                  <a:pt x="13580" y="3397"/>
                  <a:pt x="15007" y="4890"/>
                </a:cubicBezTo>
                <a:cubicBezTo>
                  <a:pt x="17861" y="7877"/>
                  <a:pt x="17861" y="12718"/>
                  <a:pt x="15007" y="15705"/>
                </a:cubicBezTo>
                <a:cubicBezTo>
                  <a:pt x="12153" y="18692"/>
                  <a:pt x="7525" y="18692"/>
                  <a:pt x="4671" y="15705"/>
                </a:cubicBezTo>
                <a:cubicBezTo>
                  <a:pt x="1817" y="12718"/>
                  <a:pt x="1817" y="7877"/>
                  <a:pt x="4671" y="4890"/>
                </a:cubicBezTo>
                <a:cubicBezTo>
                  <a:pt x="6098" y="3397"/>
                  <a:pt x="7969" y="2649"/>
                  <a:pt x="9839" y="2649"/>
                </a:cubicBezTo>
                <a:close/>
              </a:path>
            </a:pathLst>
          </a:custGeom>
          <a:gradFill>
            <a:gsLst>
              <a:gs pos="0">
                <a:schemeClr val="accent2"/>
              </a:gs>
              <a:gs pos="100000">
                <a:schemeClr val="accent1"/>
              </a:gs>
            </a:gsLst>
            <a:lin ang="5400000"/>
          </a:gradFill>
          <a:ln w="12700">
            <a:miter lim="400000"/>
          </a:ln>
        </p:spPr>
        <p:txBody>
          <a:bodyPr lIns="0" tIns="0" rIns="0" bIns="0" anchor="ctr"/>
          <a:lstStyle/>
          <a:p>
            <a:pPr marL="0" marR="0" lvl="0" indent="0" algn="ctr" defTabSz="8255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 kumimoji="0" sz="32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Helvetica Neue Medium"/>
              <a:sym typeface="Helvetica Neue Medium"/>
            </a:endParaRPr>
          </a:p>
        </p:txBody>
      </p:sp>
      <p:sp>
        <p:nvSpPr>
          <p:cNvPr id="228" name="Rounded Rectangle">
            <a:extLst>
              <a:ext uri="{FF2B5EF4-FFF2-40B4-BE49-F238E27FC236}">
                <a16:creationId xmlns:a16="http://schemas.microsoft.com/office/drawing/2014/main" id="{FC63D5C5-0458-0801-FFDD-E8E840DAC642}"/>
              </a:ext>
            </a:extLst>
          </p:cNvPr>
          <p:cNvSpPr/>
          <p:nvPr/>
        </p:nvSpPr>
        <p:spPr>
          <a:xfrm>
            <a:off x="1413182" y="3302000"/>
            <a:ext cx="21616294" cy="8897388"/>
          </a:xfrm>
          <a:prstGeom prst="roundRect">
            <a:avLst>
              <a:gd name="adj" fmla="val 2897"/>
            </a:avLst>
          </a:prstGeom>
          <a:solidFill>
            <a:schemeClr val="accent4"/>
          </a:solidFill>
          <a:ln w="12700">
            <a:miter lim="400000"/>
          </a:ln>
          <a:effectLst>
            <a:outerShdw blurRad="558800" dist="71163" dir="5400000" rotWithShape="0">
              <a:srgbClr val="000000">
                <a:alpha val="19617"/>
              </a:srgbClr>
            </a:outerShdw>
          </a:effectLst>
        </p:spPr>
        <p:txBody>
          <a:bodyPr lIns="0" tIns="0" rIns="0" bIns="0" anchor="ctr"/>
          <a:lstStyle/>
          <a:p>
            <a:pPr marL="0" marR="0" lvl="0" indent="0" algn="ctr" defTabSz="8255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 kumimoji="0" sz="32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Helvetica Neue Medium"/>
              <a:sym typeface="Helvetica Neue Medium"/>
            </a:endParaRP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EBCB59AE-D905-D53A-3D8B-67A4E99502A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64668" y="3420776"/>
            <a:ext cx="19421415" cy="8626799"/>
          </a:xfrm>
          <a:prstGeom prst="rect">
            <a:avLst/>
          </a:prstGeom>
        </p:spPr>
      </p:pic>
      <p:sp>
        <p:nvSpPr>
          <p:cNvPr id="5" name="文本框 4">
            <a:extLst>
              <a:ext uri="{FF2B5EF4-FFF2-40B4-BE49-F238E27FC236}">
                <a16:creationId xmlns:a16="http://schemas.microsoft.com/office/drawing/2014/main" id="{FC61D321-9052-C823-1B25-C54559013B96}"/>
              </a:ext>
            </a:extLst>
          </p:cNvPr>
          <p:cNvSpPr txBox="1"/>
          <p:nvPr/>
        </p:nvSpPr>
        <p:spPr>
          <a:xfrm>
            <a:off x="8688038" y="7578872"/>
            <a:ext cx="1641476" cy="564257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zh-CN" altLang="en-US" sz="3000" b="1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  <a:cs typeface="Helvetica Neue"/>
                <a:sym typeface="Helvetica Neue"/>
              </a:rPr>
              <a:t>条件更强</a:t>
            </a:r>
          </a:p>
        </p:txBody>
      </p:sp>
    </p:spTree>
    <p:extLst>
      <p:ext uri="{BB962C8B-B14F-4D97-AF65-F5344CB8AC3E}">
        <p14:creationId xmlns:p14="http://schemas.microsoft.com/office/powerpoint/2010/main" val="1553843130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3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AE2E2F6-597E-40AE-F919-81AEF90E1A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Shape">
            <a:extLst>
              <a:ext uri="{FF2B5EF4-FFF2-40B4-BE49-F238E27FC236}">
                <a16:creationId xmlns:a16="http://schemas.microsoft.com/office/drawing/2014/main" id="{D52C0C7F-D7D8-D274-7000-F2EFE867B0CB}"/>
              </a:ext>
            </a:extLst>
          </p:cNvPr>
          <p:cNvSpPr/>
          <p:nvPr/>
        </p:nvSpPr>
        <p:spPr>
          <a:xfrm>
            <a:off x="6290541" y="12617233"/>
            <a:ext cx="2709718" cy="270939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9679" h="20595" extrusionOk="0">
                <a:moveTo>
                  <a:pt x="9839" y="0"/>
                </a:moveTo>
                <a:cubicBezTo>
                  <a:pt x="7321" y="0"/>
                  <a:pt x="4802" y="1006"/>
                  <a:pt x="2881" y="3017"/>
                </a:cubicBezTo>
                <a:cubicBezTo>
                  <a:pt x="-961" y="7038"/>
                  <a:pt x="-961" y="13557"/>
                  <a:pt x="2881" y="17578"/>
                </a:cubicBezTo>
                <a:cubicBezTo>
                  <a:pt x="6724" y="21600"/>
                  <a:pt x="12954" y="21600"/>
                  <a:pt x="16797" y="17578"/>
                </a:cubicBezTo>
                <a:cubicBezTo>
                  <a:pt x="20639" y="13557"/>
                  <a:pt x="20639" y="7038"/>
                  <a:pt x="16797" y="3017"/>
                </a:cubicBezTo>
                <a:cubicBezTo>
                  <a:pt x="14876" y="1006"/>
                  <a:pt x="12357" y="0"/>
                  <a:pt x="9839" y="0"/>
                </a:cubicBezTo>
                <a:close/>
                <a:moveTo>
                  <a:pt x="9839" y="2649"/>
                </a:moveTo>
                <a:cubicBezTo>
                  <a:pt x="11709" y="2649"/>
                  <a:pt x="13580" y="3397"/>
                  <a:pt x="15007" y="4890"/>
                </a:cubicBezTo>
                <a:cubicBezTo>
                  <a:pt x="17861" y="7877"/>
                  <a:pt x="17861" y="12718"/>
                  <a:pt x="15007" y="15705"/>
                </a:cubicBezTo>
                <a:cubicBezTo>
                  <a:pt x="12153" y="18692"/>
                  <a:pt x="7525" y="18692"/>
                  <a:pt x="4671" y="15705"/>
                </a:cubicBezTo>
                <a:cubicBezTo>
                  <a:pt x="1817" y="12718"/>
                  <a:pt x="1817" y="7877"/>
                  <a:pt x="4671" y="4890"/>
                </a:cubicBezTo>
                <a:cubicBezTo>
                  <a:pt x="6098" y="3397"/>
                  <a:pt x="7969" y="2649"/>
                  <a:pt x="9839" y="2649"/>
                </a:cubicBezTo>
                <a:close/>
              </a:path>
            </a:pathLst>
          </a:custGeom>
          <a:gradFill>
            <a:gsLst>
              <a:gs pos="0">
                <a:schemeClr val="accent2"/>
              </a:gs>
              <a:gs pos="100000">
                <a:schemeClr val="accent1"/>
              </a:gs>
            </a:gsLst>
            <a:lin ang="5400000"/>
          </a:gradFill>
          <a:ln w="12700">
            <a:miter lim="400000"/>
          </a:ln>
        </p:spPr>
        <p:txBody>
          <a:bodyPr lIns="0" tIns="0" rIns="0" bIns="0" anchor="ctr"/>
          <a:lstStyle/>
          <a:p>
            <a:pPr marL="0" marR="0" lvl="0" indent="0" algn="ctr" defTabSz="8255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 kumimoji="0" sz="32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Helvetica Neue Medium"/>
              <a:sym typeface="Helvetica Neue Medium"/>
            </a:endParaRPr>
          </a:p>
        </p:txBody>
      </p:sp>
      <p:sp>
        <p:nvSpPr>
          <p:cNvPr id="216" name="Shape">
            <a:extLst>
              <a:ext uri="{FF2B5EF4-FFF2-40B4-BE49-F238E27FC236}">
                <a16:creationId xmlns:a16="http://schemas.microsoft.com/office/drawing/2014/main" id="{56288477-4727-747E-F111-355F47B6B987}"/>
              </a:ext>
            </a:extLst>
          </p:cNvPr>
          <p:cNvSpPr/>
          <p:nvPr/>
        </p:nvSpPr>
        <p:spPr>
          <a:xfrm>
            <a:off x="14339439" y="2620192"/>
            <a:ext cx="6322300" cy="632257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800" y="0"/>
                </a:moveTo>
                <a:cubicBezTo>
                  <a:pt x="10787" y="0"/>
                  <a:pt x="10773" y="1"/>
                  <a:pt x="10759" y="1"/>
                </a:cubicBezTo>
                <a:lnTo>
                  <a:pt x="1" y="10760"/>
                </a:lnTo>
                <a:cubicBezTo>
                  <a:pt x="0" y="10900"/>
                  <a:pt x="3" y="11040"/>
                  <a:pt x="8" y="11181"/>
                </a:cubicBezTo>
                <a:lnTo>
                  <a:pt x="11180" y="9"/>
                </a:lnTo>
                <a:cubicBezTo>
                  <a:pt x="11054" y="4"/>
                  <a:pt x="10927" y="0"/>
                  <a:pt x="10800" y="0"/>
                </a:cubicBezTo>
                <a:close/>
                <a:moveTo>
                  <a:pt x="10211" y="17"/>
                </a:moveTo>
                <a:cubicBezTo>
                  <a:pt x="10057" y="25"/>
                  <a:pt x="9903" y="36"/>
                  <a:pt x="9748" y="51"/>
                </a:cubicBezTo>
                <a:lnTo>
                  <a:pt x="50" y="9749"/>
                </a:lnTo>
                <a:cubicBezTo>
                  <a:pt x="35" y="9903"/>
                  <a:pt x="25" y="10057"/>
                  <a:pt x="16" y="10212"/>
                </a:cubicBezTo>
                <a:lnTo>
                  <a:pt x="10211" y="17"/>
                </a:lnTo>
                <a:close/>
                <a:moveTo>
                  <a:pt x="11683" y="38"/>
                </a:moveTo>
                <a:lnTo>
                  <a:pt x="38" y="11684"/>
                </a:lnTo>
                <a:cubicBezTo>
                  <a:pt x="48" y="11814"/>
                  <a:pt x="62" y="11944"/>
                  <a:pt x="78" y="12075"/>
                </a:cubicBezTo>
                <a:lnTo>
                  <a:pt x="12074" y="78"/>
                </a:lnTo>
                <a:cubicBezTo>
                  <a:pt x="11944" y="63"/>
                  <a:pt x="11814" y="49"/>
                  <a:pt x="11683" y="38"/>
                </a:cubicBezTo>
                <a:close/>
                <a:moveTo>
                  <a:pt x="9136" y="131"/>
                </a:moveTo>
                <a:cubicBezTo>
                  <a:pt x="8960" y="158"/>
                  <a:pt x="8786" y="190"/>
                  <a:pt x="8611" y="226"/>
                </a:cubicBezTo>
                <a:lnTo>
                  <a:pt x="226" y="8611"/>
                </a:lnTo>
                <a:cubicBezTo>
                  <a:pt x="190" y="8786"/>
                  <a:pt x="157" y="8961"/>
                  <a:pt x="130" y="9137"/>
                </a:cubicBezTo>
                <a:lnTo>
                  <a:pt x="9136" y="131"/>
                </a:lnTo>
                <a:close/>
                <a:moveTo>
                  <a:pt x="12541" y="143"/>
                </a:moveTo>
                <a:lnTo>
                  <a:pt x="143" y="12541"/>
                </a:lnTo>
                <a:cubicBezTo>
                  <a:pt x="163" y="12663"/>
                  <a:pt x="183" y="12785"/>
                  <a:pt x="207" y="12906"/>
                </a:cubicBezTo>
                <a:lnTo>
                  <a:pt x="12906" y="208"/>
                </a:lnTo>
                <a:cubicBezTo>
                  <a:pt x="12785" y="184"/>
                  <a:pt x="12663" y="163"/>
                  <a:pt x="12541" y="143"/>
                </a:cubicBezTo>
                <a:close/>
                <a:moveTo>
                  <a:pt x="13343" y="303"/>
                </a:moveTo>
                <a:lnTo>
                  <a:pt x="303" y="13343"/>
                </a:lnTo>
                <a:cubicBezTo>
                  <a:pt x="330" y="13456"/>
                  <a:pt x="361" y="13569"/>
                  <a:pt x="392" y="13682"/>
                </a:cubicBezTo>
                <a:lnTo>
                  <a:pt x="13682" y="393"/>
                </a:lnTo>
                <a:cubicBezTo>
                  <a:pt x="13569" y="362"/>
                  <a:pt x="13456" y="331"/>
                  <a:pt x="13343" y="303"/>
                </a:cubicBezTo>
                <a:close/>
                <a:moveTo>
                  <a:pt x="7909" y="395"/>
                </a:moveTo>
                <a:cubicBezTo>
                  <a:pt x="7701" y="452"/>
                  <a:pt x="7495" y="515"/>
                  <a:pt x="7290" y="585"/>
                </a:cubicBezTo>
                <a:lnTo>
                  <a:pt x="584" y="7290"/>
                </a:lnTo>
                <a:cubicBezTo>
                  <a:pt x="514" y="7495"/>
                  <a:pt x="452" y="7702"/>
                  <a:pt x="394" y="7909"/>
                </a:cubicBezTo>
                <a:lnTo>
                  <a:pt x="7909" y="395"/>
                </a:lnTo>
                <a:close/>
                <a:moveTo>
                  <a:pt x="14094" y="515"/>
                </a:moveTo>
                <a:lnTo>
                  <a:pt x="514" y="14094"/>
                </a:lnTo>
                <a:cubicBezTo>
                  <a:pt x="549" y="14202"/>
                  <a:pt x="583" y="14310"/>
                  <a:pt x="620" y="14417"/>
                </a:cubicBezTo>
                <a:lnTo>
                  <a:pt x="14417" y="621"/>
                </a:lnTo>
                <a:cubicBezTo>
                  <a:pt x="14310" y="583"/>
                  <a:pt x="14202" y="549"/>
                  <a:pt x="14094" y="515"/>
                </a:cubicBezTo>
                <a:close/>
                <a:moveTo>
                  <a:pt x="14804" y="767"/>
                </a:moveTo>
                <a:lnTo>
                  <a:pt x="767" y="14804"/>
                </a:lnTo>
                <a:cubicBezTo>
                  <a:pt x="807" y="14905"/>
                  <a:pt x="851" y="15004"/>
                  <a:pt x="894" y="15104"/>
                </a:cubicBezTo>
                <a:lnTo>
                  <a:pt x="15104" y="895"/>
                </a:lnTo>
                <a:cubicBezTo>
                  <a:pt x="15004" y="852"/>
                  <a:pt x="14905" y="807"/>
                  <a:pt x="14804" y="767"/>
                </a:cubicBezTo>
                <a:close/>
                <a:moveTo>
                  <a:pt x="6411" y="932"/>
                </a:moveTo>
                <a:cubicBezTo>
                  <a:pt x="6118" y="1062"/>
                  <a:pt x="5831" y="1206"/>
                  <a:pt x="5549" y="1363"/>
                </a:cubicBezTo>
                <a:lnTo>
                  <a:pt x="1362" y="5549"/>
                </a:lnTo>
                <a:cubicBezTo>
                  <a:pt x="1205" y="5832"/>
                  <a:pt x="1061" y="6119"/>
                  <a:pt x="931" y="6411"/>
                </a:cubicBezTo>
                <a:lnTo>
                  <a:pt x="6411" y="932"/>
                </a:lnTo>
                <a:close/>
                <a:moveTo>
                  <a:pt x="15470" y="1061"/>
                </a:moveTo>
                <a:lnTo>
                  <a:pt x="1060" y="15471"/>
                </a:lnTo>
                <a:cubicBezTo>
                  <a:pt x="1106" y="15567"/>
                  <a:pt x="1153" y="15664"/>
                  <a:pt x="1202" y="15759"/>
                </a:cubicBezTo>
                <a:lnTo>
                  <a:pt x="15759" y="1203"/>
                </a:lnTo>
                <a:cubicBezTo>
                  <a:pt x="15663" y="1153"/>
                  <a:pt x="15567" y="1107"/>
                  <a:pt x="15470" y="1061"/>
                </a:cubicBezTo>
                <a:close/>
                <a:moveTo>
                  <a:pt x="16103" y="1391"/>
                </a:moveTo>
                <a:lnTo>
                  <a:pt x="1391" y="16103"/>
                </a:lnTo>
                <a:cubicBezTo>
                  <a:pt x="1442" y="16194"/>
                  <a:pt x="1494" y="16285"/>
                  <a:pt x="1549" y="16375"/>
                </a:cubicBezTo>
                <a:lnTo>
                  <a:pt x="16375" y="1549"/>
                </a:lnTo>
                <a:cubicBezTo>
                  <a:pt x="16285" y="1495"/>
                  <a:pt x="16194" y="1442"/>
                  <a:pt x="16103" y="1391"/>
                </a:cubicBezTo>
                <a:close/>
                <a:moveTo>
                  <a:pt x="16703" y="1754"/>
                </a:moveTo>
                <a:lnTo>
                  <a:pt x="1753" y="16703"/>
                </a:lnTo>
                <a:cubicBezTo>
                  <a:pt x="1809" y="16788"/>
                  <a:pt x="1869" y="16872"/>
                  <a:pt x="1928" y="16956"/>
                </a:cubicBezTo>
                <a:lnTo>
                  <a:pt x="16956" y="1928"/>
                </a:lnTo>
                <a:cubicBezTo>
                  <a:pt x="16872" y="1869"/>
                  <a:pt x="16788" y="1810"/>
                  <a:pt x="16703" y="1754"/>
                </a:cubicBezTo>
                <a:close/>
                <a:moveTo>
                  <a:pt x="17267" y="2151"/>
                </a:moveTo>
                <a:lnTo>
                  <a:pt x="2151" y="17267"/>
                </a:lnTo>
                <a:cubicBezTo>
                  <a:pt x="2212" y="17349"/>
                  <a:pt x="2274" y="17430"/>
                  <a:pt x="2338" y="17510"/>
                </a:cubicBezTo>
                <a:lnTo>
                  <a:pt x="17510" y="2338"/>
                </a:lnTo>
                <a:cubicBezTo>
                  <a:pt x="17430" y="2275"/>
                  <a:pt x="17349" y="2212"/>
                  <a:pt x="17267" y="2151"/>
                </a:cubicBezTo>
                <a:close/>
                <a:moveTo>
                  <a:pt x="3805" y="2574"/>
                </a:moveTo>
                <a:cubicBezTo>
                  <a:pt x="3586" y="2761"/>
                  <a:pt x="3370" y="2956"/>
                  <a:pt x="3163" y="3163"/>
                </a:cubicBezTo>
                <a:cubicBezTo>
                  <a:pt x="2955" y="3371"/>
                  <a:pt x="2761" y="3586"/>
                  <a:pt x="2574" y="3806"/>
                </a:cubicBezTo>
                <a:lnTo>
                  <a:pt x="3805" y="2574"/>
                </a:lnTo>
                <a:close/>
                <a:moveTo>
                  <a:pt x="17801" y="2579"/>
                </a:moveTo>
                <a:lnTo>
                  <a:pt x="2579" y="17801"/>
                </a:lnTo>
                <a:cubicBezTo>
                  <a:pt x="2645" y="17878"/>
                  <a:pt x="2709" y="17957"/>
                  <a:pt x="2777" y="18032"/>
                </a:cubicBezTo>
                <a:lnTo>
                  <a:pt x="18032" y="2777"/>
                </a:lnTo>
                <a:cubicBezTo>
                  <a:pt x="17957" y="2709"/>
                  <a:pt x="17878" y="2645"/>
                  <a:pt x="17801" y="2579"/>
                </a:cubicBezTo>
                <a:close/>
                <a:moveTo>
                  <a:pt x="18304" y="3036"/>
                </a:moveTo>
                <a:lnTo>
                  <a:pt x="3036" y="18304"/>
                </a:lnTo>
                <a:cubicBezTo>
                  <a:pt x="3079" y="18349"/>
                  <a:pt x="3119" y="18394"/>
                  <a:pt x="3163" y="18438"/>
                </a:cubicBezTo>
                <a:cubicBezTo>
                  <a:pt x="3191" y="18466"/>
                  <a:pt x="3222" y="18492"/>
                  <a:pt x="3250" y="18521"/>
                </a:cubicBezTo>
                <a:lnTo>
                  <a:pt x="18521" y="3251"/>
                </a:lnTo>
                <a:cubicBezTo>
                  <a:pt x="18492" y="3222"/>
                  <a:pt x="18466" y="3192"/>
                  <a:pt x="18438" y="3163"/>
                </a:cubicBezTo>
                <a:cubicBezTo>
                  <a:pt x="18394" y="3119"/>
                  <a:pt x="18348" y="3079"/>
                  <a:pt x="18304" y="3036"/>
                </a:cubicBezTo>
                <a:close/>
                <a:moveTo>
                  <a:pt x="18781" y="3523"/>
                </a:moveTo>
                <a:lnTo>
                  <a:pt x="3522" y="18781"/>
                </a:lnTo>
                <a:cubicBezTo>
                  <a:pt x="3598" y="18850"/>
                  <a:pt x="3676" y="18915"/>
                  <a:pt x="3753" y="18982"/>
                </a:cubicBezTo>
                <a:lnTo>
                  <a:pt x="18982" y="3753"/>
                </a:lnTo>
                <a:cubicBezTo>
                  <a:pt x="18915" y="3676"/>
                  <a:pt x="18850" y="3598"/>
                  <a:pt x="18781" y="3523"/>
                </a:cubicBezTo>
                <a:close/>
                <a:moveTo>
                  <a:pt x="19224" y="4041"/>
                </a:moveTo>
                <a:lnTo>
                  <a:pt x="4041" y="19224"/>
                </a:lnTo>
                <a:cubicBezTo>
                  <a:pt x="4121" y="19289"/>
                  <a:pt x="4202" y="19350"/>
                  <a:pt x="4283" y="19412"/>
                </a:cubicBezTo>
                <a:lnTo>
                  <a:pt x="19412" y="4283"/>
                </a:lnTo>
                <a:cubicBezTo>
                  <a:pt x="19350" y="4202"/>
                  <a:pt x="19289" y="4121"/>
                  <a:pt x="19224" y="4041"/>
                </a:cubicBezTo>
                <a:close/>
                <a:moveTo>
                  <a:pt x="19637" y="4591"/>
                </a:moveTo>
                <a:lnTo>
                  <a:pt x="4591" y="19637"/>
                </a:lnTo>
                <a:cubicBezTo>
                  <a:pt x="4675" y="19696"/>
                  <a:pt x="4758" y="19757"/>
                  <a:pt x="4843" y="19813"/>
                </a:cubicBezTo>
                <a:lnTo>
                  <a:pt x="19813" y="4844"/>
                </a:lnTo>
                <a:cubicBezTo>
                  <a:pt x="19757" y="4758"/>
                  <a:pt x="19696" y="4675"/>
                  <a:pt x="19637" y="4591"/>
                </a:cubicBezTo>
                <a:close/>
                <a:moveTo>
                  <a:pt x="20019" y="5172"/>
                </a:moveTo>
                <a:lnTo>
                  <a:pt x="5172" y="20019"/>
                </a:lnTo>
                <a:cubicBezTo>
                  <a:pt x="5261" y="20073"/>
                  <a:pt x="5351" y="20126"/>
                  <a:pt x="5441" y="20178"/>
                </a:cubicBezTo>
                <a:lnTo>
                  <a:pt x="20178" y="5441"/>
                </a:lnTo>
                <a:cubicBezTo>
                  <a:pt x="20126" y="5351"/>
                  <a:pt x="20073" y="5261"/>
                  <a:pt x="20019" y="5172"/>
                </a:cubicBezTo>
                <a:close/>
                <a:moveTo>
                  <a:pt x="20369" y="5782"/>
                </a:moveTo>
                <a:lnTo>
                  <a:pt x="5782" y="20369"/>
                </a:lnTo>
                <a:cubicBezTo>
                  <a:pt x="5877" y="20419"/>
                  <a:pt x="5974" y="20463"/>
                  <a:pt x="6071" y="20510"/>
                </a:cubicBezTo>
                <a:lnTo>
                  <a:pt x="20510" y="6071"/>
                </a:lnTo>
                <a:cubicBezTo>
                  <a:pt x="20463" y="5975"/>
                  <a:pt x="20419" y="5878"/>
                  <a:pt x="20369" y="5782"/>
                </a:cubicBezTo>
                <a:close/>
                <a:moveTo>
                  <a:pt x="20679" y="6434"/>
                </a:moveTo>
                <a:lnTo>
                  <a:pt x="6434" y="20679"/>
                </a:lnTo>
                <a:cubicBezTo>
                  <a:pt x="6534" y="20723"/>
                  <a:pt x="6633" y="20769"/>
                  <a:pt x="6734" y="20809"/>
                </a:cubicBezTo>
                <a:lnTo>
                  <a:pt x="20809" y="6735"/>
                </a:lnTo>
                <a:cubicBezTo>
                  <a:pt x="20769" y="6634"/>
                  <a:pt x="20723" y="6534"/>
                  <a:pt x="20679" y="6434"/>
                </a:cubicBezTo>
                <a:close/>
                <a:moveTo>
                  <a:pt x="20956" y="7121"/>
                </a:moveTo>
                <a:lnTo>
                  <a:pt x="7120" y="20956"/>
                </a:lnTo>
                <a:cubicBezTo>
                  <a:pt x="7226" y="20994"/>
                  <a:pt x="7333" y="21030"/>
                  <a:pt x="7439" y="21065"/>
                </a:cubicBezTo>
                <a:lnTo>
                  <a:pt x="21065" y="7439"/>
                </a:lnTo>
                <a:cubicBezTo>
                  <a:pt x="21030" y="7333"/>
                  <a:pt x="20994" y="7226"/>
                  <a:pt x="20956" y="7121"/>
                </a:cubicBezTo>
                <a:close/>
                <a:moveTo>
                  <a:pt x="21190" y="7848"/>
                </a:moveTo>
                <a:lnTo>
                  <a:pt x="7848" y="21190"/>
                </a:lnTo>
                <a:cubicBezTo>
                  <a:pt x="7960" y="21221"/>
                  <a:pt x="8073" y="21252"/>
                  <a:pt x="8186" y="21280"/>
                </a:cubicBezTo>
                <a:lnTo>
                  <a:pt x="21280" y="8186"/>
                </a:lnTo>
                <a:cubicBezTo>
                  <a:pt x="21252" y="8073"/>
                  <a:pt x="21221" y="7960"/>
                  <a:pt x="21190" y="7848"/>
                </a:cubicBezTo>
                <a:close/>
                <a:moveTo>
                  <a:pt x="21378" y="8623"/>
                </a:moveTo>
                <a:lnTo>
                  <a:pt x="8623" y="21378"/>
                </a:lnTo>
                <a:cubicBezTo>
                  <a:pt x="8743" y="21402"/>
                  <a:pt x="8863" y="21424"/>
                  <a:pt x="8984" y="21445"/>
                </a:cubicBezTo>
                <a:lnTo>
                  <a:pt x="21445" y="8984"/>
                </a:lnTo>
                <a:cubicBezTo>
                  <a:pt x="21424" y="8864"/>
                  <a:pt x="21402" y="8743"/>
                  <a:pt x="21378" y="8623"/>
                </a:cubicBezTo>
                <a:close/>
                <a:moveTo>
                  <a:pt x="21514" y="9448"/>
                </a:moveTo>
                <a:lnTo>
                  <a:pt x="9447" y="21514"/>
                </a:lnTo>
                <a:cubicBezTo>
                  <a:pt x="9576" y="21530"/>
                  <a:pt x="9704" y="21546"/>
                  <a:pt x="9833" y="21557"/>
                </a:cubicBezTo>
                <a:lnTo>
                  <a:pt x="21557" y="9834"/>
                </a:lnTo>
                <a:cubicBezTo>
                  <a:pt x="21546" y="9705"/>
                  <a:pt x="21530" y="9576"/>
                  <a:pt x="21514" y="9448"/>
                </a:cubicBezTo>
                <a:close/>
                <a:moveTo>
                  <a:pt x="21590" y="10333"/>
                </a:moveTo>
                <a:lnTo>
                  <a:pt x="10332" y="21590"/>
                </a:lnTo>
                <a:cubicBezTo>
                  <a:pt x="10473" y="21596"/>
                  <a:pt x="10613" y="21599"/>
                  <a:pt x="10753" y="21600"/>
                </a:cubicBezTo>
                <a:lnTo>
                  <a:pt x="21600" y="10754"/>
                </a:lnTo>
                <a:cubicBezTo>
                  <a:pt x="21599" y="10613"/>
                  <a:pt x="21596" y="10473"/>
                  <a:pt x="21590" y="10333"/>
                </a:cubicBezTo>
                <a:close/>
                <a:moveTo>
                  <a:pt x="21590" y="11296"/>
                </a:moveTo>
                <a:lnTo>
                  <a:pt x="11295" y="21590"/>
                </a:lnTo>
                <a:cubicBezTo>
                  <a:pt x="11449" y="21583"/>
                  <a:pt x="11603" y="21572"/>
                  <a:pt x="11757" y="21558"/>
                </a:cubicBezTo>
                <a:lnTo>
                  <a:pt x="21558" y="11757"/>
                </a:lnTo>
                <a:cubicBezTo>
                  <a:pt x="21572" y="11603"/>
                  <a:pt x="21583" y="11450"/>
                  <a:pt x="21590" y="11296"/>
                </a:cubicBezTo>
                <a:close/>
                <a:moveTo>
                  <a:pt x="21489" y="12358"/>
                </a:moveTo>
                <a:lnTo>
                  <a:pt x="12358" y="21489"/>
                </a:lnTo>
                <a:cubicBezTo>
                  <a:pt x="12531" y="21464"/>
                  <a:pt x="12703" y="21434"/>
                  <a:pt x="12876" y="21400"/>
                </a:cubicBezTo>
                <a:lnTo>
                  <a:pt x="21400" y="12876"/>
                </a:lnTo>
                <a:cubicBezTo>
                  <a:pt x="21434" y="12704"/>
                  <a:pt x="21464" y="12531"/>
                  <a:pt x="21489" y="12358"/>
                </a:cubicBezTo>
                <a:close/>
                <a:moveTo>
                  <a:pt x="21239" y="13569"/>
                </a:moveTo>
                <a:lnTo>
                  <a:pt x="13569" y="21239"/>
                </a:lnTo>
                <a:cubicBezTo>
                  <a:pt x="13774" y="21185"/>
                  <a:pt x="13978" y="21125"/>
                  <a:pt x="14181" y="21058"/>
                </a:cubicBezTo>
                <a:lnTo>
                  <a:pt x="21058" y="14181"/>
                </a:lnTo>
                <a:cubicBezTo>
                  <a:pt x="21125" y="13978"/>
                  <a:pt x="21185" y="13774"/>
                  <a:pt x="21239" y="13569"/>
                </a:cubicBezTo>
                <a:close/>
                <a:moveTo>
                  <a:pt x="20736" y="15035"/>
                </a:moveTo>
                <a:lnTo>
                  <a:pt x="15035" y="20736"/>
                </a:lnTo>
                <a:cubicBezTo>
                  <a:pt x="15310" y="20619"/>
                  <a:pt x="15581" y="20493"/>
                  <a:pt x="15848" y="20352"/>
                </a:cubicBezTo>
                <a:lnTo>
                  <a:pt x="20352" y="15848"/>
                </a:lnTo>
                <a:cubicBezTo>
                  <a:pt x="20493" y="15581"/>
                  <a:pt x="20619" y="15310"/>
                  <a:pt x="20736" y="15035"/>
                </a:cubicBezTo>
                <a:close/>
                <a:moveTo>
                  <a:pt x="19400" y="17332"/>
                </a:moveTo>
                <a:lnTo>
                  <a:pt x="17332" y="19400"/>
                </a:lnTo>
                <a:cubicBezTo>
                  <a:pt x="17716" y="19108"/>
                  <a:pt x="18087" y="18789"/>
                  <a:pt x="18438" y="18438"/>
                </a:cubicBezTo>
                <a:cubicBezTo>
                  <a:pt x="18788" y="18087"/>
                  <a:pt x="19107" y="17716"/>
                  <a:pt x="19400" y="17332"/>
                </a:cubicBezTo>
                <a:close/>
              </a:path>
            </a:pathLst>
          </a:custGeom>
          <a:solidFill>
            <a:schemeClr val="accent4"/>
          </a:solidFill>
          <a:ln w="12700">
            <a:miter lim="400000"/>
          </a:ln>
        </p:spPr>
        <p:txBody>
          <a:bodyPr lIns="0" tIns="0" rIns="0" bIns="0" anchor="ctr"/>
          <a:lstStyle/>
          <a:p>
            <a:pPr marL="0" marR="0" lvl="0" indent="0" algn="ctr" defTabSz="8255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 kumimoji="0" sz="32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Helvetica Neue Medium"/>
              <a:sym typeface="Helvetica Neue Medium"/>
            </a:endParaRPr>
          </a:p>
        </p:txBody>
      </p:sp>
      <p:sp>
        <p:nvSpPr>
          <p:cNvPr id="217" name="Shape">
            <a:extLst>
              <a:ext uri="{FF2B5EF4-FFF2-40B4-BE49-F238E27FC236}">
                <a16:creationId xmlns:a16="http://schemas.microsoft.com/office/drawing/2014/main" id="{99A621CC-FFAA-E5B8-C86A-1D960D2B3D75}"/>
              </a:ext>
            </a:extLst>
          </p:cNvPr>
          <p:cNvSpPr/>
          <p:nvPr/>
        </p:nvSpPr>
        <p:spPr>
          <a:xfrm>
            <a:off x="5513585" y="9836851"/>
            <a:ext cx="2709536" cy="270965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800" y="0"/>
                </a:moveTo>
                <a:cubicBezTo>
                  <a:pt x="10787" y="0"/>
                  <a:pt x="10773" y="1"/>
                  <a:pt x="10759" y="1"/>
                </a:cubicBezTo>
                <a:lnTo>
                  <a:pt x="1" y="10760"/>
                </a:lnTo>
                <a:cubicBezTo>
                  <a:pt x="0" y="10900"/>
                  <a:pt x="3" y="11040"/>
                  <a:pt x="8" y="11181"/>
                </a:cubicBezTo>
                <a:lnTo>
                  <a:pt x="11180" y="9"/>
                </a:lnTo>
                <a:cubicBezTo>
                  <a:pt x="11054" y="4"/>
                  <a:pt x="10927" y="0"/>
                  <a:pt x="10800" y="0"/>
                </a:cubicBezTo>
                <a:close/>
                <a:moveTo>
                  <a:pt x="10211" y="17"/>
                </a:moveTo>
                <a:cubicBezTo>
                  <a:pt x="10057" y="25"/>
                  <a:pt x="9903" y="36"/>
                  <a:pt x="9748" y="51"/>
                </a:cubicBezTo>
                <a:lnTo>
                  <a:pt x="50" y="9749"/>
                </a:lnTo>
                <a:cubicBezTo>
                  <a:pt x="35" y="9903"/>
                  <a:pt x="25" y="10057"/>
                  <a:pt x="16" y="10212"/>
                </a:cubicBezTo>
                <a:lnTo>
                  <a:pt x="10211" y="17"/>
                </a:lnTo>
                <a:close/>
                <a:moveTo>
                  <a:pt x="11683" y="38"/>
                </a:moveTo>
                <a:lnTo>
                  <a:pt x="38" y="11684"/>
                </a:lnTo>
                <a:cubicBezTo>
                  <a:pt x="48" y="11814"/>
                  <a:pt x="62" y="11944"/>
                  <a:pt x="78" y="12075"/>
                </a:cubicBezTo>
                <a:lnTo>
                  <a:pt x="12074" y="78"/>
                </a:lnTo>
                <a:cubicBezTo>
                  <a:pt x="11944" y="63"/>
                  <a:pt x="11814" y="49"/>
                  <a:pt x="11683" y="38"/>
                </a:cubicBezTo>
                <a:close/>
                <a:moveTo>
                  <a:pt x="9136" y="131"/>
                </a:moveTo>
                <a:cubicBezTo>
                  <a:pt x="8960" y="158"/>
                  <a:pt x="8786" y="190"/>
                  <a:pt x="8611" y="226"/>
                </a:cubicBezTo>
                <a:lnTo>
                  <a:pt x="226" y="8611"/>
                </a:lnTo>
                <a:cubicBezTo>
                  <a:pt x="190" y="8786"/>
                  <a:pt x="157" y="8961"/>
                  <a:pt x="130" y="9137"/>
                </a:cubicBezTo>
                <a:lnTo>
                  <a:pt x="9136" y="131"/>
                </a:lnTo>
                <a:close/>
                <a:moveTo>
                  <a:pt x="12541" y="143"/>
                </a:moveTo>
                <a:lnTo>
                  <a:pt x="143" y="12541"/>
                </a:lnTo>
                <a:cubicBezTo>
                  <a:pt x="163" y="12663"/>
                  <a:pt x="183" y="12785"/>
                  <a:pt x="207" y="12906"/>
                </a:cubicBezTo>
                <a:lnTo>
                  <a:pt x="12906" y="208"/>
                </a:lnTo>
                <a:cubicBezTo>
                  <a:pt x="12785" y="184"/>
                  <a:pt x="12663" y="163"/>
                  <a:pt x="12541" y="143"/>
                </a:cubicBezTo>
                <a:close/>
                <a:moveTo>
                  <a:pt x="13343" y="303"/>
                </a:moveTo>
                <a:lnTo>
                  <a:pt x="303" y="13343"/>
                </a:lnTo>
                <a:cubicBezTo>
                  <a:pt x="330" y="13456"/>
                  <a:pt x="361" y="13569"/>
                  <a:pt x="392" y="13682"/>
                </a:cubicBezTo>
                <a:lnTo>
                  <a:pt x="13682" y="393"/>
                </a:lnTo>
                <a:cubicBezTo>
                  <a:pt x="13569" y="362"/>
                  <a:pt x="13456" y="331"/>
                  <a:pt x="13343" y="303"/>
                </a:cubicBezTo>
                <a:close/>
                <a:moveTo>
                  <a:pt x="7909" y="395"/>
                </a:moveTo>
                <a:cubicBezTo>
                  <a:pt x="7701" y="452"/>
                  <a:pt x="7495" y="515"/>
                  <a:pt x="7290" y="585"/>
                </a:cubicBezTo>
                <a:lnTo>
                  <a:pt x="584" y="7290"/>
                </a:lnTo>
                <a:cubicBezTo>
                  <a:pt x="514" y="7495"/>
                  <a:pt x="452" y="7702"/>
                  <a:pt x="394" y="7909"/>
                </a:cubicBezTo>
                <a:lnTo>
                  <a:pt x="7909" y="395"/>
                </a:lnTo>
                <a:close/>
                <a:moveTo>
                  <a:pt x="14094" y="515"/>
                </a:moveTo>
                <a:lnTo>
                  <a:pt x="514" y="14094"/>
                </a:lnTo>
                <a:cubicBezTo>
                  <a:pt x="549" y="14202"/>
                  <a:pt x="583" y="14310"/>
                  <a:pt x="620" y="14417"/>
                </a:cubicBezTo>
                <a:lnTo>
                  <a:pt x="14417" y="621"/>
                </a:lnTo>
                <a:cubicBezTo>
                  <a:pt x="14310" y="583"/>
                  <a:pt x="14202" y="549"/>
                  <a:pt x="14094" y="515"/>
                </a:cubicBezTo>
                <a:close/>
                <a:moveTo>
                  <a:pt x="14804" y="767"/>
                </a:moveTo>
                <a:lnTo>
                  <a:pt x="767" y="14804"/>
                </a:lnTo>
                <a:cubicBezTo>
                  <a:pt x="807" y="14905"/>
                  <a:pt x="851" y="15004"/>
                  <a:pt x="894" y="15104"/>
                </a:cubicBezTo>
                <a:lnTo>
                  <a:pt x="15104" y="895"/>
                </a:lnTo>
                <a:cubicBezTo>
                  <a:pt x="15004" y="852"/>
                  <a:pt x="14905" y="807"/>
                  <a:pt x="14804" y="767"/>
                </a:cubicBezTo>
                <a:close/>
                <a:moveTo>
                  <a:pt x="6411" y="932"/>
                </a:moveTo>
                <a:cubicBezTo>
                  <a:pt x="6118" y="1062"/>
                  <a:pt x="5831" y="1206"/>
                  <a:pt x="5549" y="1363"/>
                </a:cubicBezTo>
                <a:lnTo>
                  <a:pt x="1362" y="5549"/>
                </a:lnTo>
                <a:cubicBezTo>
                  <a:pt x="1205" y="5832"/>
                  <a:pt x="1061" y="6119"/>
                  <a:pt x="931" y="6411"/>
                </a:cubicBezTo>
                <a:lnTo>
                  <a:pt x="6411" y="932"/>
                </a:lnTo>
                <a:close/>
                <a:moveTo>
                  <a:pt x="15470" y="1061"/>
                </a:moveTo>
                <a:lnTo>
                  <a:pt x="1060" y="15471"/>
                </a:lnTo>
                <a:cubicBezTo>
                  <a:pt x="1106" y="15567"/>
                  <a:pt x="1153" y="15664"/>
                  <a:pt x="1202" y="15759"/>
                </a:cubicBezTo>
                <a:lnTo>
                  <a:pt x="15759" y="1203"/>
                </a:lnTo>
                <a:cubicBezTo>
                  <a:pt x="15663" y="1153"/>
                  <a:pt x="15567" y="1107"/>
                  <a:pt x="15470" y="1061"/>
                </a:cubicBezTo>
                <a:close/>
                <a:moveTo>
                  <a:pt x="16103" y="1391"/>
                </a:moveTo>
                <a:lnTo>
                  <a:pt x="1391" y="16103"/>
                </a:lnTo>
                <a:cubicBezTo>
                  <a:pt x="1442" y="16194"/>
                  <a:pt x="1494" y="16285"/>
                  <a:pt x="1548" y="16375"/>
                </a:cubicBezTo>
                <a:lnTo>
                  <a:pt x="16375" y="1549"/>
                </a:lnTo>
                <a:cubicBezTo>
                  <a:pt x="16285" y="1495"/>
                  <a:pt x="16194" y="1442"/>
                  <a:pt x="16103" y="1391"/>
                </a:cubicBezTo>
                <a:close/>
                <a:moveTo>
                  <a:pt x="16703" y="1754"/>
                </a:moveTo>
                <a:lnTo>
                  <a:pt x="1753" y="16703"/>
                </a:lnTo>
                <a:cubicBezTo>
                  <a:pt x="1809" y="16788"/>
                  <a:pt x="1869" y="16872"/>
                  <a:pt x="1928" y="16956"/>
                </a:cubicBezTo>
                <a:lnTo>
                  <a:pt x="16956" y="1928"/>
                </a:lnTo>
                <a:cubicBezTo>
                  <a:pt x="16872" y="1869"/>
                  <a:pt x="16788" y="1810"/>
                  <a:pt x="16703" y="1754"/>
                </a:cubicBezTo>
                <a:close/>
                <a:moveTo>
                  <a:pt x="17267" y="2151"/>
                </a:moveTo>
                <a:lnTo>
                  <a:pt x="2151" y="17267"/>
                </a:lnTo>
                <a:cubicBezTo>
                  <a:pt x="2212" y="17349"/>
                  <a:pt x="2274" y="17430"/>
                  <a:pt x="2338" y="17510"/>
                </a:cubicBezTo>
                <a:lnTo>
                  <a:pt x="17510" y="2338"/>
                </a:lnTo>
                <a:cubicBezTo>
                  <a:pt x="17430" y="2275"/>
                  <a:pt x="17349" y="2212"/>
                  <a:pt x="17267" y="2151"/>
                </a:cubicBezTo>
                <a:close/>
                <a:moveTo>
                  <a:pt x="3805" y="2574"/>
                </a:moveTo>
                <a:cubicBezTo>
                  <a:pt x="3586" y="2761"/>
                  <a:pt x="3370" y="2956"/>
                  <a:pt x="3163" y="3163"/>
                </a:cubicBezTo>
                <a:cubicBezTo>
                  <a:pt x="2955" y="3371"/>
                  <a:pt x="2761" y="3586"/>
                  <a:pt x="2574" y="3806"/>
                </a:cubicBezTo>
                <a:lnTo>
                  <a:pt x="3805" y="2574"/>
                </a:lnTo>
                <a:close/>
                <a:moveTo>
                  <a:pt x="17801" y="2579"/>
                </a:moveTo>
                <a:lnTo>
                  <a:pt x="2579" y="17801"/>
                </a:lnTo>
                <a:cubicBezTo>
                  <a:pt x="2645" y="17878"/>
                  <a:pt x="2709" y="17957"/>
                  <a:pt x="2777" y="18032"/>
                </a:cubicBezTo>
                <a:lnTo>
                  <a:pt x="18032" y="2777"/>
                </a:lnTo>
                <a:cubicBezTo>
                  <a:pt x="17957" y="2709"/>
                  <a:pt x="17878" y="2645"/>
                  <a:pt x="17801" y="2579"/>
                </a:cubicBezTo>
                <a:close/>
                <a:moveTo>
                  <a:pt x="18304" y="3036"/>
                </a:moveTo>
                <a:lnTo>
                  <a:pt x="3036" y="18304"/>
                </a:lnTo>
                <a:cubicBezTo>
                  <a:pt x="3079" y="18349"/>
                  <a:pt x="3119" y="18394"/>
                  <a:pt x="3163" y="18438"/>
                </a:cubicBezTo>
                <a:cubicBezTo>
                  <a:pt x="3191" y="18466"/>
                  <a:pt x="3222" y="18492"/>
                  <a:pt x="3250" y="18521"/>
                </a:cubicBezTo>
                <a:lnTo>
                  <a:pt x="18521" y="3251"/>
                </a:lnTo>
                <a:cubicBezTo>
                  <a:pt x="18492" y="3222"/>
                  <a:pt x="18466" y="3192"/>
                  <a:pt x="18438" y="3163"/>
                </a:cubicBezTo>
                <a:cubicBezTo>
                  <a:pt x="18394" y="3119"/>
                  <a:pt x="18348" y="3079"/>
                  <a:pt x="18304" y="3036"/>
                </a:cubicBezTo>
                <a:close/>
                <a:moveTo>
                  <a:pt x="18781" y="3523"/>
                </a:moveTo>
                <a:lnTo>
                  <a:pt x="3522" y="18781"/>
                </a:lnTo>
                <a:cubicBezTo>
                  <a:pt x="3598" y="18850"/>
                  <a:pt x="3676" y="18915"/>
                  <a:pt x="3753" y="18982"/>
                </a:cubicBezTo>
                <a:lnTo>
                  <a:pt x="18982" y="3753"/>
                </a:lnTo>
                <a:cubicBezTo>
                  <a:pt x="18915" y="3676"/>
                  <a:pt x="18850" y="3598"/>
                  <a:pt x="18781" y="3523"/>
                </a:cubicBezTo>
                <a:close/>
                <a:moveTo>
                  <a:pt x="19224" y="4041"/>
                </a:moveTo>
                <a:lnTo>
                  <a:pt x="4041" y="19224"/>
                </a:lnTo>
                <a:cubicBezTo>
                  <a:pt x="4121" y="19289"/>
                  <a:pt x="4202" y="19350"/>
                  <a:pt x="4283" y="19412"/>
                </a:cubicBezTo>
                <a:lnTo>
                  <a:pt x="19412" y="4283"/>
                </a:lnTo>
                <a:cubicBezTo>
                  <a:pt x="19350" y="4202"/>
                  <a:pt x="19289" y="4121"/>
                  <a:pt x="19224" y="4041"/>
                </a:cubicBezTo>
                <a:close/>
                <a:moveTo>
                  <a:pt x="19637" y="4591"/>
                </a:moveTo>
                <a:lnTo>
                  <a:pt x="4591" y="19637"/>
                </a:lnTo>
                <a:cubicBezTo>
                  <a:pt x="4675" y="19696"/>
                  <a:pt x="4758" y="19757"/>
                  <a:pt x="4843" y="19813"/>
                </a:cubicBezTo>
                <a:lnTo>
                  <a:pt x="19813" y="4844"/>
                </a:lnTo>
                <a:cubicBezTo>
                  <a:pt x="19757" y="4758"/>
                  <a:pt x="19696" y="4675"/>
                  <a:pt x="19637" y="4591"/>
                </a:cubicBezTo>
                <a:close/>
                <a:moveTo>
                  <a:pt x="20019" y="5172"/>
                </a:moveTo>
                <a:lnTo>
                  <a:pt x="5172" y="20019"/>
                </a:lnTo>
                <a:cubicBezTo>
                  <a:pt x="5261" y="20073"/>
                  <a:pt x="5351" y="20126"/>
                  <a:pt x="5441" y="20178"/>
                </a:cubicBezTo>
                <a:lnTo>
                  <a:pt x="20178" y="5441"/>
                </a:lnTo>
                <a:cubicBezTo>
                  <a:pt x="20126" y="5351"/>
                  <a:pt x="20073" y="5261"/>
                  <a:pt x="20019" y="5172"/>
                </a:cubicBezTo>
                <a:close/>
                <a:moveTo>
                  <a:pt x="20369" y="5782"/>
                </a:moveTo>
                <a:lnTo>
                  <a:pt x="5782" y="20369"/>
                </a:lnTo>
                <a:cubicBezTo>
                  <a:pt x="5877" y="20419"/>
                  <a:pt x="5974" y="20463"/>
                  <a:pt x="6071" y="20510"/>
                </a:cubicBezTo>
                <a:lnTo>
                  <a:pt x="20510" y="6071"/>
                </a:lnTo>
                <a:cubicBezTo>
                  <a:pt x="20463" y="5975"/>
                  <a:pt x="20419" y="5878"/>
                  <a:pt x="20369" y="5782"/>
                </a:cubicBezTo>
                <a:close/>
                <a:moveTo>
                  <a:pt x="20679" y="6434"/>
                </a:moveTo>
                <a:lnTo>
                  <a:pt x="6434" y="20679"/>
                </a:lnTo>
                <a:cubicBezTo>
                  <a:pt x="6534" y="20723"/>
                  <a:pt x="6633" y="20769"/>
                  <a:pt x="6734" y="20809"/>
                </a:cubicBezTo>
                <a:lnTo>
                  <a:pt x="20809" y="6735"/>
                </a:lnTo>
                <a:cubicBezTo>
                  <a:pt x="20769" y="6634"/>
                  <a:pt x="20723" y="6534"/>
                  <a:pt x="20679" y="6434"/>
                </a:cubicBezTo>
                <a:close/>
                <a:moveTo>
                  <a:pt x="20956" y="7121"/>
                </a:moveTo>
                <a:lnTo>
                  <a:pt x="7120" y="20956"/>
                </a:lnTo>
                <a:cubicBezTo>
                  <a:pt x="7226" y="20994"/>
                  <a:pt x="7333" y="21030"/>
                  <a:pt x="7439" y="21065"/>
                </a:cubicBezTo>
                <a:lnTo>
                  <a:pt x="21065" y="7439"/>
                </a:lnTo>
                <a:cubicBezTo>
                  <a:pt x="21030" y="7333"/>
                  <a:pt x="20994" y="7226"/>
                  <a:pt x="20956" y="7121"/>
                </a:cubicBezTo>
                <a:close/>
                <a:moveTo>
                  <a:pt x="21190" y="7848"/>
                </a:moveTo>
                <a:lnTo>
                  <a:pt x="7848" y="21190"/>
                </a:lnTo>
                <a:cubicBezTo>
                  <a:pt x="7960" y="21221"/>
                  <a:pt x="8073" y="21252"/>
                  <a:pt x="8186" y="21280"/>
                </a:cubicBezTo>
                <a:lnTo>
                  <a:pt x="21280" y="8186"/>
                </a:lnTo>
                <a:cubicBezTo>
                  <a:pt x="21252" y="8073"/>
                  <a:pt x="21221" y="7960"/>
                  <a:pt x="21190" y="7848"/>
                </a:cubicBezTo>
                <a:close/>
                <a:moveTo>
                  <a:pt x="21378" y="8623"/>
                </a:moveTo>
                <a:lnTo>
                  <a:pt x="8623" y="21378"/>
                </a:lnTo>
                <a:cubicBezTo>
                  <a:pt x="8743" y="21402"/>
                  <a:pt x="8863" y="21424"/>
                  <a:pt x="8984" y="21445"/>
                </a:cubicBezTo>
                <a:lnTo>
                  <a:pt x="21445" y="8984"/>
                </a:lnTo>
                <a:cubicBezTo>
                  <a:pt x="21424" y="8864"/>
                  <a:pt x="21402" y="8743"/>
                  <a:pt x="21378" y="8623"/>
                </a:cubicBezTo>
                <a:close/>
                <a:moveTo>
                  <a:pt x="21514" y="9448"/>
                </a:moveTo>
                <a:lnTo>
                  <a:pt x="9447" y="21514"/>
                </a:lnTo>
                <a:cubicBezTo>
                  <a:pt x="9576" y="21530"/>
                  <a:pt x="9704" y="21546"/>
                  <a:pt x="9833" y="21557"/>
                </a:cubicBezTo>
                <a:lnTo>
                  <a:pt x="21557" y="9834"/>
                </a:lnTo>
                <a:cubicBezTo>
                  <a:pt x="21546" y="9705"/>
                  <a:pt x="21530" y="9576"/>
                  <a:pt x="21514" y="9448"/>
                </a:cubicBezTo>
                <a:close/>
                <a:moveTo>
                  <a:pt x="21590" y="10333"/>
                </a:moveTo>
                <a:lnTo>
                  <a:pt x="10332" y="21590"/>
                </a:lnTo>
                <a:cubicBezTo>
                  <a:pt x="10473" y="21596"/>
                  <a:pt x="10613" y="21599"/>
                  <a:pt x="10753" y="21600"/>
                </a:cubicBezTo>
                <a:lnTo>
                  <a:pt x="21600" y="10754"/>
                </a:lnTo>
                <a:cubicBezTo>
                  <a:pt x="21599" y="10613"/>
                  <a:pt x="21596" y="10473"/>
                  <a:pt x="21590" y="10333"/>
                </a:cubicBezTo>
                <a:close/>
                <a:moveTo>
                  <a:pt x="21590" y="11296"/>
                </a:moveTo>
                <a:lnTo>
                  <a:pt x="11295" y="21590"/>
                </a:lnTo>
                <a:cubicBezTo>
                  <a:pt x="11449" y="21583"/>
                  <a:pt x="11603" y="21572"/>
                  <a:pt x="11757" y="21558"/>
                </a:cubicBezTo>
                <a:lnTo>
                  <a:pt x="21558" y="11757"/>
                </a:lnTo>
                <a:cubicBezTo>
                  <a:pt x="21572" y="11603"/>
                  <a:pt x="21583" y="11450"/>
                  <a:pt x="21590" y="11296"/>
                </a:cubicBezTo>
                <a:close/>
                <a:moveTo>
                  <a:pt x="21489" y="12358"/>
                </a:moveTo>
                <a:lnTo>
                  <a:pt x="12358" y="21489"/>
                </a:lnTo>
                <a:cubicBezTo>
                  <a:pt x="12531" y="21464"/>
                  <a:pt x="12703" y="21434"/>
                  <a:pt x="12876" y="21400"/>
                </a:cubicBezTo>
                <a:lnTo>
                  <a:pt x="21400" y="12876"/>
                </a:lnTo>
                <a:cubicBezTo>
                  <a:pt x="21434" y="12704"/>
                  <a:pt x="21464" y="12531"/>
                  <a:pt x="21489" y="12358"/>
                </a:cubicBezTo>
                <a:close/>
                <a:moveTo>
                  <a:pt x="21239" y="13569"/>
                </a:moveTo>
                <a:lnTo>
                  <a:pt x="13569" y="21239"/>
                </a:lnTo>
                <a:cubicBezTo>
                  <a:pt x="13774" y="21185"/>
                  <a:pt x="13978" y="21125"/>
                  <a:pt x="14181" y="21058"/>
                </a:cubicBezTo>
                <a:lnTo>
                  <a:pt x="21058" y="14181"/>
                </a:lnTo>
                <a:cubicBezTo>
                  <a:pt x="21125" y="13978"/>
                  <a:pt x="21185" y="13774"/>
                  <a:pt x="21239" y="13569"/>
                </a:cubicBezTo>
                <a:close/>
                <a:moveTo>
                  <a:pt x="20736" y="15035"/>
                </a:moveTo>
                <a:lnTo>
                  <a:pt x="15035" y="20736"/>
                </a:lnTo>
                <a:cubicBezTo>
                  <a:pt x="15310" y="20619"/>
                  <a:pt x="15581" y="20493"/>
                  <a:pt x="15848" y="20352"/>
                </a:cubicBezTo>
                <a:lnTo>
                  <a:pt x="20352" y="15848"/>
                </a:lnTo>
                <a:cubicBezTo>
                  <a:pt x="20493" y="15581"/>
                  <a:pt x="20619" y="15310"/>
                  <a:pt x="20736" y="15035"/>
                </a:cubicBezTo>
                <a:close/>
                <a:moveTo>
                  <a:pt x="19400" y="17332"/>
                </a:moveTo>
                <a:lnTo>
                  <a:pt x="17332" y="19400"/>
                </a:lnTo>
                <a:cubicBezTo>
                  <a:pt x="17716" y="19108"/>
                  <a:pt x="18087" y="18789"/>
                  <a:pt x="18438" y="18438"/>
                </a:cubicBezTo>
                <a:cubicBezTo>
                  <a:pt x="18788" y="18087"/>
                  <a:pt x="19107" y="17716"/>
                  <a:pt x="19400" y="17332"/>
                </a:cubicBezTo>
                <a:close/>
              </a:path>
            </a:pathLst>
          </a:custGeom>
          <a:solidFill>
            <a:schemeClr val="accent4"/>
          </a:solidFill>
          <a:ln w="12700">
            <a:miter lim="400000"/>
          </a:ln>
        </p:spPr>
        <p:txBody>
          <a:bodyPr lIns="0" tIns="0" rIns="0" bIns="0" anchor="ctr"/>
          <a:lstStyle/>
          <a:p>
            <a:pPr marL="0" marR="0" lvl="0" indent="0" algn="ctr" defTabSz="8255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 kumimoji="0" sz="32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Helvetica Neue Medium"/>
              <a:sym typeface="Helvetica Neue Medium"/>
            </a:endParaRPr>
          </a:p>
        </p:txBody>
      </p:sp>
      <p:sp>
        <p:nvSpPr>
          <p:cNvPr id="218" name="Shape">
            <a:extLst>
              <a:ext uri="{FF2B5EF4-FFF2-40B4-BE49-F238E27FC236}">
                <a16:creationId xmlns:a16="http://schemas.microsoft.com/office/drawing/2014/main" id="{C5357642-63FB-41C4-2FA2-999A069CB058}"/>
              </a:ext>
            </a:extLst>
          </p:cNvPr>
          <p:cNvSpPr/>
          <p:nvPr/>
        </p:nvSpPr>
        <p:spPr>
          <a:xfrm>
            <a:off x="1688166" y="791392"/>
            <a:ext cx="7163901" cy="716420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800" y="0"/>
                </a:moveTo>
                <a:cubicBezTo>
                  <a:pt x="10787" y="0"/>
                  <a:pt x="10773" y="1"/>
                  <a:pt x="10759" y="1"/>
                </a:cubicBezTo>
                <a:lnTo>
                  <a:pt x="1" y="10760"/>
                </a:lnTo>
                <a:cubicBezTo>
                  <a:pt x="0" y="10900"/>
                  <a:pt x="3" y="11040"/>
                  <a:pt x="8" y="11181"/>
                </a:cubicBezTo>
                <a:lnTo>
                  <a:pt x="11180" y="9"/>
                </a:lnTo>
                <a:cubicBezTo>
                  <a:pt x="11054" y="4"/>
                  <a:pt x="10927" y="0"/>
                  <a:pt x="10800" y="0"/>
                </a:cubicBezTo>
                <a:close/>
                <a:moveTo>
                  <a:pt x="10211" y="17"/>
                </a:moveTo>
                <a:cubicBezTo>
                  <a:pt x="10057" y="25"/>
                  <a:pt x="9903" y="36"/>
                  <a:pt x="9748" y="51"/>
                </a:cubicBezTo>
                <a:lnTo>
                  <a:pt x="50" y="9749"/>
                </a:lnTo>
                <a:cubicBezTo>
                  <a:pt x="35" y="9903"/>
                  <a:pt x="25" y="10057"/>
                  <a:pt x="16" y="10212"/>
                </a:cubicBezTo>
                <a:lnTo>
                  <a:pt x="10211" y="17"/>
                </a:lnTo>
                <a:close/>
                <a:moveTo>
                  <a:pt x="11683" y="38"/>
                </a:moveTo>
                <a:lnTo>
                  <a:pt x="38" y="11684"/>
                </a:lnTo>
                <a:cubicBezTo>
                  <a:pt x="48" y="11814"/>
                  <a:pt x="62" y="11944"/>
                  <a:pt x="78" y="12075"/>
                </a:cubicBezTo>
                <a:lnTo>
                  <a:pt x="12074" y="78"/>
                </a:lnTo>
                <a:cubicBezTo>
                  <a:pt x="11944" y="63"/>
                  <a:pt x="11814" y="49"/>
                  <a:pt x="11683" y="38"/>
                </a:cubicBezTo>
                <a:close/>
                <a:moveTo>
                  <a:pt x="9136" y="131"/>
                </a:moveTo>
                <a:cubicBezTo>
                  <a:pt x="8960" y="158"/>
                  <a:pt x="8786" y="190"/>
                  <a:pt x="8611" y="226"/>
                </a:cubicBezTo>
                <a:lnTo>
                  <a:pt x="226" y="8611"/>
                </a:lnTo>
                <a:cubicBezTo>
                  <a:pt x="190" y="8786"/>
                  <a:pt x="157" y="8961"/>
                  <a:pt x="130" y="9137"/>
                </a:cubicBezTo>
                <a:lnTo>
                  <a:pt x="9136" y="131"/>
                </a:lnTo>
                <a:close/>
                <a:moveTo>
                  <a:pt x="12541" y="143"/>
                </a:moveTo>
                <a:lnTo>
                  <a:pt x="143" y="12541"/>
                </a:lnTo>
                <a:cubicBezTo>
                  <a:pt x="163" y="12663"/>
                  <a:pt x="183" y="12785"/>
                  <a:pt x="207" y="12906"/>
                </a:cubicBezTo>
                <a:lnTo>
                  <a:pt x="12906" y="208"/>
                </a:lnTo>
                <a:cubicBezTo>
                  <a:pt x="12785" y="184"/>
                  <a:pt x="12663" y="163"/>
                  <a:pt x="12541" y="143"/>
                </a:cubicBezTo>
                <a:close/>
                <a:moveTo>
                  <a:pt x="13343" y="303"/>
                </a:moveTo>
                <a:lnTo>
                  <a:pt x="303" y="13343"/>
                </a:lnTo>
                <a:cubicBezTo>
                  <a:pt x="330" y="13456"/>
                  <a:pt x="361" y="13569"/>
                  <a:pt x="392" y="13682"/>
                </a:cubicBezTo>
                <a:lnTo>
                  <a:pt x="13682" y="393"/>
                </a:lnTo>
                <a:cubicBezTo>
                  <a:pt x="13569" y="362"/>
                  <a:pt x="13456" y="331"/>
                  <a:pt x="13343" y="303"/>
                </a:cubicBezTo>
                <a:close/>
                <a:moveTo>
                  <a:pt x="7909" y="395"/>
                </a:moveTo>
                <a:cubicBezTo>
                  <a:pt x="7701" y="452"/>
                  <a:pt x="7495" y="515"/>
                  <a:pt x="7290" y="585"/>
                </a:cubicBezTo>
                <a:lnTo>
                  <a:pt x="584" y="7290"/>
                </a:lnTo>
                <a:cubicBezTo>
                  <a:pt x="514" y="7495"/>
                  <a:pt x="452" y="7702"/>
                  <a:pt x="394" y="7909"/>
                </a:cubicBezTo>
                <a:lnTo>
                  <a:pt x="7909" y="395"/>
                </a:lnTo>
                <a:close/>
                <a:moveTo>
                  <a:pt x="14094" y="515"/>
                </a:moveTo>
                <a:lnTo>
                  <a:pt x="514" y="14094"/>
                </a:lnTo>
                <a:cubicBezTo>
                  <a:pt x="549" y="14202"/>
                  <a:pt x="583" y="14310"/>
                  <a:pt x="620" y="14417"/>
                </a:cubicBezTo>
                <a:lnTo>
                  <a:pt x="14417" y="621"/>
                </a:lnTo>
                <a:cubicBezTo>
                  <a:pt x="14310" y="583"/>
                  <a:pt x="14202" y="549"/>
                  <a:pt x="14094" y="515"/>
                </a:cubicBezTo>
                <a:close/>
                <a:moveTo>
                  <a:pt x="14804" y="767"/>
                </a:moveTo>
                <a:lnTo>
                  <a:pt x="767" y="14804"/>
                </a:lnTo>
                <a:cubicBezTo>
                  <a:pt x="807" y="14905"/>
                  <a:pt x="851" y="15004"/>
                  <a:pt x="894" y="15104"/>
                </a:cubicBezTo>
                <a:lnTo>
                  <a:pt x="15104" y="895"/>
                </a:lnTo>
                <a:cubicBezTo>
                  <a:pt x="15004" y="852"/>
                  <a:pt x="14905" y="807"/>
                  <a:pt x="14804" y="767"/>
                </a:cubicBezTo>
                <a:close/>
                <a:moveTo>
                  <a:pt x="6411" y="932"/>
                </a:moveTo>
                <a:cubicBezTo>
                  <a:pt x="6118" y="1062"/>
                  <a:pt x="5831" y="1206"/>
                  <a:pt x="5549" y="1363"/>
                </a:cubicBezTo>
                <a:lnTo>
                  <a:pt x="1362" y="5549"/>
                </a:lnTo>
                <a:cubicBezTo>
                  <a:pt x="1205" y="5832"/>
                  <a:pt x="1061" y="6119"/>
                  <a:pt x="931" y="6411"/>
                </a:cubicBezTo>
                <a:lnTo>
                  <a:pt x="6411" y="932"/>
                </a:lnTo>
                <a:close/>
                <a:moveTo>
                  <a:pt x="15470" y="1061"/>
                </a:moveTo>
                <a:lnTo>
                  <a:pt x="1060" y="15471"/>
                </a:lnTo>
                <a:cubicBezTo>
                  <a:pt x="1106" y="15567"/>
                  <a:pt x="1153" y="15664"/>
                  <a:pt x="1202" y="15759"/>
                </a:cubicBezTo>
                <a:lnTo>
                  <a:pt x="15759" y="1203"/>
                </a:lnTo>
                <a:cubicBezTo>
                  <a:pt x="15663" y="1153"/>
                  <a:pt x="15567" y="1107"/>
                  <a:pt x="15470" y="1061"/>
                </a:cubicBezTo>
                <a:close/>
                <a:moveTo>
                  <a:pt x="16103" y="1391"/>
                </a:moveTo>
                <a:lnTo>
                  <a:pt x="1391" y="16103"/>
                </a:lnTo>
                <a:cubicBezTo>
                  <a:pt x="1442" y="16194"/>
                  <a:pt x="1494" y="16285"/>
                  <a:pt x="1548" y="16375"/>
                </a:cubicBezTo>
                <a:lnTo>
                  <a:pt x="16375" y="1549"/>
                </a:lnTo>
                <a:cubicBezTo>
                  <a:pt x="16285" y="1495"/>
                  <a:pt x="16194" y="1442"/>
                  <a:pt x="16103" y="1391"/>
                </a:cubicBezTo>
                <a:close/>
                <a:moveTo>
                  <a:pt x="16703" y="1754"/>
                </a:moveTo>
                <a:lnTo>
                  <a:pt x="1753" y="16703"/>
                </a:lnTo>
                <a:cubicBezTo>
                  <a:pt x="1809" y="16788"/>
                  <a:pt x="1869" y="16872"/>
                  <a:pt x="1928" y="16956"/>
                </a:cubicBezTo>
                <a:lnTo>
                  <a:pt x="16956" y="1928"/>
                </a:lnTo>
                <a:cubicBezTo>
                  <a:pt x="16872" y="1869"/>
                  <a:pt x="16788" y="1810"/>
                  <a:pt x="16703" y="1754"/>
                </a:cubicBezTo>
                <a:close/>
                <a:moveTo>
                  <a:pt x="17267" y="2151"/>
                </a:moveTo>
                <a:lnTo>
                  <a:pt x="2151" y="17267"/>
                </a:lnTo>
                <a:cubicBezTo>
                  <a:pt x="2212" y="17349"/>
                  <a:pt x="2274" y="17430"/>
                  <a:pt x="2338" y="17510"/>
                </a:cubicBezTo>
                <a:lnTo>
                  <a:pt x="17510" y="2338"/>
                </a:lnTo>
                <a:cubicBezTo>
                  <a:pt x="17430" y="2275"/>
                  <a:pt x="17349" y="2212"/>
                  <a:pt x="17267" y="2151"/>
                </a:cubicBezTo>
                <a:close/>
                <a:moveTo>
                  <a:pt x="3805" y="2574"/>
                </a:moveTo>
                <a:cubicBezTo>
                  <a:pt x="3586" y="2761"/>
                  <a:pt x="3370" y="2956"/>
                  <a:pt x="3163" y="3163"/>
                </a:cubicBezTo>
                <a:cubicBezTo>
                  <a:pt x="2955" y="3371"/>
                  <a:pt x="2761" y="3586"/>
                  <a:pt x="2574" y="3806"/>
                </a:cubicBezTo>
                <a:lnTo>
                  <a:pt x="3805" y="2574"/>
                </a:lnTo>
                <a:close/>
                <a:moveTo>
                  <a:pt x="17801" y="2579"/>
                </a:moveTo>
                <a:lnTo>
                  <a:pt x="2579" y="17801"/>
                </a:lnTo>
                <a:cubicBezTo>
                  <a:pt x="2645" y="17878"/>
                  <a:pt x="2709" y="17957"/>
                  <a:pt x="2777" y="18032"/>
                </a:cubicBezTo>
                <a:lnTo>
                  <a:pt x="18032" y="2777"/>
                </a:lnTo>
                <a:cubicBezTo>
                  <a:pt x="17957" y="2709"/>
                  <a:pt x="17878" y="2645"/>
                  <a:pt x="17801" y="2579"/>
                </a:cubicBezTo>
                <a:close/>
                <a:moveTo>
                  <a:pt x="18304" y="3036"/>
                </a:moveTo>
                <a:lnTo>
                  <a:pt x="3036" y="18304"/>
                </a:lnTo>
                <a:cubicBezTo>
                  <a:pt x="3079" y="18349"/>
                  <a:pt x="3119" y="18394"/>
                  <a:pt x="3163" y="18438"/>
                </a:cubicBezTo>
                <a:cubicBezTo>
                  <a:pt x="3191" y="18466"/>
                  <a:pt x="3222" y="18492"/>
                  <a:pt x="3250" y="18521"/>
                </a:cubicBezTo>
                <a:lnTo>
                  <a:pt x="18521" y="3251"/>
                </a:lnTo>
                <a:cubicBezTo>
                  <a:pt x="18492" y="3222"/>
                  <a:pt x="18466" y="3192"/>
                  <a:pt x="18438" y="3163"/>
                </a:cubicBezTo>
                <a:cubicBezTo>
                  <a:pt x="18394" y="3119"/>
                  <a:pt x="18348" y="3079"/>
                  <a:pt x="18304" y="3036"/>
                </a:cubicBezTo>
                <a:close/>
                <a:moveTo>
                  <a:pt x="18781" y="3523"/>
                </a:moveTo>
                <a:lnTo>
                  <a:pt x="3522" y="18781"/>
                </a:lnTo>
                <a:cubicBezTo>
                  <a:pt x="3598" y="18850"/>
                  <a:pt x="3676" y="18915"/>
                  <a:pt x="3753" y="18982"/>
                </a:cubicBezTo>
                <a:lnTo>
                  <a:pt x="18982" y="3753"/>
                </a:lnTo>
                <a:cubicBezTo>
                  <a:pt x="18915" y="3676"/>
                  <a:pt x="18850" y="3598"/>
                  <a:pt x="18781" y="3523"/>
                </a:cubicBezTo>
                <a:close/>
                <a:moveTo>
                  <a:pt x="19224" y="4041"/>
                </a:moveTo>
                <a:lnTo>
                  <a:pt x="4041" y="19224"/>
                </a:lnTo>
                <a:cubicBezTo>
                  <a:pt x="4121" y="19289"/>
                  <a:pt x="4202" y="19350"/>
                  <a:pt x="4283" y="19412"/>
                </a:cubicBezTo>
                <a:lnTo>
                  <a:pt x="19412" y="4283"/>
                </a:lnTo>
                <a:cubicBezTo>
                  <a:pt x="19350" y="4202"/>
                  <a:pt x="19289" y="4121"/>
                  <a:pt x="19224" y="4041"/>
                </a:cubicBezTo>
                <a:close/>
                <a:moveTo>
                  <a:pt x="19637" y="4591"/>
                </a:moveTo>
                <a:lnTo>
                  <a:pt x="4591" y="19637"/>
                </a:lnTo>
                <a:cubicBezTo>
                  <a:pt x="4675" y="19696"/>
                  <a:pt x="4758" y="19757"/>
                  <a:pt x="4843" y="19813"/>
                </a:cubicBezTo>
                <a:lnTo>
                  <a:pt x="19813" y="4844"/>
                </a:lnTo>
                <a:cubicBezTo>
                  <a:pt x="19757" y="4758"/>
                  <a:pt x="19696" y="4675"/>
                  <a:pt x="19637" y="4591"/>
                </a:cubicBezTo>
                <a:close/>
                <a:moveTo>
                  <a:pt x="20019" y="5172"/>
                </a:moveTo>
                <a:lnTo>
                  <a:pt x="5172" y="20019"/>
                </a:lnTo>
                <a:cubicBezTo>
                  <a:pt x="5261" y="20073"/>
                  <a:pt x="5351" y="20126"/>
                  <a:pt x="5441" y="20178"/>
                </a:cubicBezTo>
                <a:lnTo>
                  <a:pt x="20178" y="5441"/>
                </a:lnTo>
                <a:cubicBezTo>
                  <a:pt x="20126" y="5351"/>
                  <a:pt x="20073" y="5261"/>
                  <a:pt x="20019" y="5172"/>
                </a:cubicBezTo>
                <a:close/>
                <a:moveTo>
                  <a:pt x="20369" y="5782"/>
                </a:moveTo>
                <a:lnTo>
                  <a:pt x="5782" y="20369"/>
                </a:lnTo>
                <a:cubicBezTo>
                  <a:pt x="5877" y="20419"/>
                  <a:pt x="5974" y="20463"/>
                  <a:pt x="6071" y="20510"/>
                </a:cubicBezTo>
                <a:lnTo>
                  <a:pt x="20510" y="6071"/>
                </a:lnTo>
                <a:cubicBezTo>
                  <a:pt x="20463" y="5975"/>
                  <a:pt x="20419" y="5878"/>
                  <a:pt x="20369" y="5782"/>
                </a:cubicBezTo>
                <a:close/>
                <a:moveTo>
                  <a:pt x="20679" y="6434"/>
                </a:moveTo>
                <a:lnTo>
                  <a:pt x="6434" y="20679"/>
                </a:lnTo>
                <a:cubicBezTo>
                  <a:pt x="6534" y="20723"/>
                  <a:pt x="6633" y="20769"/>
                  <a:pt x="6734" y="20809"/>
                </a:cubicBezTo>
                <a:lnTo>
                  <a:pt x="20809" y="6735"/>
                </a:lnTo>
                <a:cubicBezTo>
                  <a:pt x="20769" y="6634"/>
                  <a:pt x="20723" y="6534"/>
                  <a:pt x="20679" y="6434"/>
                </a:cubicBezTo>
                <a:close/>
                <a:moveTo>
                  <a:pt x="20956" y="7121"/>
                </a:moveTo>
                <a:lnTo>
                  <a:pt x="7120" y="20956"/>
                </a:lnTo>
                <a:cubicBezTo>
                  <a:pt x="7226" y="20994"/>
                  <a:pt x="7333" y="21030"/>
                  <a:pt x="7439" y="21065"/>
                </a:cubicBezTo>
                <a:lnTo>
                  <a:pt x="21065" y="7439"/>
                </a:lnTo>
                <a:cubicBezTo>
                  <a:pt x="21030" y="7333"/>
                  <a:pt x="20994" y="7226"/>
                  <a:pt x="20956" y="7121"/>
                </a:cubicBezTo>
                <a:close/>
                <a:moveTo>
                  <a:pt x="21190" y="7848"/>
                </a:moveTo>
                <a:lnTo>
                  <a:pt x="7848" y="21190"/>
                </a:lnTo>
                <a:cubicBezTo>
                  <a:pt x="7960" y="21221"/>
                  <a:pt x="8073" y="21252"/>
                  <a:pt x="8186" y="21280"/>
                </a:cubicBezTo>
                <a:lnTo>
                  <a:pt x="21280" y="8186"/>
                </a:lnTo>
                <a:cubicBezTo>
                  <a:pt x="21252" y="8073"/>
                  <a:pt x="21221" y="7960"/>
                  <a:pt x="21190" y="7848"/>
                </a:cubicBezTo>
                <a:close/>
                <a:moveTo>
                  <a:pt x="21378" y="8623"/>
                </a:moveTo>
                <a:lnTo>
                  <a:pt x="8623" y="21378"/>
                </a:lnTo>
                <a:cubicBezTo>
                  <a:pt x="8743" y="21402"/>
                  <a:pt x="8863" y="21424"/>
                  <a:pt x="8984" y="21445"/>
                </a:cubicBezTo>
                <a:lnTo>
                  <a:pt x="21445" y="8984"/>
                </a:lnTo>
                <a:cubicBezTo>
                  <a:pt x="21424" y="8864"/>
                  <a:pt x="21402" y="8743"/>
                  <a:pt x="21378" y="8623"/>
                </a:cubicBezTo>
                <a:close/>
                <a:moveTo>
                  <a:pt x="21514" y="9448"/>
                </a:moveTo>
                <a:lnTo>
                  <a:pt x="9447" y="21514"/>
                </a:lnTo>
                <a:cubicBezTo>
                  <a:pt x="9576" y="21530"/>
                  <a:pt x="9704" y="21546"/>
                  <a:pt x="9833" y="21557"/>
                </a:cubicBezTo>
                <a:lnTo>
                  <a:pt x="21557" y="9834"/>
                </a:lnTo>
                <a:cubicBezTo>
                  <a:pt x="21546" y="9705"/>
                  <a:pt x="21530" y="9576"/>
                  <a:pt x="21514" y="9448"/>
                </a:cubicBezTo>
                <a:close/>
                <a:moveTo>
                  <a:pt x="21590" y="10333"/>
                </a:moveTo>
                <a:lnTo>
                  <a:pt x="10332" y="21590"/>
                </a:lnTo>
                <a:cubicBezTo>
                  <a:pt x="10473" y="21596"/>
                  <a:pt x="10613" y="21599"/>
                  <a:pt x="10753" y="21600"/>
                </a:cubicBezTo>
                <a:lnTo>
                  <a:pt x="21600" y="10754"/>
                </a:lnTo>
                <a:cubicBezTo>
                  <a:pt x="21599" y="10613"/>
                  <a:pt x="21596" y="10473"/>
                  <a:pt x="21590" y="10333"/>
                </a:cubicBezTo>
                <a:close/>
                <a:moveTo>
                  <a:pt x="21590" y="11296"/>
                </a:moveTo>
                <a:lnTo>
                  <a:pt x="11295" y="21590"/>
                </a:lnTo>
                <a:cubicBezTo>
                  <a:pt x="11449" y="21583"/>
                  <a:pt x="11603" y="21572"/>
                  <a:pt x="11757" y="21558"/>
                </a:cubicBezTo>
                <a:lnTo>
                  <a:pt x="21558" y="11757"/>
                </a:lnTo>
                <a:cubicBezTo>
                  <a:pt x="21572" y="11603"/>
                  <a:pt x="21583" y="11450"/>
                  <a:pt x="21590" y="11296"/>
                </a:cubicBezTo>
                <a:close/>
                <a:moveTo>
                  <a:pt x="21489" y="12358"/>
                </a:moveTo>
                <a:lnTo>
                  <a:pt x="12358" y="21489"/>
                </a:lnTo>
                <a:cubicBezTo>
                  <a:pt x="12531" y="21464"/>
                  <a:pt x="12703" y="21434"/>
                  <a:pt x="12876" y="21400"/>
                </a:cubicBezTo>
                <a:lnTo>
                  <a:pt x="21400" y="12876"/>
                </a:lnTo>
                <a:cubicBezTo>
                  <a:pt x="21434" y="12704"/>
                  <a:pt x="21464" y="12531"/>
                  <a:pt x="21489" y="12358"/>
                </a:cubicBezTo>
                <a:close/>
                <a:moveTo>
                  <a:pt x="21239" y="13569"/>
                </a:moveTo>
                <a:lnTo>
                  <a:pt x="13569" y="21239"/>
                </a:lnTo>
                <a:cubicBezTo>
                  <a:pt x="13774" y="21185"/>
                  <a:pt x="13978" y="21125"/>
                  <a:pt x="14181" y="21058"/>
                </a:cubicBezTo>
                <a:lnTo>
                  <a:pt x="21058" y="14181"/>
                </a:lnTo>
                <a:cubicBezTo>
                  <a:pt x="21125" y="13978"/>
                  <a:pt x="21185" y="13774"/>
                  <a:pt x="21239" y="13569"/>
                </a:cubicBezTo>
                <a:close/>
                <a:moveTo>
                  <a:pt x="20736" y="15035"/>
                </a:moveTo>
                <a:lnTo>
                  <a:pt x="15035" y="20736"/>
                </a:lnTo>
                <a:cubicBezTo>
                  <a:pt x="15310" y="20619"/>
                  <a:pt x="15581" y="20493"/>
                  <a:pt x="15848" y="20352"/>
                </a:cubicBezTo>
                <a:lnTo>
                  <a:pt x="20352" y="15848"/>
                </a:lnTo>
                <a:cubicBezTo>
                  <a:pt x="20493" y="15581"/>
                  <a:pt x="20619" y="15310"/>
                  <a:pt x="20736" y="15035"/>
                </a:cubicBezTo>
                <a:close/>
                <a:moveTo>
                  <a:pt x="19400" y="17332"/>
                </a:moveTo>
                <a:lnTo>
                  <a:pt x="17332" y="19400"/>
                </a:lnTo>
                <a:cubicBezTo>
                  <a:pt x="17716" y="19108"/>
                  <a:pt x="18087" y="18789"/>
                  <a:pt x="18438" y="18438"/>
                </a:cubicBezTo>
                <a:cubicBezTo>
                  <a:pt x="18788" y="18087"/>
                  <a:pt x="19107" y="17716"/>
                  <a:pt x="19400" y="17332"/>
                </a:cubicBezTo>
                <a:close/>
              </a:path>
            </a:pathLst>
          </a:custGeom>
          <a:solidFill>
            <a:schemeClr val="accent4"/>
          </a:solidFill>
          <a:ln w="12700">
            <a:miter lim="400000"/>
          </a:ln>
        </p:spPr>
        <p:txBody>
          <a:bodyPr lIns="0" tIns="0" rIns="0" bIns="0" anchor="ctr"/>
          <a:lstStyle/>
          <a:p>
            <a:pPr marL="0" marR="0" lvl="0" indent="0" algn="ctr" defTabSz="8255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 kumimoji="0" sz="32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Helvetica Neue Medium"/>
              <a:sym typeface="Helvetica Neue Medium"/>
            </a:endParaRPr>
          </a:p>
        </p:txBody>
      </p:sp>
      <p:sp>
        <p:nvSpPr>
          <p:cNvPr id="219" name="Shape">
            <a:extLst>
              <a:ext uri="{FF2B5EF4-FFF2-40B4-BE49-F238E27FC236}">
                <a16:creationId xmlns:a16="http://schemas.microsoft.com/office/drawing/2014/main" id="{1CABC353-6C50-6C09-2843-7257EC56480E}"/>
              </a:ext>
            </a:extLst>
          </p:cNvPr>
          <p:cNvSpPr/>
          <p:nvPr/>
        </p:nvSpPr>
        <p:spPr>
          <a:xfrm>
            <a:off x="11727838" y="12253507"/>
            <a:ext cx="4276957" cy="427713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800" y="0"/>
                </a:moveTo>
                <a:cubicBezTo>
                  <a:pt x="10787" y="0"/>
                  <a:pt x="10773" y="1"/>
                  <a:pt x="10759" y="1"/>
                </a:cubicBezTo>
                <a:lnTo>
                  <a:pt x="1" y="10760"/>
                </a:lnTo>
                <a:cubicBezTo>
                  <a:pt x="0" y="10900"/>
                  <a:pt x="3" y="11040"/>
                  <a:pt x="8" y="11181"/>
                </a:cubicBezTo>
                <a:lnTo>
                  <a:pt x="11180" y="9"/>
                </a:lnTo>
                <a:cubicBezTo>
                  <a:pt x="11054" y="4"/>
                  <a:pt x="10927" y="0"/>
                  <a:pt x="10800" y="0"/>
                </a:cubicBezTo>
                <a:close/>
                <a:moveTo>
                  <a:pt x="10211" y="17"/>
                </a:moveTo>
                <a:cubicBezTo>
                  <a:pt x="10057" y="25"/>
                  <a:pt x="9903" y="36"/>
                  <a:pt x="9748" y="51"/>
                </a:cubicBezTo>
                <a:lnTo>
                  <a:pt x="50" y="9749"/>
                </a:lnTo>
                <a:cubicBezTo>
                  <a:pt x="35" y="9903"/>
                  <a:pt x="25" y="10057"/>
                  <a:pt x="16" y="10212"/>
                </a:cubicBezTo>
                <a:lnTo>
                  <a:pt x="10211" y="17"/>
                </a:lnTo>
                <a:close/>
                <a:moveTo>
                  <a:pt x="11683" y="38"/>
                </a:moveTo>
                <a:lnTo>
                  <a:pt x="38" y="11684"/>
                </a:lnTo>
                <a:cubicBezTo>
                  <a:pt x="48" y="11814"/>
                  <a:pt x="62" y="11944"/>
                  <a:pt x="78" y="12075"/>
                </a:cubicBezTo>
                <a:lnTo>
                  <a:pt x="12074" y="78"/>
                </a:lnTo>
                <a:cubicBezTo>
                  <a:pt x="11944" y="63"/>
                  <a:pt x="11814" y="49"/>
                  <a:pt x="11683" y="38"/>
                </a:cubicBezTo>
                <a:close/>
                <a:moveTo>
                  <a:pt x="9136" y="131"/>
                </a:moveTo>
                <a:cubicBezTo>
                  <a:pt x="8960" y="158"/>
                  <a:pt x="8786" y="190"/>
                  <a:pt x="8611" y="226"/>
                </a:cubicBezTo>
                <a:lnTo>
                  <a:pt x="226" y="8611"/>
                </a:lnTo>
                <a:cubicBezTo>
                  <a:pt x="190" y="8786"/>
                  <a:pt x="157" y="8961"/>
                  <a:pt x="130" y="9137"/>
                </a:cubicBezTo>
                <a:lnTo>
                  <a:pt x="9136" y="131"/>
                </a:lnTo>
                <a:close/>
                <a:moveTo>
                  <a:pt x="12541" y="143"/>
                </a:moveTo>
                <a:lnTo>
                  <a:pt x="143" y="12541"/>
                </a:lnTo>
                <a:cubicBezTo>
                  <a:pt x="163" y="12663"/>
                  <a:pt x="183" y="12785"/>
                  <a:pt x="207" y="12906"/>
                </a:cubicBezTo>
                <a:lnTo>
                  <a:pt x="12906" y="208"/>
                </a:lnTo>
                <a:cubicBezTo>
                  <a:pt x="12785" y="184"/>
                  <a:pt x="12663" y="163"/>
                  <a:pt x="12541" y="143"/>
                </a:cubicBezTo>
                <a:close/>
                <a:moveTo>
                  <a:pt x="13343" y="303"/>
                </a:moveTo>
                <a:lnTo>
                  <a:pt x="303" y="13343"/>
                </a:lnTo>
                <a:cubicBezTo>
                  <a:pt x="330" y="13456"/>
                  <a:pt x="361" y="13569"/>
                  <a:pt x="392" y="13682"/>
                </a:cubicBezTo>
                <a:lnTo>
                  <a:pt x="13682" y="393"/>
                </a:lnTo>
                <a:cubicBezTo>
                  <a:pt x="13569" y="362"/>
                  <a:pt x="13456" y="331"/>
                  <a:pt x="13343" y="303"/>
                </a:cubicBezTo>
                <a:close/>
                <a:moveTo>
                  <a:pt x="7909" y="395"/>
                </a:moveTo>
                <a:cubicBezTo>
                  <a:pt x="7701" y="452"/>
                  <a:pt x="7495" y="515"/>
                  <a:pt x="7290" y="585"/>
                </a:cubicBezTo>
                <a:lnTo>
                  <a:pt x="584" y="7290"/>
                </a:lnTo>
                <a:cubicBezTo>
                  <a:pt x="514" y="7495"/>
                  <a:pt x="452" y="7702"/>
                  <a:pt x="394" y="7909"/>
                </a:cubicBezTo>
                <a:lnTo>
                  <a:pt x="7909" y="395"/>
                </a:lnTo>
                <a:close/>
                <a:moveTo>
                  <a:pt x="14094" y="515"/>
                </a:moveTo>
                <a:lnTo>
                  <a:pt x="514" y="14094"/>
                </a:lnTo>
                <a:cubicBezTo>
                  <a:pt x="549" y="14202"/>
                  <a:pt x="583" y="14310"/>
                  <a:pt x="620" y="14417"/>
                </a:cubicBezTo>
                <a:lnTo>
                  <a:pt x="14417" y="621"/>
                </a:lnTo>
                <a:cubicBezTo>
                  <a:pt x="14310" y="583"/>
                  <a:pt x="14202" y="549"/>
                  <a:pt x="14094" y="515"/>
                </a:cubicBezTo>
                <a:close/>
                <a:moveTo>
                  <a:pt x="14804" y="767"/>
                </a:moveTo>
                <a:lnTo>
                  <a:pt x="767" y="14804"/>
                </a:lnTo>
                <a:cubicBezTo>
                  <a:pt x="807" y="14905"/>
                  <a:pt x="851" y="15004"/>
                  <a:pt x="894" y="15104"/>
                </a:cubicBezTo>
                <a:lnTo>
                  <a:pt x="15104" y="895"/>
                </a:lnTo>
                <a:cubicBezTo>
                  <a:pt x="15004" y="852"/>
                  <a:pt x="14905" y="807"/>
                  <a:pt x="14804" y="767"/>
                </a:cubicBezTo>
                <a:close/>
                <a:moveTo>
                  <a:pt x="6411" y="932"/>
                </a:moveTo>
                <a:cubicBezTo>
                  <a:pt x="6118" y="1062"/>
                  <a:pt x="5831" y="1206"/>
                  <a:pt x="5549" y="1363"/>
                </a:cubicBezTo>
                <a:lnTo>
                  <a:pt x="1362" y="5549"/>
                </a:lnTo>
                <a:cubicBezTo>
                  <a:pt x="1205" y="5832"/>
                  <a:pt x="1061" y="6119"/>
                  <a:pt x="931" y="6411"/>
                </a:cubicBezTo>
                <a:lnTo>
                  <a:pt x="6411" y="932"/>
                </a:lnTo>
                <a:close/>
                <a:moveTo>
                  <a:pt x="15470" y="1061"/>
                </a:moveTo>
                <a:lnTo>
                  <a:pt x="1060" y="15471"/>
                </a:lnTo>
                <a:cubicBezTo>
                  <a:pt x="1106" y="15567"/>
                  <a:pt x="1153" y="15664"/>
                  <a:pt x="1202" y="15759"/>
                </a:cubicBezTo>
                <a:lnTo>
                  <a:pt x="15759" y="1203"/>
                </a:lnTo>
                <a:cubicBezTo>
                  <a:pt x="15663" y="1153"/>
                  <a:pt x="15567" y="1107"/>
                  <a:pt x="15470" y="1061"/>
                </a:cubicBezTo>
                <a:close/>
                <a:moveTo>
                  <a:pt x="16103" y="1391"/>
                </a:moveTo>
                <a:lnTo>
                  <a:pt x="1391" y="16103"/>
                </a:lnTo>
                <a:cubicBezTo>
                  <a:pt x="1442" y="16194"/>
                  <a:pt x="1494" y="16285"/>
                  <a:pt x="1549" y="16375"/>
                </a:cubicBezTo>
                <a:lnTo>
                  <a:pt x="16375" y="1549"/>
                </a:lnTo>
                <a:cubicBezTo>
                  <a:pt x="16285" y="1495"/>
                  <a:pt x="16194" y="1442"/>
                  <a:pt x="16103" y="1391"/>
                </a:cubicBezTo>
                <a:close/>
                <a:moveTo>
                  <a:pt x="16703" y="1754"/>
                </a:moveTo>
                <a:lnTo>
                  <a:pt x="1753" y="16703"/>
                </a:lnTo>
                <a:cubicBezTo>
                  <a:pt x="1809" y="16788"/>
                  <a:pt x="1869" y="16872"/>
                  <a:pt x="1928" y="16956"/>
                </a:cubicBezTo>
                <a:lnTo>
                  <a:pt x="16956" y="1928"/>
                </a:lnTo>
                <a:cubicBezTo>
                  <a:pt x="16872" y="1869"/>
                  <a:pt x="16788" y="1810"/>
                  <a:pt x="16703" y="1754"/>
                </a:cubicBezTo>
                <a:close/>
                <a:moveTo>
                  <a:pt x="17267" y="2151"/>
                </a:moveTo>
                <a:lnTo>
                  <a:pt x="2151" y="17267"/>
                </a:lnTo>
                <a:cubicBezTo>
                  <a:pt x="2212" y="17349"/>
                  <a:pt x="2274" y="17430"/>
                  <a:pt x="2338" y="17510"/>
                </a:cubicBezTo>
                <a:lnTo>
                  <a:pt x="17510" y="2338"/>
                </a:lnTo>
                <a:cubicBezTo>
                  <a:pt x="17430" y="2275"/>
                  <a:pt x="17349" y="2212"/>
                  <a:pt x="17267" y="2151"/>
                </a:cubicBezTo>
                <a:close/>
                <a:moveTo>
                  <a:pt x="3805" y="2574"/>
                </a:moveTo>
                <a:cubicBezTo>
                  <a:pt x="3586" y="2761"/>
                  <a:pt x="3370" y="2956"/>
                  <a:pt x="3163" y="3163"/>
                </a:cubicBezTo>
                <a:cubicBezTo>
                  <a:pt x="2955" y="3371"/>
                  <a:pt x="2761" y="3586"/>
                  <a:pt x="2574" y="3806"/>
                </a:cubicBezTo>
                <a:lnTo>
                  <a:pt x="3805" y="2574"/>
                </a:lnTo>
                <a:close/>
                <a:moveTo>
                  <a:pt x="17801" y="2579"/>
                </a:moveTo>
                <a:lnTo>
                  <a:pt x="2579" y="17801"/>
                </a:lnTo>
                <a:cubicBezTo>
                  <a:pt x="2645" y="17878"/>
                  <a:pt x="2709" y="17957"/>
                  <a:pt x="2777" y="18032"/>
                </a:cubicBezTo>
                <a:lnTo>
                  <a:pt x="18032" y="2777"/>
                </a:lnTo>
                <a:cubicBezTo>
                  <a:pt x="17957" y="2709"/>
                  <a:pt x="17878" y="2645"/>
                  <a:pt x="17801" y="2579"/>
                </a:cubicBezTo>
                <a:close/>
                <a:moveTo>
                  <a:pt x="18304" y="3036"/>
                </a:moveTo>
                <a:lnTo>
                  <a:pt x="3036" y="18304"/>
                </a:lnTo>
                <a:cubicBezTo>
                  <a:pt x="3079" y="18349"/>
                  <a:pt x="3119" y="18394"/>
                  <a:pt x="3163" y="18438"/>
                </a:cubicBezTo>
                <a:cubicBezTo>
                  <a:pt x="3191" y="18466"/>
                  <a:pt x="3222" y="18492"/>
                  <a:pt x="3250" y="18521"/>
                </a:cubicBezTo>
                <a:lnTo>
                  <a:pt x="18521" y="3251"/>
                </a:lnTo>
                <a:cubicBezTo>
                  <a:pt x="18492" y="3222"/>
                  <a:pt x="18466" y="3192"/>
                  <a:pt x="18438" y="3163"/>
                </a:cubicBezTo>
                <a:cubicBezTo>
                  <a:pt x="18394" y="3119"/>
                  <a:pt x="18348" y="3079"/>
                  <a:pt x="18304" y="3036"/>
                </a:cubicBezTo>
                <a:close/>
                <a:moveTo>
                  <a:pt x="18781" y="3523"/>
                </a:moveTo>
                <a:lnTo>
                  <a:pt x="3522" y="18781"/>
                </a:lnTo>
                <a:cubicBezTo>
                  <a:pt x="3598" y="18850"/>
                  <a:pt x="3676" y="18915"/>
                  <a:pt x="3753" y="18982"/>
                </a:cubicBezTo>
                <a:lnTo>
                  <a:pt x="18982" y="3753"/>
                </a:lnTo>
                <a:cubicBezTo>
                  <a:pt x="18915" y="3676"/>
                  <a:pt x="18850" y="3598"/>
                  <a:pt x="18781" y="3523"/>
                </a:cubicBezTo>
                <a:close/>
                <a:moveTo>
                  <a:pt x="19224" y="4041"/>
                </a:moveTo>
                <a:lnTo>
                  <a:pt x="4041" y="19224"/>
                </a:lnTo>
                <a:cubicBezTo>
                  <a:pt x="4121" y="19289"/>
                  <a:pt x="4202" y="19350"/>
                  <a:pt x="4283" y="19412"/>
                </a:cubicBezTo>
                <a:lnTo>
                  <a:pt x="19412" y="4283"/>
                </a:lnTo>
                <a:cubicBezTo>
                  <a:pt x="19350" y="4202"/>
                  <a:pt x="19289" y="4121"/>
                  <a:pt x="19224" y="4041"/>
                </a:cubicBezTo>
                <a:close/>
                <a:moveTo>
                  <a:pt x="19637" y="4591"/>
                </a:moveTo>
                <a:lnTo>
                  <a:pt x="4591" y="19637"/>
                </a:lnTo>
                <a:cubicBezTo>
                  <a:pt x="4675" y="19696"/>
                  <a:pt x="4758" y="19757"/>
                  <a:pt x="4843" y="19813"/>
                </a:cubicBezTo>
                <a:lnTo>
                  <a:pt x="19813" y="4844"/>
                </a:lnTo>
                <a:cubicBezTo>
                  <a:pt x="19757" y="4758"/>
                  <a:pt x="19696" y="4675"/>
                  <a:pt x="19637" y="4591"/>
                </a:cubicBezTo>
                <a:close/>
                <a:moveTo>
                  <a:pt x="20019" y="5172"/>
                </a:moveTo>
                <a:lnTo>
                  <a:pt x="5172" y="20019"/>
                </a:lnTo>
                <a:cubicBezTo>
                  <a:pt x="5261" y="20073"/>
                  <a:pt x="5351" y="20126"/>
                  <a:pt x="5441" y="20178"/>
                </a:cubicBezTo>
                <a:lnTo>
                  <a:pt x="20178" y="5441"/>
                </a:lnTo>
                <a:cubicBezTo>
                  <a:pt x="20126" y="5351"/>
                  <a:pt x="20073" y="5261"/>
                  <a:pt x="20019" y="5172"/>
                </a:cubicBezTo>
                <a:close/>
                <a:moveTo>
                  <a:pt x="20369" y="5782"/>
                </a:moveTo>
                <a:lnTo>
                  <a:pt x="5782" y="20369"/>
                </a:lnTo>
                <a:cubicBezTo>
                  <a:pt x="5877" y="20419"/>
                  <a:pt x="5974" y="20463"/>
                  <a:pt x="6071" y="20510"/>
                </a:cubicBezTo>
                <a:lnTo>
                  <a:pt x="20510" y="6071"/>
                </a:lnTo>
                <a:cubicBezTo>
                  <a:pt x="20463" y="5975"/>
                  <a:pt x="20419" y="5878"/>
                  <a:pt x="20369" y="5782"/>
                </a:cubicBezTo>
                <a:close/>
                <a:moveTo>
                  <a:pt x="20679" y="6434"/>
                </a:moveTo>
                <a:lnTo>
                  <a:pt x="6434" y="20679"/>
                </a:lnTo>
                <a:cubicBezTo>
                  <a:pt x="6534" y="20723"/>
                  <a:pt x="6633" y="20769"/>
                  <a:pt x="6734" y="20809"/>
                </a:cubicBezTo>
                <a:lnTo>
                  <a:pt x="20809" y="6735"/>
                </a:lnTo>
                <a:cubicBezTo>
                  <a:pt x="20769" y="6634"/>
                  <a:pt x="20723" y="6534"/>
                  <a:pt x="20679" y="6434"/>
                </a:cubicBezTo>
                <a:close/>
                <a:moveTo>
                  <a:pt x="20956" y="7121"/>
                </a:moveTo>
                <a:lnTo>
                  <a:pt x="7120" y="20956"/>
                </a:lnTo>
                <a:cubicBezTo>
                  <a:pt x="7226" y="20994"/>
                  <a:pt x="7333" y="21030"/>
                  <a:pt x="7439" y="21065"/>
                </a:cubicBezTo>
                <a:lnTo>
                  <a:pt x="21065" y="7439"/>
                </a:lnTo>
                <a:cubicBezTo>
                  <a:pt x="21030" y="7333"/>
                  <a:pt x="20994" y="7226"/>
                  <a:pt x="20956" y="7121"/>
                </a:cubicBezTo>
                <a:close/>
                <a:moveTo>
                  <a:pt x="21190" y="7848"/>
                </a:moveTo>
                <a:lnTo>
                  <a:pt x="7848" y="21190"/>
                </a:lnTo>
                <a:cubicBezTo>
                  <a:pt x="7960" y="21221"/>
                  <a:pt x="8073" y="21252"/>
                  <a:pt x="8186" y="21280"/>
                </a:cubicBezTo>
                <a:lnTo>
                  <a:pt x="21280" y="8186"/>
                </a:lnTo>
                <a:cubicBezTo>
                  <a:pt x="21252" y="8073"/>
                  <a:pt x="21221" y="7960"/>
                  <a:pt x="21190" y="7848"/>
                </a:cubicBezTo>
                <a:close/>
                <a:moveTo>
                  <a:pt x="21378" y="8623"/>
                </a:moveTo>
                <a:lnTo>
                  <a:pt x="8623" y="21378"/>
                </a:lnTo>
                <a:cubicBezTo>
                  <a:pt x="8743" y="21402"/>
                  <a:pt x="8863" y="21424"/>
                  <a:pt x="8984" y="21445"/>
                </a:cubicBezTo>
                <a:lnTo>
                  <a:pt x="21445" y="8984"/>
                </a:lnTo>
                <a:cubicBezTo>
                  <a:pt x="21424" y="8864"/>
                  <a:pt x="21402" y="8743"/>
                  <a:pt x="21378" y="8623"/>
                </a:cubicBezTo>
                <a:close/>
                <a:moveTo>
                  <a:pt x="21514" y="9448"/>
                </a:moveTo>
                <a:lnTo>
                  <a:pt x="9447" y="21514"/>
                </a:lnTo>
                <a:cubicBezTo>
                  <a:pt x="9576" y="21530"/>
                  <a:pt x="9704" y="21546"/>
                  <a:pt x="9833" y="21557"/>
                </a:cubicBezTo>
                <a:lnTo>
                  <a:pt x="21557" y="9834"/>
                </a:lnTo>
                <a:cubicBezTo>
                  <a:pt x="21546" y="9705"/>
                  <a:pt x="21530" y="9576"/>
                  <a:pt x="21514" y="9448"/>
                </a:cubicBezTo>
                <a:close/>
                <a:moveTo>
                  <a:pt x="21590" y="10333"/>
                </a:moveTo>
                <a:lnTo>
                  <a:pt x="10332" y="21590"/>
                </a:lnTo>
                <a:cubicBezTo>
                  <a:pt x="10473" y="21596"/>
                  <a:pt x="10613" y="21599"/>
                  <a:pt x="10753" y="21600"/>
                </a:cubicBezTo>
                <a:lnTo>
                  <a:pt x="21600" y="10754"/>
                </a:lnTo>
                <a:cubicBezTo>
                  <a:pt x="21599" y="10613"/>
                  <a:pt x="21596" y="10473"/>
                  <a:pt x="21590" y="10333"/>
                </a:cubicBezTo>
                <a:close/>
                <a:moveTo>
                  <a:pt x="21590" y="11296"/>
                </a:moveTo>
                <a:lnTo>
                  <a:pt x="11295" y="21590"/>
                </a:lnTo>
                <a:cubicBezTo>
                  <a:pt x="11449" y="21583"/>
                  <a:pt x="11603" y="21572"/>
                  <a:pt x="11757" y="21558"/>
                </a:cubicBezTo>
                <a:lnTo>
                  <a:pt x="21558" y="11757"/>
                </a:lnTo>
                <a:cubicBezTo>
                  <a:pt x="21572" y="11603"/>
                  <a:pt x="21583" y="11450"/>
                  <a:pt x="21590" y="11296"/>
                </a:cubicBezTo>
                <a:close/>
                <a:moveTo>
                  <a:pt x="21489" y="12358"/>
                </a:moveTo>
                <a:lnTo>
                  <a:pt x="12358" y="21489"/>
                </a:lnTo>
                <a:cubicBezTo>
                  <a:pt x="12531" y="21464"/>
                  <a:pt x="12703" y="21434"/>
                  <a:pt x="12876" y="21400"/>
                </a:cubicBezTo>
                <a:lnTo>
                  <a:pt x="21400" y="12876"/>
                </a:lnTo>
                <a:cubicBezTo>
                  <a:pt x="21434" y="12704"/>
                  <a:pt x="21464" y="12531"/>
                  <a:pt x="21489" y="12358"/>
                </a:cubicBezTo>
                <a:close/>
                <a:moveTo>
                  <a:pt x="21239" y="13569"/>
                </a:moveTo>
                <a:lnTo>
                  <a:pt x="13569" y="21239"/>
                </a:lnTo>
                <a:cubicBezTo>
                  <a:pt x="13774" y="21185"/>
                  <a:pt x="13978" y="21125"/>
                  <a:pt x="14181" y="21058"/>
                </a:cubicBezTo>
                <a:lnTo>
                  <a:pt x="21058" y="14181"/>
                </a:lnTo>
                <a:cubicBezTo>
                  <a:pt x="21125" y="13978"/>
                  <a:pt x="21185" y="13774"/>
                  <a:pt x="21239" y="13569"/>
                </a:cubicBezTo>
                <a:close/>
                <a:moveTo>
                  <a:pt x="20736" y="15035"/>
                </a:moveTo>
                <a:lnTo>
                  <a:pt x="15035" y="20736"/>
                </a:lnTo>
                <a:cubicBezTo>
                  <a:pt x="15310" y="20619"/>
                  <a:pt x="15581" y="20493"/>
                  <a:pt x="15848" y="20352"/>
                </a:cubicBezTo>
                <a:lnTo>
                  <a:pt x="20352" y="15848"/>
                </a:lnTo>
                <a:cubicBezTo>
                  <a:pt x="20493" y="15581"/>
                  <a:pt x="20619" y="15310"/>
                  <a:pt x="20736" y="15035"/>
                </a:cubicBezTo>
                <a:close/>
                <a:moveTo>
                  <a:pt x="19400" y="17332"/>
                </a:moveTo>
                <a:lnTo>
                  <a:pt x="17332" y="19400"/>
                </a:lnTo>
                <a:cubicBezTo>
                  <a:pt x="17716" y="19108"/>
                  <a:pt x="18087" y="18789"/>
                  <a:pt x="18438" y="18438"/>
                </a:cubicBezTo>
                <a:cubicBezTo>
                  <a:pt x="18788" y="18087"/>
                  <a:pt x="19107" y="17716"/>
                  <a:pt x="19400" y="17332"/>
                </a:cubicBezTo>
                <a:close/>
              </a:path>
            </a:pathLst>
          </a:custGeom>
          <a:solidFill>
            <a:schemeClr val="accent4"/>
          </a:solidFill>
          <a:ln w="12700">
            <a:miter lim="400000"/>
          </a:ln>
        </p:spPr>
        <p:txBody>
          <a:bodyPr lIns="0" tIns="0" rIns="0" bIns="0" anchor="ctr"/>
          <a:lstStyle/>
          <a:p>
            <a:pPr marL="0" marR="0" lvl="0" indent="0" algn="ctr" defTabSz="8255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 kumimoji="0" sz="32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Helvetica Neue Medium"/>
              <a:sym typeface="Helvetica Neue Medium"/>
            </a:endParaRPr>
          </a:p>
        </p:txBody>
      </p:sp>
      <p:sp>
        <p:nvSpPr>
          <p:cNvPr id="220" name="Shape">
            <a:extLst>
              <a:ext uri="{FF2B5EF4-FFF2-40B4-BE49-F238E27FC236}">
                <a16:creationId xmlns:a16="http://schemas.microsoft.com/office/drawing/2014/main" id="{1D6B8957-5488-D8BF-3B7B-C8A1B4407C30}"/>
              </a:ext>
            </a:extLst>
          </p:cNvPr>
          <p:cNvSpPr/>
          <p:nvPr/>
        </p:nvSpPr>
        <p:spPr>
          <a:xfrm>
            <a:off x="22467966" y="8316507"/>
            <a:ext cx="4276957" cy="427713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800" y="0"/>
                </a:moveTo>
                <a:cubicBezTo>
                  <a:pt x="10787" y="0"/>
                  <a:pt x="10773" y="1"/>
                  <a:pt x="10759" y="1"/>
                </a:cubicBezTo>
                <a:lnTo>
                  <a:pt x="1" y="10760"/>
                </a:lnTo>
                <a:cubicBezTo>
                  <a:pt x="0" y="10900"/>
                  <a:pt x="3" y="11040"/>
                  <a:pt x="8" y="11181"/>
                </a:cubicBezTo>
                <a:lnTo>
                  <a:pt x="11180" y="9"/>
                </a:lnTo>
                <a:cubicBezTo>
                  <a:pt x="11054" y="4"/>
                  <a:pt x="10927" y="0"/>
                  <a:pt x="10800" y="0"/>
                </a:cubicBezTo>
                <a:close/>
                <a:moveTo>
                  <a:pt x="10211" y="17"/>
                </a:moveTo>
                <a:cubicBezTo>
                  <a:pt x="10057" y="25"/>
                  <a:pt x="9903" y="36"/>
                  <a:pt x="9748" y="51"/>
                </a:cubicBezTo>
                <a:lnTo>
                  <a:pt x="50" y="9749"/>
                </a:lnTo>
                <a:cubicBezTo>
                  <a:pt x="35" y="9903"/>
                  <a:pt x="25" y="10057"/>
                  <a:pt x="16" y="10212"/>
                </a:cubicBezTo>
                <a:lnTo>
                  <a:pt x="10211" y="17"/>
                </a:lnTo>
                <a:close/>
                <a:moveTo>
                  <a:pt x="11683" y="38"/>
                </a:moveTo>
                <a:lnTo>
                  <a:pt x="38" y="11684"/>
                </a:lnTo>
                <a:cubicBezTo>
                  <a:pt x="48" y="11814"/>
                  <a:pt x="62" y="11944"/>
                  <a:pt x="78" y="12075"/>
                </a:cubicBezTo>
                <a:lnTo>
                  <a:pt x="12074" y="78"/>
                </a:lnTo>
                <a:cubicBezTo>
                  <a:pt x="11944" y="63"/>
                  <a:pt x="11814" y="49"/>
                  <a:pt x="11683" y="38"/>
                </a:cubicBezTo>
                <a:close/>
                <a:moveTo>
                  <a:pt x="9136" y="131"/>
                </a:moveTo>
                <a:cubicBezTo>
                  <a:pt x="8960" y="158"/>
                  <a:pt x="8786" y="190"/>
                  <a:pt x="8611" y="226"/>
                </a:cubicBezTo>
                <a:lnTo>
                  <a:pt x="226" y="8611"/>
                </a:lnTo>
                <a:cubicBezTo>
                  <a:pt x="190" y="8786"/>
                  <a:pt x="157" y="8961"/>
                  <a:pt x="130" y="9137"/>
                </a:cubicBezTo>
                <a:lnTo>
                  <a:pt x="9136" y="131"/>
                </a:lnTo>
                <a:close/>
                <a:moveTo>
                  <a:pt x="12541" y="143"/>
                </a:moveTo>
                <a:lnTo>
                  <a:pt x="143" y="12541"/>
                </a:lnTo>
                <a:cubicBezTo>
                  <a:pt x="163" y="12663"/>
                  <a:pt x="183" y="12785"/>
                  <a:pt x="207" y="12906"/>
                </a:cubicBezTo>
                <a:lnTo>
                  <a:pt x="12906" y="208"/>
                </a:lnTo>
                <a:cubicBezTo>
                  <a:pt x="12785" y="184"/>
                  <a:pt x="12663" y="163"/>
                  <a:pt x="12541" y="143"/>
                </a:cubicBezTo>
                <a:close/>
                <a:moveTo>
                  <a:pt x="13343" y="303"/>
                </a:moveTo>
                <a:lnTo>
                  <a:pt x="303" y="13343"/>
                </a:lnTo>
                <a:cubicBezTo>
                  <a:pt x="330" y="13456"/>
                  <a:pt x="361" y="13569"/>
                  <a:pt x="392" y="13682"/>
                </a:cubicBezTo>
                <a:lnTo>
                  <a:pt x="13682" y="393"/>
                </a:lnTo>
                <a:cubicBezTo>
                  <a:pt x="13569" y="362"/>
                  <a:pt x="13456" y="331"/>
                  <a:pt x="13343" y="303"/>
                </a:cubicBezTo>
                <a:close/>
                <a:moveTo>
                  <a:pt x="7909" y="395"/>
                </a:moveTo>
                <a:cubicBezTo>
                  <a:pt x="7701" y="452"/>
                  <a:pt x="7495" y="515"/>
                  <a:pt x="7290" y="585"/>
                </a:cubicBezTo>
                <a:lnTo>
                  <a:pt x="584" y="7290"/>
                </a:lnTo>
                <a:cubicBezTo>
                  <a:pt x="514" y="7495"/>
                  <a:pt x="452" y="7702"/>
                  <a:pt x="394" y="7909"/>
                </a:cubicBezTo>
                <a:lnTo>
                  <a:pt x="7909" y="395"/>
                </a:lnTo>
                <a:close/>
                <a:moveTo>
                  <a:pt x="14094" y="515"/>
                </a:moveTo>
                <a:lnTo>
                  <a:pt x="514" y="14094"/>
                </a:lnTo>
                <a:cubicBezTo>
                  <a:pt x="549" y="14202"/>
                  <a:pt x="583" y="14310"/>
                  <a:pt x="620" y="14417"/>
                </a:cubicBezTo>
                <a:lnTo>
                  <a:pt x="14417" y="621"/>
                </a:lnTo>
                <a:cubicBezTo>
                  <a:pt x="14310" y="583"/>
                  <a:pt x="14202" y="549"/>
                  <a:pt x="14094" y="515"/>
                </a:cubicBezTo>
                <a:close/>
                <a:moveTo>
                  <a:pt x="14804" y="767"/>
                </a:moveTo>
                <a:lnTo>
                  <a:pt x="767" y="14804"/>
                </a:lnTo>
                <a:cubicBezTo>
                  <a:pt x="807" y="14905"/>
                  <a:pt x="851" y="15004"/>
                  <a:pt x="894" y="15104"/>
                </a:cubicBezTo>
                <a:lnTo>
                  <a:pt x="15104" y="895"/>
                </a:lnTo>
                <a:cubicBezTo>
                  <a:pt x="15004" y="852"/>
                  <a:pt x="14905" y="807"/>
                  <a:pt x="14804" y="767"/>
                </a:cubicBezTo>
                <a:close/>
                <a:moveTo>
                  <a:pt x="6411" y="932"/>
                </a:moveTo>
                <a:cubicBezTo>
                  <a:pt x="6118" y="1062"/>
                  <a:pt x="5831" y="1206"/>
                  <a:pt x="5549" y="1363"/>
                </a:cubicBezTo>
                <a:lnTo>
                  <a:pt x="1362" y="5549"/>
                </a:lnTo>
                <a:cubicBezTo>
                  <a:pt x="1205" y="5832"/>
                  <a:pt x="1061" y="6119"/>
                  <a:pt x="931" y="6411"/>
                </a:cubicBezTo>
                <a:lnTo>
                  <a:pt x="6411" y="932"/>
                </a:lnTo>
                <a:close/>
                <a:moveTo>
                  <a:pt x="15470" y="1061"/>
                </a:moveTo>
                <a:lnTo>
                  <a:pt x="1060" y="15471"/>
                </a:lnTo>
                <a:cubicBezTo>
                  <a:pt x="1106" y="15567"/>
                  <a:pt x="1153" y="15664"/>
                  <a:pt x="1202" y="15759"/>
                </a:cubicBezTo>
                <a:lnTo>
                  <a:pt x="15759" y="1203"/>
                </a:lnTo>
                <a:cubicBezTo>
                  <a:pt x="15663" y="1153"/>
                  <a:pt x="15567" y="1107"/>
                  <a:pt x="15470" y="1061"/>
                </a:cubicBezTo>
                <a:close/>
                <a:moveTo>
                  <a:pt x="16103" y="1391"/>
                </a:moveTo>
                <a:lnTo>
                  <a:pt x="1391" y="16103"/>
                </a:lnTo>
                <a:cubicBezTo>
                  <a:pt x="1442" y="16194"/>
                  <a:pt x="1494" y="16285"/>
                  <a:pt x="1549" y="16375"/>
                </a:cubicBezTo>
                <a:lnTo>
                  <a:pt x="16375" y="1549"/>
                </a:lnTo>
                <a:cubicBezTo>
                  <a:pt x="16285" y="1495"/>
                  <a:pt x="16194" y="1442"/>
                  <a:pt x="16103" y="1391"/>
                </a:cubicBezTo>
                <a:close/>
                <a:moveTo>
                  <a:pt x="16703" y="1754"/>
                </a:moveTo>
                <a:lnTo>
                  <a:pt x="1753" y="16703"/>
                </a:lnTo>
                <a:cubicBezTo>
                  <a:pt x="1809" y="16788"/>
                  <a:pt x="1869" y="16872"/>
                  <a:pt x="1928" y="16956"/>
                </a:cubicBezTo>
                <a:lnTo>
                  <a:pt x="16956" y="1928"/>
                </a:lnTo>
                <a:cubicBezTo>
                  <a:pt x="16872" y="1869"/>
                  <a:pt x="16788" y="1810"/>
                  <a:pt x="16703" y="1754"/>
                </a:cubicBezTo>
                <a:close/>
                <a:moveTo>
                  <a:pt x="17267" y="2151"/>
                </a:moveTo>
                <a:lnTo>
                  <a:pt x="2151" y="17267"/>
                </a:lnTo>
                <a:cubicBezTo>
                  <a:pt x="2212" y="17349"/>
                  <a:pt x="2274" y="17430"/>
                  <a:pt x="2338" y="17510"/>
                </a:cubicBezTo>
                <a:lnTo>
                  <a:pt x="17510" y="2338"/>
                </a:lnTo>
                <a:cubicBezTo>
                  <a:pt x="17430" y="2275"/>
                  <a:pt x="17349" y="2212"/>
                  <a:pt x="17267" y="2151"/>
                </a:cubicBezTo>
                <a:close/>
                <a:moveTo>
                  <a:pt x="3805" y="2574"/>
                </a:moveTo>
                <a:cubicBezTo>
                  <a:pt x="3586" y="2761"/>
                  <a:pt x="3370" y="2956"/>
                  <a:pt x="3163" y="3163"/>
                </a:cubicBezTo>
                <a:cubicBezTo>
                  <a:pt x="2955" y="3371"/>
                  <a:pt x="2761" y="3586"/>
                  <a:pt x="2574" y="3806"/>
                </a:cubicBezTo>
                <a:lnTo>
                  <a:pt x="3805" y="2574"/>
                </a:lnTo>
                <a:close/>
                <a:moveTo>
                  <a:pt x="17801" y="2579"/>
                </a:moveTo>
                <a:lnTo>
                  <a:pt x="2579" y="17801"/>
                </a:lnTo>
                <a:cubicBezTo>
                  <a:pt x="2645" y="17878"/>
                  <a:pt x="2709" y="17957"/>
                  <a:pt x="2777" y="18032"/>
                </a:cubicBezTo>
                <a:lnTo>
                  <a:pt x="18032" y="2777"/>
                </a:lnTo>
                <a:cubicBezTo>
                  <a:pt x="17957" y="2709"/>
                  <a:pt x="17878" y="2645"/>
                  <a:pt x="17801" y="2579"/>
                </a:cubicBezTo>
                <a:close/>
                <a:moveTo>
                  <a:pt x="18304" y="3036"/>
                </a:moveTo>
                <a:lnTo>
                  <a:pt x="3036" y="18304"/>
                </a:lnTo>
                <a:cubicBezTo>
                  <a:pt x="3079" y="18349"/>
                  <a:pt x="3119" y="18394"/>
                  <a:pt x="3163" y="18438"/>
                </a:cubicBezTo>
                <a:cubicBezTo>
                  <a:pt x="3191" y="18466"/>
                  <a:pt x="3222" y="18492"/>
                  <a:pt x="3250" y="18521"/>
                </a:cubicBezTo>
                <a:lnTo>
                  <a:pt x="18521" y="3251"/>
                </a:lnTo>
                <a:cubicBezTo>
                  <a:pt x="18492" y="3222"/>
                  <a:pt x="18466" y="3192"/>
                  <a:pt x="18438" y="3163"/>
                </a:cubicBezTo>
                <a:cubicBezTo>
                  <a:pt x="18394" y="3119"/>
                  <a:pt x="18348" y="3079"/>
                  <a:pt x="18304" y="3036"/>
                </a:cubicBezTo>
                <a:close/>
                <a:moveTo>
                  <a:pt x="18781" y="3523"/>
                </a:moveTo>
                <a:lnTo>
                  <a:pt x="3522" y="18781"/>
                </a:lnTo>
                <a:cubicBezTo>
                  <a:pt x="3598" y="18850"/>
                  <a:pt x="3676" y="18915"/>
                  <a:pt x="3753" y="18982"/>
                </a:cubicBezTo>
                <a:lnTo>
                  <a:pt x="18982" y="3753"/>
                </a:lnTo>
                <a:cubicBezTo>
                  <a:pt x="18915" y="3676"/>
                  <a:pt x="18850" y="3598"/>
                  <a:pt x="18781" y="3523"/>
                </a:cubicBezTo>
                <a:close/>
                <a:moveTo>
                  <a:pt x="19224" y="4041"/>
                </a:moveTo>
                <a:lnTo>
                  <a:pt x="4041" y="19224"/>
                </a:lnTo>
                <a:cubicBezTo>
                  <a:pt x="4121" y="19289"/>
                  <a:pt x="4202" y="19350"/>
                  <a:pt x="4283" y="19412"/>
                </a:cubicBezTo>
                <a:lnTo>
                  <a:pt x="19412" y="4283"/>
                </a:lnTo>
                <a:cubicBezTo>
                  <a:pt x="19350" y="4202"/>
                  <a:pt x="19289" y="4121"/>
                  <a:pt x="19224" y="4041"/>
                </a:cubicBezTo>
                <a:close/>
                <a:moveTo>
                  <a:pt x="19637" y="4591"/>
                </a:moveTo>
                <a:lnTo>
                  <a:pt x="4591" y="19637"/>
                </a:lnTo>
                <a:cubicBezTo>
                  <a:pt x="4675" y="19696"/>
                  <a:pt x="4758" y="19757"/>
                  <a:pt x="4843" y="19813"/>
                </a:cubicBezTo>
                <a:lnTo>
                  <a:pt x="19813" y="4844"/>
                </a:lnTo>
                <a:cubicBezTo>
                  <a:pt x="19757" y="4758"/>
                  <a:pt x="19696" y="4675"/>
                  <a:pt x="19637" y="4591"/>
                </a:cubicBezTo>
                <a:close/>
                <a:moveTo>
                  <a:pt x="20019" y="5172"/>
                </a:moveTo>
                <a:lnTo>
                  <a:pt x="5172" y="20019"/>
                </a:lnTo>
                <a:cubicBezTo>
                  <a:pt x="5261" y="20073"/>
                  <a:pt x="5351" y="20126"/>
                  <a:pt x="5441" y="20178"/>
                </a:cubicBezTo>
                <a:lnTo>
                  <a:pt x="20178" y="5441"/>
                </a:lnTo>
                <a:cubicBezTo>
                  <a:pt x="20126" y="5351"/>
                  <a:pt x="20073" y="5261"/>
                  <a:pt x="20019" y="5172"/>
                </a:cubicBezTo>
                <a:close/>
                <a:moveTo>
                  <a:pt x="20369" y="5782"/>
                </a:moveTo>
                <a:lnTo>
                  <a:pt x="5782" y="20369"/>
                </a:lnTo>
                <a:cubicBezTo>
                  <a:pt x="5877" y="20419"/>
                  <a:pt x="5974" y="20463"/>
                  <a:pt x="6071" y="20510"/>
                </a:cubicBezTo>
                <a:lnTo>
                  <a:pt x="20510" y="6071"/>
                </a:lnTo>
                <a:cubicBezTo>
                  <a:pt x="20463" y="5975"/>
                  <a:pt x="20419" y="5878"/>
                  <a:pt x="20369" y="5782"/>
                </a:cubicBezTo>
                <a:close/>
                <a:moveTo>
                  <a:pt x="20679" y="6434"/>
                </a:moveTo>
                <a:lnTo>
                  <a:pt x="6434" y="20679"/>
                </a:lnTo>
                <a:cubicBezTo>
                  <a:pt x="6534" y="20723"/>
                  <a:pt x="6633" y="20769"/>
                  <a:pt x="6734" y="20809"/>
                </a:cubicBezTo>
                <a:lnTo>
                  <a:pt x="20809" y="6735"/>
                </a:lnTo>
                <a:cubicBezTo>
                  <a:pt x="20769" y="6634"/>
                  <a:pt x="20723" y="6534"/>
                  <a:pt x="20679" y="6434"/>
                </a:cubicBezTo>
                <a:close/>
                <a:moveTo>
                  <a:pt x="20956" y="7121"/>
                </a:moveTo>
                <a:lnTo>
                  <a:pt x="7120" y="20956"/>
                </a:lnTo>
                <a:cubicBezTo>
                  <a:pt x="7226" y="20994"/>
                  <a:pt x="7333" y="21030"/>
                  <a:pt x="7439" y="21065"/>
                </a:cubicBezTo>
                <a:lnTo>
                  <a:pt x="21065" y="7439"/>
                </a:lnTo>
                <a:cubicBezTo>
                  <a:pt x="21030" y="7333"/>
                  <a:pt x="20994" y="7226"/>
                  <a:pt x="20956" y="7121"/>
                </a:cubicBezTo>
                <a:close/>
                <a:moveTo>
                  <a:pt x="21190" y="7848"/>
                </a:moveTo>
                <a:lnTo>
                  <a:pt x="7848" y="21190"/>
                </a:lnTo>
                <a:cubicBezTo>
                  <a:pt x="7960" y="21221"/>
                  <a:pt x="8073" y="21252"/>
                  <a:pt x="8186" y="21280"/>
                </a:cubicBezTo>
                <a:lnTo>
                  <a:pt x="21280" y="8186"/>
                </a:lnTo>
                <a:cubicBezTo>
                  <a:pt x="21252" y="8073"/>
                  <a:pt x="21221" y="7960"/>
                  <a:pt x="21190" y="7848"/>
                </a:cubicBezTo>
                <a:close/>
                <a:moveTo>
                  <a:pt x="21378" y="8623"/>
                </a:moveTo>
                <a:lnTo>
                  <a:pt x="8623" y="21378"/>
                </a:lnTo>
                <a:cubicBezTo>
                  <a:pt x="8743" y="21402"/>
                  <a:pt x="8863" y="21424"/>
                  <a:pt x="8984" y="21445"/>
                </a:cubicBezTo>
                <a:lnTo>
                  <a:pt x="21445" y="8984"/>
                </a:lnTo>
                <a:cubicBezTo>
                  <a:pt x="21424" y="8864"/>
                  <a:pt x="21402" y="8743"/>
                  <a:pt x="21378" y="8623"/>
                </a:cubicBezTo>
                <a:close/>
                <a:moveTo>
                  <a:pt x="21514" y="9448"/>
                </a:moveTo>
                <a:lnTo>
                  <a:pt x="9447" y="21514"/>
                </a:lnTo>
                <a:cubicBezTo>
                  <a:pt x="9576" y="21530"/>
                  <a:pt x="9704" y="21546"/>
                  <a:pt x="9833" y="21557"/>
                </a:cubicBezTo>
                <a:lnTo>
                  <a:pt x="21557" y="9834"/>
                </a:lnTo>
                <a:cubicBezTo>
                  <a:pt x="21546" y="9705"/>
                  <a:pt x="21530" y="9576"/>
                  <a:pt x="21514" y="9448"/>
                </a:cubicBezTo>
                <a:close/>
                <a:moveTo>
                  <a:pt x="21590" y="10333"/>
                </a:moveTo>
                <a:lnTo>
                  <a:pt x="10332" y="21590"/>
                </a:lnTo>
                <a:cubicBezTo>
                  <a:pt x="10473" y="21596"/>
                  <a:pt x="10613" y="21599"/>
                  <a:pt x="10753" y="21600"/>
                </a:cubicBezTo>
                <a:lnTo>
                  <a:pt x="21600" y="10754"/>
                </a:lnTo>
                <a:cubicBezTo>
                  <a:pt x="21599" y="10613"/>
                  <a:pt x="21596" y="10473"/>
                  <a:pt x="21590" y="10333"/>
                </a:cubicBezTo>
                <a:close/>
                <a:moveTo>
                  <a:pt x="21590" y="11296"/>
                </a:moveTo>
                <a:lnTo>
                  <a:pt x="11295" y="21590"/>
                </a:lnTo>
                <a:cubicBezTo>
                  <a:pt x="11449" y="21583"/>
                  <a:pt x="11603" y="21572"/>
                  <a:pt x="11757" y="21558"/>
                </a:cubicBezTo>
                <a:lnTo>
                  <a:pt x="21558" y="11757"/>
                </a:lnTo>
                <a:cubicBezTo>
                  <a:pt x="21572" y="11603"/>
                  <a:pt x="21583" y="11450"/>
                  <a:pt x="21590" y="11296"/>
                </a:cubicBezTo>
                <a:close/>
                <a:moveTo>
                  <a:pt x="21489" y="12358"/>
                </a:moveTo>
                <a:lnTo>
                  <a:pt x="12358" y="21489"/>
                </a:lnTo>
                <a:cubicBezTo>
                  <a:pt x="12531" y="21464"/>
                  <a:pt x="12703" y="21434"/>
                  <a:pt x="12876" y="21400"/>
                </a:cubicBezTo>
                <a:lnTo>
                  <a:pt x="21400" y="12876"/>
                </a:lnTo>
                <a:cubicBezTo>
                  <a:pt x="21434" y="12704"/>
                  <a:pt x="21464" y="12531"/>
                  <a:pt x="21489" y="12358"/>
                </a:cubicBezTo>
                <a:close/>
                <a:moveTo>
                  <a:pt x="21239" y="13569"/>
                </a:moveTo>
                <a:lnTo>
                  <a:pt x="13569" y="21239"/>
                </a:lnTo>
                <a:cubicBezTo>
                  <a:pt x="13774" y="21185"/>
                  <a:pt x="13978" y="21125"/>
                  <a:pt x="14181" y="21058"/>
                </a:cubicBezTo>
                <a:lnTo>
                  <a:pt x="21058" y="14181"/>
                </a:lnTo>
                <a:cubicBezTo>
                  <a:pt x="21125" y="13978"/>
                  <a:pt x="21185" y="13774"/>
                  <a:pt x="21239" y="13569"/>
                </a:cubicBezTo>
                <a:close/>
                <a:moveTo>
                  <a:pt x="20736" y="15035"/>
                </a:moveTo>
                <a:lnTo>
                  <a:pt x="15035" y="20736"/>
                </a:lnTo>
                <a:cubicBezTo>
                  <a:pt x="15310" y="20619"/>
                  <a:pt x="15581" y="20493"/>
                  <a:pt x="15848" y="20352"/>
                </a:cubicBezTo>
                <a:lnTo>
                  <a:pt x="20352" y="15848"/>
                </a:lnTo>
                <a:cubicBezTo>
                  <a:pt x="20493" y="15581"/>
                  <a:pt x="20619" y="15310"/>
                  <a:pt x="20736" y="15035"/>
                </a:cubicBezTo>
                <a:close/>
                <a:moveTo>
                  <a:pt x="19400" y="17332"/>
                </a:moveTo>
                <a:lnTo>
                  <a:pt x="17332" y="19400"/>
                </a:lnTo>
                <a:cubicBezTo>
                  <a:pt x="17716" y="19108"/>
                  <a:pt x="18087" y="18789"/>
                  <a:pt x="18438" y="18438"/>
                </a:cubicBezTo>
                <a:cubicBezTo>
                  <a:pt x="18788" y="18087"/>
                  <a:pt x="19107" y="17716"/>
                  <a:pt x="19400" y="17332"/>
                </a:cubicBezTo>
                <a:close/>
              </a:path>
            </a:pathLst>
          </a:custGeom>
          <a:solidFill>
            <a:schemeClr val="accent4"/>
          </a:solidFill>
          <a:ln w="12700">
            <a:miter lim="400000"/>
          </a:ln>
        </p:spPr>
        <p:txBody>
          <a:bodyPr lIns="0" tIns="0" rIns="0" bIns="0" anchor="ctr"/>
          <a:lstStyle/>
          <a:p>
            <a:pPr marL="0" marR="0" lvl="0" indent="0" algn="ctr" defTabSz="8255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 kumimoji="0" sz="32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Helvetica Neue Medium"/>
              <a:sym typeface="Helvetica Neue Medium"/>
            </a:endParaRPr>
          </a:p>
        </p:txBody>
      </p:sp>
      <p:sp>
        <p:nvSpPr>
          <p:cNvPr id="221" name="Shape">
            <a:extLst>
              <a:ext uri="{FF2B5EF4-FFF2-40B4-BE49-F238E27FC236}">
                <a16:creationId xmlns:a16="http://schemas.microsoft.com/office/drawing/2014/main" id="{22EA7FA7-4879-4047-ED8A-54FF8E44B8A3}"/>
              </a:ext>
            </a:extLst>
          </p:cNvPr>
          <p:cNvSpPr/>
          <p:nvPr/>
        </p:nvSpPr>
        <p:spPr>
          <a:xfrm>
            <a:off x="-9782" y="-14685"/>
            <a:ext cx="5401449" cy="1371951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489" h="21600" extrusionOk="0">
                <a:moveTo>
                  <a:pt x="9876" y="0"/>
                </a:moveTo>
                <a:cubicBezTo>
                  <a:pt x="14909" y="1061"/>
                  <a:pt x="18164" y="3091"/>
                  <a:pt x="18448" y="5345"/>
                </a:cubicBezTo>
                <a:cubicBezTo>
                  <a:pt x="18695" y="7304"/>
                  <a:pt x="16642" y="9198"/>
                  <a:pt x="12885" y="10477"/>
                </a:cubicBezTo>
                <a:cubicBezTo>
                  <a:pt x="8651" y="11730"/>
                  <a:pt x="7084" y="13955"/>
                  <a:pt x="9071" y="15894"/>
                </a:cubicBezTo>
                <a:cubicBezTo>
                  <a:pt x="10355" y="17147"/>
                  <a:pt x="13013" y="18098"/>
                  <a:pt x="16290" y="18479"/>
                </a:cubicBezTo>
                <a:cubicBezTo>
                  <a:pt x="17951" y="18702"/>
                  <a:pt x="19367" y="19144"/>
                  <a:pt x="20305" y="19731"/>
                </a:cubicBezTo>
                <a:cubicBezTo>
                  <a:pt x="21193" y="20288"/>
                  <a:pt x="21600" y="20944"/>
                  <a:pt x="21463" y="21600"/>
                </a:cubicBezTo>
                <a:lnTo>
                  <a:pt x="0" y="21600"/>
                </a:lnTo>
                <a:lnTo>
                  <a:pt x="0" y="1"/>
                </a:lnTo>
                <a:lnTo>
                  <a:pt x="9876" y="0"/>
                </a:lnTo>
                <a:close/>
              </a:path>
            </a:pathLst>
          </a:custGeom>
          <a:solidFill>
            <a:schemeClr val="accent3"/>
          </a:solidFill>
          <a:ln w="12700">
            <a:miter lim="400000"/>
          </a:ln>
          <a:effectLst>
            <a:outerShdw blurRad="914400" dist="25400" dir="5400000" rotWithShape="0">
              <a:srgbClr val="000000">
                <a:alpha val="50000"/>
              </a:srgbClr>
            </a:outerShdw>
          </a:effectLst>
        </p:spPr>
        <p:txBody>
          <a:bodyPr lIns="50800" tIns="50800" rIns="50800" bIns="50800" anchor="ctr"/>
          <a:lstStyle/>
          <a:p>
            <a:pPr marL="0" marR="0" lvl="0" indent="0" algn="ctr" defTabSz="8255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3000" b="1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Helvetica Neue"/>
              <a:sym typeface="Helvetica Neue"/>
            </a:endParaRPr>
          </a:p>
        </p:txBody>
      </p:sp>
      <p:sp>
        <p:nvSpPr>
          <p:cNvPr id="222" name="Shape">
            <a:extLst>
              <a:ext uri="{FF2B5EF4-FFF2-40B4-BE49-F238E27FC236}">
                <a16:creationId xmlns:a16="http://schemas.microsoft.com/office/drawing/2014/main" id="{DAC85098-FB07-2484-3560-4B1B05B9C35C}"/>
              </a:ext>
            </a:extLst>
          </p:cNvPr>
          <p:cNvSpPr/>
          <p:nvPr/>
        </p:nvSpPr>
        <p:spPr>
          <a:xfrm>
            <a:off x="14077382" y="-26393"/>
            <a:ext cx="10315136" cy="10264133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490" h="20992" extrusionOk="0">
                <a:moveTo>
                  <a:pt x="22" y="0"/>
                </a:moveTo>
                <a:cubicBezTo>
                  <a:pt x="-110" y="1123"/>
                  <a:pt x="362" y="2232"/>
                  <a:pt x="1268" y="2930"/>
                </a:cubicBezTo>
                <a:cubicBezTo>
                  <a:pt x="2187" y="3637"/>
                  <a:pt x="3418" y="3817"/>
                  <a:pt x="4507" y="3403"/>
                </a:cubicBezTo>
                <a:cubicBezTo>
                  <a:pt x="6055" y="2610"/>
                  <a:pt x="7961" y="3061"/>
                  <a:pt x="8970" y="4460"/>
                </a:cubicBezTo>
                <a:cubicBezTo>
                  <a:pt x="9809" y="5622"/>
                  <a:pt x="9807" y="7178"/>
                  <a:pt x="8965" y="8338"/>
                </a:cubicBezTo>
                <a:cubicBezTo>
                  <a:pt x="6771" y="11924"/>
                  <a:pt x="7613" y="16550"/>
                  <a:pt x="10936" y="19169"/>
                </a:cubicBezTo>
                <a:cubicBezTo>
                  <a:pt x="14018" y="21597"/>
                  <a:pt x="18405" y="21600"/>
                  <a:pt x="21490" y="19175"/>
                </a:cubicBezTo>
                <a:lnTo>
                  <a:pt x="21490" y="35"/>
                </a:lnTo>
                <a:lnTo>
                  <a:pt x="22" y="0"/>
                </a:lnTo>
                <a:close/>
              </a:path>
            </a:pathLst>
          </a:custGeom>
          <a:solidFill>
            <a:schemeClr val="accent3"/>
          </a:solidFill>
          <a:ln w="12700">
            <a:miter lim="400000"/>
          </a:ln>
          <a:effectLst>
            <a:outerShdw blurRad="914400" dist="25400" dir="5400000" rotWithShape="0">
              <a:srgbClr val="000000">
                <a:alpha val="50000"/>
              </a:srgbClr>
            </a:outerShdw>
          </a:effectLst>
        </p:spPr>
        <p:txBody>
          <a:bodyPr lIns="50800" tIns="50800" rIns="50800" bIns="50800" anchor="ctr"/>
          <a:lstStyle/>
          <a:p>
            <a:pPr marL="0" marR="0" lvl="0" indent="0" algn="ctr" defTabSz="8255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3000" b="1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Helvetica Neue"/>
              <a:sym typeface="Helvetica Neue"/>
            </a:endParaRPr>
          </a:p>
        </p:txBody>
      </p:sp>
      <p:sp>
        <p:nvSpPr>
          <p:cNvPr id="223" name="Circle">
            <a:extLst>
              <a:ext uri="{FF2B5EF4-FFF2-40B4-BE49-F238E27FC236}">
                <a16:creationId xmlns:a16="http://schemas.microsoft.com/office/drawing/2014/main" id="{BB6F70E9-4593-7153-E9E6-C5AB0D4B222C}"/>
              </a:ext>
            </a:extLst>
          </p:cNvPr>
          <p:cNvSpPr/>
          <p:nvPr/>
        </p:nvSpPr>
        <p:spPr>
          <a:xfrm>
            <a:off x="17006264" y="352354"/>
            <a:ext cx="494973" cy="494972"/>
          </a:xfrm>
          <a:prstGeom prst="ellipse">
            <a:avLst/>
          </a:prstGeom>
          <a:gradFill>
            <a:gsLst>
              <a:gs pos="0">
                <a:schemeClr val="accent2"/>
              </a:gs>
              <a:gs pos="100000">
                <a:schemeClr val="accent1"/>
              </a:gs>
            </a:gsLst>
            <a:lin ang="5400000"/>
          </a:gradFill>
          <a:ln w="12700">
            <a:miter lim="400000"/>
          </a:ln>
        </p:spPr>
        <p:txBody>
          <a:bodyPr lIns="0" tIns="0" rIns="0" bIns="0" anchor="ctr"/>
          <a:lstStyle/>
          <a:p>
            <a:pPr marL="0" marR="0" lvl="0" indent="0" algn="ctr" defTabSz="8255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 kumimoji="0" sz="32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Helvetica Neue Medium"/>
              <a:sym typeface="Helvetica Neue Medium"/>
            </a:endParaRPr>
          </a:p>
        </p:txBody>
      </p:sp>
      <p:sp>
        <p:nvSpPr>
          <p:cNvPr id="224" name="Circle">
            <a:extLst>
              <a:ext uri="{FF2B5EF4-FFF2-40B4-BE49-F238E27FC236}">
                <a16:creationId xmlns:a16="http://schemas.microsoft.com/office/drawing/2014/main" id="{DF740152-7424-AD60-42A0-4F48D65E3671}"/>
              </a:ext>
            </a:extLst>
          </p:cNvPr>
          <p:cNvSpPr/>
          <p:nvPr/>
        </p:nvSpPr>
        <p:spPr>
          <a:xfrm>
            <a:off x="-564062" y="1321716"/>
            <a:ext cx="1150610" cy="1150611"/>
          </a:xfrm>
          <a:prstGeom prst="ellipse">
            <a:avLst/>
          </a:prstGeom>
          <a:gradFill>
            <a:gsLst>
              <a:gs pos="0">
                <a:schemeClr val="accent2"/>
              </a:gs>
              <a:gs pos="100000">
                <a:schemeClr val="accent1"/>
              </a:gs>
            </a:gsLst>
            <a:lin ang="5400000"/>
          </a:gradFill>
          <a:ln w="12700">
            <a:miter lim="400000"/>
          </a:ln>
        </p:spPr>
        <p:txBody>
          <a:bodyPr lIns="0" tIns="0" rIns="0" bIns="0" anchor="ctr"/>
          <a:lstStyle/>
          <a:p>
            <a:pPr marL="0" marR="0" lvl="0" indent="0" algn="ctr" defTabSz="8255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 kumimoji="0" sz="32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Helvetica Neue Medium"/>
              <a:sym typeface="Helvetica Neue Medium"/>
            </a:endParaRPr>
          </a:p>
        </p:txBody>
      </p:sp>
      <p:sp>
        <p:nvSpPr>
          <p:cNvPr id="225" name="TOPIC #1 - $100 ANSWER">
            <a:extLst>
              <a:ext uri="{FF2B5EF4-FFF2-40B4-BE49-F238E27FC236}">
                <a16:creationId xmlns:a16="http://schemas.microsoft.com/office/drawing/2014/main" id="{775E91D3-7B3D-56AA-F96B-32158E5EAB87}"/>
              </a:ext>
            </a:extLst>
          </p:cNvPr>
          <p:cNvSpPr txBox="1"/>
          <p:nvPr/>
        </p:nvSpPr>
        <p:spPr>
          <a:xfrm>
            <a:off x="1318646" y="1071521"/>
            <a:ext cx="14608911" cy="1651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/>
          <a:p>
            <a:pPr marL="0" marR="0" lvl="0" indent="0" algn="l" defTabSz="8255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0000" b="0">
                <a:solidFill>
                  <a:srgbClr val="F6C543"/>
                </a:solidFill>
                <a:latin typeface="Impact"/>
                <a:ea typeface="Impact"/>
                <a:cs typeface="Impact"/>
                <a:sym typeface="Impact"/>
              </a:defRPr>
            </a:pPr>
            <a:r>
              <a:rPr kumimoji="0" lang="en-US" altLang="zh-CN" sz="10000" b="0" i="0" u="none" strike="noStrike" kern="0" cap="none" spc="0" normalizeH="0" baseline="0" noProof="0" dirty="0">
                <a:ln>
                  <a:noFill/>
                </a:ln>
                <a:solidFill>
                  <a:srgbClr val="F6C542"/>
                </a:solidFill>
                <a:effectLst/>
                <a:uLnTx/>
                <a:uFillTx/>
                <a:latin typeface="Impact"/>
                <a:sym typeface="Impact"/>
              </a:rPr>
              <a:t>UNIT #2</a:t>
            </a:r>
            <a:r>
              <a:rPr kumimoji="0" lang="en-US" altLang="zh-CN" sz="10000" b="0" i="0" u="none" strike="noStrike" kern="0" cap="none" spc="0" normalizeH="0" baseline="0" noProof="0" dirty="0">
                <a:ln>
                  <a:noFill/>
                </a:ln>
                <a:solidFill>
                  <a:srgbClr val="F6C543"/>
                </a:solidFill>
                <a:effectLst/>
                <a:uLnTx/>
                <a:uFillTx/>
                <a:latin typeface="Impact"/>
                <a:sym typeface="Impact"/>
              </a:rPr>
              <a:t> </a:t>
            </a:r>
            <a:r>
              <a:rPr kumimoji="0" lang="en-US" altLang="zh-CN" sz="100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Impact"/>
                <a:sym typeface="Impact"/>
              </a:rPr>
              <a:t>–</a:t>
            </a:r>
            <a:r>
              <a:rPr kumimoji="0" lang="zh-CN" altLang="en-US" sz="9600" b="0" i="0" u="none" strike="noStrike" kern="0" cap="none" spc="0" normalizeH="0" baseline="0" noProof="0" dirty="0">
                <a:ln>
                  <a:noFill/>
                </a:ln>
                <a:solidFill>
                  <a:srgbClr val="F6C543"/>
                </a:solidFill>
                <a:effectLst/>
                <a:uLnTx/>
                <a:uFillTx/>
                <a:latin typeface="华文楷体" panose="02010600040101010101" pitchFamily="2" charset="-122"/>
                <a:ea typeface="华文楷体" panose="02010600040101010101" pitchFamily="2" charset="-122"/>
                <a:sym typeface="Impact"/>
              </a:rPr>
              <a:t>平面的投影</a:t>
            </a:r>
            <a:endParaRPr kumimoji="0" lang="zh-CN" altLang="en-US" sz="100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华文楷体" panose="02010600040101010101" pitchFamily="2" charset="-122"/>
              <a:ea typeface="华文楷体" panose="02010600040101010101" pitchFamily="2" charset="-122"/>
              <a:sym typeface="Impact"/>
            </a:endParaRPr>
          </a:p>
        </p:txBody>
      </p:sp>
      <p:sp>
        <p:nvSpPr>
          <p:cNvPr id="226" name="Shape">
            <a:extLst>
              <a:ext uri="{FF2B5EF4-FFF2-40B4-BE49-F238E27FC236}">
                <a16:creationId xmlns:a16="http://schemas.microsoft.com/office/drawing/2014/main" id="{236927DC-9E94-B844-CA7E-F2EFCA30187E}"/>
              </a:ext>
            </a:extLst>
          </p:cNvPr>
          <p:cNvSpPr/>
          <p:nvPr/>
        </p:nvSpPr>
        <p:spPr>
          <a:xfrm>
            <a:off x="-306915" y="8239797"/>
            <a:ext cx="1046530" cy="104640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9679" h="20595" extrusionOk="0">
                <a:moveTo>
                  <a:pt x="9839" y="0"/>
                </a:moveTo>
                <a:cubicBezTo>
                  <a:pt x="7321" y="0"/>
                  <a:pt x="4802" y="1006"/>
                  <a:pt x="2881" y="3017"/>
                </a:cubicBezTo>
                <a:cubicBezTo>
                  <a:pt x="-961" y="7038"/>
                  <a:pt x="-961" y="13557"/>
                  <a:pt x="2881" y="17578"/>
                </a:cubicBezTo>
                <a:cubicBezTo>
                  <a:pt x="6724" y="21600"/>
                  <a:pt x="12954" y="21600"/>
                  <a:pt x="16797" y="17578"/>
                </a:cubicBezTo>
                <a:cubicBezTo>
                  <a:pt x="20639" y="13557"/>
                  <a:pt x="20639" y="7038"/>
                  <a:pt x="16797" y="3017"/>
                </a:cubicBezTo>
                <a:cubicBezTo>
                  <a:pt x="14876" y="1006"/>
                  <a:pt x="12357" y="0"/>
                  <a:pt x="9839" y="0"/>
                </a:cubicBezTo>
                <a:close/>
                <a:moveTo>
                  <a:pt x="9839" y="2649"/>
                </a:moveTo>
                <a:cubicBezTo>
                  <a:pt x="11709" y="2649"/>
                  <a:pt x="13580" y="3397"/>
                  <a:pt x="15007" y="4890"/>
                </a:cubicBezTo>
                <a:cubicBezTo>
                  <a:pt x="17861" y="7877"/>
                  <a:pt x="17861" y="12718"/>
                  <a:pt x="15007" y="15705"/>
                </a:cubicBezTo>
                <a:cubicBezTo>
                  <a:pt x="12153" y="18692"/>
                  <a:pt x="7525" y="18692"/>
                  <a:pt x="4671" y="15705"/>
                </a:cubicBezTo>
                <a:cubicBezTo>
                  <a:pt x="1817" y="12718"/>
                  <a:pt x="1817" y="7877"/>
                  <a:pt x="4671" y="4890"/>
                </a:cubicBezTo>
                <a:cubicBezTo>
                  <a:pt x="6098" y="3397"/>
                  <a:pt x="7969" y="2649"/>
                  <a:pt x="9839" y="2649"/>
                </a:cubicBezTo>
                <a:close/>
              </a:path>
            </a:pathLst>
          </a:custGeom>
          <a:gradFill>
            <a:gsLst>
              <a:gs pos="0">
                <a:schemeClr val="accent2"/>
              </a:gs>
              <a:gs pos="100000">
                <a:schemeClr val="accent1"/>
              </a:gs>
            </a:gsLst>
            <a:lin ang="5400000"/>
          </a:gradFill>
          <a:ln w="12700">
            <a:miter lim="400000"/>
          </a:ln>
        </p:spPr>
        <p:txBody>
          <a:bodyPr lIns="0" tIns="0" rIns="0" bIns="0" anchor="ctr"/>
          <a:lstStyle/>
          <a:p>
            <a:pPr marL="0" marR="0" lvl="0" indent="0" algn="ctr" defTabSz="8255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 kumimoji="0" sz="32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Helvetica Neue Medium"/>
              <a:sym typeface="Helvetica Neue Medium"/>
            </a:endParaRPr>
          </a:p>
        </p:txBody>
      </p:sp>
      <p:sp>
        <p:nvSpPr>
          <p:cNvPr id="227" name="Shape">
            <a:extLst>
              <a:ext uri="{FF2B5EF4-FFF2-40B4-BE49-F238E27FC236}">
                <a16:creationId xmlns:a16="http://schemas.microsoft.com/office/drawing/2014/main" id="{96D98F3C-6E15-E3F0-ADF0-0A1BB188DBEC}"/>
              </a:ext>
            </a:extLst>
          </p:cNvPr>
          <p:cNvSpPr/>
          <p:nvPr/>
        </p:nvSpPr>
        <p:spPr>
          <a:xfrm>
            <a:off x="19865947" y="2060686"/>
            <a:ext cx="2330506" cy="233022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9679" h="20595" extrusionOk="0">
                <a:moveTo>
                  <a:pt x="9839" y="0"/>
                </a:moveTo>
                <a:cubicBezTo>
                  <a:pt x="7321" y="0"/>
                  <a:pt x="4802" y="1006"/>
                  <a:pt x="2881" y="3017"/>
                </a:cubicBezTo>
                <a:cubicBezTo>
                  <a:pt x="-961" y="7038"/>
                  <a:pt x="-961" y="13557"/>
                  <a:pt x="2881" y="17578"/>
                </a:cubicBezTo>
                <a:cubicBezTo>
                  <a:pt x="6724" y="21600"/>
                  <a:pt x="12954" y="21600"/>
                  <a:pt x="16797" y="17578"/>
                </a:cubicBezTo>
                <a:cubicBezTo>
                  <a:pt x="20639" y="13557"/>
                  <a:pt x="20639" y="7038"/>
                  <a:pt x="16797" y="3017"/>
                </a:cubicBezTo>
                <a:cubicBezTo>
                  <a:pt x="14876" y="1006"/>
                  <a:pt x="12357" y="0"/>
                  <a:pt x="9839" y="0"/>
                </a:cubicBezTo>
                <a:close/>
                <a:moveTo>
                  <a:pt x="9839" y="2649"/>
                </a:moveTo>
                <a:cubicBezTo>
                  <a:pt x="11709" y="2649"/>
                  <a:pt x="13580" y="3397"/>
                  <a:pt x="15007" y="4890"/>
                </a:cubicBezTo>
                <a:cubicBezTo>
                  <a:pt x="17861" y="7877"/>
                  <a:pt x="17861" y="12718"/>
                  <a:pt x="15007" y="15705"/>
                </a:cubicBezTo>
                <a:cubicBezTo>
                  <a:pt x="12153" y="18692"/>
                  <a:pt x="7525" y="18692"/>
                  <a:pt x="4671" y="15705"/>
                </a:cubicBezTo>
                <a:cubicBezTo>
                  <a:pt x="1817" y="12718"/>
                  <a:pt x="1817" y="7877"/>
                  <a:pt x="4671" y="4890"/>
                </a:cubicBezTo>
                <a:cubicBezTo>
                  <a:pt x="6098" y="3397"/>
                  <a:pt x="7969" y="2649"/>
                  <a:pt x="9839" y="2649"/>
                </a:cubicBezTo>
                <a:close/>
              </a:path>
            </a:pathLst>
          </a:custGeom>
          <a:gradFill>
            <a:gsLst>
              <a:gs pos="0">
                <a:schemeClr val="accent2"/>
              </a:gs>
              <a:gs pos="100000">
                <a:schemeClr val="accent1"/>
              </a:gs>
            </a:gsLst>
            <a:lin ang="5400000"/>
          </a:gradFill>
          <a:ln w="12700">
            <a:miter lim="400000"/>
          </a:ln>
        </p:spPr>
        <p:txBody>
          <a:bodyPr lIns="0" tIns="0" rIns="0" bIns="0" anchor="ctr"/>
          <a:lstStyle/>
          <a:p>
            <a:pPr marL="0" marR="0" lvl="0" indent="0" algn="ctr" defTabSz="8255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 kumimoji="0" sz="32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Helvetica Neue Medium"/>
              <a:sym typeface="Helvetica Neue Medium"/>
            </a:endParaRPr>
          </a:p>
        </p:txBody>
      </p:sp>
      <p:sp>
        <p:nvSpPr>
          <p:cNvPr id="228" name="Rounded Rectangle">
            <a:extLst>
              <a:ext uri="{FF2B5EF4-FFF2-40B4-BE49-F238E27FC236}">
                <a16:creationId xmlns:a16="http://schemas.microsoft.com/office/drawing/2014/main" id="{F5F189A9-FEC0-3A03-C030-76A79E7F2CAA}"/>
              </a:ext>
            </a:extLst>
          </p:cNvPr>
          <p:cNvSpPr/>
          <p:nvPr/>
        </p:nvSpPr>
        <p:spPr>
          <a:xfrm>
            <a:off x="1413182" y="3302000"/>
            <a:ext cx="21616294" cy="8897388"/>
          </a:xfrm>
          <a:prstGeom prst="roundRect">
            <a:avLst>
              <a:gd name="adj" fmla="val 2897"/>
            </a:avLst>
          </a:prstGeom>
          <a:solidFill>
            <a:schemeClr val="accent4"/>
          </a:solidFill>
          <a:ln w="12700">
            <a:miter lim="400000"/>
          </a:ln>
          <a:effectLst>
            <a:outerShdw blurRad="558800" dist="71163" dir="5400000" rotWithShape="0">
              <a:srgbClr val="000000">
                <a:alpha val="19617"/>
              </a:srgbClr>
            </a:outerShdw>
          </a:effectLst>
        </p:spPr>
        <p:txBody>
          <a:bodyPr lIns="0" tIns="0" rIns="0" bIns="0" anchor="ctr"/>
          <a:lstStyle/>
          <a:p>
            <a:pPr marL="0" marR="0" lvl="0" indent="0" algn="ctr" defTabSz="8255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 kumimoji="0" sz="32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Helvetica Neue Medium"/>
              <a:sym typeface="Helvetica Neue Medium"/>
            </a:endParaRP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F7971A17-B0D9-6C1F-8F88-A7462DCB42A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47059" y="2934405"/>
            <a:ext cx="17079949" cy="102978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40994594"/>
      </p:ext>
    </p:extLst>
  </p:cSld>
  <p:clrMapOvr>
    <a:masterClrMapping/>
  </p:clrMapOvr>
  <p:transition spd="med"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3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6B5CFF1-10A5-62FE-16C3-FEA41D6237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Shape">
            <a:extLst>
              <a:ext uri="{FF2B5EF4-FFF2-40B4-BE49-F238E27FC236}">
                <a16:creationId xmlns:a16="http://schemas.microsoft.com/office/drawing/2014/main" id="{B8184996-C96A-110F-4D89-BF274CBE46A7}"/>
              </a:ext>
            </a:extLst>
          </p:cNvPr>
          <p:cNvSpPr/>
          <p:nvPr/>
        </p:nvSpPr>
        <p:spPr>
          <a:xfrm>
            <a:off x="6290541" y="12617233"/>
            <a:ext cx="2709718" cy="270939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9679" h="20595" extrusionOk="0">
                <a:moveTo>
                  <a:pt x="9839" y="0"/>
                </a:moveTo>
                <a:cubicBezTo>
                  <a:pt x="7321" y="0"/>
                  <a:pt x="4802" y="1006"/>
                  <a:pt x="2881" y="3017"/>
                </a:cubicBezTo>
                <a:cubicBezTo>
                  <a:pt x="-961" y="7038"/>
                  <a:pt x="-961" y="13557"/>
                  <a:pt x="2881" y="17578"/>
                </a:cubicBezTo>
                <a:cubicBezTo>
                  <a:pt x="6724" y="21600"/>
                  <a:pt x="12954" y="21600"/>
                  <a:pt x="16797" y="17578"/>
                </a:cubicBezTo>
                <a:cubicBezTo>
                  <a:pt x="20639" y="13557"/>
                  <a:pt x="20639" y="7038"/>
                  <a:pt x="16797" y="3017"/>
                </a:cubicBezTo>
                <a:cubicBezTo>
                  <a:pt x="14876" y="1006"/>
                  <a:pt x="12357" y="0"/>
                  <a:pt x="9839" y="0"/>
                </a:cubicBezTo>
                <a:close/>
                <a:moveTo>
                  <a:pt x="9839" y="2649"/>
                </a:moveTo>
                <a:cubicBezTo>
                  <a:pt x="11709" y="2649"/>
                  <a:pt x="13580" y="3397"/>
                  <a:pt x="15007" y="4890"/>
                </a:cubicBezTo>
                <a:cubicBezTo>
                  <a:pt x="17861" y="7877"/>
                  <a:pt x="17861" y="12718"/>
                  <a:pt x="15007" y="15705"/>
                </a:cubicBezTo>
                <a:cubicBezTo>
                  <a:pt x="12153" y="18692"/>
                  <a:pt x="7525" y="18692"/>
                  <a:pt x="4671" y="15705"/>
                </a:cubicBezTo>
                <a:cubicBezTo>
                  <a:pt x="1817" y="12718"/>
                  <a:pt x="1817" y="7877"/>
                  <a:pt x="4671" y="4890"/>
                </a:cubicBezTo>
                <a:cubicBezTo>
                  <a:pt x="6098" y="3397"/>
                  <a:pt x="7969" y="2649"/>
                  <a:pt x="9839" y="2649"/>
                </a:cubicBezTo>
                <a:close/>
              </a:path>
            </a:pathLst>
          </a:custGeom>
          <a:gradFill>
            <a:gsLst>
              <a:gs pos="0">
                <a:schemeClr val="accent2"/>
              </a:gs>
              <a:gs pos="100000">
                <a:schemeClr val="accent1"/>
              </a:gs>
            </a:gsLst>
            <a:lin ang="5400000"/>
          </a:gradFill>
          <a:ln w="12700">
            <a:miter lim="400000"/>
          </a:ln>
        </p:spPr>
        <p:txBody>
          <a:bodyPr lIns="0" tIns="0" rIns="0" bIns="0" anchor="ctr"/>
          <a:lstStyle/>
          <a:p>
            <a:pPr marL="0" marR="0" lvl="0" indent="0" algn="ctr" defTabSz="8255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 kumimoji="0" sz="32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Helvetica Neue Medium"/>
              <a:sym typeface="Helvetica Neue Medium"/>
            </a:endParaRPr>
          </a:p>
        </p:txBody>
      </p:sp>
      <p:sp>
        <p:nvSpPr>
          <p:cNvPr id="216" name="Shape">
            <a:extLst>
              <a:ext uri="{FF2B5EF4-FFF2-40B4-BE49-F238E27FC236}">
                <a16:creationId xmlns:a16="http://schemas.microsoft.com/office/drawing/2014/main" id="{52BF466D-0517-897A-5872-EC6C4F4DE2D8}"/>
              </a:ext>
            </a:extLst>
          </p:cNvPr>
          <p:cNvSpPr/>
          <p:nvPr/>
        </p:nvSpPr>
        <p:spPr>
          <a:xfrm>
            <a:off x="14339439" y="2620192"/>
            <a:ext cx="6322300" cy="632257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800" y="0"/>
                </a:moveTo>
                <a:cubicBezTo>
                  <a:pt x="10787" y="0"/>
                  <a:pt x="10773" y="1"/>
                  <a:pt x="10759" y="1"/>
                </a:cubicBezTo>
                <a:lnTo>
                  <a:pt x="1" y="10760"/>
                </a:lnTo>
                <a:cubicBezTo>
                  <a:pt x="0" y="10900"/>
                  <a:pt x="3" y="11040"/>
                  <a:pt x="8" y="11181"/>
                </a:cubicBezTo>
                <a:lnTo>
                  <a:pt x="11180" y="9"/>
                </a:lnTo>
                <a:cubicBezTo>
                  <a:pt x="11054" y="4"/>
                  <a:pt x="10927" y="0"/>
                  <a:pt x="10800" y="0"/>
                </a:cubicBezTo>
                <a:close/>
                <a:moveTo>
                  <a:pt x="10211" y="17"/>
                </a:moveTo>
                <a:cubicBezTo>
                  <a:pt x="10057" y="25"/>
                  <a:pt x="9903" y="36"/>
                  <a:pt x="9748" y="51"/>
                </a:cubicBezTo>
                <a:lnTo>
                  <a:pt x="50" y="9749"/>
                </a:lnTo>
                <a:cubicBezTo>
                  <a:pt x="35" y="9903"/>
                  <a:pt x="25" y="10057"/>
                  <a:pt x="16" y="10212"/>
                </a:cubicBezTo>
                <a:lnTo>
                  <a:pt x="10211" y="17"/>
                </a:lnTo>
                <a:close/>
                <a:moveTo>
                  <a:pt x="11683" y="38"/>
                </a:moveTo>
                <a:lnTo>
                  <a:pt x="38" y="11684"/>
                </a:lnTo>
                <a:cubicBezTo>
                  <a:pt x="48" y="11814"/>
                  <a:pt x="62" y="11944"/>
                  <a:pt x="78" y="12075"/>
                </a:cubicBezTo>
                <a:lnTo>
                  <a:pt x="12074" y="78"/>
                </a:lnTo>
                <a:cubicBezTo>
                  <a:pt x="11944" y="63"/>
                  <a:pt x="11814" y="49"/>
                  <a:pt x="11683" y="38"/>
                </a:cubicBezTo>
                <a:close/>
                <a:moveTo>
                  <a:pt x="9136" y="131"/>
                </a:moveTo>
                <a:cubicBezTo>
                  <a:pt x="8960" y="158"/>
                  <a:pt x="8786" y="190"/>
                  <a:pt x="8611" y="226"/>
                </a:cubicBezTo>
                <a:lnTo>
                  <a:pt x="226" y="8611"/>
                </a:lnTo>
                <a:cubicBezTo>
                  <a:pt x="190" y="8786"/>
                  <a:pt x="157" y="8961"/>
                  <a:pt x="130" y="9137"/>
                </a:cubicBezTo>
                <a:lnTo>
                  <a:pt x="9136" y="131"/>
                </a:lnTo>
                <a:close/>
                <a:moveTo>
                  <a:pt x="12541" y="143"/>
                </a:moveTo>
                <a:lnTo>
                  <a:pt x="143" y="12541"/>
                </a:lnTo>
                <a:cubicBezTo>
                  <a:pt x="163" y="12663"/>
                  <a:pt x="183" y="12785"/>
                  <a:pt x="207" y="12906"/>
                </a:cubicBezTo>
                <a:lnTo>
                  <a:pt x="12906" y="208"/>
                </a:lnTo>
                <a:cubicBezTo>
                  <a:pt x="12785" y="184"/>
                  <a:pt x="12663" y="163"/>
                  <a:pt x="12541" y="143"/>
                </a:cubicBezTo>
                <a:close/>
                <a:moveTo>
                  <a:pt x="13343" y="303"/>
                </a:moveTo>
                <a:lnTo>
                  <a:pt x="303" y="13343"/>
                </a:lnTo>
                <a:cubicBezTo>
                  <a:pt x="330" y="13456"/>
                  <a:pt x="361" y="13569"/>
                  <a:pt x="392" y="13682"/>
                </a:cubicBezTo>
                <a:lnTo>
                  <a:pt x="13682" y="393"/>
                </a:lnTo>
                <a:cubicBezTo>
                  <a:pt x="13569" y="362"/>
                  <a:pt x="13456" y="331"/>
                  <a:pt x="13343" y="303"/>
                </a:cubicBezTo>
                <a:close/>
                <a:moveTo>
                  <a:pt x="7909" y="395"/>
                </a:moveTo>
                <a:cubicBezTo>
                  <a:pt x="7701" y="452"/>
                  <a:pt x="7495" y="515"/>
                  <a:pt x="7290" y="585"/>
                </a:cubicBezTo>
                <a:lnTo>
                  <a:pt x="584" y="7290"/>
                </a:lnTo>
                <a:cubicBezTo>
                  <a:pt x="514" y="7495"/>
                  <a:pt x="452" y="7702"/>
                  <a:pt x="394" y="7909"/>
                </a:cubicBezTo>
                <a:lnTo>
                  <a:pt x="7909" y="395"/>
                </a:lnTo>
                <a:close/>
                <a:moveTo>
                  <a:pt x="14094" y="515"/>
                </a:moveTo>
                <a:lnTo>
                  <a:pt x="514" y="14094"/>
                </a:lnTo>
                <a:cubicBezTo>
                  <a:pt x="549" y="14202"/>
                  <a:pt x="583" y="14310"/>
                  <a:pt x="620" y="14417"/>
                </a:cubicBezTo>
                <a:lnTo>
                  <a:pt x="14417" y="621"/>
                </a:lnTo>
                <a:cubicBezTo>
                  <a:pt x="14310" y="583"/>
                  <a:pt x="14202" y="549"/>
                  <a:pt x="14094" y="515"/>
                </a:cubicBezTo>
                <a:close/>
                <a:moveTo>
                  <a:pt x="14804" y="767"/>
                </a:moveTo>
                <a:lnTo>
                  <a:pt x="767" y="14804"/>
                </a:lnTo>
                <a:cubicBezTo>
                  <a:pt x="807" y="14905"/>
                  <a:pt x="851" y="15004"/>
                  <a:pt x="894" y="15104"/>
                </a:cubicBezTo>
                <a:lnTo>
                  <a:pt x="15104" y="895"/>
                </a:lnTo>
                <a:cubicBezTo>
                  <a:pt x="15004" y="852"/>
                  <a:pt x="14905" y="807"/>
                  <a:pt x="14804" y="767"/>
                </a:cubicBezTo>
                <a:close/>
                <a:moveTo>
                  <a:pt x="6411" y="932"/>
                </a:moveTo>
                <a:cubicBezTo>
                  <a:pt x="6118" y="1062"/>
                  <a:pt x="5831" y="1206"/>
                  <a:pt x="5549" y="1363"/>
                </a:cubicBezTo>
                <a:lnTo>
                  <a:pt x="1362" y="5549"/>
                </a:lnTo>
                <a:cubicBezTo>
                  <a:pt x="1205" y="5832"/>
                  <a:pt x="1061" y="6119"/>
                  <a:pt x="931" y="6411"/>
                </a:cubicBezTo>
                <a:lnTo>
                  <a:pt x="6411" y="932"/>
                </a:lnTo>
                <a:close/>
                <a:moveTo>
                  <a:pt x="15470" y="1061"/>
                </a:moveTo>
                <a:lnTo>
                  <a:pt x="1060" y="15471"/>
                </a:lnTo>
                <a:cubicBezTo>
                  <a:pt x="1106" y="15567"/>
                  <a:pt x="1153" y="15664"/>
                  <a:pt x="1202" y="15759"/>
                </a:cubicBezTo>
                <a:lnTo>
                  <a:pt x="15759" y="1203"/>
                </a:lnTo>
                <a:cubicBezTo>
                  <a:pt x="15663" y="1153"/>
                  <a:pt x="15567" y="1107"/>
                  <a:pt x="15470" y="1061"/>
                </a:cubicBezTo>
                <a:close/>
                <a:moveTo>
                  <a:pt x="16103" y="1391"/>
                </a:moveTo>
                <a:lnTo>
                  <a:pt x="1391" y="16103"/>
                </a:lnTo>
                <a:cubicBezTo>
                  <a:pt x="1442" y="16194"/>
                  <a:pt x="1494" y="16285"/>
                  <a:pt x="1549" y="16375"/>
                </a:cubicBezTo>
                <a:lnTo>
                  <a:pt x="16375" y="1549"/>
                </a:lnTo>
                <a:cubicBezTo>
                  <a:pt x="16285" y="1495"/>
                  <a:pt x="16194" y="1442"/>
                  <a:pt x="16103" y="1391"/>
                </a:cubicBezTo>
                <a:close/>
                <a:moveTo>
                  <a:pt x="16703" y="1754"/>
                </a:moveTo>
                <a:lnTo>
                  <a:pt x="1753" y="16703"/>
                </a:lnTo>
                <a:cubicBezTo>
                  <a:pt x="1809" y="16788"/>
                  <a:pt x="1869" y="16872"/>
                  <a:pt x="1928" y="16956"/>
                </a:cubicBezTo>
                <a:lnTo>
                  <a:pt x="16956" y="1928"/>
                </a:lnTo>
                <a:cubicBezTo>
                  <a:pt x="16872" y="1869"/>
                  <a:pt x="16788" y="1810"/>
                  <a:pt x="16703" y="1754"/>
                </a:cubicBezTo>
                <a:close/>
                <a:moveTo>
                  <a:pt x="17267" y="2151"/>
                </a:moveTo>
                <a:lnTo>
                  <a:pt x="2151" y="17267"/>
                </a:lnTo>
                <a:cubicBezTo>
                  <a:pt x="2212" y="17349"/>
                  <a:pt x="2274" y="17430"/>
                  <a:pt x="2338" y="17510"/>
                </a:cubicBezTo>
                <a:lnTo>
                  <a:pt x="17510" y="2338"/>
                </a:lnTo>
                <a:cubicBezTo>
                  <a:pt x="17430" y="2275"/>
                  <a:pt x="17349" y="2212"/>
                  <a:pt x="17267" y="2151"/>
                </a:cubicBezTo>
                <a:close/>
                <a:moveTo>
                  <a:pt x="3805" y="2574"/>
                </a:moveTo>
                <a:cubicBezTo>
                  <a:pt x="3586" y="2761"/>
                  <a:pt x="3370" y="2956"/>
                  <a:pt x="3163" y="3163"/>
                </a:cubicBezTo>
                <a:cubicBezTo>
                  <a:pt x="2955" y="3371"/>
                  <a:pt x="2761" y="3586"/>
                  <a:pt x="2574" y="3806"/>
                </a:cubicBezTo>
                <a:lnTo>
                  <a:pt x="3805" y="2574"/>
                </a:lnTo>
                <a:close/>
                <a:moveTo>
                  <a:pt x="17801" y="2579"/>
                </a:moveTo>
                <a:lnTo>
                  <a:pt x="2579" y="17801"/>
                </a:lnTo>
                <a:cubicBezTo>
                  <a:pt x="2645" y="17878"/>
                  <a:pt x="2709" y="17957"/>
                  <a:pt x="2777" y="18032"/>
                </a:cubicBezTo>
                <a:lnTo>
                  <a:pt x="18032" y="2777"/>
                </a:lnTo>
                <a:cubicBezTo>
                  <a:pt x="17957" y="2709"/>
                  <a:pt x="17878" y="2645"/>
                  <a:pt x="17801" y="2579"/>
                </a:cubicBezTo>
                <a:close/>
                <a:moveTo>
                  <a:pt x="18304" y="3036"/>
                </a:moveTo>
                <a:lnTo>
                  <a:pt x="3036" y="18304"/>
                </a:lnTo>
                <a:cubicBezTo>
                  <a:pt x="3079" y="18349"/>
                  <a:pt x="3119" y="18394"/>
                  <a:pt x="3163" y="18438"/>
                </a:cubicBezTo>
                <a:cubicBezTo>
                  <a:pt x="3191" y="18466"/>
                  <a:pt x="3222" y="18492"/>
                  <a:pt x="3250" y="18521"/>
                </a:cubicBezTo>
                <a:lnTo>
                  <a:pt x="18521" y="3251"/>
                </a:lnTo>
                <a:cubicBezTo>
                  <a:pt x="18492" y="3222"/>
                  <a:pt x="18466" y="3192"/>
                  <a:pt x="18438" y="3163"/>
                </a:cubicBezTo>
                <a:cubicBezTo>
                  <a:pt x="18394" y="3119"/>
                  <a:pt x="18348" y="3079"/>
                  <a:pt x="18304" y="3036"/>
                </a:cubicBezTo>
                <a:close/>
                <a:moveTo>
                  <a:pt x="18781" y="3523"/>
                </a:moveTo>
                <a:lnTo>
                  <a:pt x="3522" y="18781"/>
                </a:lnTo>
                <a:cubicBezTo>
                  <a:pt x="3598" y="18850"/>
                  <a:pt x="3676" y="18915"/>
                  <a:pt x="3753" y="18982"/>
                </a:cubicBezTo>
                <a:lnTo>
                  <a:pt x="18982" y="3753"/>
                </a:lnTo>
                <a:cubicBezTo>
                  <a:pt x="18915" y="3676"/>
                  <a:pt x="18850" y="3598"/>
                  <a:pt x="18781" y="3523"/>
                </a:cubicBezTo>
                <a:close/>
                <a:moveTo>
                  <a:pt x="19224" y="4041"/>
                </a:moveTo>
                <a:lnTo>
                  <a:pt x="4041" y="19224"/>
                </a:lnTo>
                <a:cubicBezTo>
                  <a:pt x="4121" y="19289"/>
                  <a:pt x="4202" y="19350"/>
                  <a:pt x="4283" y="19412"/>
                </a:cubicBezTo>
                <a:lnTo>
                  <a:pt x="19412" y="4283"/>
                </a:lnTo>
                <a:cubicBezTo>
                  <a:pt x="19350" y="4202"/>
                  <a:pt x="19289" y="4121"/>
                  <a:pt x="19224" y="4041"/>
                </a:cubicBezTo>
                <a:close/>
                <a:moveTo>
                  <a:pt x="19637" y="4591"/>
                </a:moveTo>
                <a:lnTo>
                  <a:pt x="4591" y="19637"/>
                </a:lnTo>
                <a:cubicBezTo>
                  <a:pt x="4675" y="19696"/>
                  <a:pt x="4758" y="19757"/>
                  <a:pt x="4843" y="19813"/>
                </a:cubicBezTo>
                <a:lnTo>
                  <a:pt x="19813" y="4844"/>
                </a:lnTo>
                <a:cubicBezTo>
                  <a:pt x="19757" y="4758"/>
                  <a:pt x="19696" y="4675"/>
                  <a:pt x="19637" y="4591"/>
                </a:cubicBezTo>
                <a:close/>
                <a:moveTo>
                  <a:pt x="20019" y="5172"/>
                </a:moveTo>
                <a:lnTo>
                  <a:pt x="5172" y="20019"/>
                </a:lnTo>
                <a:cubicBezTo>
                  <a:pt x="5261" y="20073"/>
                  <a:pt x="5351" y="20126"/>
                  <a:pt x="5441" y="20178"/>
                </a:cubicBezTo>
                <a:lnTo>
                  <a:pt x="20178" y="5441"/>
                </a:lnTo>
                <a:cubicBezTo>
                  <a:pt x="20126" y="5351"/>
                  <a:pt x="20073" y="5261"/>
                  <a:pt x="20019" y="5172"/>
                </a:cubicBezTo>
                <a:close/>
                <a:moveTo>
                  <a:pt x="20369" y="5782"/>
                </a:moveTo>
                <a:lnTo>
                  <a:pt x="5782" y="20369"/>
                </a:lnTo>
                <a:cubicBezTo>
                  <a:pt x="5877" y="20419"/>
                  <a:pt x="5974" y="20463"/>
                  <a:pt x="6071" y="20510"/>
                </a:cubicBezTo>
                <a:lnTo>
                  <a:pt x="20510" y="6071"/>
                </a:lnTo>
                <a:cubicBezTo>
                  <a:pt x="20463" y="5975"/>
                  <a:pt x="20419" y="5878"/>
                  <a:pt x="20369" y="5782"/>
                </a:cubicBezTo>
                <a:close/>
                <a:moveTo>
                  <a:pt x="20679" y="6434"/>
                </a:moveTo>
                <a:lnTo>
                  <a:pt x="6434" y="20679"/>
                </a:lnTo>
                <a:cubicBezTo>
                  <a:pt x="6534" y="20723"/>
                  <a:pt x="6633" y="20769"/>
                  <a:pt x="6734" y="20809"/>
                </a:cubicBezTo>
                <a:lnTo>
                  <a:pt x="20809" y="6735"/>
                </a:lnTo>
                <a:cubicBezTo>
                  <a:pt x="20769" y="6634"/>
                  <a:pt x="20723" y="6534"/>
                  <a:pt x="20679" y="6434"/>
                </a:cubicBezTo>
                <a:close/>
                <a:moveTo>
                  <a:pt x="20956" y="7121"/>
                </a:moveTo>
                <a:lnTo>
                  <a:pt x="7120" y="20956"/>
                </a:lnTo>
                <a:cubicBezTo>
                  <a:pt x="7226" y="20994"/>
                  <a:pt x="7333" y="21030"/>
                  <a:pt x="7439" y="21065"/>
                </a:cubicBezTo>
                <a:lnTo>
                  <a:pt x="21065" y="7439"/>
                </a:lnTo>
                <a:cubicBezTo>
                  <a:pt x="21030" y="7333"/>
                  <a:pt x="20994" y="7226"/>
                  <a:pt x="20956" y="7121"/>
                </a:cubicBezTo>
                <a:close/>
                <a:moveTo>
                  <a:pt x="21190" y="7848"/>
                </a:moveTo>
                <a:lnTo>
                  <a:pt x="7848" y="21190"/>
                </a:lnTo>
                <a:cubicBezTo>
                  <a:pt x="7960" y="21221"/>
                  <a:pt x="8073" y="21252"/>
                  <a:pt x="8186" y="21280"/>
                </a:cubicBezTo>
                <a:lnTo>
                  <a:pt x="21280" y="8186"/>
                </a:lnTo>
                <a:cubicBezTo>
                  <a:pt x="21252" y="8073"/>
                  <a:pt x="21221" y="7960"/>
                  <a:pt x="21190" y="7848"/>
                </a:cubicBezTo>
                <a:close/>
                <a:moveTo>
                  <a:pt x="21378" y="8623"/>
                </a:moveTo>
                <a:lnTo>
                  <a:pt x="8623" y="21378"/>
                </a:lnTo>
                <a:cubicBezTo>
                  <a:pt x="8743" y="21402"/>
                  <a:pt x="8863" y="21424"/>
                  <a:pt x="8984" y="21445"/>
                </a:cubicBezTo>
                <a:lnTo>
                  <a:pt x="21445" y="8984"/>
                </a:lnTo>
                <a:cubicBezTo>
                  <a:pt x="21424" y="8864"/>
                  <a:pt x="21402" y="8743"/>
                  <a:pt x="21378" y="8623"/>
                </a:cubicBezTo>
                <a:close/>
                <a:moveTo>
                  <a:pt x="21514" y="9448"/>
                </a:moveTo>
                <a:lnTo>
                  <a:pt x="9447" y="21514"/>
                </a:lnTo>
                <a:cubicBezTo>
                  <a:pt x="9576" y="21530"/>
                  <a:pt x="9704" y="21546"/>
                  <a:pt x="9833" y="21557"/>
                </a:cubicBezTo>
                <a:lnTo>
                  <a:pt x="21557" y="9834"/>
                </a:lnTo>
                <a:cubicBezTo>
                  <a:pt x="21546" y="9705"/>
                  <a:pt x="21530" y="9576"/>
                  <a:pt x="21514" y="9448"/>
                </a:cubicBezTo>
                <a:close/>
                <a:moveTo>
                  <a:pt x="21590" y="10333"/>
                </a:moveTo>
                <a:lnTo>
                  <a:pt x="10332" y="21590"/>
                </a:lnTo>
                <a:cubicBezTo>
                  <a:pt x="10473" y="21596"/>
                  <a:pt x="10613" y="21599"/>
                  <a:pt x="10753" y="21600"/>
                </a:cubicBezTo>
                <a:lnTo>
                  <a:pt x="21600" y="10754"/>
                </a:lnTo>
                <a:cubicBezTo>
                  <a:pt x="21599" y="10613"/>
                  <a:pt x="21596" y="10473"/>
                  <a:pt x="21590" y="10333"/>
                </a:cubicBezTo>
                <a:close/>
                <a:moveTo>
                  <a:pt x="21590" y="11296"/>
                </a:moveTo>
                <a:lnTo>
                  <a:pt x="11295" y="21590"/>
                </a:lnTo>
                <a:cubicBezTo>
                  <a:pt x="11449" y="21583"/>
                  <a:pt x="11603" y="21572"/>
                  <a:pt x="11757" y="21558"/>
                </a:cubicBezTo>
                <a:lnTo>
                  <a:pt x="21558" y="11757"/>
                </a:lnTo>
                <a:cubicBezTo>
                  <a:pt x="21572" y="11603"/>
                  <a:pt x="21583" y="11450"/>
                  <a:pt x="21590" y="11296"/>
                </a:cubicBezTo>
                <a:close/>
                <a:moveTo>
                  <a:pt x="21489" y="12358"/>
                </a:moveTo>
                <a:lnTo>
                  <a:pt x="12358" y="21489"/>
                </a:lnTo>
                <a:cubicBezTo>
                  <a:pt x="12531" y="21464"/>
                  <a:pt x="12703" y="21434"/>
                  <a:pt x="12876" y="21400"/>
                </a:cubicBezTo>
                <a:lnTo>
                  <a:pt x="21400" y="12876"/>
                </a:lnTo>
                <a:cubicBezTo>
                  <a:pt x="21434" y="12704"/>
                  <a:pt x="21464" y="12531"/>
                  <a:pt x="21489" y="12358"/>
                </a:cubicBezTo>
                <a:close/>
                <a:moveTo>
                  <a:pt x="21239" y="13569"/>
                </a:moveTo>
                <a:lnTo>
                  <a:pt x="13569" y="21239"/>
                </a:lnTo>
                <a:cubicBezTo>
                  <a:pt x="13774" y="21185"/>
                  <a:pt x="13978" y="21125"/>
                  <a:pt x="14181" y="21058"/>
                </a:cubicBezTo>
                <a:lnTo>
                  <a:pt x="21058" y="14181"/>
                </a:lnTo>
                <a:cubicBezTo>
                  <a:pt x="21125" y="13978"/>
                  <a:pt x="21185" y="13774"/>
                  <a:pt x="21239" y="13569"/>
                </a:cubicBezTo>
                <a:close/>
                <a:moveTo>
                  <a:pt x="20736" y="15035"/>
                </a:moveTo>
                <a:lnTo>
                  <a:pt x="15035" y="20736"/>
                </a:lnTo>
                <a:cubicBezTo>
                  <a:pt x="15310" y="20619"/>
                  <a:pt x="15581" y="20493"/>
                  <a:pt x="15848" y="20352"/>
                </a:cubicBezTo>
                <a:lnTo>
                  <a:pt x="20352" y="15848"/>
                </a:lnTo>
                <a:cubicBezTo>
                  <a:pt x="20493" y="15581"/>
                  <a:pt x="20619" y="15310"/>
                  <a:pt x="20736" y="15035"/>
                </a:cubicBezTo>
                <a:close/>
                <a:moveTo>
                  <a:pt x="19400" y="17332"/>
                </a:moveTo>
                <a:lnTo>
                  <a:pt x="17332" y="19400"/>
                </a:lnTo>
                <a:cubicBezTo>
                  <a:pt x="17716" y="19108"/>
                  <a:pt x="18087" y="18789"/>
                  <a:pt x="18438" y="18438"/>
                </a:cubicBezTo>
                <a:cubicBezTo>
                  <a:pt x="18788" y="18087"/>
                  <a:pt x="19107" y="17716"/>
                  <a:pt x="19400" y="17332"/>
                </a:cubicBezTo>
                <a:close/>
              </a:path>
            </a:pathLst>
          </a:custGeom>
          <a:solidFill>
            <a:schemeClr val="accent4"/>
          </a:solidFill>
          <a:ln w="12700">
            <a:miter lim="400000"/>
          </a:ln>
        </p:spPr>
        <p:txBody>
          <a:bodyPr lIns="0" tIns="0" rIns="0" bIns="0" anchor="ctr"/>
          <a:lstStyle/>
          <a:p>
            <a:pPr marL="0" marR="0" lvl="0" indent="0" algn="ctr" defTabSz="8255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 kumimoji="0" sz="32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Helvetica Neue Medium"/>
              <a:sym typeface="Helvetica Neue Medium"/>
            </a:endParaRPr>
          </a:p>
        </p:txBody>
      </p:sp>
      <p:sp>
        <p:nvSpPr>
          <p:cNvPr id="217" name="Shape">
            <a:extLst>
              <a:ext uri="{FF2B5EF4-FFF2-40B4-BE49-F238E27FC236}">
                <a16:creationId xmlns:a16="http://schemas.microsoft.com/office/drawing/2014/main" id="{07216766-5559-4062-ADA0-62033E7AC13A}"/>
              </a:ext>
            </a:extLst>
          </p:cNvPr>
          <p:cNvSpPr/>
          <p:nvPr/>
        </p:nvSpPr>
        <p:spPr>
          <a:xfrm>
            <a:off x="5513585" y="9836851"/>
            <a:ext cx="2709536" cy="270965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800" y="0"/>
                </a:moveTo>
                <a:cubicBezTo>
                  <a:pt x="10787" y="0"/>
                  <a:pt x="10773" y="1"/>
                  <a:pt x="10759" y="1"/>
                </a:cubicBezTo>
                <a:lnTo>
                  <a:pt x="1" y="10760"/>
                </a:lnTo>
                <a:cubicBezTo>
                  <a:pt x="0" y="10900"/>
                  <a:pt x="3" y="11040"/>
                  <a:pt x="8" y="11181"/>
                </a:cubicBezTo>
                <a:lnTo>
                  <a:pt x="11180" y="9"/>
                </a:lnTo>
                <a:cubicBezTo>
                  <a:pt x="11054" y="4"/>
                  <a:pt x="10927" y="0"/>
                  <a:pt x="10800" y="0"/>
                </a:cubicBezTo>
                <a:close/>
                <a:moveTo>
                  <a:pt x="10211" y="17"/>
                </a:moveTo>
                <a:cubicBezTo>
                  <a:pt x="10057" y="25"/>
                  <a:pt x="9903" y="36"/>
                  <a:pt x="9748" y="51"/>
                </a:cubicBezTo>
                <a:lnTo>
                  <a:pt x="50" y="9749"/>
                </a:lnTo>
                <a:cubicBezTo>
                  <a:pt x="35" y="9903"/>
                  <a:pt x="25" y="10057"/>
                  <a:pt x="16" y="10212"/>
                </a:cubicBezTo>
                <a:lnTo>
                  <a:pt x="10211" y="17"/>
                </a:lnTo>
                <a:close/>
                <a:moveTo>
                  <a:pt x="11683" y="38"/>
                </a:moveTo>
                <a:lnTo>
                  <a:pt x="38" y="11684"/>
                </a:lnTo>
                <a:cubicBezTo>
                  <a:pt x="48" y="11814"/>
                  <a:pt x="62" y="11944"/>
                  <a:pt x="78" y="12075"/>
                </a:cubicBezTo>
                <a:lnTo>
                  <a:pt x="12074" y="78"/>
                </a:lnTo>
                <a:cubicBezTo>
                  <a:pt x="11944" y="63"/>
                  <a:pt x="11814" y="49"/>
                  <a:pt x="11683" y="38"/>
                </a:cubicBezTo>
                <a:close/>
                <a:moveTo>
                  <a:pt x="9136" y="131"/>
                </a:moveTo>
                <a:cubicBezTo>
                  <a:pt x="8960" y="158"/>
                  <a:pt x="8786" y="190"/>
                  <a:pt x="8611" y="226"/>
                </a:cubicBezTo>
                <a:lnTo>
                  <a:pt x="226" y="8611"/>
                </a:lnTo>
                <a:cubicBezTo>
                  <a:pt x="190" y="8786"/>
                  <a:pt x="157" y="8961"/>
                  <a:pt x="130" y="9137"/>
                </a:cubicBezTo>
                <a:lnTo>
                  <a:pt x="9136" y="131"/>
                </a:lnTo>
                <a:close/>
                <a:moveTo>
                  <a:pt x="12541" y="143"/>
                </a:moveTo>
                <a:lnTo>
                  <a:pt x="143" y="12541"/>
                </a:lnTo>
                <a:cubicBezTo>
                  <a:pt x="163" y="12663"/>
                  <a:pt x="183" y="12785"/>
                  <a:pt x="207" y="12906"/>
                </a:cubicBezTo>
                <a:lnTo>
                  <a:pt x="12906" y="208"/>
                </a:lnTo>
                <a:cubicBezTo>
                  <a:pt x="12785" y="184"/>
                  <a:pt x="12663" y="163"/>
                  <a:pt x="12541" y="143"/>
                </a:cubicBezTo>
                <a:close/>
                <a:moveTo>
                  <a:pt x="13343" y="303"/>
                </a:moveTo>
                <a:lnTo>
                  <a:pt x="303" y="13343"/>
                </a:lnTo>
                <a:cubicBezTo>
                  <a:pt x="330" y="13456"/>
                  <a:pt x="361" y="13569"/>
                  <a:pt x="392" y="13682"/>
                </a:cubicBezTo>
                <a:lnTo>
                  <a:pt x="13682" y="393"/>
                </a:lnTo>
                <a:cubicBezTo>
                  <a:pt x="13569" y="362"/>
                  <a:pt x="13456" y="331"/>
                  <a:pt x="13343" y="303"/>
                </a:cubicBezTo>
                <a:close/>
                <a:moveTo>
                  <a:pt x="7909" y="395"/>
                </a:moveTo>
                <a:cubicBezTo>
                  <a:pt x="7701" y="452"/>
                  <a:pt x="7495" y="515"/>
                  <a:pt x="7290" y="585"/>
                </a:cubicBezTo>
                <a:lnTo>
                  <a:pt x="584" y="7290"/>
                </a:lnTo>
                <a:cubicBezTo>
                  <a:pt x="514" y="7495"/>
                  <a:pt x="452" y="7702"/>
                  <a:pt x="394" y="7909"/>
                </a:cubicBezTo>
                <a:lnTo>
                  <a:pt x="7909" y="395"/>
                </a:lnTo>
                <a:close/>
                <a:moveTo>
                  <a:pt x="14094" y="515"/>
                </a:moveTo>
                <a:lnTo>
                  <a:pt x="514" y="14094"/>
                </a:lnTo>
                <a:cubicBezTo>
                  <a:pt x="549" y="14202"/>
                  <a:pt x="583" y="14310"/>
                  <a:pt x="620" y="14417"/>
                </a:cubicBezTo>
                <a:lnTo>
                  <a:pt x="14417" y="621"/>
                </a:lnTo>
                <a:cubicBezTo>
                  <a:pt x="14310" y="583"/>
                  <a:pt x="14202" y="549"/>
                  <a:pt x="14094" y="515"/>
                </a:cubicBezTo>
                <a:close/>
                <a:moveTo>
                  <a:pt x="14804" y="767"/>
                </a:moveTo>
                <a:lnTo>
                  <a:pt x="767" y="14804"/>
                </a:lnTo>
                <a:cubicBezTo>
                  <a:pt x="807" y="14905"/>
                  <a:pt x="851" y="15004"/>
                  <a:pt x="894" y="15104"/>
                </a:cubicBezTo>
                <a:lnTo>
                  <a:pt x="15104" y="895"/>
                </a:lnTo>
                <a:cubicBezTo>
                  <a:pt x="15004" y="852"/>
                  <a:pt x="14905" y="807"/>
                  <a:pt x="14804" y="767"/>
                </a:cubicBezTo>
                <a:close/>
                <a:moveTo>
                  <a:pt x="6411" y="932"/>
                </a:moveTo>
                <a:cubicBezTo>
                  <a:pt x="6118" y="1062"/>
                  <a:pt x="5831" y="1206"/>
                  <a:pt x="5549" y="1363"/>
                </a:cubicBezTo>
                <a:lnTo>
                  <a:pt x="1362" y="5549"/>
                </a:lnTo>
                <a:cubicBezTo>
                  <a:pt x="1205" y="5832"/>
                  <a:pt x="1061" y="6119"/>
                  <a:pt x="931" y="6411"/>
                </a:cubicBezTo>
                <a:lnTo>
                  <a:pt x="6411" y="932"/>
                </a:lnTo>
                <a:close/>
                <a:moveTo>
                  <a:pt x="15470" y="1061"/>
                </a:moveTo>
                <a:lnTo>
                  <a:pt x="1060" y="15471"/>
                </a:lnTo>
                <a:cubicBezTo>
                  <a:pt x="1106" y="15567"/>
                  <a:pt x="1153" y="15664"/>
                  <a:pt x="1202" y="15759"/>
                </a:cubicBezTo>
                <a:lnTo>
                  <a:pt x="15759" y="1203"/>
                </a:lnTo>
                <a:cubicBezTo>
                  <a:pt x="15663" y="1153"/>
                  <a:pt x="15567" y="1107"/>
                  <a:pt x="15470" y="1061"/>
                </a:cubicBezTo>
                <a:close/>
                <a:moveTo>
                  <a:pt x="16103" y="1391"/>
                </a:moveTo>
                <a:lnTo>
                  <a:pt x="1391" y="16103"/>
                </a:lnTo>
                <a:cubicBezTo>
                  <a:pt x="1442" y="16194"/>
                  <a:pt x="1494" y="16285"/>
                  <a:pt x="1548" y="16375"/>
                </a:cubicBezTo>
                <a:lnTo>
                  <a:pt x="16375" y="1549"/>
                </a:lnTo>
                <a:cubicBezTo>
                  <a:pt x="16285" y="1495"/>
                  <a:pt x="16194" y="1442"/>
                  <a:pt x="16103" y="1391"/>
                </a:cubicBezTo>
                <a:close/>
                <a:moveTo>
                  <a:pt x="16703" y="1754"/>
                </a:moveTo>
                <a:lnTo>
                  <a:pt x="1753" y="16703"/>
                </a:lnTo>
                <a:cubicBezTo>
                  <a:pt x="1809" y="16788"/>
                  <a:pt x="1869" y="16872"/>
                  <a:pt x="1928" y="16956"/>
                </a:cubicBezTo>
                <a:lnTo>
                  <a:pt x="16956" y="1928"/>
                </a:lnTo>
                <a:cubicBezTo>
                  <a:pt x="16872" y="1869"/>
                  <a:pt x="16788" y="1810"/>
                  <a:pt x="16703" y="1754"/>
                </a:cubicBezTo>
                <a:close/>
                <a:moveTo>
                  <a:pt x="17267" y="2151"/>
                </a:moveTo>
                <a:lnTo>
                  <a:pt x="2151" y="17267"/>
                </a:lnTo>
                <a:cubicBezTo>
                  <a:pt x="2212" y="17349"/>
                  <a:pt x="2274" y="17430"/>
                  <a:pt x="2338" y="17510"/>
                </a:cubicBezTo>
                <a:lnTo>
                  <a:pt x="17510" y="2338"/>
                </a:lnTo>
                <a:cubicBezTo>
                  <a:pt x="17430" y="2275"/>
                  <a:pt x="17349" y="2212"/>
                  <a:pt x="17267" y="2151"/>
                </a:cubicBezTo>
                <a:close/>
                <a:moveTo>
                  <a:pt x="3805" y="2574"/>
                </a:moveTo>
                <a:cubicBezTo>
                  <a:pt x="3586" y="2761"/>
                  <a:pt x="3370" y="2956"/>
                  <a:pt x="3163" y="3163"/>
                </a:cubicBezTo>
                <a:cubicBezTo>
                  <a:pt x="2955" y="3371"/>
                  <a:pt x="2761" y="3586"/>
                  <a:pt x="2574" y="3806"/>
                </a:cubicBezTo>
                <a:lnTo>
                  <a:pt x="3805" y="2574"/>
                </a:lnTo>
                <a:close/>
                <a:moveTo>
                  <a:pt x="17801" y="2579"/>
                </a:moveTo>
                <a:lnTo>
                  <a:pt x="2579" y="17801"/>
                </a:lnTo>
                <a:cubicBezTo>
                  <a:pt x="2645" y="17878"/>
                  <a:pt x="2709" y="17957"/>
                  <a:pt x="2777" y="18032"/>
                </a:cubicBezTo>
                <a:lnTo>
                  <a:pt x="18032" y="2777"/>
                </a:lnTo>
                <a:cubicBezTo>
                  <a:pt x="17957" y="2709"/>
                  <a:pt x="17878" y="2645"/>
                  <a:pt x="17801" y="2579"/>
                </a:cubicBezTo>
                <a:close/>
                <a:moveTo>
                  <a:pt x="18304" y="3036"/>
                </a:moveTo>
                <a:lnTo>
                  <a:pt x="3036" y="18304"/>
                </a:lnTo>
                <a:cubicBezTo>
                  <a:pt x="3079" y="18349"/>
                  <a:pt x="3119" y="18394"/>
                  <a:pt x="3163" y="18438"/>
                </a:cubicBezTo>
                <a:cubicBezTo>
                  <a:pt x="3191" y="18466"/>
                  <a:pt x="3222" y="18492"/>
                  <a:pt x="3250" y="18521"/>
                </a:cubicBezTo>
                <a:lnTo>
                  <a:pt x="18521" y="3251"/>
                </a:lnTo>
                <a:cubicBezTo>
                  <a:pt x="18492" y="3222"/>
                  <a:pt x="18466" y="3192"/>
                  <a:pt x="18438" y="3163"/>
                </a:cubicBezTo>
                <a:cubicBezTo>
                  <a:pt x="18394" y="3119"/>
                  <a:pt x="18348" y="3079"/>
                  <a:pt x="18304" y="3036"/>
                </a:cubicBezTo>
                <a:close/>
                <a:moveTo>
                  <a:pt x="18781" y="3523"/>
                </a:moveTo>
                <a:lnTo>
                  <a:pt x="3522" y="18781"/>
                </a:lnTo>
                <a:cubicBezTo>
                  <a:pt x="3598" y="18850"/>
                  <a:pt x="3676" y="18915"/>
                  <a:pt x="3753" y="18982"/>
                </a:cubicBezTo>
                <a:lnTo>
                  <a:pt x="18982" y="3753"/>
                </a:lnTo>
                <a:cubicBezTo>
                  <a:pt x="18915" y="3676"/>
                  <a:pt x="18850" y="3598"/>
                  <a:pt x="18781" y="3523"/>
                </a:cubicBezTo>
                <a:close/>
                <a:moveTo>
                  <a:pt x="19224" y="4041"/>
                </a:moveTo>
                <a:lnTo>
                  <a:pt x="4041" y="19224"/>
                </a:lnTo>
                <a:cubicBezTo>
                  <a:pt x="4121" y="19289"/>
                  <a:pt x="4202" y="19350"/>
                  <a:pt x="4283" y="19412"/>
                </a:cubicBezTo>
                <a:lnTo>
                  <a:pt x="19412" y="4283"/>
                </a:lnTo>
                <a:cubicBezTo>
                  <a:pt x="19350" y="4202"/>
                  <a:pt x="19289" y="4121"/>
                  <a:pt x="19224" y="4041"/>
                </a:cubicBezTo>
                <a:close/>
                <a:moveTo>
                  <a:pt x="19637" y="4591"/>
                </a:moveTo>
                <a:lnTo>
                  <a:pt x="4591" y="19637"/>
                </a:lnTo>
                <a:cubicBezTo>
                  <a:pt x="4675" y="19696"/>
                  <a:pt x="4758" y="19757"/>
                  <a:pt x="4843" y="19813"/>
                </a:cubicBezTo>
                <a:lnTo>
                  <a:pt x="19813" y="4844"/>
                </a:lnTo>
                <a:cubicBezTo>
                  <a:pt x="19757" y="4758"/>
                  <a:pt x="19696" y="4675"/>
                  <a:pt x="19637" y="4591"/>
                </a:cubicBezTo>
                <a:close/>
                <a:moveTo>
                  <a:pt x="20019" y="5172"/>
                </a:moveTo>
                <a:lnTo>
                  <a:pt x="5172" y="20019"/>
                </a:lnTo>
                <a:cubicBezTo>
                  <a:pt x="5261" y="20073"/>
                  <a:pt x="5351" y="20126"/>
                  <a:pt x="5441" y="20178"/>
                </a:cubicBezTo>
                <a:lnTo>
                  <a:pt x="20178" y="5441"/>
                </a:lnTo>
                <a:cubicBezTo>
                  <a:pt x="20126" y="5351"/>
                  <a:pt x="20073" y="5261"/>
                  <a:pt x="20019" y="5172"/>
                </a:cubicBezTo>
                <a:close/>
                <a:moveTo>
                  <a:pt x="20369" y="5782"/>
                </a:moveTo>
                <a:lnTo>
                  <a:pt x="5782" y="20369"/>
                </a:lnTo>
                <a:cubicBezTo>
                  <a:pt x="5877" y="20419"/>
                  <a:pt x="5974" y="20463"/>
                  <a:pt x="6071" y="20510"/>
                </a:cubicBezTo>
                <a:lnTo>
                  <a:pt x="20510" y="6071"/>
                </a:lnTo>
                <a:cubicBezTo>
                  <a:pt x="20463" y="5975"/>
                  <a:pt x="20419" y="5878"/>
                  <a:pt x="20369" y="5782"/>
                </a:cubicBezTo>
                <a:close/>
                <a:moveTo>
                  <a:pt x="20679" y="6434"/>
                </a:moveTo>
                <a:lnTo>
                  <a:pt x="6434" y="20679"/>
                </a:lnTo>
                <a:cubicBezTo>
                  <a:pt x="6534" y="20723"/>
                  <a:pt x="6633" y="20769"/>
                  <a:pt x="6734" y="20809"/>
                </a:cubicBezTo>
                <a:lnTo>
                  <a:pt x="20809" y="6735"/>
                </a:lnTo>
                <a:cubicBezTo>
                  <a:pt x="20769" y="6634"/>
                  <a:pt x="20723" y="6534"/>
                  <a:pt x="20679" y="6434"/>
                </a:cubicBezTo>
                <a:close/>
                <a:moveTo>
                  <a:pt x="20956" y="7121"/>
                </a:moveTo>
                <a:lnTo>
                  <a:pt x="7120" y="20956"/>
                </a:lnTo>
                <a:cubicBezTo>
                  <a:pt x="7226" y="20994"/>
                  <a:pt x="7333" y="21030"/>
                  <a:pt x="7439" y="21065"/>
                </a:cubicBezTo>
                <a:lnTo>
                  <a:pt x="21065" y="7439"/>
                </a:lnTo>
                <a:cubicBezTo>
                  <a:pt x="21030" y="7333"/>
                  <a:pt x="20994" y="7226"/>
                  <a:pt x="20956" y="7121"/>
                </a:cubicBezTo>
                <a:close/>
                <a:moveTo>
                  <a:pt x="21190" y="7848"/>
                </a:moveTo>
                <a:lnTo>
                  <a:pt x="7848" y="21190"/>
                </a:lnTo>
                <a:cubicBezTo>
                  <a:pt x="7960" y="21221"/>
                  <a:pt x="8073" y="21252"/>
                  <a:pt x="8186" y="21280"/>
                </a:cubicBezTo>
                <a:lnTo>
                  <a:pt x="21280" y="8186"/>
                </a:lnTo>
                <a:cubicBezTo>
                  <a:pt x="21252" y="8073"/>
                  <a:pt x="21221" y="7960"/>
                  <a:pt x="21190" y="7848"/>
                </a:cubicBezTo>
                <a:close/>
                <a:moveTo>
                  <a:pt x="21378" y="8623"/>
                </a:moveTo>
                <a:lnTo>
                  <a:pt x="8623" y="21378"/>
                </a:lnTo>
                <a:cubicBezTo>
                  <a:pt x="8743" y="21402"/>
                  <a:pt x="8863" y="21424"/>
                  <a:pt x="8984" y="21445"/>
                </a:cubicBezTo>
                <a:lnTo>
                  <a:pt x="21445" y="8984"/>
                </a:lnTo>
                <a:cubicBezTo>
                  <a:pt x="21424" y="8864"/>
                  <a:pt x="21402" y="8743"/>
                  <a:pt x="21378" y="8623"/>
                </a:cubicBezTo>
                <a:close/>
                <a:moveTo>
                  <a:pt x="21514" y="9448"/>
                </a:moveTo>
                <a:lnTo>
                  <a:pt x="9447" y="21514"/>
                </a:lnTo>
                <a:cubicBezTo>
                  <a:pt x="9576" y="21530"/>
                  <a:pt x="9704" y="21546"/>
                  <a:pt x="9833" y="21557"/>
                </a:cubicBezTo>
                <a:lnTo>
                  <a:pt x="21557" y="9834"/>
                </a:lnTo>
                <a:cubicBezTo>
                  <a:pt x="21546" y="9705"/>
                  <a:pt x="21530" y="9576"/>
                  <a:pt x="21514" y="9448"/>
                </a:cubicBezTo>
                <a:close/>
                <a:moveTo>
                  <a:pt x="21590" y="10333"/>
                </a:moveTo>
                <a:lnTo>
                  <a:pt x="10332" y="21590"/>
                </a:lnTo>
                <a:cubicBezTo>
                  <a:pt x="10473" y="21596"/>
                  <a:pt x="10613" y="21599"/>
                  <a:pt x="10753" y="21600"/>
                </a:cubicBezTo>
                <a:lnTo>
                  <a:pt x="21600" y="10754"/>
                </a:lnTo>
                <a:cubicBezTo>
                  <a:pt x="21599" y="10613"/>
                  <a:pt x="21596" y="10473"/>
                  <a:pt x="21590" y="10333"/>
                </a:cubicBezTo>
                <a:close/>
                <a:moveTo>
                  <a:pt x="21590" y="11296"/>
                </a:moveTo>
                <a:lnTo>
                  <a:pt x="11295" y="21590"/>
                </a:lnTo>
                <a:cubicBezTo>
                  <a:pt x="11449" y="21583"/>
                  <a:pt x="11603" y="21572"/>
                  <a:pt x="11757" y="21558"/>
                </a:cubicBezTo>
                <a:lnTo>
                  <a:pt x="21558" y="11757"/>
                </a:lnTo>
                <a:cubicBezTo>
                  <a:pt x="21572" y="11603"/>
                  <a:pt x="21583" y="11450"/>
                  <a:pt x="21590" y="11296"/>
                </a:cubicBezTo>
                <a:close/>
                <a:moveTo>
                  <a:pt x="21489" y="12358"/>
                </a:moveTo>
                <a:lnTo>
                  <a:pt x="12358" y="21489"/>
                </a:lnTo>
                <a:cubicBezTo>
                  <a:pt x="12531" y="21464"/>
                  <a:pt x="12703" y="21434"/>
                  <a:pt x="12876" y="21400"/>
                </a:cubicBezTo>
                <a:lnTo>
                  <a:pt x="21400" y="12876"/>
                </a:lnTo>
                <a:cubicBezTo>
                  <a:pt x="21434" y="12704"/>
                  <a:pt x="21464" y="12531"/>
                  <a:pt x="21489" y="12358"/>
                </a:cubicBezTo>
                <a:close/>
                <a:moveTo>
                  <a:pt x="21239" y="13569"/>
                </a:moveTo>
                <a:lnTo>
                  <a:pt x="13569" y="21239"/>
                </a:lnTo>
                <a:cubicBezTo>
                  <a:pt x="13774" y="21185"/>
                  <a:pt x="13978" y="21125"/>
                  <a:pt x="14181" y="21058"/>
                </a:cubicBezTo>
                <a:lnTo>
                  <a:pt x="21058" y="14181"/>
                </a:lnTo>
                <a:cubicBezTo>
                  <a:pt x="21125" y="13978"/>
                  <a:pt x="21185" y="13774"/>
                  <a:pt x="21239" y="13569"/>
                </a:cubicBezTo>
                <a:close/>
                <a:moveTo>
                  <a:pt x="20736" y="15035"/>
                </a:moveTo>
                <a:lnTo>
                  <a:pt x="15035" y="20736"/>
                </a:lnTo>
                <a:cubicBezTo>
                  <a:pt x="15310" y="20619"/>
                  <a:pt x="15581" y="20493"/>
                  <a:pt x="15848" y="20352"/>
                </a:cubicBezTo>
                <a:lnTo>
                  <a:pt x="20352" y="15848"/>
                </a:lnTo>
                <a:cubicBezTo>
                  <a:pt x="20493" y="15581"/>
                  <a:pt x="20619" y="15310"/>
                  <a:pt x="20736" y="15035"/>
                </a:cubicBezTo>
                <a:close/>
                <a:moveTo>
                  <a:pt x="19400" y="17332"/>
                </a:moveTo>
                <a:lnTo>
                  <a:pt x="17332" y="19400"/>
                </a:lnTo>
                <a:cubicBezTo>
                  <a:pt x="17716" y="19108"/>
                  <a:pt x="18087" y="18789"/>
                  <a:pt x="18438" y="18438"/>
                </a:cubicBezTo>
                <a:cubicBezTo>
                  <a:pt x="18788" y="18087"/>
                  <a:pt x="19107" y="17716"/>
                  <a:pt x="19400" y="17332"/>
                </a:cubicBezTo>
                <a:close/>
              </a:path>
            </a:pathLst>
          </a:custGeom>
          <a:solidFill>
            <a:schemeClr val="accent4"/>
          </a:solidFill>
          <a:ln w="12700">
            <a:miter lim="400000"/>
          </a:ln>
        </p:spPr>
        <p:txBody>
          <a:bodyPr lIns="0" tIns="0" rIns="0" bIns="0" anchor="ctr"/>
          <a:lstStyle/>
          <a:p>
            <a:pPr marL="0" marR="0" lvl="0" indent="0" algn="ctr" defTabSz="8255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 kumimoji="0" sz="32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Helvetica Neue Medium"/>
              <a:sym typeface="Helvetica Neue Medium"/>
            </a:endParaRPr>
          </a:p>
        </p:txBody>
      </p:sp>
      <p:sp>
        <p:nvSpPr>
          <p:cNvPr id="218" name="Shape">
            <a:extLst>
              <a:ext uri="{FF2B5EF4-FFF2-40B4-BE49-F238E27FC236}">
                <a16:creationId xmlns:a16="http://schemas.microsoft.com/office/drawing/2014/main" id="{5B316BA4-E817-2C19-0A49-6BB86D6F94B0}"/>
              </a:ext>
            </a:extLst>
          </p:cNvPr>
          <p:cNvSpPr/>
          <p:nvPr/>
        </p:nvSpPr>
        <p:spPr>
          <a:xfrm>
            <a:off x="1688166" y="791392"/>
            <a:ext cx="7163901" cy="716420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800" y="0"/>
                </a:moveTo>
                <a:cubicBezTo>
                  <a:pt x="10787" y="0"/>
                  <a:pt x="10773" y="1"/>
                  <a:pt x="10759" y="1"/>
                </a:cubicBezTo>
                <a:lnTo>
                  <a:pt x="1" y="10760"/>
                </a:lnTo>
                <a:cubicBezTo>
                  <a:pt x="0" y="10900"/>
                  <a:pt x="3" y="11040"/>
                  <a:pt x="8" y="11181"/>
                </a:cubicBezTo>
                <a:lnTo>
                  <a:pt x="11180" y="9"/>
                </a:lnTo>
                <a:cubicBezTo>
                  <a:pt x="11054" y="4"/>
                  <a:pt x="10927" y="0"/>
                  <a:pt x="10800" y="0"/>
                </a:cubicBezTo>
                <a:close/>
                <a:moveTo>
                  <a:pt x="10211" y="17"/>
                </a:moveTo>
                <a:cubicBezTo>
                  <a:pt x="10057" y="25"/>
                  <a:pt x="9903" y="36"/>
                  <a:pt x="9748" y="51"/>
                </a:cubicBezTo>
                <a:lnTo>
                  <a:pt x="50" y="9749"/>
                </a:lnTo>
                <a:cubicBezTo>
                  <a:pt x="35" y="9903"/>
                  <a:pt x="25" y="10057"/>
                  <a:pt x="16" y="10212"/>
                </a:cubicBezTo>
                <a:lnTo>
                  <a:pt x="10211" y="17"/>
                </a:lnTo>
                <a:close/>
                <a:moveTo>
                  <a:pt x="11683" y="38"/>
                </a:moveTo>
                <a:lnTo>
                  <a:pt x="38" y="11684"/>
                </a:lnTo>
                <a:cubicBezTo>
                  <a:pt x="48" y="11814"/>
                  <a:pt x="62" y="11944"/>
                  <a:pt x="78" y="12075"/>
                </a:cubicBezTo>
                <a:lnTo>
                  <a:pt x="12074" y="78"/>
                </a:lnTo>
                <a:cubicBezTo>
                  <a:pt x="11944" y="63"/>
                  <a:pt x="11814" y="49"/>
                  <a:pt x="11683" y="38"/>
                </a:cubicBezTo>
                <a:close/>
                <a:moveTo>
                  <a:pt x="9136" y="131"/>
                </a:moveTo>
                <a:cubicBezTo>
                  <a:pt x="8960" y="158"/>
                  <a:pt x="8786" y="190"/>
                  <a:pt x="8611" y="226"/>
                </a:cubicBezTo>
                <a:lnTo>
                  <a:pt x="226" y="8611"/>
                </a:lnTo>
                <a:cubicBezTo>
                  <a:pt x="190" y="8786"/>
                  <a:pt x="157" y="8961"/>
                  <a:pt x="130" y="9137"/>
                </a:cubicBezTo>
                <a:lnTo>
                  <a:pt x="9136" y="131"/>
                </a:lnTo>
                <a:close/>
                <a:moveTo>
                  <a:pt x="12541" y="143"/>
                </a:moveTo>
                <a:lnTo>
                  <a:pt x="143" y="12541"/>
                </a:lnTo>
                <a:cubicBezTo>
                  <a:pt x="163" y="12663"/>
                  <a:pt x="183" y="12785"/>
                  <a:pt x="207" y="12906"/>
                </a:cubicBezTo>
                <a:lnTo>
                  <a:pt x="12906" y="208"/>
                </a:lnTo>
                <a:cubicBezTo>
                  <a:pt x="12785" y="184"/>
                  <a:pt x="12663" y="163"/>
                  <a:pt x="12541" y="143"/>
                </a:cubicBezTo>
                <a:close/>
                <a:moveTo>
                  <a:pt x="13343" y="303"/>
                </a:moveTo>
                <a:lnTo>
                  <a:pt x="303" y="13343"/>
                </a:lnTo>
                <a:cubicBezTo>
                  <a:pt x="330" y="13456"/>
                  <a:pt x="361" y="13569"/>
                  <a:pt x="392" y="13682"/>
                </a:cubicBezTo>
                <a:lnTo>
                  <a:pt x="13682" y="393"/>
                </a:lnTo>
                <a:cubicBezTo>
                  <a:pt x="13569" y="362"/>
                  <a:pt x="13456" y="331"/>
                  <a:pt x="13343" y="303"/>
                </a:cubicBezTo>
                <a:close/>
                <a:moveTo>
                  <a:pt x="7909" y="395"/>
                </a:moveTo>
                <a:cubicBezTo>
                  <a:pt x="7701" y="452"/>
                  <a:pt x="7495" y="515"/>
                  <a:pt x="7290" y="585"/>
                </a:cubicBezTo>
                <a:lnTo>
                  <a:pt x="584" y="7290"/>
                </a:lnTo>
                <a:cubicBezTo>
                  <a:pt x="514" y="7495"/>
                  <a:pt x="452" y="7702"/>
                  <a:pt x="394" y="7909"/>
                </a:cubicBezTo>
                <a:lnTo>
                  <a:pt x="7909" y="395"/>
                </a:lnTo>
                <a:close/>
                <a:moveTo>
                  <a:pt x="14094" y="515"/>
                </a:moveTo>
                <a:lnTo>
                  <a:pt x="514" y="14094"/>
                </a:lnTo>
                <a:cubicBezTo>
                  <a:pt x="549" y="14202"/>
                  <a:pt x="583" y="14310"/>
                  <a:pt x="620" y="14417"/>
                </a:cubicBezTo>
                <a:lnTo>
                  <a:pt x="14417" y="621"/>
                </a:lnTo>
                <a:cubicBezTo>
                  <a:pt x="14310" y="583"/>
                  <a:pt x="14202" y="549"/>
                  <a:pt x="14094" y="515"/>
                </a:cubicBezTo>
                <a:close/>
                <a:moveTo>
                  <a:pt x="14804" y="767"/>
                </a:moveTo>
                <a:lnTo>
                  <a:pt x="767" y="14804"/>
                </a:lnTo>
                <a:cubicBezTo>
                  <a:pt x="807" y="14905"/>
                  <a:pt x="851" y="15004"/>
                  <a:pt x="894" y="15104"/>
                </a:cubicBezTo>
                <a:lnTo>
                  <a:pt x="15104" y="895"/>
                </a:lnTo>
                <a:cubicBezTo>
                  <a:pt x="15004" y="852"/>
                  <a:pt x="14905" y="807"/>
                  <a:pt x="14804" y="767"/>
                </a:cubicBezTo>
                <a:close/>
                <a:moveTo>
                  <a:pt x="6411" y="932"/>
                </a:moveTo>
                <a:cubicBezTo>
                  <a:pt x="6118" y="1062"/>
                  <a:pt x="5831" y="1206"/>
                  <a:pt x="5549" y="1363"/>
                </a:cubicBezTo>
                <a:lnTo>
                  <a:pt x="1362" y="5549"/>
                </a:lnTo>
                <a:cubicBezTo>
                  <a:pt x="1205" y="5832"/>
                  <a:pt x="1061" y="6119"/>
                  <a:pt x="931" y="6411"/>
                </a:cubicBezTo>
                <a:lnTo>
                  <a:pt x="6411" y="932"/>
                </a:lnTo>
                <a:close/>
                <a:moveTo>
                  <a:pt x="15470" y="1061"/>
                </a:moveTo>
                <a:lnTo>
                  <a:pt x="1060" y="15471"/>
                </a:lnTo>
                <a:cubicBezTo>
                  <a:pt x="1106" y="15567"/>
                  <a:pt x="1153" y="15664"/>
                  <a:pt x="1202" y="15759"/>
                </a:cubicBezTo>
                <a:lnTo>
                  <a:pt x="15759" y="1203"/>
                </a:lnTo>
                <a:cubicBezTo>
                  <a:pt x="15663" y="1153"/>
                  <a:pt x="15567" y="1107"/>
                  <a:pt x="15470" y="1061"/>
                </a:cubicBezTo>
                <a:close/>
                <a:moveTo>
                  <a:pt x="16103" y="1391"/>
                </a:moveTo>
                <a:lnTo>
                  <a:pt x="1391" y="16103"/>
                </a:lnTo>
                <a:cubicBezTo>
                  <a:pt x="1442" y="16194"/>
                  <a:pt x="1494" y="16285"/>
                  <a:pt x="1548" y="16375"/>
                </a:cubicBezTo>
                <a:lnTo>
                  <a:pt x="16375" y="1549"/>
                </a:lnTo>
                <a:cubicBezTo>
                  <a:pt x="16285" y="1495"/>
                  <a:pt x="16194" y="1442"/>
                  <a:pt x="16103" y="1391"/>
                </a:cubicBezTo>
                <a:close/>
                <a:moveTo>
                  <a:pt x="16703" y="1754"/>
                </a:moveTo>
                <a:lnTo>
                  <a:pt x="1753" y="16703"/>
                </a:lnTo>
                <a:cubicBezTo>
                  <a:pt x="1809" y="16788"/>
                  <a:pt x="1869" y="16872"/>
                  <a:pt x="1928" y="16956"/>
                </a:cubicBezTo>
                <a:lnTo>
                  <a:pt x="16956" y="1928"/>
                </a:lnTo>
                <a:cubicBezTo>
                  <a:pt x="16872" y="1869"/>
                  <a:pt x="16788" y="1810"/>
                  <a:pt x="16703" y="1754"/>
                </a:cubicBezTo>
                <a:close/>
                <a:moveTo>
                  <a:pt x="17267" y="2151"/>
                </a:moveTo>
                <a:lnTo>
                  <a:pt x="2151" y="17267"/>
                </a:lnTo>
                <a:cubicBezTo>
                  <a:pt x="2212" y="17349"/>
                  <a:pt x="2274" y="17430"/>
                  <a:pt x="2338" y="17510"/>
                </a:cubicBezTo>
                <a:lnTo>
                  <a:pt x="17510" y="2338"/>
                </a:lnTo>
                <a:cubicBezTo>
                  <a:pt x="17430" y="2275"/>
                  <a:pt x="17349" y="2212"/>
                  <a:pt x="17267" y="2151"/>
                </a:cubicBezTo>
                <a:close/>
                <a:moveTo>
                  <a:pt x="3805" y="2574"/>
                </a:moveTo>
                <a:cubicBezTo>
                  <a:pt x="3586" y="2761"/>
                  <a:pt x="3370" y="2956"/>
                  <a:pt x="3163" y="3163"/>
                </a:cubicBezTo>
                <a:cubicBezTo>
                  <a:pt x="2955" y="3371"/>
                  <a:pt x="2761" y="3586"/>
                  <a:pt x="2574" y="3806"/>
                </a:cubicBezTo>
                <a:lnTo>
                  <a:pt x="3805" y="2574"/>
                </a:lnTo>
                <a:close/>
                <a:moveTo>
                  <a:pt x="17801" y="2579"/>
                </a:moveTo>
                <a:lnTo>
                  <a:pt x="2579" y="17801"/>
                </a:lnTo>
                <a:cubicBezTo>
                  <a:pt x="2645" y="17878"/>
                  <a:pt x="2709" y="17957"/>
                  <a:pt x="2777" y="18032"/>
                </a:cubicBezTo>
                <a:lnTo>
                  <a:pt x="18032" y="2777"/>
                </a:lnTo>
                <a:cubicBezTo>
                  <a:pt x="17957" y="2709"/>
                  <a:pt x="17878" y="2645"/>
                  <a:pt x="17801" y="2579"/>
                </a:cubicBezTo>
                <a:close/>
                <a:moveTo>
                  <a:pt x="18304" y="3036"/>
                </a:moveTo>
                <a:lnTo>
                  <a:pt x="3036" y="18304"/>
                </a:lnTo>
                <a:cubicBezTo>
                  <a:pt x="3079" y="18349"/>
                  <a:pt x="3119" y="18394"/>
                  <a:pt x="3163" y="18438"/>
                </a:cubicBezTo>
                <a:cubicBezTo>
                  <a:pt x="3191" y="18466"/>
                  <a:pt x="3222" y="18492"/>
                  <a:pt x="3250" y="18521"/>
                </a:cubicBezTo>
                <a:lnTo>
                  <a:pt x="18521" y="3251"/>
                </a:lnTo>
                <a:cubicBezTo>
                  <a:pt x="18492" y="3222"/>
                  <a:pt x="18466" y="3192"/>
                  <a:pt x="18438" y="3163"/>
                </a:cubicBezTo>
                <a:cubicBezTo>
                  <a:pt x="18394" y="3119"/>
                  <a:pt x="18348" y="3079"/>
                  <a:pt x="18304" y="3036"/>
                </a:cubicBezTo>
                <a:close/>
                <a:moveTo>
                  <a:pt x="18781" y="3523"/>
                </a:moveTo>
                <a:lnTo>
                  <a:pt x="3522" y="18781"/>
                </a:lnTo>
                <a:cubicBezTo>
                  <a:pt x="3598" y="18850"/>
                  <a:pt x="3676" y="18915"/>
                  <a:pt x="3753" y="18982"/>
                </a:cubicBezTo>
                <a:lnTo>
                  <a:pt x="18982" y="3753"/>
                </a:lnTo>
                <a:cubicBezTo>
                  <a:pt x="18915" y="3676"/>
                  <a:pt x="18850" y="3598"/>
                  <a:pt x="18781" y="3523"/>
                </a:cubicBezTo>
                <a:close/>
                <a:moveTo>
                  <a:pt x="19224" y="4041"/>
                </a:moveTo>
                <a:lnTo>
                  <a:pt x="4041" y="19224"/>
                </a:lnTo>
                <a:cubicBezTo>
                  <a:pt x="4121" y="19289"/>
                  <a:pt x="4202" y="19350"/>
                  <a:pt x="4283" y="19412"/>
                </a:cubicBezTo>
                <a:lnTo>
                  <a:pt x="19412" y="4283"/>
                </a:lnTo>
                <a:cubicBezTo>
                  <a:pt x="19350" y="4202"/>
                  <a:pt x="19289" y="4121"/>
                  <a:pt x="19224" y="4041"/>
                </a:cubicBezTo>
                <a:close/>
                <a:moveTo>
                  <a:pt x="19637" y="4591"/>
                </a:moveTo>
                <a:lnTo>
                  <a:pt x="4591" y="19637"/>
                </a:lnTo>
                <a:cubicBezTo>
                  <a:pt x="4675" y="19696"/>
                  <a:pt x="4758" y="19757"/>
                  <a:pt x="4843" y="19813"/>
                </a:cubicBezTo>
                <a:lnTo>
                  <a:pt x="19813" y="4844"/>
                </a:lnTo>
                <a:cubicBezTo>
                  <a:pt x="19757" y="4758"/>
                  <a:pt x="19696" y="4675"/>
                  <a:pt x="19637" y="4591"/>
                </a:cubicBezTo>
                <a:close/>
                <a:moveTo>
                  <a:pt x="20019" y="5172"/>
                </a:moveTo>
                <a:lnTo>
                  <a:pt x="5172" y="20019"/>
                </a:lnTo>
                <a:cubicBezTo>
                  <a:pt x="5261" y="20073"/>
                  <a:pt x="5351" y="20126"/>
                  <a:pt x="5441" y="20178"/>
                </a:cubicBezTo>
                <a:lnTo>
                  <a:pt x="20178" y="5441"/>
                </a:lnTo>
                <a:cubicBezTo>
                  <a:pt x="20126" y="5351"/>
                  <a:pt x="20073" y="5261"/>
                  <a:pt x="20019" y="5172"/>
                </a:cubicBezTo>
                <a:close/>
                <a:moveTo>
                  <a:pt x="20369" y="5782"/>
                </a:moveTo>
                <a:lnTo>
                  <a:pt x="5782" y="20369"/>
                </a:lnTo>
                <a:cubicBezTo>
                  <a:pt x="5877" y="20419"/>
                  <a:pt x="5974" y="20463"/>
                  <a:pt x="6071" y="20510"/>
                </a:cubicBezTo>
                <a:lnTo>
                  <a:pt x="20510" y="6071"/>
                </a:lnTo>
                <a:cubicBezTo>
                  <a:pt x="20463" y="5975"/>
                  <a:pt x="20419" y="5878"/>
                  <a:pt x="20369" y="5782"/>
                </a:cubicBezTo>
                <a:close/>
                <a:moveTo>
                  <a:pt x="20679" y="6434"/>
                </a:moveTo>
                <a:lnTo>
                  <a:pt x="6434" y="20679"/>
                </a:lnTo>
                <a:cubicBezTo>
                  <a:pt x="6534" y="20723"/>
                  <a:pt x="6633" y="20769"/>
                  <a:pt x="6734" y="20809"/>
                </a:cubicBezTo>
                <a:lnTo>
                  <a:pt x="20809" y="6735"/>
                </a:lnTo>
                <a:cubicBezTo>
                  <a:pt x="20769" y="6634"/>
                  <a:pt x="20723" y="6534"/>
                  <a:pt x="20679" y="6434"/>
                </a:cubicBezTo>
                <a:close/>
                <a:moveTo>
                  <a:pt x="20956" y="7121"/>
                </a:moveTo>
                <a:lnTo>
                  <a:pt x="7120" y="20956"/>
                </a:lnTo>
                <a:cubicBezTo>
                  <a:pt x="7226" y="20994"/>
                  <a:pt x="7333" y="21030"/>
                  <a:pt x="7439" y="21065"/>
                </a:cubicBezTo>
                <a:lnTo>
                  <a:pt x="21065" y="7439"/>
                </a:lnTo>
                <a:cubicBezTo>
                  <a:pt x="21030" y="7333"/>
                  <a:pt x="20994" y="7226"/>
                  <a:pt x="20956" y="7121"/>
                </a:cubicBezTo>
                <a:close/>
                <a:moveTo>
                  <a:pt x="21190" y="7848"/>
                </a:moveTo>
                <a:lnTo>
                  <a:pt x="7848" y="21190"/>
                </a:lnTo>
                <a:cubicBezTo>
                  <a:pt x="7960" y="21221"/>
                  <a:pt x="8073" y="21252"/>
                  <a:pt x="8186" y="21280"/>
                </a:cubicBezTo>
                <a:lnTo>
                  <a:pt x="21280" y="8186"/>
                </a:lnTo>
                <a:cubicBezTo>
                  <a:pt x="21252" y="8073"/>
                  <a:pt x="21221" y="7960"/>
                  <a:pt x="21190" y="7848"/>
                </a:cubicBezTo>
                <a:close/>
                <a:moveTo>
                  <a:pt x="21378" y="8623"/>
                </a:moveTo>
                <a:lnTo>
                  <a:pt x="8623" y="21378"/>
                </a:lnTo>
                <a:cubicBezTo>
                  <a:pt x="8743" y="21402"/>
                  <a:pt x="8863" y="21424"/>
                  <a:pt x="8984" y="21445"/>
                </a:cubicBezTo>
                <a:lnTo>
                  <a:pt x="21445" y="8984"/>
                </a:lnTo>
                <a:cubicBezTo>
                  <a:pt x="21424" y="8864"/>
                  <a:pt x="21402" y="8743"/>
                  <a:pt x="21378" y="8623"/>
                </a:cubicBezTo>
                <a:close/>
                <a:moveTo>
                  <a:pt x="21514" y="9448"/>
                </a:moveTo>
                <a:lnTo>
                  <a:pt x="9447" y="21514"/>
                </a:lnTo>
                <a:cubicBezTo>
                  <a:pt x="9576" y="21530"/>
                  <a:pt x="9704" y="21546"/>
                  <a:pt x="9833" y="21557"/>
                </a:cubicBezTo>
                <a:lnTo>
                  <a:pt x="21557" y="9834"/>
                </a:lnTo>
                <a:cubicBezTo>
                  <a:pt x="21546" y="9705"/>
                  <a:pt x="21530" y="9576"/>
                  <a:pt x="21514" y="9448"/>
                </a:cubicBezTo>
                <a:close/>
                <a:moveTo>
                  <a:pt x="21590" y="10333"/>
                </a:moveTo>
                <a:lnTo>
                  <a:pt x="10332" y="21590"/>
                </a:lnTo>
                <a:cubicBezTo>
                  <a:pt x="10473" y="21596"/>
                  <a:pt x="10613" y="21599"/>
                  <a:pt x="10753" y="21600"/>
                </a:cubicBezTo>
                <a:lnTo>
                  <a:pt x="21600" y="10754"/>
                </a:lnTo>
                <a:cubicBezTo>
                  <a:pt x="21599" y="10613"/>
                  <a:pt x="21596" y="10473"/>
                  <a:pt x="21590" y="10333"/>
                </a:cubicBezTo>
                <a:close/>
                <a:moveTo>
                  <a:pt x="21590" y="11296"/>
                </a:moveTo>
                <a:lnTo>
                  <a:pt x="11295" y="21590"/>
                </a:lnTo>
                <a:cubicBezTo>
                  <a:pt x="11449" y="21583"/>
                  <a:pt x="11603" y="21572"/>
                  <a:pt x="11757" y="21558"/>
                </a:cubicBezTo>
                <a:lnTo>
                  <a:pt x="21558" y="11757"/>
                </a:lnTo>
                <a:cubicBezTo>
                  <a:pt x="21572" y="11603"/>
                  <a:pt x="21583" y="11450"/>
                  <a:pt x="21590" y="11296"/>
                </a:cubicBezTo>
                <a:close/>
                <a:moveTo>
                  <a:pt x="21489" y="12358"/>
                </a:moveTo>
                <a:lnTo>
                  <a:pt x="12358" y="21489"/>
                </a:lnTo>
                <a:cubicBezTo>
                  <a:pt x="12531" y="21464"/>
                  <a:pt x="12703" y="21434"/>
                  <a:pt x="12876" y="21400"/>
                </a:cubicBezTo>
                <a:lnTo>
                  <a:pt x="21400" y="12876"/>
                </a:lnTo>
                <a:cubicBezTo>
                  <a:pt x="21434" y="12704"/>
                  <a:pt x="21464" y="12531"/>
                  <a:pt x="21489" y="12358"/>
                </a:cubicBezTo>
                <a:close/>
                <a:moveTo>
                  <a:pt x="21239" y="13569"/>
                </a:moveTo>
                <a:lnTo>
                  <a:pt x="13569" y="21239"/>
                </a:lnTo>
                <a:cubicBezTo>
                  <a:pt x="13774" y="21185"/>
                  <a:pt x="13978" y="21125"/>
                  <a:pt x="14181" y="21058"/>
                </a:cubicBezTo>
                <a:lnTo>
                  <a:pt x="21058" y="14181"/>
                </a:lnTo>
                <a:cubicBezTo>
                  <a:pt x="21125" y="13978"/>
                  <a:pt x="21185" y="13774"/>
                  <a:pt x="21239" y="13569"/>
                </a:cubicBezTo>
                <a:close/>
                <a:moveTo>
                  <a:pt x="20736" y="15035"/>
                </a:moveTo>
                <a:lnTo>
                  <a:pt x="15035" y="20736"/>
                </a:lnTo>
                <a:cubicBezTo>
                  <a:pt x="15310" y="20619"/>
                  <a:pt x="15581" y="20493"/>
                  <a:pt x="15848" y="20352"/>
                </a:cubicBezTo>
                <a:lnTo>
                  <a:pt x="20352" y="15848"/>
                </a:lnTo>
                <a:cubicBezTo>
                  <a:pt x="20493" y="15581"/>
                  <a:pt x="20619" y="15310"/>
                  <a:pt x="20736" y="15035"/>
                </a:cubicBezTo>
                <a:close/>
                <a:moveTo>
                  <a:pt x="19400" y="17332"/>
                </a:moveTo>
                <a:lnTo>
                  <a:pt x="17332" y="19400"/>
                </a:lnTo>
                <a:cubicBezTo>
                  <a:pt x="17716" y="19108"/>
                  <a:pt x="18087" y="18789"/>
                  <a:pt x="18438" y="18438"/>
                </a:cubicBezTo>
                <a:cubicBezTo>
                  <a:pt x="18788" y="18087"/>
                  <a:pt x="19107" y="17716"/>
                  <a:pt x="19400" y="17332"/>
                </a:cubicBezTo>
                <a:close/>
              </a:path>
            </a:pathLst>
          </a:custGeom>
          <a:solidFill>
            <a:schemeClr val="accent4"/>
          </a:solidFill>
          <a:ln w="12700">
            <a:miter lim="400000"/>
          </a:ln>
        </p:spPr>
        <p:txBody>
          <a:bodyPr lIns="0" tIns="0" rIns="0" bIns="0" anchor="ctr"/>
          <a:lstStyle/>
          <a:p>
            <a:pPr marL="0" marR="0" lvl="0" indent="0" algn="ctr" defTabSz="8255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 kumimoji="0" sz="32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Helvetica Neue Medium"/>
              <a:sym typeface="Helvetica Neue Medium"/>
            </a:endParaRPr>
          </a:p>
        </p:txBody>
      </p:sp>
      <p:sp>
        <p:nvSpPr>
          <p:cNvPr id="219" name="Shape">
            <a:extLst>
              <a:ext uri="{FF2B5EF4-FFF2-40B4-BE49-F238E27FC236}">
                <a16:creationId xmlns:a16="http://schemas.microsoft.com/office/drawing/2014/main" id="{962F99D4-41C1-4DD1-5174-F8018316CEAA}"/>
              </a:ext>
            </a:extLst>
          </p:cNvPr>
          <p:cNvSpPr/>
          <p:nvPr/>
        </p:nvSpPr>
        <p:spPr>
          <a:xfrm>
            <a:off x="11727838" y="12253507"/>
            <a:ext cx="4276957" cy="427713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800" y="0"/>
                </a:moveTo>
                <a:cubicBezTo>
                  <a:pt x="10787" y="0"/>
                  <a:pt x="10773" y="1"/>
                  <a:pt x="10759" y="1"/>
                </a:cubicBezTo>
                <a:lnTo>
                  <a:pt x="1" y="10760"/>
                </a:lnTo>
                <a:cubicBezTo>
                  <a:pt x="0" y="10900"/>
                  <a:pt x="3" y="11040"/>
                  <a:pt x="8" y="11181"/>
                </a:cubicBezTo>
                <a:lnTo>
                  <a:pt x="11180" y="9"/>
                </a:lnTo>
                <a:cubicBezTo>
                  <a:pt x="11054" y="4"/>
                  <a:pt x="10927" y="0"/>
                  <a:pt x="10800" y="0"/>
                </a:cubicBezTo>
                <a:close/>
                <a:moveTo>
                  <a:pt x="10211" y="17"/>
                </a:moveTo>
                <a:cubicBezTo>
                  <a:pt x="10057" y="25"/>
                  <a:pt x="9903" y="36"/>
                  <a:pt x="9748" y="51"/>
                </a:cubicBezTo>
                <a:lnTo>
                  <a:pt x="50" y="9749"/>
                </a:lnTo>
                <a:cubicBezTo>
                  <a:pt x="35" y="9903"/>
                  <a:pt x="25" y="10057"/>
                  <a:pt x="16" y="10212"/>
                </a:cubicBezTo>
                <a:lnTo>
                  <a:pt x="10211" y="17"/>
                </a:lnTo>
                <a:close/>
                <a:moveTo>
                  <a:pt x="11683" y="38"/>
                </a:moveTo>
                <a:lnTo>
                  <a:pt x="38" y="11684"/>
                </a:lnTo>
                <a:cubicBezTo>
                  <a:pt x="48" y="11814"/>
                  <a:pt x="62" y="11944"/>
                  <a:pt x="78" y="12075"/>
                </a:cubicBezTo>
                <a:lnTo>
                  <a:pt x="12074" y="78"/>
                </a:lnTo>
                <a:cubicBezTo>
                  <a:pt x="11944" y="63"/>
                  <a:pt x="11814" y="49"/>
                  <a:pt x="11683" y="38"/>
                </a:cubicBezTo>
                <a:close/>
                <a:moveTo>
                  <a:pt x="9136" y="131"/>
                </a:moveTo>
                <a:cubicBezTo>
                  <a:pt x="8960" y="158"/>
                  <a:pt x="8786" y="190"/>
                  <a:pt x="8611" y="226"/>
                </a:cubicBezTo>
                <a:lnTo>
                  <a:pt x="226" y="8611"/>
                </a:lnTo>
                <a:cubicBezTo>
                  <a:pt x="190" y="8786"/>
                  <a:pt x="157" y="8961"/>
                  <a:pt x="130" y="9137"/>
                </a:cubicBezTo>
                <a:lnTo>
                  <a:pt x="9136" y="131"/>
                </a:lnTo>
                <a:close/>
                <a:moveTo>
                  <a:pt x="12541" y="143"/>
                </a:moveTo>
                <a:lnTo>
                  <a:pt x="143" y="12541"/>
                </a:lnTo>
                <a:cubicBezTo>
                  <a:pt x="163" y="12663"/>
                  <a:pt x="183" y="12785"/>
                  <a:pt x="207" y="12906"/>
                </a:cubicBezTo>
                <a:lnTo>
                  <a:pt x="12906" y="208"/>
                </a:lnTo>
                <a:cubicBezTo>
                  <a:pt x="12785" y="184"/>
                  <a:pt x="12663" y="163"/>
                  <a:pt x="12541" y="143"/>
                </a:cubicBezTo>
                <a:close/>
                <a:moveTo>
                  <a:pt x="13343" y="303"/>
                </a:moveTo>
                <a:lnTo>
                  <a:pt x="303" y="13343"/>
                </a:lnTo>
                <a:cubicBezTo>
                  <a:pt x="330" y="13456"/>
                  <a:pt x="361" y="13569"/>
                  <a:pt x="392" y="13682"/>
                </a:cubicBezTo>
                <a:lnTo>
                  <a:pt x="13682" y="393"/>
                </a:lnTo>
                <a:cubicBezTo>
                  <a:pt x="13569" y="362"/>
                  <a:pt x="13456" y="331"/>
                  <a:pt x="13343" y="303"/>
                </a:cubicBezTo>
                <a:close/>
                <a:moveTo>
                  <a:pt x="7909" y="395"/>
                </a:moveTo>
                <a:cubicBezTo>
                  <a:pt x="7701" y="452"/>
                  <a:pt x="7495" y="515"/>
                  <a:pt x="7290" y="585"/>
                </a:cubicBezTo>
                <a:lnTo>
                  <a:pt x="584" y="7290"/>
                </a:lnTo>
                <a:cubicBezTo>
                  <a:pt x="514" y="7495"/>
                  <a:pt x="452" y="7702"/>
                  <a:pt x="394" y="7909"/>
                </a:cubicBezTo>
                <a:lnTo>
                  <a:pt x="7909" y="395"/>
                </a:lnTo>
                <a:close/>
                <a:moveTo>
                  <a:pt x="14094" y="515"/>
                </a:moveTo>
                <a:lnTo>
                  <a:pt x="514" y="14094"/>
                </a:lnTo>
                <a:cubicBezTo>
                  <a:pt x="549" y="14202"/>
                  <a:pt x="583" y="14310"/>
                  <a:pt x="620" y="14417"/>
                </a:cubicBezTo>
                <a:lnTo>
                  <a:pt x="14417" y="621"/>
                </a:lnTo>
                <a:cubicBezTo>
                  <a:pt x="14310" y="583"/>
                  <a:pt x="14202" y="549"/>
                  <a:pt x="14094" y="515"/>
                </a:cubicBezTo>
                <a:close/>
                <a:moveTo>
                  <a:pt x="14804" y="767"/>
                </a:moveTo>
                <a:lnTo>
                  <a:pt x="767" y="14804"/>
                </a:lnTo>
                <a:cubicBezTo>
                  <a:pt x="807" y="14905"/>
                  <a:pt x="851" y="15004"/>
                  <a:pt x="894" y="15104"/>
                </a:cubicBezTo>
                <a:lnTo>
                  <a:pt x="15104" y="895"/>
                </a:lnTo>
                <a:cubicBezTo>
                  <a:pt x="15004" y="852"/>
                  <a:pt x="14905" y="807"/>
                  <a:pt x="14804" y="767"/>
                </a:cubicBezTo>
                <a:close/>
                <a:moveTo>
                  <a:pt x="6411" y="932"/>
                </a:moveTo>
                <a:cubicBezTo>
                  <a:pt x="6118" y="1062"/>
                  <a:pt x="5831" y="1206"/>
                  <a:pt x="5549" y="1363"/>
                </a:cubicBezTo>
                <a:lnTo>
                  <a:pt x="1362" y="5549"/>
                </a:lnTo>
                <a:cubicBezTo>
                  <a:pt x="1205" y="5832"/>
                  <a:pt x="1061" y="6119"/>
                  <a:pt x="931" y="6411"/>
                </a:cubicBezTo>
                <a:lnTo>
                  <a:pt x="6411" y="932"/>
                </a:lnTo>
                <a:close/>
                <a:moveTo>
                  <a:pt x="15470" y="1061"/>
                </a:moveTo>
                <a:lnTo>
                  <a:pt x="1060" y="15471"/>
                </a:lnTo>
                <a:cubicBezTo>
                  <a:pt x="1106" y="15567"/>
                  <a:pt x="1153" y="15664"/>
                  <a:pt x="1202" y="15759"/>
                </a:cubicBezTo>
                <a:lnTo>
                  <a:pt x="15759" y="1203"/>
                </a:lnTo>
                <a:cubicBezTo>
                  <a:pt x="15663" y="1153"/>
                  <a:pt x="15567" y="1107"/>
                  <a:pt x="15470" y="1061"/>
                </a:cubicBezTo>
                <a:close/>
                <a:moveTo>
                  <a:pt x="16103" y="1391"/>
                </a:moveTo>
                <a:lnTo>
                  <a:pt x="1391" y="16103"/>
                </a:lnTo>
                <a:cubicBezTo>
                  <a:pt x="1442" y="16194"/>
                  <a:pt x="1494" y="16285"/>
                  <a:pt x="1549" y="16375"/>
                </a:cubicBezTo>
                <a:lnTo>
                  <a:pt x="16375" y="1549"/>
                </a:lnTo>
                <a:cubicBezTo>
                  <a:pt x="16285" y="1495"/>
                  <a:pt x="16194" y="1442"/>
                  <a:pt x="16103" y="1391"/>
                </a:cubicBezTo>
                <a:close/>
                <a:moveTo>
                  <a:pt x="16703" y="1754"/>
                </a:moveTo>
                <a:lnTo>
                  <a:pt x="1753" y="16703"/>
                </a:lnTo>
                <a:cubicBezTo>
                  <a:pt x="1809" y="16788"/>
                  <a:pt x="1869" y="16872"/>
                  <a:pt x="1928" y="16956"/>
                </a:cubicBezTo>
                <a:lnTo>
                  <a:pt x="16956" y="1928"/>
                </a:lnTo>
                <a:cubicBezTo>
                  <a:pt x="16872" y="1869"/>
                  <a:pt x="16788" y="1810"/>
                  <a:pt x="16703" y="1754"/>
                </a:cubicBezTo>
                <a:close/>
                <a:moveTo>
                  <a:pt x="17267" y="2151"/>
                </a:moveTo>
                <a:lnTo>
                  <a:pt x="2151" y="17267"/>
                </a:lnTo>
                <a:cubicBezTo>
                  <a:pt x="2212" y="17349"/>
                  <a:pt x="2274" y="17430"/>
                  <a:pt x="2338" y="17510"/>
                </a:cubicBezTo>
                <a:lnTo>
                  <a:pt x="17510" y="2338"/>
                </a:lnTo>
                <a:cubicBezTo>
                  <a:pt x="17430" y="2275"/>
                  <a:pt x="17349" y="2212"/>
                  <a:pt x="17267" y="2151"/>
                </a:cubicBezTo>
                <a:close/>
                <a:moveTo>
                  <a:pt x="3805" y="2574"/>
                </a:moveTo>
                <a:cubicBezTo>
                  <a:pt x="3586" y="2761"/>
                  <a:pt x="3370" y="2956"/>
                  <a:pt x="3163" y="3163"/>
                </a:cubicBezTo>
                <a:cubicBezTo>
                  <a:pt x="2955" y="3371"/>
                  <a:pt x="2761" y="3586"/>
                  <a:pt x="2574" y="3806"/>
                </a:cubicBezTo>
                <a:lnTo>
                  <a:pt x="3805" y="2574"/>
                </a:lnTo>
                <a:close/>
                <a:moveTo>
                  <a:pt x="17801" y="2579"/>
                </a:moveTo>
                <a:lnTo>
                  <a:pt x="2579" y="17801"/>
                </a:lnTo>
                <a:cubicBezTo>
                  <a:pt x="2645" y="17878"/>
                  <a:pt x="2709" y="17957"/>
                  <a:pt x="2777" y="18032"/>
                </a:cubicBezTo>
                <a:lnTo>
                  <a:pt x="18032" y="2777"/>
                </a:lnTo>
                <a:cubicBezTo>
                  <a:pt x="17957" y="2709"/>
                  <a:pt x="17878" y="2645"/>
                  <a:pt x="17801" y="2579"/>
                </a:cubicBezTo>
                <a:close/>
                <a:moveTo>
                  <a:pt x="18304" y="3036"/>
                </a:moveTo>
                <a:lnTo>
                  <a:pt x="3036" y="18304"/>
                </a:lnTo>
                <a:cubicBezTo>
                  <a:pt x="3079" y="18349"/>
                  <a:pt x="3119" y="18394"/>
                  <a:pt x="3163" y="18438"/>
                </a:cubicBezTo>
                <a:cubicBezTo>
                  <a:pt x="3191" y="18466"/>
                  <a:pt x="3222" y="18492"/>
                  <a:pt x="3250" y="18521"/>
                </a:cubicBezTo>
                <a:lnTo>
                  <a:pt x="18521" y="3251"/>
                </a:lnTo>
                <a:cubicBezTo>
                  <a:pt x="18492" y="3222"/>
                  <a:pt x="18466" y="3192"/>
                  <a:pt x="18438" y="3163"/>
                </a:cubicBezTo>
                <a:cubicBezTo>
                  <a:pt x="18394" y="3119"/>
                  <a:pt x="18348" y="3079"/>
                  <a:pt x="18304" y="3036"/>
                </a:cubicBezTo>
                <a:close/>
                <a:moveTo>
                  <a:pt x="18781" y="3523"/>
                </a:moveTo>
                <a:lnTo>
                  <a:pt x="3522" y="18781"/>
                </a:lnTo>
                <a:cubicBezTo>
                  <a:pt x="3598" y="18850"/>
                  <a:pt x="3676" y="18915"/>
                  <a:pt x="3753" y="18982"/>
                </a:cubicBezTo>
                <a:lnTo>
                  <a:pt x="18982" y="3753"/>
                </a:lnTo>
                <a:cubicBezTo>
                  <a:pt x="18915" y="3676"/>
                  <a:pt x="18850" y="3598"/>
                  <a:pt x="18781" y="3523"/>
                </a:cubicBezTo>
                <a:close/>
                <a:moveTo>
                  <a:pt x="19224" y="4041"/>
                </a:moveTo>
                <a:lnTo>
                  <a:pt x="4041" y="19224"/>
                </a:lnTo>
                <a:cubicBezTo>
                  <a:pt x="4121" y="19289"/>
                  <a:pt x="4202" y="19350"/>
                  <a:pt x="4283" y="19412"/>
                </a:cubicBezTo>
                <a:lnTo>
                  <a:pt x="19412" y="4283"/>
                </a:lnTo>
                <a:cubicBezTo>
                  <a:pt x="19350" y="4202"/>
                  <a:pt x="19289" y="4121"/>
                  <a:pt x="19224" y="4041"/>
                </a:cubicBezTo>
                <a:close/>
                <a:moveTo>
                  <a:pt x="19637" y="4591"/>
                </a:moveTo>
                <a:lnTo>
                  <a:pt x="4591" y="19637"/>
                </a:lnTo>
                <a:cubicBezTo>
                  <a:pt x="4675" y="19696"/>
                  <a:pt x="4758" y="19757"/>
                  <a:pt x="4843" y="19813"/>
                </a:cubicBezTo>
                <a:lnTo>
                  <a:pt x="19813" y="4844"/>
                </a:lnTo>
                <a:cubicBezTo>
                  <a:pt x="19757" y="4758"/>
                  <a:pt x="19696" y="4675"/>
                  <a:pt x="19637" y="4591"/>
                </a:cubicBezTo>
                <a:close/>
                <a:moveTo>
                  <a:pt x="20019" y="5172"/>
                </a:moveTo>
                <a:lnTo>
                  <a:pt x="5172" y="20019"/>
                </a:lnTo>
                <a:cubicBezTo>
                  <a:pt x="5261" y="20073"/>
                  <a:pt x="5351" y="20126"/>
                  <a:pt x="5441" y="20178"/>
                </a:cubicBezTo>
                <a:lnTo>
                  <a:pt x="20178" y="5441"/>
                </a:lnTo>
                <a:cubicBezTo>
                  <a:pt x="20126" y="5351"/>
                  <a:pt x="20073" y="5261"/>
                  <a:pt x="20019" y="5172"/>
                </a:cubicBezTo>
                <a:close/>
                <a:moveTo>
                  <a:pt x="20369" y="5782"/>
                </a:moveTo>
                <a:lnTo>
                  <a:pt x="5782" y="20369"/>
                </a:lnTo>
                <a:cubicBezTo>
                  <a:pt x="5877" y="20419"/>
                  <a:pt x="5974" y="20463"/>
                  <a:pt x="6071" y="20510"/>
                </a:cubicBezTo>
                <a:lnTo>
                  <a:pt x="20510" y="6071"/>
                </a:lnTo>
                <a:cubicBezTo>
                  <a:pt x="20463" y="5975"/>
                  <a:pt x="20419" y="5878"/>
                  <a:pt x="20369" y="5782"/>
                </a:cubicBezTo>
                <a:close/>
                <a:moveTo>
                  <a:pt x="20679" y="6434"/>
                </a:moveTo>
                <a:lnTo>
                  <a:pt x="6434" y="20679"/>
                </a:lnTo>
                <a:cubicBezTo>
                  <a:pt x="6534" y="20723"/>
                  <a:pt x="6633" y="20769"/>
                  <a:pt x="6734" y="20809"/>
                </a:cubicBezTo>
                <a:lnTo>
                  <a:pt x="20809" y="6735"/>
                </a:lnTo>
                <a:cubicBezTo>
                  <a:pt x="20769" y="6634"/>
                  <a:pt x="20723" y="6534"/>
                  <a:pt x="20679" y="6434"/>
                </a:cubicBezTo>
                <a:close/>
                <a:moveTo>
                  <a:pt x="20956" y="7121"/>
                </a:moveTo>
                <a:lnTo>
                  <a:pt x="7120" y="20956"/>
                </a:lnTo>
                <a:cubicBezTo>
                  <a:pt x="7226" y="20994"/>
                  <a:pt x="7333" y="21030"/>
                  <a:pt x="7439" y="21065"/>
                </a:cubicBezTo>
                <a:lnTo>
                  <a:pt x="21065" y="7439"/>
                </a:lnTo>
                <a:cubicBezTo>
                  <a:pt x="21030" y="7333"/>
                  <a:pt x="20994" y="7226"/>
                  <a:pt x="20956" y="7121"/>
                </a:cubicBezTo>
                <a:close/>
                <a:moveTo>
                  <a:pt x="21190" y="7848"/>
                </a:moveTo>
                <a:lnTo>
                  <a:pt x="7848" y="21190"/>
                </a:lnTo>
                <a:cubicBezTo>
                  <a:pt x="7960" y="21221"/>
                  <a:pt x="8073" y="21252"/>
                  <a:pt x="8186" y="21280"/>
                </a:cubicBezTo>
                <a:lnTo>
                  <a:pt x="21280" y="8186"/>
                </a:lnTo>
                <a:cubicBezTo>
                  <a:pt x="21252" y="8073"/>
                  <a:pt x="21221" y="7960"/>
                  <a:pt x="21190" y="7848"/>
                </a:cubicBezTo>
                <a:close/>
                <a:moveTo>
                  <a:pt x="21378" y="8623"/>
                </a:moveTo>
                <a:lnTo>
                  <a:pt x="8623" y="21378"/>
                </a:lnTo>
                <a:cubicBezTo>
                  <a:pt x="8743" y="21402"/>
                  <a:pt x="8863" y="21424"/>
                  <a:pt x="8984" y="21445"/>
                </a:cubicBezTo>
                <a:lnTo>
                  <a:pt x="21445" y="8984"/>
                </a:lnTo>
                <a:cubicBezTo>
                  <a:pt x="21424" y="8864"/>
                  <a:pt x="21402" y="8743"/>
                  <a:pt x="21378" y="8623"/>
                </a:cubicBezTo>
                <a:close/>
                <a:moveTo>
                  <a:pt x="21514" y="9448"/>
                </a:moveTo>
                <a:lnTo>
                  <a:pt x="9447" y="21514"/>
                </a:lnTo>
                <a:cubicBezTo>
                  <a:pt x="9576" y="21530"/>
                  <a:pt x="9704" y="21546"/>
                  <a:pt x="9833" y="21557"/>
                </a:cubicBezTo>
                <a:lnTo>
                  <a:pt x="21557" y="9834"/>
                </a:lnTo>
                <a:cubicBezTo>
                  <a:pt x="21546" y="9705"/>
                  <a:pt x="21530" y="9576"/>
                  <a:pt x="21514" y="9448"/>
                </a:cubicBezTo>
                <a:close/>
                <a:moveTo>
                  <a:pt x="21590" y="10333"/>
                </a:moveTo>
                <a:lnTo>
                  <a:pt x="10332" y="21590"/>
                </a:lnTo>
                <a:cubicBezTo>
                  <a:pt x="10473" y="21596"/>
                  <a:pt x="10613" y="21599"/>
                  <a:pt x="10753" y="21600"/>
                </a:cubicBezTo>
                <a:lnTo>
                  <a:pt x="21600" y="10754"/>
                </a:lnTo>
                <a:cubicBezTo>
                  <a:pt x="21599" y="10613"/>
                  <a:pt x="21596" y="10473"/>
                  <a:pt x="21590" y="10333"/>
                </a:cubicBezTo>
                <a:close/>
                <a:moveTo>
                  <a:pt x="21590" y="11296"/>
                </a:moveTo>
                <a:lnTo>
                  <a:pt x="11295" y="21590"/>
                </a:lnTo>
                <a:cubicBezTo>
                  <a:pt x="11449" y="21583"/>
                  <a:pt x="11603" y="21572"/>
                  <a:pt x="11757" y="21558"/>
                </a:cubicBezTo>
                <a:lnTo>
                  <a:pt x="21558" y="11757"/>
                </a:lnTo>
                <a:cubicBezTo>
                  <a:pt x="21572" y="11603"/>
                  <a:pt x="21583" y="11450"/>
                  <a:pt x="21590" y="11296"/>
                </a:cubicBezTo>
                <a:close/>
                <a:moveTo>
                  <a:pt x="21489" y="12358"/>
                </a:moveTo>
                <a:lnTo>
                  <a:pt x="12358" y="21489"/>
                </a:lnTo>
                <a:cubicBezTo>
                  <a:pt x="12531" y="21464"/>
                  <a:pt x="12703" y="21434"/>
                  <a:pt x="12876" y="21400"/>
                </a:cubicBezTo>
                <a:lnTo>
                  <a:pt x="21400" y="12876"/>
                </a:lnTo>
                <a:cubicBezTo>
                  <a:pt x="21434" y="12704"/>
                  <a:pt x="21464" y="12531"/>
                  <a:pt x="21489" y="12358"/>
                </a:cubicBezTo>
                <a:close/>
                <a:moveTo>
                  <a:pt x="21239" y="13569"/>
                </a:moveTo>
                <a:lnTo>
                  <a:pt x="13569" y="21239"/>
                </a:lnTo>
                <a:cubicBezTo>
                  <a:pt x="13774" y="21185"/>
                  <a:pt x="13978" y="21125"/>
                  <a:pt x="14181" y="21058"/>
                </a:cubicBezTo>
                <a:lnTo>
                  <a:pt x="21058" y="14181"/>
                </a:lnTo>
                <a:cubicBezTo>
                  <a:pt x="21125" y="13978"/>
                  <a:pt x="21185" y="13774"/>
                  <a:pt x="21239" y="13569"/>
                </a:cubicBezTo>
                <a:close/>
                <a:moveTo>
                  <a:pt x="20736" y="15035"/>
                </a:moveTo>
                <a:lnTo>
                  <a:pt x="15035" y="20736"/>
                </a:lnTo>
                <a:cubicBezTo>
                  <a:pt x="15310" y="20619"/>
                  <a:pt x="15581" y="20493"/>
                  <a:pt x="15848" y="20352"/>
                </a:cubicBezTo>
                <a:lnTo>
                  <a:pt x="20352" y="15848"/>
                </a:lnTo>
                <a:cubicBezTo>
                  <a:pt x="20493" y="15581"/>
                  <a:pt x="20619" y="15310"/>
                  <a:pt x="20736" y="15035"/>
                </a:cubicBezTo>
                <a:close/>
                <a:moveTo>
                  <a:pt x="19400" y="17332"/>
                </a:moveTo>
                <a:lnTo>
                  <a:pt x="17332" y="19400"/>
                </a:lnTo>
                <a:cubicBezTo>
                  <a:pt x="17716" y="19108"/>
                  <a:pt x="18087" y="18789"/>
                  <a:pt x="18438" y="18438"/>
                </a:cubicBezTo>
                <a:cubicBezTo>
                  <a:pt x="18788" y="18087"/>
                  <a:pt x="19107" y="17716"/>
                  <a:pt x="19400" y="17332"/>
                </a:cubicBezTo>
                <a:close/>
              </a:path>
            </a:pathLst>
          </a:custGeom>
          <a:solidFill>
            <a:schemeClr val="accent4"/>
          </a:solidFill>
          <a:ln w="12700">
            <a:miter lim="400000"/>
          </a:ln>
        </p:spPr>
        <p:txBody>
          <a:bodyPr lIns="0" tIns="0" rIns="0" bIns="0" anchor="ctr"/>
          <a:lstStyle/>
          <a:p>
            <a:pPr marL="0" marR="0" lvl="0" indent="0" algn="ctr" defTabSz="8255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 kumimoji="0" sz="32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Helvetica Neue Medium"/>
              <a:sym typeface="Helvetica Neue Medium"/>
            </a:endParaRPr>
          </a:p>
        </p:txBody>
      </p:sp>
      <p:sp>
        <p:nvSpPr>
          <p:cNvPr id="220" name="Shape">
            <a:extLst>
              <a:ext uri="{FF2B5EF4-FFF2-40B4-BE49-F238E27FC236}">
                <a16:creationId xmlns:a16="http://schemas.microsoft.com/office/drawing/2014/main" id="{4F7EC8BD-1080-A3C5-DB6A-AAA7E1F5F2D9}"/>
              </a:ext>
            </a:extLst>
          </p:cNvPr>
          <p:cNvSpPr/>
          <p:nvPr/>
        </p:nvSpPr>
        <p:spPr>
          <a:xfrm>
            <a:off x="22467966" y="8316507"/>
            <a:ext cx="4276957" cy="427713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800" y="0"/>
                </a:moveTo>
                <a:cubicBezTo>
                  <a:pt x="10787" y="0"/>
                  <a:pt x="10773" y="1"/>
                  <a:pt x="10759" y="1"/>
                </a:cubicBezTo>
                <a:lnTo>
                  <a:pt x="1" y="10760"/>
                </a:lnTo>
                <a:cubicBezTo>
                  <a:pt x="0" y="10900"/>
                  <a:pt x="3" y="11040"/>
                  <a:pt x="8" y="11181"/>
                </a:cubicBezTo>
                <a:lnTo>
                  <a:pt x="11180" y="9"/>
                </a:lnTo>
                <a:cubicBezTo>
                  <a:pt x="11054" y="4"/>
                  <a:pt x="10927" y="0"/>
                  <a:pt x="10800" y="0"/>
                </a:cubicBezTo>
                <a:close/>
                <a:moveTo>
                  <a:pt x="10211" y="17"/>
                </a:moveTo>
                <a:cubicBezTo>
                  <a:pt x="10057" y="25"/>
                  <a:pt x="9903" y="36"/>
                  <a:pt x="9748" y="51"/>
                </a:cubicBezTo>
                <a:lnTo>
                  <a:pt x="50" y="9749"/>
                </a:lnTo>
                <a:cubicBezTo>
                  <a:pt x="35" y="9903"/>
                  <a:pt x="25" y="10057"/>
                  <a:pt x="16" y="10212"/>
                </a:cubicBezTo>
                <a:lnTo>
                  <a:pt x="10211" y="17"/>
                </a:lnTo>
                <a:close/>
                <a:moveTo>
                  <a:pt x="11683" y="38"/>
                </a:moveTo>
                <a:lnTo>
                  <a:pt x="38" y="11684"/>
                </a:lnTo>
                <a:cubicBezTo>
                  <a:pt x="48" y="11814"/>
                  <a:pt x="62" y="11944"/>
                  <a:pt x="78" y="12075"/>
                </a:cubicBezTo>
                <a:lnTo>
                  <a:pt x="12074" y="78"/>
                </a:lnTo>
                <a:cubicBezTo>
                  <a:pt x="11944" y="63"/>
                  <a:pt x="11814" y="49"/>
                  <a:pt x="11683" y="38"/>
                </a:cubicBezTo>
                <a:close/>
                <a:moveTo>
                  <a:pt x="9136" y="131"/>
                </a:moveTo>
                <a:cubicBezTo>
                  <a:pt x="8960" y="158"/>
                  <a:pt x="8786" y="190"/>
                  <a:pt x="8611" y="226"/>
                </a:cubicBezTo>
                <a:lnTo>
                  <a:pt x="226" y="8611"/>
                </a:lnTo>
                <a:cubicBezTo>
                  <a:pt x="190" y="8786"/>
                  <a:pt x="157" y="8961"/>
                  <a:pt x="130" y="9137"/>
                </a:cubicBezTo>
                <a:lnTo>
                  <a:pt x="9136" y="131"/>
                </a:lnTo>
                <a:close/>
                <a:moveTo>
                  <a:pt x="12541" y="143"/>
                </a:moveTo>
                <a:lnTo>
                  <a:pt x="143" y="12541"/>
                </a:lnTo>
                <a:cubicBezTo>
                  <a:pt x="163" y="12663"/>
                  <a:pt x="183" y="12785"/>
                  <a:pt x="207" y="12906"/>
                </a:cubicBezTo>
                <a:lnTo>
                  <a:pt x="12906" y="208"/>
                </a:lnTo>
                <a:cubicBezTo>
                  <a:pt x="12785" y="184"/>
                  <a:pt x="12663" y="163"/>
                  <a:pt x="12541" y="143"/>
                </a:cubicBezTo>
                <a:close/>
                <a:moveTo>
                  <a:pt x="13343" y="303"/>
                </a:moveTo>
                <a:lnTo>
                  <a:pt x="303" y="13343"/>
                </a:lnTo>
                <a:cubicBezTo>
                  <a:pt x="330" y="13456"/>
                  <a:pt x="361" y="13569"/>
                  <a:pt x="392" y="13682"/>
                </a:cubicBezTo>
                <a:lnTo>
                  <a:pt x="13682" y="393"/>
                </a:lnTo>
                <a:cubicBezTo>
                  <a:pt x="13569" y="362"/>
                  <a:pt x="13456" y="331"/>
                  <a:pt x="13343" y="303"/>
                </a:cubicBezTo>
                <a:close/>
                <a:moveTo>
                  <a:pt x="7909" y="395"/>
                </a:moveTo>
                <a:cubicBezTo>
                  <a:pt x="7701" y="452"/>
                  <a:pt x="7495" y="515"/>
                  <a:pt x="7290" y="585"/>
                </a:cubicBezTo>
                <a:lnTo>
                  <a:pt x="584" y="7290"/>
                </a:lnTo>
                <a:cubicBezTo>
                  <a:pt x="514" y="7495"/>
                  <a:pt x="452" y="7702"/>
                  <a:pt x="394" y="7909"/>
                </a:cubicBezTo>
                <a:lnTo>
                  <a:pt x="7909" y="395"/>
                </a:lnTo>
                <a:close/>
                <a:moveTo>
                  <a:pt x="14094" y="515"/>
                </a:moveTo>
                <a:lnTo>
                  <a:pt x="514" y="14094"/>
                </a:lnTo>
                <a:cubicBezTo>
                  <a:pt x="549" y="14202"/>
                  <a:pt x="583" y="14310"/>
                  <a:pt x="620" y="14417"/>
                </a:cubicBezTo>
                <a:lnTo>
                  <a:pt x="14417" y="621"/>
                </a:lnTo>
                <a:cubicBezTo>
                  <a:pt x="14310" y="583"/>
                  <a:pt x="14202" y="549"/>
                  <a:pt x="14094" y="515"/>
                </a:cubicBezTo>
                <a:close/>
                <a:moveTo>
                  <a:pt x="14804" y="767"/>
                </a:moveTo>
                <a:lnTo>
                  <a:pt x="767" y="14804"/>
                </a:lnTo>
                <a:cubicBezTo>
                  <a:pt x="807" y="14905"/>
                  <a:pt x="851" y="15004"/>
                  <a:pt x="894" y="15104"/>
                </a:cubicBezTo>
                <a:lnTo>
                  <a:pt x="15104" y="895"/>
                </a:lnTo>
                <a:cubicBezTo>
                  <a:pt x="15004" y="852"/>
                  <a:pt x="14905" y="807"/>
                  <a:pt x="14804" y="767"/>
                </a:cubicBezTo>
                <a:close/>
                <a:moveTo>
                  <a:pt x="6411" y="932"/>
                </a:moveTo>
                <a:cubicBezTo>
                  <a:pt x="6118" y="1062"/>
                  <a:pt x="5831" y="1206"/>
                  <a:pt x="5549" y="1363"/>
                </a:cubicBezTo>
                <a:lnTo>
                  <a:pt x="1362" y="5549"/>
                </a:lnTo>
                <a:cubicBezTo>
                  <a:pt x="1205" y="5832"/>
                  <a:pt x="1061" y="6119"/>
                  <a:pt x="931" y="6411"/>
                </a:cubicBezTo>
                <a:lnTo>
                  <a:pt x="6411" y="932"/>
                </a:lnTo>
                <a:close/>
                <a:moveTo>
                  <a:pt x="15470" y="1061"/>
                </a:moveTo>
                <a:lnTo>
                  <a:pt x="1060" y="15471"/>
                </a:lnTo>
                <a:cubicBezTo>
                  <a:pt x="1106" y="15567"/>
                  <a:pt x="1153" y="15664"/>
                  <a:pt x="1202" y="15759"/>
                </a:cubicBezTo>
                <a:lnTo>
                  <a:pt x="15759" y="1203"/>
                </a:lnTo>
                <a:cubicBezTo>
                  <a:pt x="15663" y="1153"/>
                  <a:pt x="15567" y="1107"/>
                  <a:pt x="15470" y="1061"/>
                </a:cubicBezTo>
                <a:close/>
                <a:moveTo>
                  <a:pt x="16103" y="1391"/>
                </a:moveTo>
                <a:lnTo>
                  <a:pt x="1391" y="16103"/>
                </a:lnTo>
                <a:cubicBezTo>
                  <a:pt x="1442" y="16194"/>
                  <a:pt x="1494" y="16285"/>
                  <a:pt x="1549" y="16375"/>
                </a:cubicBezTo>
                <a:lnTo>
                  <a:pt x="16375" y="1549"/>
                </a:lnTo>
                <a:cubicBezTo>
                  <a:pt x="16285" y="1495"/>
                  <a:pt x="16194" y="1442"/>
                  <a:pt x="16103" y="1391"/>
                </a:cubicBezTo>
                <a:close/>
                <a:moveTo>
                  <a:pt x="16703" y="1754"/>
                </a:moveTo>
                <a:lnTo>
                  <a:pt x="1753" y="16703"/>
                </a:lnTo>
                <a:cubicBezTo>
                  <a:pt x="1809" y="16788"/>
                  <a:pt x="1869" y="16872"/>
                  <a:pt x="1928" y="16956"/>
                </a:cubicBezTo>
                <a:lnTo>
                  <a:pt x="16956" y="1928"/>
                </a:lnTo>
                <a:cubicBezTo>
                  <a:pt x="16872" y="1869"/>
                  <a:pt x="16788" y="1810"/>
                  <a:pt x="16703" y="1754"/>
                </a:cubicBezTo>
                <a:close/>
                <a:moveTo>
                  <a:pt x="17267" y="2151"/>
                </a:moveTo>
                <a:lnTo>
                  <a:pt x="2151" y="17267"/>
                </a:lnTo>
                <a:cubicBezTo>
                  <a:pt x="2212" y="17349"/>
                  <a:pt x="2274" y="17430"/>
                  <a:pt x="2338" y="17510"/>
                </a:cubicBezTo>
                <a:lnTo>
                  <a:pt x="17510" y="2338"/>
                </a:lnTo>
                <a:cubicBezTo>
                  <a:pt x="17430" y="2275"/>
                  <a:pt x="17349" y="2212"/>
                  <a:pt x="17267" y="2151"/>
                </a:cubicBezTo>
                <a:close/>
                <a:moveTo>
                  <a:pt x="3805" y="2574"/>
                </a:moveTo>
                <a:cubicBezTo>
                  <a:pt x="3586" y="2761"/>
                  <a:pt x="3370" y="2956"/>
                  <a:pt x="3163" y="3163"/>
                </a:cubicBezTo>
                <a:cubicBezTo>
                  <a:pt x="2955" y="3371"/>
                  <a:pt x="2761" y="3586"/>
                  <a:pt x="2574" y="3806"/>
                </a:cubicBezTo>
                <a:lnTo>
                  <a:pt x="3805" y="2574"/>
                </a:lnTo>
                <a:close/>
                <a:moveTo>
                  <a:pt x="17801" y="2579"/>
                </a:moveTo>
                <a:lnTo>
                  <a:pt x="2579" y="17801"/>
                </a:lnTo>
                <a:cubicBezTo>
                  <a:pt x="2645" y="17878"/>
                  <a:pt x="2709" y="17957"/>
                  <a:pt x="2777" y="18032"/>
                </a:cubicBezTo>
                <a:lnTo>
                  <a:pt x="18032" y="2777"/>
                </a:lnTo>
                <a:cubicBezTo>
                  <a:pt x="17957" y="2709"/>
                  <a:pt x="17878" y="2645"/>
                  <a:pt x="17801" y="2579"/>
                </a:cubicBezTo>
                <a:close/>
                <a:moveTo>
                  <a:pt x="18304" y="3036"/>
                </a:moveTo>
                <a:lnTo>
                  <a:pt x="3036" y="18304"/>
                </a:lnTo>
                <a:cubicBezTo>
                  <a:pt x="3079" y="18349"/>
                  <a:pt x="3119" y="18394"/>
                  <a:pt x="3163" y="18438"/>
                </a:cubicBezTo>
                <a:cubicBezTo>
                  <a:pt x="3191" y="18466"/>
                  <a:pt x="3222" y="18492"/>
                  <a:pt x="3250" y="18521"/>
                </a:cubicBezTo>
                <a:lnTo>
                  <a:pt x="18521" y="3251"/>
                </a:lnTo>
                <a:cubicBezTo>
                  <a:pt x="18492" y="3222"/>
                  <a:pt x="18466" y="3192"/>
                  <a:pt x="18438" y="3163"/>
                </a:cubicBezTo>
                <a:cubicBezTo>
                  <a:pt x="18394" y="3119"/>
                  <a:pt x="18348" y="3079"/>
                  <a:pt x="18304" y="3036"/>
                </a:cubicBezTo>
                <a:close/>
                <a:moveTo>
                  <a:pt x="18781" y="3523"/>
                </a:moveTo>
                <a:lnTo>
                  <a:pt x="3522" y="18781"/>
                </a:lnTo>
                <a:cubicBezTo>
                  <a:pt x="3598" y="18850"/>
                  <a:pt x="3676" y="18915"/>
                  <a:pt x="3753" y="18982"/>
                </a:cubicBezTo>
                <a:lnTo>
                  <a:pt x="18982" y="3753"/>
                </a:lnTo>
                <a:cubicBezTo>
                  <a:pt x="18915" y="3676"/>
                  <a:pt x="18850" y="3598"/>
                  <a:pt x="18781" y="3523"/>
                </a:cubicBezTo>
                <a:close/>
                <a:moveTo>
                  <a:pt x="19224" y="4041"/>
                </a:moveTo>
                <a:lnTo>
                  <a:pt x="4041" y="19224"/>
                </a:lnTo>
                <a:cubicBezTo>
                  <a:pt x="4121" y="19289"/>
                  <a:pt x="4202" y="19350"/>
                  <a:pt x="4283" y="19412"/>
                </a:cubicBezTo>
                <a:lnTo>
                  <a:pt x="19412" y="4283"/>
                </a:lnTo>
                <a:cubicBezTo>
                  <a:pt x="19350" y="4202"/>
                  <a:pt x="19289" y="4121"/>
                  <a:pt x="19224" y="4041"/>
                </a:cubicBezTo>
                <a:close/>
                <a:moveTo>
                  <a:pt x="19637" y="4591"/>
                </a:moveTo>
                <a:lnTo>
                  <a:pt x="4591" y="19637"/>
                </a:lnTo>
                <a:cubicBezTo>
                  <a:pt x="4675" y="19696"/>
                  <a:pt x="4758" y="19757"/>
                  <a:pt x="4843" y="19813"/>
                </a:cubicBezTo>
                <a:lnTo>
                  <a:pt x="19813" y="4844"/>
                </a:lnTo>
                <a:cubicBezTo>
                  <a:pt x="19757" y="4758"/>
                  <a:pt x="19696" y="4675"/>
                  <a:pt x="19637" y="4591"/>
                </a:cubicBezTo>
                <a:close/>
                <a:moveTo>
                  <a:pt x="20019" y="5172"/>
                </a:moveTo>
                <a:lnTo>
                  <a:pt x="5172" y="20019"/>
                </a:lnTo>
                <a:cubicBezTo>
                  <a:pt x="5261" y="20073"/>
                  <a:pt x="5351" y="20126"/>
                  <a:pt x="5441" y="20178"/>
                </a:cubicBezTo>
                <a:lnTo>
                  <a:pt x="20178" y="5441"/>
                </a:lnTo>
                <a:cubicBezTo>
                  <a:pt x="20126" y="5351"/>
                  <a:pt x="20073" y="5261"/>
                  <a:pt x="20019" y="5172"/>
                </a:cubicBezTo>
                <a:close/>
                <a:moveTo>
                  <a:pt x="20369" y="5782"/>
                </a:moveTo>
                <a:lnTo>
                  <a:pt x="5782" y="20369"/>
                </a:lnTo>
                <a:cubicBezTo>
                  <a:pt x="5877" y="20419"/>
                  <a:pt x="5974" y="20463"/>
                  <a:pt x="6071" y="20510"/>
                </a:cubicBezTo>
                <a:lnTo>
                  <a:pt x="20510" y="6071"/>
                </a:lnTo>
                <a:cubicBezTo>
                  <a:pt x="20463" y="5975"/>
                  <a:pt x="20419" y="5878"/>
                  <a:pt x="20369" y="5782"/>
                </a:cubicBezTo>
                <a:close/>
                <a:moveTo>
                  <a:pt x="20679" y="6434"/>
                </a:moveTo>
                <a:lnTo>
                  <a:pt x="6434" y="20679"/>
                </a:lnTo>
                <a:cubicBezTo>
                  <a:pt x="6534" y="20723"/>
                  <a:pt x="6633" y="20769"/>
                  <a:pt x="6734" y="20809"/>
                </a:cubicBezTo>
                <a:lnTo>
                  <a:pt x="20809" y="6735"/>
                </a:lnTo>
                <a:cubicBezTo>
                  <a:pt x="20769" y="6634"/>
                  <a:pt x="20723" y="6534"/>
                  <a:pt x="20679" y="6434"/>
                </a:cubicBezTo>
                <a:close/>
                <a:moveTo>
                  <a:pt x="20956" y="7121"/>
                </a:moveTo>
                <a:lnTo>
                  <a:pt x="7120" y="20956"/>
                </a:lnTo>
                <a:cubicBezTo>
                  <a:pt x="7226" y="20994"/>
                  <a:pt x="7333" y="21030"/>
                  <a:pt x="7439" y="21065"/>
                </a:cubicBezTo>
                <a:lnTo>
                  <a:pt x="21065" y="7439"/>
                </a:lnTo>
                <a:cubicBezTo>
                  <a:pt x="21030" y="7333"/>
                  <a:pt x="20994" y="7226"/>
                  <a:pt x="20956" y="7121"/>
                </a:cubicBezTo>
                <a:close/>
                <a:moveTo>
                  <a:pt x="21190" y="7848"/>
                </a:moveTo>
                <a:lnTo>
                  <a:pt x="7848" y="21190"/>
                </a:lnTo>
                <a:cubicBezTo>
                  <a:pt x="7960" y="21221"/>
                  <a:pt x="8073" y="21252"/>
                  <a:pt x="8186" y="21280"/>
                </a:cubicBezTo>
                <a:lnTo>
                  <a:pt x="21280" y="8186"/>
                </a:lnTo>
                <a:cubicBezTo>
                  <a:pt x="21252" y="8073"/>
                  <a:pt x="21221" y="7960"/>
                  <a:pt x="21190" y="7848"/>
                </a:cubicBezTo>
                <a:close/>
                <a:moveTo>
                  <a:pt x="21378" y="8623"/>
                </a:moveTo>
                <a:lnTo>
                  <a:pt x="8623" y="21378"/>
                </a:lnTo>
                <a:cubicBezTo>
                  <a:pt x="8743" y="21402"/>
                  <a:pt x="8863" y="21424"/>
                  <a:pt x="8984" y="21445"/>
                </a:cubicBezTo>
                <a:lnTo>
                  <a:pt x="21445" y="8984"/>
                </a:lnTo>
                <a:cubicBezTo>
                  <a:pt x="21424" y="8864"/>
                  <a:pt x="21402" y="8743"/>
                  <a:pt x="21378" y="8623"/>
                </a:cubicBezTo>
                <a:close/>
                <a:moveTo>
                  <a:pt x="21514" y="9448"/>
                </a:moveTo>
                <a:lnTo>
                  <a:pt x="9447" y="21514"/>
                </a:lnTo>
                <a:cubicBezTo>
                  <a:pt x="9576" y="21530"/>
                  <a:pt x="9704" y="21546"/>
                  <a:pt x="9833" y="21557"/>
                </a:cubicBezTo>
                <a:lnTo>
                  <a:pt x="21557" y="9834"/>
                </a:lnTo>
                <a:cubicBezTo>
                  <a:pt x="21546" y="9705"/>
                  <a:pt x="21530" y="9576"/>
                  <a:pt x="21514" y="9448"/>
                </a:cubicBezTo>
                <a:close/>
                <a:moveTo>
                  <a:pt x="21590" y="10333"/>
                </a:moveTo>
                <a:lnTo>
                  <a:pt x="10332" y="21590"/>
                </a:lnTo>
                <a:cubicBezTo>
                  <a:pt x="10473" y="21596"/>
                  <a:pt x="10613" y="21599"/>
                  <a:pt x="10753" y="21600"/>
                </a:cubicBezTo>
                <a:lnTo>
                  <a:pt x="21600" y="10754"/>
                </a:lnTo>
                <a:cubicBezTo>
                  <a:pt x="21599" y="10613"/>
                  <a:pt x="21596" y="10473"/>
                  <a:pt x="21590" y="10333"/>
                </a:cubicBezTo>
                <a:close/>
                <a:moveTo>
                  <a:pt x="21590" y="11296"/>
                </a:moveTo>
                <a:lnTo>
                  <a:pt x="11295" y="21590"/>
                </a:lnTo>
                <a:cubicBezTo>
                  <a:pt x="11449" y="21583"/>
                  <a:pt x="11603" y="21572"/>
                  <a:pt x="11757" y="21558"/>
                </a:cubicBezTo>
                <a:lnTo>
                  <a:pt x="21558" y="11757"/>
                </a:lnTo>
                <a:cubicBezTo>
                  <a:pt x="21572" y="11603"/>
                  <a:pt x="21583" y="11450"/>
                  <a:pt x="21590" y="11296"/>
                </a:cubicBezTo>
                <a:close/>
                <a:moveTo>
                  <a:pt x="21489" y="12358"/>
                </a:moveTo>
                <a:lnTo>
                  <a:pt x="12358" y="21489"/>
                </a:lnTo>
                <a:cubicBezTo>
                  <a:pt x="12531" y="21464"/>
                  <a:pt x="12703" y="21434"/>
                  <a:pt x="12876" y="21400"/>
                </a:cubicBezTo>
                <a:lnTo>
                  <a:pt x="21400" y="12876"/>
                </a:lnTo>
                <a:cubicBezTo>
                  <a:pt x="21434" y="12704"/>
                  <a:pt x="21464" y="12531"/>
                  <a:pt x="21489" y="12358"/>
                </a:cubicBezTo>
                <a:close/>
                <a:moveTo>
                  <a:pt x="21239" y="13569"/>
                </a:moveTo>
                <a:lnTo>
                  <a:pt x="13569" y="21239"/>
                </a:lnTo>
                <a:cubicBezTo>
                  <a:pt x="13774" y="21185"/>
                  <a:pt x="13978" y="21125"/>
                  <a:pt x="14181" y="21058"/>
                </a:cubicBezTo>
                <a:lnTo>
                  <a:pt x="21058" y="14181"/>
                </a:lnTo>
                <a:cubicBezTo>
                  <a:pt x="21125" y="13978"/>
                  <a:pt x="21185" y="13774"/>
                  <a:pt x="21239" y="13569"/>
                </a:cubicBezTo>
                <a:close/>
                <a:moveTo>
                  <a:pt x="20736" y="15035"/>
                </a:moveTo>
                <a:lnTo>
                  <a:pt x="15035" y="20736"/>
                </a:lnTo>
                <a:cubicBezTo>
                  <a:pt x="15310" y="20619"/>
                  <a:pt x="15581" y="20493"/>
                  <a:pt x="15848" y="20352"/>
                </a:cubicBezTo>
                <a:lnTo>
                  <a:pt x="20352" y="15848"/>
                </a:lnTo>
                <a:cubicBezTo>
                  <a:pt x="20493" y="15581"/>
                  <a:pt x="20619" y="15310"/>
                  <a:pt x="20736" y="15035"/>
                </a:cubicBezTo>
                <a:close/>
                <a:moveTo>
                  <a:pt x="19400" y="17332"/>
                </a:moveTo>
                <a:lnTo>
                  <a:pt x="17332" y="19400"/>
                </a:lnTo>
                <a:cubicBezTo>
                  <a:pt x="17716" y="19108"/>
                  <a:pt x="18087" y="18789"/>
                  <a:pt x="18438" y="18438"/>
                </a:cubicBezTo>
                <a:cubicBezTo>
                  <a:pt x="18788" y="18087"/>
                  <a:pt x="19107" y="17716"/>
                  <a:pt x="19400" y="17332"/>
                </a:cubicBezTo>
                <a:close/>
              </a:path>
            </a:pathLst>
          </a:custGeom>
          <a:solidFill>
            <a:schemeClr val="accent4"/>
          </a:solidFill>
          <a:ln w="12700">
            <a:miter lim="400000"/>
          </a:ln>
        </p:spPr>
        <p:txBody>
          <a:bodyPr lIns="0" tIns="0" rIns="0" bIns="0" anchor="ctr"/>
          <a:lstStyle/>
          <a:p>
            <a:pPr marL="0" marR="0" lvl="0" indent="0" algn="ctr" defTabSz="8255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 kumimoji="0" sz="32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Helvetica Neue Medium"/>
              <a:sym typeface="Helvetica Neue Medium"/>
            </a:endParaRPr>
          </a:p>
        </p:txBody>
      </p:sp>
      <p:sp>
        <p:nvSpPr>
          <p:cNvPr id="221" name="Shape">
            <a:extLst>
              <a:ext uri="{FF2B5EF4-FFF2-40B4-BE49-F238E27FC236}">
                <a16:creationId xmlns:a16="http://schemas.microsoft.com/office/drawing/2014/main" id="{4DC3884D-90CC-0B8F-54BB-0676461B0716}"/>
              </a:ext>
            </a:extLst>
          </p:cNvPr>
          <p:cNvSpPr/>
          <p:nvPr/>
        </p:nvSpPr>
        <p:spPr>
          <a:xfrm>
            <a:off x="-9782" y="-14685"/>
            <a:ext cx="5401449" cy="1371951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489" h="21600" extrusionOk="0">
                <a:moveTo>
                  <a:pt x="9876" y="0"/>
                </a:moveTo>
                <a:cubicBezTo>
                  <a:pt x="14909" y="1061"/>
                  <a:pt x="18164" y="3091"/>
                  <a:pt x="18448" y="5345"/>
                </a:cubicBezTo>
                <a:cubicBezTo>
                  <a:pt x="18695" y="7304"/>
                  <a:pt x="16642" y="9198"/>
                  <a:pt x="12885" y="10477"/>
                </a:cubicBezTo>
                <a:cubicBezTo>
                  <a:pt x="8651" y="11730"/>
                  <a:pt x="7084" y="13955"/>
                  <a:pt x="9071" y="15894"/>
                </a:cubicBezTo>
                <a:cubicBezTo>
                  <a:pt x="10355" y="17147"/>
                  <a:pt x="13013" y="18098"/>
                  <a:pt x="16290" y="18479"/>
                </a:cubicBezTo>
                <a:cubicBezTo>
                  <a:pt x="17951" y="18702"/>
                  <a:pt x="19367" y="19144"/>
                  <a:pt x="20305" y="19731"/>
                </a:cubicBezTo>
                <a:cubicBezTo>
                  <a:pt x="21193" y="20288"/>
                  <a:pt x="21600" y="20944"/>
                  <a:pt x="21463" y="21600"/>
                </a:cubicBezTo>
                <a:lnTo>
                  <a:pt x="0" y="21600"/>
                </a:lnTo>
                <a:lnTo>
                  <a:pt x="0" y="1"/>
                </a:lnTo>
                <a:lnTo>
                  <a:pt x="9876" y="0"/>
                </a:lnTo>
                <a:close/>
              </a:path>
            </a:pathLst>
          </a:custGeom>
          <a:solidFill>
            <a:schemeClr val="accent3"/>
          </a:solidFill>
          <a:ln w="12700">
            <a:miter lim="400000"/>
          </a:ln>
          <a:effectLst>
            <a:outerShdw blurRad="914400" dist="25400" dir="5400000" rotWithShape="0">
              <a:srgbClr val="000000">
                <a:alpha val="50000"/>
              </a:srgbClr>
            </a:outerShdw>
          </a:effectLst>
        </p:spPr>
        <p:txBody>
          <a:bodyPr lIns="50800" tIns="50800" rIns="50800" bIns="50800" anchor="ctr"/>
          <a:lstStyle/>
          <a:p>
            <a:pPr marL="0" marR="0" lvl="0" indent="0" algn="ctr" defTabSz="8255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3000" b="1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Helvetica Neue"/>
              <a:sym typeface="Helvetica Neue"/>
            </a:endParaRPr>
          </a:p>
        </p:txBody>
      </p:sp>
      <p:sp>
        <p:nvSpPr>
          <p:cNvPr id="222" name="Shape">
            <a:extLst>
              <a:ext uri="{FF2B5EF4-FFF2-40B4-BE49-F238E27FC236}">
                <a16:creationId xmlns:a16="http://schemas.microsoft.com/office/drawing/2014/main" id="{BEE4A967-96D6-1BFC-A4D4-83558AF78173}"/>
              </a:ext>
            </a:extLst>
          </p:cNvPr>
          <p:cNvSpPr/>
          <p:nvPr/>
        </p:nvSpPr>
        <p:spPr>
          <a:xfrm>
            <a:off x="14077382" y="-26393"/>
            <a:ext cx="10315136" cy="10264133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490" h="20992" extrusionOk="0">
                <a:moveTo>
                  <a:pt x="22" y="0"/>
                </a:moveTo>
                <a:cubicBezTo>
                  <a:pt x="-110" y="1123"/>
                  <a:pt x="362" y="2232"/>
                  <a:pt x="1268" y="2930"/>
                </a:cubicBezTo>
                <a:cubicBezTo>
                  <a:pt x="2187" y="3637"/>
                  <a:pt x="3418" y="3817"/>
                  <a:pt x="4507" y="3403"/>
                </a:cubicBezTo>
                <a:cubicBezTo>
                  <a:pt x="6055" y="2610"/>
                  <a:pt x="7961" y="3061"/>
                  <a:pt x="8970" y="4460"/>
                </a:cubicBezTo>
                <a:cubicBezTo>
                  <a:pt x="9809" y="5622"/>
                  <a:pt x="9807" y="7178"/>
                  <a:pt x="8965" y="8338"/>
                </a:cubicBezTo>
                <a:cubicBezTo>
                  <a:pt x="6771" y="11924"/>
                  <a:pt x="7613" y="16550"/>
                  <a:pt x="10936" y="19169"/>
                </a:cubicBezTo>
                <a:cubicBezTo>
                  <a:pt x="14018" y="21597"/>
                  <a:pt x="18405" y="21600"/>
                  <a:pt x="21490" y="19175"/>
                </a:cubicBezTo>
                <a:lnTo>
                  <a:pt x="21490" y="35"/>
                </a:lnTo>
                <a:lnTo>
                  <a:pt x="22" y="0"/>
                </a:lnTo>
                <a:close/>
              </a:path>
            </a:pathLst>
          </a:custGeom>
          <a:solidFill>
            <a:schemeClr val="accent3"/>
          </a:solidFill>
          <a:ln w="12700">
            <a:miter lim="400000"/>
          </a:ln>
          <a:effectLst>
            <a:outerShdw blurRad="914400" dist="25400" dir="5400000" rotWithShape="0">
              <a:srgbClr val="000000">
                <a:alpha val="50000"/>
              </a:srgbClr>
            </a:outerShdw>
          </a:effectLst>
        </p:spPr>
        <p:txBody>
          <a:bodyPr lIns="50800" tIns="50800" rIns="50800" bIns="50800" anchor="ctr"/>
          <a:lstStyle/>
          <a:p>
            <a:pPr marL="0" marR="0" lvl="0" indent="0" algn="ctr" defTabSz="8255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3000" b="1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Helvetica Neue"/>
              <a:sym typeface="Helvetica Neue"/>
            </a:endParaRPr>
          </a:p>
        </p:txBody>
      </p:sp>
      <p:sp>
        <p:nvSpPr>
          <p:cNvPr id="223" name="Circle">
            <a:extLst>
              <a:ext uri="{FF2B5EF4-FFF2-40B4-BE49-F238E27FC236}">
                <a16:creationId xmlns:a16="http://schemas.microsoft.com/office/drawing/2014/main" id="{1BAAB3DF-8E29-BAA8-67F7-C6E759CE7B8B}"/>
              </a:ext>
            </a:extLst>
          </p:cNvPr>
          <p:cNvSpPr/>
          <p:nvPr/>
        </p:nvSpPr>
        <p:spPr>
          <a:xfrm>
            <a:off x="17006264" y="352354"/>
            <a:ext cx="494973" cy="494972"/>
          </a:xfrm>
          <a:prstGeom prst="ellipse">
            <a:avLst/>
          </a:prstGeom>
          <a:gradFill>
            <a:gsLst>
              <a:gs pos="0">
                <a:schemeClr val="accent2"/>
              </a:gs>
              <a:gs pos="100000">
                <a:schemeClr val="accent1"/>
              </a:gs>
            </a:gsLst>
            <a:lin ang="5400000"/>
          </a:gradFill>
          <a:ln w="12700">
            <a:miter lim="400000"/>
          </a:ln>
        </p:spPr>
        <p:txBody>
          <a:bodyPr lIns="0" tIns="0" rIns="0" bIns="0" anchor="ctr"/>
          <a:lstStyle/>
          <a:p>
            <a:pPr marL="0" marR="0" lvl="0" indent="0" algn="ctr" defTabSz="8255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 kumimoji="0" sz="32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Helvetica Neue Medium"/>
              <a:sym typeface="Helvetica Neue Medium"/>
            </a:endParaRPr>
          </a:p>
        </p:txBody>
      </p:sp>
      <p:sp>
        <p:nvSpPr>
          <p:cNvPr id="224" name="Circle">
            <a:extLst>
              <a:ext uri="{FF2B5EF4-FFF2-40B4-BE49-F238E27FC236}">
                <a16:creationId xmlns:a16="http://schemas.microsoft.com/office/drawing/2014/main" id="{C3CA0F58-EF2F-E494-5D30-1717E0062836}"/>
              </a:ext>
            </a:extLst>
          </p:cNvPr>
          <p:cNvSpPr/>
          <p:nvPr/>
        </p:nvSpPr>
        <p:spPr>
          <a:xfrm>
            <a:off x="-564062" y="1321716"/>
            <a:ext cx="1150610" cy="1150611"/>
          </a:xfrm>
          <a:prstGeom prst="ellipse">
            <a:avLst/>
          </a:prstGeom>
          <a:gradFill>
            <a:gsLst>
              <a:gs pos="0">
                <a:schemeClr val="accent2"/>
              </a:gs>
              <a:gs pos="100000">
                <a:schemeClr val="accent1"/>
              </a:gs>
            </a:gsLst>
            <a:lin ang="5400000"/>
          </a:gradFill>
          <a:ln w="12700">
            <a:miter lim="400000"/>
          </a:ln>
        </p:spPr>
        <p:txBody>
          <a:bodyPr lIns="0" tIns="0" rIns="0" bIns="0" anchor="ctr"/>
          <a:lstStyle/>
          <a:p>
            <a:pPr marL="0" marR="0" lvl="0" indent="0" algn="ctr" defTabSz="8255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 kumimoji="0" sz="32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Helvetica Neue Medium"/>
              <a:sym typeface="Helvetica Neue Medium"/>
            </a:endParaRPr>
          </a:p>
        </p:txBody>
      </p:sp>
      <p:sp>
        <p:nvSpPr>
          <p:cNvPr id="225" name="TOPIC #1 - $100 ANSWER">
            <a:extLst>
              <a:ext uri="{FF2B5EF4-FFF2-40B4-BE49-F238E27FC236}">
                <a16:creationId xmlns:a16="http://schemas.microsoft.com/office/drawing/2014/main" id="{CD171CE8-B4F3-F2B1-AC98-C20E70E677CD}"/>
              </a:ext>
            </a:extLst>
          </p:cNvPr>
          <p:cNvSpPr txBox="1"/>
          <p:nvPr/>
        </p:nvSpPr>
        <p:spPr>
          <a:xfrm>
            <a:off x="1318646" y="1076284"/>
            <a:ext cx="18658285" cy="164147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50800" tIns="50800" rIns="50800" bIns="50800" anchor="ctr">
            <a:spAutoFit/>
          </a:bodyPr>
          <a:lstStyle/>
          <a:p>
            <a:pPr marL="0" marR="0" lvl="0" indent="0" algn="l" defTabSz="8255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0000" b="0">
                <a:solidFill>
                  <a:srgbClr val="F6C543"/>
                </a:solidFill>
                <a:latin typeface="Impact"/>
                <a:ea typeface="Impact"/>
                <a:cs typeface="Impact"/>
                <a:sym typeface="Impact"/>
              </a:defRPr>
            </a:pPr>
            <a:r>
              <a:rPr kumimoji="0" lang="en-US" altLang="zh-CN" sz="10000" b="0" i="0" u="none" strike="noStrike" kern="0" cap="none" spc="0" normalizeH="0" baseline="0" noProof="0" dirty="0">
                <a:ln>
                  <a:noFill/>
                </a:ln>
                <a:solidFill>
                  <a:srgbClr val="F6C542"/>
                </a:solidFill>
                <a:effectLst/>
                <a:uLnTx/>
                <a:uFillTx/>
                <a:latin typeface="Impact"/>
                <a:sym typeface="Impact"/>
              </a:rPr>
              <a:t>UNIT #2</a:t>
            </a:r>
            <a:r>
              <a:rPr kumimoji="0" lang="en-US" altLang="zh-CN" sz="10000" b="0" i="0" u="none" strike="noStrike" kern="0" cap="none" spc="0" normalizeH="0" baseline="0" noProof="0" dirty="0">
                <a:ln>
                  <a:noFill/>
                </a:ln>
                <a:solidFill>
                  <a:srgbClr val="F6C543"/>
                </a:solidFill>
                <a:effectLst/>
                <a:uLnTx/>
                <a:uFillTx/>
                <a:latin typeface="Impact"/>
                <a:sym typeface="Impact"/>
              </a:rPr>
              <a:t> </a:t>
            </a:r>
            <a:r>
              <a:rPr kumimoji="0" lang="en-US" altLang="zh-CN" sz="100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Impact"/>
                <a:sym typeface="Impact"/>
              </a:rPr>
              <a:t>–</a:t>
            </a:r>
            <a:r>
              <a:rPr kumimoji="0" lang="zh-CN" altLang="en-US" sz="9600" b="0" i="0" u="none" strike="noStrike" kern="0" cap="none" spc="0" normalizeH="0" baseline="0" noProof="0" dirty="0">
                <a:ln>
                  <a:noFill/>
                </a:ln>
                <a:solidFill>
                  <a:srgbClr val="F6C543"/>
                </a:solidFill>
                <a:effectLst/>
                <a:uLnTx/>
                <a:uFillTx/>
                <a:latin typeface="华文楷体" panose="02010600040101010101" pitchFamily="2" charset="-122"/>
                <a:ea typeface="华文楷体" panose="02010600040101010101" pitchFamily="2" charset="-122"/>
                <a:sym typeface="Impact"/>
              </a:rPr>
              <a:t>直线与平面的相对位置</a:t>
            </a:r>
            <a:endParaRPr kumimoji="0" lang="zh-CN" altLang="en-US" sz="100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华文楷体" panose="02010600040101010101" pitchFamily="2" charset="-122"/>
              <a:ea typeface="华文楷体" panose="02010600040101010101" pitchFamily="2" charset="-122"/>
              <a:sym typeface="Impact"/>
            </a:endParaRPr>
          </a:p>
        </p:txBody>
      </p:sp>
      <p:sp>
        <p:nvSpPr>
          <p:cNvPr id="226" name="Shape">
            <a:extLst>
              <a:ext uri="{FF2B5EF4-FFF2-40B4-BE49-F238E27FC236}">
                <a16:creationId xmlns:a16="http://schemas.microsoft.com/office/drawing/2014/main" id="{250943AA-D2EE-A70F-7008-3C4A0706CDFB}"/>
              </a:ext>
            </a:extLst>
          </p:cNvPr>
          <p:cNvSpPr/>
          <p:nvPr/>
        </p:nvSpPr>
        <p:spPr>
          <a:xfrm>
            <a:off x="-306915" y="8239797"/>
            <a:ext cx="1046530" cy="104640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9679" h="20595" extrusionOk="0">
                <a:moveTo>
                  <a:pt x="9839" y="0"/>
                </a:moveTo>
                <a:cubicBezTo>
                  <a:pt x="7321" y="0"/>
                  <a:pt x="4802" y="1006"/>
                  <a:pt x="2881" y="3017"/>
                </a:cubicBezTo>
                <a:cubicBezTo>
                  <a:pt x="-961" y="7038"/>
                  <a:pt x="-961" y="13557"/>
                  <a:pt x="2881" y="17578"/>
                </a:cubicBezTo>
                <a:cubicBezTo>
                  <a:pt x="6724" y="21600"/>
                  <a:pt x="12954" y="21600"/>
                  <a:pt x="16797" y="17578"/>
                </a:cubicBezTo>
                <a:cubicBezTo>
                  <a:pt x="20639" y="13557"/>
                  <a:pt x="20639" y="7038"/>
                  <a:pt x="16797" y="3017"/>
                </a:cubicBezTo>
                <a:cubicBezTo>
                  <a:pt x="14876" y="1006"/>
                  <a:pt x="12357" y="0"/>
                  <a:pt x="9839" y="0"/>
                </a:cubicBezTo>
                <a:close/>
                <a:moveTo>
                  <a:pt x="9839" y="2649"/>
                </a:moveTo>
                <a:cubicBezTo>
                  <a:pt x="11709" y="2649"/>
                  <a:pt x="13580" y="3397"/>
                  <a:pt x="15007" y="4890"/>
                </a:cubicBezTo>
                <a:cubicBezTo>
                  <a:pt x="17861" y="7877"/>
                  <a:pt x="17861" y="12718"/>
                  <a:pt x="15007" y="15705"/>
                </a:cubicBezTo>
                <a:cubicBezTo>
                  <a:pt x="12153" y="18692"/>
                  <a:pt x="7525" y="18692"/>
                  <a:pt x="4671" y="15705"/>
                </a:cubicBezTo>
                <a:cubicBezTo>
                  <a:pt x="1817" y="12718"/>
                  <a:pt x="1817" y="7877"/>
                  <a:pt x="4671" y="4890"/>
                </a:cubicBezTo>
                <a:cubicBezTo>
                  <a:pt x="6098" y="3397"/>
                  <a:pt x="7969" y="2649"/>
                  <a:pt x="9839" y="2649"/>
                </a:cubicBezTo>
                <a:close/>
              </a:path>
            </a:pathLst>
          </a:custGeom>
          <a:gradFill>
            <a:gsLst>
              <a:gs pos="0">
                <a:schemeClr val="accent2"/>
              </a:gs>
              <a:gs pos="100000">
                <a:schemeClr val="accent1"/>
              </a:gs>
            </a:gsLst>
            <a:lin ang="5400000"/>
          </a:gradFill>
          <a:ln w="12700">
            <a:miter lim="400000"/>
          </a:ln>
        </p:spPr>
        <p:txBody>
          <a:bodyPr lIns="0" tIns="0" rIns="0" bIns="0" anchor="ctr"/>
          <a:lstStyle/>
          <a:p>
            <a:pPr marL="0" marR="0" lvl="0" indent="0" algn="ctr" defTabSz="8255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 kumimoji="0" sz="32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Helvetica Neue Medium"/>
              <a:sym typeface="Helvetica Neue Medium"/>
            </a:endParaRPr>
          </a:p>
        </p:txBody>
      </p:sp>
      <p:sp>
        <p:nvSpPr>
          <p:cNvPr id="227" name="Shape">
            <a:extLst>
              <a:ext uri="{FF2B5EF4-FFF2-40B4-BE49-F238E27FC236}">
                <a16:creationId xmlns:a16="http://schemas.microsoft.com/office/drawing/2014/main" id="{3B20C69F-C860-4357-C52A-9EB776B794EC}"/>
              </a:ext>
            </a:extLst>
          </p:cNvPr>
          <p:cNvSpPr/>
          <p:nvPr/>
        </p:nvSpPr>
        <p:spPr>
          <a:xfrm>
            <a:off x="19865947" y="2060686"/>
            <a:ext cx="2330506" cy="233022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9679" h="20595" extrusionOk="0">
                <a:moveTo>
                  <a:pt x="9839" y="0"/>
                </a:moveTo>
                <a:cubicBezTo>
                  <a:pt x="7321" y="0"/>
                  <a:pt x="4802" y="1006"/>
                  <a:pt x="2881" y="3017"/>
                </a:cubicBezTo>
                <a:cubicBezTo>
                  <a:pt x="-961" y="7038"/>
                  <a:pt x="-961" y="13557"/>
                  <a:pt x="2881" y="17578"/>
                </a:cubicBezTo>
                <a:cubicBezTo>
                  <a:pt x="6724" y="21600"/>
                  <a:pt x="12954" y="21600"/>
                  <a:pt x="16797" y="17578"/>
                </a:cubicBezTo>
                <a:cubicBezTo>
                  <a:pt x="20639" y="13557"/>
                  <a:pt x="20639" y="7038"/>
                  <a:pt x="16797" y="3017"/>
                </a:cubicBezTo>
                <a:cubicBezTo>
                  <a:pt x="14876" y="1006"/>
                  <a:pt x="12357" y="0"/>
                  <a:pt x="9839" y="0"/>
                </a:cubicBezTo>
                <a:close/>
                <a:moveTo>
                  <a:pt x="9839" y="2649"/>
                </a:moveTo>
                <a:cubicBezTo>
                  <a:pt x="11709" y="2649"/>
                  <a:pt x="13580" y="3397"/>
                  <a:pt x="15007" y="4890"/>
                </a:cubicBezTo>
                <a:cubicBezTo>
                  <a:pt x="17861" y="7877"/>
                  <a:pt x="17861" y="12718"/>
                  <a:pt x="15007" y="15705"/>
                </a:cubicBezTo>
                <a:cubicBezTo>
                  <a:pt x="12153" y="18692"/>
                  <a:pt x="7525" y="18692"/>
                  <a:pt x="4671" y="15705"/>
                </a:cubicBezTo>
                <a:cubicBezTo>
                  <a:pt x="1817" y="12718"/>
                  <a:pt x="1817" y="7877"/>
                  <a:pt x="4671" y="4890"/>
                </a:cubicBezTo>
                <a:cubicBezTo>
                  <a:pt x="6098" y="3397"/>
                  <a:pt x="7969" y="2649"/>
                  <a:pt x="9839" y="2649"/>
                </a:cubicBezTo>
                <a:close/>
              </a:path>
            </a:pathLst>
          </a:custGeom>
          <a:gradFill>
            <a:gsLst>
              <a:gs pos="0">
                <a:schemeClr val="accent2"/>
              </a:gs>
              <a:gs pos="100000">
                <a:schemeClr val="accent1"/>
              </a:gs>
            </a:gsLst>
            <a:lin ang="5400000"/>
          </a:gradFill>
          <a:ln w="12700">
            <a:miter lim="400000"/>
          </a:ln>
        </p:spPr>
        <p:txBody>
          <a:bodyPr lIns="0" tIns="0" rIns="0" bIns="0" anchor="ctr"/>
          <a:lstStyle/>
          <a:p>
            <a:pPr marL="0" marR="0" lvl="0" indent="0" algn="ctr" defTabSz="8255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 kumimoji="0" sz="32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Helvetica Neue Medium"/>
              <a:sym typeface="Helvetica Neue Medium"/>
            </a:endParaRPr>
          </a:p>
        </p:txBody>
      </p:sp>
      <p:sp>
        <p:nvSpPr>
          <p:cNvPr id="228" name="Rounded Rectangle">
            <a:extLst>
              <a:ext uri="{FF2B5EF4-FFF2-40B4-BE49-F238E27FC236}">
                <a16:creationId xmlns:a16="http://schemas.microsoft.com/office/drawing/2014/main" id="{017734F4-CCFD-2A01-0963-B0157FD23EB0}"/>
              </a:ext>
            </a:extLst>
          </p:cNvPr>
          <p:cNvSpPr/>
          <p:nvPr/>
        </p:nvSpPr>
        <p:spPr>
          <a:xfrm>
            <a:off x="1413182" y="3302000"/>
            <a:ext cx="21616294" cy="8897388"/>
          </a:xfrm>
          <a:prstGeom prst="roundRect">
            <a:avLst>
              <a:gd name="adj" fmla="val 2897"/>
            </a:avLst>
          </a:prstGeom>
          <a:solidFill>
            <a:schemeClr val="accent4"/>
          </a:solidFill>
          <a:ln w="12700">
            <a:miter lim="400000"/>
          </a:ln>
          <a:effectLst>
            <a:outerShdw blurRad="558800" dist="71163" dir="5400000" rotWithShape="0">
              <a:srgbClr val="000000">
                <a:alpha val="19617"/>
              </a:srgbClr>
            </a:outerShdw>
          </a:effectLst>
        </p:spPr>
        <p:txBody>
          <a:bodyPr lIns="0" tIns="0" rIns="0" bIns="0" anchor="ctr"/>
          <a:lstStyle/>
          <a:p>
            <a:pPr marL="0" marR="0" lvl="0" indent="0" algn="ctr" defTabSz="8255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 kumimoji="0" sz="32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Helvetica Neue Medium"/>
              <a:sym typeface="Helvetica Neue Medium"/>
            </a:endParaRPr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BD93FFC1-EC55-C49F-5FCA-FC3636B49033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3175518" y="2634688"/>
            <a:ext cx="16801413" cy="105264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63517656"/>
      </p:ext>
    </p:extLst>
  </p:cSld>
  <p:clrMapOvr>
    <a:masterClrMapping/>
  </p:clrMapOvr>
  <p:transition spd="med"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3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FA095AF-25AE-8D80-94D2-EA28930FC2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Shape">
            <a:extLst>
              <a:ext uri="{FF2B5EF4-FFF2-40B4-BE49-F238E27FC236}">
                <a16:creationId xmlns:a16="http://schemas.microsoft.com/office/drawing/2014/main" id="{7412053C-D704-0362-FDDE-8C48AFDF6FB9}"/>
              </a:ext>
            </a:extLst>
          </p:cNvPr>
          <p:cNvSpPr/>
          <p:nvPr/>
        </p:nvSpPr>
        <p:spPr>
          <a:xfrm>
            <a:off x="6290541" y="12617233"/>
            <a:ext cx="2709718" cy="270939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9679" h="20595" extrusionOk="0">
                <a:moveTo>
                  <a:pt x="9839" y="0"/>
                </a:moveTo>
                <a:cubicBezTo>
                  <a:pt x="7321" y="0"/>
                  <a:pt x="4802" y="1006"/>
                  <a:pt x="2881" y="3017"/>
                </a:cubicBezTo>
                <a:cubicBezTo>
                  <a:pt x="-961" y="7038"/>
                  <a:pt x="-961" y="13557"/>
                  <a:pt x="2881" y="17578"/>
                </a:cubicBezTo>
                <a:cubicBezTo>
                  <a:pt x="6724" y="21600"/>
                  <a:pt x="12954" y="21600"/>
                  <a:pt x="16797" y="17578"/>
                </a:cubicBezTo>
                <a:cubicBezTo>
                  <a:pt x="20639" y="13557"/>
                  <a:pt x="20639" y="7038"/>
                  <a:pt x="16797" y="3017"/>
                </a:cubicBezTo>
                <a:cubicBezTo>
                  <a:pt x="14876" y="1006"/>
                  <a:pt x="12357" y="0"/>
                  <a:pt x="9839" y="0"/>
                </a:cubicBezTo>
                <a:close/>
                <a:moveTo>
                  <a:pt x="9839" y="2649"/>
                </a:moveTo>
                <a:cubicBezTo>
                  <a:pt x="11709" y="2649"/>
                  <a:pt x="13580" y="3397"/>
                  <a:pt x="15007" y="4890"/>
                </a:cubicBezTo>
                <a:cubicBezTo>
                  <a:pt x="17861" y="7877"/>
                  <a:pt x="17861" y="12718"/>
                  <a:pt x="15007" y="15705"/>
                </a:cubicBezTo>
                <a:cubicBezTo>
                  <a:pt x="12153" y="18692"/>
                  <a:pt x="7525" y="18692"/>
                  <a:pt x="4671" y="15705"/>
                </a:cubicBezTo>
                <a:cubicBezTo>
                  <a:pt x="1817" y="12718"/>
                  <a:pt x="1817" y="7877"/>
                  <a:pt x="4671" y="4890"/>
                </a:cubicBezTo>
                <a:cubicBezTo>
                  <a:pt x="6098" y="3397"/>
                  <a:pt x="7969" y="2649"/>
                  <a:pt x="9839" y="2649"/>
                </a:cubicBezTo>
                <a:close/>
              </a:path>
            </a:pathLst>
          </a:custGeom>
          <a:gradFill>
            <a:gsLst>
              <a:gs pos="0">
                <a:schemeClr val="accent2"/>
              </a:gs>
              <a:gs pos="100000">
                <a:schemeClr val="accent1"/>
              </a:gs>
            </a:gsLst>
            <a:lin ang="5400000"/>
          </a:gradFill>
          <a:ln w="12700">
            <a:miter lim="400000"/>
          </a:ln>
        </p:spPr>
        <p:txBody>
          <a:bodyPr lIns="0" tIns="0" rIns="0" bIns="0" anchor="ctr"/>
          <a:lstStyle/>
          <a:p>
            <a:pPr marL="0" marR="0" lvl="0" indent="0" algn="ctr" defTabSz="8255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 kumimoji="0" sz="32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Helvetica Neue Medium"/>
              <a:sym typeface="Helvetica Neue Medium"/>
            </a:endParaRPr>
          </a:p>
        </p:txBody>
      </p:sp>
      <p:sp>
        <p:nvSpPr>
          <p:cNvPr id="216" name="Shape">
            <a:extLst>
              <a:ext uri="{FF2B5EF4-FFF2-40B4-BE49-F238E27FC236}">
                <a16:creationId xmlns:a16="http://schemas.microsoft.com/office/drawing/2014/main" id="{2B561B2D-CD0B-BC1B-BB37-1B116C02101F}"/>
              </a:ext>
            </a:extLst>
          </p:cNvPr>
          <p:cNvSpPr/>
          <p:nvPr/>
        </p:nvSpPr>
        <p:spPr>
          <a:xfrm>
            <a:off x="14339439" y="2620192"/>
            <a:ext cx="6322300" cy="632257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800" y="0"/>
                </a:moveTo>
                <a:cubicBezTo>
                  <a:pt x="10787" y="0"/>
                  <a:pt x="10773" y="1"/>
                  <a:pt x="10759" y="1"/>
                </a:cubicBezTo>
                <a:lnTo>
                  <a:pt x="1" y="10760"/>
                </a:lnTo>
                <a:cubicBezTo>
                  <a:pt x="0" y="10900"/>
                  <a:pt x="3" y="11040"/>
                  <a:pt x="8" y="11181"/>
                </a:cubicBezTo>
                <a:lnTo>
                  <a:pt x="11180" y="9"/>
                </a:lnTo>
                <a:cubicBezTo>
                  <a:pt x="11054" y="4"/>
                  <a:pt x="10927" y="0"/>
                  <a:pt x="10800" y="0"/>
                </a:cubicBezTo>
                <a:close/>
                <a:moveTo>
                  <a:pt x="10211" y="17"/>
                </a:moveTo>
                <a:cubicBezTo>
                  <a:pt x="10057" y="25"/>
                  <a:pt x="9903" y="36"/>
                  <a:pt x="9748" y="51"/>
                </a:cubicBezTo>
                <a:lnTo>
                  <a:pt x="50" y="9749"/>
                </a:lnTo>
                <a:cubicBezTo>
                  <a:pt x="35" y="9903"/>
                  <a:pt x="25" y="10057"/>
                  <a:pt x="16" y="10212"/>
                </a:cubicBezTo>
                <a:lnTo>
                  <a:pt x="10211" y="17"/>
                </a:lnTo>
                <a:close/>
                <a:moveTo>
                  <a:pt x="11683" y="38"/>
                </a:moveTo>
                <a:lnTo>
                  <a:pt x="38" y="11684"/>
                </a:lnTo>
                <a:cubicBezTo>
                  <a:pt x="48" y="11814"/>
                  <a:pt x="62" y="11944"/>
                  <a:pt x="78" y="12075"/>
                </a:cubicBezTo>
                <a:lnTo>
                  <a:pt x="12074" y="78"/>
                </a:lnTo>
                <a:cubicBezTo>
                  <a:pt x="11944" y="63"/>
                  <a:pt x="11814" y="49"/>
                  <a:pt x="11683" y="38"/>
                </a:cubicBezTo>
                <a:close/>
                <a:moveTo>
                  <a:pt x="9136" y="131"/>
                </a:moveTo>
                <a:cubicBezTo>
                  <a:pt x="8960" y="158"/>
                  <a:pt x="8786" y="190"/>
                  <a:pt x="8611" y="226"/>
                </a:cubicBezTo>
                <a:lnTo>
                  <a:pt x="226" y="8611"/>
                </a:lnTo>
                <a:cubicBezTo>
                  <a:pt x="190" y="8786"/>
                  <a:pt x="157" y="8961"/>
                  <a:pt x="130" y="9137"/>
                </a:cubicBezTo>
                <a:lnTo>
                  <a:pt x="9136" y="131"/>
                </a:lnTo>
                <a:close/>
                <a:moveTo>
                  <a:pt x="12541" y="143"/>
                </a:moveTo>
                <a:lnTo>
                  <a:pt x="143" y="12541"/>
                </a:lnTo>
                <a:cubicBezTo>
                  <a:pt x="163" y="12663"/>
                  <a:pt x="183" y="12785"/>
                  <a:pt x="207" y="12906"/>
                </a:cubicBezTo>
                <a:lnTo>
                  <a:pt x="12906" y="208"/>
                </a:lnTo>
                <a:cubicBezTo>
                  <a:pt x="12785" y="184"/>
                  <a:pt x="12663" y="163"/>
                  <a:pt x="12541" y="143"/>
                </a:cubicBezTo>
                <a:close/>
                <a:moveTo>
                  <a:pt x="13343" y="303"/>
                </a:moveTo>
                <a:lnTo>
                  <a:pt x="303" y="13343"/>
                </a:lnTo>
                <a:cubicBezTo>
                  <a:pt x="330" y="13456"/>
                  <a:pt x="361" y="13569"/>
                  <a:pt x="392" y="13682"/>
                </a:cubicBezTo>
                <a:lnTo>
                  <a:pt x="13682" y="393"/>
                </a:lnTo>
                <a:cubicBezTo>
                  <a:pt x="13569" y="362"/>
                  <a:pt x="13456" y="331"/>
                  <a:pt x="13343" y="303"/>
                </a:cubicBezTo>
                <a:close/>
                <a:moveTo>
                  <a:pt x="7909" y="395"/>
                </a:moveTo>
                <a:cubicBezTo>
                  <a:pt x="7701" y="452"/>
                  <a:pt x="7495" y="515"/>
                  <a:pt x="7290" y="585"/>
                </a:cubicBezTo>
                <a:lnTo>
                  <a:pt x="584" y="7290"/>
                </a:lnTo>
                <a:cubicBezTo>
                  <a:pt x="514" y="7495"/>
                  <a:pt x="452" y="7702"/>
                  <a:pt x="394" y="7909"/>
                </a:cubicBezTo>
                <a:lnTo>
                  <a:pt x="7909" y="395"/>
                </a:lnTo>
                <a:close/>
                <a:moveTo>
                  <a:pt x="14094" y="515"/>
                </a:moveTo>
                <a:lnTo>
                  <a:pt x="514" y="14094"/>
                </a:lnTo>
                <a:cubicBezTo>
                  <a:pt x="549" y="14202"/>
                  <a:pt x="583" y="14310"/>
                  <a:pt x="620" y="14417"/>
                </a:cubicBezTo>
                <a:lnTo>
                  <a:pt x="14417" y="621"/>
                </a:lnTo>
                <a:cubicBezTo>
                  <a:pt x="14310" y="583"/>
                  <a:pt x="14202" y="549"/>
                  <a:pt x="14094" y="515"/>
                </a:cubicBezTo>
                <a:close/>
                <a:moveTo>
                  <a:pt x="14804" y="767"/>
                </a:moveTo>
                <a:lnTo>
                  <a:pt x="767" y="14804"/>
                </a:lnTo>
                <a:cubicBezTo>
                  <a:pt x="807" y="14905"/>
                  <a:pt x="851" y="15004"/>
                  <a:pt x="894" y="15104"/>
                </a:cubicBezTo>
                <a:lnTo>
                  <a:pt x="15104" y="895"/>
                </a:lnTo>
                <a:cubicBezTo>
                  <a:pt x="15004" y="852"/>
                  <a:pt x="14905" y="807"/>
                  <a:pt x="14804" y="767"/>
                </a:cubicBezTo>
                <a:close/>
                <a:moveTo>
                  <a:pt x="6411" y="932"/>
                </a:moveTo>
                <a:cubicBezTo>
                  <a:pt x="6118" y="1062"/>
                  <a:pt x="5831" y="1206"/>
                  <a:pt x="5549" y="1363"/>
                </a:cubicBezTo>
                <a:lnTo>
                  <a:pt x="1362" y="5549"/>
                </a:lnTo>
                <a:cubicBezTo>
                  <a:pt x="1205" y="5832"/>
                  <a:pt x="1061" y="6119"/>
                  <a:pt x="931" y="6411"/>
                </a:cubicBezTo>
                <a:lnTo>
                  <a:pt x="6411" y="932"/>
                </a:lnTo>
                <a:close/>
                <a:moveTo>
                  <a:pt x="15470" y="1061"/>
                </a:moveTo>
                <a:lnTo>
                  <a:pt x="1060" y="15471"/>
                </a:lnTo>
                <a:cubicBezTo>
                  <a:pt x="1106" y="15567"/>
                  <a:pt x="1153" y="15664"/>
                  <a:pt x="1202" y="15759"/>
                </a:cubicBezTo>
                <a:lnTo>
                  <a:pt x="15759" y="1203"/>
                </a:lnTo>
                <a:cubicBezTo>
                  <a:pt x="15663" y="1153"/>
                  <a:pt x="15567" y="1107"/>
                  <a:pt x="15470" y="1061"/>
                </a:cubicBezTo>
                <a:close/>
                <a:moveTo>
                  <a:pt x="16103" y="1391"/>
                </a:moveTo>
                <a:lnTo>
                  <a:pt x="1391" y="16103"/>
                </a:lnTo>
                <a:cubicBezTo>
                  <a:pt x="1442" y="16194"/>
                  <a:pt x="1494" y="16285"/>
                  <a:pt x="1549" y="16375"/>
                </a:cubicBezTo>
                <a:lnTo>
                  <a:pt x="16375" y="1549"/>
                </a:lnTo>
                <a:cubicBezTo>
                  <a:pt x="16285" y="1495"/>
                  <a:pt x="16194" y="1442"/>
                  <a:pt x="16103" y="1391"/>
                </a:cubicBezTo>
                <a:close/>
                <a:moveTo>
                  <a:pt x="16703" y="1754"/>
                </a:moveTo>
                <a:lnTo>
                  <a:pt x="1753" y="16703"/>
                </a:lnTo>
                <a:cubicBezTo>
                  <a:pt x="1809" y="16788"/>
                  <a:pt x="1869" y="16872"/>
                  <a:pt x="1928" y="16956"/>
                </a:cubicBezTo>
                <a:lnTo>
                  <a:pt x="16956" y="1928"/>
                </a:lnTo>
                <a:cubicBezTo>
                  <a:pt x="16872" y="1869"/>
                  <a:pt x="16788" y="1810"/>
                  <a:pt x="16703" y="1754"/>
                </a:cubicBezTo>
                <a:close/>
                <a:moveTo>
                  <a:pt x="17267" y="2151"/>
                </a:moveTo>
                <a:lnTo>
                  <a:pt x="2151" y="17267"/>
                </a:lnTo>
                <a:cubicBezTo>
                  <a:pt x="2212" y="17349"/>
                  <a:pt x="2274" y="17430"/>
                  <a:pt x="2338" y="17510"/>
                </a:cubicBezTo>
                <a:lnTo>
                  <a:pt x="17510" y="2338"/>
                </a:lnTo>
                <a:cubicBezTo>
                  <a:pt x="17430" y="2275"/>
                  <a:pt x="17349" y="2212"/>
                  <a:pt x="17267" y="2151"/>
                </a:cubicBezTo>
                <a:close/>
                <a:moveTo>
                  <a:pt x="3805" y="2574"/>
                </a:moveTo>
                <a:cubicBezTo>
                  <a:pt x="3586" y="2761"/>
                  <a:pt x="3370" y="2956"/>
                  <a:pt x="3163" y="3163"/>
                </a:cubicBezTo>
                <a:cubicBezTo>
                  <a:pt x="2955" y="3371"/>
                  <a:pt x="2761" y="3586"/>
                  <a:pt x="2574" y="3806"/>
                </a:cubicBezTo>
                <a:lnTo>
                  <a:pt x="3805" y="2574"/>
                </a:lnTo>
                <a:close/>
                <a:moveTo>
                  <a:pt x="17801" y="2579"/>
                </a:moveTo>
                <a:lnTo>
                  <a:pt x="2579" y="17801"/>
                </a:lnTo>
                <a:cubicBezTo>
                  <a:pt x="2645" y="17878"/>
                  <a:pt x="2709" y="17957"/>
                  <a:pt x="2777" y="18032"/>
                </a:cubicBezTo>
                <a:lnTo>
                  <a:pt x="18032" y="2777"/>
                </a:lnTo>
                <a:cubicBezTo>
                  <a:pt x="17957" y="2709"/>
                  <a:pt x="17878" y="2645"/>
                  <a:pt x="17801" y="2579"/>
                </a:cubicBezTo>
                <a:close/>
                <a:moveTo>
                  <a:pt x="18304" y="3036"/>
                </a:moveTo>
                <a:lnTo>
                  <a:pt x="3036" y="18304"/>
                </a:lnTo>
                <a:cubicBezTo>
                  <a:pt x="3079" y="18349"/>
                  <a:pt x="3119" y="18394"/>
                  <a:pt x="3163" y="18438"/>
                </a:cubicBezTo>
                <a:cubicBezTo>
                  <a:pt x="3191" y="18466"/>
                  <a:pt x="3222" y="18492"/>
                  <a:pt x="3250" y="18521"/>
                </a:cubicBezTo>
                <a:lnTo>
                  <a:pt x="18521" y="3251"/>
                </a:lnTo>
                <a:cubicBezTo>
                  <a:pt x="18492" y="3222"/>
                  <a:pt x="18466" y="3192"/>
                  <a:pt x="18438" y="3163"/>
                </a:cubicBezTo>
                <a:cubicBezTo>
                  <a:pt x="18394" y="3119"/>
                  <a:pt x="18348" y="3079"/>
                  <a:pt x="18304" y="3036"/>
                </a:cubicBezTo>
                <a:close/>
                <a:moveTo>
                  <a:pt x="18781" y="3523"/>
                </a:moveTo>
                <a:lnTo>
                  <a:pt x="3522" y="18781"/>
                </a:lnTo>
                <a:cubicBezTo>
                  <a:pt x="3598" y="18850"/>
                  <a:pt x="3676" y="18915"/>
                  <a:pt x="3753" y="18982"/>
                </a:cubicBezTo>
                <a:lnTo>
                  <a:pt x="18982" y="3753"/>
                </a:lnTo>
                <a:cubicBezTo>
                  <a:pt x="18915" y="3676"/>
                  <a:pt x="18850" y="3598"/>
                  <a:pt x="18781" y="3523"/>
                </a:cubicBezTo>
                <a:close/>
                <a:moveTo>
                  <a:pt x="19224" y="4041"/>
                </a:moveTo>
                <a:lnTo>
                  <a:pt x="4041" y="19224"/>
                </a:lnTo>
                <a:cubicBezTo>
                  <a:pt x="4121" y="19289"/>
                  <a:pt x="4202" y="19350"/>
                  <a:pt x="4283" y="19412"/>
                </a:cubicBezTo>
                <a:lnTo>
                  <a:pt x="19412" y="4283"/>
                </a:lnTo>
                <a:cubicBezTo>
                  <a:pt x="19350" y="4202"/>
                  <a:pt x="19289" y="4121"/>
                  <a:pt x="19224" y="4041"/>
                </a:cubicBezTo>
                <a:close/>
                <a:moveTo>
                  <a:pt x="19637" y="4591"/>
                </a:moveTo>
                <a:lnTo>
                  <a:pt x="4591" y="19637"/>
                </a:lnTo>
                <a:cubicBezTo>
                  <a:pt x="4675" y="19696"/>
                  <a:pt x="4758" y="19757"/>
                  <a:pt x="4843" y="19813"/>
                </a:cubicBezTo>
                <a:lnTo>
                  <a:pt x="19813" y="4844"/>
                </a:lnTo>
                <a:cubicBezTo>
                  <a:pt x="19757" y="4758"/>
                  <a:pt x="19696" y="4675"/>
                  <a:pt x="19637" y="4591"/>
                </a:cubicBezTo>
                <a:close/>
                <a:moveTo>
                  <a:pt x="20019" y="5172"/>
                </a:moveTo>
                <a:lnTo>
                  <a:pt x="5172" y="20019"/>
                </a:lnTo>
                <a:cubicBezTo>
                  <a:pt x="5261" y="20073"/>
                  <a:pt x="5351" y="20126"/>
                  <a:pt x="5441" y="20178"/>
                </a:cubicBezTo>
                <a:lnTo>
                  <a:pt x="20178" y="5441"/>
                </a:lnTo>
                <a:cubicBezTo>
                  <a:pt x="20126" y="5351"/>
                  <a:pt x="20073" y="5261"/>
                  <a:pt x="20019" y="5172"/>
                </a:cubicBezTo>
                <a:close/>
                <a:moveTo>
                  <a:pt x="20369" y="5782"/>
                </a:moveTo>
                <a:lnTo>
                  <a:pt x="5782" y="20369"/>
                </a:lnTo>
                <a:cubicBezTo>
                  <a:pt x="5877" y="20419"/>
                  <a:pt x="5974" y="20463"/>
                  <a:pt x="6071" y="20510"/>
                </a:cubicBezTo>
                <a:lnTo>
                  <a:pt x="20510" y="6071"/>
                </a:lnTo>
                <a:cubicBezTo>
                  <a:pt x="20463" y="5975"/>
                  <a:pt x="20419" y="5878"/>
                  <a:pt x="20369" y="5782"/>
                </a:cubicBezTo>
                <a:close/>
                <a:moveTo>
                  <a:pt x="20679" y="6434"/>
                </a:moveTo>
                <a:lnTo>
                  <a:pt x="6434" y="20679"/>
                </a:lnTo>
                <a:cubicBezTo>
                  <a:pt x="6534" y="20723"/>
                  <a:pt x="6633" y="20769"/>
                  <a:pt x="6734" y="20809"/>
                </a:cubicBezTo>
                <a:lnTo>
                  <a:pt x="20809" y="6735"/>
                </a:lnTo>
                <a:cubicBezTo>
                  <a:pt x="20769" y="6634"/>
                  <a:pt x="20723" y="6534"/>
                  <a:pt x="20679" y="6434"/>
                </a:cubicBezTo>
                <a:close/>
                <a:moveTo>
                  <a:pt x="20956" y="7121"/>
                </a:moveTo>
                <a:lnTo>
                  <a:pt x="7120" y="20956"/>
                </a:lnTo>
                <a:cubicBezTo>
                  <a:pt x="7226" y="20994"/>
                  <a:pt x="7333" y="21030"/>
                  <a:pt x="7439" y="21065"/>
                </a:cubicBezTo>
                <a:lnTo>
                  <a:pt x="21065" y="7439"/>
                </a:lnTo>
                <a:cubicBezTo>
                  <a:pt x="21030" y="7333"/>
                  <a:pt x="20994" y="7226"/>
                  <a:pt x="20956" y="7121"/>
                </a:cubicBezTo>
                <a:close/>
                <a:moveTo>
                  <a:pt x="21190" y="7848"/>
                </a:moveTo>
                <a:lnTo>
                  <a:pt x="7848" y="21190"/>
                </a:lnTo>
                <a:cubicBezTo>
                  <a:pt x="7960" y="21221"/>
                  <a:pt x="8073" y="21252"/>
                  <a:pt x="8186" y="21280"/>
                </a:cubicBezTo>
                <a:lnTo>
                  <a:pt x="21280" y="8186"/>
                </a:lnTo>
                <a:cubicBezTo>
                  <a:pt x="21252" y="8073"/>
                  <a:pt x="21221" y="7960"/>
                  <a:pt x="21190" y="7848"/>
                </a:cubicBezTo>
                <a:close/>
                <a:moveTo>
                  <a:pt x="21378" y="8623"/>
                </a:moveTo>
                <a:lnTo>
                  <a:pt x="8623" y="21378"/>
                </a:lnTo>
                <a:cubicBezTo>
                  <a:pt x="8743" y="21402"/>
                  <a:pt x="8863" y="21424"/>
                  <a:pt x="8984" y="21445"/>
                </a:cubicBezTo>
                <a:lnTo>
                  <a:pt x="21445" y="8984"/>
                </a:lnTo>
                <a:cubicBezTo>
                  <a:pt x="21424" y="8864"/>
                  <a:pt x="21402" y="8743"/>
                  <a:pt x="21378" y="8623"/>
                </a:cubicBezTo>
                <a:close/>
                <a:moveTo>
                  <a:pt x="21514" y="9448"/>
                </a:moveTo>
                <a:lnTo>
                  <a:pt x="9447" y="21514"/>
                </a:lnTo>
                <a:cubicBezTo>
                  <a:pt x="9576" y="21530"/>
                  <a:pt x="9704" y="21546"/>
                  <a:pt x="9833" y="21557"/>
                </a:cubicBezTo>
                <a:lnTo>
                  <a:pt x="21557" y="9834"/>
                </a:lnTo>
                <a:cubicBezTo>
                  <a:pt x="21546" y="9705"/>
                  <a:pt x="21530" y="9576"/>
                  <a:pt x="21514" y="9448"/>
                </a:cubicBezTo>
                <a:close/>
                <a:moveTo>
                  <a:pt x="21590" y="10333"/>
                </a:moveTo>
                <a:lnTo>
                  <a:pt x="10332" y="21590"/>
                </a:lnTo>
                <a:cubicBezTo>
                  <a:pt x="10473" y="21596"/>
                  <a:pt x="10613" y="21599"/>
                  <a:pt x="10753" y="21600"/>
                </a:cubicBezTo>
                <a:lnTo>
                  <a:pt x="21600" y="10754"/>
                </a:lnTo>
                <a:cubicBezTo>
                  <a:pt x="21599" y="10613"/>
                  <a:pt x="21596" y="10473"/>
                  <a:pt x="21590" y="10333"/>
                </a:cubicBezTo>
                <a:close/>
                <a:moveTo>
                  <a:pt x="21590" y="11296"/>
                </a:moveTo>
                <a:lnTo>
                  <a:pt x="11295" y="21590"/>
                </a:lnTo>
                <a:cubicBezTo>
                  <a:pt x="11449" y="21583"/>
                  <a:pt x="11603" y="21572"/>
                  <a:pt x="11757" y="21558"/>
                </a:cubicBezTo>
                <a:lnTo>
                  <a:pt x="21558" y="11757"/>
                </a:lnTo>
                <a:cubicBezTo>
                  <a:pt x="21572" y="11603"/>
                  <a:pt x="21583" y="11450"/>
                  <a:pt x="21590" y="11296"/>
                </a:cubicBezTo>
                <a:close/>
                <a:moveTo>
                  <a:pt x="21489" y="12358"/>
                </a:moveTo>
                <a:lnTo>
                  <a:pt x="12358" y="21489"/>
                </a:lnTo>
                <a:cubicBezTo>
                  <a:pt x="12531" y="21464"/>
                  <a:pt x="12703" y="21434"/>
                  <a:pt x="12876" y="21400"/>
                </a:cubicBezTo>
                <a:lnTo>
                  <a:pt x="21400" y="12876"/>
                </a:lnTo>
                <a:cubicBezTo>
                  <a:pt x="21434" y="12704"/>
                  <a:pt x="21464" y="12531"/>
                  <a:pt x="21489" y="12358"/>
                </a:cubicBezTo>
                <a:close/>
                <a:moveTo>
                  <a:pt x="21239" y="13569"/>
                </a:moveTo>
                <a:lnTo>
                  <a:pt x="13569" y="21239"/>
                </a:lnTo>
                <a:cubicBezTo>
                  <a:pt x="13774" y="21185"/>
                  <a:pt x="13978" y="21125"/>
                  <a:pt x="14181" y="21058"/>
                </a:cubicBezTo>
                <a:lnTo>
                  <a:pt x="21058" y="14181"/>
                </a:lnTo>
                <a:cubicBezTo>
                  <a:pt x="21125" y="13978"/>
                  <a:pt x="21185" y="13774"/>
                  <a:pt x="21239" y="13569"/>
                </a:cubicBezTo>
                <a:close/>
                <a:moveTo>
                  <a:pt x="20736" y="15035"/>
                </a:moveTo>
                <a:lnTo>
                  <a:pt x="15035" y="20736"/>
                </a:lnTo>
                <a:cubicBezTo>
                  <a:pt x="15310" y="20619"/>
                  <a:pt x="15581" y="20493"/>
                  <a:pt x="15848" y="20352"/>
                </a:cubicBezTo>
                <a:lnTo>
                  <a:pt x="20352" y="15848"/>
                </a:lnTo>
                <a:cubicBezTo>
                  <a:pt x="20493" y="15581"/>
                  <a:pt x="20619" y="15310"/>
                  <a:pt x="20736" y="15035"/>
                </a:cubicBezTo>
                <a:close/>
                <a:moveTo>
                  <a:pt x="19400" y="17332"/>
                </a:moveTo>
                <a:lnTo>
                  <a:pt x="17332" y="19400"/>
                </a:lnTo>
                <a:cubicBezTo>
                  <a:pt x="17716" y="19108"/>
                  <a:pt x="18087" y="18789"/>
                  <a:pt x="18438" y="18438"/>
                </a:cubicBezTo>
                <a:cubicBezTo>
                  <a:pt x="18788" y="18087"/>
                  <a:pt x="19107" y="17716"/>
                  <a:pt x="19400" y="17332"/>
                </a:cubicBezTo>
                <a:close/>
              </a:path>
            </a:pathLst>
          </a:custGeom>
          <a:solidFill>
            <a:schemeClr val="accent4"/>
          </a:solidFill>
          <a:ln w="12700">
            <a:miter lim="400000"/>
          </a:ln>
        </p:spPr>
        <p:txBody>
          <a:bodyPr lIns="0" tIns="0" rIns="0" bIns="0" anchor="ctr"/>
          <a:lstStyle/>
          <a:p>
            <a:pPr marL="0" marR="0" lvl="0" indent="0" algn="ctr" defTabSz="8255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 kumimoji="0" sz="32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Helvetica Neue Medium"/>
              <a:sym typeface="Helvetica Neue Medium"/>
            </a:endParaRPr>
          </a:p>
        </p:txBody>
      </p:sp>
      <p:sp>
        <p:nvSpPr>
          <p:cNvPr id="217" name="Shape">
            <a:extLst>
              <a:ext uri="{FF2B5EF4-FFF2-40B4-BE49-F238E27FC236}">
                <a16:creationId xmlns:a16="http://schemas.microsoft.com/office/drawing/2014/main" id="{6975175D-A1B0-6E0B-7E6E-3086D34F37FA}"/>
              </a:ext>
            </a:extLst>
          </p:cNvPr>
          <p:cNvSpPr/>
          <p:nvPr/>
        </p:nvSpPr>
        <p:spPr>
          <a:xfrm>
            <a:off x="5513585" y="9836851"/>
            <a:ext cx="2709536" cy="270965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800" y="0"/>
                </a:moveTo>
                <a:cubicBezTo>
                  <a:pt x="10787" y="0"/>
                  <a:pt x="10773" y="1"/>
                  <a:pt x="10759" y="1"/>
                </a:cubicBezTo>
                <a:lnTo>
                  <a:pt x="1" y="10760"/>
                </a:lnTo>
                <a:cubicBezTo>
                  <a:pt x="0" y="10900"/>
                  <a:pt x="3" y="11040"/>
                  <a:pt x="8" y="11181"/>
                </a:cubicBezTo>
                <a:lnTo>
                  <a:pt x="11180" y="9"/>
                </a:lnTo>
                <a:cubicBezTo>
                  <a:pt x="11054" y="4"/>
                  <a:pt x="10927" y="0"/>
                  <a:pt x="10800" y="0"/>
                </a:cubicBezTo>
                <a:close/>
                <a:moveTo>
                  <a:pt x="10211" y="17"/>
                </a:moveTo>
                <a:cubicBezTo>
                  <a:pt x="10057" y="25"/>
                  <a:pt x="9903" y="36"/>
                  <a:pt x="9748" y="51"/>
                </a:cubicBezTo>
                <a:lnTo>
                  <a:pt x="50" y="9749"/>
                </a:lnTo>
                <a:cubicBezTo>
                  <a:pt x="35" y="9903"/>
                  <a:pt x="25" y="10057"/>
                  <a:pt x="16" y="10212"/>
                </a:cubicBezTo>
                <a:lnTo>
                  <a:pt x="10211" y="17"/>
                </a:lnTo>
                <a:close/>
                <a:moveTo>
                  <a:pt x="11683" y="38"/>
                </a:moveTo>
                <a:lnTo>
                  <a:pt x="38" y="11684"/>
                </a:lnTo>
                <a:cubicBezTo>
                  <a:pt x="48" y="11814"/>
                  <a:pt x="62" y="11944"/>
                  <a:pt x="78" y="12075"/>
                </a:cubicBezTo>
                <a:lnTo>
                  <a:pt x="12074" y="78"/>
                </a:lnTo>
                <a:cubicBezTo>
                  <a:pt x="11944" y="63"/>
                  <a:pt x="11814" y="49"/>
                  <a:pt x="11683" y="38"/>
                </a:cubicBezTo>
                <a:close/>
                <a:moveTo>
                  <a:pt x="9136" y="131"/>
                </a:moveTo>
                <a:cubicBezTo>
                  <a:pt x="8960" y="158"/>
                  <a:pt x="8786" y="190"/>
                  <a:pt x="8611" y="226"/>
                </a:cubicBezTo>
                <a:lnTo>
                  <a:pt x="226" y="8611"/>
                </a:lnTo>
                <a:cubicBezTo>
                  <a:pt x="190" y="8786"/>
                  <a:pt x="157" y="8961"/>
                  <a:pt x="130" y="9137"/>
                </a:cubicBezTo>
                <a:lnTo>
                  <a:pt x="9136" y="131"/>
                </a:lnTo>
                <a:close/>
                <a:moveTo>
                  <a:pt x="12541" y="143"/>
                </a:moveTo>
                <a:lnTo>
                  <a:pt x="143" y="12541"/>
                </a:lnTo>
                <a:cubicBezTo>
                  <a:pt x="163" y="12663"/>
                  <a:pt x="183" y="12785"/>
                  <a:pt x="207" y="12906"/>
                </a:cubicBezTo>
                <a:lnTo>
                  <a:pt x="12906" y="208"/>
                </a:lnTo>
                <a:cubicBezTo>
                  <a:pt x="12785" y="184"/>
                  <a:pt x="12663" y="163"/>
                  <a:pt x="12541" y="143"/>
                </a:cubicBezTo>
                <a:close/>
                <a:moveTo>
                  <a:pt x="13343" y="303"/>
                </a:moveTo>
                <a:lnTo>
                  <a:pt x="303" y="13343"/>
                </a:lnTo>
                <a:cubicBezTo>
                  <a:pt x="330" y="13456"/>
                  <a:pt x="361" y="13569"/>
                  <a:pt x="392" y="13682"/>
                </a:cubicBezTo>
                <a:lnTo>
                  <a:pt x="13682" y="393"/>
                </a:lnTo>
                <a:cubicBezTo>
                  <a:pt x="13569" y="362"/>
                  <a:pt x="13456" y="331"/>
                  <a:pt x="13343" y="303"/>
                </a:cubicBezTo>
                <a:close/>
                <a:moveTo>
                  <a:pt x="7909" y="395"/>
                </a:moveTo>
                <a:cubicBezTo>
                  <a:pt x="7701" y="452"/>
                  <a:pt x="7495" y="515"/>
                  <a:pt x="7290" y="585"/>
                </a:cubicBezTo>
                <a:lnTo>
                  <a:pt x="584" y="7290"/>
                </a:lnTo>
                <a:cubicBezTo>
                  <a:pt x="514" y="7495"/>
                  <a:pt x="452" y="7702"/>
                  <a:pt x="394" y="7909"/>
                </a:cubicBezTo>
                <a:lnTo>
                  <a:pt x="7909" y="395"/>
                </a:lnTo>
                <a:close/>
                <a:moveTo>
                  <a:pt x="14094" y="515"/>
                </a:moveTo>
                <a:lnTo>
                  <a:pt x="514" y="14094"/>
                </a:lnTo>
                <a:cubicBezTo>
                  <a:pt x="549" y="14202"/>
                  <a:pt x="583" y="14310"/>
                  <a:pt x="620" y="14417"/>
                </a:cubicBezTo>
                <a:lnTo>
                  <a:pt x="14417" y="621"/>
                </a:lnTo>
                <a:cubicBezTo>
                  <a:pt x="14310" y="583"/>
                  <a:pt x="14202" y="549"/>
                  <a:pt x="14094" y="515"/>
                </a:cubicBezTo>
                <a:close/>
                <a:moveTo>
                  <a:pt x="14804" y="767"/>
                </a:moveTo>
                <a:lnTo>
                  <a:pt x="767" y="14804"/>
                </a:lnTo>
                <a:cubicBezTo>
                  <a:pt x="807" y="14905"/>
                  <a:pt x="851" y="15004"/>
                  <a:pt x="894" y="15104"/>
                </a:cubicBezTo>
                <a:lnTo>
                  <a:pt x="15104" y="895"/>
                </a:lnTo>
                <a:cubicBezTo>
                  <a:pt x="15004" y="852"/>
                  <a:pt x="14905" y="807"/>
                  <a:pt x="14804" y="767"/>
                </a:cubicBezTo>
                <a:close/>
                <a:moveTo>
                  <a:pt x="6411" y="932"/>
                </a:moveTo>
                <a:cubicBezTo>
                  <a:pt x="6118" y="1062"/>
                  <a:pt x="5831" y="1206"/>
                  <a:pt x="5549" y="1363"/>
                </a:cubicBezTo>
                <a:lnTo>
                  <a:pt x="1362" y="5549"/>
                </a:lnTo>
                <a:cubicBezTo>
                  <a:pt x="1205" y="5832"/>
                  <a:pt x="1061" y="6119"/>
                  <a:pt x="931" y="6411"/>
                </a:cubicBezTo>
                <a:lnTo>
                  <a:pt x="6411" y="932"/>
                </a:lnTo>
                <a:close/>
                <a:moveTo>
                  <a:pt x="15470" y="1061"/>
                </a:moveTo>
                <a:lnTo>
                  <a:pt x="1060" y="15471"/>
                </a:lnTo>
                <a:cubicBezTo>
                  <a:pt x="1106" y="15567"/>
                  <a:pt x="1153" y="15664"/>
                  <a:pt x="1202" y="15759"/>
                </a:cubicBezTo>
                <a:lnTo>
                  <a:pt x="15759" y="1203"/>
                </a:lnTo>
                <a:cubicBezTo>
                  <a:pt x="15663" y="1153"/>
                  <a:pt x="15567" y="1107"/>
                  <a:pt x="15470" y="1061"/>
                </a:cubicBezTo>
                <a:close/>
                <a:moveTo>
                  <a:pt x="16103" y="1391"/>
                </a:moveTo>
                <a:lnTo>
                  <a:pt x="1391" y="16103"/>
                </a:lnTo>
                <a:cubicBezTo>
                  <a:pt x="1442" y="16194"/>
                  <a:pt x="1494" y="16285"/>
                  <a:pt x="1548" y="16375"/>
                </a:cubicBezTo>
                <a:lnTo>
                  <a:pt x="16375" y="1549"/>
                </a:lnTo>
                <a:cubicBezTo>
                  <a:pt x="16285" y="1495"/>
                  <a:pt x="16194" y="1442"/>
                  <a:pt x="16103" y="1391"/>
                </a:cubicBezTo>
                <a:close/>
                <a:moveTo>
                  <a:pt x="16703" y="1754"/>
                </a:moveTo>
                <a:lnTo>
                  <a:pt x="1753" y="16703"/>
                </a:lnTo>
                <a:cubicBezTo>
                  <a:pt x="1809" y="16788"/>
                  <a:pt x="1869" y="16872"/>
                  <a:pt x="1928" y="16956"/>
                </a:cubicBezTo>
                <a:lnTo>
                  <a:pt x="16956" y="1928"/>
                </a:lnTo>
                <a:cubicBezTo>
                  <a:pt x="16872" y="1869"/>
                  <a:pt x="16788" y="1810"/>
                  <a:pt x="16703" y="1754"/>
                </a:cubicBezTo>
                <a:close/>
                <a:moveTo>
                  <a:pt x="17267" y="2151"/>
                </a:moveTo>
                <a:lnTo>
                  <a:pt x="2151" y="17267"/>
                </a:lnTo>
                <a:cubicBezTo>
                  <a:pt x="2212" y="17349"/>
                  <a:pt x="2274" y="17430"/>
                  <a:pt x="2338" y="17510"/>
                </a:cubicBezTo>
                <a:lnTo>
                  <a:pt x="17510" y="2338"/>
                </a:lnTo>
                <a:cubicBezTo>
                  <a:pt x="17430" y="2275"/>
                  <a:pt x="17349" y="2212"/>
                  <a:pt x="17267" y="2151"/>
                </a:cubicBezTo>
                <a:close/>
                <a:moveTo>
                  <a:pt x="3805" y="2574"/>
                </a:moveTo>
                <a:cubicBezTo>
                  <a:pt x="3586" y="2761"/>
                  <a:pt x="3370" y="2956"/>
                  <a:pt x="3163" y="3163"/>
                </a:cubicBezTo>
                <a:cubicBezTo>
                  <a:pt x="2955" y="3371"/>
                  <a:pt x="2761" y="3586"/>
                  <a:pt x="2574" y="3806"/>
                </a:cubicBezTo>
                <a:lnTo>
                  <a:pt x="3805" y="2574"/>
                </a:lnTo>
                <a:close/>
                <a:moveTo>
                  <a:pt x="17801" y="2579"/>
                </a:moveTo>
                <a:lnTo>
                  <a:pt x="2579" y="17801"/>
                </a:lnTo>
                <a:cubicBezTo>
                  <a:pt x="2645" y="17878"/>
                  <a:pt x="2709" y="17957"/>
                  <a:pt x="2777" y="18032"/>
                </a:cubicBezTo>
                <a:lnTo>
                  <a:pt x="18032" y="2777"/>
                </a:lnTo>
                <a:cubicBezTo>
                  <a:pt x="17957" y="2709"/>
                  <a:pt x="17878" y="2645"/>
                  <a:pt x="17801" y="2579"/>
                </a:cubicBezTo>
                <a:close/>
                <a:moveTo>
                  <a:pt x="18304" y="3036"/>
                </a:moveTo>
                <a:lnTo>
                  <a:pt x="3036" y="18304"/>
                </a:lnTo>
                <a:cubicBezTo>
                  <a:pt x="3079" y="18349"/>
                  <a:pt x="3119" y="18394"/>
                  <a:pt x="3163" y="18438"/>
                </a:cubicBezTo>
                <a:cubicBezTo>
                  <a:pt x="3191" y="18466"/>
                  <a:pt x="3222" y="18492"/>
                  <a:pt x="3250" y="18521"/>
                </a:cubicBezTo>
                <a:lnTo>
                  <a:pt x="18521" y="3251"/>
                </a:lnTo>
                <a:cubicBezTo>
                  <a:pt x="18492" y="3222"/>
                  <a:pt x="18466" y="3192"/>
                  <a:pt x="18438" y="3163"/>
                </a:cubicBezTo>
                <a:cubicBezTo>
                  <a:pt x="18394" y="3119"/>
                  <a:pt x="18348" y="3079"/>
                  <a:pt x="18304" y="3036"/>
                </a:cubicBezTo>
                <a:close/>
                <a:moveTo>
                  <a:pt x="18781" y="3523"/>
                </a:moveTo>
                <a:lnTo>
                  <a:pt x="3522" y="18781"/>
                </a:lnTo>
                <a:cubicBezTo>
                  <a:pt x="3598" y="18850"/>
                  <a:pt x="3676" y="18915"/>
                  <a:pt x="3753" y="18982"/>
                </a:cubicBezTo>
                <a:lnTo>
                  <a:pt x="18982" y="3753"/>
                </a:lnTo>
                <a:cubicBezTo>
                  <a:pt x="18915" y="3676"/>
                  <a:pt x="18850" y="3598"/>
                  <a:pt x="18781" y="3523"/>
                </a:cubicBezTo>
                <a:close/>
                <a:moveTo>
                  <a:pt x="19224" y="4041"/>
                </a:moveTo>
                <a:lnTo>
                  <a:pt x="4041" y="19224"/>
                </a:lnTo>
                <a:cubicBezTo>
                  <a:pt x="4121" y="19289"/>
                  <a:pt x="4202" y="19350"/>
                  <a:pt x="4283" y="19412"/>
                </a:cubicBezTo>
                <a:lnTo>
                  <a:pt x="19412" y="4283"/>
                </a:lnTo>
                <a:cubicBezTo>
                  <a:pt x="19350" y="4202"/>
                  <a:pt x="19289" y="4121"/>
                  <a:pt x="19224" y="4041"/>
                </a:cubicBezTo>
                <a:close/>
                <a:moveTo>
                  <a:pt x="19637" y="4591"/>
                </a:moveTo>
                <a:lnTo>
                  <a:pt x="4591" y="19637"/>
                </a:lnTo>
                <a:cubicBezTo>
                  <a:pt x="4675" y="19696"/>
                  <a:pt x="4758" y="19757"/>
                  <a:pt x="4843" y="19813"/>
                </a:cubicBezTo>
                <a:lnTo>
                  <a:pt x="19813" y="4844"/>
                </a:lnTo>
                <a:cubicBezTo>
                  <a:pt x="19757" y="4758"/>
                  <a:pt x="19696" y="4675"/>
                  <a:pt x="19637" y="4591"/>
                </a:cubicBezTo>
                <a:close/>
                <a:moveTo>
                  <a:pt x="20019" y="5172"/>
                </a:moveTo>
                <a:lnTo>
                  <a:pt x="5172" y="20019"/>
                </a:lnTo>
                <a:cubicBezTo>
                  <a:pt x="5261" y="20073"/>
                  <a:pt x="5351" y="20126"/>
                  <a:pt x="5441" y="20178"/>
                </a:cubicBezTo>
                <a:lnTo>
                  <a:pt x="20178" y="5441"/>
                </a:lnTo>
                <a:cubicBezTo>
                  <a:pt x="20126" y="5351"/>
                  <a:pt x="20073" y="5261"/>
                  <a:pt x="20019" y="5172"/>
                </a:cubicBezTo>
                <a:close/>
                <a:moveTo>
                  <a:pt x="20369" y="5782"/>
                </a:moveTo>
                <a:lnTo>
                  <a:pt x="5782" y="20369"/>
                </a:lnTo>
                <a:cubicBezTo>
                  <a:pt x="5877" y="20419"/>
                  <a:pt x="5974" y="20463"/>
                  <a:pt x="6071" y="20510"/>
                </a:cubicBezTo>
                <a:lnTo>
                  <a:pt x="20510" y="6071"/>
                </a:lnTo>
                <a:cubicBezTo>
                  <a:pt x="20463" y="5975"/>
                  <a:pt x="20419" y="5878"/>
                  <a:pt x="20369" y="5782"/>
                </a:cubicBezTo>
                <a:close/>
                <a:moveTo>
                  <a:pt x="20679" y="6434"/>
                </a:moveTo>
                <a:lnTo>
                  <a:pt x="6434" y="20679"/>
                </a:lnTo>
                <a:cubicBezTo>
                  <a:pt x="6534" y="20723"/>
                  <a:pt x="6633" y="20769"/>
                  <a:pt x="6734" y="20809"/>
                </a:cubicBezTo>
                <a:lnTo>
                  <a:pt x="20809" y="6735"/>
                </a:lnTo>
                <a:cubicBezTo>
                  <a:pt x="20769" y="6634"/>
                  <a:pt x="20723" y="6534"/>
                  <a:pt x="20679" y="6434"/>
                </a:cubicBezTo>
                <a:close/>
                <a:moveTo>
                  <a:pt x="20956" y="7121"/>
                </a:moveTo>
                <a:lnTo>
                  <a:pt x="7120" y="20956"/>
                </a:lnTo>
                <a:cubicBezTo>
                  <a:pt x="7226" y="20994"/>
                  <a:pt x="7333" y="21030"/>
                  <a:pt x="7439" y="21065"/>
                </a:cubicBezTo>
                <a:lnTo>
                  <a:pt x="21065" y="7439"/>
                </a:lnTo>
                <a:cubicBezTo>
                  <a:pt x="21030" y="7333"/>
                  <a:pt x="20994" y="7226"/>
                  <a:pt x="20956" y="7121"/>
                </a:cubicBezTo>
                <a:close/>
                <a:moveTo>
                  <a:pt x="21190" y="7848"/>
                </a:moveTo>
                <a:lnTo>
                  <a:pt x="7848" y="21190"/>
                </a:lnTo>
                <a:cubicBezTo>
                  <a:pt x="7960" y="21221"/>
                  <a:pt x="8073" y="21252"/>
                  <a:pt x="8186" y="21280"/>
                </a:cubicBezTo>
                <a:lnTo>
                  <a:pt x="21280" y="8186"/>
                </a:lnTo>
                <a:cubicBezTo>
                  <a:pt x="21252" y="8073"/>
                  <a:pt x="21221" y="7960"/>
                  <a:pt x="21190" y="7848"/>
                </a:cubicBezTo>
                <a:close/>
                <a:moveTo>
                  <a:pt x="21378" y="8623"/>
                </a:moveTo>
                <a:lnTo>
                  <a:pt x="8623" y="21378"/>
                </a:lnTo>
                <a:cubicBezTo>
                  <a:pt x="8743" y="21402"/>
                  <a:pt x="8863" y="21424"/>
                  <a:pt x="8984" y="21445"/>
                </a:cubicBezTo>
                <a:lnTo>
                  <a:pt x="21445" y="8984"/>
                </a:lnTo>
                <a:cubicBezTo>
                  <a:pt x="21424" y="8864"/>
                  <a:pt x="21402" y="8743"/>
                  <a:pt x="21378" y="8623"/>
                </a:cubicBezTo>
                <a:close/>
                <a:moveTo>
                  <a:pt x="21514" y="9448"/>
                </a:moveTo>
                <a:lnTo>
                  <a:pt x="9447" y="21514"/>
                </a:lnTo>
                <a:cubicBezTo>
                  <a:pt x="9576" y="21530"/>
                  <a:pt x="9704" y="21546"/>
                  <a:pt x="9833" y="21557"/>
                </a:cubicBezTo>
                <a:lnTo>
                  <a:pt x="21557" y="9834"/>
                </a:lnTo>
                <a:cubicBezTo>
                  <a:pt x="21546" y="9705"/>
                  <a:pt x="21530" y="9576"/>
                  <a:pt x="21514" y="9448"/>
                </a:cubicBezTo>
                <a:close/>
                <a:moveTo>
                  <a:pt x="21590" y="10333"/>
                </a:moveTo>
                <a:lnTo>
                  <a:pt x="10332" y="21590"/>
                </a:lnTo>
                <a:cubicBezTo>
                  <a:pt x="10473" y="21596"/>
                  <a:pt x="10613" y="21599"/>
                  <a:pt x="10753" y="21600"/>
                </a:cubicBezTo>
                <a:lnTo>
                  <a:pt x="21600" y="10754"/>
                </a:lnTo>
                <a:cubicBezTo>
                  <a:pt x="21599" y="10613"/>
                  <a:pt x="21596" y="10473"/>
                  <a:pt x="21590" y="10333"/>
                </a:cubicBezTo>
                <a:close/>
                <a:moveTo>
                  <a:pt x="21590" y="11296"/>
                </a:moveTo>
                <a:lnTo>
                  <a:pt x="11295" y="21590"/>
                </a:lnTo>
                <a:cubicBezTo>
                  <a:pt x="11449" y="21583"/>
                  <a:pt x="11603" y="21572"/>
                  <a:pt x="11757" y="21558"/>
                </a:cubicBezTo>
                <a:lnTo>
                  <a:pt x="21558" y="11757"/>
                </a:lnTo>
                <a:cubicBezTo>
                  <a:pt x="21572" y="11603"/>
                  <a:pt x="21583" y="11450"/>
                  <a:pt x="21590" y="11296"/>
                </a:cubicBezTo>
                <a:close/>
                <a:moveTo>
                  <a:pt x="21489" y="12358"/>
                </a:moveTo>
                <a:lnTo>
                  <a:pt x="12358" y="21489"/>
                </a:lnTo>
                <a:cubicBezTo>
                  <a:pt x="12531" y="21464"/>
                  <a:pt x="12703" y="21434"/>
                  <a:pt x="12876" y="21400"/>
                </a:cubicBezTo>
                <a:lnTo>
                  <a:pt x="21400" y="12876"/>
                </a:lnTo>
                <a:cubicBezTo>
                  <a:pt x="21434" y="12704"/>
                  <a:pt x="21464" y="12531"/>
                  <a:pt x="21489" y="12358"/>
                </a:cubicBezTo>
                <a:close/>
                <a:moveTo>
                  <a:pt x="21239" y="13569"/>
                </a:moveTo>
                <a:lnTo>
                  <a:pt x="13569" y="21239"/>
                </a:lnTo>
                <a:cubicBezTo>
                  <a:pt x="13774" y="21185"/>
                  <a:pt x="13978" y="21125"/>
                  <a:pt x="14181" y="21058"/>
                </a:cubicBezTo>
                <a:lnTo>
                  <a:pt x="21058" y="14181"/>
                </a:lnTo>
                <a:cubicBezTo>
                  <a:pt x="21125" y="13978"/>
                  <a:pt x="21185" y="13774"/>
                  <a:pt x="21239" y="13569"/>
                </a:cubicBezTo>
                <a:close/>
                <a:moveTo>
                  <a:pt x="20736" y="15035"/>
                </a:moveTo>
                <a:lnTo>
                  <a:pt x="15035" y="20736"/>
                </a:lnTo>
                <a:cubicBezTo>
                  <a:pt x="15310" y="20619"/>
                  <a:pt x="15581" y="20493"/>
                  <a:pt x="15848" y="20352"/>
                </a:cubicBezTo>
                <a:lnTo>
                  <a:pt x="20352" y="15848"/>
                </a:lnTo>
                <a:cubicBezTo>
                  <a:pt x="20493" y="15581"/>
                  <a:pt x="20619" y="15310"/>
                  <a:pt x="20736" y="15035"/>
                </a:cubicBezTo>
                <a:close/>
                <a:moveTo>
                  <a:pt x="19400" y="17332"/>
                </a:moveTo>
                <a:lnTo>
                  <a:pt x="17332" y="19400"/>
                </a:lnTo>
                <a:cubicBezTo>
                  <a:pt x="17716" y="19108"/>
                  <a:pt x="18087" y="18789"/>
                  <a:pt x="18438" y="18438"/>
                </a:cubicBezTo>
                <a:cubicBezTo>
                  <a:pt x="18788" y="18087"/>
                  <a:pt x="19107" y="17716"/>
                  <a:pt x="19400" y="17332"/>
                </a:cubicBezTo>
                <a:close/>
              </a:path>
            </a:pathLst>
          </a:custGeom>
          <a:solidFill>
            <a:schemeClr val="accent4"/>
          </a:solidFill>
          <a:ln w="12700">
            <a:miter lim="400000"/>
          </a:ln>
        </p:spPr>
        <p:txBody>
          <a:bodyPr lIns="0" tIns="0" rIns="0" bIns="0" anchor="ctr"/>
          <a:lstStyle/>
          <a:p>
            <a:pPr marL="0" marR="0" lvl="0" indent="0" algn="ctr" defTabSz="8255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 kumimoji="0" sz="32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Helvetica Neue Medium"/>
              <a:sym typeface="Helvetica Neue Medium"/>
            </a:endParaRPr>
          </a:p>
        </p:txBody>
      </p:sp>
      <p:sp>
        <p:nvSpPr>
          <p:cNvPr id="218" name="Shape">
            <a:extLst>
              <a:ext uri="{FF2B5EF4-FFF2-40B4-BE49-F238E27FC236}">
                <a16:creationId xmlns:a16="http://schemas.microsoft.com/office/drawing/2014/main" id="{9D9C85B4-4DC7-8D6E-F9A8-A44F5CCF3AAC}"/>
              </a:ext>
            </a:extLst>
          </p:cNvPr>
          <p:cNvSpPr/>
          <p:nvPr/>
        </p:nvSpPr>
        <p:spPr>
          <a:xfrm>
            <a:off x="1688166" y="791392"/>
            <a:ext cx="7163901" cy="716420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800" y="0"/>
                </a:moveTo>
                <a:cubicBezTo>
                  <a:pt x="10787" y="0"/>
                  <a:pt x="10773" y="1"/>
                  <a:pt x="10759" y="1"/>
                </a:cubicBezTo>
                <a:lnTo>
                  <a:pt x="1" y="10760"/>
                </a:lnTo>
                <a:cubicBezTo>
                  <a:pt x="0" y="10900"/>
                  <a:pt x="3" y="11040"/>
                  <a:pt x="8" y="11181"/>
                </a:cubicBezTo>
                <a:lnTo>
                  <a:pt x="11180" y="9"/>
                </a:lnTo>
                <a:cubicBezTo>
                  <a:pt x="11054" y="4"/>
                  <a:pt x="10927" y="0"/>
                  <a:pt x="10800" y="0"/>
                </a:cubicBezTo>
                <a:close/>
                <a:moveTo>
                  <a:pt x="10211" y="17"/>
                </a:moveTo>
                <a:cubicBezTo>
                  <a:pt x="10057" y="25"/>
                  <a:pt x="9903" y="36"/>
                  <a:pt x="9748" y="51"/>
                </a:cubicBezTo>
                <a:lnTo>
                  <a:pt x="50" y="9749"/>
                </a:lnTo>
                <a:cubicBezTo>
                  <a:pt x="35" y="9903"/>
                  <a:pt x="25" y="10057"/>
                  <a:pt x="16" y="10212"/>
                </a:cubicBezTo>
                <a:lnTo>
                  <a:pt x="10211" y="17"/>
                </a:lnTo>
                <a:close/>
                <a:moveTo>
                  <a:pt x="11683" y="38"/>
                </a:moveTo>
                <a:lnTo>
                  <a:pt x="38" y="11684"/>
                </a:lnTo>
                <a:cubicBezTo>
                  <a:pt x="48" y="11814"/>
                  <a:pt x="62" y="11944"/>
                  <a:pt x="78" y="12075"/>
                </a:cubicBezTo>
                <a:lnTo>
                  <a:pt x="12074" y="78"/>
                </a:lnTo>
                <a:cubicBezTo>
                  <a:pt x="11944" y="63"/>
                  <a:pt x="11814" y="49"/>
                  <a:pt x="11683" y="38"/>
                </a:cubicBezTo>
                <a:close/>
                <a:moveTo>
                  <a:pt x="9136" y="131"/>
                </a:moveTo>
                <a:cubicBezTo>
                  <a:pt x="8960" y="158"/>
                  <a:pt x="8786" y="190"/>
                  <a:pt x="8611" y="226"/>
                </a:cubicBezTo>
                <a:lnTo>
                  <a:pt x="226" y="8611"/>
                </a:lnTo>
                <a:cubicBezTo>
                  <a:pt x="190" y="8786"/>
                  <a:pt x="157" y="8961"/>
                  <a:pt x="130" y="9137"/>
                </a:cubicBezTo>
                <a:lnTo>
                  <a:pt x="9136" y="131"/>
                </a:lnTo>
                <a:close/>
                <a:moveTo>
                  <a:pt x="12541" y="143"/>
                </a:moveTo>
                <a:lnTo>
                  <a:pt x="143" y="12541"/>
                </a:lnTo>
                <a:cubicBezTo>
                  <a:pt x="163" y="12663"/>
                  <a:pt x="183" y="12785"/>
                  <a:pt x="207" y="12906"/>
                </a:cubicBezTo>
                <a:lnTo>
                  <a:pt x="12906" y="208"/>
                </a:lnTo>
                <a:cubicBezTo>
                  <a:pt x="12785" y="184"/>
                  <a:pt x="12663" y="163"/>
                  <a:pt x="12541" y="143"/>
                </a:cubicBezTo>
                <a:close/>
                <a:moveTo>
                  <a:pt x="13343" y="303"/>
                </a:moveTo>
                <a:lnTo>
                  <a:pt x="303" y="13343"/>
                </a:lnTo>
                <a:cubicBezTo>
                  <a:pt x="330" y="13456"/>
                  <a:pt x="361" y="13569"/>
                  <a:pt x="392" y="13682"/>
                </a:cubicBezTo>
                <a:lnTo>
                  <a:pt x="13682" y="393"/>
                </a:lnTo>
                <a:cubicBezTo>
                  <a:pt x="13569" y="362"/>
                  <a:pt x="13456" y="331"/>
                  <a:pt x="13343" y="303"/>
                </a:cubicBezTo>
                <a:close/>
                <a:moveTo>
                  <a:pt x="7909" y="395"/>
                </a:moveTo>
                <a:cubicBezTo>
                  <a:pt x="7701" y="452"/>
                  <a:pt x="7495" y="515"/>
                  <a:pt x="7290" y="585"/>
                </a:cubicBezTo>
                <a:lnTo>
                  <a:pt x="584" y="7290"/>
                </a:lnTo>
                <a:cubicBezTo>
                  <a:pt x="514" y="7495"/>
                  <a:pt x="452" y="7702"/>
                  <a:pt x="394" y="7909"/>
                </a:cubicBezTo>
                <a:lnTo>
                  <a:pt x="7909" y="395"/>
                </a:lnTo>
                <a:close/>
                <a:moveTo>
                  <a:pt x="14094" y="515"/>
                </a:moveTo>
                <a:lnTo>
                  <a:pt x="514" y="14094"/>
                </a:lnTo>
                <a:cubicBezTo>
                  <a:pt x="549" y="14202"/>
                  <a:pt x="583" y="14310"/>
                  <a:pt x="620" y="14417"/>
                </a:cubicBezTo>
                <a:lnTo>
                  <a:pt x="14417" y="621"/>
                </a:lnTo>
                <a:cubicBezTo>
                  <a:pt x="14310" y="583"/>
                  <a:pt x="14202" y="549"/>
                  <a:pt x="14094" y="515"/>
                </a:cubicBezTo>
                <a:close/>
                <a:moveTo>
                  <a:pt x="14804" y="767"/>
                </a:moveTo>
                <a:lnTo>
                  <a:pt x="767" y="14804"/>
                </a:lnTo>
                <a:cubicBezTo>
                  <a:pt x="807" y="14905"/>
                  <a:pt x="851" y="15004"/>
                  <a:pt x="894" y="15104"/>
                </a:cubicBezTo>
                <a:lnTo>
                  <a:pt x="15104" y="895"/>
                </a:lnTo>
                <a:cubicBezTo>
                  <a:pt x="15004" y="852"/>
                  <a:pt x="14905" y="807"/>
                  <a:pt x="14804" y="767"/>
                </a:cubicBezTo>
                <a:close/>
                <a:moveTo>
                  <a:pt x="6411" y="932"/>
                </a:moveTo>
                <a:cubicBezTo>
                  <a:pt x="6118" y="1062"/>
                  <a:pt x="5831" y="1206"/>
                  <a:pt x="5549" y="1363"/>
                </a:cubicBezTo>
                <a:lnTo>
                  <a:pt x="1362" y="5549"/>
                </a:lnTo>
                <a:cubicBezTo>
                  <a:pt x="1205" y="5832"/>
                  <a:pt x="1061" y="6119"/>
                  <a:pt x="931" y="6411"/>
                </a:cubicBezTo>
                <a:lnTo>
                  <a:pt x="6411" y="932"/>
                </a:lnTo>
                <a:close/>
                <a:moveTo>
                  <a:pt x="15470" y="1061"/>
                </a:moveTo>
                <a:lnTo>
                  <a:pt x="1060" y="15471"/>
                </a:lnTo>
                <a:cubicBezTo>
                  <a:pt x="1106" y="15567"/>
                  <a:pt x="1153" y="15664"/>
                  <a:pt x="1202" y="15759"/>
                </a:cubicBezTo>
                <a:lnTo>
                  <a:pt x="15759" y="1203"/>
                </a:lnTo>
                <a:cubicBezTo>
                  <a:pt x="15663" y="1153"/>
                  <a:pt x="15567" y="1107"/>
                  <a:pt x="15470" y="1061"/>
                </a:cubicBezTo>
                <a:close/>
                <a:moveTo>
                  <a:pt x="16103" y="1391"/>
                </a:moveTo>
                <a:lnTo>
                  <a:pt x="1391" y="16103"/>
                </a:lnTo>
                <a:cubicBezTo>
                  <a:pt x="1442" y="16194"/>
                  <a:pt x="1494" y="16285"/>
                  <a:pt x="1548" y="16375"/>
                </a:cubicBezTo>
                <a:lnTo>
                  <a:pt x="16375" y="1549"/>
                </a:lnTo>
                <a:cubicBezTo>
                  <a:pt x="16285" y="1495"/>
                  <a:pt x="16194" y="1442"/>
                  <a:pt x="16103" y="1391"/>
                </a:cubicBezTo>
                <a:close/>
                <a:moveTo>
                  <a:pt x="16703" y="1754"/>
                </a:moveTo>
                <a:lnTo>
                  <a:pt x="1753" y="16703"/>
                </a:lnTo>
                <a:cubicBezTo>
                  <a:pt x="1809" y="16788"/>
                  <a:pt x="1869" y="16872"/>
                  <a:pt x="1928" y="16956"/>
                </a:cubicBezTo>
                <a:lnTo>
                  <a:pt x="16956" y="1928"/>
                </a:lnTo>
                <a:cubicBezTo>
                  <a:pt x="16872" y="1869"/>
                  <a:pt x="16788" y="1810"/>
                  <a:pt x="16703" y="1754"/>
                </a:cubicBezTo>
                <a:close/>
                <a:moveTo>
                  <a:pt x="17267" y="2151"/>
                </a:moveTo>
                <a:lnTo>
                  <a:pt x="2151" y="17267"/>
                </a:lnTo>
                <a:cubicBezTo>
                  <a:pt x="2212" y="17349"/>
                  <a:pt x="2274" y="17430"/>
                  <a:pt x="2338" y="17510"/>
                </a:cubicBezTo>
                <a:lnTo>
                  <a:pt x="17510" y="2338"/>
                </a:lnTo>
                <a:cubicBezTo>
                  <a:pt x="17430" y="2275"/>
                  <a:pt x="17349" y="2212"/>
                  <a:pt x="17267" y="2151"/>
                </a:cubicBezTo>
                <a:close/>
                <a:moveTo>
                  <a:pt x="3805" y="2574"/>
                </a:moveTo>
                <a:cubicBezTo>
                  <a:pt x="3586" y="2761"/>
                  <a:pt x="3370" y="2956"/>
                  <a:pt x="3163" y="3163"/>
                </a:cubicBezTo>
                <a:cubicBezTo>
                  <a:pt x="2955" y="3371"/>
                  <a:pt x="2761" y="3586"/>
                  <a:pt x="2574" y="3806"/>
                </a:cubicBezTo>
                <a:lnTo>
                  <a:pt x="3805" y="2574"/>
                </a:lnTo>
                <a:close/>
                <a:moveTo>
                  <a:pt x="17801" y="2579"/>
                </a:moveTo>
                <a:lnTo>
                  <a:pt x="2579" y="17801"/>
                </a:lnTo>
                <a:cubicBezTo>
                  <a:pt x="2645" y="17878"/>
                  <a:pt x="2709" y="17957"/>
                  <a:pt x="2777" y="18032"/>
                </a:cubicBezTo>
                <a:lnTo>
                  <a:pt x="18032" y="2777"/>
                </a:lnTo>
                <a:cubicBezTo>
                  <a:pt x="17957" y="2709"/>
                  <a:pt x="17878" y="2645"/>
                  <a:pt x="17801" y="2579"/>
                </a:cubicBezTo>
                <a:close/>
                <a:moveTo>
                  <a:pt x="18304" y="3036"/>
                </a:moveTo>
                <a:lnTo>
                  <a:pt x="3036" y="18304"/>
                </a:lnTo>
                <a:cubicBezTo>
                  <a:pt x="3079" y="18349"/>
                  <a:pt x="3119" y="18394"/>
                  <a:pt x="3163" y="18438"/>
                </a:cubicBezTo>
                <a:cubicBezTo>
                  <a:pt x="3191" y="18466"/>
                  <a:pt x="3222" y="18492"/>
                  <a:pt x="3250" y="18521"/>
                </a:cubicBezTo>
                <a:lnTo>
                  <a:pt x="18521" y="3251"/>
                </a:lnTo>
                <a:cubicBezTo>
                  <a:pt x="18492" y="3222"/>
                  <a:pt x="18466" y="3192"/>
                  <a:pt x="18438" y="3163"/>
                </a:cubicBezTo>
                <a:cubicBezTo>
                  <a:pt x="18394" y="3119"/>
                  <a:pt x="18348" y="3079"/>
                  <a:pt x="18304" y="3036"/>
                </a:cubicBezTo>
                <a:close/>
                <a:moveTo>
                  <a:pt x="18781" y="3523"/>
                </a:moveTo>
                <a:lnTo>
                  <a:pt x="3522" y="18781"/>
                </a:lnTo>
                <a:cubicBezTo>
                  <a:pt x="3598" y="18850"/>
                  <a:pt x="3676" y="18915"/>
                  <a:pt x="3753" y="18982"/>
                </a:cubicBezTo>
                <a:lnTo>
                  <a:pt x="18982" y="3753"/>
                </a:lnTo>
                <a:cubicBezTo>
                  <a:pt x="18915" y="3676"/>
                  <a:pt x="18850" y="3598"/>
                  <a:pt x="18781" y="3523"/>
                </a:cubicBezTo>
                <a:close/>
                <a:moveTo>
                  <a:pt x="19224" y="4041"/>
                </a:moveTo>
                <a:lnTo>
                  <a:pt x="4041" y="19224"/>
                </a:lnTo>
                <a:cubicBezTo>
                  <a:pt x="4121" y="19289"/>
                  <a:pt x="4202" y="19350"/>
                  <a:pt x="4283" y="19412"/>
                </a:cubicBezTo>
                <a:lnTo>
                  <a:pt x="19412" y="4283"/>
                </a:lnTo>
                <a:cubicBezTo>
                  <a:pt x="19350" y="4202"/>
                  <a:pt x="19289" y="4121"/>
                  <a:pt x="19224" y="4041"/>
                </a:cubicBezTo>
                <a:close/>
                <a:moveTo>
                  <a:pt x="19637" y="4591"/>
                </a:moveTo>
                <a:lnTo>
                  <a:pt x="4591" y="19637"/>
                </a:lnTo>
                <a:cubicBezTo>
                  <a:pt x="4675" y="19696"/>
                  <a:pt x="4758" y="19757"/>
                  <a:pt x="4843" y="19813"/>
                </a:cubicBezTo>
                <a:lnTo>
                  <a:pt x="19813" y="4844"/>
                </a:lnTo>
                <a:cubicBezTo>
                  <a:pt x="19757" y="4758"/>
                  <a:pt x="19696" y="4675"/>
                  <a:pt x="19637" y="4591"/>
                </a:cubicBezTo>
                <a:close/>
                <a:moveTo>
                  <a:pt x="20019" y="5172"/>
                </a:moveTo>
                <a:lnTo>
                  <a:pt x="5172" y="20019"/>
                </a:lnTo>
                <a:cubicBezTo>
                  <a:pt x="5261" y="20073"/>
                  <a:pt x="5351" y="20126"/>
                  <a:pt x="5441" y="20178"/>
                </a:cubicBezTo>
                <a:lnTo>
                  <a:pt x="20178" y="5441"/>
                </a:lnTo>
                <a:cubicBezTo>
                  <a:pt x="20126" y="5351"/>
                  <a:pt x="20073" y="5261"/>
                  <a:pt x="20019" y="5172"/>
                </a:cubicBezTo>
                <a:close/>
                <a:moveTo>
                  <a:pt x="20369" y="5782"/>
                </a:moveTo>
                <a:lnTo>
                  <a:pt x="5782" y="20369"/>
                </a:lnTo>
                <a:cubicBezTo>
                  <a:pt x="5877" y="20419"/>
                  <a:pt x="5974" y="20463"/>
                  <a:pt x="6071" y="20510"/>
                </a:cubicBezTo>
                <a:lnTo>
                  <a:pt x="20510" y="6071"/>
                </a:lnTo>
                <a:cubicBezTo>
                  <a:pt x="20463" y="5975"/>
                  <a:pt x="20419" y="5878"/>
                  <a:pt x="20369" y="5782"/>
                </a:cubicBezTo>
                <a:close/>
                <a:moveTo>
                  <a:pt x="20679" y="6434"/>
                </a:moveTo>
                <a:lnTo>
                  <a:pt x="6434" y="20679"/>
                </a:lnTo>
                <a:cubicBezTo>
                  <a:pt x="6534" y="20723"/>
                  <a:pt x="6633" y="20769"/>
                  <a:pt x="6734" y="20809"/>
                </a:cubicBezTo>
                <a:lnTo>
                  <a:pt x="20809" y="6735"/>
                </a:lnTo>
                <a:cubicBezTo>
                  <a:pt x="20769" y="6634"/>
                  <a:pt x="20723" y="6534"/>
                  <a:pt x="20679" y="6434"/>
                </a:cubicBezTo>
                <a:close/>
                <a:moveTo>
                  <a:pt x="20956" y="7121"/>
                </a:moveTo>
                <a:lnTo>
                  <a:pt x="7120" y="20956"/>
                </a:lnTo>
                <a:cubicBezTo>
                  <a:pt x="7226" y="20994"/>
                  <a:pt x="7333" y="21030"/>
                  <a:pt x="7439" y="21065"/>
                </a:cubicBezTo>
                <a:lnTo>
                  <a:pt x="21065" y="7439"/>
                </a:lnTo>
                <a:cubicBezTo>
                  <a:pt x="21030" y="7333"/>
                  <a:pt x="20994" y="7226"/>
                  <a:pt x="20956" y="7121"/>
                </a:cubicBezTo>
                <a:close/>
                <a:moveTo>
                  <a:pt x="21190" y="7848"/>
                </a:moveTo>
                <a:lnTo>
                  <a:pt x="7848" y="21190"/>
                </a:lnTo>
                <a:cubicBezTo>
                  <a:pt x="7960" y="21221"/>
                  <a:pt x="8073" y="21252"/>
                  <a:pt x="8186" y="21280"/>
                </a:cubicBezTo>
                <a:lnTo>
                  <a:pt x="21280" y="8186"/>
                </a:lnTo>
                <a:cubicBezTo>
                  <a:pt x="21252" y="8073"/>
                  <a:pt x="21221" y="7960"/>
                  <a:pt x="21190" y="7848"/>
                </a:cubicBezTo>
                <a:close/>
                <a:moveTo>
                  <a:pt x="21378" y="8623"/>
                </a:moveTo>
                <a:lnTo>
                  <a:pt x="8623" y="21378"/>
                </a:lnTo>
                <a:cubicBezTo>
                  <a:pt x="8743" y="21402"/>
                  <a:pt x="8863" y="21424"/>
                  <a:pt x="8984" y="21445"/>
                </a:cubicBezTo>
                <a:lnTo>
                  <a:pt x="21445" y="8984"/>
                </a:lnTo>
                <a:cubicBezTo>
                  <a:pt x="21424" y="8864"/>
                  <a:pt x="21402" y="8743"/>
                  <a:pt x="21378" y="8623"/>
                </a:cubicBezTo>
                <a:close/>
                <a:moveTo>
                  <a:pt x="21514" y="9448"/>
                </a:moveTo>
                <a:lnTo>
                  <a:pt x="9447" y="21514"/>
                </a:lnTo>
                <a:cubicBezTo>
                  <a:pt x="9576" y="21530"/>
                  <a:pt x="9704" y="21546"/>
                  <a:pt x="9833" y="21557"/>
                </a:cubicBezTo>
                <a:lnTo>
                  <a:pt x="21557" y="9834"/>
                </a:lnTo>
                <a:cubicBezTo>
                  <a:pt x="21546" y="9705"/>
                  <a:pt x="21530" y="9576"/>
                  <a:pt x="21514" y="9448"/>
                </a:cubicBezTo>
                <a:close/>
                <a:moveTo>
                  <a:pt x="21590" y="10333"/>
                </a:moveTo>
                <a:lnTo>
                  <a:pt x="10332" y="21590"/>
                </a:lnTo>
                <a:cubicBezTo>
                  <a:pt x="10473" y="21596"/>
                  <a:pt x="10613" y="21599"/>
                  <a:pt x="10753" y="21600"/>
                </a:cubicBezTo>
                <a:lnTo>
                  <a:pt x="21600" y="10754"/>
                </a:lnTo>
                <a:cubicBezTo>
                  <a:pt x="21599" y="10613"/>
                  <a:pt x="21596" y="10473"/>
                  <a:pt x="21590" y="10333"/>
                </a:cubicBezTo>
                <a:close/>
                <a:moveTo>
                  <a:pt x="21590" y="11296"/>
                </a:moveTo>
                <a:lnTo>
                  <a:pt x="11295" y="21590"/>
                </a:lnTo>
                <a:cubicBezTo>
                  <a:pt x="11449" y="21583"/>
                  <a:pt x="11603" y="21572"/>
                  <a:pt x="11757" y="21558"/>
                </a:cubicBezTo>
                <a:lnTo>
                  <a:pt x="21558" y="11757"/>
                </a:lnTo>
                <a:cubicBezTo>
                  <a:pt x="21572" y="11603"/>
                  <a:pt x="21583" y="11450"/>
                  <a:pt x="21590" y="11296"/>
                </a:cubicBezTo>
                <a:close/>
                <a:moveTo>
                  <a:pt x="21489" y="12358"/>
                </a:moveTo>
                <a:lnTo>
                  <a:pt x="12358" y="21489"/>
                </a:lnTo>
                <a:cubicBezTo>
                  <a:pt x="12531" y="21464"/>
                  <a:pt x="12703" y="21434"/>
                  <a:pt x="12876" y="21400"/>
                </a:cubicBezTo>
                <a:lnTo>
                  <a:pt x="21400" y="12876"/>
                </a:lnTo>
                <a:cubicBezTo>
                  <a:pt x="21434" y="12704"/>
                  <a:pt x="21464" y="12531"/>
                  <a:pt x="21489" y="12358"/>
                </a:cubicBezTo>
                <a:close/>
                <a:moveTo>
                  <a:pt x="21239" y="13569"/>
                </a:moveTo>
                <a:lnTo>
                  <a:pt x="13569" y="21239"/>
                </a:lnTo>
                <a:cubicBezTo>
                  <a:pt x="13774" y="21185"/>
                  <a:pt x="13978" y="21125"/>
                  <a:pt x="14181" y="21058"/>
                </a:cubicBezTo>
                <a:lnTo>
                  <a:pt x="21058" y="14181"/>
                </a:lnTo>
                <a:cubicBezTo>
                  <a:pt x="21125" y="13978"/>
                  <a:pt x="21185" y="13774"/>
                  <a:pt x="21239" y="13569"/>
                </a:cubicBezTo>
                <a:close/>
                <a:moveTo>
                  <a:pt x="20736" y="15035"/>
                </a:moveTo>
                <a:lnTo>
                  <a:pt x="15035" y="20736"/>
                </a:lnTo>
                <a:cubicBezTo>
                  <a:pt x="15310" y="20619"/>
                  <a:pt x="15581" y="20493"/>
                  <a:pt x="15848" y="20352"/>
                </a:cubicBezTo>
                <a:lnTo>
                  <a:pt x="20352" y="15848"/>
                </a:lnTo>
                <a:cubicBezTo>
                  <a:pt x="20493" y="15581"/>
                  <a:pt x="20619" y="15310"/>
                  <a:pt x="20736" y="15035"/>
                </a:cubicBezTo>
                <a:close/>
                <a:moveTo>
                  <a:pt x="19400" y="17332"/>
                </a:moveTo>
                <a:lnTo>
                  <a:pt x="17332" y="19400"/>
                </a:lnTo>
                <a:cubicBezTo>
                  <a:pt x="17716" y="19108"/>
                  <a:pt x="18087" y="18789"/>
                  <a:pt x="18438" y="18438"/>
                </a:cubicBezTo>
                <a:cubicBezTo>
                  <a:pt x="18788" y="18087"/>
                  <a:pt x="19107" y="17716"/>
                  <a:pt x="19400" y="17332"/>
                </a:cubicBezTo>
                <a:close/>
              </a:path>
            </a:pathLst>
          </a:custGeom>
          <a:solidFill>
            <a:schemeClr val="accent4"/>
          </a:solidFill>
          <a:ln w="12700">
            <a:miter lim="400000"/>
          </a:ln>
        </p:spPr>
        <p:txBody>
          <a:bodyPr lIns="0" tIns="0" rIns="0" bIns="0" anchor="ctr"/>
          <a:lstStyle/>
          <a:p>
            <a:pPr marL="0" marR="0" lvl="0" indent="0" algn="ctr" defTabSz="8255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 kumimoji="0" sz="32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Helvetica Neue Medium"/>
              <a:sym typeface="Helvetica Neue Medium"/>
            </a:endParaRPr>
          </a:p>
        </p:txBody>
      </p:sp>
      <p:sp>
        <p:nvSpPr>
          <p:cNvPr id="219" name="Shape">
            <a:extLst>
              <a:ext uri="{FF2B5EF4-FFF2-40B4-BE49-F238E27FC236}">
                <a16:creationId xmlns:a16="http://schemas.microsoft.com/office/drawing/2014/main" id="{90E024BA-A6E5-985B-E974-149D72DDAEB6}"/>
              </a:ext>
            </a:extLst>
          </p:cNvPr>
          <p:cNvSpPr/>
          <p:nvPr/>
        </p:nvSpPr>
        <p:spPr>
          <a:xfrm>
            <a:off x="11727838" y="12253507"/>
            <a:ext cx="4276957" cy="427713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800" y="0"/>
                </a:moveTo>
                <a:cubicBezTo>
                  <a:pt x="10787" y="0"/>
                  <a:pt x="10773" y="1"/>
                  <a:pt x="10759" y="1"/>
                </a:cubicBezTo>
                <a:lnTo>
                  <a:pt x="1" y="10760"/>
                </a:lnTo>
                <a:cubicBezTo>
                  <a:pt x="0" y="10900"/>
                  <a:pt x="3" y="11040"/>
                  <a:pt x="8" y="11181"/>
                </a:cubicBezTo>
                <a:lnTo>
                  <a:pt x="11180" y="9"/>
                </a:lnTo>
                <a:cubicBezTo>
                  <a:pt x="11054" y="4"/>
                  <a:pt x="10927" y="0"/>
                  <a:pt x="10800" y="0"/>
                </a:cubicBezTo>
                <a:close/>
                <a:moveTo>
                  <a:pt x="10211" y="17"/>
                </a:moveTo>
                <a:cubicBezTo>
                  <a:pt x="10057" y="25"/>
                  <a:pt x="9903" y="36"/>
                  <a:pt x="9748" y="51"/>
                </a:cubicBezTo>
                <a:lnTo>
                  <a:pt x="50" y="9749"/>
                </a:lnTo>
                <a:cubicBezTo>
                  <a:pt x="35" y="9903"/>
                  <a:pt x="25" y="10057"/>
                  <a:pt x="16" y="10212"/>
                </a:cubicBezTo>
                <a:lnTo>
                  <a:pt x="10211" y="17"/>
                </a:lnTo>
                <a:close/>
                <a:moveTo>
                  <a:pt x="11683" y="38"/>
                </a:moveTo>
                <a:lnTo>
                  <a:pt x="38" y="11684"/>
                </a:lnTo>
                <a:cubicBezTo>
                  <a:pt x="48" y="11814"/>
                  <a:pt x="62" y="11944"/>
                  <a:pt x="78" y="12075"/>
                </a:cubicBezTo>
                <a:lnTo>
                  <a:pt x="12074" y="78"/>
                </a:lnTo>
                <a:cubicBezTo>
                  <a:pt x="11944" y="63"/>
                  <a:pt x="11814" y="49"/>
                  <a:pt x="11683" y="38"/>
                </a:cubicBezTo>
                <a:close/>
                <a:moveTo>
                  <a:pt x="9136" y="131"/>
                </a:moveTo>
                <a:cubicBezTo>
                  <a:pt x="8960" y="158"/>
                  <a:pt x="8786" y="190"/>
                  <a:pt x="8611" y="226"/>
                </a:cubicBezTo>
                <a:lnTo>
                  <a:pt x="226" y="8611"/>
                </a:lnTo>
                <a:cubicBezTo>
                  <a:pt x="190" y="8786"/>
                  <a:pt x="157" y="8961"/>
                  <a:pt x="130" y="9137"/>
                </a:cubicBezTo>
                <a:lnTo>
                  <a:pt x="9136" y="131"/>
                </a:lnTo>
                <a:close/>
                <a:moveTo>
                  <a:pt x="12541" y="143"/>
                </a:moveTo>
                <a:lnTo>
                  <a:pt x="143" y="12541"/>
                </a:lnTo>
                <a:cubicBezTo>
                  <a:pt x="163" y="12663"/>
                  <a:pt x="183" y="12785"/>
                  <a:pt x="207" y="12906"/>
                </a:cubicBezTo>
                <a:lnTo>
                  <a:pt x="12906" y="208"/>
                </a:lnTo>
                <a:cubicBezTo>
                  <a:pt x="12785" y="184"/>
                  <a:pt x="12663" y="163"/>
                  <a:pt x="12541" y="143"/>
                </a:cubicBezTo>
                <a:close/>
                <a:moveTo>
                  <a:pt x="13343" y="303"/>
                </a:moveTo>
                <a:lnTo>
                  <a:pt x="303" y="13343"/>
                </a:lnTo>
                <a:cubicBezTo>
                  <a:pt x="330" y="13456"/>
                  <a:pt x="361" y="13569"/>
                  <a:pt x="392" y="13682"/>
                </a:cubicBezTo>
                <a:lnTo>
                  <a:pt x="13682" y="393"/>
                </a:lnTo>
                <a:cubicBezTo>
                  <a:pt x="13569" y="362"/>
                  <a:pt x="13456" y="331"/>
                  <a:pt x="13343" y="303"/>
                </a:cubicBezTo>
                <a:close/>
                <a:moveTo>
                  <a:pt x="7909" y="395"/>
                </a:moveTo>
                <a:cubicBezTo>
                  <a:pt x="7701" y="452"/>
                  <a:pt x="7495" y="515"/>
                  <a:pt x="7290" y="585"/>
                </a:cubicBezTo>
                <a:lnTo>
                  <a:pt x="584" y="7290"/>
                </a:lnTo>
                <a:cubicBezTo>
                  <a:pt x="514" y="7495"/>
                  <a:pt x="452" y="7702"/>
                  <a:pt x="394" y="7909"/>
                </a:cubicBezTo>
                <a:lnTo>
                  <a:pt x="7909" y="395"/>
                </a:lnTo>
                <a:close/>
                <a:moveTo>
                  <a:pt x="14094" y="515"/>
                </a:moveTo>
                <a:lnTo>
                  <a:pt x="514" y="14094"/>
                </a:lnTo>
                <a:cubicBezTo>
                  <a:pt x="549" y="14202"/>
                  <a:pt x="583" y="14310"/>
                  <a:pt x="620" y="14417"/>
                </a:cubicBezTo>
                <a:lnTo>
                  <a:pt x="14417" y="621"/>
                </a:lnTo>
                <a:cubicBezTo>
                  <a:pt x="14310" y="583"/>
                  <a:pt x="14202" y="549"/>
                  <a:pt x="14094" y="515"/>
                </a:cubicBezTo>
                <a:close/>
                <a:moveTo>
                  <a:pt x="14804" y="767"/>
                </a:moveTo>
                <a:lnTo>
                  <a:pt x="767" y="14804"/>
                </a:lnTo>
                <a:cubicBezTo>
                  <a:pt x="807" y="14905"/>
                  <a:pt x="851" y="15004"/>
                  <a:pt x="894" y="15104"/>
                </a:cubicBezTo>
                <a:lnTo>
                  <a:pt x="15104" y="895"/>
                </a:lnTo>
                <a:cubicBezTo>
                  <a:pt x="15004" y="852"/>
                  <a:pt x="14905" y="807"/>
                  <a:pt x="14804" y="767"/>
                </a:cubicBezTo>
                <a:close/>
                <a:moveTo>
                  <a:pt x="6411" y="932"/>
                </a:moveTo>
                <a:cubicBezTo>
                  <a:pt x="6118" y="1062"/>
                  <a:pt x="5831" y="1206"/>
                  <a:pt x="5549" y="1363"/>
                </a:cubicBezTo>
                <a:lnTo>
                  <a:pt x="1362" y="5549"/>
                </a:lnTo>
                <a:cubicBezTo>
                  <a:pt x="1205" y="5832"/>
                  <a:pt x="1061" y="6119"/>
                  <a:pt x="931" y="6411"/>
                </a:cubicBezTo>
                <a:lnTo>
                  <a:pt x="6411" y="932"/>
                </a:lnTo>
                <a:close/>
                <a:moveTo>
                  <a:pt x="15470" y="1061"/>
                </a:moveTo>
                <a:lnTo>
                  <a:pt x="1060" y="15471"/>
                </a:lnTo>
                <a:cubicBezTo>
                  <a:pt x="1106" y="15567"/>
                  <a:pt x="1153" y="15664"/>
                  <a:pt x="1202" y="15759"/>
                </a:cubicBezTo>
                <a:lnTo>
                  <a:pt x="15759" y="1203"/>
                </a:lnTo>
                <a:cubicBezTo>
                  <a:pt x="15663" y="1153"/>
                  <a:pt x="15567" y="1107"/>
                  <a:pt x="15470" y="1061"/>
                </a:cubicBezTo>
                <a:close/>
                <a:moveTo>
                  <a:pt x="16103" y="1391"/>
                </a:moveTo>
                <a:lnTo>
                  <a:pt x="1391" y="16103"/>
                </a:lnTo>
                <a:cubicBezTo>
                  <a:pt x="1442" y="16194"/>
                  <a:pt x="1494" y="16285"/>
                  <a:pt x="1549" y="16375"/>
                </a:cubicBezTo>
                <a:lnTo>
                  <a:pt x="16375" y="1549"/>
                </a:lnTo>
                <a:cubicBezTo>
                  <a:pt x="16285" y="1495"/>
                  <a:pt x="16194" y="1442"/>
                  <a:pt x="16103" y="1391"/>
                </a:cubicBezTo>
                <a:close/>
                <a:moveTo>
                  <a:pt x="16703" y="1754"/>
                </a:moveTo>
                <a:lnTo>
                  <a:pt x="1753" y="16703"/>
                </a:lnTo>
                <a:cubicBezTo>
                  <a:pt x="1809" y="16788"/>
                  <a:pt x="1869" y="16872"/>
                  <a:pt x="1928" y="16956"/>
                </a:cubicBezTo>
                <a:lnTo>
                  <a:pt x="16956" y="1928"/>
                </a:lnTo>
                <a:cubicBezTo>
                  <a:pt x="16872" y="1869"/>
                  <a:pt x="16788" y="1810"/>
                  <a:pt x="16703" y="1754"/>
                </a:cubicBezTo>
                <a:close/>
                <a:moveTo>
                  <a:pt x="17267" y="2151"/>
                </a:moveTo>
                <a:lnTo>
                  <a:pt x="2151" y="17267"/>
                </a:lnTo>
                <a:cubicBezTo>
                  <a:pt x="2212" y="17349"/>
                  <a:pt x="2274" y="17430"/>
                  <a:pt x="2338" y="17510"/>
                </a:cubicBezTo>
                <a:lnTo>
                  <a:pt x="17510" y="2338"/>
                </a:lnTo>
                <a:cubicBezTo>
                  <a:pt x="17430" y="2275"/>
                  <a:pt x="17349" y="2212"/>
                  <a:pt x="17267" y="2151"/>
                </a:cubicBezTo>
                <a:close/>
                <a:moveTo>
                  <a:pt x="3805" y="2574"/>
                </a:moveTo>
                <a:cubicBezTo>
                  <a:pt x="3586" y="2761"/>
                  <a:pt x="3370" y="2956"/>
                  <a:pt x="3163" y="3163"/>
                </a:cubicBezTo>
                <a:cubicBezTo>
                  <a:pt x="2955" y="3371"/>
                  <a:pt x="2761" y="3586"/>
                  <a:pt x="2574" y="3806"/>
                </a:cubicBezTo>
                <a:lnTo>
                  <a:pt x="3805" y="2574"/>
                </a:lnTo>
                <a:close/>
                <a:moveTo>
                  <a:pt x="17801" y="2579"/>
                </a:moveTo>
                <a:lnTo>
                  <a:pt x="2579" y="17801"/>
                </a:lnTo>
                <a:cubicBezTo>
                  <a:pt x="2645" y="17878"/>
                  <a:pt x="2709" y="17957"/>
                  <a:pt x="2777" y="18032"/>
                </a:cubicBezTo>
                <a:lnTo>
                  <a:pt x="18032" y="2777"/>
                </a:lnTo>
                <a:cubicBezTo>
                  <a:pt x="17957" y="2709"/>
                  <a:pt x="17878" y="2645"/>
                  <a:pt x="17801" y="2579"/>
                </a:cubicBezTo>
                <a:close/>
                <a:moveTo>
                  <a:pt x="18304" y="3036"/>
                </a:moveTo>
                <a:lnTo>
                  <a:pt x="3036" y="18304"/>
                </a:lnTo>
                <a:cubicBezTo>
                  <a:pt x="3079" y="18349"/>
                  <a:pt x="3119" y="18394"/>
                  <a:pt x="3163" y="18438"/>
                </a:cubicBezTo>
                <a:cubicBezTo>
                  <a:pt x="3191" y="18466"/>
                  <a:pt x="3222" y="18492"/>
                  <a:pt x="3250" y="18521"/>
                </a:cubicBezTo>
                <a:lnTo>
                  <a:pt x="18521" y="3251"/>
                </a:lnTo>
                <a:cubicBezTo>
                  <a:pt x="18492" y="3222"/>
                  <a:pt x="18466" y="3192"/>
                  <a:pt x="18438" y="3163"/>
                </a:cubicBezTo>
                <a:cubicBezTo>
                  <a:pt x="18394" y="3119"/>
                  <a:pt x="18348" y="3079"/>
                  <a:pt x="18304" y="3036"/>
                </a:cubicBezTo>
                <a:close/>
                <a:moveTo>
                  <a:pt x="18781" y="3523"/>
                </a:moveTo>
                <a:lnTo>
                  <a:pt x="3522" y="18781"/>
                </a:lnTo>
                <a:cubicBezTo>
                  <a:pt x="3598" y="18850"/>
                  <a:pt x="3676" y="18915"/>
                  <a:pt x="3753" y="18982"/>
                </a:cubicBezTo>
                <a:lnTo>
                  <a:pt x="18982" y="3753"/>
                </a:lnTo>
                <a:cubicBezTo>
                  <a:pt x="18915" y="3676"/>
                  <a:pt x="18850" y="3598"/>
                  <a:pt x="18781" y="3523"/>
                </a:cubicBezTo>
                <a:close/>
                <a:moveTo>
                  <a:pt x="19224" y="4041"/>
                </a:moveTo>
                <a:lnTo>
                  <a:pt x="4041" y="19224"/>
                </a:lnTo>
                <a:cubicBezTo>
                  <a:pt x="4121" y="19289"/>
                  <a:pt x="4202" y="19350"/>
                  <a:pt x="4283" y="19412"/>
                </a:cubicBezTo>
                <a:lnTo>
                  <a:pt x="19412" y="4283"/>
                </a:lnTo>
                <a:cubicBezTo>
                  <a:pt x="19350" y="4202"/>
                  <a:pt x="19289" y="4121"/>
                  <a:pt x="19224" y="4041"/>
                </a:cubicBezTo>
                <a:close/>
                <a:moveTo>
                  <a:pt x="19637" y="4591"/>
                </a:moveTo>
                <a:lnTo>
                  <a:pt x="4591" y="19637"/>
                </a:lnTo>
                <a:cubicBezTo>
                  <a:pt x="4675" y="19696"/>
                  <a:pt x="4758" y="19757"/>
                  <a:pt x="4843" y="19813"/>
                </a:cubicBezTo>
                <a:lnTo>
                  <a:pt x="19813" y="4844"/>
                </a:lnTo>
                <a:cubicBezTo>
                  <a:pt x="19757" y="4758"/>
                  <a:pt x="19696" y="4675"/>
                  <a:pt x="19637" y="4591"/>
                </a:cubicBezTo>
                <a:close/>
                <a:moveTo>
                  <a:pt x="20019" y="5172"/>
                </a:moveTo>
                <a:lnTo>
                  <a:pt x="5172" y="20019"/>
                </a:lnTo>
                <a:cubicBezTo>
                  <a:pt x="5261" y="20073"/>
                  <a:pt x="5351" y="20126"/>
                  <a:pt x="5441" y="20178"/>
                </a:cubicBezTo>
                <a:lnTo>
                  <a:pt x="20178" y="5441"/>
                </a:lnTo>
                <a:cubicBezTo>
                  <a:pt x="20126" y="5351"/>
                  <a:pt x="20073" y="5261"/>
                  <a:pt x="20019" y="5172"/>
                </a:cubicBezTo>
                <a:close/>
                <a:moveTo>
                  <a:pt x="20369" y="5782"/>
                </a:moveTo>
                <a:lnTo>
                  <a:pt x="5782" y="20369"/>
                </a:lnTo>
                <a:cubicBezTo>
                  <a:pt x="5877" y="20419"/>
                  <a:pt x="5974" y="20463"/>
                  <a:pt x="6071" y="20510"/>
                </a:cubicBezTo>
                <a:lnTo>
                  <a:pt x="20510" y="6071"/>
                </a:lnTo>
                <a:cubicBezTo>
                  <a:pt x="20463" y="5975"/>
                  <a:pt x="20419" y="5878"/>
                  <a:pt x="20369" y="5782"/>
                </a:cubicBezTo>
                <a:close/>
                <a:moveTo>
                  <a:pt x="20679" y="6434"/>
                </a:moveTo>
                <a:lnTo>
                  <a:pt x="6434" y="20679"/>
                </a:lnTo>
                <a:cubicBezTo>
                  <a:pt x="6534" y="20723"/>
                  <a:pt x="6633" y="20769"/>
                  <a:pt x="6734" y="20809"/>
                </a:cubicBezTo>
                <a:lnTo>
                  <a:pt x="20809" y="6735"/>
                </a:lnTo>
                <a:cubicBezTo>
                  <a:pt x="20769" y="6634"/>
                  <a:pt x="20723" y="6534"/>
                  <a:pt x="20679" y="6434"/>
                </a:cubicBezTo>
                <a:close/>
                <a:moveTo>
                  <a:pt x="20956" y="7121"/>
                </a:moveTo>
                <a:lnTo>
                  <a:pt x="7120" y="20956"/>
                </a:lnTo>
                <a:cubicBezTo>
                  <a:pt x="7226" y="20994"/>
                  <a:pt x="7333" y="21030"/>
                  <a:pt x="7439" y="21065"/>
                </a:cubicBezTo>
                <a:lnTo>
                  <a:pt x="21065" y="7439"/>
                </a:lnTo>
                <a:cubicBezTo>
                  <a:pt x="21030" y="7333"/>
                  <a:pt x="20994" y="7226"/>
                  <a:pt x="20956" y="7121"/>
                </a:cubicBezTo>
                <a:close/>
                <a:moveTo>
                  <a:pt x="21190" y="7848"/>
                </a:moveTo>
                <a:lnTo>
                  <a:pt x="7848" y="21190"/>
                </a:lnTo>
                <a:cubicBezTo>
                  <a:pt x="7960" y="21221"/>
                  <a:pt x="8073" y="21252"/>
                  <a:pt x="8186" y="21280"/>
                </a:cubicBezTo>
                <a:lnTo>
                  <a:pt x="21280" y="8186"/>
                </a:lnTo>
                <a:cubicBezTo>
                  <a:pt x="21252" y="8073"/>
                  <a:pt x="21221" y="7960"/>
                  <a:pt x="21190" y="7848"/>
                </a:cubicBezTo>
                <a:close/>
                <a:moveTo>
                  <a:pt x="21378" y="8623"/>
                </a:moveTo>
                <a:lnTo>
                  <a:pt x="8623" y="21378"/>
                </a:lnTo>
                <a:cubicBezTo>
                  <a:pt x="8743" y="21402"/>
                  <a:pt x="8863" y="21424"/>
                  <a:pt x="8984" y="21445"/>
                </a:cubicBezTo>
                <a:lnTo>
                  <a:pt x="21445" y="8984"/>
                </a:lnTo>
                <a:cubicBezTo>
                  <a:pt x="21424" y="8864"/>
                  <a:pt x="21402" y="8743"/>
                  <a:pt x="21378" y="8623"/>
                </a:cubicBezTo>
                <a:close/>
                <a:moveTo>
                  <a:pt x="21514" y="9448"/>
                </a:moveTo>
                <a:lnTo>
                  <a:pt x="9447" y="21514"/>
                </a:lnTo>
                <a:cubicBezTo>
                  <a:pt x="9576" y="21530"/>
                  <a:pt x="9704" y="21546"/>
                  <a:pt x="9833" y="21557"/>
                </a:cubicBezTo>
                <a:lnTo>
                  <a:pt x="21557" y="9834"/>
                </a:lnTo>
                <a:cubicBezTo>
                  <a:pt x="21546" y="9705"/>
                  <a:pt x="21530" y="9576"/>
                  <a:pt x="21514" y="9448"/>
                </a:cubicBezTo>
                <a:close/>
                <a:moveTo>
                  <a:pt x="21590" y="10333"/>
                </a:moveTo>
                <a:lnTo>
                  <a:pt x="10332" y="21590"/>
                </a:lnTo>
                <a:cubicBezTo>
                  <a:pt x="10473" y="21596"/>
                  <a:pt x="10613" y="21599"/>
                  <a:pt x="10753" y="21600"/>
                </a:cubicBezTo>
                <a:lnTo>
                  <a:pt x="21600" y="10754"/>
                </a:lnTo>
                <a:cubicBezTo>
                  <a:pt x="21599" y="10613"/>
                  <a:pt x="21596" y="10473"/>
                  <a:pt x="21590" y="10333"/>
                </a:cubicBezTo>
                <a:close/>
                <a:moveTo>
                  <a:pt x="21590" y="11296"/>
                </a:moveTo>
                <a:lnTo>
                  <a:pt x="11295" y="21590"/>
                </a:lnTo>
                <a:cubicBezTo>
                  <a:pt x="11449" y="21583"/>
                  <a:pt x="11603" y="21572"/>
                  <a:pt x="11757" y="21558"/>
                </a:cubicBezTo>
                <a:lnTo>
                  <a:pt x="21558" y="11757"/>
                </a:lnTo>
                <a:cubicBezTo>
                  <a:pt x="21572" y="11603"/>
                  <a:pt x="21583" y="11450"/>
                  <a:pt x="21590" y="11296"/>
                </a:cubicBezTo>
                <a:close/>
                <a:moveTo>
                  <a:pt x="21489" y="12358"/>
                </a:moveTo>
                <a:lnTo>
                  <a:pt x="12358" y="21489"/>
                </a:lnTo>
                <a:cubicBezTo>
                  <a:pt x="12531" y="21464"/>
                  <a:pt x="12703" y="21434"/>
                  <a:pt x="12876" y="21400"/>
                </a:cubicBezTo>
                <a:lnTo>
                  <a:pt x="21400" y="12876"/>
                </a:lnTo>
                <a:cubicBezTo>
                  <a:pt x="21434" y="12704"/>
                  <a:pt x="21464" y="12531"/>
                  <a:pt x="21489" y="12358"/>
                </a:cubicBezTo>
                <a:close/>
                <a:moveTo>
                  <a:pt x="21239" y="13569"/>
                </a:moveTo>
                <a:lnTo>
                  <a:pt x="13569" y="21239"/>
                </a:lnTo>
                <a:cubicBezTo>
                  <a:pt x="13774" y="21185"/>
                  <a:pt x="13978" y="21125"/>
                  <a:pt x="14181" y="21058"/>
                </a:cubicBezTo>
                <a:lnTo>
                  <a:pt x="21058" y="14181"/>
                </a:lnTo>
                <a:cubicBezTo>
                  <a:pt x="21125" y="13978"/>
                  <a:pt x="21185" y="13774"/>
                  <a:pt x="21239" y="13569"/>
                </a:cubicBezTo>
                <a:close/>
                <a:moveTo>
                  <a:pt x="20736" y="15035"/>
                </a:moveTo>
                <a:lnTo>
                  <a:pt x="15035" y="20736"/>
                </a:lnTo>
                <a:cubicBezTo>
                  <a:pt x="15310" y="20619"/>
                  <a:pt x="15581" y="20493"/>
                  <a:pt x="15848" y="20352"/>
                </a:cubicBezTo>
                <a:lnTo>
                  <a:pt x="20352" y="15848"/>
                </a:lnTo>
                <a:cubicBezTo>
                  <a:pt x="20493" y="15581"/>
                  <a:pt x="20619" y="15310"/>
                  <a:pt x="20736" y="15035"/>
                </a:cubicBezTo>
                <a:close/>
                <a:moveTo>
                  <a:pt x="19400" y="17332"/>
                </a:moveTo>
                <a:lnTo>
                  <a:pt x="17332" y="19400"/>
                </a:lnTo>
                <a:cubicBezTo>
                  <a:pt x="17716" y="19108"/>
                  <a:pt x="18087" y="18789"/>
                  <a:pt x="18438" y="18438"/>
                </a:cubicBezTo>
                <a:cubicBezTo>
                  <a:pt x="18788" y="18087"/>
                  <a:pt x="19107" y="17716"/>
                  <a:pt x="19400" y="17332"/>
                </a:cubicBezTo>
                <a:close/>
              </a:path>
            </a:pathLst>
          </a:custGeom>
          <a:solidFill>
            <a:schemeClr val="accent4"/>
          </a:solidFill>
          <a:ln w="12700">
            <a:miter lim="400000"/>
          </a:ln>
        </p:spPr>
        <p:txBody>
          <a:bodyPr lIns="0" tIns="0" rIns="0" bIns="0" anchor="ctr"/>
          <a:lstStyle/>
          <a:p>
            <a:pPr marL="0" marR="0" lvl="0" indent="0" algn="ctr" defTabSz="8255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 kumimoji="0" sz="32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Helvetica Neue Medium"/>
              <a:sym typeface="Helvetica Neue Medium"/>
            </a:endParaRPr>
          </a:p>
        </p:txBody>
      </p:sp>
      <p:sp>
        <p:nvSpPr>
          <p:cNvPr id="220" name="Shape">
            <a:extLst>
              <a:ext uri="{FF2B5EF4-FFF2-40B4-BE49-F238E27FC236}">
                <a16:creationId xmlns:a16="http://schemas.microsoft.com/office/drawing/2014/main" id="{576B5B25-FCEC-3C30-BFD8-9B300F15F9D9}"/>
              </a:ext>
            </a:extLst>
          </p:cNvPr>
          <p:cNvSpPr/>
          <p:nvPr/>
        </p:nvSpPr>
        <p:spPr>
          <a:xfrm>
            <a:off x="22467966" y="8316507"/>
            <a:ext cx="4276957" cy="427713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800" y="0"/>
                </a:moveTo>
                <a:cubicBezTo>
                  <a:pt x="10787" y="0"/>
                  <a:pt x="10773" y="1"/>
                  <a:pt x="10759" y="1"/>
                </a:cubicBezTo>
                <a:lnTo>
                  <a:pt x="1" y="10760"/>
                </a:lnTo>
                <a:cubicBezTo>
                  <a:pt x="0" y="10900"/>
                  <a:pt x="3" y="11040"/>
                  <a:pt x="8" y="11181"/>
                </a:cubicBezTo>
                <a:lnTo>
                  <a:pt x="11180" y="9"/>
                </a:lnTo>
                <a:cubicBezTo>
                  <a:pt x="11054" y="4"/>
                  <a:pt x="10927" y="0"/>
                  <a:pt x="10800" y="0"/>
                </a:cubicBezTo>
                <a:close/>
                <a:moveTo>
                  <a:pt x="10211" y="17"/>
                </a:moveTo>
                <a:cubicBezTo>
                  <a:pt x="10057" y="25"/>
                  <a:pt x="9903" y="36"/>
                  <a:pt x="9748" y="51"/>
                </a:cubicBezTo>
                <a:lnTo>
                  <a:pt x="50" y="9749"/>
                </a:lnTo>
                <a:cubicBezTo>
                  <a:pt x="35" y="9903"/>
                  <a:pt x="25" y="10057"/>
                  <a:pt x="16" y="10212"/>
                </a:cubicBezTo>
                <a:lnTo>
                  <a:pt x="10211" y="17"/>
                </a:lnTo>
                <a:close/>
                <a:moveTo>
                  <a:pt x="11683" y="38"/>
                </a:moveTo>
                <a:lnTo>
                  <a:pt x="38" y="11684"/>
                </a:lnTo>
                <a:cubicBezTo>
                  <a:pt x="48" y="11814"/>
                  <a:pt x="62" y="11944"/>
                  <a:pt x="78" y="12075"/>
                </a:cubicBezTo>
                <a:lnTo>
                  <a:pt x="12074" y="78"/>
                </a:lnTo>
                <a:cubicBezTo>
                  <a:pt x="11944" y="63"/>
                  <a:pt x="11814" y="49"/>
                  <a:pt x="11683" y="38"/>
                </a:cubicBezTo>
                <a:close/>
                <a:moveTo>
                  <a:pt x="9136" y="131"/>
                </a:moveTo>
                <a:cubicBezTo>
                  <a:pt x="8960" y="158"/>
                  <a:pt x="8786" y="190"/>
                  <a:pt x="8611" y="226"/>
                </a:cubicBezTo>
                <a:lnTo>
                  <a:pt x="226" y="8611"/>
                </a:lnTo>
                <a:cubicBezTo>
                  <a:pt x="190" y="8786"/>
                  <a:pt x="157" y="8961"/>
                  <a:pt x="130" y="9137"/>
                </a:cubicBezTo>
                <a:lnTo>
                  <a:pt x="9136" y="131"/>
                </a:lnTo>
                <a:close/>
                <a:moveTo>
                  <a:pt x="12541" y="143"/>
                </a:moveTo>
                <a:lnTo>
                  <a:pt x="143" y="12541"/>
                </a:lnTo>
                <a:cubicBezTo>
                  <a:pt x="163" y="12663"/>
                  <a:pt x="183" y="12785"/>
                  <a:pt x="207" y="12906"/>
                </a:cubicBezTo>
                <a:lnTo>
                  <a:pt x="12906" y="208"/>
                </a:lnTo>
                <a:cubicBezTo>
                  <a:pt x="12785" y="184"/>
                  <a:pt x="12663" y="163"/>
                  <a:pt x="12541" y="143"/>
                </a:cubicBezTo>
                <a:close/>
                <a:moveTo>
                  <a:pt x="13343" y="303"/>
                </a:moveTo>
                <a:lnTo>
                  <a:pt x="303" y="13343"/>
                </a:lnTo>
                <a:cubicBezTo>
                  <a:pt x="330" y="13456"/>
                  <a:pt x="361" y="13569"/>
                  <a:pt x="392" y="13682"/>
                </a:cubicBezTo>
                <a:lnTo>
                  <a:pt x="13682" y="393"/>
                </a:lnTo>
                <a:cubicBezTo>
                  <a:pt x="13569" y="362"/>
                  <a:pt x="13456" y="331"/>
                  <a:pt x="13343" y="303"/>
                </a:cubicBezTo>
                <a:close/>
                <a:moveTo>
                  <a:pt x="7909" y="395"/>
                </a:moveTo>
                <a:cubicBezTo>
                  <a:pt x="7701" y="452"/>
                  <a:pt x="7495" y="515"/>
                  <a:pt x="7290" y="585"/>
                </a:cubicBezTo>
                <a:lnTo>
                  <a:pt x="584" y="7290"/>
                </a:lnTo>
                <a:cubicBezTo>
                  <a:pt x="514" y="7495"/>
                  <a:pt x="452" y="7702"/>
                  <a:pt x="394" y="7909"/>
                </a:cubicBezTo>
                <a:lnTo>
                  <a:pt x="7909" y="395"/>
                </a:lnTo>
                <a:close/>
                <a:moveTo>
                  <a:pt x="14094" y="515"/>
                </a:moveTo>
                <a:lnTo>
                  <a:pt x="514" y="14094"/>
                </a:lnTo>
                <a:cubicBezTo>
                  <a:pt x="549" y="14202"/>
                  <a:pt x="583" y="14310"/>
                  <a:pt x="620" y="14417"/>
                </a:cubicBezTo>
                <a:lnTo>
                  <a:pt x="14417" y="621"/>
                </a:lnTo>
                <a:cubicBezTo>
                  <a:pt x="14310" y="583"/>
                  <a:pt x="14202" y="549"/>
                  <a:pt x="14094" y="515"/>
                </a:cubicBezTo>
                <a:close/>
                <a:moveTo>
                  <a:pt x="14804" y="767"/>
                </a:moveTo>
                <a:lnTo>
                  <a:pt x="767" y="14804"/>
                </a:lnTo>
                <a:cubicBezTo>
                  <a:pt x="807" y="14905"/>
                  <a:pt x="851" y="15004"/>
                  <a:pt x="894" y="15104"/>
                </a:cubicBezTo>
                <a:lnTo>
                  <a:pt x="15104" y="895"/>
                </a:lnTo>
                <a:cubicBezTo>
                  <a:pt x="15004" y="852"/>
                  <a:pt x="14905" y="807"/>
                  <a:pt x="14804" y="767"/>
                </a:cubicBezTo>
                <a:close/>
                <a:moveTo>
                  <a:pt x="6411" y="932"/>
                </a:moveTo>
                <a:cubicBezTo>
                  <a:pt x="6118" y="1062"/>
                  <a:pt x="5831" y="1206"/>
                  <a:pt x="5549" y="1363"/>
                </a:cubicBezTo>
                <a:lnTo>
                  <a:pt x="1362" y="5549"/>
                </a:lnTo>
                <a:cubicBezTo>
                  <a:pt x="1205" y="5832"/>
                  <a:pt x="1061" y="6119"/>
                  <a:pt x="931" y="6411"/>
                </a:cubicBezTo>
                <a:lnTo>
                  <a:pt x="6411" y="932"/>
                </a:lnTo>
                <a:close/>
                <a:moveTo>
                  <a:pt x="15470" y="1061"/>
                </a:moveTo>
                <a:lnTo>
                  <a:pt x="1060" y="15471"/>
                </a:lnTo>
                <a:cubicBezTo>
                  <a:pt x="1106" y="15567"/>
                  <a:pt x="1153" y="15664"/>
                  <a:pt x="1202" y="15759"/>
                </a:cubicBezTo>
                <a:lnTo>
                  <a:pt x="15759" y="1203"/>
                </a:lnTo>
                <a:cubicBezTo>
                  <a:pt x="15663" y="1153"/>
                  <a:pt x="15567" y="1107"/>
                  <a:pt x="15470" y="1061"/>
                </a:cubicBezTo>
                <a:close/>
                <a:moveTo>
                  <a:pt x="16103" y="1391"/>
                </a:moveTo>
                <a:lnTo>
                  <a:pt x="1391" y="16103"/>
                </a:lnTo>
                <a:cubicBezTo>
                  <a:pt x="1442" y="16194"/>
                  <a:pt x="1494" y="16285"/>
                  <a:pt x="1549" y="16375"/>
                </a:cubicBezTo>
                <a:lnTo>
                  <a:pt x="16375" y="1549"/>
                </a:lnTo>
                <a:cubicBezTo>
                  <a:pt x="16285" y="1495"/>
                  <a:pt x="16194" y="1442"/>
                  <a:pt x="16103" y="1391"/>
                </a:cubicBezTo>
                <a:close/>
                <a:moveTo>
                  <a:pt x="16703" y="1754"/>
                </a:moveTo>
                <a:lnTo>
                  <a:pt x="1753" y="16703"/>
                </a:lnTo>
                <a:cubicBezTo>
                  <a:pt x="1809" y="16788"/>
                  <a:pt x="1869" y="16872"/>
                  <a:pt x="1928" y="16956"/>
                </a:cubicBezTo>
                <a:lnTo>
                  <a:pt x="16956" y="1928"/>
                </a:lnTo>
                <a:cubicBezTo>
                  <a:pt x="16872" y="1869"/>
                  <a:pt x="16788" y="1810"/>
                  <a:pt x="16703" y="1754"/>
                </a:cubicBezTo>
                <a:close/>
                <a:moveTo>
                  <a:pt x="17267" y="2151"/>
                </a:moveTo>
                <a:lnTo>
                  <a:pt x="2151" y="17267"/>
                </a:lnTo>
                <a:cubicBezTo>
                  <a:pt x="2212" y="17349"/>
                  <a:pt x="2274" y="17430"/>
                  <a:pt x="2338" y="17510"/>
                </a:cubicBezTo>
                <a:lnTo>
                  <a:pt x="17510" y="2338"/>
                </a:lnTo>
                <a:cubicBezTo>
                  <a:pt x="17430" y="2275"/>
                  <a:pt x="17349" y="2212"/>
                  <a:pt x="17267" y="2151"/>
                </a:cubicBezTo>
                <a:close/>
                <a:moveTo>
                  <a:pt x="3805" y="2574"/>
                </a:moveTo>
                <a:cubicBezTo>
                  <a:pt x="3586" y="2761"/>
                  <a:pt x="3370" y="2956"/>
                  <a:pt x="3163" y="3163"/>
                </a:cubicBezTo>
                <a:cubicBezTo>
                  <a:pt x="2955" y="3371"/>
                  <a:pt x="2761" y="3586"/>
                  <a:pt x="2574" y="3806"/>
                </a:cubicBezTo>
                <a:lnTo>
                  <a:pt x="3805" y="2574"/>
                </a:lnTo>
                <a:close/>
                <a:moveTo>
                  <a:pt x="17801" y="2579"/>
                </a:moveTo>
                <a:lnTo>
                  <a:pt x="2579" y="17801"/>
                </a:lnTo>
                <a:cubicBezTo>
                  <a:pt x="2645" y="17878"/>
                  <a:pt x="2709" y="17957"/>
                  <a:pt x="2777" y="18032"/>
                </a:cubicBezTo>
                <a:lnTo>
                  <a:pt x="18032" y="2777"/>
                </a:lnTo>
                <a:cubicBezTo>
                  <a:pt x="17957" y="2709"/>
                  <a:pt x="17878" y="2645"/>
                  <a:pt x="17801" y="2579"/>
                </a:cubicBezTo>
                <a:close/>
                <a:moveTo>
                  <a:pt x="18304" y="3036"/>
                </a:moveTo>
                <a:lnTo>
                  <a:pt x="3036" y="18304"/>
                </a:lnTo>
                <a:cubicBezTo>
                  <a:pt x="3079" y="18349"/>
                  <a:pt x="3119" y="18394"/>
                  <a:pt x="3163" y="18438"/>
                </a:cubicBezTo>
                <a:cubicBezTo>
                  <a:pt x="3191" y="18466"/>
                  <a:pt x="3222" y="18492"/>
                  <a:pt x="3250" y="18521"/>
                </a:cubicBezTo>
                <a:lnTo>
                  <a:pt x="18521" y="3251"/>
                </a:lnTo>
                <a:cubicBezTo>
                  <a:pt x="18492" y="3222"/>
                  <a:pt x="18466" y="3192"/>
                  <a:pt x="18438" y="3163"/>
                </a:cubicBezTo>
                <a:cubicBezTo>
                  <a:pt x="18394" y="3119"/>
                  <a:pt x="18348" y="3079"/>
                  <a:pt x="18304" y="3036"/>
                </a:cubicBezTo>
                <a:close/>
                <a:moveTo>
                  <a:pt x="18781" y="3523"/>
                </a:moveTo>
                <a:lnTo>
                  <a:pt x="3522" y="18781"/>
                </a:lnTo>
                <a:cubicBezTo>
                  <a:pt x="3598" y="18850"/>
                  <a:pt x="3676" y="18915"/>
                  <a:pt x="3753" y="18982"/>
                </a:cubicBezTo>
                <a:lnTo>
                  <a:pt x="18982" y="3753"/>
                </a:lnTo>
                <a:cubicBezTo>
                  <a:pt x="18915" y="3676"/>
                  <a:pt x="18850" y="3598"/>
                  <a:pt x="18781" y="3523"/>
                </a:cubicBezTo>
                <a:close/>
                <a:moveTo>
                  <a:pt x="19224" y="4041"/>
                </a:moveTo>
                <a:lnTo>
                  <a:pt x="4041" y="19224"/>
                </a:lnTo>
                <a:cubicBezTo>
                  <a:pt x="4121" y="19289"/>
                  <a:pt x="4202" y="19350"/>
                  <a:pt x="4283" y="19412"/>
                </a:cubicBezTo>
                <a:lnTo>
                  <a:pt x="19412" y="4283"/>
                </a:lnTo>
                <a:cubicBezTo>
                  <a:pt x="19350" y="4202"/>
                  <a:pt x="19289" y="4121"/>
                  <a:pt x="19224" y="4041"/>
                </a:cubicBezTo>
                <a:close/>
                <a:moveTo>
                  <a:pt x="19637" y="4591"/>
                </a:moveTo>
                <a:lnTo>
                  <a:pt x="4591" y="19637"/>
                </a:lnTo>
                <a:cubicBezTo>
                  <a:pt x="4675" y="19696"/>
                  <a:pt x="4758" y="19757"/>
                  <a:pt x="4843" y="19813"/>
                </a:cubicBezTo>
                <a:lnTo>
                  <a:pt x="19813" y="4844"/>
                </a:lnTo>
                <a:cubicBezTo>
                  <a:pt x="19757" y="4758"/>
                  <a:pt x="19696" y="4675"/>
                  <a:pt x="19637" y="4591"/>
                </a:cubicBezTo>
                <a:close/>
                <a:moveTo>
                  <a:pt x="20019" y="5172"/>
                </a:moveTo>
                <a:lnTo>
                  <a:pt x="5172" y="20019"/>
                </a:lnTo>
                <a:cubicBezTo>
                  <a:pt x="5261" y="20073"/>
                  <a:pt x="5351" y="20126"/>
                  <a:pt x="5441" y="20178"/>
                </a:cubicBezTo>
                <a:lnTo>
                  <a:pt x="20178" y="5441"/>
                </a:lnTo>
                <a:cubicBezTo>
                  <a:pt x="20126" y="5351"/>
                  <a:pt x="20073" y="5261"/>
                  <a:pt x="20019" y="5172"/>
                </a:cubicBezTo>
                <a:close/>
                <a:moveTo>
                  <a:pt x="20369" y="5782"/>
                </a:moveTo>
                <a:lnTo>
                  <a:pt x="5782" y="20369"/>
                </a:lnTo>
                <a:cubicBezTo>
                  <a:pt x="5877" y="20419"/>
                  <a:pt x="5974" y="20463"/>
                  <a:pt x="6071" y="20510"/>
                </a:cubicBezTo>
                <a:lnTo>
                  <a:pt x="20510" y="6071"/>
                </a:lnTo>
                <a:cubicBezTo>
                  <a:pt x="20463" y="5975"/>
                  <a:pt x="20419" y="5878"/>
                  <a:pt x="20369" y="5782"/>
                </a:cubicBezTo>
                <a:close/>
                <a:moveTo>
                  <a:pt x="20679" y="6434"/>
                </a:moveTo>
                <a:lnTo>
                  <a:pt x="6434" y="20679"/>
                </a:lnTo>
                <a:cubicBezTo>
                  <a:pt x="6534" y="20723"/>
                  <a:pt x="6633" y="20769"/>
                  <a:pt x="6734" y="20809"/>
                </a:cubicBezTo>
                <a:lnTo>
                  <a:pt x="20809" y="6735"/>
                </a:lnTo>
                <a:cubicBezTo>
                  <a:pt x="20769" y="6634"/>
                  <a:pt x="20723" y="6534"/>
                  <a:pt x="20679" y="6434"/>
                </a:cubicBezTo>
                <a:close/>
                <a:moveTo>
                  <a:pt x="20956" y="7121"/>
                </a:moveTo>
                <a:lnTo>
                  <a:pt x="7120" y="20956"/>
                </a:lnTo>
                <a:cubicBezTo>
                  <a:pt x="7226" y="20994"/>
                  <a:pt x="7333" y="21030"/>
                  <a:pt x="7439" y="21065"/>
                </a:cubicBezTo>
                <a:lnTo>
                  <a:pt x="21065" y="7439"/>
                </a:lnTo>
                <a:cubicBezTo>
                  <a:pt x="21030" y="7333"/>
                  <a:pt x="20994" y="7226"/>
                  <a:pt x="20956" y="7121"/>
                </a:cubicBezTo>
                <a:close/>
                <a:moveTo>
                  <a:pt x="21190" y="7848"/>
                </a:moveTo>
                <a:lnTo>
                  <a:pt x="7848" y="21190"/>
                </a:lnTo>
                <a:cubicBezTo>
                  <a:pt x="7960" y="21221"/>
                  <a:pt x="8073" y="21252"/>
                  <a:pt x="8186" y="21280"/>
                </a:cubicBezTo>
                <a:lnTo>
                  <a:pt x="21280" y="8186"/>
                </a:lnTo>
                <a:cubicBezTo>
                  <a:pt x="21252" y="8073"/>
                  <a:pt x="21221" y="7960"/>
                  <a:pt x="21190" y="7848"/>
                </a:cubicBezTo>
                <a:close/>
                <a:moveTo>
                  <a:pt x="21378" y="8623"/>
                </a:moveTo>
                <a:lnTo>
                  <a:pt x="8623" y="21378"/>
                </a:lnTo>
                <a:cubicBezTo>
                  <a:pt x="8743" y="21402"/>
                  <a:pt x="8863" y="21424"/>
                  <a:pt x="8984" y="21445"/>
                </a:cubicBezTo>
                <a:lnTo>
                  <a:pt x="21445" y="8984"/>
                </a:lnTo>
                <a:cubicBezTo>
                  <a:pt x="21424" y="8864"/>
                  <a:pt x="21402" y="8743"/>
                  <a:pt x="21378" y="8623"/>
                </a:cubicBezTo>
                <a:close/>
                <a:moveTo>
                  <a:pt x="21514" y="9448"/>
                </a:moveTo>
                <a:lnTo>
                  <a:pt x="9447" y="21514"/>
                </a:lnTo>
                <a:cubicBezTo>
                  <a:pt x="9576" y="21530"/>
                  <a:pt x="9704" y="21546"/>
                  <a:pt x="9833" y="21557"/>
                </a:cubicBezTo>
                <a:lnTo>
                  <a:pt x="21557" y="9834"/>
                </a:lnTo>
                <a:cubicBezTo>
                  <a:pt x="21546" y="9705"/>
                  <a:pt x="21530" y="9576"/>
                  <a:pt x="21514" y="9448"/>
                </a:cubicBezTo>
                <a:close/>
                <a:moveTo>
                  <a:pt x="21590" y="10333"/>
                </a:moveTo>
                <a:lnTo>
                  <a:pt x="10332" y="21590"/>
                </a:lnTo>
                <a:cubicBezTo>
                  <a:pt x="10473" y="21596"/>
                  <a:pt x="10613" y="21599"/>
                  <a:pt x="10753" y="21600"/>
                </a:cubicBezTo>
                <a:lnTo>
                  <a:pt x="21600" y="10754"/>
                </a:lnTo>
                <a:cubicBezTo>
                  <a:pt x="21599" y="10613"/>
                  <a:pt x="21596" y="10473"/>
                  <a:pt x="21590" y="10333"/>
                </a:cubicBezTo>
                <a:close/>
                <a:moveTo>
                  <a:pt x="21590" y="11296"/>
                </a:moveTo>
                <a:lnTo>
                  <a:pt x="11295" y="21590"/>
                </a:lnTo>
                <a:cubicBezTo>
                  <a:pt x="11449" y="21583"/>
                  <a:pt x="11603" y="21572"/>
                  <a:pt x="11757" y="21558"/>
                </a:cubicBezTo>
                <a:lnTo>
                  <a:pt x="21558" y="11757"/>
                </a:lnTo>
                <a:cubicBezTo>
                  <a:pt x="21572" y="11603"/>
                  <a:pt x="21583" y="11450"/>
                  <a:pt x="21590" y="11296"/>
                </a:cubicBezTo>
                <a:close/>
                <a:moveTo>
                  <a:pt x="21489" y="12358"/>
                </a:moveTo>
                <a:lnTo>
                  <a:pt x="12358" y="21489"/>
                </a:lnTo>
                <a:cubicBezTo>
                  <a:pt x="12531" y="21464"/>
                  <a:pt x="12703" y="21434"/>
                  <a:pt x="12876" y="21400"/>
                </a:cubicBezTo>
                <a:lnTo>
                  <a:pt x="21400" y="12876"/>
                </a:lnTo>
                <a:cubicBezTo>
                  <a:pt x="21434" y="12704"/>
                  <a:pt x="21464" y="12531"/>
                  <a:pt x="21489" y="12358"/>
                </a:cubicBezTo>
                <a:close/>
                <a:moveTo>
                  <a:pt x="21239" y="13569"/>
                </a:moveTo>
                <a:lnTo>
                  <a:pt x="13569" y="21239"/>
                </a:lnTo>
                <a:cubicBezTo>
                  <a:pt x="13774" y="21185"/>
                  <a:pt x="13978" y="21125"/>
                  <a:pt x="14181" y="21058"/>
                </a:cubicBezTo>
                <a:lnTo>
                  <a:pt x="21058" y="14181"/>
                </a:lnTo>
                <a:cubicBezTo>
                  <a:pt x="21125" y="13978"/>
                  <a:pt x="21185" y="13774"/>
                  <a:pt x="21239" y="13569"/>
                </a:cubicBezTo>
                <a:close/>
                <a:moveTo>
                  <a:pt x="20736" y="15035"/>
                </a:moveTo>
                <a:lnTo>
                  <a:pt x="15035" y="20736"/>
                </a:lnTo>
                <a:cubicBezTo>
                  <a:pt x="15310" y="20619"/>
                  <a:pt x="15581" y="20493"/>
                  <a:pt x="15848" y="20352"/>
                </a:cubicBezTo>
                <a:lnTo>
                  <a:pt x="20352" y="15848"/>
                </a:lnTo>
                <a:cubicBezTo>
                  <a:pt x="20493" y="15581"/>
                  <a:pt x="20619" y="15310"/>
                  <a:pt x="20736" y="15035"/>
                </a:cubicBezTo>
                <a:close/>
                <a:moveTo>
                  <a:pt x="19400" y="17332"/>
                </a:moveTo>
                <a:lnTo>
                  <a:pt x="17332" y="19400"/>
                </a:lnTo>
                <a:cubicBezTo>
                  <a:pt x="17716" y="19108"/>
                  <a:pt x="18087" y="18789"/>
                  <a:pt x="18438" y="18438"/>
                </a:cubicBezTo>
                <a:cubicBezTo>
                  <a:pt x="18788" y="18087"/>
                  <a:pt x="19107" y="17716"/>
                  <a:pt x="19400" y="17332"/>
                </a:cubicBezTo>
                <a:close/>
              </a:path>
            </a:pathLst>
          </a:custGeom>
          <a:solidFill>
            <a:schemeClr val="accent4"/>
          </a:solidFill>
          <a:ln w="12700">
            <a:miter lim="400000"/>
          </a:ln>
        </p:spPr>
        <p:txBody>
          <a:bodyPr lIns="0" tIns="0" rIns="0" bIns="0" anchor="ctr"/>
          <a:lstStyle/>
          <a:p>
            <a:pPr marL="0" marR="0" lvl="0" indent="0" algn="ctr" defTabSz="8255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 kumimoji="0" sz="32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Helvetica Neue Medium"/>
              <a:sym typeface="Helvetica Neue Medium"/>
            </a:endParaRPr>
          </a:p>
        </p:txBody>
      </p:sp>
      <p:sp>
        <p:nvSpPr>
          <p:cNvPr id="221" name="Shape">
            <a:extLst>
              <a:ext uri="{FF2B5EF4-FFF2-40B4-BE49-F238E27FC236}">
                <a16:creationId xmlns:a16="http://schemas.microsoft.com/office/drawing/2014/main" id="{3B314EA8-E20F-0FB0-51C4-C601A18E2D05}"/>
              </a:ext>
            </a:extLst>
          </p:cNvPr>
          <p:cNvSpPr/>
          <p:nvPr/>
        </p:nvSpPr>
        <p:spPr>
          <a:xfrm>
            <a:off x="-9782" y="-14685"/>
            <a:ext cx="5401449" cy="1371951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489" h="21600" extrusionOk="0">
                <a:moveTo>
                  <a:pt x="9876" y="0"/>
                </a:moveTo>
                <a:cubicBezTo>
                  <a:pt x="14909" y="1061"/>
                  <a:pt x="18164" y="3091"/>
                  <a:pt x="18448" y="5345"/>
                </a:cubicBezTo>
                <a:cubicBezTo>
                  <a:pt x="18695" y="7304"/>
                  <a:pt x="16642" y="9198"/>
                  <a:pt x="12885" y="10477"/>
                </a:cubicBezTo>
                <a:cubicBezTo>
                  <a:pt x="8651" y="11730"/>
                  <a:pt x="7084" y="13955"/>
                  <a:pt x="9071" y="15894"/>
                </a:cubicBezTo>
                <a:cubicBezTo>
                  <a:pt x="10355" y="17147"/>
                  <a:pt x="13013" y="18098"/>
                  <a:pt x="16290" y="18479"/>
                </a:cubicBezTo>
                <a:cubicBezTo>
                  <a:pt x="17951" y="18702"/>
                  <a:pt x="19367" y="19144"/>
                  <a:pt x="20305" y="19731"/>
                </a:cubicBezTo>
                <a:cubicBezTo>
                  <a:pt x="21193" y="20288"/>
                  <a:pt x="21600" y="20944"/>
                  <a:pt x="21463" y="21600"/>
                </a:cubicBezTo>
                <a:lnTo>
                  <a:pt x="0" y="21600"/>
                </a:lnTo>
                <a:lnTo>
                  <a:pt x="0" y="1"/>
                </a:lnTo>
                <a:lnTo>
                  <a:pt x="9876" y="0"/>
                </a:lnTo>
                <a:close/>
              </a:path>
            </a:pathLst>
          </a:custGeom>
          <a:solidFill>
            <a:schemeClr val="accent3"/>
          </a:solidFill>
          <a:ln w="12700">
            <a:miter lim="400000"/>
          </a:ln>
          <a:effectLst>
            <a:outerShdw blurRad="914400" dist="25400" dir="5400000" rotWithShape="0">
              <a:srgbClr val="000000">
                <a:alpha val="50000"/>
              </a:srgbClr>
            </a:outerShdw>
          </a:effectLst>
        </p:spPr>
        <p:txBody>
          <a:bodyPr lIns="50800" tIns="50800" rIns="50800" bIns="50800" anchor="ctr"/>
          <a:lstStyle/>
          <a:p>
            <a:pPr marL="0" marR="0" lvl="0" indent="0" algn="ctr" defTabSz="8255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3000" b="1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Helvetica Neue"/>
              <a:sym typeface="Helvetica Neue"/>
            </a:endParaRPr>
          </a:p>
        </p:txBody>
      </p:sp>
      <p:sp>
        <p:nvSpPr>
          <p:cNvPr id="222" name="Shape">
            <a:extLst>
              <a:ext uri="{FF2B5EF4-FFF2-40B4-BE49-F238E27FC236}">
                <a16:creationId xmlns:a16="http://schemas.microsoft.com/office/drawing/2014/main" id="{DC08D3AB-1D27-EC79-6244-74C304CE4310}"/>
              </a:ext>
            </a:extLst>
          </p:cNvPr>
          <p:cNvSpPr/>
          <p:nvPr/>
        </p:nvSpPr>
        <p:spPr>
          <a:xfrm>
            <a:off x="14077382" y="-26393"/>
            <a:ext cx="10315136" cy="10264133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490" h="20992" extrusionOk="0">
                <a:moveTo>
                  <a:pt x="22" y="0"/>
                </a:moveTo>
                <a:cubicBezTo>
                  <a:pt x="-110" y="1123"/>
                  <a:pt x="362" y="2232"/>
                  <a:pt x="1268" y="2930"/>
                </a:cubicBezTo>
                <a:cubicBezTo>
                  <a:pt x="2187" y="3637"/>
                  <a:pt x="3418" y="3817"/>
                  <a:pt x="4507" y="3403"/>
                </a:cubicBezTo>
                <a:cubicBezTo>
                  <a:pt x="6055" y="2610"/>
                  <a:pt x="7961" y="3061"/>
                  <a:pt x="8970" y="4460"/>
                </a:cubicBezTo>
                <a:cubicBezTo>
                  <a:pt x="9809" y="5622"/>
                  <a:pt x="9807" y="7178"/>
                  <a:pt x="8965" y="8338"/>
                </a:cubicBezTo>
                <a:cubicBezTo>
                  <a:pt x="6771" y="11924"/>
                  <a:pt x="7613" y="16550"/>
                  <a:pt x="10936" y="19169"/>
                </a:cubicBezTo>
                <a:cubicBezTo>
                  <a:pt x="14018" y="21597"/>
                  <a:pt x="18405" y="21600"/>
                  <a:pt x="21490" y="19175"/>
                </a:cubicBezTo>
                <a:lnTo>
                  <a:pt x="21490" y="35"/>
                </a:lnTo>
                <a:lnTo>
                  <a:pt x="22" y="0"/>
                </a:lnTo>
                <a:close/>
              </a:path>
            </a:pathLst>
          </a:custGeom>
          <a:solidFill>
            <a:schemeClr val="accent3"/>
          </a:solidFill>
          <a:ln w="12700">
            <a:miter lim="400000"/>
          </a:ln>
          <a:effectLst>
            <a:outerShdw blurRad="914400" dist="25400" dir="5400000" rotWithShape="0">
              <a:srgbClr val="000000">
                <a:alpha val="50000"/>
              </a:srgbClr>
            </a:outerShdw>
          </a:effectLst>
        </p:spPr>
        <p:txBody>
          <a:bodyPr lIns="50800" tIns="50800" rIns="50800" bIns="50800" anchor="ctr"/>
          <a:lstStyle/>
          <a:p>
            <a:pPr marL="0" marR="0" lvl="0" indent="0" algn="ctr" defTabSz="8255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3000" b="1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Helvetica Neue"/>
              <a:sym typeface="Helvetica Neue"/>
            </a:endParaRPr>
          </a:p>
        </p:txBody>
      </p:sp>
      <p:sp>
        <p:nvSpPr>
          <p:cNvPr id="223" name="Circle">
            <a:extLst>
              <a:ext uri="{FF2B5EF4-FFF2-40B4-BE49-F238E27FC236}">
                <a16:creationId xmlns:a16="http://schemas.microsoft.com/office/drawing/2014/main" id="{5B954073-54A1-79F0-5ED1-3D58F1E9B1D4}"/>
              </a:ext>
            </a:extLst>
          </p:cNvPr>
          <p:cNvSpPr/>
          <p:nvPr/>
        </p:nvSpPr>
        <p:spPr>
          <a:xfrm>
            <a:off x="17006264" y="352354"/>
            <a:ext cx="494973" cy="494972"/>
          </a:xfrm>
          <a:prstGeom prst="ellipse">
            <a:avLst/>
          </a:prstGeom>
          <a:gradFill>
            <a:gsLst>
              <a:gs pos="0">
                <a:schemeClr val="accent2"/>
              </a:gs>
              <a:gs pos="100000">
                <a:schemeClr val="accent1"/>
              </a:gs>
            </a:gsLst>
            <a:lin ang="5400000"/>
          </a:gradFill>
          <a:ln w="12700">
            <a:miter lim="400000"/>
          </a:ln>
        </p:spPr>
        <p:txBody>
          <a:bodyPr lIns="0" tIns="0" rIns="0" bIns="0" anchor="ctr"/>
          <a:lstStyle/>
          <a:p>
            <a:pPr marL="0" marR="0" lvl="0" indent="0" algn="ctr" defTabSz="8255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 kumimoji="0" sz="32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Helvetica Neue Medium"/>
              <a:sym typeface="Helvetica Neue Medium"/>
            </a:endParaRPr>
          </a:p>
        </p:txBody>
      </p:sp>
      <p:sp>
        <p:nvSpPr>
          <p:cNvPr id="224" name="Circle">
            <a:extLst>
              <a:ext uri="{FF2B5EF4-FFF2-40B4-BE49-F238E27FC236}">
                <a16:creationId xmlns:a16="http://schemas.microsoft.com/office/drawing/2014/main" id="{6BC4159C-26D7-1653-18D1-AC884DB61F9E}"/>
              </a:ext>
            </a:extLst>
          </p:cNvPr>
          <p:cNvSpPr/>
          <p:nvPr/>
        </p:nvSpPr>
        <p:spPr>
          <a:xfrm>
            <a:off x="-564062" y="1321716"/>
            <a:ext cx="1150610" cy="1150611"/>
          </a:xfrm>
          <a:prstGeom prst="ellipse">
            <a:avLst/>
          </a:prstGeom>
          <a:gradFill>
            <a:gsLst>
              <a:gs pos="0">
                <a:schemeClr val="accent2"/>
              </a:gs>
              <a:gs pos="100000">
                <a:schemeClr val="accent1"/>
              </a:gs>
            </a:gsLst>
            <a:lin ang="5400000"/>
          </a:gradFill>
          <a:ln w="12700">
            <a:miter lim="400000"/>
          </a:ln>
        </p:spPr>
        <p:txBody>
          <a:bodyPr lIns="0" tIns="0" rIns="0" bIns="0" anchor="ctr"/>
          <a:lstStyle/>
          <a:p>
            <a:pPr marL="0" marR="0" lvl="0" indent="0" algn="ctr" defTabSz="8255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 kumimoji="0" sz="32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Helvetica Neue Medium"/>
              <a:sym typeface="Helvetica Neue Medium"/>
            </a:endParaRPr>
          </a:p>
        </p:txBody>
      </p:sp>
      <p:sp>
        <p:nvSpPr>
          <p:cNvPr id="225" name="TOPIC #1 - $100 ANSWER">
            <a:extLst>
              <a:ext uri="{FF2B5EF4-FFF2-40B4-BE49-F238E27FC236}">
                <a16:creationId xmlns:a16="http://schemas.microsoft.com/office/drawing/2014/main" id="{DF6D30B6-B79C-00B4-CD4E-6B7B0A2236BC}"/>
              </a:ext>
            </a:extLst>
          </p:cNvPr>
          <p:cNvSpPr txBox="1"/>
          <p:nvPr/>
        </p:nvSpPr>
        <p:spPr>
          <a:xfrm>
            <a:off x="1318646" y="1076284"/>
            <a:ext cx="22328754" cy="164147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50800" tIns="50800" rIns="50800" bIns="50800" anchor="ctr">
            <a:spAutoFit/>
          </a:bodyPr>
          <a:lstStyle/>
          <a:p>
            <a:pPr lvl="0" algn="l">
              <a:defRPr sz="10000" b="0">
                <a:solidFill>
                  <a:srgbClr val="F6C543"/>
                </a:solidFill>
                <a:latin typeface="Impact"/>
                <a:ea typeface="Impact"/>
                <a:cs typeface="Impact"/>
                <a:sym typeface="Impact"/>
              </a:defRPr>
            </a:pPr>
            <a:r>
              <a:rPr kumimoji="0" lang="en-US" altLang="zh-CN" sz="10000" b="0" i="0" u="none" strike="noStrike" kern="0" cap="none" spc="0" normalizeH="0" baseline="0" noProof="0" dirty="0">
                <a:ln>
                  <a:noFill/>
                </a:ln>
                <a:solidFill>
                  <a:srgbClr val="F6C542"/>
                </a:solidFill>
                <a:effectLst/>
                <a:uLnTx/>
                <a:uFillTx/>
                <a:latin typeface="Impact"/>
                <a:sym typeface="Impact"/>
              </a:rPr>
              <a:t>UNIT #2</a:t>
            </a:r>
            <a:r>
              <a:rPr kumimoji="0" lang="en-US" altLang="zh-CN" sz="10000" b="0" i="0" u="none" strike="noStrike" kern="0" cap="none" spc="0" normalizeH="0" baseline="0" noProof="0" dirty="0">
                <a:ln>
                  <a:noFill/>
                </a:ln>
                <a:solidFill>
                  <a:srgbClr val="F6C543"/>
                </a:solidFill>
                <a:effectLst/>
                <a:uLnTx/>
                <a:uFillTx/>
                <a:latin typeface="Impact"/>
                <a:sym typeface="Impact"/>
              </a:rPr>
              <a:t> </a:t>
            </a:r>
            <a:r>
              <a:rPr kumimoji="0" lang="en-US" altLang="zh-CN" sz="100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Impact"/>
                <a:sym typeface="Impact"/>
              </a:rPr>
              <a:t>–</a:t>
            </a:r>
            <a:r>
              <a:rPr lang="zh-CN" altLang="en-US" sz="9600" b="0" dirty="0">
                <a:solidFill>
                  <a:srgbClr val="F6C543"/>
                </a:solidFill>
                <a:latin typeface="华文楷体" panose="02010600040101010101" pitchFamily="2" charset="-122"/>
                <a:ea typeface="华文楷体" panose="02010600040101010101" pitchFamily="2" charset="-122"/>
                <a:sym typeface="Impact"/>
              </a:rPr>
              <a:t>直线与平面的相对位置</a:t>
            </a:r>
            <a:endParaRPr kumimoji="0" lang="zh-CN" altLang="en-US" sz="100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华文楷体" panose="02010600040101010101" pitchFamily="2" charset="-122"/>
              <a:ea typeface="华文楷体" panose="02010600040101010101" pitchFamily="2" charset="-122"/>
              <a:sym typeface="Impact"/>
            </a:endParaRPr>
          </a:p>
        </p:txBody>
      </p:sp>
      <p:sp>
        <p:nvSpPr>
          <p:cNvPr id="226" name="Shape">
            <a:extLst>
              <a:ext uri="{FF2B5EF4-FFF2-40B4-BE49-F238E27FC236}">
                <a16:creationId xmlns:a16="http://schemas.microsoft.com/office/drawing/2014/main" id="{20FA0813-06DD-54BB-AFE3-565619B6FA65}"/>
              </a:ext>
            </a:extLst>
          </p:cNvPr>
          <p:cNvSpPr/>
          <p:nvPr/>
        </p:nvSpPr>
        <p:spPr>
          <a:xfrm>
            <a:off x="-306915" y="8239797"/>
            <a:ext cx="1046530" cy="104640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9679" h="20595" extrusionOk="0">
                <a:moveTo>
                  <a:pt x="9839" y="0"/>
                </a:moveTo>
                <a:cubicBezTo>
                  <a:pt x="7321" y="0"/>
                  <a:pt x="4802" y="1006"/>
                  <a:pt x="2881" y="3017"/>
                </a:cubicBezTo>
                <a:cubicBezTo>
                  <a:pt x="-961" y="7038"/>
                  <a:pt x="-961" y="13557"/>
                  <a:pt x="2881" y="17578"/>
                </a:cubicBezTo>
                <a:cubicBezTo>
                  <a:pt x="6724" y="21600"/>
                  <a:pt x="12954" y="21600"/>
                  <a:pt x="16797" y="17578"/>
                </a:cubicBezTo>
                <a:cubicBezTo>
                  <a:pt x="20639" y="13557"/>
                  <a:pt x="20639" y="7038"/>
                  <a:pt x="16797" y="3017"/>
                </a:cubicBezTo>
                <a:cubicBezTo>
                  <a:pt x="14876" y="1006"/>
                  <a:pt x="12357" y="0"/>
                  <a:pt x="9839" y="0"/>
                </a:cubicBezTo>
                <a:close/>
                <a:moveTo>
                  <a:pt x="9839" y="2649"/>
                </a:moveTo>
                <a:cubicBezTo>
                  <a:pt x="11709" y="2649"/>
                  <a:pt x="13580" y="3397"/>
                  <a:pt x="15007" y="4890"/>
                </a:cubicBezTo>
                <a:cubicBezTo>
                  <a:pt x="17861" y="7877"/>
                  <a:pt x="17861" y="12718"/>
                  <a:pt x="15007" y="15705"/>
                </a:cubicBezTo>
                <a:cubicBezTo>
                  <a:pt x="12153" y="18692"/>
                  <a:pt x="7525" y="18692"/>
                  <a:pt x="4671" y="15705"/>
                </a:cubicBezTo>
                <a:cubicBezTo>
                  <a:pt x="1817" y="12718"/>
                  <a:pt x="1817" y="7877"/>
                  <a:pt x="4671" y="4890"/>
                </a:cubicBezTo>
                <a:cubicBezTo>
                  <a:pt x="6098" y="3397"/>
                  <a:pt x="7969" y="2649"/>
                  <a:pt x="9839" y="2649"/>
                </a:cubicBezTo>
                <a:close/>
              </a:path>
            </a:pathLst>
          </a:custGeom>
          <a:gradFill>
            <a:gsLst>
              <a:gs pos="0">
                <a:schemeClr val="accent2"/>
              </a:gs>
              <a:gs pos="100000">
                <a:schemeClr val="accent1"/>
              </a:gs>
            </a:gsLst>
            <a:lin ang="5400000"/>
          </a:gradFill>
          <a:ln w="12700">
            <a:miter lim="400000"/>
          </a:ln>
        </p:spPr>
        <p:txBody>
          <a:bodyPr lIns="0" tIns="0" rIns="0" bIns="0" anchor="ctr"/>
          <a:lstStyle/>
          <a:p>
            <a:pPr marL="0" marR="0" lvl="0" indent="0" algn="ctr" defTabSz="8255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 kumimoji="0" sz="32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Helvetica Neue Medium"/>
              <a:sym typeface="Helvetica Neue Medium"/>
            </a:endParaRPr>
          </a:p>
        </p:txBody>
      </p:sp>
      <p:sp>
        <p:nvSpPr>
          <p:cNvPr id="227" name="Shape">
            <a:extLst>
              <a:ext uri="{FF2B5EF4-FFF2-40B4-BE49-F238E27FC236}">
                <a16:creationId xmlns:a16="http://schemas.microsoft.com/office/drawing/2014/main" id="{920F1303-543B-ABD4-E261-F350243C8D72}"/>
              </a:ext>
            </a:extLst>
          </p:cNvPr>
          <p:cNvSpPr/>
          <p:nvPr/>
        </p:nvSpPr>
        <p:spPr>
          <a:xfrm>
            <a:off x="19865947" y="2060686"/>
            <a:ext cx="2330506" cy="233022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9679" h="20595" extrusionOk="0">
                <a:moveTo>
                  <a:pt x="9839" y="0"/>
                </a:moveTo>
                <a:cubicBezTo>
                  <a:pt x="7321" y="0"/>
                  <a:pt x="4802" y="1006"/>
                  <a:pt x="2881" y="3017"/>
                </a:cubicBezTo>
                <a:cubicBezTo>
                  <a:pt x="-961" y="7038"/>
                  <a:pt x="-961" y="13557"/>
                  <a:pt x="2881" y="17578"/>
                </a:cubicBezTo>
                <a:cubicBezTo>
                  <a:pt x="6724" y="21600"/>
                  <a:pt x="12954" y="21600"/>
                  <a:pt x="16797" y="17578"/>
                </a:cubicBezTo>
                <a:cubicBezTo>
                  <a:pt x="20639" y="13557"/>
                  <a:pt x="20639" y="7038"/>
                  <a:pt x="16797" y="3017"/>
                </a:cubicBezTo>
                <a:cubicBezTo>
                  <a:pt x="14876" y="1006"/>
                  <a:pt x="12357" y="0"/>
                  <a:pt x="9839" y="0"/>
                </a:cubicBezTo>
                <a:close/>
                <a:moveTo>
                  <a:pt x="9839" y="2649"/>
                </a:moveTo>
                <a:cubicBezTo>
                  <a:pt x="11709" y="2649"/>
                  <a:pt x="13580" y="3397"/>
                  <a:pt x="15007" y="4890"/>
                </a:cubicBezTo>
                <a:cubicBezTo>
                  <a:pt x="17861" y="7877"/>
                  <a:pt x="17861" y="12718"/>
                  <a:pt x="15007" y="15705"/>
                </a:cubicBezTo>
                <a:cubicBezTo>
                  <a:pt x="12153" y="18692"/>
                  <a:pt x="7525" y="18692"/>
                  <a:pt x="4671" y="15705"/>
                </a:cubicBezTo>
                <a:cubicBezTo>
                  <a:pt x="1817" y="12718"/>
                  <a:pt x="1817" y="7877"/>
                  <a:pt x="4671" y="4890"/>
                </a:cubicBezTo>
                <a:cubicBezTo>
                  <a:pt x="6098" y="3397"/>
                  <a:pt x="7969" y="2649"/>
                  <a:pt x="9839" y="2649"/>
                </a:cubicBezTo>
                <a:close/>
              </a:path>
            </a:pathLst>
          </a:custGeom>
          <a:gradFill>
            <a:gsLst>
              <a:gs pos="0">
                <a:schemeClr val="accent2"/>
              </a:gs>
              <a:gs pos="100000">
                <a:schemeClr val="accent1"/>
              </a:gs>
            </a:gsLst>
            <a:lin ang="5400000"/>
          </a:gradFill>
          <a:ln w="12700">
            <a:miter lim="400000"/>
          </a:ln>
        </p:spPr>
        <p:txBody>
          <a:bodyPr lIns="0" tIns="0" rIns="0" bIns="0" anchor="ctr"/>
          <a:lstStyle/>
          <a:p>
            <a:pPr marL="0" marR="0" lvl="0" indent="0" algn="ctr" defTabSz="8255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 kumimoji="0" sz="32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Helvetica Neue Medium"/>
              <a:sym typeface="Helvetica Neue Medium"/>
            </a:endParaRPr>
          </a:p>
        </p:txBody>
      </p:sp>
      <p:sp>
        <p:nvSpPr>
          <p:cNvPr id="228" name="Rounded Rectangle">
            <a:extLst>
              <a:ext uri="{FF2B5EF4-FFF2-40B4-BE49-F238E27FC236}">
                <a16:creationId xmlns:a16="http://schemas.microsoft.com/office/drawing/2014/main" id="{A3571E7E-05C5-94BE-4A75-9FBB5C3747FB}"/>
              </a:ext>
            </a:extLst>
          </p:cNvPr>
          <p:cNvSpPr/>
          <p:nvPr/>
        </p:nvSpPr>
        <p:spPr>
          <a:xfrm>
            <a:off x="1413182" y="3302000"/>
            <a:ext cx="21616294" cy="8897388"/>
          </a:xfrm>
          <a:prstGeom prst="roundRect">
            <a:avLst>
              <a:gd name="adj" fmla="val 2897"/>
            </a:avLst>
          </a:prstGeom>
          <a:solidFill>
            <a:schemeClr val="accent4"/>
          </a:solidFill>
          <a:ln w="12700">
            <a:miter lim="400000"/>
          </a:ln>
          <a:effectLst>
            <a:outerShdw blurRad="558800" dist="71163" dir="5400000" rotWithShape="0">
              <a:srgbClr val="000000">
                <a:alpha val="19617"/>
              </a:srgbClr>
            </a:outerShdw>
          </a:effectLst>
        </p:spPr>
        <p:txBody>
          <a:bodyPr lIns="0" tIns="0" rIns="0" bIns="0" anchor="ctr"/>
          <a:lstStyle/>
          <a:p>
            <a:pPr marL="0" marR="0" lvl="0" indent="0" algn="ctr" defTabSz="8255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 kumimoji="0" sz="32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Helvetica Neue Medium"/>
              <a:sym typeface="Helvetica Neue Medium"/>
            </a:endParaRPr>
          </a:p>
        </p:txBody>
      </p:sp>
      <p:pic>
        <p:nvPicPr>
          <p:cNvPr id="194" name="图片 193">
            <a:extLst>
              <a:ext uri="{FF2B5EF4-FFF2-40B4-BE49-F238E27FC236}">
                <a16:creationId xmlns:a16="http://schemas.microsoft.com/office/drawing/2014/main" id="{A1C1E679-AD32-1753-77D3-F12212B189E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57129" y="4634473"/>
            <a:ext cx="6711418" cy="6509271"/>
          </a:xfrm>
          <a:prstGeom prst="rect">
            <a:avLst/>
          </a:prstGeom>
        </p:spPr>
      </p:pic>
      <p:sp>
        <p:nvSpPr>
          <p:cNvPr id="195" name="Line 3">
            <a:extLst>
              <a:ext uri="{FF2B5EF4-FFF2-40B4-BE49-F238E27FC236}">
                <a16:creationId xmlns:a16="http://schemas.microsoft.com/office/drawing/2014/main" id="{1A33EF13-395F-8E5B-5A14-A69AE3C257B3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4799997" y="8115253"/>
            <a:ext cx="2590800" cy="1143000"/>
          </a:xfrm>
          <a:prstGeom prst="line">
            <a:avLst/>
          </a:prstGeom>
          <a:noFill/>
          <a:ln w="9525">
            <a:solidFill>
              <a:srgbClr val="0000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endParaRPr lang="zh-CN" altLang="en-US"/>
          </a:p>
        </p:txBody>
      </p:sp>
      <p:sp>
        <p:nvSpPr>
          <p:cNvPr id="196" name="Line 4">
            <a:extLst>
              <a:ext uri="{FF2B5EF4-FFF2-40B4-BE49-F238E27FC236}">
                <a16:creationId xmlns:a16="http://schemas.microsoft.com/office/drawing/2014/main" id="{9FB21A0C-541A-DCE8-49A8-8FF8D0E56292}"/>
              </a:ext>
            </a:extLst>
          </p:cNvPr>
          <p:cNvSpPr>
            <a:spLocks noChangeShapeType="1"/>
          </p:cNvSpPr>
          <p:nvPr/>
        </p:nvSpPr>
        <p:spPr bwMode="auto">
          <a:xfrm>
            <a:off x="5790597" y="8115253"/>
            <a:ext cx="1066800" cy="1981200"/>
          </a:xfrm>
          <a:prstGeom prst="line">
            <a:avLst/>
          </a:prstGeom>
          <a:noFill/>
          <a:ln w="9525">
            <a:solidFill>
              <a:srgbClr val="0000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endParaRPr lang="zh-CN" altLang="en-US"/>
          </a:p>
        </p:txBody>
      </p:sp>
      <p:sp>
        <p:nvSpPr>
          <p:cNvPr id="197" name="Line 5">
            <a:extLst>
              <a:ext uri="{FF2B5EF4-FFF2-40B4-BE49-F238E27FC236}">
                <a16:creationId xmlns:a16="http://schemas.microsoft.com/office/drawing/2014/main" id="{204E0B3E-5467-3685-6C34-30A4B6D17EBC}"/>
              </a:ext>
            </a:extLst>
          </p:cNvPr>
          <p:cNvSpPr>
            <a:spLocks noChangeShapeType="1"/>
          </p:cNvSpPr>
          <p:nvPr/>
        </p:nvSpPr>
        <p:spPr bwMode="auto">
          <a:xfrm>
            <a:off x="5790597" y="5905453"/>
            <a:ext cx="1066800" cy="1752600"/>
          </a:xfrm>
          <a:prstGeom prst="line">
            <a:avLst/>
          </a:prstGeom>
          <a:noFill/>
          <a:ln w="9525">
            <a:solidFill>
              <a:srgbClr val="0000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endParaRPr lang="zh-CN" altLang="en-US"/>
          </a:p>
        </p:txBody>
      </p:sp>
      <p:sp>
        <p:nvSpPr>
          <p:cNvPr id="198" name="Line 6">
            <a:extLst>
              <a:ext uri="{FF2B5EF4-FFF2-40B4-BE49-F238E27FC236}">
                <a16:creationId xmlns:a16="http://schemas.microsoft.com/office/drawing/2014/main" id="{FC5CFABF-A3F6-98CD-76DD-00863BE49E37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6111272" y="6453140"/>
            <a:ext cx="0" cy="2225675"/>
          </a:xfrm>
          <a:prstGeom prst="line">
            <a:avLst/>
          </a:prstGeom>
          <a:noFill/>
          <a:ln w="9525">
            <a:solidFill>
              <a:srgbClr val="0000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endParaRPr lang="zh-CN" altLang="en-US"/>
          </a:p>
        </p:txBody>
      </p:sp>
      <p:sp>
        <p:nvSpPr>
          <p:cNvPr id="199" name="Line 7">
            <a:extLst>
              <a:ext uri="{FF2B5EF4-FFF2-40B4-BE49-F238E27FC236}">
                <a16:creationId xmlns:a16="http://schemas.microsoft.com/office/drawing/2014/main" id="{A465343B-28C7-261C-B392-DF886F7ADBE8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4799997" y="5829253"/>
            <a:ext cx="2590800" cy="1219200"/>
          </a:xfrm>
          <a:prstGeom prst="line">
            <a:avLst/>
          </a:prstGeom>
          <a:noFill/>
          <a:ln w="9525">
            <a:solidFill>
              <a:srgbClr val="0000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square" anchor="ctr">
            <a:spAutoFit/>
          </a:bodyPr>
          <a:lstStyle/>
          <a:p>
            <a:endParaRPr lang="zh-CN" altLang="en-US"/>
          </a:p>
        </p:txBody>
      </p:sp>
      <p:sp>
        <p:nvSpPr>
          <p:cNvPr id="200" name="Line 8">
            <a:extLst>
              <a:ext uri="{FF2B5EF4-FFF2-40B4-BE49-F238E27FC236}">
                <a16:creationId xmlns:a16="http://schemas.microsoft.com/office/drawing/2014/main" id="{E336BFC5-A446-6EC2-05A6-2960DB0FB5BB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7390797" y="5799090"/>
            <a:ext cx="0" cy="2305050"/>
          </a:xfrm>
          <a:prstGeom prst="line">
            <a:avLst/>
          </a:prstGeom>
          <a:noFill/>
          <a:ln w="9525">
            <a:solidFill>
              <a:srgbClr val="0000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endParaRPr lang="zh-CN" altLang="en-US"/>
          </a:p>
        </p:txBody>
      </p:sp>
      <p:sp>
        <p:nvSpPr>
          <p:cNvPr id="201" name="Line 9">
            <a:extLst>
              <a:ext uri="{FF2B5EF4-FFF2-40B4-BE49-F238E27FC236}">
                <a16:creationId xmlns:a16="http://schemas.microsoft.com/office/drawing/2014/main" id="{D8D0A62C-C662-EF1C-24F5-F0D98476A746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6863683" y="5818140"/>
            <a:ext cx="533400" cy="1828800"/>
          </a:xfrm>
          <a:prstGeom prst="line">
            <a:avLst/>
          </a:prstGeom>
          <a:noFill/>
          <a:ln w="38100">
            <a:solidFill>
              <a:srgbClr val="CC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endParaRPr lang="zh-CN" altLang="en-US"/>
          </a:p>
        </p:txBody>
      </p:sp>
      <p:sp>
        <p:nvSpPr>
          <p:cNvPr id="202" name="Line 10">
            <a:extLst>
              <a:ext uri="{FF2B5EF4-FFF2-40B4-BE49-F238E27FC236}">
                <a16:creationId xmlns:a16="http://schemas.microsoft.com/office/drawing/2014/main" id="{AFC9E3D7-73C2-1FF8-02EF-7E50A5786057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5790597" y="5829253"/>
            <a:ext cx="1600200" cy="76200"/>
          </a:xfrm>
          <a:prstGeom prst="line">
            <a:avLst/>
          </a:prstGeom>
          <a:noFill/>
          <a:ln w="38100">
            <a:solidFill>
              <a:srgbClr val="CC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endParaRPr lang="zh-CN" altLang="en-US"/>
          </a:p>
        </p:txBody>
      </p:sp>
      <p:sp>
        <p:nvSpPr>
          <p:cNvPr id="203" name="Rectangle 11">
            <a:extLst>
              <a:ext uri="{FF2B5EF4-FFF2-40B4-BE49-F238E27FC236}">
                <a16:creationId xmlns:a16="http://schemas.microsoft.com/office/drawing/2014/main" id="{83495209-7155-E86A-3304-AE3FA31FAB16}"/>
              </a:ext>
            </a:extLst>
          </p:cNvPr>
          <p:cNvSpPr>
            <a:spLocks noChangeArrowheads="1"/>
          </p:cNvSpPr>
          <p:nvPr/>
        </p:nvSpPr>
        <p:spPr bwMode="auto">
          <a:xfrm>
            <a:off x="7314597" y="5524453"/>
            <a:ext cx="8001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6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  <a:ea typeface="华文隶书" panose="020108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华文隶书" panose="020108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华文隶书" panose="020108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华文隶书" panose="020108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华文隶书" panose="020108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华文隶书" panose="0201080004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en-US" altLang="zh-CN" sz="2400" i="1" dirty="0">
                <a:solidFill>
                  <a:srgbClr val="CC0000"/>
                </a:solidFill>
                <a:latin typeface="Times New Roman" panose="02020603050405020304" pitchFamily="18" charset="0"/>
              </a:rPr>
              <a:t>d'                               </a:t>
            </a:r>
          </a:p>
        </p:txBody>
      </p:sp>
      <p:sp>
        <p:nvSpPr>
          <p:cNvPr id="204" name="Line 12">
            <a:extLst>
              <a:ext uri="{FF2B5EF4-FFF2-40B4-BE49-F238E27FC236}">
                <a16:creationId xmlns:a16="http://schemas.microsoft.com/office/drawing/2014/main" id="{320AD2BB-06FF-EEC2-6B00-7B7FB9A15FA2}"/>
              </a:ext>
            </a:extLst>
          </p:cNvPr>
          <p:cNvSpPr>
            <a:spLocks noChangeShapeType="1"/>
          </p:cNvSpPr>
          <p:nvPr/>
        </p:nvSpPr>
        <p:spPr bwMode="auto">
          <a:xfrm>
            <a:off x="4799997" y="9258253"/>
            <a:ext cx="2057400" cy="8382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endParaRPr lang="zh-CN" altLang="en-US"/>
          </a:p>
        </p:txBody>
      </p:sp>
      <p:sp>
        <p:nvSpPr>
          <p:cNvPr id="205" name="Line 13">
            <a:extLst>
              <a:ext uri="{FF2B5EF4-FFF2-40B4-BE49-F238E27FC236}">
                <a16:creationId xmlns:a16="http://schemas.microsoft.com/office/drawing/2014/main" id="{80864885-03AD-8BF1-F7CC-EBF4CCEC744A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4799997" y="8115253"/>
            <a:ext cx="990600" cy="11430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endParaRPr lang="zh-CN" altLang="en-US"/>
          </a:p>
        </p:txBody>
      </p:sp>
      <p:sp>
        <p:nvSpPr>
          <p:cNvPr id="206" name="Line 14">
            <a:extLst>
              <a:ext uri="{FF2B5EF4-FFF2-40B4-BE49-F238E27FC236}">
                <a16:creationId xmlns:a16="http://schemas.microsoft.com/office/drawing/2014/main" id="{0A616B29-A029-F44B-1A16-C263E24279AE}"/>
              </a:ext>
            </a:extLst>
          </p:cNvPr>
          <p:cNvSpPr>
            <a:spLocks noChangeShapeType="1"/>
          </p:cNvSpPr>
          <p:nvPr/>
        </p:nvSpPr>
        <p:spPr bwMode="auto">
          <a:xfrm>
            <a:off x="5790597" y="8115253"/>
            <a:ext cx="160020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endParaRPr lang="zh-CN" altLang="en-US"/>
          </a:p>
        </p:txBody>
      </p:sp>
      <p:sp>
        <p:nvSpPr>
          <p:cNvPr id="207" name="Line 15">
            <a:extLst>
              <a:ext uri="{FF2B5EF4-FFF2-40B4-BE49-F238E27FC236}">
                <a16:creationId xmlns:a16="http://schemas.microsoft.com/office/drawing/2014/main" id="{10FEBB9C-9761-7994-0910-B1E9BA8330D6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6857397" y="8115253"/>
            <a:ext cx="533400" cy="19812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endParaRPr lang="zh-CN" altLang="en-US"/>
          </a:p>
        </p:txBody>
      </p:sp>
      <p:sp>
        <p:nvSpPr>
          <p:cNvPr id="208" name="Line 17">
            <a:extLst>
              <a:ext uri="{FF2B5EF4-FFF2-40B4-BE49-F238E27FC236}">
                <a16:creationId xmlns:a16="http://schemas.microsoft.com/office/drawing/2014/main" id="{B8C58201-4352-D4C5-A0CE-F1B2FDE5FD15}"/>
              </a:ext>
            </a:extLst>
          </p:cNvPr>
          <p:cNvSpPr>
            <a:spLocks noChangeShapeType="1"/>
          </p:cNvSpPr>
          <p:nvPr/>
        </p:nvSpPr>
        <p:spPr bwMode="auto">
          <a:xfrm>
            <a:off x="4799997" y="7048453"/>
            <a:ext cx="2057400" cy="6096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endParaRPr lang="zh-CN" altLang="en-US"/>
          </a:p>
        </p:txBody>
      </p:sp>
      <p:sp>
        <p:nvSpPr>
          <p:cNvPr id="209" name="Line 18">
            <a:extLst>
              <a:ext uri="{FF2B5EF4-FFF2-40B4-BE49-F238E27FC236}">
                <a16:creationId xmlns:a16="http://schemas.microsoft.com/office/drawing/2014/main" id="{AE7E3FB0-94C5-4CD6-7A2A-DFF4C76782A0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4799997" y="5905453"/>
            <a:ext cx="990600" cy="11430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endParaRPr lang="zh-CN" altLang="en-US"/>
          </a:p>
        </p:txBody>
      </p:sp>
      <p:sp>
        <p:nvSpPr>
          <p:cNvPr id="210" name="Line 19">
            <a:extLst>
              <a:ext uri="{FF2B5EF4-FFF2-40B4-BE49-F238E27FC236}">
                <a16:creationId xmlns:a16="http://schemas.microsoft.com/office/drawing/2014/main" id="{E9F08336-B3BF-24F1-D129-E0F40C97775C}"/>
              </a:ext>
            </a:extLst>
          </p:cNvPr>
          <p:cNvSpPr>
            <a:spLocks noChangeShapeType="1"/>
          </p:cNvSpPr>
          <p:nvPr/>
        </p:nvSpPr>
        <p:spPr bwMode="auto">
          <a:xfrm>
            <a:off x="4799997" y="7029403"/>
            <a:ext cx="0" cy="222567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endParaRPr lang="zh-CN" altLang="en-US"/>
          </a:p>
        </p:txBody>
      </p:sp>
      <p:sp>
        <p:nvSpPr>
          <p:cNvPr id="211" name="Line 20">
            <a:extLst>
              <a:ext uri="{FF2B5EF4-FFF2-40B4-BE49-F238E27FC236}">
                <a16:creationId xmlns:a16="http://schemas.microsoft.com/office/drawing/2014/main" id="{7C999A68-720B-F0E9-EF95-A49C655D5F1E}"/>
              </a:ext>
            </a:extLst>
          </p:cNvPr>
          <p:cNvSpPr>
            <a:spLocks noChangeShapeType="1"/>
          </p:cNvSpPr>
          <p:nvPr/>
        </p:nvSpPr>
        <p:spPr bwMode="auto">
          <a:xfrm>
            <a:off x="5790597" y="5948315"/>
            <a:ext cx="0" cy="215582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endParaRPr lang="zh-CN" altLang="en-US"/>
          </a:p>
        </p:txBody>
      </p:sp>
      <p:sp>
        <p:nvSpPr>
          <p:cNvPr id="212" name="Line 21">
            <a:extLst>
              <a:ext uri="{FF2B5EF4-FFF2-40B4-BE49-F238E27FC236}">
                <a16:creationId xmlns:a16="http://schemas.microsoft.com/office/drawing/2014/main" id="{9B4135E2-B77B-C405-11F0-737EE820B4B9}"/>
              </a:ext>
            </a:extLst>
          </p:cNvPr>
          <p:cNvSpPr>
            <a:spLocks noChangeShapeType="1"/>
          </p:cNvSpPr>
          <p:nvPr/>
        </p:nvSpPr>
        <p:spPr bwMode="auto">
          <a:xfrm>
            <a:off x="6857397" y="7664403"/>
            <a:ext cx="0" cy="2455862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endParaRPr lang="zh-CN" altLang="en-US"/>
          </a:p>
        </p:txBody>
      </p:sp>
      <p:sp>
        <p:nvSpPr>
          <p:cNvPr id="213" name="Rectangle 22">
            <a:extLst>
              <a:ext uri="{FF2B5EF4-FFF2-40B4-BE49-F238E27FC236}">
                <a16:creationId xmlns:a16="http://schemas.microsoft.com/office/drawing/2014/main" id="{7184F0C1-68FA-9BB6-1B1E-62B5F95B8132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90547" y="5573665"/>
            <a:ext cx="420687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6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  <a:ea typeface="华文隶书" panose="020108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华文隶书" panose="020108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华文隶书" panose="020108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华文隶书" panose="020108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华文隶书" panose="020108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华文隶书" panose="0201080004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en-US" altLang="zh-CN" sz="2400" i="1" dirty="0">
                <a:latin typeface="Times New Roman" panose="02020603050405020304" pitchFamily="18" charset="0"/>
              </a:rPr>
              <a:t>a'</a:t>
            </a:r>
          </a:p>
        </p:txBody>
      </p:sp>
      <p:sp>
        <p:nvSpPr>
          <p:cNvPr id="214" name="Rectangle 23">
            <a:extLst>
              <a:ext uri="{FF2B5EF4-FFF2-40B4-BE49-F238E27FC236}">
                <a16:creationId xmlns:a16="http://schemas.microsoft.com/office/drawing/2014/main" id="{7419A9CB-71B2-54F2-59DB-32B5A01BBA68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81197" y="7429453"/>
            <a:ext cx="64452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6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  <a:ea typeface="华文隶书" panose="020108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华文隶书" panose="020108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华文隶书" panose="020108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华文隶书" panose="020108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华文隶书" panose="020108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华文隶书" panose="0201080004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en-US" altLang="zh-CN" sz="2400" i="1">
                <a:latin typeface="Times New Roman" panose="02020603050405020304" pitchFamily="18" charset="0"/>
              </a:rPr>
              <a:t>c'</a:t>
            </a:r>
          </a:p>
        </p:txBody>
      </p:sp>
      <p:sp>
        <p:nvSpPr>
          <p:cNvPr id="229" name="Rectangle 24">
            <a:extLst>
              <a:ext uri="{FF2B5EF4-FFF2-40B4-BE49-F238E27FC236}">
                <a16:creationId xmlns:a16="http://schemas.microsoft.com/office/drawing/2014/main" id="{DD7D62D0-55EC-2B73-EB46-2924F67DF48F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50759" y="9126490"/>
            <a:ext cx="3365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6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  <a:ea typeface="华文隶书" panose="020108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华文隶书" panose="020108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华文隶书" panose="020108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华文隶书" panose="020108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华文隶书" panose="020108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华文隶书" panose="0201080004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en-US" altLang="zh-CN" sz="2400" i="1" dirty="0">
                <a:latin typeface="Times New Roman" panose="02020603050405020304" pitchFamily="18" charset="0"/>
              </a:rPr>
              <a:t>b</a:t>
            </a:r>
          </a:p>
        </p:txBody>
      </p:sp>
      <p:sp>
        <p:nvSpPr>
          <p:cNvPr id="230" name="Rectangle 25">
            <a:extLst>
              <a:ext uri="{FF2B5EF4-FFF2-40B4-BE49-F238E27FC236}">
                <a16:creationId xmlns:a16="http://schemas.microsoft.com/office/drawing/2014/main" id="{55F401DD-7887-B76F-43EA-9FBB342BDE67}"/>
              </a:ext>
            </a:extLst>
          </p:cNvPr>
          <p:cNvSpPr>
            <a:spLocks noChangeArrowheads="1"/>
          </p:cNvSpPr>
          <p:nvPr/>
        </p:nvSpPr>
        <p:spPr bwMode="auto">
          <a:xfrm>
            <a:off x="7335234" y="7886653"/>
            <a:ext cx="3365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6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  <a:ea typeface="华文隶书" panose="020108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华文隶书" panose="020108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华文隶书" panose="020108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华文隶书" panose="020108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华文隶书" panose="020108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华文隶书" panose="0201080004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en-US" altLang="zh-CN" sz="2400" i="1">
                <a:latin typeface="Times New Roman" panose="02020603050405020304" pitchFamily="18" charset="0"/>
              </a:rPr>
              <a:t>d</a:t>
            </a:r>
          </a:p>
        </p:txBody>
      </p:sp>
      <p:sp>
        <p:nvSpPr>
          <p:cNvPr id="231" name="Rectangle 26">
            <a:extLst>
              <a:ext uri="{FF2B5EF4-FFF2-40B4-BE49-F238E27FC236}">
                <a16:creationId xmlns:a16="http://schemas.microsoft.com/office/drawing/2014/main" id="{D41E96C5-2AC3-DAF2-959D-4F2BFB0AE2B6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18997" y="6688090"/>
            <a:ext cx="420687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6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  <a:ea typeface="华文隶书" panose="020108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华文隶书" panose="020108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华文隶书" panose="020108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华文隶书" panose="020108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华文隶书" panose="020108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华文隶书" panose="0201080004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en-US" altLang="zh-CN" sz="2400" i="1">
                <a:latin typeface="Times New Roman" panose="02020603050405020304" pitchFamily="18" charset="0"/>
              </a:rPr>
              <a:t>b'</a:t>
            </a:r>
          </a:p>
        </p:txBody>
      </p:sp>
      <p:sp>
        <p:nvSpPr>
          <p:cNvPr id="232" name="Rectangle 27">
            <a:extLst>
              <a:ext uri="{FF2B5EF4-FFF2-40B4-BE49-F238E27FC236}">
                <a16:creationId xmlns:a16="http://schemas.microsoft.com/office/drawing/2014/main" id="{20424DDB-3A5A-AAEE-DA2E-3D5A1EA1C91A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85797" y="7802515"/>
            <a:ext cx="3365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6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  <a:ea typeface="华文隶书" panose="020108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华文隶书" panose="020108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华文隶书" panose="020108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华文隶书" panose="020108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华文隶书" panose="020108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华文隶书" panose="0201080004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en-US" altLang="zh-CN" sz="2400" i="1">
                <a:latin typeface="Times New Roman" panose="02020603050405020304" pitchFamily="18" charset="0"/>
              </a:rPr>
              <a:t>a</a:t>
            </a:r>
          </a:p>
        </p:txBody>
      </p:sp>
      <p:sp>
        <p:nvSpPr>
          <p:cNvPr id="233" name="Rectangle 28">
            <a:extLst>
              <a:ext uri="{FF2B5EF4-FFF2-40B4-BE49-F238E27FC236}">
                <a16:creationId xmlns:a16="http://schemas.microsoft.com/office/drawing/2014/main" id="{7C627D17-CE6A-B0B9-4E2B-08D6EB490E46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30409" y="9759903"/>
            <a:ext cx="319088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6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  <a:ea typeface="华文隶书" panose="020108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华文隶书" panose="020108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华文隶书" panose="020108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华文隶书" panose="020108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华文隶书" panose="020108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华文隶书" panose="0201080004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en-US" altLang="zh-CN" sz="2400" i="1">
                <a:latin typeface="Times New Roman" panose="02020603050405020304" pitchFamily="18" charset="0"/>
              </a:rPr>
              <a:t>c</a:t>
            </a:r>
          </a:p>
        </p:txBody>
      </p:sp>
      <p:sp>
        <p:nvSpPr>
          <p:cNvPr id="234" name="Line 29">
            <a:extLst>
              <a:ext uri="{FF2B5EF4-FFF2-40B4-BE49-F238E27FC236}">
                <a16:creationId xmlns:a16="http://schemas.microsoft.com/office/drawing/2014/main" id="{9B473D6E-BEF5-F435-861F-6A7BD7FFC210}"/>
              </a:ext>
            </a:extLst>
          </p:cNvPr>
          <p:cNvSpPr>
            <a:spLocks noChangeShapeType="1"/>
          </p:cNvSpPr>
          <p:nvPr/>
        </p:nvSpPr>
        <p:spPr bwMode="auto">
          <a:xfrm>
            <a:off x="4444397" y="7886653"/>
            <a:ext cx="3322637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endParaRPr lang="zh-CN" altLang="en-US"/>
          </a:p>
        </p:txBody>
      </p:sp>
      <p:sp>
        <p:nvSpPr>
          <p:cNvPr id="235" name="Rectangle 30">
            <a:extLst>
              <a:ext uri="{FF2B5EF4-FFF2-40B4-BE49-F238E27FC236}">
                <a16:creationId xmlns:a16="http://schemas.microsoft.com/office/drawing/2014/main" id="{ACE92C12-73E2-F8CA-D7F1-6B16F984302B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68159" y="7646940"/>
            <a:ext cx="3873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6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  <a:ea typeface="华文隶书" panose="020108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华文隶书" panose="020108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华文隶书" panose="020108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华文隶书" panose="020108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华文隶书" panose="020108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华文隶书" panose="0201080004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en-US" altLang="zh-CN" sz="2400" i="1">
                <a:latin typeface="Times New Roman" panose="02020603050405020304" pitchFamily="18" charset="0"/>
              </a:rPr>
              <a:t>X</a:t>
            </a:r>
          </a:p>
        </p:txBody>
      </p:sp>
      <p:sp>
        <p:nvSpPr>
          <p:cNvPr id="236" name="Rectangle 35">
            <a:extLst>
              <a:ext uri="{FF2B5EF4-FFF2-40B4-BE49-F238E27FC236}">
                <a16:creationId xmlns:a16="http://schemas.microsoft.com/office/drawing/2014/main" id="{2729D306-237D-0782-BFC8-D30680889C36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66797" y="8607378"/>
            <a:ext cx="319087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6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  <a:ea typeface="华文隶书" panose="020108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华文隶书" panose="020108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华文隶书" panose="020108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华文隶书" panose="020108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华文隶书" panose="020108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华文隶书" panose="0201080004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en-US" altLang="zh-CN" sz="2400" i="1">
                <a:latin typeface="Times New Roman" panose="02020603050405020304" pitchFamily="18" charset="0"/>
              </a:rPr>
              <a:t>e</a:t>
            </a:r>
          </a:p>
        </p:txBody>
      </p:sp>
      <p:sp>
        <p:nvSpPr>
          <p:cNvPr id="237" name="Rectangle 36">
            <a:extLst>
              <a:ext uri="{FF2B5EF4-FFF2-40B4-BE49-F238E27FC236}">
                <a16:creationId xmlns:a16="http://schemas.microsoft.com/office/drawing/2014/main" id="{C7F4C1F4-BD7A-650F-EE51-4FB5BDC3FF07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11272" y="6230890"/>
            <a:ext cx="40322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6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  <a:ea typeface="华文隶书" panose="020108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华文隶书" panose="020108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华文隶书" panose="020108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华文隶书" panose="020108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华文隶书" panose="020108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华文隶书" panose="0201080004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en-US" altLang="zh-CN" sz="2400" i="1">
                <a:latin typeface="Times New Roman" panose="02020603050405020304" pitchFamily="18" charset="0"/>
              </a:rPr>
              <a:t>e'</a:t>
            </a:r>
          </a:p>
        </p:txBody>
      </p:sp>
      <p:sp>
        <p:nvSpPr>
          <p:cNvPr id="238" name="Rectangle 38">
            <a:extLst>
              <a:ext uri="{FF2B5EF4-FFF2-40B4-BE49-F238E27FC236}">
                <a16:creationId xmlns:a16="http://schemas.microsoft.com/office/drawing/2014/main" id="{5C7D9A89-8C49-C043-8B14-0E6450DD658F}"/>
              </a:ext>
            </a:extLst>
          </p:cNvPr>
          <p:cNvSpPr>
            <a:spLocks noChangeArrowheads="1"/>
          </p:cNvSpPr>
          <p:nvPr/>
        </p:nvSpPr>
        <p:spPr bwMode="auto">
          <a:xfrm>
            <a:off x="7722584" y="7599315"/>
            <a:ext cx="40481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6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  <a:ea typeface="华文隶书" panose="020108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华文隶书" panose="020108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华文隶书" panose="020108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华文隶书" panose="020108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华文隶书" panose="020108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华文隶书" panose="0201080004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en-US" altLang="zh-CN" sz="2400" i="1">
                <a:latin typeface="Times New Roman" panose="02020603050405020304" pitchFamily="18" charset="0"/>
              </a:rPr>
              <a:t>O</a:t>
            </a:r>
          </a:p>
        </p:txBody>
      </p:sp>
      <p:pic>
        <p:nvPicPr>
          <p:cNvPr id="240" name="图片 239">
            <a:extLst>
              <a:ext uri="{FF2B5EF4-FFF2-40B4-BE49-F238E27FC236}">
                <a16:creationId xmlns:a16="http://schemas.microsoft.com/office/drawing/2014/main" id="{1BF72B6B-7243-D437-6D52-513509CF2C2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784558" y="3557455"/>
            <a:ext cx="6508909" cy="8386477"/>
          </a:xfrm>
          <a:prstGeom prst="rect">
            <a:avLst/>
          </a:prstGeom>
        </p:spPr>
      </p:pic>
      <p:pic>
        <p:nvPicPr>
          <p:cNvPr id="242" name="图片 241">
            <a:extLst>
              <a:ext uri="{FF2B5EF4-FFF2-40B4-BE49-F238E27FC236}">
                <a16:creationId xmlns:a16="http://schemas.microsoft.com/office/drawing/2014/main" id="{FF260A44-13A4-93E0-9AA7-BFE009B91B9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013830" y="4047848"/>
            <a:ext cx="6620333" cy="76776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3346775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1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0" dur="500"/>
                                        <p:tgtEl>
                                          <p:spTgt spid="1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3" dur="500"/>
                                        <p:tgtEl>
                                          <p:spTgt spid="1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500"/>
                            </p:stCondLst>
                            <p:childTnLst>
                              <p:par>
                                <p:cTn id="1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23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2" dur="500"/>
                                        <p:tgtEl>
                                          <p:spTgt spid="1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500"/>
                            </p:stCondLst>
                            <p:childTnLst>
                              <p:par>
                                <p:cTn id="2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23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19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19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199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4" dur="1000"/>
                                        <p:tgtEl>
                                          <p:spTgt spid="1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20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20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200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0" dur="1000"/>
                                        <p:tgtEl>
                                          <p:spTgt spid="2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5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6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20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20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20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51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203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52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203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53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203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54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203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55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203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56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203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57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203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58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203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63" dur="500"/>
                                        <p:tgtEl>
                                          <p:spTgt spid="2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66" dur="500"/>
                                        <p:tgtEl>
                                          <p:spTgt spid="2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4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2000"/>
                                        <p:tgtEl>
                                          <p:spTgt spid="24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2" dur="2000" fill="hold"/>
                                        <p:tgtEl>
                                          <p:spTgt spid="24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3" dur="2000" fill="hold"/>
                                        <p:tgtEl>
                                          <p:spTgt spid="24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5" grpId="0" animBg="1"/>
      <p:bldP spid="196" grpId="0" animBg="1"/>
      <p:bldP spid="197" grpId="0" animBg="1"/>
      <p:bldP spid="198" grpId="0" animBg="1"/>
      <p:bldP spid="199" grpId="0" animBg="1"/>
      <p:bldP spid="200" grpId="0" animBg="1"/>
      <p:bldP spid="201" grpId="0" animBg="1"/>
      <p:bldP spid="202" grpId="0" animBg="1"/>
      <p:bldP spid="203" grpId="0"/>
      <p:bldP spid="236" grpId="0" build="p" autoUpdateAnimBg="0"/>
      <p:bldP spid="237" grpId="0" build="p" autoUpdateAnimBg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3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1B77889-B821-FD7E-05C9-9E20F28097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Shape">
            <a:extLst>
              <a:ext uri="{FF2B5EF4-FFF2-40B4-BE49-F238E27FC236}">
                <a16:creationId xmlns:a16="http://schemas.microsoft.com/office/drawing/2014/main" id="{BA716636-B0F8-8FD7-6F1B-578FF6E13A9B}"/>
              </a:ext>
            </a:extLst>
          </p:cNvPr>
          <p:cNvSpPr/>
          <p:nvPr/>
        </p:nvSpPr>
        <p:spPr>
          <a:xfrm>
            <a:off x="6290541" y="12617233"/>
            <a:ext cx="2709718" cy="270939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9679" h="20595" extrusionOk="0">
                <a:moveTo>
                  <a:pt x="9839" y="0"/>
                </a:moveTo>
                <a:cubicBezTo>
                  <a:pt x="7321" y="0"/>
                  <a:pt x="4802" y="1006"/>
                  <a:pt x="2881" y="3017"/>
                </a:cubicBezTo>
                <a:cubicBezTo>
                  <a:pt x="-961" y="7038"/>
                  <a:pt x="-961" y="13557"/>
                  <a:pt x="2881" y="17578"/>
                </a:cubicBezTo>
                <a:cubicBezTo>
                  <a:pt x="6724" y="21600"/>
                  <a:pt x="12954" y="21600"/>
                  <a:pt x="16797" y="17578"/>
                </a:cubicBezTo>
                <a:cubicBezTo>
                  <a:pt x="20639" y="13557"/>
                  <a:pt x="20639" y="7038"/>
                  <a:pt x="16797" y="3017"/>
                </a:cubicBezTo>
                <a:cubicBezTo>
                  <a:pt x="14876" y="1006"/>
                  <a:pt x="12357" y="0"/>
                  <a:pt x="9839" y="0"/>
                </a:cubicBezTo>
                <a:close/>
                <a:moveTo>
                  <a:pt x="9839" y="2649"/>
                </a:moveTo>
                <a:cubicBezTo>
                  <a:pt x="11709" y="2649"/>
                  <a:pt x="13580" y="3397"/>
                  <a:pt x="15007" y="4890"/>
                </a:cubicBezTo>
                <a:cubicBezTo>
                  <a:pt x="17861" y="7877"/>
                  <a:pt x="17861" y="12718"/>
                  <a:pt x="15007" y="15705"/>
                </a:cubicBezTo>
                <a:cubicBezTo>
                  <a:pt x="12153" y="18692"/>
                  <a:pt x="7525" y="18692"/>
                  <a:pt x="4671" y="15705"/>
                </a:cubicBezTo>
                <a:cubicBezTo>
                  <a:pt x="1817" y="12718"/>
                  <a:pt x="1817" y="7877"/>
                  <a:pt x="4671" y="4890"/>
                </a:cubicBezTo>
                <a:cubicBezTo>
                  <a:pt x="6098" y="3397"/>
                  <a:pt x="7969" y="2649"/>
                  <a:pt x="9839" y="2649"/>
                </a:cubicBezTo>
                <a:close/>
              </a:path>
            </a:pathLst>
          </a:custGeom>
          <a:gradFill>
            <a:gsLst>
              <a:gs pos="0">
                <a:schemeClr val="accent2"/>
              </a:gs>
              <a:gs pos="100000">
                <a:schemeClr val="accent1"/>
              </a:gs>
            </a:gsLst>
            <a:lin ang="5400000"/>
          </a:gradFill>
          <a:ln w="12700">
            <a:miter lim="400000"/>
          </a:ln>
        </p:spPr>
        <p:txBody>
          <a:bodyPr lIns="0" tIns="0" rIns="0" bIns="0" anchor="ctr"/>
          <a:lstStyle/>
          <a:p>
            <a:pPr marL="0" marR="0" lvl="0" indent="0" algn="ctr" defTabSz="8255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 kumimoji="0" sz="32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Helvetica Neue Medium"/>
              <a:sym typeface="Helvetica Neue Medium"/>
            </a:endParaRPr>
          </a:p>
        </p:txBody>
      </p:sp>
      <p:sp>
        <p:nvSpPr>
          <p:cNvPr id="196" name="Shape">
            <a:extLst>
              <a:ext uri="{FF2B5EF4-FFF2-40B4-BE49-F238E27FC236}">
                <a16:creationId xmlns:a16="http://schemas.microsoft.com/office/drawing/2014/main" id="{66755FEA-67BA-9694-0371-483829E1E228}"/>
              </a:ext>
            </a:extLst>
          </p:cNvPr>
          <p:cNvSpPr/>
          <p:nvPr/>
        </p:nvSpPr>
        <p:spPr>
          <a:xfrm>
            <a:off x="14339439" y="2620192"/>
            <a:ext cx="6322300" cy="632257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800" y="0"/>
                </a:moveTo>
                <a:cubicBezTo>
                  <a:pt x="10787" y="0"/>
                  <a:pt x="10773" y="1"/>
                  <a:pt x="10759" y="1"/>
                </a:cubicBezTo>
                <a:lnTo>
                  <a:pt x="1" y="10760"/>
                </a:lnTo>
                <a:cubicBezTo>
                  <a:pt x="0" y="10900"/>
                  <a:pt x="3" y="11040"/>
                  <a:pt x="8" y="11181"/>
                </a:cubicBezTo>
                <a:lnTo>
                  <a:pt x="11180" y="9"/>
                </a:lnTo>
                <a:cubicBezTo>
                  <a:pt x="11054" y="4"/>
                  <a:pt x="10927" y="0"/>
                  <a:pt x="10800" y="0"/>
                </a:cubicBezTo>
                <a:close/>
                <a:moveTo>
                  <a:pt x="10211" y="17"/>
                </a:moveTo>
                <a:cubicBezTo>
                  <a:pt x="10057" y="25"/>
                  <a:pt x="9903" y="36"/>
                  <a:pt x="9748" y="51"/>
                </a:cubicBezTo>
                <a:lnTo>
                  <a:pt x="50" y="9749"/>
                </a:lnTo>
                <a:cubicBezTo>
                  <a:pt x="35" y="9903"/>
                  <a:pt x="25" y="10057"/>
                  <a:pt x="16" y="10212"/>
                </a:cubicBezTo>
                <a:lnTo>
                  <a:pt x="10211" y="17"/>
                </a:lnTo>
                <a:close/>
                <a:moveTo>
                  <a:pt x="11683" y="38"/>
                </a:moveTo>
                <a:lnTo>
                  <a:pt x="38" y="11684"/>
                </a:lnTo>
                <a:cubicBezTo>
                  <a:pt x="48" y="11814"/>
                  <a:pt x="62" y="11944"/>
                  <a:pt x="78" y="12075"/>
                </a:cubicBezTo>
                <a:lnTo>
                  <a:pt x="12074" y="78"/>
                </a:lnTo>
                <a:cubicBezTo>
                  <a:pt x="11944" y="63"/>
                  <a:pt x="11814" y="49"/>
                  <a:pt x="11683" y="38"/>
                </a:cubicBezTo>
                <a:close/>
                <a:moveTo>
                  <a:pt x="9136" y="131"/>
                </a:moveTo>
                <a:cubicBezTo>
                  <a:pt x="8960" y="158"/>
                  <a:pt x="8786" y="190"/>
                  <a:pt x="8611" y="226"/>
                </a:cubicBezTo>
                <a:lnTo>
                  <a:pt x="226" y="8611"/>
                </a:lnTo>
                <a:cubicBezTo>
                  <a:pt x="190" y="8786"/>
                  <a:pt x="157" y="8961"/>
                  <a:pt x="130" y="9137"/>
                </a:cubicBezTo>
                <a:lnTo>
                  <a:pt x="9136" y="131"/>
                </a:lnTo>
                <a:close/>
                <a:moveTo>
                  <a:pt x="12541" y="143"/>
                </a:moveTo>
                <a:lnTo>
                  <a:pt x="143" y="12541"/>
                </a:lnTo>
                <a:cubicBezTo>
                  <a:pt x="163" y="12663"/>
                  <a:pt x="183" y="12785"/>
                  <a:pt x="207" y="12906"/>
                </a:cubicBezTo>
                <a:lnTo>
                  <a:pt x="12906" y="208"/>
                </a:lnTo>
                <a:cubicBezTo>
                  <a:pt x="12785" y="184"/>
                  <a:pt x="12663" y="163"/>
                  <a:pt x="12541" y="143"/>
                </a:cubicBezTo>
                <a:close/>
                <a:moveTo>
                  <a:pt x="13343" y="303"/>
                </a:moveTo>
                <a:lnTo>
                  <a:pt x="303" y="13343"/>
                </a:lnTo>
                <a:cubicBezTo>
                  <a:pt x="330" y="13456"/>
                  <a:pt x="361" y="13569"/>
                  <a:pt x="392" y="13682"/>
                </a:cubicBezTo>
                <a:lnTo>
                  <a:pt x="13682" y="393"/>
                </a:lnTo>
                <a:cubicBezTo>
                  <a:pt x="13569" y="362"/>
                  <a:pt x="13456" y="331"/>
                  <a:pt x="13343" y="303"/>
                </a:cubicBezTo>
                <a:close/>
                <a:moveTo>
                  <a:pt x="7909" y="395"/>
                </a:moveTo>
                <a:cubicBezTo>
                  <a:pt x="7701" y="452"/>
                  <a:pt x="7495" y="515"/>
                  <a:pt x="7290" y="585"/>
                </a:cubicBezTo>
                <a:lnTo>
                  <a:pt x="584" y="7290"/>
                </a:lnTo>
                <a:cubicBezTo>
                  <a:pt x="514" y="7495"/>
                  <a:pt x="452" y="7702"/>
                  <a:pt x="394" y="7909"/>
                </a:cubicBezTo>
                <a:lnTo>
                  <a:pt x="7909" y="395"/>
                </a:lnTo>
                <a:close/>
                <a:moveTo>
                  <a:pt x="14094" y="515"/>
                </a:moveTo>
                <a:lnTo>
                  <a:pt x="514" y="14094"/>
                </a:lnTo>
                <a:cubicBezTo>
                  <a:pt x="549" y="14202"/>
                  <a:pt x="583" y="14310"/>
                  <a:pt x="620" y="14417"/>
                </a:cubicBezTo>
                <a:lnTo>
                  <a:pt x="14417" y="621"/>
                </a:lnTo>
                <a:cubicBezTo>
                  <a:pt x="14310" y="583"/>
                  <a:pt x="14202" y="549"/>
                  <a:pt x="14094" y="515"/>
                </a:cubicBezTo>
                <a:close/>
                <a:moveTo>
                  <a:pt x="14804" y="767"/>
                </a:moveTo>
                <a:lnTo>
                  <a:pt x="767" y="14804"/>
                </a:lnTo>
                <a:cubicBezTo>
                  <a:pt x="807" y="14905"/>
                  <a:pt x="851" y="15004"/>
                  <a:pt x="894" y="15104"/>
                </a:cubicBezTo>
                <a:lnTo>
                  <a:pt x="15104" y="895"/>
                </a:lnTo>
                <a:cubicBezTo>
                  <a:pt x="15004" y="852"/>
                  <a:pt x="14905" y="807"/>
                  <a:pt x="14804" y="767"/>
                </a:cubicBezTo>
                <a:close/>
                <a:moveTo>
                  <a:pt x="6411" y="932"/>
                </a:moveTo>
                <a:cubicBezTo>
                  <a:pt x="6118" y="1062"/>
                  <a:pt x="5831" y="1206"/>
                  <a:pt x="5549" y="1363"/>
                </a:cubicBezTo>
                <a:lnTo>
                  <a:pt x="1362" y="5549"/>
                </a:lnTo>
                <a:cubicBezTo>
                  <a:pt x="1205" y="5832"/>
                  <a:pt x="1061" y="6119"/>
                  <a:pt x="931" y="6411"/>
                </a:cubicBezTo>
                <a:lnTo>
                  <a:pt x="6411" y="932"/>
                </a:lnTo>
                <a:close/>
                <a:moveTo>
                  <a:pt x="15470" y="1061"/>
                </a:moveTo>
                <a:lnTo>
                  <a:pt x="1060" y="15471"/>
                </a:lnTo>
                <a:cubicBezTo>
                  <a:pt x="1106" y="15567"/>
                  <a:pt x="1153" y="15664"/>
                  <a:pt x="1202" y="15759"/>
                </a:cubicBezTo>
                <a:lnTo>
                  <a:pt x="15759" y="1203"/>
                </a:lnTo>
                <a:cubicBezTo>
                  <a:pt x="15663" y="1153"/>
                  <a:pt x="15567" y="1107"/>
                  <a:pt x="15470" y="1061"/>
                </a:cubicBezTo>
                <a:close/>
                <a:moveTo>
                  <a:pt x="16103" y="1391"/>
                </a:moveTo>
                <a:lnTo>
                  <a:pt x="1391" y="16103"/>
                </a:lnTo>
                <a:cubicBezTo>
                  <a:pt x="1442" y="16194"/>
                  <a:pt x="1494" y="16285"/>
                  <a:pt x="1549" y="16375"/>
                </a:cubicBezTo>
                <a:lnTo>
                  <a:pt x="16375" y="1549"/>
                </a:lnTo>
                <a:cubicBezTo>
                  <a:pt x="16285" y="1495"/>
                  <a:pt x="16194" y="1442"/>
                  <a:pt x="16103" y="1391"/>
                </a:cubicBezTo>
                <a:close/>
                <a:moveTo>
                  <a:pt x="16703" y="1754"/>
                </a:moveTo>
                <a:lnTo>
                  <a:pt x="1753" y="16703"/>
                </a:lnTo>
                <a:cubicBezTo>
                  <a:pt x="1809" y="16788"/>
                  <a:pt x="1869" y="16872"/>
                  <a:pt x="1928" y="16956"/>
                </a:cubicBezTo>
                <a:lnTo>
                  <a:pt x="16956" y="1928"/>
                </a:lnTo>
                <a:cubicBezTo>
                  <a:pt x="16872" y="1869"/>
                  <a:pt x="16788" y="1810"/>
                  <a:pt x="16703" y="1754"/>
                </a:cubicBezTo>
                <a:close/>
                <a:moveTo>
                  <a:pt x="17267" y="2151"/>
                </a:moveTo>
                <a:lnTo>
                  <a:pt x="2151" y="17267"/>
                </a:lnTo>
                <a:cubicBezTo>
                  <a:pt x="2212" y="17349"/>
                  <a:pt x="2274" y="17430"/>
                  <a:pt x="2338" y="17510"/>
                </a:cubicBezTo>
                <a:lnTo>
                  <a:pt x="17510" y="2338"/>
                </a:lnTo>
                <a:cubicBezTo>
                  <a:pt x="17430" y="2275"/>
                  <a:pt x="17349" y="2212"/>
                  <a:pt x="17267" y="2151"/>
                </a:cubicBezTo>
                <a:close/>
                <a:moveTo>
                  <a:pt x="3805" y="2574"/>
                </a:moveTo>
                <a:cubicBezTo>
                  <a:pt x="3586" y="2761"/>
                  <a:pt x="3370" y="2956"/>
                  <a:pt x="3163" y="3163"/>
                </a:cubicBezTo>
                <a:cubicBezTo>
                  <a:pt x="2955" y="3371"/>
                  <a:pt x="2761" y="3586"/>
                  <a:pt x="2574" y="3806"/>
                </a:cubicBezTo>
                <a:lnTo>
                  <a:pt x="3805" y="2574"/>
                </a:lnTo>
                <a:close/>
                <a:moveTo>
                  <a:pt x="17801" y="2579"/>
                </a:moveTo>
                <a:lnTo>
                  <a:pt x="2579" y="17801"/>
                </a:lnTo>
                <a:cubicBezTo>
                  <a:pt x="2645" y="17878"/>
                  <a:pt x="2709" y="17957"/>
                  <a:pt x="2777" y="18032"/>
                </a:cubicBezTo>
                <a:lnTo>
                  <a:pt x="18032" y="2777"/>
                </a:lnTo>
                <a:cubicBezTo>
                  <a:pt x="17957" y="2709"/>
                  <a:pt x="17878" y="2645"/>
                  <a:pt x="17801" y="2579"/>
                </a:cubicBezTo>
                <a:close/>
                <a:moveTo>
                  <a:pt x="18304" y="3036"/>
                </a:moveTo>
                <a:lnTo>
                  <a:pt x="3036" y="18304"/>
                </a:lnTo>
                <a:cubicBezTo>
                  <a:pt x="3079" y="18349"/>
                  <a:pt x="3119" y="18394"/>
                  <a:pt x="3163" y="18438"/>
                </a:cubicBezTo>
                <a:cubicBezTo>
                  <a:pt x="3191" y="18466"/>
                  <a:pt x="3222" y="18492"/>
                  <a:pt x="3250" y="18521"/>
                </a:cubicBezTo>
                <a:lnTo>
                  <a:pt x="18521" y="3251"/>
                </a:lnTo>
                <a:cubicBezTo>
                  <a:pt x="18492" y="3222"/>
                  <a:pt x="18466" y="3192"/>
                  <a:pt x="18438" y="3163"/>
                </a:cubicBezTo>
                <a:cubicBezTo>
                  <a:pt x="18394" y="3119"/>
                  <a:pt x="18348" y="3079"/>
                  <a:pt x="18304" y="3036"/>
                </a:cubicBezTo>
                <a:close/>
                <a:moveTo>
                  <a:pt x="18781" y="3523"/>
                </a:moveTo>
                <a:lnTo>
                  <a:pt x="3522" y="18781"/>
                </a:lnTo>
                <a:cubicBezTo>
                  <a:pt x="3598" y="18850"/>
                  <a:pt x="3676" y="18915"/>
                  <a:pt x="3753" y="18982"/>
                </a:cubicBezTo>
                <a:lnTo>
                  <a:pt x="18982" y="3753"/>
                </a:lnTo>
                <a:cubicBezTo>
                  <a:pt x="18915" y="3676"/>
                  <a:pt x="18850" y="3598"/>
                  <a:pt x="18781" y="3523"/>
                </a:cubicBezTo>
                <a:close/>
                <a:moveTo>
                  <a:pt x="19224" y="4041"/>
                </a:moveTo>
                <a:lnTo>
                  <a:pt x="4041" y="19224"/>
                </a:lnTo>
                <a:cubicBezTo>
                  <a:pt x="4121" y="19289"/>
                  <a:pt x="4202" y="19350"/>
                  <a:pt x="4283" y="19412"/>
                </a:cubicBezTo>
                <a:lnTo>
                  <a:pt x="19412" y="4283"/>
                </a:lnTo>
                <a:cubicBezTo>
                  <a:pt x="19350" y="4202"/>
                  <a:pt x="19289" y="4121"/>
                  <a:pt x="19224" y="4041"/>
                </a:cubicBezTo>
                <a:close/>
                <a:moveTo>
                  <a:pt x="19637" y="4591"/>
                </a:moveTo>
                <a:lnTo>
                  <a:pt x="4591" y="19637"/>
                </a:lnTo>
                <a:cubicBezTo>
                  <a:pt x="4675" y="19696"/>
                  <a:pt x="4758" y="19757"/>
                  <a:pt x="4843" y="19813"/>
                </a:cubicBezTo>
                <a:lnTo>
                  <a:pt x="19813" y="4844"/>
                </a:lnTo>
                <a:cubicBezTo>
                  <a:pt x="19757" y="4758"/>
                  <a:pt x="19696" y="4675"/>
                  <a:pt x="19637" y="4591"/>
                </a:cubicBezTo>
                <a:close/>
                <a:moveTo>
                  <a:pt x="20019" y="5172"/>
                </a:moveTo>
                <a:lnTo>
                  <a:pt x="5172" y="20019"/>
                </a:lnTo>
                <a:cubicBezTo>
                  <a:pt x="5261" y="20073"/>
                  <a:pt x="5351" y="20126"/>
                  <a:pt x="5441" y="20178"/>
                </a:cubicBezTo>
                <a:lnTo>
                  <a:pt x="20178" y="5441"/>
                </a:lnTo>
                <a:cubicBezTo>
                  <a:pt x="20126" y="5351"/>
                  <a:pt x="20073" y="5261"/>
                  <a:pt x="20019" y="5172"/>
                </a:cubicBezTo>
                <a:close/>
                <a:moveTo>
                  <a:pt x="20369" y="5782"/>
                </a:moveTo>
                <a:lnTo>
                  <a:pt x="5782" y="20369"/>
                </a:lnTo>
                <a:cubicBezTo>
                  <a:pt x="5877" y="20419"/>
                  <a:pt x="5974" y="20463"/>
                  <a:pt x="6071" y="20510"/>
                </a:cubicBezTo>
                <a:lnTo>
                  <a:pt x="20510" y="6071"/>
                </a:lnTo>
                <a:cubicBezTo>
                  <a:pt x="20463" y="5975"/>
                  <a:pt x="20419" y="5878"/>
                  <a:pt x="20369" y="5782"/>
                </a:cubicBezTo>
                <a:close/>
                <a:moveTo>
                  <a:pt x="20679" y="6434"/>
                </a:moveTo>
                <a:lnTo>
                  <a:pt x="6434" y="20679"/>
                </a:lnTo>
                <a:cubicBezTo>
                  <a:pt x="6534" y="20723"/>
                  <a:pt x="6633" y="20769"/>
                  <a:pt x="6734" y="20809"/>
                </a:cubicBezTo>
                <a:lnTo>
                  <a:pt x="20809" y="6735"/>
                </a:lnTo>
                <a:cubicBezTo>
                  <a:pt x="20769" y="6634"/>
                  <a:pt x="20723" y="6534"/>
                  <a:pt x="20679" y="6434"/>
                </a:cubicBezTo>
                <a:close/>
                <a:moveTo>
                  <a:pt x="20956" y="7121"/>
                </a:moveTo>
                <a:lnTo>
                  <a:pt x="7120" y="20956"/>
                </a:lnTo>
                <a:cubicBezTo>
                  <a:pt x="7226" y="20994"/>
                  <a:pt x="7333" y="21030"/>
                  <a:pt x="7439" y="21065"/>
                </a:cubicBezTo>
                <a:lnTo>
                  <a:pt x="21065" y="7439"/>
                </a:lnTo>
                <a:cubicBezTo>
                  <a:pt x="21030" y="7333"/>
                  <a:pt x="20994" y="7226"/>
                  <a:pt x="20956" y="7121"/>
                </a:cubicBezTo>
                <a:close/>
                <a:moveTo>
                  <a:pt x="21190" y="7848"/>
                </a:moveTo>
                <a:lnTo>
                  <a:pt x="7848" y="21190"/>
                </a:lnTo>
                <a:cubicBezTo>
                  <a:pt x="7960" y="21221"/>
                  <a:pt x="8073" y="21252"/>
                  <a:pt x="8186" y="21280"/>
                </a:cubicBezTo>
                <a:lnTo>
                  <a:pt x="21280" y="8186"/>
                </a:lnTo>
                <a:cubicBezTo>
                  <a:pt x="21252" y="8073"/>
                  <a:pt x="21221" y="7960"/>
                  <a:pt x="21190" y="7848"/>
                </a:cubicBezTo>
                <a:close/>
                <a:moveTo>
                  <a:pt x="21378" y="8623"/>
                </a:moveTo>
                <a:lnTo>
                  <a:pt x="8623" y="21378"/>
                </a:lnTo>
                <a:cubicBezTo>
                  <a:pt x="8743" y="21402"/>
                  <a:pt x="8863" y="21424"/>
                  <a:pt x="8984" y="21445"/>
                </a:cubicBezTo>
                <a:lnTo>
                  <a:pt x="21445" y="8984"/>
                </a:lnTo>
                <a:cubicBezTo>
                  <a:pt x="21424" y="8864"/>
                  <a:pt x="21402" y="8743"/>
                  <a:pt x="21378" y="8623"/>
                </a:cubicBezTo>
                <a:close/>
                <a:moveTo>
                  <a:pt x="21514" y="9448"/>
                </a:moveTo>
                <a:lnTo>
                  <a:pt x="9447" y="21514"/>
                </a:lnTo>
                <a:cubicBezTo>
                  <a:pt x="9576" y="21530"/>
                  <a:pt x="9704" y="21546"/>
                  <a:pt x="9833" y="21557"/>
                </a:cubicBezTo>
                <a:lnTo>
                  <a:pt x="21557" y="9834"/>
                </a:lnTo>
                <a:cubicBezTo>
                  <a:pt x="21546" y="9705"/>
                  <a:pt x="21530" y="9576"/>
                  <a:pt x="21514" y="9448"/>
                </a:cubicBezTo>
                <a:close/>
                <a:moveTo>
                  <a:pt x="21590" y="10333"/>
                </a:moveTo>
                <a:lnTo>
                  <a:pt x="10332" y="21590"/>
                </a:lnTo>
                <a:cubicBezTo>
                  <a:pt x="10473" y="21596"/>
                  <a:pt x="10613" y="21599"/>
                  <a:pt x="10753" y="21600"/>
                </a:cubicBezTo>
                <a:lnTo>
                  <a:pt x="21600" y="10754"/>
                </a:lnTo>
                <a:cubicBezTo>
                  <a:pt x="21599" y="10613"/>
                  <a:pt x="21596" y="10473"/>
                  <a:pt x="21590" y="10333"/>
                </a:cubicBezTo>
                <a:close/>
                <a:moveTo>
                  <a:pt x="21590" y="11296"/>
                </a:moveTo>
                <a:lnTo>
                  <a:pt x="11295" y="21590"/>
                </a:lnTo>
                <a:cubicBezTo>
                  <a:pt x="11449" y="21583"/>
                  <a:pt x="11603" y="21572"/>
                  <a:pt x="11757" y="21558"/>
                </a:cubicBezTo>
                <a:lnTo>
                  <a:pt x="21558" y="11757"/>
                </a:lnTo>
                <a:cubicBezTo>
                  <a:pt x="21572" y="11603"/>
                  <a:pt x="21583" y="11450"/>
                  <a:pt x="21590" y="11296"/>
                </a:cubicBezTo>
                <a:close/>
                <a:moveTo>
                  <a:pt x="21489" y="12358"/>
                </a:moveTo>
                <a:lnTo>
                  <a:pt x="12358" y="21489"/>
                </a:lnTo>
                <a:cubicBezTo>
                  <a:pt x="12531" y="21464"/>
                  <a:pt x="12703" y="21434"/>
                  <a:pt x="12876" y="21400"/>
                </a:cubicBezTo>
                <a:lnTo>
                  <a:pt x="21400" y="12876"/>
                </a:lnTo>
                <a:cubicBezTo>
                  <a:pt x="21434" y="12704"/>
                  <a:pt x="21464" y="12531"/>
                  <a:pt x="21489" y="12358"/>
                </a:cubicBezTo>
                <a:close/>
                <a:moveTo>
                  <a:pt x="21239" y="13569"/>
                </a:moveTo>
                <a:lnTo>
                  <a:pt x="13569" y="21239"/>
                </a:lnTo>
                <a:cubicBezTo>
                  <a:pt x="13774" y="21185"/>
                  <a:pt x="13978" y="21125"/>
                  <a:pt x="14181" y="21058"/>
                </a:cubicBezTo>
                <a:lnTo>
                  <a:pt x="21058" y="14181"/>
                </a:lnTo>
                <a:cubicBezTo>
                  <a:pt x="21125" y="13978"/>
                  <a:pt x="21185" y="13774"/>
                  <a:pt x="21239" y="13569"/>
                </a:cubicBezTo>
                <a:close/>
                <a:moveTo>
                  <a:pt x="20736" y="15035"/>
                </a:moveTo>
                <a:lnTo>
                  <a:pt x="15035" y="20736"/>
                </a:lnTo>
                <a:cubicBezTo>
                  <a:pt x="15310" y="20619"/>
                  <a:pt x="15581" y="20493"/>
                  <a:pt x="15848" y="20352"/>
                </a:cubicBezTo>
                <a:lnTo>
                  <a:pt x="20352" y="15848"/>
                </a:lnTo>
                <a:cubicBezTo>
                  <a:pt x="20493" y="15581"/>
                  <a:pt x="20619" y="15310"/>
                  <a:pt x="20736" y="15035"/>
                </a:cubicBezTo>
                <a:close/>
                <a:moveTo>
                  <a:pt x="19400" y="17332"/>
                </a:moveTo>
                <a:lnTo>
                  <a:pt x="17332" y="19400"/>
                </a:lnTo>
                <a:cubicBezTo>
                  <a:pt x="17716" y="19108"/>
                  <a:pt x="18087" y="18789"/>
                  <a:pt x="18438" y="18438"/>
                </a:cubicBezTo>
                <a:cubicBezTo>
                  <a:pt x="18788" y="18087"/>
                  <a:pt x="19107" y="17716"/>
                  <a:pt x="19400" y="17332"/>
                </a:cubicBezTo>
                <a:close/>
              </a:path>
            </a:pathLst>
          </a:custGeom>
          <a:solidFill>
            <a:schemeClr val="accent4"/>
          </a:solidFill>
          <a:ln w="12700">
            <a:miter lim="400000"/>
          </a:ln>
        </p:spPr>
        <p:txBody>
          <a:bodyPr lIns="0" tIns="0" rIns="0" bIns="0" anchor="ctr"/>
          <a:lstStyle/>
          <a:p>
            <a:pPr marL="0" marR="0" lvl="0" indent="0" algn="ctr" defTabSz="8255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 kumimoji="0" sz="32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Helvetica Neue Medium"/>
              <a:sym typeface="Helvetica Neue Medium"/>
            </a:endParaRPr>
          </a:p>
        </p:txBody>
      </p:sp>
      <p:sp>
        <p:nvSpPr>
          <p:cNvPr id="197" name="Shape">
            <a:extLst>
              <a:ext uri="{FF2B5EF4-FFF2-40B4-BE49-F238E27FC236}">
                <a16:creationId xmlns:a16="http://schemas.microsoft.com/office/drawing/2014/main" id="{FF928751-6A44-2CDE-C425-3B49383FE15C}"/>
              </a:ext>
            </a:extLst>
          </p:cNvPr>
          <p:cNvSpPr/>
          <p:nvPr/>
        </p:nvSpPr>
        <p:spPr>
          <a:xfrm>
            <a:off x="5513585" y="9836851"/>
            <a:ext cx="2709536" cy="270965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800" y="0"/>
                </a:moveTo>
                <a:cubicBezTo>
                  <a:pt x="10787" y="0"/>
                  <a:pt x="10773" y="1"/>
                  <a:pt x="10759" y="1"/>
                </a:cubicBezTo>
                <a:lnTo>
                  <a:pt x="1" y="10760"/>
                </a:lnTo>
                <a:cubicBezTo>
                  <a:pt x="0" y="10900"/>
                  <a:pt x="3" y="11040"/>
                  <a:pt x="8" y="11181"/>
                </a:cubicBezTo>
                <a:lnTo>
                  <a:pt x="11180" y="9"/>
                </a:lnTo>
                <a:cubicBezTo>
                  <a:pt x="11054" y="4"/>
                  <a:pt x="10927" y="0"/>
                  <a:pt x="10800" y="0"/>
                </a:cubicBezTo>
                <a:close/>
                <a:moveTo>
                  <a:pt x="10211" y="17"/>
                </a:moveTo>
                <a:cubicBezTo>
                  <a:pt x="10057" y="25"/>
                  <a:pt x="9903" y="36"/>
                  <a:pt x="9748" y="51"/>
                </a:cubicBezTo>
                <a:lnTo>
                  <a:pt x="50" y="9749"/>
                </a:lnTo>
                <a:cubicBezTo>
                  <a:pt x="35" y="9903"/>
                  <a:pt x="25" y="10057"/>
                  <a:pt x="16" y="10212"/>
                </a:cubicBezTo>
                <a:lnTo>
                  <a:pt x="10211" y="17"/>
                </a:lnTo>
                <a:close/>
                <a:moveTo>
                  <a:pt x="11683" y="38"/>
                </a:moveTo>
                <a:lnTo>
                  <a:pt x="38" y="11684"/>
                </a:lnTo>
                <a:cubicBezTo>
                  <a:pt x="48" y="11814"/>
                  <a:pt x="62" y="11944"/>
                  <a:pt x="78" y="12075"/>
                </a:cubicBezTo>
                <a:lnTo>
                  <a:pt x="12074" y="78"/>
                </a:lnTo>
                <a:cubicBezTo>
                  <a:pt x="11944" y="63"/>
                  <a:pt x="11814" y="49"/>
                  <a:pt x="11683" y="38"/>
                </a:cubicBezTo>
                <a:close/>
                <a:moveTo>
                  <a:pt x="9136" y="131"/>
                </a:moveTo>
                <a:cubicBezTo>
                  <a:pt x="8960" y="158"/>
                  <a:pt x="8786" y="190"/>
                  <a:pt x="8611" y="226"/>
                </a:cubicBezTo>
                <a:lnTo>
                  <a:pt x="226" y="8611"/>
                </a:lnTo>
                <a:cubicBezTo>
                  <a:pt x="190" y="8786"/>
                  <a:pt x="157" y="8961"/>
                  <a:pt x="130" y="9137"/>
                </a:cubicBezTo>
                <a:lnTo>
                  <a:pt x="9136" y="131"/>
                </a:lnTo>
                <a:close/>
                <a:moveTo>
                  <a:pt x="12541" y="143"/>
                </a:moveTo>
                <a:lnTo>
                  <a:pt x="143" y="12541"/>
                </a:lnTo>
                <a:cubicBezTo>
                  <a:pt x="163" y="12663"/>
                  <a:pt x="183" y="12785"/>
                  <a:pt x="207" y="12906"/>
                </a:cubicBezTo>
                <a:lnTo>
                  <a:pt x="12906" y="208"/>
                </a:lnTo>
                <a:cubicBezTo>
                  <a:pt x="12785" y="184"/>
                  <a:pt x="12663" y="163"/>
                  <a:pt x="12541" y="143"/>
                </a:cubicBezTo>
                <a:close/>
                <a:moveTo>
                  <a:pt x="13343" y="303"/>
                </a:moveTo>
                <a:lnTo>
                  <a:pt x="303" y="13343"/>
                </a:lnTo>
                <a:cubicBezTo>
                  <a:pt x="330" y="13456"/>
                  <a:pt x="361" y="13569"/>
                  <a:pt x="392" y="13682"/>
                </a:cubicBezTo>
                <a:lnTo>
                  <a:pt x="13682" y="393"/>
                </a:lnTo>
                <a:cubicBezTo>
                  <a:pt x="13569" y="362"/>
                  <a:pt x="13456" y="331"/>
                  <a:pt x="13343" y="303"/>
                </a:cubicBezTo>
                <a:close/>
                <a:moveTo>
                  <a:pt x="7909" y="395"/>
                </a:moveTo>
                <a:cubicBezTo>
                  <a:pt x="7701" y="452"/>
                  <a:pt x="7495" y="515"/>
                  <a:pt x="7290" y="585"/>
                </a:cubicBezTo>
                <a:lnTo>
                  <a:pt x="584" y="7290"/>
                </a:lnTo>
                <a:cubicBezTo>
                  <a:pt x="514" y="7495"/>
                  <a:pt x="452" y="7702"/>
                  <a:pt x="394" y="7909"/>
                </a:cubicBezTo>
                <a:lnTo>
                  <a:pt x="7909" y="395"/>
                </a:lnTo>
                <a:close/>
                <a:moveTo>
                  <a:pt x="14094" y="515"/>
                </a:moveTo>
                <a:lnTo>
                  <a:pt x="514" y="14094"/>
                </a:lnTo>
                <a:cubicBezTo>
                  <a:pt x="549" y="14202"/>
                  <a:pt x="583" y="14310"/>
                  <a:pt x="620" y="14417"/>
                </a:cubicBezTo>
                <a:lnTo>
                  <a:pt x="14417" y="621"/>
                </a:lnTo>
                <a:cubicBezTo>
                  <a:pt x="14310" y="583"/>
                  <a:pt x="14202" y="549"/>
                  <a:pt x="14094" y="515"/>
                </a:cubicBezTo>
                <a:close/>
                <a:moveTo>
                  <a:pt x="14804" y="767"/>
                </a:moveTo>
                <a:lnTo>
                  <a:pt x="767" y="14804"/>
                </a:lnTo>
                <a:cubicBezTo>
                  <a:pt x="807" y="14905"/>
                  <a:pt x="851" y="15004"/>
                  <a:pt x="894" y="15104"/>
                </a:cubicBezTo>
                <a:lnTo>
                  <a:pt x="15104" y="895"/>
                </a:lnTo>
                <a:cubicBezTo>
                  <a:pt x="15004" y="852"/>
                  <a:pt x="14905" y="807"/>
                  <a:pt x="14804" y="767"/>
                </a:cubicBezTo>
                <a:close/>
                <a:moveTo>
                  <a:pt x="6411" y="932"/>
                </a:moveTo>
                <a:cubicBezTo>
                  <a:pt x="6118" y="1062"/>
                  <a:pt x="5831" y="1206"/>
                  <a:pt x="5549" y="1363"/>
                </a:cubicBezTo>
                <a:lnTo>
                  <a:pt x="1362" y="5549"/>
                </a:lnTo>
                <a:cubicBezTo>
                  <a:pt x="1205" y="5832"/>
                  <a:pt x="1061" y="6119"/>
                  <a:pt x="931" y="6411"/>
                </a:cubicBezTo>
                <a:lnTo>
                  <a:pt x="6411" y="932"/>
                </a:lnTo>
                <a:close/>
                <a:moveTo>
                  <a:pt x="15470" y="1061"/>
                </a:moveTo>
                <a:lnTo>
                  <a:pt x="1060" y="15471"/>
                </a:lnTo>
                <a:cubicBezTo>
                  <a:pt x="1106" y="15567"/>
                  <a:pt x="1153" y="15664"/>
                  <a:pt x="1202" y="15759"/>
                </a:cubicBezTo>
                <a:lnTo>
                  <a:pt x="15759" y="1203"/>
                </a:lnTo>
                <a:cubicBezTo>
                  <a:pt x="15663" y="1153"/>
                  <a:pt x="15567" y="1107"/>
                  <a:pt x="15470" y="1061"/>
                </a:cubicBezTo>
                <a:close/>
                <a:moveTo>
                  <a:pt x="16103" y="1391"/>
                </a:moveTo>
                <a:lnTo>
                  <a:pt x="1391" y="16103"/>
                </a:lnTo>
                <a:cubicBezTo>
                  <a:pt x="1442" y="16194"/>
                  <a:pt x="1494" y="16285"/>
                  <a:pt x="1548" y="16375"/>
                </a:cubicBezTo>
                <a:lnTo>
                  <a:pt x="16375" y="1549"/>
                </a:lnTo>
                <a:cubicBezTo>
                  <a:pt x="16285" y="1495"/>
                  <a:pt x="16194" y="1442"/>
                  <a:pt x="16103" y="1391"/>
                </a:cubicBezTo>
                <a:close/>
                <a:moveTo>
                  <a:pt x="16703" y="1754"/>
                </a:moveTo>
                <a:lnTo>
                  <a:pt x="1753" y="16703"/>
                </a:lnTo>
                <a:cubicBezTo>
                  <a:pt x="1809" y="16788"/>
                  <a:pt x="1869" y="16872"/>
                  <a:pt x="1928" y="16956"/>
                </a:cubicBezTo>
                <a:lnTo>
                  <a:pt x="16956" y="1928"/>
                </a:lnTo>
                <a:cubicBezTo>
                  <a:pt x="16872" y="1869"/>
                  <a:pt x="16788" y="1810"/>
                  <a:pt x="16703" y="1754"/>
                </a:cubicBezTo>
                <a:close/>
                <a:moveTo>
                  <a:pt x="17267" y="2151"/>
                </a:moveTo>
                <a:lnTo>
                  <a:pt x="2151" y="17267"/>
                </a:lnTo>
                <a:cubicBezTo>
                  <a:pt x="2212" y="17349"/>
                  <a:pt x="2274" y="17430"/>
                  <a:pt x="2338" y="17510"/>
                </a:cubicBezTo>
                <a:lnTo>
                  <a:pt x="17510" y="2338"/>
                </a:lnTo>
                <a:cubicBezTo>
                  <a:pt x="17430" y="2275"/>
                  <a:pt x="17349" y="2212"/>
                  <a:pt x="17267" y="2151"/>
                </a:cubicBezTo>
                <a:close/>
                <a:moveTo>
                  <a:pt x="3805" y="2574"/>
                </a:moveTo>
                <a:cubicBezTo>
                  <a:pt x="3586" y="2761"/>
                  <a:pt x="3370" y="2956"/>
                  <a:pt x="3163" y="3163"/>
                </a:cubicBezTo>
                <a:cubicBezTo>
                  <a:pt x="2955" y="3371"/>
                  <a:pt x="2761" y="3586"/>
                  <a:pt x="2574" y="3806"/>
                </a:cubicBezTo>
                <a:lnTo>
                  <a:pt x="3805" y="2574"/>
                </a:lnTo>
                <a:close/>
                <a:moveTo>
                  <a:pt x="17801" y="2579"/>
                </a:moveTo>
                <a:lnTo>
                  <a:pt x="2579" y="17801"/>
                </a:lnTo>
                <a:cubicBezTo>
                  <a:pt x="2645" y="17878"/>
                  <a:pt x="2709" y="17957"/>
                  <a:pt x="2777" y="18032"/>
                </a:cubicBezTo>
                <a:lnTo>
                  <a:pt x="18032" y="2777"/>
                </a:lnTo>
                <a:cubicBezTo>
                  <a:pt x="17957" y="2709"/>
                  <a:pt x="17878" y="2645"/>
                  <a:pt x="17801" y="2579"/>
                </a:cubicBezTo>
                <a:close/>
                <a:moveTo>
                  <a:pt x="18304" y="3036"/>
                </a:moveTo>
                <a:lnTo>
                  <a:pt x="3036" y="18304"/>
                </a:lnTo>
                <a:cubicBezTo>
                  <a:pt x="3079" y="18349"/>
                  <a:pt x="3119" y="18394"/>
                  <a:pt x="3163" y="18438"/>
                </a:cubicBezTo>
                <a:cubicBezTo>
                  <a:pt x="3191" y="18466"/>
                  <a:pt x="3222" y="18492"/>
                  <a:pt x="3250" y="18521"/>
                </a:cubicBezTo>
                <a:lnTo>
                  <a:pt x="18521" y="3251"/>
                </a:lnTo>
                <a:cubicBezTo>
                  <a:pt x="18492" y="3222"/>
                  <a:pt x="18466" y="3192"/>
                  <a:pt x="18438" y="3163"/>
                </a:cubicBezTo>
                <a:cubicBezTo>
                  <a:pt x="18394" y="3119"/>
                  <a:pt x="18348" y="3079"/>
                  <a:pt x="18304" y="3036"/>
                </a:cubicBezTo>
                <a:close/>
                <a:moveTo>
                  <a:pt x="18781" y="3523"/>
                </a:moveTo>
                <a:lnTo>
                  <a:pt x="3522" y="18781"/>
                </a:lnTo>
                <a:cubicBezTo>
                  <a:pt x="3598" y="18850"/>
                  <a:pt x="3676" y="18915"/>
                  <a:pt x="3753" y="18982"/>
                </a:cubicBezTo>
                <a:lnTo>
                  <a:pt x="18982" y="3753"/>
                </a:lnTo>
                <a:cubicBezTo>
                  <a:pt x="18915" y="3676"/>
                  <a:pt x="18850" y="3598"/>
                  <a:pt x="18781" y="3523"/>
                </a:cubicBezTo>
                <a:close/>
                <a:moveTo>
                  <a:pt x="19224" y="4041"/>
                </a:moveTo>
                <a:lnTo>
                  <a:pt x="4041" y="19224"/>
                </a:lnTo>
                <a:cubicBezTo>
                  <a:pt x="4121" y="19289"/>
                  <a:pt x="4202" y="19350"/>
                  <a:pt x="4283" y="19412"/>
                </a:cubicBezTo>
                <a:lnTo>
                  <a:pt x="19412" y="4283"/>
                </a:lnTo>
                <a:cubicBezTo>
                  <a:pt x="19350" y="4202"/>
                  <a:pt x="19289" y="4121"/>
                  <a:pt x="19224" y="4041"/>
                </a:cubicBezTo>
                <a:close/>
                <a:moveTo>
                  <a:pt x="19637" y="4591"/>
                </a:moveTo>
                <a:lnTo>
                  <a:pt x="4591" y="19637"/>
                </a:lnTo>
                <a:cubicBezTo>
                  <a:pt x="4675" y="19696"/>
                  <a:pt x="4758" y="19757"/>
                  <a:pt x="4843" y="19813"/>
                </a:cubicBezTo>
                <a:lnTo>
                  <a:pt x="19813" y="4844"/>
                </a:lnTo>
                <a:cubicBezTo>
                  <a:pt x="19757" y="4758"/>
                  <a:pt x="19696" y="4675"/>
                  <a:pt x="19637" y="4591"/>
                </a:cubicBezTo>
                <a:close/>
                <a:moveTo>
                  <a:pt x="20019" y="5172"/>
                </a:moveTo>
                <a:lnTo>
                  <a:pt x="5172" y="20019"/>
                </a:lnTo>
                <a:cubicBezTo>
                  <a:pt x="5261" y="20073"/>
                  <a:pt x="5351" y="20126"/>
                  <a:pt x="5441" y="20178"/>
                </a:cubicBezTo>
                <a:lnTo>
                  <a:pt x="20178" y="5441"/>
                </a:lnTo>
                <a:cubicBezTo>
                  <a:pt x="20126" y="5351"/>
                  <a:pt x="20073" y="5261"/>
                  <a:pt x="20019" y="5172"/>
                </a:cubicBezTo>
                <a:close/>
                <a:moveTo>
                  <a:pt x="20369" y="5782"/>
                </a:moveTo>
                <a:lnTo>
                  <a:pt x="5782" y="20369"/>
                </a:lnTo>
                <a:cubicBezTo>
                  <a:pt x="5877" y="20419"/>
                  <a:pt x="5974" y="20463"/>
                  <a:pt x="6071" y="20510"/>
                </a:cubicBezTo>
                <a:lnTo>
                  <a:pt x="20510" y="6071"/>
                </a:lnTo>
                <a:cubicBezTo>
                  <a:pt x="20463" y="5975"/>
                  <a:pt x="20419" y="5878"/>
                  <a:pt x="20369" y="5782"/>
                </a:cubicBezTo>
                <a:close/>
                <a:moveTo>
                  <a:pt x="20679" y="6434"/>
                </a:moveTo>
                <a:lnTo>
                  <a:pt x="6434" y="20679"/>
                </a:lnTo>
                <a:cubicBezTo>
                  <a:pt x="6534" y="20723"/>
                  <a:pt x="6633" y="20769"/>
                  <a:pt x="6734" y="20809"/>
                </a:cubicBezTo>
                <a:lnTo>
                  <a:pt x="20809" y="6735"/>
                </a:lnTo>
                <a:cubicBezTo>
                  <a:pt x="20769" y="6634"/>
                  <a:pt x="20723" y="6534"/>
                  <a:pt x="20679" y="6434"/>
                </a:cubicBezTo>
                <a:close/>
                <a:moveTo>
                  <a:pt x="20956" y="7121"/>
                </a:moveTo>
                <a:lnTo>
                  <a:pt x="7120" y="20956"/>
                </a:lnTo>
                <a:cubicBezTo>
                  <a:pt x="7226" y="20994"/>
                  <a:pt x="7333" y="21030"/>
                  <a:pt x="7439" y="21065"/>
                </a:cubicBezTo>
                <a:lnTo>
                  <a:pt x="21065" y="7439"/>
                </a:lnTo>
                <a:cubicBezTo>
                  <a:pt x="21030" y="7333"/>
                  <a:pt x="20994" y="7226"/>
                  <a:pt x="20956" y="7121"/>
                </a:cubicBezTo>
                <a:close/>
                <a:moveTo>
                  <a:pt x="21190" y="7848"/>
                </a:moveTo>
                <a:lnTo>
                  <a:pt x="7848" y="21190"/>
                </a:lnTo>
                <a:cubicBezTo>
                  <a:pt x="7960" y="21221"/>
                  <a:pt x="8073" y="21252"/>
                  <a:pt x="8186" y="21280"/>
                </a:cubicBezTo>
                <a:lnTo>
                  <a:pt x="21280" y="8186"/>
                </a:lnTo>
                <a:cubicBezTo>
                  <a:pt x="21252" y="8073"/>
                  <a:pt x="21221" y="7960"/>
                  <a:pt x="21190" y="7848"/>
                </a:cubicBezTo>
                <a:close/>
                <a:moveTo>
                  <a:pt x="21378" y="8623"/>
                </a:moveTo>
                <a:lnTo>
                  <a:pt x="8623" y="21378"/>
                </a:lnTo>
                <a:cubicBezTo>
                  <a:pt x="8743" y="21402"/>
                  <a:pt x="8863" y="21424"/>
                  <a:pt x="8984" y="21445"/>
                </a:cubicBezTo>
                <a:lnTo>
                  <a:pt x="21445" y="8984"/>
                </a:lnTo>
                <a:cubicBezTo>
                  <a:pt x="21424" y="8864"/>
                  <a:pt x="21402" y="8743"/>
                  <a:pt x="21378" y="8623"/>
                </a:cubicBezTo>
                <a:close/>
                <a:moveTo>
                  <a:pt x="21514" y="9448"/>
                </a:moveTo>
                <a:lnTo>
                  <a:pt x="9447" y="21514"/>
                </a:lnTo>
                <a:cubicBezTo>
                  <a:pt x="9576" y="21530"/>
                  <a:pt x="9704" y="21546"/>
                  <a:pt x="9833" y="21557"/>
                </a:cubicBezTo>
                <a:lnTo>
                  <a:pt x="21557" y="9834"/>
                </a:lnTo>
                <a:cubicBezTo>
                  <a:pt x="21546" y="9705"/>
                  <a:pt x="21530" y="9576"/>
                  <a:pt x="21514" y="9448"/>
                </a:cubicBezTo>
                <a:close/>
                <a:moveTo>
                  <a:pt x="21590" y="10333"/>
                </a:moveTo>
                <a:lnTo>
                  <a:pt x="10332" y="21590"/>
                </a:lnTo>
                <a:cubicBezTo>
                  <a:pt x="10473" y="21596"/>
                  <a:pt x="10613" y="21599"/>
                  <a:pt x="10753" y="21600"/>
                </a:cubicBezTo>
                <a:lnTo>
                  <a:pt x="21600" y="10754"/>
                </a:lnTo>
                <a:cubicBezTo>
                  <a:pt x="21599" y="10613"/>
                  <a:pt x="21596" y="10473"/>
                  <a:pt x="21590" y="10333"/>
                </a:cubicBezTo>
                <a:close/>
                <a:moveTo>
                  <a:pt x="21590" y="11296"/>
                </a:moveTo>
                <a:lnTo>
                  <a:pt x="11295" y="21590"/>
                </a:lnTo>
                <a:cubicBezTo>
                  <a:pt x="11449" y="21583"/>
                  <a:pt x="11603" y="21572"/>
                  <a:pt x="11757" y="21558"/>
                </a:cubicBezTo>
                <a:lnTo>
                  <a:pt x="21558" y="11757"/>
                </a:lnTo>
                <a:cubicBezTo>
                  <a:pt x="21572" y="11603"/>
                  <a:pt x="21583" y="11450"/>
                  <a:pt x="21590" y="11296"/>
                </a:cubicBezTo>
                <a:close/>
                <a:moveTo>
                  <a:pt x="21489" y="12358"/>
                </a:moveTo>
                <a:lnTo>
                  <a:pt x="12358" y="21489"/>
                </a:lnTo>
                <a:cubicBezTo>
                  <a:pt x="12531" y="21464"/>
                  <a:pt x="12703" y="21434"/>
                  <a:pt x="12876" y="21400"/>
                </a:cubicBezTo>
                <a:lnTo>
                  <a:pt x="21400" y="12876"/>
                </a:lnTo>
                <a:cubicBezTo>
                  <a:pt x="21434" y="12704"/>
                  <a:pt x="21464" y="12531"/>
                  <a:pt x="21489" y="12358"/>
                </a:cubicBezTo>
                <a:close/>
                <a:moveTo>
                  <a:pt x="21239" y="13569"/>
                </a:moveTo>
                <a:lnTo>
                  <a:pt x="13569" y="21239"/>
                </a:lnTo>
                <a:cubicBezTo>
                  <a:pt x="13774" y="21185"/>
                  <a:pt x="13978" y="21125"/>
                  <a:pt x="14181" y="21058"/>
                </a:cubicBezTo>
                <a:lnTo>
                  <a:pt x="21058" y="14181"/>
                </a:lnTo>
                <a:cubicBezTo>
                  <a:pt x="21125" y="13978"/>
                  <a:pt x="21185" y="13774"/>
                  <a:pt x="21239" y="13569"/>
                </a:cubicBezTo>
                <a:close/>
                <a:moveTo>
                  <a:pt x="20736" y="15035"/>
                </a:moveTo>
                <a:lnTo>
                  <a:pt x="15035" y="20736"/>
                </a:lnTo>
                <a:cubicBezTo>
                  <a:pt x="15310" y="20619"/>
                  <a:pt x="15581" y="20493"/>
                  <a:pt x="15848" y="20352"/>
                </a:cubicBezTo>
                <a:lnTo>
                  <a:pt x="20352" y="15848"/>
                </a:lnTo>
                <a:cubicBezTo>
                  <a:pt x="20493" y="15581"/>
                  <a:pt x="20619" y="15310"/>
                  <a:pt x="20736" y="15035"/>
                </a:cubicBezTo>
                <a:close/>
                <a:moveTo>
                  <a:pt x="19400" y="17332"/>
                </a:moveTo>
                <a:lnTo>
                  <a:pt x="17332" y="19400"/>
                </a:lnTo>
                <a:cubicBezTo>
                  <a:pt x="17716" y="19108"/>
                  <a:pt x="18087" y="18789"/>
                  <a:pt x="18438" y="18438"/>
                </a:cubicBezTo>
                <a:cubicBezTo>
                  <a:pt x="18788" y="18087"/>
                  <a:pt x="19107" y="17716"/>
                  <a:pt x="19400" y="17332"/>
                </a:cubicBezTo>
                <a:close/>
              </a:path>
            </a:pathLst>
          </a:custGeom>
          <a:solidFill>
            <a:schemeClr val="accent4"/>
          </a:solidFill>
          <a:ln w="12700">
            <a:miter lim="400000"/>
          </a:ln>
        </p:spPr>
        <p:txBody>
          <a:bodyPr lIns="0" tIns="0" rIns="0" bIns="0" anchor="ctr"/>
          <a:lstStyle/>
          <a:p>
            <a:pPr marL="0" marR="0" lvl="0" indent="0" algn="ctr" defTabSz="8255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 kumimoji="0" sz="32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Helvetica Neue Medium"/>
              <a:sym typeface="Helvetica Neue Medium"/>
            </a:endParaRPr>
          </a:p>
        </p:txBody>
      </p:sp>
      <p:sp>
        <p:nvSpPr>
          <p:cNvPr id="198" name="Shape">
            <a:extLst>
              <a:ext uri="{FF2B5EF4-FFF2-40B4-BE49-F238E27FC236}">
                <a16:creationId xmlns:a16="http://schemas.microsoft.com/office/drawing/2014/main" id="{5D14F0DF-F598-0BFC-3B80-88136A92B36A}"/>
              </a:ext>
            </a:extLst>
          </p:cNvPr>
          <p:cNvSpPr/>
          <p:nvPr/>
        </p:nvSpPr>
        <p:spPr>
          <a:xfrm>
            <a:off x="1688166" y="791392"/>
            <a:ext cx="7163901" cy="716420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800" y="0"/>
                </a:moveTo>
                <a:cubicBezTo>
                  <a:pt x="10787" y="0"/>
                  <a:pt x="10773" y="1"/>
                  <a:pt x="10759" y="1"/>
                </a:cubicBezTo>
                <a:lnTo>
                  <a:pt x="1" y="10760"/>
                </a:lnTo>
                <a:cubicBezTo>
                  <a:pt x="0" y="10900"/>
                  <a:pt x="3" y="11040"/>
                  <a:pt x="8" y="11181"/>
                </a:cubicBezTo>
                <a:lnTo>
                  <a:pt x="11180" y="9"/>
                </a:lnTo>
                <a:cubicBezTo>
                  <a:pt x="11054" y="4"/>
                  <a:pt x="10927" y="0"/>
                  <a:pt x="10800" y="0"/>
                </a:cubicBezTo>
                <a:close/>
                <a:moveTo>
                  <a:pt x="10211" y="17"/>
                </a:moveTo>
                <a:cubicBezTo>
                  <a:pt x="10057" y="25"/>
                  <a:pt x="9903" y="36"/>
                  <a:pt x="9748" y="51"/>
                </a:cubicBezTo>
                <a:lnTo>
                  <a:pt x="50" y="9749"/>
                </a:lnTo>
                <a:cubicBezTo>
                  <a:pt x="35" y="9903"/>
                  <a:pt x="25" y="10057"/>
                  <a:pt x="16" y="10212"/>
                </a:cubicBezTo>
                <a:lnTo>
                  <a:pt x="10211" y="17"/>
                </a:lnTo>
                <a:close/>
                <a:moveTo>
                  <a:pt x="11683" y="38"/>
                </a:moveTo>
                <a:lnTo>
                  <a:pt x="38" y="11684"/>
                </a:lnTo>
                <a:cubicBezTo>
                  <a:pt x="48" y="11814"/>
                  <a:pt x="62" y="11944"/>
                  <a:pt x="78" y="12075"/>
                </a:cubicBezTo>
                <a:lnTo>
                  <a:pt x="12074" y="78"/>
                </a:lnTo>
                <a:cubicBezTo>
                  <a:pt x="11944" y="63"/>
                  <a:pt x="11814" y="49"/>
                  <a:pt x="11683" y="38"/>
                </a:cubicBezTo>
                <a:close/>
                <a:moveTo>
                  <a:pt x="9136" y="131"/>
                </a:moveTo>
                <a:cubicBezTo>
                  <a:pt x="8960" y="158"/>
                  <a:pt x="8786" y="190"/>
                  <a:pt x="8611" y="226"/>
                </a:cubicBezTo>
                <a:lnTo>
                  <a:pt x="226" y="8611"/>
                </a:lnTo>
                <a:cubicBezTo>
                  <a:pt x="190" y="8786"/>
                  <a:pt x="157" y="8961"/>
                  <a:pt x="130" y="9137"/>
                </a:cubicBezTo>
                <a:lnTo>
                  <a:pt x="9136" y="131"/>
                </a:lnTo>
                <a:close/>
                <a:moveTo>
                  <a:pt x="12541" y="143"/>
                </a:moveTo>
                <a:lnTo>
                  <a:pt x="143" y="12541"/>
                </a:lnTo>
                <a:cubicBezTo>
                  <a:pt x="163" y="12663"/>
                  <a:pt x="183" y="12785"/>
                  <a:pt x="207" y="12906"/>
                </a:cubicBezTo>
                <a:lnTo>
                  <a:pt x="12906" y="208"/>
                </a:lnTo>
                <a:cubicBezTo>
                  <a:pt x="12785" y="184"/>
                  <a:pt x="12663" y="163"/>
                  <a:pt x="12541" y="143"/>
                </a:cubicBezTo>
                <a:close/>
                <a:moveTo>
                  <a:pt x="13343" y="303"/>
                </a:moveTo>
                <a:lnTo>
                  <a:pt x="303" y="13343"/>
                </a:lnTo>
                <a:cubicBezTo>
                  <a:pt x="330" y="13456"/>
                  <a:pt x="361" y="13569"/>
                  <a:pt x="392" y="13682"/>
                </a:cubicBezTo>
                <a:lnTo>
                  <a:pt x="13682" y="393"/>
                </a:lnTo>
                <a:cubicBezTo>
                  <a:pt x="13569" y="362"/>
                  <a:pt x="13456" y="331"/>
                  <a:pt x="13343" y="303"/>
                </a:cubicBezTo>
                <a:close/>
                <a:moveTo>
                  <a:pt x="7909" y="395"/>
                </a:moveTo>
                <a:cubicBezTo>
                  <a:pt x="7701" y="452"/>
                  <a:pt x="7495" y="515"/>
                  <a:pt x="7290" y="585"/>
                </a:cubicBezTo>
                <a:lnTo>
                  <a:pt x="584" y="7290"/>
                </a:lnTo>
                <a:cubicBezTo>
                  <a:pt x="514" y="7495"/>
                  <a:pt x="452" y="7702"/>
                  <a:pt x="394" y="7909"/>
                </a:cubicBezTo>
                <a:lnTo>
                  <a:pt x="7909" y="395"/>
                </a:lnTo>
                <a:close/>
                <a:moveTo>
                  <a:pt x="14094" y="515"/>
                </a:moveTo>
                <a:lnTo>
                  <a:pt x="514" y="14094"/>
                </a:lnTo>
                <a:cubicBezTo>
                  <a:pt x="549" y="14202"/>
                  <a:pt x="583" y="14310"/>
                  <a:pt x="620" y="14417"/>
                </a:cubicBezTo>
                <a:lnTo>
                  <a:pt x="14417" y="621"/>
                </a:lnTo>
                <a:cubicBezTo>
                  <a:pt x="14310" y="583"/>
                  <a:pt x="14202" y="549"/>
                  <a:pt x="14094" y="515"/>
                </a:cubicBezTo>
                <a:close/>
                <a:moveTo>
                  <a:pt x="14804" y="767"/>
                </a:moveTo>
                <a:lnTo>
                  <a:pt x="767" y="14804"/>
                </a:lnTo>
                <a:cubicBezTo>
                  <a:pt x="807" y="14905"/>
                  <a:pt x="851" y="15004"/>
                  <a:pt x="894" y="15104"/>
                </a:cubicBezTo>
                <a:lnTo>
                  <a:pt x="15104" y="895"/>
                </a:lnTo>
                <a:cubicBezTo>
                  <a:pt x="15004" y="852"/>
                  <a:pt x="14905" y="807"/>
                  <a:pt x="14804" y="767"/>
                </a:cubicBezTo>
                <a:close/>
                <a:moveTo>
                  <a:pt x="6411" y="932"/>
                </a:moveTo>
                <a:cubicBezTo>
                  <a:pt x="6118" y="1062"/>
                  <a:pt x="5831" y="1206"/>
                  <a:pt x="5549" y="1363"/>
                </a:cubicBezTo>
                <a:lnTo>
                  <a:pt x="1362" y="5549"/>
                </a:lnTo>
                <a:cubicBezTo>
                  <a:pt x="1205" y="5832"/>
                  <a:pt x="1061" y="6119"/>
                  <a:pt x="931" y="6411"/>
                </a:cubicBezTo>
                <a:lnTo>
                  <a:pt x="6411" y="932"/>
                </a:lnTo>
                <a:close/>
                <a:moveTo>
                  <a:pt x="15470" y="1061"/>
                </a:moveTo>
                <a:lnTo>
                  <a:pt x="1060" y="15471"/>
                </a:lnTo>
                <a:cubicBezTo>
                  <a:pt x="1106" y="15567"/>
                  <a:pt x="1153" y="15664"/>
                  <a:pt x="1202" y="15759"/>
                </a:cubicBezTo>
                <a:lnTo>
                  <a:pt x="15759" y="1203"/>
                </a:lnTo>
                <a:cubicBezTo>
                  <a:pt x="15663" y="1153"/>
                  <a:pt x="15567" y="1107"/>
                  <a:pt x="15470" y="1061"/>
                </a:cubicBezTo>
                <a:close/>
                <a:moveTo>
                  <a:pt x="16103" y="1391"/>
                </a:moveTo>
                <a:lnTo>
                  <a:pt x="1391" y="16103"/>
                </a:lnTo>
                <a:cubicBezTo>
                  <a:pt x="1442" y="16194"/>
                  <a:pt x="1494" y="16285"/>
                  <a:pt x="1548" y="16375"/>
                </a:cubicBezTo>
                <a:lnTo>
                  <a:pt x="16375" y="1549"/>
                </a:lnTo>
                <a:cubicBezTo>
                  <a:pt x="16285" y="1495"/>
                  <a:pt x="16194" y="1442"/>
                  <a:pt x="16103" y="1391"/>
                </a:cubicBezTo>
                <a:close/>
                <a:moveTo>
                  <a:pt x="16703" y="1754"/>
                </a:moveTo>
                <a:lnTo>
                  <a:pt x="1753" y="16703"/>
                </a:lnTo>
                <a:cubicBezTo>
                  <a:pt x="1809" y="16788"/>
                  <a:pt x="1869" y="16872"/>
                  <a:pt x="1928" y="16956"/>
                </a:cubicBezTo>
                <a:lnTo>
                  <a:pt x="16956" y="1928"/>
                </a:lnTo>
                <a:cubicBezTo>
                  <a:pt x="16872" y="1869"/>
                  <a:pt x="16788" y="1810"/>
                  <a:pt x="16703" y="1754"/>
                </a:cubicBezTo>
                <a:close/>
                <a:moveTo>
                  <a:pt x="17267" y="2151"/>
                </a:moveTo>
                <a:lnTo>
                  <a:pt x="2151" y="17267"/>
                </a:lnTo>
                <a:cubicBezTo>
                  <a:pt x="2212" y="17349"/>
                  <a:pt x="2274" y="17430"/>
                  <a:pt x="2338" y="17510"/>
                </a:cubicBezTo>
                <a:lnTo>
                  <a:pt x="17510" y="2338"/>
                </a:lnTo>
                <a:cubicBezTo>
                  <a:pt x="17430" y="2275"/>
                  <a:pt x="17349" y="2212"/>
                  <a:pt x="17267" y="2151"/>
                </a:cubicBezTo>
                <a:close/>
                <a:moveTo>
                  <a:pt x="3805" y="2574"/>
                </a:moveTo>
                <a:cubicBezTo>
                  <a:pt x="3586" y="2761"/>
                  <a:pt x="3370" y="2956"/>
                  <a:pt x="3163" y="3163"/>
                </a:cubicBezTo>
                <a:cubicBezTo>
                  <a:pt x="2955" y="3371"/>
                  <a:pt x="2761" y="3586"/>
                  <a:pt x="2574" y="3806"/>
                </a:cubicBezTo>
                <a:lnTo>
                  <a:pt x="3805" y="2574"/>
                </a:lnTo>
                <a:close/>
                <a:moveTo>
                  <a:pt x="17801" y="2579"/>
                </a:moveTo>
                <a:lnTo>
                  <a:pt x="2579" y="17801"/>
                </a:lnTo>
                <a:cubicBezTo>
                  <a:pt x="2645" y="17878"/>
                  <a:pt x="2709" y="17957"/>
                  <a:pt x="2777" y="18032"/>
                </a:cubicBezTo>
                <a:lnTo>
                  <a:pt x="18032" y="2777"/>
                </a:lnTo>
                <a:cubicBezTo>
                  <a:pt x="17957" y="2709"/>
                  <a:pt x="17878" y="2645"/>
                  <a:pt x="17801" y="2579"/>
                </a:cubicBezTo>
                <a:close/>
                <a:moveTo>
                  <a:pt x="18304" y="3036"/>
                </a:moveTo>
                <a:lnTo>
                  <a:pt x="3036" y="18304"/>
                </a:lnTo>
                <a:cubicBezTo>
                  <a:pt x="3079" y="18349"/>
                  <a:pt x="3119" y="18394"/>
                  <a:pt x="3163" y="18438"/>
                </a:cubicBezTo>
                <a:cubicBezTo>
                  <a:pt x="3191" y="18466"/>
                  <a:pt x="3222" y="18492"/>
                  <a:pt x="3250" y="18521"/>
                </a:cubicBezTo>
                <a:lnTo>
                  <a:pt x="18521" y="3251"/>
                </a:lnTo>
                <a:cubicBezTo>
                  <a:pt x="18492" y="3222"/>
                  <a:pt x="18466" y="3192"/>
                  <a:pt x="18438" y="3163"/>
                </a:cubicBezTo>
                <a:cubicBezTo>
                  <a:pt x="18394" y="3119"/>
                  <a:pt x="18348" y="3079"/>
                  <a:pt x="18304" y="3036"/>
                </a:cubicBezTo>
                <a:close/>
                <a:moveTo>
                  <a:pt x="18781" y="3523"/>
                </a:moveTo>
                <a:lnTo>
                  <a:pt x="3522" y="18781"/>
                </a:lnTo>
                <a:cubicBezTo>
                  <a:pt x="3598" y="18850"/>
                  <a:pt x="3676" y="18915"/>
                  <a:pt x="3753" y="18982"/>
                </a:cubicBezTo>
                <a:lnTo>
                  <a:pt x="18982" y="3753"/>
                </a:lnTo>
                <a:cubicBezTo>
                  <a:pt x="18915" y="3676"/>
                  <a:pt x="18850" y="3598"/>
                  <a:pt x="18781" y="3523"/>
                </a:cubicBezTo>
                <a:close/>
                <a:moveTo>
                  <a:pt x="19224" y="4041"/>
                </a:moveTo>
                <a:lnTo>
                  <a:pt x="4041" y="19224"/>
                </a:lnTo>
                <a:cubicBezTo>
                  <a:pt x="4121" y="19289"/>
                  <a:pt x="4202" y="19350"/>
                  <a:pt x="4283" y="19412"/>
                </a:cubicBezTo>
                <a:lnTo>
                  <a:pt x="19412" y="4283"/>
                </a:lnTo>
                <a:cubicBezTo>
                  <a:pt x="19350" y="4202"/>
                  <a:pt x="19289" y="4121"/>
                  <a:pt x="19224" y="4041"/>
                </a:cubicBezTo>
                <a:close/>
                <a:moveTo>
                  <a:pt x="19637" y="4591"/>
                </a:moveTo>
                <a:lnTo>
                  <a:pt x="4591" y="19637"/>
                </a:lnTo>
                <a:cubicBezTo>
                  <a:pt x="4675" y="19696"/>
                  <a:pt x="4758" y="19757"/>
                  <a:pt x="4843" y="19813"/>
                </a:cubicBezTo>
                <a:lnTo>
                  <a:pt x="19813" y="4844"/>
                </a:lnTo>
                <a:cubicBezTo>
                  <a:pt x="19757" y="4758"/>
                  <a:pt x="19696" y="4675"/>
                  <a:pt x="19637" y="4591"/>
                </a:cubicBezTo>
                <a:close/>
                <a:moveTo>
                  <a:pt x="20019" y="5172"/>
                </a:moveTo>
                <a:lnTo>
                  <a:pt x="5172" y="20019"/>
                </a:lnTo>
                <a:cubicBezTo>
                  <a:pt x="5261" y="20073"/>
                  <a:pt x="5351" y="20126"/>
                  <a:pt x="5441" y="20178"/>
                </a:cubicBezTo>
                <a:lnTo>
                  <a:pt x="20178" y="5441"/>
                </a:lnTo>
                <a:cubicBezTo>
                  <a:pt x="20126" y="5351"/>
                  <a:pt x="20073" y="5261"/>
                  <a:pt x="20019" y="5172"/>
                </a:cubicBezTo>
                <a:close/>
                <a:moveTo>
                  <a:pt x="20369" y="5782"/>
                </a:moveTo>
                <a:lnTo>
                  <a:pt x="5782" y="20369"/>
                </a:lnTo>
                <a:cubicBezTo>
                  <a:pt x="5877" y="20419"/>
                  <a:pt x="5974" y="20463"/>
                  <a:pt x="6071" y="20510"/>
                </a:cubicBezTo>
                <a:lnTo>
                  <a:pt x="20510" y="6071"/>
                </a:lnTo>
                <a:cubicBezTo>
                  <a:pt x="20463" y="5975"/>
                  <a:pt x="20419" y="5878"/>
                  <a:pt x="20369" y="5782"/>
                </a:cubicBezTo>
                <a:close/>
                <a:moveTo>
                  <a:pt x="20679" y="6434"/>
                </a:moveTo>
                <a:lnTo>
                  <a:pt x="6434" y="20679"/>
                </a:lnTo>
                <a:cubicBezTo>
                  <a:pt x="6534" y="20723"/>
                  <a:pt x="6633" y="20769"/>
                  <a:pt x="6734" y="20809"/>
                </a:cubicBezTo>
                <a:lnTo>
                  <a:pt x="20809" y="6735"/>
                </a:lnTo>
                <a:cubicBezTo>
                  <a:pt x="20769" y="6634"/>
                  <a:pt x="20723" y="6534"/>
                  <a:pt x="20679" y="6434"/>
                </a:cubicBezTo>
                <a:close/>
                <a:moveTo>
                  <a:pt x="20956" y="7121"/>
                </a:moveTo>
                <a:lnTo>
                  <a:pt x="7120" y="20956"/>
                </a:lnTo>
                <a:cubicBezTo>
                  <a:pt x="7226" y="20994"/>
                  <a:pt x="7333" y="21030"/>
                  <a:pt x="7439" y="21065"/>
                </a:cubicBezTo>
                <a:lnTo>
                  <a:pt x="21065" y="7439"/>
                </a:lnTo>
                <a:cubicBezTo>
                  <a:pt x="21030" y="7333"/>
                  <a:pt x="20994" y="7226"/>
                  <a:pt x="20956" y="7121"/>
                </a:cubicBezTo>
                <a:close/>
                <a:moveTo>
                  <a:pt x="21190" y="7848"/>
                </a:moveTo>
                <a:lnTo>
                  <a:pt x="7848" y="21190"/>
                </a:lnTo>
                <a:cubicBezTo>
                  <a:pt x="7960" y="21221"/>
                  <a:pt x="8073" y="21252"/>
                  <a:pt x="8186" y="21280"/>
                </a:cubicBezTo>
                <a:lnTo>
                  <a:pt x="21280" y="8186"/>
                </a:lnTo>
                <a:cubicBezTo>
                  <a:pt x="21252" y="8073"/>
                  <a:pt x="21221" y="7960"/>
                  <a:pt x="21190" y="7848"/>
                </a:cubicBezTo>
                <a:close/>
                <a:moveTo>
                  <a:pt x="21378" y="8623"/>
                </a:moveTo>
                <a:lnTo>
                  <a:pt x="8623" y="21378"/>
                </a:lnTo>
                <a:cubicBezTo>
                  <a:pt x="8743" y="21402"/>
                  <a:pt x="8863" y="21424"/>
                  <a:pt x="8984" y="21445"/>
                </a:cubicBezTo>
                <a:lnTo>
                  <a:pt x="21445" y="8984"/>
                </a:lnTo>
                <a:cubicBezTo>
                  <a:pt x="21424" y="8864"/>
                  <a:pt x="21402" y="8743"/>
                  <a:pt x="21378" y="8623"/>
                </a:cubicBezTo>
                <a:close/>
                <a:moveTo>
                  <a:pt x="21514" y="9448"/>
                </a:moveTo>
                <a:lnTo>
                  <a:pt x="9447" y="21514"/>
                </a:lnTo>
                <a:cubicBezTo>
                  <a:pt x="9576" y="21530"/>
                  <a:pt x="9704" y="21546"/>
                  <a:pt x="9833" y="21557"/>
                </a:cubicBezTo>
                <a:lnTo>
                  <a:pt x="21557" y="9834"/>
                </a:lnTo>
                <a:cubicBezTo>
                  <a:pt x="21546" y="9705"/>
                  <a:pt x="21530" y="9576"/>
                  <a:pt x="21514" y="9448"/>
                </a:cubicBezTo>
                <a:close/>
                <a:moveTo>
                  <a:pt x="21590" y="10333"/>
                </a:moveTo>
                <a:lnTo>
                  <a:pt x="10332" y="21590"/>
                </a:lnTo>
                <a:cubicBezTo>
                  <a:pt x="10473" y="21596"/>
                  <a:pt x="10613" y="21599"/>
                  <a:pt x="10753" y="21600"/>
                </a:cubicBezTo>
                <a:lnTo>
                  <a:pt x="21600" y="10754"/>
                </a:lnTo>
                <a:cubicBezTo>
                  <a:pt x="21599" y="10613"/>
                  <a:pt x="21596" y="10473"/>
                  <a:pt x="21590" y="10333"/>
                </a:cubicBezTo>
                <a:close/>
                <a:moveTo>
                  <a:pt x="21590" y="11296"/>
                </a:moveTo>
                <a:lnTo>
                  <a:pt x="11295" y="21590"/>
                </a:lnTo>
                <a:cubicBezTo>
                  <a:pt x="11449" y="21583"/>
                  <a:pt x="11603" y="21572"/>
                  <a:pt x="11757" y="21558"/>
                </a:cubicBezTo>
                <a:lnTo>
                  <a:pt x="21558" y="11757"/>
                </a:lnTo>
                <a:cubicBezTo>
                  <a:pt x="21572" y="11603"/>
                  <a:pt x="21583" y="11450"/>
                  <a:pt x="21590" y="11296"/>
                </a:cubicBezTo>
                <a:close/>
                <a:moveTo>
                  <a:pt x="21489" y="12358"/>
                </a:moveTo>
                <a:lnTo>
                  <a:pt x="12358" y="21489"/>
                </a:lnTo>
                <a:cubicBezTo>
                  <a:pt x="12531" y="21464"/>
                  <a:pt x="12703" y="21434"/>
                  <a:pt x="12876" y="21400"/>
                </a:cubicBezTo>
                <a:lnTo>
                  <a:pt x="21400" y="12876"/>
                </a:lnTo>
                <a:cubicBezTo>
                  <a:pt x="21434" y="12704"/>
                  <a:pt x="21464" y="12531"/>
                  <a:pt x="21489" y="12358"/>
                </a:cubicBezTo>
                <a:close/>
                <a:moveTo>
                  <a:pt x="21239" y="13569"/>
                </a:moveTo>
                <a:lnTo>
                  <a:pt x="13569" y="21239"/>
                </a:lnTo>
                <a:cubicBezTo>
                  <a:pt x="13774" y="21185"/>
                  <a:pt x="13978" y="21125"/>
                  <a:pt x="14181" y="21058"/>
                </a:cubicBezTo>
                <a:lnTo>
                  <a:pt x="21058" y="14181"/>
                </a:lnTo>
                <a:cubicBezTo>
                  <a:pt x="21125" y="13978"/>
                  <a:pt x="21185" y="13774"/>
                  <a:pt x="21239" y="13569"/>
                </a:cubicBezTo>
                <a:close/>
                <a:moveTo>
                  <a:pt x="20736" y="15035"/>
                </a:moveTo>
                <a:lnTo>
                  <a:pt x="15035" y="20736"/>
                </a:lnTo>
                <a:cubicBezTo>
                  <a:pt x="15310" y="20619"/>
                  <a:pt x="15581" y="20493"/>
                  <a:pt x="15848" y="20352"/>
                </a:cubicBezTo>
                <a:lnTo>
                  <a:pt x="20352" y="15848"/>
                </a:lnTo>
                <a:cubicBezTo>
                  <a:pt x="20493" y="15581"/>
                  <a:pt x="20619" y="15310"/>
                  <a:pt x="20736" y="15035"/>
                </a:cubicBezTo>
                <a:close/>
                <a:moveTo>
                  <a:pt x="19400" y="17332"/>
                </a:moveTo>
                <a:lnTo>
                  <a:pt x="17332" y="19400"/>
                </a:lnTo>
                <a:cubicBezTo>
                  <a:pt x="17716" y="19108"/>
                  <a:pt x="18087" y="18789"/>
                  <a:pt x="18438" y="18438"/>
                </a:cubicBezTo>
                <a:cubicBezTo>
                  <a:pt x="18788" y="18087"/>
                  <a:pt x="19107" y="17716"/>
                  <a:pt x="19400" y="17332"/>
                </a:cubicBezTo>
                <a:close/>
              </a:path>
            </a:pathLst>
          </a:custGeom>
          <a:solidFill>
            <a:schemeClr val="accent4"/>
          </a:solidFill>
          <a:ln w="12700">
            <a:miter lim="400000"/>
          </a:ln>
        </p:spPr>
        <p:txBody>
          <a:bodyPr lIns="0" tIns="0" rIns="0" bIns="0" anchor="ctr"/>
          <a:lstStyle/>
          <a:p>
            <a:pPr marL="0" marR="0" lvl="0" indent="0" algn="ctr" defTabSz="8255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 kumimoji="0" sz="32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Helvetica Neue Medium"/>
              <a:sym typeface="Helvetica Neue Medium"/>
            </a:endParaRPr>
          </a:p>
        </p:txBody>
      </p:sp>
      <p:sp>
        <p:nvSpPr>
          <p:cNvPr id="199" name="Shape">
            <a:extLst>
              <a:ext uri="{FF2B5EF4-FFF2-40B4-BE49-F238E27FC236}">
                <a16:creationId xmlns:a16="http://schemas.microsoft.com/office/drawing/2014/main" id="{00AB6DC8-EF6E-1E01-54FA-4EB6ED99CD83}"/>
              </a:ext>
            </a:extLst>
          </p:cNvPr>
          <p:cNvSpPr/>
          <p:nvPr/>
        </p:nvSpPr>
        <p:spPr>
          <a:xfrm>
            <a:off x="11727838" y="12253507"/>
            <a:ext cx="4276957" cy="427713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800" y="0"/>
                </a:moveTo>
                <a:cubicBezTo>
                  <a:pt x="10787" y="0"/>
                  <a:pt x="10773" y="1"/>
                  <a:pt x="10759" y="1"/>
                </a:cubicBezTo>
                <a:lnTo>
                  <a:pt x="1" y="10760"/>
                </a:lnTo>
                <a:cubicBezTo>
                  <a:pt x="0" y="10900"/>
                  <a:pt x="3" y="11040"/>
                  <a:pt x="8" y="11181"/>
                </a:cubicBezTo>
                <a:lnTo>
                  <a:pt x="11180" y="9"/>
                </a:lnTo>
                <a:cubicBezTo>
                  <a:pt x="11054" y="4"/>
                  <a:pt x="10927" y="0"/>
                  <a:pt x="10800" y="0"/>
                </a:cubicBezTo>
                <a:close/>
                <a:moveTo>
                  <a:pt x="10211" y="17"/>
                </a:moveTo>
                <a:cubicBezTo>
                  <a:pt x="10057" y="25"/>
                  <a:pt x="9903" y="36"/>
                  <a:pt x="9748" y="51"/>
                </a:cubicBezTo>
                <a:lnTo>
                  <a:pt x="50" y="9749"/>
                </a:lnTo>
                <a:cubicBezTo>
                  <a:pt x="35" y="9903"/>
                  <a:pt x="25" y="10057"/>
                  <a:pt x="16" y="10212"/>
                </a:cubicBezTo>
                <a:lnTo>
                  <a:pt x="10211" y="17"/>
                </a:lnTo>
                <a:close/>
                <a:moveTo>
                  <a:pt x="11683" y="38"/>
                </a:moveTo>
                <a:lnTo>
                  <a:pt x="38" y="11684"/>
                </a:lnTo>
                <a:cubicBezTo>
                  <a:pt x="48" y="11814"/>
                  <a:pt x="62" y="11944"/>
                  <a:pt x="78" y="12075"/>
                </a:cubicBezTo>
                <a:lnTo>
                  <a:pt x="12074" y="78"/>
                </a:lnTo>
                <a:cubicBezTo>
                  <a:pt x="11944" y="63"/>
                  <a:pt x="11814" y="49"/>
                  <a:pt x="11683" y="38"/>
                </a:cubicBezTo>
                <a:close/>
                <a:moveTo>
                  <a:pt x="9136" y="131"/>
                </a:moveTo>
                <a:cubicBezTo>
                  <a:pt x="8960" y="158"/>
                  <a:pt x="8786" y="190"/>
                  <a:pt x="8611" y="226"/>
                </a:cubicBezTo>
                <a:lnTo>
                  <a:pt x="226" y="8611"/>
                </a:lnTo>
                <a:cubicBezTo>
                  <a:pt x="190" y="8786"/>
                  <a:pt x="157" y="8961"/>
                  <a:pt x="130" y="9137"/>
                </a:cubicBezTo>
                <a:lnTo>
                  <a:pt x="9136" y="131"/>
                </a:lnTo>
                <a:close/>
                <a:moveTo>
                  <a:pt x="12541" y="143"/>
                </a:moveTo>
                <a:lnTo>
                  <a:pt x="143" y="12541"/>
                </a:lnTo>
                <a:cubicBezTo>
                  <a:pt x="163" y="12663"/>
                  <a:pt x="183" y="12785"/>
                  <a:pt x="207" y="12906"/>
                </a:cubicBezTo>
                <a:lnTo>
                  <a:pt x="12906" y="208"/>
                </a:lnTo>
                <a:cubicBezTo>
                  <a:pt x="12785" y="184"/>
                  <a:pt x="12663" y="163"/>
                  <a:pt x="12541" y="143"/>
                </a:cubicBezTo>
                <a:close/>
                <a:moveTo>
                  <a:pt x="13343" y="303"/>
                </a:moveTo>
                <a:lnTo>
                  <a:pt x="303" y="13343"/>
                </a:lnTo>
                <a:cubicBezTo>
                  <a:pt x="330" y="13456"/>
                  <a:pt x="361" y="13569"/>
                  <a:pt x="392" y="13682"/>
                </a:cubicBezTo>
                <a:lnTo>
                  <a:pt x="13682" y="393"/>
                </a:lnTo>
                <a:cubicBezTo>
                  <a:pt x="13569" y="362"/>
                  <a:pt x="13456" y="331"/>
                  <a:pt x="13343" y="303"/>
                </a:cubicBezTo>
                <a:close/>
                <a:moveTo>
                  <a:pt x="7909" y="395"/>
                </a:moveTo>
                <a:cubicBezTo>
                  <a:pt x="7701" y="452"/>
                  <a:pt x="7495" y="515"/>
                  <a:pt x="7290" y="585"/>
                </a:cubicBezTo>
                <a:lnTo>
                  <a:pt x="584" y="7290"/>
                </a:lnTo>
                <a:cubicBezTo>
                  <a:pt x="514" y="7495"/>
                  <a:pt x="452" y="7702"/>
                  <a:pt x="394" y="7909"/>
                </a:cubicBezTo>
                <a:lnTo>
                  <a:pt x="7909" y="395"/>
                </a:lnTo>
                <a:close/>
                <a:moveTo>
                  <a:pt x="14094" y="515"/>
                </a:moveTo>
                <a:lnTo>
                  <a:pt x="514" y="14094"/>
                </a:lnTo>
                <a:cubicBezTo>
                  <a:pt x="549" y="14202"/>
                  <a:pt x="583" y="14310"/>
                  <a:pt x="620" y="14417"/>
                </a:cubicBezTo>
                <a:lnTo>
                  <a:pt x="14417" y="621"/>
                </a:lnTo>
                <a:cubicBezTo>
                  <a:pt x="14310" y="583"/>
                  <a:pt x="14202" y="549"/>
                  <a:pt x="14094" y="515"/>
                </a:cubicBezTo>
                <a:close/>
                <a:moveTo>
                  <a:pt x="14804" y="767"/>
                </a:moveTo>
                <a:lnTo>
                  <a:pt x="767" y="14804"/>
                </a:lnTo>
                <a:cubicBezTo>
                  <a:pt x="807" y="14905"/>
                  <a:pt x="851" y="15004"/>
                  <a:pt x="894" y="15104"/>
                </a:cubicBezTo>
                <a:lnTo>
                  <a:pt x="15104" y="895"/>
                </a:lnTo>
                <a:cubicBezTo>
                  <a:pt x="15004" y="852"/>
                  <a:pt x="14905" y="807"/>
                  <a:pt x="14804" y="767"/>
                </a:cubicBezTo>
                <a:close/>
                <a:moveTo>
                  <a:pt x="6411" y="932"/>
                </a:moveTo>
                <a:cubicBezTo>
                  <a:pt x="6118" y="1062"/>
                  <a:pt x="5831" y="1206"/>
                  <a:pt x="5549" y="1363"/>
                </a:cubicBezTo>
                <a:lnTo>
                  <a:pt x="1362" y="5549"/>
                </a:lnTo>
                <a:cubicBezTo>
                  <a:pt x="1205" y="5832"/>
                  <a:pt x="1061" y="6119"/>
                  <a:pt x="931" y="6411"/>
                </a:cubicBezTo>
                <a:lnTo>
                  <a:pt x="6411" y="932"/>
                </a:lnTo>
                <a:close/>
                <a:moveTo>
                  <a:pt x="15470" y="1061"/>
                </a:moveTo>
                <a:lnTo>
                  <a:pt x="1060" y="15471"/>
                </a:lnTo>
                <a:cubicBezTo>
                  <a:pt x="1106" y="15567"/>
                  <a:pt x="1153" y="15664"/>
                  <a:pt x="1202" y="15759"/>
                </a:cubicBezTo>
                <a:lnTo>
                  <a:pt x="15759" y="1203"/>
                </a:lnTo>
                <a:cubicBezTo>
                  <a:pt x="15663" y="1153"/>
                  <a:pt x="15567" y="1107"/>
                  <a:pt x="15470" y="1061"/>
                </a:cubicBezTo>
                <a:close/>
                <a:moveTo>
                  <a:pt x="16103" y="1391"/>
                </a:moveTo>
                <a:lnTo>
                  <a:pt x="1391" y="16103"/>
                </a:lnTo>
                <a:cubicBezTo>
                  <a:pt x="1442" y="16194"/>
                  <a:pt x="1494" y="16285"/>
                  <a:pt x="1549" y="16375"/>
                </a:cubicBezTo>
                <a:lnTo>
                  <a:pt x="16375" y="1549"/>
                </a:lnTo>
                <a:cubicBezTo>
                  <a:pt x="16285" y="1495"/>
                  <a:pt x="16194" y="1442"/>
                  <a:pt x="16103" y="1391"/>
                </a:cubicBezTo>
                <a:close/>
                <a:moveTo>
                  <a:pt x="16703" y="1754"/>
                </a:moveTo>
                <a:lnTo>
                  <a:pt x="1753" y="16703"/>
                </a:lnTo>
                <a:cubicBezTo>
                  <a:pt x="1809" y="16788"/>
                  <a:pt x="1869" y="16872"/>
                  <a:pt x="1928" y="16956"/>
                </a:cubicBezTo>
                <a:lnTo>
                  <a:pt x="16956" y="1928"/>
                </a:lnTo>
                <a:cubicBezTo>
                  <a:pt x="16872" y="1869"/>
                  <a:pt x="16788" y="1810"/>
                  <a:pt x="16703" y="1754"/>
                </a:cubicBezTo>
                <a:close/>
                <a:moveTo>
                  <a:pt x="17267" y="2151"/>
                </a:moveTo>
                <a:lnTo>
                  <a:pt x="2151" y="17267"/>
                </a:lnTo>
                <a:cubicBezTo>
                  <a:pt x="2212" y="17349"/>
                  <a:pt x="2274" y="17430"/>
                  <a:pt x="2338" y="17510"/>
                </a:cubicBezTo>
                <a:lnTo>
                  <a:pt x="17510" y="2338"/>
                </a:lnTo>
                <a:cubicBezTo>
                  <a:pt x="17430" y="2275"/>
                  <a:pt x="17349" y="2212"/>
                  <a:pt x="17267" y="2151"/>
                </a:cubicBezTo>
                <a:close/>
                <a:moveTo>
                  <a:pt x="3805" y="2574"/>
                </a:moveTo>
                <a:cubicBezTo>
                  <a:pt x="3586" y="2761"/>
                  <a:pt x="3370" y="2956"/>
                  <a:pt x="3163" y="3163"/>
                </a:cubicBezTo>
                <a:cubicBezTo>
                  <a:pt x="2955" y="3371"/>
                  <a:pt x="2761" y="3586"/>
                  <a:pt x="2574" y="3806"/>
                </a:cubicBezTo>
                <a:lnTo>
                  <a:pt x="3805" y="2574"/>
                </a:lnTo>
                <a:close/>
                <a:moveTo>
                  <a:pt x="17801" y="2579"/>
                </a:moveTo>
                <a:lnTo>
                  <a:pt x="2579" y="17801"/>
                </a:lnTo>
                <a:cubicBezTo>
                  <a:pt x="2645" y="17878"/>
                  <a:pt x="2709" y="17957"/>
                  <a:pt x="2777" y="18032"/>
                </a:cubicBezTo>
                <a:lnTo>
                  <a:pt x="18032" y="2777"/>
                </a:lnTo>
                <a:cubicBezTo>
                  <a:pt x="17957" y="2709"/>
                  <a:pt x="17878" y="2645"/>
                  <a:pt x="17801" y="2579"/>
                </a:cubicBezTo>
                <a:close/>
                <a:moveTo>
                  <a:pt x="18304" y="3036"/>
                </a:moveTo>
                <a:lnTo>
                  <a:pt x="3036" y="18304"/>
                </a:lnTo>
                <a:cubicBezTo>
                  <a:pt x="3079" y="18349"/>
                  <a:pt x="3119" y="18394"/>
                  <a:pt x="3163" y="18438"/>
                </a:cubicBezTo>
                <a:cubicBezTo>
                  <a:pt x="3191" y="18466"/>
                  <a:pt x="3222" y="18492"/>
                  <a:pt x="3250" y="18521"/>
                </a:cubicBezTo>
                <a:lnTo>
                  <a:pt x="18521" y="3251"/>
                </a:lnTo>
                <a:cubicBezTo>
                  <a:pt x="18492" y="3222"/>
                  <a:pt x="18466" y="3192"/>
                  <a:pt x="18438" y="3163"/>
                </a:cubicBezTo>
                <a:cubicBezTo>
                  <a:pt x="18394" y="3119"/>
                  <a:pt x="18348" y="3079"/>
                  <a:pt x="18304" y="3036"/>
                </a:cubicBezTo>
                <a:close/>
                <a:moveTo>
                  <a:pt x="18781" y="3523"/>
                </a:moveTo>
                <a:lnTo>
                  <a:pt x="3522" y="18781"/>
                </a:lnTo>
                <a:cubicBezTo>
                  <a:pt x="3598" y="18850"/>
                  <a:pt x="3676" y="18915"/>
                  <a:pt x="3753" y="18982"/>
                </a:cubicBezTo>
                <a:lnTo>
                  <a:pt x="18982" y="3753"/>
                </a:lnTo>
                <a:cubicBezTo>
                  <a:pt x="18915" y="3676"/>
                  <a:pt x="18850" y="3598"/>
                  <a:pt x="18781" y="3523"/>
                </a:cubicBezTo>
                <a:close/>
                <a:moveTo>
                  <a:pt x="19224" y="4041"/>
                </a:moveTo>
                <a:lnTo>
                  <a:pt x="4041" y="19224"/>
                </a:lnTo>
                <a:cubicBezTo>
                  <a:pt x="4121" y="19289"/>
                  <a:pt x="4202" y="19350"/>
                  <a:pt x="4283" y="19412"/>
                </a:cubicBezTo>
                <a:lnTo>
                  <a:pt x="19412" y="4283"/>
                </a:lnTo>
                <a:cubicBezTo>
                  <a:pt x="19350" y="4202"/>
                  <a:pt x="19289" y="4121"/>
                  <a:pt x="19224" y="4041"/>
                </a:cubicBezTo>
                <a:close/>
                <a:moveTo>
                  <a:pt x="19637" y="4591"/>
                </a:moveTo>
                <a:lnTo>
                  <a:pt x="4591" y="19637"/>
                </a:lnTo>
                <a:cubicBezTo>
                  <a:pt x="4675" y="19696"/>
                  <a:pt x="4758" y="19757"/>
                  <a:pt x="4843" y="19813"/>
                </a:cubicBezTo>
                <a:lnTo>
                  <a:pt x="19813" y="4844"/>
                </a:lnTo>
                <a:cubicBezTo>
                  <a:pt x="19757" y="4758"/>
                  <a:pt x="19696" y="4675"/>
                  <a:pt x="19637" y="4591"/>
                </a:cubicBezTo>
                <a:close/>
                <a:moveTo>
                  <a:pt x="20019" y="5172"/>
                </a:moveTo>
                <a:lnTo>
                  <a:pt x="5172" y="20019"/>
                </a:lnTo>
                <a:cubicBezTo>
                  <a:pt x="5261" y="20073"/>
                  <a:pt x="5351" y="20126"/>
                  <a:pt x="5441" y="20178"/>
                </a:cubicBezTo>
                <a:lnTo>
                  <a:pt x="20178" y="5441"/>
                </a:lnTo>
                <a:cubicBezTo>
                  <a:pt x="20126" y="5351"/>
                  <a:pt x="20073" y="5261"/>
                  <a:pt x="20019" y="5172"/>
                </a:cubicBezTo>
                <a:close/>
                <a:moveTo>
                  <a:pt x="20369" y="5782"/>
                </a:moveTo>
                <a:lnTo>
                  <a:pt x="5782" y="20369"/>
                </a:lnTo>
                <a:cubicBezTo>
                  <a:pt x="5877" y="20419"/>
                  <a:pt x="5974" y="20463"/>
                  <a:pt x="6071" y="20510"/>
                </a:cubicBezTo>
                <a:lnTo>
                  <a:pt x="20510" y="6071"/>
                </a:lnTo>
                <a:cubicBezTo>
                  <a:pt x="20463" y="5975"/>
                  <a:pt x="20419" y="5878"/>
                  <a:pt x="20369" y="5782"/>
                </a:cubicBezTo>
                <a:close/>
                <a:moveTo>
                  <a:pt x="20679" y="6434"/>
                </a:moveTo>
                <a:lnTo>
                  <a:pt x="6434" y="20679"/>
                </a:lnTo>
                <a:cubicBezTo>
                  <a:pt x="6534" y="20723"/>
                  <a:pt x="6633" y="20769"/>
                  <a:pt x="6734" y="20809"/>
                </a:cubicBezTo>
                <a:lnTo>
                  <a:pt x="20809" y="6735"/>
                </a:lnTo>
                <a:cubicBezTo>
                  <a:pt x="20769" y="6634"/>
                  <a:pt x="20723" y="6534"/>
                  <a:pt x="20679" y="6434"/>
                </a:cubicBezTo>
                <a:close/>
                <a:moveTo>
                  <a:pt x="20956" y="7121"/>
                </a:moveTo>
                <a:lnTo>
                  <a:pt x="7120" y="20956"/>
                </a:lnTo>
                <a:cubicBezTo>
                  <a:pt x="7226" y="20994"/>
                  <a:pt x="7333" y="21030"/>
                  <a:pt x="7439" y="21065"/>
                </a:cubicBezTo>
                <a:lnTo>
                  <a:pt x="21065" y="7439"/>
                </a:lnTo>
                <a:cubicBezTo>
                  <a:pt x="21030" y="7333"/>
                  <a:pt x="20994" y="7226"/>
                  <a:pt x="20956" y="7121"/>
                </a:cubicBezTo>
                <a:close/>
                <a:moveTo>
                  <a:pt x="21190" y="7848"/>
                </a:moveTo>
                <a:lnTo>
                  <a:pt x="7848" y="21190"/>
                </a:lnTo>
                <a:cubicBezTo>
                  <a:pt x="7960" y="21221"/>
                  <a:pt x="8073" y="21252"/>
                  <a:pt x="8186" y="21280"/>
                </a:cubicBezTo>
                <a:lnTo>
                  <a:pt x="21280" y="8186"/>
                </a:lnTo>
                <a:cubicBezTo>
                  <a:pt x="21252" y="8073"/>
                  <a:pt x="21221" y="7960"/>
                  <a:pt x="21190" y="7848"/>
                </a:cubicBezTo>
                <a:close/>
                <a:moveTo>
                  <a:pt x="21378" y="8623"/>
                </a:moveTo>
                <a:lnTo>
                  <a:pt x="8623" y="21378"/>
                </a:lnTo>
                <a:cubicBezTo>
                  <a:pt x="8743" y="21402"/>
                  <a:pt x="8863" y="21424"/>
                  <a:pt x="8984" y="21445"/>
                </a:cubicBezTo>
                <a:lnTo>
                  <a:pt x="21445" y="8984"/>
                </a:lnTo>
                <a:cubicBezTo>
                  <a:pt x="21424" y="8864"/>
                  <a:pt x="21402" y="8743"/>
                  <a:pt x="21378" y="8623"/>
                </a:cubicBezTo>
                <a:close/>
                <a:moveTo>
                  <a:pt x="21514" y="9448"/>
                </a:moveTo>
                <a:lnTo>
                  <a:pt x="9447" y="21514"/>
                </a:lnTo>
                <a:cubicBezTo>
                  <a:pt x="9576" y="21530"/>
                  <a:pt x="9704" y="21546"/>
                  <a:pt x="9833" y="21557"/>
                </a:cubicBezTo>
                <a:lnTo>
                  <a:pt x="21557" y="9834"/>
                </a:lnTo>
                <a:cubicBezTo>
                  <a:pt x="21546" y="9705"/>
                  <a:pt x="21530" y="9576"/>
                  <a:pt x="21514" y="9448"/>
                </a:cubicBezTo>
                <a:close/>
                <a:moveTo>
                  <a:pt x="21590" y="10333"/>
                </a:moveTo>
                <a:lnTo>
                  <a:pt x="10332" y="21590"/>
                </a:lnTo>
                <a:cubicBezTo>
                  <a:pt x="10473" y="21596"/>
                  <a:pt x="10613" y="21599"/>
                  <a:pt x="10753" y="21600"/>
                </a:cubicBezTo>
                <a:lnTo>
                  <a:pt x="21600" y="10754"/>
                </a:lnTo>
                <a:cubicBezTo>
                  <a:pt x="21599" y="10613"/>
                  <a:pt x="21596" y="10473"/>
                  <a:pt x="21590" y="10333"/>
                </a:cubicBezTo>
                <a:close/>
                <a:moveTo>
                  <a:pt x="21590" y="11296"/>
                </a:moveTo>
                <a:lnTo>
                  <a:pt x="11295" y="21590"/>
                </a:lnTo>
                <a:cubicBezTo>
                  <a:pt x="11449" y="21583"/>
                  <a:pt x="11603" y="21572"/>
                  <a:pt x="11757" y="21558"/>
                </a:cubicBezTo>
                <a:lnTo>
                  <a:pt x="21558" y="11757"/>
                </a:lnTo>
                <a:cubicBezTo>
                  <a:pt x="21572" y="11603"/>
                  <a:pt x="21583" y="11450"/>
                  <a:pt x="21590" y="11296"/>
                </a:cubicBezTo>
                <a:close/>
                <a:moveTo>
                  <a:pt x="21489" y="12358"/>
                </a:moveTo>
                <a:lnTo>
                  <a:pt x="12358" y="21489"/>
                </a:lnTo>
                <a:cubicBezTo>
                  <a:pt x="12531" y="21464"/>
                  <a:pt x="12703" y="21434"/>
                  <a:pt x="12876" y="21400"/>
                </a:cubicBezTo>
                <a:lnTo>
                  <a:pt x="21400" y="12876"/>
                </a:lnTo>
                <a:cubicBezTo>
                  <a:pt x="21434" y="12704"/>
                  <a:pt x="21464" y="12531"/>
                  <a:pt x="21489" y="12358"/>
                </a:cubicBezTo>
                <a:close/>
                <a:moveTo>
                  <a:pt x="21239" y="13569"/>
                </a:moveTo>
                <a:lnTo>
                  <a:pt x="13569" y="21239"/>
                </a:lnTo>
                <a:cubicBezTo>
                  <a:pt x="13774" y="21185"/>
                  <a:pt x="13978" y="21125"/>
                  <a:pt x="14181" y="21058"/>
                </a:cubicBezTo>
                <a:lnTo>
                  <a:pt x="21058" y="14181"/>
                </a:lnTo>
                <a:cubicBezTo>
                  <a:pt x="21125" y="13978"/>
                  <a:pt x="21185" y="13774"/>
                  <a:pt x="21239" y="13569"/>
                </a:cubicBezTo>
                <a:close/>
                <a:moveTo>
                  <a:pt x="20736" y="15035"/>
                </a:moveTo>
                <a:lnTo>
                  <a:pt x="15035" y="20736"/>
                </a:lnTo>
                <a:cubicBezTo>
                  <a:pt x="15310" y="20619"/>
                  <a:pt x="15581" y="20493"/>
                  <a:pt x="15848" y="20352"/>
                </a:cubicBezTo>
                <a:lnTo>
                  <a:pt x="20352" y="15848"/>
                </a:lnTo>
                <a:cubicBezTo>
                  <a:pt x="20493" y="15581"/>
                  <a:pt x="20619" y="15310"/>
                  <a:pt x="20736" y="15035"/>
                </a:cubicBezTo>
                <a:close/>
                <a:moveTo>
                  <a:pt x="19400" y="17332"/>
                </a:moveTo>
                <a:lnTo>
                  <a:pt x="17332" y="19400"/>
                </a:lnTo>
                <a:cubicBezTo>
                  <a:pt x="17716" y="19108"/>
                  <a:pt x="18087" y="18789"/>
                  <a:pt x="18438" y="18438"/>
                </a:cubicBezTo>
                <a:cubicBezTo>
                  <a:pt x="18788" y="18087"/>
                  <a:pt x="19107" y="17716"/>
                  <a:pt x="19400" y="17332"/>
                </a:cubicBezTo>
                <a:close/>
              </a:path>
            </a:pathLst>
          </a:custGeom>
          <a:solidFill>
            <a:schemeClr val="accent4"/>
          </a:solidFill>
          <a:ln w="12700">
            <a:miter lim="400000"/>
          </a:ln>
        </p:spPr>
        <p:txBody>
          <a:bodyPr lIns="0" tIns="0" rIns="0" bIns="0" anchor="ctr"/>
          <a:lstStyle/>
          <a:p>
            <a:pPr marL="0" marR="0" lvl="0" indent="0" algn="ctr" defTabSz="8255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 kumimoji="0" sz="32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Helvetica Neue Medium"/>
              <a:sym typeface="Helvetica Neue Medium"/>
            </a:endParaRPr>
          </a:p>
        </p:txBody>
      </p:sp>
      <p:sp>
        <p:nvSpPr>
          <p:cNvPr id="200" name="Shape">
            <a:extLst>
              <a:ext uri="{FF2B5EF4-FFF2-40B4-BE49-F238E27FC236}">
                <a16:creationId xmlns:a16="http://schemas.microsoft.com/office/drawing/2014/main" id="{32D41D8F-D668-7B43-F47D-7C2AAD03F4EA}"/>
              </a:ext>
            </a:extLst>
          </p:cNvPr>
          <p:cNvSpPr/>
          <p:nvPr/>
        </p:nvSpPr>
        <p:spPr>
          <a:xfrm>
            <a:off x="22467966" y="8316507"/>
            <a:ext cx="4276957" cy="427713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800" y="0"/>
                </a:moveTo>
                <a:cubicBezTo>
                  <a:pt x="10787" y="0"/>
                  <a:pt x="10773" y="1"/>
                  <a:pt x="10759" y="1"/>
                </a:cubicBezTo>
                <a:lnTo>
                  <a:pt x="1" y="10760"/>
                </a:lnTo>
                <a:cubicBezTo>
                  <a:pt x="0" y="10900"/>
                  <a:pt x="3" y="11040"/>
                  <a:pt x="8" y="11181"/>
                </a:cubicBezTo>
                <a:lnTo>
                  <a:pt x="11180" y="9"/>
                </a:lnTo>
                <a:cubicBezTo>
                  <a:pt x="11054" y="4"/>
                  <a:pt x="10927" y="0"/>
                  <a:pt x="10800" y="0"/>
                </a:cubicBezTo>
                <a:close/>
                <a:moveTo>
                  <a:pt x="10211" y="17"/>
                </a:moveTo>
                <a:cubicBezTo>
                  <a:pt x="10057" y="25"/>
                  <a:pt x="9903" y="36"/>
                  <a:pt x="9748" y="51"/>
                </a:cubicBezTo>
                <a:lnTo>
                  <a:pt x="50" y="9749"/>
                </a:lnTo>
                <a:cubicBezTo>
                  <a:pt x="35" y="9903"/>
                  <a:pt x="25" y="10057"/>
                  <a:pt x="16" y="10212"/>
                </a:cubicBezTo>
                <a:lnTo>
                  <a:pt x="10211" y="17"/>
                </a:lnTo>
                <a:close/>
                <a:moveTo>
                  <a:pt x="11683" y="38"/>
                </a:moveTo>
                <a:lnTo>
                  <a:pt x="38" y="11684"/>
                </a:lnTo>
                <a:cubicBezTo>
                  <a:pt x="48" y="11814"/>
                  <a:pt x="62" y="11944"/>
                  <a:pt x="78" y="12075"/>
                </a:cubicBezTo>
                <a:lnTo>
                  <a:pt x="12074" y="78"/>
                </a:lnTo>
                <a:cubicBezTo>
                  <a:pt x="11944" y="63"/>
                  <a:pt x="11814" y="49"/>
                  <a:pt x="11683" y="38"/>
                </a:cubicBezTo>
                <a:close/>
                <a:moveTo>
                  <a:pt x="9136" y="131"/>
                </a:moveTo>
                <a:cubicBezTo>
                  <a:pt x="8960" y="158"/>
                  <a:pt x="8786" y="190"/>
                  <a:pt x="8611" y="226"/>
                </a:cubicBezTo>
                <a:lnTo>
                  <a:pt x="226" y="8611"/>
                </a:lnTo>
                <a:cubicBezTo>
                  <a:pt x="190" y="8786"/>
                  <a:pt x="157" y="8961"/>
                  <a:pt x="130" y="9137"/>
                </a:cubicBezTo>
                <a:lnTo>
                  <a:pt x="9136" y="131"/>
                </a:lnTo>
                <a:close/>
                <a:moveTo>
                  <a:pt x="12541" y="143"/>
                </a:moveTo>
                <a:lnTo>
                  <a:pt x="143" y="12541"/>
                </a:lnTo>
                <a:cubicBezTo>
                  <a:pt x="163" y="12663"/>
                  <a:pt x="183" y="12785"/>
                  <a:pt x="207" y="12906"/>
                </a:cubicBezTo>
                <a:lnTo>
                  <a:pt x="12906" y="208"/>
                </a:lnTo>
                <a:cubicBezTo>
                  <a:pt x="12785" y="184"/>
                  <a:pt x="12663" y="163"/>
                  <a:pt x="12541" y="143"/>
                </a:cubicBezTo>
                <a:close/>
                <a:moveTo>
                  <a:pt x="13343" y="303"/>
                </a:moveTo>
                <a:lnTo>
                  <a:pt x="303" y="13343"/>
                </a:lnTo>
                <a:cubicBezTo>
                  <a:pt x="330" y="13456"/>
                  <a:pt x="361" y="13569"/>
                  <a:pt x="392" y="13682"/>
                </a:cubicBezTo>
                <a:lnTo>
                  <a:pt x="13682" y="393"/>
                </a:lnTo>
                <a:cubicBezTo>
                  <a:pt x="13569" y="362"/>
                  <a:pt x="13456" y="331"/>
                  <a:pt x="13343" y="303"/>
                </a:cubicBezTo>
                <a:close/>
                <a:moveTo>
                  <a:pt x="7909" y="395"/>
                </a:moveTo>
                <a:cubicBezTo>
                  <a:pt x="7701" y="452"/>
                  <a:pt x="7495" y="515"/>
                  <a:pt x="7290" y="585"/>
                </a:cubicBezTo>
                <a:lnTo>
                  <a:pt x="584" y="7290"/>
                </a:lnTo>
                <a:cubicBezTo>
                  <a:pt x="514" y="7495"/>
                  <a:pt x="452" y="7702"/>
                  <a:pt x="394" y="7909"/>
                </a:cubicBezTo>
                <a:lnTo>
                  <a:pt x="7909" y="395"/>
                </a:lnTo>
                <a:close/>
                <a:moveTo>
                  <a:pt x="14094" y="515"/>
                </a:moveTo>
                <a:lnTo>
                  <a:pt x="514" y="14094"/>
                </a:lnTo>
                <a:cubicBezTo>
                  <a:pt x="549" y="14202"/>
                  <a:pt x="583" y="14310"/>
                  <a:pt x="620" y="14417"/>
                </a:cubicBezTo>
                <a:lnTo>
                  <a:pt x="14417" y="621"/>
                </a:lnTo>
                <a:cubicBezTo>
                  <a:pt x="14310" y="583"/>
                  <a:pt x="14202" y="549"/>
                  <a:pt x="14094" y="515"/>
                </a:cubicBezTo>
                <a:close/>
                <a:moveTo>
                  <a:pt x="14804" y="767"/>
                </a:moveTo>
                <a:lnTo>
                  <a:pt x="767" y="14804"/>
                </a:lnTo>
                <a:cubicBezTo>
                  <a:pt x="807" y="14905"/>
                  <a:pt x="851" y="15004"/>
                  <a:pt x="894" y="15104"/>
                </a:cubicBezTo>
                <a:lnTo>
                  <a:pt x="15104" y="895"/>
                </a:lnTo>
                <a:cubicBezTo>
                  <a:pt x="15004" y="852"/>
                  <a:pt x="14905" y="807"/>
                  <a:pt x="14804" y="767"/>
                </a:cubicBezTo>
                <a:close/>
                <a:moveTo>
                  <a:pt x="6411" y="932"/>
                </a:moveTo>
                <a:cubicBezTo>
                  <a:pt x="6118" y="1062"/>
                  <a:pt x="5831" y="1206"/>
                  <a:pt x="5549" y="1363"/>
                </a:cubicBezTo>
                <a:lnTo>
                  <a:pt x="1362" y="5549"/>
                </a:lnTo>
                <a:cubicBezTo>
                  <a:pt x="1205" y="5832"/>
                  <a:pt x="1061" y="6119"/>
                  <a:pt x="931" y="6411"/>
                </a:cubicBezTo>
                <a:lnTo>
                  <a:pt x="6411" y="932"/>
                </a:lnTo>
                <a:close/>
                <a:moveTo>
                  <a:pt x="15470" y="1061"/>
                </a:moveTo>
                <a:lnTo>
                  <a:pt x="1060" y="15471"/>
                </a:lnTo>
                <a:cubicBezTo>
                  <a:pt x="1106" y="15567"/>
                  <a:pt x="1153" y="15664"/>
                  <a:pt x="1202" y="15759"/>
                </a:cubicBezTo>
                <a:lnTo>
                  <a:pt x="15759" y="1203"/>
                </a:lnTo>
                <a:cubicBezTo>
                  <a:pt x="15663" y="1153"/>
                  <a:pt x="15567" y="1107"/>
                  <a:pt x="15470" y="1061"/>
                </a:cubicBezTo>
                <a:close/>
                <a:moveTo>
                  <a:pt x="16103" y="1391"/>
                </a:moveTo>
                <a:lnTo>
                  <a:pt x="1391" y="16103"/>
                </a:lnTo>
                <a:cubicBezTo>
                  <a:pt x="1442" y="16194"/>
                  <a:pt x="1494" y="16285"/>
                  <a:pt x="1549" y="16375"/>
                </a:cubicBezTo>
                <a:lnTo>
                  <a:pt x="16375" y="1549"/>
                </a:lnTo>
                <a:cubicBezTo>
                  <a:pt x="16285" y="1495"/>
                  <a:pt x="16194" y="1442"/>
                  <a:pt x="16103" y="1391"/>
                </a:cubicBezTo>
                <a:close/>
                <a:moveTo>
                  <a:pt x="16703" y="1754"/>
                </a:moveTo>
                <a:lnTo>
                  <a:pt x="1753" y="16703"/>
                </a:lnTo>
                <a:cubicBezTo>
                  <a:pt x="1809" y="16788"/>
                  <a:pt x="1869" y="16872"/>
                  <a:pt x="1928" y="16956"/>
                </a:cubicBezTo>
                <a:lnTo>
                  <a:pt x="16956" y="1928"/>
                </a:lnTo>
                <a:cubicBezTo>
                  <a:pt x="16872" y="1869"/>
                  <a:pt x="16788" y="1810"/>
                  <a:pt x="16703" y="1754"/>
                </a:cubicBezTo>
                <a:close/>
                <a:moveTo>
                  <a:pt x="17267" y="2151"/>
                </a:moveTo>
                <a:lnTo>
                  <a:pt x="2151" y="17267"/>
                </a:lnTo>
                <a:cubicBezTo>
                  <a:pt x="2212" y="17349"/>
                  <a:pt x="2274" y="17430"/>
                  <a:pt x="2338" y="17510"/>
                </a:cubicBezTo>
                <a:lnTo>
                  <a:pt x="17510" y="2338"/>
                </a:lnTo>
                <a:cubicBezTo>
                  <a:pt x="17430" y="2275"/>
                  <a:pt x="17349" y="2212"/>
                  <a:pt x="17267" y="2151"/>
                </a:cubicBezTo>
                <a:close/>
                <a:moveTo>
                  <a:pt x="3805" y="2574"/>
                </a:moveTo>
                <a:cubicBezTo>
                  <a:pt x="3586" y="2761"/>
                  <a:pt x="3370" y="2956"/>
                  <a:pt x="3163" y="3163"/>
                </a:cubicBezTo>
                <a:cubicBezTo>
                  <a:pt x="2955" y="3371"/>
                  <a:pt x="2761" y="3586"/>
                  <a:pt x="2574" y="3806"/>
                </a:cubicBezTo>
                <a:lnTo>
                  <a:pt x="3805" y="2574"/>
                </a:lnTo>
                <a:close/>
                <a:moveTo>
                  <a:pt x="17801" y="2579"/>
                </a:moveTo>
                <a:lnTo>
                  <a:pt x="2579" y="17801"/>
                </a:lnTo>
                <a:cubicBezTo>
                  <a:pt x="2645" y="17878"/>
                  <a:pt x="2709" y="17957"/>
                  <a:pt x="2777" y="18032"/>
                </a:cubicBezTo>
                <a:lnTo>
                  <a:pt x="18032" y="2777"/>
                </a:lnTo>
                <a:cubicBezTo>
                  <a:pt x="17957" y="2709"/>
                  <a:pt x="17878" y="2645"/>
                  <a:pt x="17801" y="2579"/>
                </a:cubicBezTo>
                <a:close/>
                <a:moveTo>
                  <a:pt x="18304" y="3036"/>
                </a:moveTo>
                <a:lnTo>
                  <a:pt x="3036" y="18304"/>
                </a:lnTo>
                <a:cubicBezTo>
                  <a:pt x="3079" y="18349"/>
                  <a:pt x="3119" y="18394"/>
                  <a:pt x="3163" y="18438"/>
                </a:cubicBezTo>
                <a:cubicBezTo>
                  <a:pt x="3191" y="18466"/>
                  <a:pt x="3222" y="18492"/>
                  <a:pt x="3250" y="18521"/>
                </a:cubicBezTo>
                <a:lnTo>
                  <a:pt x="18521" y="3251"/>
                </a:lnTo>
                <a:cubicBezTo>
                  <a:pt x="18492" y="3222"/>
                  <a:pt x="18466" y="3192"/>
                  <a:pt x="18438" y="3163"/>
                </a:cubicBezTo>
                <a:cubicBezTo>
                  <a:pt x="18394" y="3119"/>
                  <a:pt x="18348" y="3079"/>
                  <a:pt x="18304" y="3036"/>
                </a:cubicBezTo>
                <a:close/>
                <a:moveTo>
                  <a:pt x="18781" y="3523"/>
                </a:moveTo>
                <a:lnTo>
                  <a:pt x="3522" y="18781"/>
                </a:lnTo>
                <a:cubicBezTo>
                  <a:pt x="3598" y="18850"/>
                  <a:pt x="3676" y="18915"/>
                  <a:pt x="3753" y="18982"/>
                </a:cubicBezTo>
                <a:lnTo>
                  <a:pt x="18982" y="3753"/>
                </a:lnTo>
                <a:cubicBezTo>
                  <a:pt x="18915" y="3676"/>
                  <a:pt x="18850" y="3598"/>
                  <a:pt x="18781" y="3523"/>
                </a:cubicBezTo>
                <a:close/>
                <a:moveTo>
                  <a:pt x="19224" y="4041"/>
                </a:moveTo>
                <a:lnTo>
                  <a:pt x="4041" y="19224"/>
                </a:lnTo>
                <a:cubicBezTo>
                  <a:pt x="4121" y="19289"/>
                  <a:pt x="4202" y="19350"/>
                  <a:pt x="4283" y="19412"/>
                </a:cubicBezTo>
                <a:lnTo>
                  <a:pt x="19412" y="4283"/>
                </a:lnTo>
                <a:cubicBezTo>
                  <a:pt x="19350" y="4202"/>
                  <a:pt x="19289" y="4121"/>
                  <a:pt x="19224" y="4041"/>
                </a:cubicBezTo>
                <a:close/>
                <a:moveTo>
                  <a:pt x="19637" y="4591"/>
                </a:moveTo>
                <a:lnTo>
                  <a:pt x="4591" y="19637"/>
                </a:lnTo>
                <a:cubicBezTo>
                  <a:pt x="4675" y="19696"/>
                  <a:pt x="4758" y="19757"/>
                  <a:pt x="4843" y="19813"/>
                </a:cubicBezTo>
                <a:lnTo>
                  <a:pt x="19813" y="4844"/>
                </a:lnTo>
                <a:cubicBezTo>
                  <a:pt x="19757" y="4758"/>
                  <a:pt x="19696" y="4675"/>
                  <a:pt x="19637" y="4591"/>
                </a:cubicBezTo>
                <a:close/>
                <a:moveTo>
                  <a:pt x="20019" y="5172"/>
                </a:moveTo>
                <a:lnTo>
                  <a:pt x="5172" y="20019"/>
                </a:lnTo>
                <a:cubicBezTo>
                  <a:pt x="5261" y="20073"/>
                  <a:pt x="5351" y="20126"/>
                  <a:pt x="5441" y="20178"/>
                </a:cubicBezTo>
                <a:lnTo>
                  <a:pt x="20178" y="5441"/>
                </a:lnTo>
                <a:cubicBezTo>
                  <a:pt x="20126" y="5351"/>
                  <a:pt x="20073" y="5261"/>
                  <a:pt x="20019" y="5172"/>
                </a:cubicBezTo>
                <a:close/>
                <a:moveTo>
                  <a:pt x="20369" y="5782"/>
                </a:moveTo>
                <a:lnTo>
                  <a:pt x="5782" y="20369"/>
                </a:lnTo>
                <a:cubicBezTo>
                  <a:pt x="5877" y="20419"/>
                  <a:pt x="5974" y="20463"/>
                  <a:pt x="6071" y="20510"/>
                </a:cubicBezTo>
                <a:lnTo>
                  <a:pt x="20510" y="6071"/>
                </a:lnTo>
                <a:cubicBezTo>
                  <a:pt x="20463" y="5975"/>
                  <a:pt x="20419" y="5878"/>
                  <a:pt x="20369" y="5782"/>
                </a:cubicBezTo>
                <a:close/>
                <a:moveTo>
                  <a:pt x="20679" y="6434"/>
                </a:moveTo>
                <a:lnTo>
                  <a:pt x="6434" y="20679"/>
                </a:lnTo>
                <a:cubicBezTo>
                  <a:pt x="6534" y="20723"/>
                  <a:pt x="6633" y="20769"/>
                  <a:pt x="6734" y="20809"/>
                </a:cubicBezTo>
                <a:lnTo>
                  <a:pt x="20809" y="6735"/>
                </a:lnTo>
                <a:cubicBezTo>
                  <a:pt x="20769" y="6634"/>
                  <a:pt x="20723" y="6534"/>
                  <a:pt x="20679" y="6434"/>
                </a:cubicBezTo>
                <a:close/>
                <a:moveTo>
                  <a:pt x="20956" y="7121"/>
                </a:moveTo>
                <a:lnTo>
                  <a:pt x="7120" y="20956"/>
                </a:lnTo>
                <a:cubicBezTo>
                  <a:pt x="7226" y="20994"/>
                  <a:pt x="7333" y="21030"/>
                  <a:pt x="7439" y="21065"/>
                </a:cubicBezTo>
                <a:lnTo>
                  <a:pt x="21065" y="7439"/>
                </a:lnTo>
                <a:cubicBezTo>
                  <a:pt x="21030" y="7333"/>
                  <a:pt x="20994" y="7226"/>
                  <a:pt x="20956" y="7121"/>
                </a:cubicBezTo>
                <a:close/>
                <a:moveTo>
                  <a:pt x="21190" y="7848"/>
                </a:moveTo>
                <a:lnTo>
                  <a:pt x="7848" y="21190"/>
                </a:lnTo>
                <a:cubicBezTo>
                  <a:pt x="7960" y="21221"/>
                  <a:pt x="8073" y="21252"/>
                  <a:pt x="8186" y="21280"/>
                </a:cubicBezTo>
                <a:lnTo>
                  <a:pt x="21280" y="8186"/>
                </a:lnTo>
                <a:cubicBezTo>
                  <a:pt x="21252" y="8073"/>
                  <a:pt x="21221" y="7960"/>
                  <a:pt x="21190" y="7848"/>
                </a:cubicBezTo>
                <a:close/>
                <a:moveTo>
                  <a:pt x="21378" y="8623"/>
                </a:moveTo>
                <a:lnTo>
                  <a:pt x="8623" y="21378"/>
                </a:lnTo>
                <a:cubicBezTo>
                  <a:pt x="8743" y="21402"/>
                  <a:pt x="8863" y="21424"/>
                  <a:pt x="8984" y="21445"/>
                </a:cubicBezTo>
                <a:lnTo>
                  <a:pt x="21445" y="8984"/>
                </a:lnTo>
                <a:cubicBezTo>
                  <a:pt x="21424" y="8864"/>
                  <a:pt x="21402" y="8743"/>
                  <a:pt x="21378" y="8623"/>
                </a:cubicBezTo>
                <a:close/>
                <a:moveTo>
                  <a:pt x="21514" y="9448"/>
                </a:moveTo>
                <a:lnTo>
                  <a:pt x="9447" y="21514"/>
                </a:lnTo>
                <a:cubicBezTo>
                  <a:pt x="9576" y="21530"/>
                  <a:pt x="9704" y="21546"/>
                  <a:pt x="9833" y="21557"/>
                </a:cubicBezTo>
                <a:lnTo>
                  <a:pt x="21557" y="9834"/>
                </a:lnTo>
                <a:cubicBezTo>
                  <a:pt x="21546" y="9705"/>
                  <a:pt x="21530" y="9576"/>
                  <a:pt x="21514" y="9448"/>
                </a:cubicBezTo>
                <a:close/>
                <a:moveTo>
                  <a:pt x="21590" y="10333"/>
                </a:moveTo>
                <a:lnTo>
                  <a:pt x="10332" y="21590"/>
                </a:lnTo>
                <a:cubicBezTo>
                  <a:pt x="10473" y="21596"/>
                  <a:pt x="10613" y="21599"/>
                  <a:pt x="10753" y="21600"/>
                </a:cubicBezTo>
                <a:lnTo>
                  <a:pt x="21600" y="10754"/>
                </a:lnTo>
                <a:cubicBezTo>
                  <a:pt x="21599" y="10613"/>
                  <a:pt x="21596" y="10473"/>
                  <a:pt x="21590" y="10333"/>
                </a:cubicBezTo>
                <a:close/>
                <a:moveTo>
                  <a:pt x="21590" y="11296"/>
                </a:moveTo>
                <a:lnTo>
                  <a:pt x="11295" y="21590"/>
                </a:lnTo>
                <a:cubicBezTo>
                  <a:pt x="11449" y="21583"/>
                  <a:pt x="11603" y="21572"/>
                  <a:pt x="11757" y="21558"/>
                </a:cubicBezTo>
                <a:lnTo>
                  <a:pt x="21558" y="11757"/>
                </a:lnTo>
                <a:cubicBezTo>
                  <a:pt x="21572" y="11603"/>
                  <a:pt x="21583" y="11450"/>
                  <a:pt x="21590" y="11296"/>
                </a:cubicBezTo>
                <a:close/>
                <a:moveTo>
                  <a:pt x="21489" y="12358"/>
                </a:moveTo>
                <a:lnTo>
                  <a:pt x="12358" y="21489"/>
                </a:lnTo>
                <a:cubicBezTo>
                  <a:pt x="12531" y="21464"/>
                  <a:pt x="12703" y="21434"/>
                  <a:pt x="12876" y="21400"/>
                </a:cubicBezTo>
                <a:lnTo>
                  <a:pt x="21400" y="12876"/>
                </a:lnTo>
                <a:cubicBezTo>
                  <a:pt x="21434" y="12704"/>
                  <a:pt x="21464" y="12531"/>
                  <a:pt x="21489" y="12358"/>
                </a:cubicBezTo>
                <a:close/>
                <a:moveTo>
                  <a:pt x="21239" y="13569"/>
                </a:moveTo>
                <a:lnTo>
                  <a:pt x="13569" y="21239"/>
                </a:lnTo>
                <a:cubicBezTo>
                  <a:pt x="13774" y="21185"/>
                  <a:pt x="13978" y="21125"/>
                  <a:pt x="14181" y="21058"/>
                </a:cubicBezTo>
                <a:lnTo>
                  <a:pt x="21058" y="14181"/>
                </a:lnTo>
                <a:cubicBezTo>
                  <a:pt x="21125" y="13978"/>
                  <a:pt x="21185" y="13774"/>
                  <a:pt x="21239" y="13569"/>
                </a:cubicBezTo>
                <a:close/>
                <a:moveTo>
                  <a:pt x="20736" y="15035"/>
                </a:moveTo>
                <a:lnTo>
                  <a:pt x="15035" y="20736"/>
                </a:lnTo>
                <a:cubicBezTo>
                  <a:pt x="15310" y="20619"/>
                  <a:pt x="15581" y="20493"/>
                  <a:pt x="15848" y="20352"/>
                </a:cubicBezTo>
                <a:lnTo>
                  <a:pt x="20352" y="15848"/>
                </a:lnTo>
                <a:cubicBezTo>
                  <a:pt x="20493" y="15581"/>
                  <a:pt x="20619" y="15310"/>
                  <a:pt x="20736" y="15035"/>
                </a:cubicBezTo>
                <a:close/>
                <a:moveTo>
                  <a:pt x="19400" y="17332"/>
                </a:moveTo>
                <a:lnTo>
                  <a:pt x="17332" y="19400"/>
                </a:lnTo>
                <a:cubicBezTo>
                  <a:pt x="17716" y="19108"/>
                  <a:pt x="18087" y="18789"/>
                  <a:pt x="18438" y="18438"/>
                </a:cubicBezTo>
                <a:cubicBezTo>
                  <a:pt x="18788" y="18087"/>
                  <a:pt x="19107" y="17716"/>
                  <a:pt x="19400" y="17332"/>
                </a:cubicBezTo>
                <a:close/>
              </a:path>
            </a:pathLst>
          </a:custGeom>
          <a:solidFill>
            <a:schemeClr val="accent4"/>
          </a:solidFill>
          <a:ln w="12700">
            <a:miter lim="400000"/>
          </a:ln>
        </p:spPr>
        <p:txBody>
          <a:bodyPr lIns="0" tIns="0" rIns="0" bIns="0" anchor="ctr"/>
          <a:lstStyle/>
          <a:p>
            <a:pPr marL="0" marR="0" lvl="0" indent="0" algn="ctr" defTabSz="8255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 kumimoji="0" sz="32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Helvetica Neue Medium"/>
              <a:sym typeface="Helvetica Neue Medium"/>
            </a:endParaRPr>
          </a:p>
        </p:txBody>
      </p:sp>
      <p:sp>
        <p:nvSpPr>
          <p:cNvPr id="201" name="Shape">
            <a:extLst>
              <a:ext uri="{FF2B5EF4-FFF2-40B4-BE49-F238E27FC236}">
                <a16:creationId xmlns:a16="http://schemas.microsoft.com/office/drawing/2014/main" id="{500B3322-631E-95B1-82E7-761322D8A649}"/>
              </a:ext>
            </a:extLst>
          </p:cNvPr>
          <p:cNvSpPr/>
          <p:nvPr/>
        </p:nvSpPr>
        <p:spPr>
          <a:xfrm>
            <a:off x="-9782" y="-14685"/>
            <a:ext cx="5401449" cy="1371951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489" h="21600" extrusionOk="0">
                <a:moveTo>
                  <a:pt x="9876" y="0"/>
                </a:moveTo>
                <a:cubicBezTo>
                  <a:pt x="14909" y="1061"/>
                  <a:pt x="18164" y="3091"/>
                  <a:pt x="18448" y="5345"/>
                </a:cubicBezTo>
                <a:cubicBezTo>
                  <a:pt x="18695" y="7304"/>
                  <a:pt x="16642" y="9198"/>
                  <a:pt x="12885" y="10477"/>
                </a:cubicBezTo>
                <a:cubicBezTo>
                  <a:pt x="8651" y="11730"/>
                  <a:pt x="7084" y="13955"/>
                  <a:pt x="9071" y="15894"/>
                </a:cubicBezTo>
                <a:cubicBezTo>
                  <a:pt x="10355" y="17147"/>
                  <a:pt x="13013" y="18098"/>
                  <a:pt x="16290" y="18479"/>
                </a:cubicBezTo>
                <a:cubicBezTo>
                  <a:pt x="17951" y="18702"/>
                  <a:pt x="19367" y="19144"/>
                  <a:pt x="20305" y="19731"/>
                </a:cubicBezTo>
                <a:cubicBezTo>
                  <a:pt x="21193" y="20288"/>
                  <a:pt x="21600" y="20944"/>
                  <a:pt x="21463" y="21600"/>
                </a:cubicBezTo>
                <a:lnTo>
                  <a:pt x="0" y="21600"/>
                </a:lnTo>
                <a:lnTo>
                  <a:pt x="0" y="1"/>
                </a:lnTo>
                <a:lnTo>
                  <a:pt x="9876" y="0"/>
                </a:lnTo>
                <a:close/>
              </a:path>
            </a:pathLst>
          </a:custGeom>
          <a:solidFill>
            <a:schemeClr val="accent3"/>
          </a:solidFill>
          <a:ln w="12700">
            <a:miter lim="400000"/>
          </a:ln>
          <a:effectLst>
            <a:outerShdw blurRad="914400" dist="25400" dir="5400000" rotWithShape="0">
              <a:srgbClr val="000000">
                <a:alpha val="50000"/>
              </a:srgbClr>
            </a:outerShdw>
          </a:effectLst>
        </p:spPr>
        <p:txBody>
          <a:bodyPr lIns="50800" tIns="50800" rIns="50800" bIns="50800" anchor="ctr"/>
          <a:lstStyle/>
          <a:p>
            <a:pPr marL="0" marR="0" lvl="0" indent="0" algn="ctr" defTabSz="8255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3000" b="1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Helvetica Neue"/>
              <a:sym typeface="Helvetica Neue"/>
            </a:endParaRPr>
          </a:p>
        </p:txBody>
      </p:sp>
      <p:sp>
        <p:nvSpPr>
          <p:cNvPr id="202" name="Shape">
            <a:extLst>
              <a:ext uri="{FF2B5EF4-FFF2-40B4-BE49-F238E27FC236}">
                <a16:creationId xmlns:a16="http://schemas.microsoft.com/office/drawing/2014/main" id="{C5D2FBF9-CA8F-AAFF-F575-517C0DF6C79F}"/>
              </a:ext>
            </a:extLst>
          </p:cNvPr>
          <p:cNvSpPr/>
          <p:nvPr/>
        </p:nvSpPr>
        <p:spPr>
          <a:xfrm>
            <a:off x="14077382" y="-26393"/>
            <a:ext cx="10315136" cy="10264133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490" h="20992" extrusionOk="0">
                <a:moveTo>
                  <a:pt x="22" y="0"/>
                </a:moveTo>
                <a:cubicBezTo>
                  <a:pt x="-110" y="1123"/>
                  <a:pt x="362" y="2232"/>
                  <a:pt x="1268" y="2930"/>
                </a:cubicBezTo>
                <a:cubicBezTo>
                  <a:pt x="2187" y="3637"/>
                  <a:pt x="3418" y="3817"/>
                  <a:pt x="4507" y="3403"/>
                </a:cubicBezTo>
                <a:cubicBezTo>
                  <a:pt x="6055" y="2610"/>
                  <a:pt x="7961" y="3061"/>
                  <a:pt x="8970" y="4460"/>
                </a:cubicBezTo>
                <a:cubicBezTo>
                  <a:pt x="9809" y="5622"/>
                  <a:pt x="9807" y="7178"/>
                  <a:pt x="8965" y="8338"/>
                </a:cubicBezTo>
                <a:cubicBezTo>
                  <a:pt x="6771" y="11924"/>
                  <a:pt x="7613" y="16550"/>
                  <a:pt x="10936" y="19169"/>
                </a:cubicBezTo>
                <a:cubicBezTo>
                  <a:pt x="14018" y="21597"/>
                  <a:pt x="18405" y="21600"/>
                  <a:pt x="21490" y="19175"/>
                </a:cubicBezTo>
                <a:lnTo>
                  <a:pt x="21490" y="35"/>
                </a:lnTo>
                <a:lnTo>
                  <a:pt x="22" y="0"/>
                </a:lnTo>
                <a:close/>
              </a:path>
            </a:pathLst>
          </a:custGeom>
          <a:solidFill>
            <a:schemeClr val="accent3"/>
          </a:solidFill>
          <a:ln w="12700">
            <a:miter lim="400000"/>
          </a:ln>
          <a:effectLst>
            <a:outerShdw blurRad="914400" dist="25400" dir="5400000" rotWithShape="0">
              <a:srgbClr val="000000">
                <a:alpha val="50000"/>
              </a:srgbClr>
            </a:outerShdw>
          </a:effectLst>
        </p:spPr>
        <p:txBody>
          <a:bodyPr lIns="50800" tIns="50800" rIns="50800" bIns="50800" anchor="ctr"/>
          <a:lstStyle/>
          <a:p>
            <a:pPr marL="0" marR="0" lvl="0" indent="0" algn="ctr" defTabSz="8255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3000" b="1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Helvetica Neue"/>
              <a:sym typeface="Helvetica Neue"/>
            </a:endParaRPr>
          </a:p>
        </p:txBody>
      </p:sp>
      <p:sp>
        <p:nvSpPr>
          <p:cNvPr id="203" name="Circle">
            <a:extLst>
              <a:ext uri="{FF2B5EF4-FFF2-40B4-BE49-F238E27FC236}">
                <a16:creationId xmlns:a16="http://schemas.microsoft.com/office/drawing/2014/main" id="{CFB50990-76EF-DC29-1B46-9DC9501E21FF}"/>
              </a:ext>
            </a:extLst>
          </p:cNvPr>
          <p:cNvSpPr/>
          <p:nvPr/>
        </p:nvSpPr>
        <p:spPr>
          <a:xfrm>
            <a:off x="17006264" y="352354"/>
            <a:ext cx="494973" cy="494972"/>
          </a:xfrm>
          <a:prstGeom prst="ellipse">
            <a:avLst/>
          </a:prstGeom>
          <a:gradFill>
            <a:gsLst>
              <a:gs pos="0">
                <a:schemeClr val="accent2"/>
              </a:gs>
              <a:gs pos="100000">
                <a:schemeClr val="accent1"/>
              </a:gs>
            </a:gsLst>
            <a:lin ang="5400000"/>
          </a:gradFill>
          <a:ln w="12700">
            <a:miter lim="400000"/>
          </a:ln>
        </p:spPr>
        <p:txBody>
          <a:bodyPr lIns="0" tIns="0" rIns="0" bIns="0" anchor="ctr"/>
          <a:lstStyle/>
          <a:p>
            <a:pPr marL="0" marR="0" lvl="0" indent="0" algn="ctr" defTabSz="8255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 kumimoji="0" sz="32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Helvetica Neue Medium"/>
              <a:sym typeface="Helvetica Neue Medium"/>
            </a:endParaRPr>
          </a:p>
        </p:txBody>
      </p:sp>
      <p:sp>
        <p:nvSpPr>
          <p:cNvPr id="204" name="Circle">
            <a:extLst>
              <a:ext uri="{FF2B5EF4-FFF2-40B4-BE49-F238E27FC236}">
                <a16:creationId xmlns:a16="http://schemas.microsoft.com/office/drawing/2014/main" id="{79D39FA1-C783-3607-168D-70030DE9E2F5}"/>
              </a:ext>
            </a:extLst>
          </p:cNvPr>
          <p:cNvSpPr/>
          <p:nvPr/>
        </p:nvSpPr>
        <p:spPr>
          <a:xfrm>
            <a:off x="-564062" y="1321716"/>
            <a:ext cx="1150610" cy="1150611"/>
          </a:xfrm>
          <a:prstGeom prst="ellipse">
            <a:avLst/>
          </a:prstGeom>
          <a:gradFill>
            <a:gsLst>
              <a:gs pos="0">
                <a:schemeClr val="accent2"/>
              </a:gs>
              <a:gs pos="100000">
                <a:schemeClr val="accent1"/>
              </a:gs>
            </a:gsLst>
            <a:lin ang="5400000"/>
          </a:gradFill>
          <a:ln w="12700">
            <a:miter lim="400000"/>
          </a:ln>
        </p:spPr>
        <p:txBody>
          <a:bodyPr lIns="0" tIns="0" rIns="0" bIns="0" anchor="ctr"/>
          <a:lstStyle/>
          <a:p>
            <a:pPr marL="0" marR="0" lvl="0" indent="0" algn="ctr" defTabSz="8255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 kumimoji="0" sz="32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Helvetica Neue Medium"/>
              <a:sym typeface="Helvetica Neue Medium"/>
            </a:endParaRPr>
          </a:p>
        </p:txBody>
      </p:sp>
      <p:sp>
        <p:nvSpPr>
          <p:cNvPr id="205" name="TOPIC #1 - $100">
            <a:extLst>
              <a:ext uri="{FF2B5EF4-FFF2-40B4-BE49-F238E27FC236}">
                <a16:creationId xmlns:a16="http://schemas.microsoft.com/office/drawing/2014/main" id="{55F457F4-D269-1C76-8500-1627A8C33558}"/>
              </a:ext>
            </a:extLst>
          </p:cNvPr>
          <p:cNvSpPr txBox="1"/>
          <p:nvPr/>
        </p:nvSpPr>
        <p:spPr>
          <a:xfrm>
            <a:off x="1318646" y="1076284"/>
            <a:ext cx="19014054" cy="164147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50800" tIns="50800" rIns="50800" bIns="50800" anchor="ctr">
            <a:spAutoFit/>
          </a:bodyPr>
          <a:lstStyle/>
          <a:p>
            <a:pPr marL="0" marR="0" lvl="0" indent="0" algn="l" defTabSz="8255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0000" b="0">
                <a:solidFill>
                  <a:srgbClr val="F6C543"/>
                </a:solidFill>
                <a:latin typeface="Impact"/>
                <a:ea typeface="Impact"/>
                <a:cs typeface="Impact"/>
                <a:sym typeface="Impact"/>
              </a:defRPr>
            </a:pPr>
            <a:r>
              <a:rPr kumimoji="0" lang="en-US" altLang="zh-CN" sz="10000" b="0" i="0" u="none" strike="noStrike" kern="0" cap="none" spc="0" normalizeH="0" baseline="0" noProof="0" dirty="0">
                <a:ln>
                  <a:noFill/>
                </a:ln>
                <a:solidFill>
                  <a:srgbClr val="F6C542"/>
                </a:solidFill>
                <a:effectLst/>
                <a:uLnTx/>
                <a:uFillTx/>
                <a:latin typeface="Impact"/>
                <a:sym typeface="Impact"/>
              </a:rPr>
              <a:t>UNIT</a:t>
            </a:r>
            <a:r>
              <a:rPr kumimoji="0" sz="10000" b="0" i="0" u="none" strike="noStrike" kern="0" cap="none" spc="0" normalizeH="0" baseline="0" noProof="0" dirty="0">
                <a:ln>
                  <a:noFill/>
                </a:ln>
                <a:solidFill>
                  <a:srgbClr val="F6C542"/>
                </a:solidFill>
                <a:effectLst/>
                <a:uLnTx/>
                <a:uFillTx/>
                <a:latin typeface="Impact"/>
                <a:sym typeface="Impact"/>
              </a:rPr>
              <a:t> #</a:t>
            </a:r>
            <a:r>
              <a:rPr lang="en-US" sz="10000" b="0" dirty="0">
                <a:solidFill>
                  <a:srgbClr val="F6C542"/>
                </a:solidFill>
                <a:latin typeface="Impact"/>
                <a:sym typeface="Impact"/>
              </a:rPr>
              <a:t>3 </a:t>
            </a:r>
            <a:r>
              <a:rPr kumimoji="0" lang="en-US" altLang="zh-CN" sz="100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Impact"/>
                <a:sym typeface="Impact"/>
              </a:rPr>
              <a:t>–</a:t>
            </a:r>
            <a:r>
              <a:rPr kumimoji="0" sz="100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Impact"/>
                <a:sym typeface="Impact"/>
              </a:rPr>
              <a:t> </a:t>
            </a:r>
            <a:r>
              <a:rPr kumimoji="0" lang="zh-CN" altLang="en-US" sz="100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华文楷体" panose="02010600040101010101" pitchFamily="2" charset="-122"/>
                <a:ea typeface="华文楷体" panose="02010600040101010101" pitchFamily="2" charset="-122"/>
                <a:sym typeface="Impact"/>
              </a:rPr>
              <a:t>基本立体与表面交线</a:t>
            </a:r>
            <a:endParaRPr kumimoji="0" sz="100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华文楷体" panose="02010600040101010101" pitchFamily="2" charset="-122"/>
              <a:ea typeface="华文楷体" panose="02010600040101010101" pitchFamily="2" charset="-122"/>
              <a:sym typeface="Impact"/>
            </a:endParaRPr>
          </a:p>
        </p:txBody>
      </p:sp>
      <p:sp>
        <p:nvSpPr>
          <p:cNvPr id="206" name="Shape">
            <a:extLst>
              <a:ext uri="{FF2B5EF4-FFF2-40B4-BE49-F238E27FC236}">
                <a16:creationId xmlns:a16="http://schemas.microsoft.com/office/drawing/2014/main" id="{74931BE1-9B6E-E21B-E694-A24FECCF1C67}"/>
              </a:ext>
            </a:extLst>
          </p:cNvPr>
          <p:cNvSpPr/>
          <p:nvPr/>
        </p:nvSpPr>
        <p:spPr>
          <a:xfrm>
            <a:off x="-306915" y="8239797"/>
            <a:ext cx="1046530" cy="104640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9679" h="20595" extrusionOk="0">
                <a:moveTo>
                  <a:pt x="9839" y="0"/>
                </a:moveTo>
                <a:cubicBezTo>
                  <a:pt x="7321" y="0"/>
                  <a:pt x="4802" y="1006"/>
                  <a:pt x="2881" y="3017"/>
                </a:cubicBezTo>
                <a:cubicBezTo>
                  <a:pt x="-961" y="7038"/>
                  <a:pt x="-961" y="13557"/>
                  <a:pt x="2881" y="17578"/>
                </a:cubicBezTo>
                <a:cubicBezTo>
                  <a:pt x="6724" y="21600"/>
                  <a:pt x="12954" y="21600"/>
                  <a:pt x="16797" y="17578"/>
                </a:cubicBezTo>
                <a:cubicBezTo>
                  <a:pt x="20639" y="13557"/>
                  <a:pt x="20639" y="7038"/>
                  <a:pt x="16797" y="3017"/>
                </a:cubicBezTo>
                <a:cubicBezTo>
                  <a:pt x="14876" y="1006"/>
                  <a:pt x="12357" y="0"/>
                  <a:pt x="9839" y="0"/>
                </a:cubicBezTo>
                <a:close/>
                <a:moveTo>
                  <a:pt x="9839" y="2649"/>
                </a:moveTo>
                <a:cubicBezTo>
                  <a:pt x="11709" y="2649"/>
                  <a:pt x="13580" y="3397"/>
                  <a:pt x="15007" y="4890"/>
                </a:cubicBezTo>
                <a:cubicBezTo>
                  <a:pt x="17861" y="7877"/>
                  <a:pt x="17861" y="12718"/>
                  <a:pt x="15007" y="15705"/>
                </a:cubicBezTo>
                <a:cubicBezTo>
                  <a:pt x="12153" y="18692"/>
                  <a:pt x="7525" y="18692"/>
                  <a:pt x="4671" y="15705"/>
                </a:cubicBezTo>
                <a:cubicBezTo>
                  <a:pt x="1817" y="12718"/>
                  <a:pt x="1817" y="7877"/>
                  <a:pt x="4671" y="4890"/>
                </a:cubicBezTo>
                <a:cubicBezTo>
                  <a:pt x="6098" y="3397"/>
                  <a:pt x="7969" y="2649"/>
                  <a:pt x="9839" y="2649"/>
                </a:cubicBezTo>
                <a:close/>
              </a:path>
            </a:pathLst>
          </a:custGeom>
          <a:gradFill>
            <a:gsLst>
              <a:gs pos="0">
                <a:schemeClr val="accent2"/>
              </a:gs>
              <a:gs pos="100000">
                <a:schemeClr val="accent1"/>
              </a:gs>
            </a:gsLst>
            <a:lin ang="5400000"/>
          </a:gradFill>
          <a:ln w="12700">
            <a:miter lim="400000"/>
          </a:ln>
        </p:spPr>
        <p:txBody>
          <a:bodyPr lIns="0" tIns="0" rIns="0" bIns="0" anchor="ctr"/>
          <a:lstStyle/>
          <a:p>
            <a:pPr marL="0" marR="0" lvl="0" indent="0" algn="ctr" defTabSz="8255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 kumimoji="0" sz="32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Helvetica Neue Medium"/>
              <a:sym typeface="Helvetica Neue Medium"/>
            </a:endParaRPr>
          </a:p>
        </p:txBody>
      </p:sp>
      <p:sp>
        <p:nvSpPr>
          <p:cNvPr id="207" name="Shape">
            <a:extLst>
              <a:ext uri="{FF2B5EF4-FFF2-40B4-BE49-F238E27FC236}">
                <a16:creationId xmlns:a16="http://schemas.microsoft.com/office/drawing/2014/main" id="{2A269BBE-7D35-FB64-8E1C-7E9D1AD2C169}"/>
              </a:ext>
            </a:extLst>
          </p:cNvPr>
          <p:cNvSpPr/>
          <p:nvPr/>
        </p:nvSpPr>
        <p:spPr>
          <a:xfrm>
            <a:off x="19865947" y="2060686"/>
            <a:ext cx="2330506" cy="233022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9679" h="20595" extrusionOk="0">
                <a:moveTo>
                  <a:pt x="9839" y="0"/>
                </a:moveTo>
                <a:cubicBezTo>
                  <a:pt x="7321" y="0"/>
                  <a:pt x="4802" y="1006"/>
                  <a:pt x="2881" y="3017"/>
                </a:cubicBezTo>
                <a:cubicBezTo>
                  <a:pt x="-961" y="7038"/>
                  <a:pt x="-961" y="13557"/>
                  <a:pt x="2881" y="17578"/>
                </a:cubicBezTo>
                <a:cubicBezTo>
                  <a:pt x="6724" y="21600"/>
                  <a:pt x="12954" y="21600"/>
                  <a:pt x="16797" y="17578"/>
                </a:cubicBezTo>
                <a:cubicBezTo>
                  <a:pt x="20639" y="13557"/>
                  <a:pt x="20639" y="7038"/>
                  <a:pt x="16797" y="3017"/>
                </a:cubicBezTo>
                <a:cubicBezTo>
                  <a:pt x="14876" y="1006"/>
                  <a:pt x="12357" y="0"/>
                  <a:pt x="9839" y="0"/>
                </a:cubicBezTo>
                <a:close/>
                <a:moveTo>
                  <a:pt x="9839" y="2649"/>
                </a:moveTo>
                <a:cubicBezTo>
                  <a:pt x="11709" y="2649"/>
                  <a:pt x="13580" y="3397"/>
                  <a:pt x="15007" y="4890"/>
                </a:cubicBezTo>
                <a:cubicBezTo>
                  <a:pt x="17861" y="7877"/>
                  <a:pt x="17861" y="12718"/>
                  <a:pt x="15007" y="15705"/>
                </a:cubicBezTo>
                <a:cubicBezTo>
                  <a:pt x="12153" y="18692"/>
                  <a:pt x="7525" y="18692"/>
                  <a:pt x="4671" y="15705"/>
                </a:cubicBezTo>
                <a:cubicBezTo>
                  <a:pt x="1817" y="12718"/>
                  <a:pt x="1817" y="7877"/>
                  <a:pt x="4671" y="4890"/>
                </a:cubicBezTo>
                <a:cubicBezTo>
                  <a:pt x="6098" y="3397"/>
                  <a:pt x="7969" y="2649"/>
                  <a:pt x="9839" y="2649"/>
                </a:cubicBezTo>
                <a:close/>
              </a:path>
            </a:pathLst>
          </a:custGeom>
          <a:gradFill>
            <a:gsLst>
              <a:gs pos="0">
                <a:schemeClr val="accent2"/>
              </a:gs>
              <a:gs pos="100000">
                <a:schemeClr val="accent1"/>
              </a:gs>
            </a:gsLst>
            <a:lin ang="5400000"/>
          </a:gradFill>
          <a:ln w="12700">
            <a:miter lim="400000"/>
          </a:ln>
        </p:spPr>
        <p:txBody>
          <a:bodyPr lIns="0" tIns="0" rIns="0" bIns="0" anchor="ctr"/>
          <a:lstStyle/>
          <a:p>
            <a:pPr marL="0" marR="0" lvl="0" indent="0" algn="ctr" defTabSz="8255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 kumimoji="0" sz="32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Helvetica Neue Medium"/>
              <a:sym typeface="Helvetica Neue Medium"/>
            </a:endParaRPr>
          </a:p>
        </p:txBody>
      </p:sp>
      <p:sp>
        <p:nvSpPr>
          <p:cNvPr id="208" name="Rounded Rectangle">
            <a:extLst>
              <a:ext uri="{FF2B5EF4-FFF2-40B4-BE49-F238E27FC236}">
                <a16:creationId xmlns:a16="http://schemas.microsoft.com/office/drawing/2014/main" id="{2A343D34-142B-A52E-0C3E-74025B801B99}"/>
              </a:ext>
            </a:extLst>
          </p:cNvPr>
          <p:cNvSpPr/>
          <p:nvPr/>
        </p:nvSpPr>
        <p:spPr>
          <a:xfrm>
            <a:off x="1413182" y="3302000"/>
            <a:ext cx="21616294" cy="8897388"/>
          </a:xfrm>
          <a:prstGeom prst="roundRect">
            <a:avLst>
              <a:gd name="adj" fmla="val 2897"/>
            </a:avLst>
          </a:prstGeom>
          <a:solidFill>
            <a:schemeClr val="accent4"/>
          </a:solidFill>
          <a:ln w="12700">
            <a:miter lim="400000"/>
          </a:ln>
          <a:effectLst>
            <a:outerShdw blurRad="558800" dist="71163" dir="5400000" rotWithShape="0">
              <a:srgbClr val="000000">
                <a:alpha val="19617"/>
              </a:srgbClr>
            </a:outerShdw>
          </a:effectLst>
        </p:spPr>
        <p:txBody>
          <a:bodyPr lIns="0" tIns="0" rIns="0" bIns="0" anchor="ctr"/>
          <a:lstStyle/>
          <a:p>
            <a:pPr marL="0" marR="0" lvl="0" indent="0" algn="ctr" defTabSz="8255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 kumimoji="0" sz="32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Helvetica Neue Medium"/>
              <a:sym typeface="Helvetica Neue Medium"/>
            </a:endParaRPr>
          </a:p>
        </p:txBody>
      </p:sp>
      <p:sp>
        <p:nvSpPr>
          <p:cNvPr id="209" name="Type question here?">
            <a:extLst>
              <a:ext uri="{FF2B5EF4-FFF2-40B4-BE49-F238E27FC236}">
                <a16:creationId xmlns:a16="http://schemas.microsoft.com/office/drawing/2014/main" id="{A25ECA81-A45B-9CE3-9AEA-ACE7B2233E58}"/>
              </a:ext>
            </a:extLst>
          </p:cNvPr>
          <p:cNvSpPr txBox="1"/>
          <p:nvPr/>
        </p:nvSpPr>
        <p:spPr>
          <a:xfrm>
            <a:off x="6553586" y="4666729"/>
            <a:ext cx="11335485" cy="564257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>
            <a:lvl1pPr>
              <a:defRPr sz="8000" b="0">
                <a:solidFill>
                  <a:srgbClr val="FEFFFF"/>
                </a:solidFill>
                <a:latin typeface="Impact"/>
                <a:ea typeface="Impact"/>
                <a:cs typeface="Impact"/>
                <a:sym typeface="Impact"/>
              </a:defRPr>
            </a:lvl1pPr>
          </a:lstStyle>
          <a:p>
            <a:pPr marL="0" marR="0" lvl="0" indent="0" algn="l" defTabSz="8255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200" b="0" i="0" u="none" strike="noStrike" kern="0" cap="none" spc="0" normalizeH="0" baseline="0" noProof="0" dirty="0">
                <a:ln>
                  <a:noFill/>
                </a:ln>
                <a:solidFill>
                  <a:srgbClr val="FEFFFF"/>
                </a:solidFill>
                <a:effectLst/>
                <a:uLnTx/>
                <a:uFillTx/>
                <a:latin typeface="华文楷体" panose="02010600040101010101" pitchFamily="2" charset="-122"/>
                <a:ea typeface="华文楷体" panose="02010600040101010101" pitchFamily="2" charset="-122"/>
                <a:sym typeface="Impact"/>
              </a:rPr>
              <a:t>1</a:t>
            </a:r>
            <a:r>
              <a:rPr kumimoji="0" lang="en-US" altLang="zh-CN" sz="7200" b="0" i="0" u="none" strike="noStrike" kern="0" cap="none" spc="0" normalizeH="0" baseline="0" noProof="0" dirty="0">
                <a:ln>
                  <a:noFill/>
                </a:ln>
                <a:solidFill>
                  <a:srgbClr val="FEFFFF"/>
                </a:solidFill>
                <a:effectLst/>
                <a:uLnTx/>
                <a:uFillTx/>
                <a:latin typeface="华文楷体" panose="02010600040101010101" pitchFamily="2" charset="-122"/>
                <a:ea typeface="华文楷体" panose="02010600040101010101" pitchFamily="2" charset="-122"/>
                <a:sym typeface="Impact"/>
              </a:rPr>
              <a:t>.</a:t>
            </a:r>
            <a:r>
              <a:rPr kumimoji="0" lang="zh-CN" altLang="en-US" sz="7200" b="0" i="0" u="none" strike="noStrike" kern="0" cap="none" spc="0" normalizeH="0" baseline="0" noProof="0" dirty="0">
                <a:ln>
                  <a:noFill/>
                </a:ln>
                <a:solidFill>
                  <a:srgbClr val="FEFFFF"/>
                </a:solidFill>
                <a:effectLst/>
                <a:uLnTx/>
                <a:uFillTx/>
                <a:latin typeface="华文楷体" panose="02010600040101010101" pitchFamily="2" charset="-122"/>
                <a:ea typeface="华文楷体" panose="02010600040101010101" pitchFamily="2" charset="-122"/>
                <a:sym typeface="Impact"/>
              </a:rPr>
              <a:t>平面立体的投影</a:t>
            </a:r>
            <a:endParaRPr kumimoji="0" lang="en-US" altLang="zh-CN" sz="7200" b="0" i="0" u="none" strike="noStrike" kern="0" cap="none" spc="0" normalizeH="0" baseline="0" noProof="0" dirty="0">
              <a:ln>
                <a:noFill/>
              </a:ln>
              <a:solidFill>
                <a:srgbClr val="FEFFFF"/>
              </a:solidFill>
              <a:effectLst/>
              <a:uLnTx/>
              <a:uFillTx/>
              <a:latin typeface="华文楷体" panose="02010600040101010101" pitchFamily="2" charset="-122"/>
              <a:ea typeface="华文楷体" panose="02010600040101010101" pitchFamily="2" charset="-122"/>
              <a:sym typeface="Impact"/>
            </a:endParaRPr>
          </a:p>
          <a:p>
            <a:pPr marL="0" marR="0" lvl="0" indent="0" algn="l" defTabSz="8255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200" b="0" i="0" u="none" strike="noStrike" kern="0" cap="none" spc="0" normalizeH="0" baseline="0" noProof="0" dirty="0">
                <a:ln>
                  <a:noFill/>
                </a:ln>
                <a:solidFill>
                  <a:srgbClr val="FEFFFF"/>
                </a:solidFill>
                <a:effectLst/>
                <a:uLnTx/>
                <a:uFillTx/>
                <a:latin typeface="华文楷体" panose="02010600040101010101" pitchFamily="2" charset="-122"/>
                <a:ea typeface="华文楷体" panose="02010600040101010101" pitchFamily="2" charset="-122"/>
                <a:sym typeface="Impact"/>
              </a:rPr>
              <a:t>2.</a:t>
            </a:r>
            <a:r>
              <a:rPr kumimoji="0" lang="zh-CN" altLang="en-US" sz="7200" b="0" i="0" u="none" strike="noStrike" kern="0" cap="none" spc="0" normalizeH="0" baseline="0" noProof="0" dirty="0">
                <a:ln>
                  <a:noFill/>
                </a:ln>
                <a:solidFill>
                  <a:srgbClr val="FEFFFF"/>
                </a:solidFill>
                <a:effectLst/>
                <a:uLnTx/>
                <a:uFillTx/>
                <a:latin typeface="华文楷体" panose="02010600040101010101" pitchFamily="2" charset="-122"/>
                <a:ea typeface="华文楷体" panose="02010600040101010101" pitchFamily="2" charset="-122"/>
                <a:sym typeface="Impact"/>
              </a:rPr>
              <a:t>回转曲面立体的投影</a:t>
            </a:r>
            <a:endParaRPr kumimoji="0" lang="en-US" altLang="zh-CN" sz="7200" b="0" i="0" u="none" strike="noStrike" kern="0" cap="none" spc="0" normalizeH="0" baseline="0" noProof="0" dirty="0">
              <a:ln>
                <a:noFill/>
              </a:ln>
              <a:solidFill>
                <a:srgbClr val="FEFFFF"/>
              </a:solidFill>
              <a:effectLst/>
              <a:uLnTx/>
              <a:uFillTx/>
              <a:latin typeface="华文楷体" panose="02010600040101010101" pitchFamily="2" charset="-122"/>
              <a:ea typeface="华文楷体" panose="02010600040101010101" pitchFamily="2" charset="-122"/>
              <a:sym typeface="Impact"/>
            </a:endParaRPr>
          </a:p>
          <a:p>
            <a:pPr marL="0" marR="0" lvl="0" indent="0" algn="l" defTabSz="8255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200" b="0" i="0" u="none" strike="noStrike" kern="0" cap="none" spc="0" normalizeH="0" baseline="0" noProof="0" dirty="0">
                <a:ln>
                  <a:noFill/>
                </a:ln>
                <a:solidFill>
                  <a:srgbClr val="FEFFFF"/>
                </a:solidFill>
                <a:effectLst/>
                <a:uLnTx/>
                <a:uFillTx/>
                <a:latin typeface="华文楷体" panose="02010600040101010101" pitchFamily="2" charset="-122"/>
                <a:ea typeface="华文楷体" panose="02010600040101010101" pitchFamily="2" charset="-122"/>
                <a:sym typeface="Impact"/>
              </a:rPr>
              <a:t>3</a:t>
            </a:r>
            <a:r>
              <a:rPr kumimoji="0" lang="en-US" altLang="zh-CN" sz="7200" b="0" i="0" u="none" strike="noStrike" kern="0" cap="none" spc="0" normalizeH="0" baseline="0" noProof="0" dirty="0">
                <a:ln>
                  <a:noFill/>
                </a:ln>
                <a:solidFill>
                  <a:srgbClr val="FEFFFF"/>
                </a:solidFill>
                <a:effectLst/>
                <a:uLnTx/>
                <a:uFillTx/>
                <a:latin typeface="华文楷体" panose="02010600040101010101" pitchFamily="2" charset="-122"/>
                <a:ea typeface="华文楷体" panose="02010600040101010101" pitchFamily="2" charset="-122"/>
                <a:sym typeface="Impact"/>
              </a:rPr>
              <a:t>.</a:t>
            </a:r>
            <a:r>
              <a:rPr kumimoji="0" lang="zh-CN" altLang="en-US" sz="7200" b="0" i="0" u="none" strike="noStrike" kern="0" cap="none" spc="0" normalizeH="0" baseline="0" noProof="0" dirty="0">
                <a:ln>
                  <a:noFill/>
                </a:ln>
                <a:solidFill>
                  <a:srgbClr val="FEFFFF"/>
                </a:solidFill>
                <a:effectLst/>
                <a:uLnTx/>
                <a:uFillTx/>
                <a:latin typeface="华文楷体" panose="02010600040101010101" pitchFamily="2" charset="-122"/>
                <a:ea typeface="华文楷体" panose="02010600040101010101" pitchFamily="2" charset="-122"/>
                <a:sym typeface="Impact"/>
              </a:rPr>
              <a:t>平面立体的截交线</a:t>
            </a:r>
            <a:endParaRPr kumimoji="0" lang="en-US" altLang="zh-CN" sz="7200" b="0" i="0" u="none" strike="noStrike" kern="0" cap="none" spc="0" normalizeH="0" baseline="0" noProof="0" dirty="0">
              <a:ln>
                <a:noFill/>
              </a:ln>
              <a:solidFill>
                <a:srgbClr val="FEFFFF"/>
              </a:solidFill>
              <a:effectLst/>
              <a:uLnTx/>
              <a:uFillTx/>
              <a:latin typeface="华文楷体" panose="02010600040101010101" pitchFamily="2" charset="-122"/>
              <a:ea typeface="华文楷体" panose="02010600040101010101" pitchFamily="2" charset="-122"/>
              <a:sym typeface="Impact"/>
            </a:endParaRPr>
          </a:p>
          <a:p>
            <a:pPr marL="0" marR="0" lvl="0" indent="0" algn="l" defTabSz="8255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200" b="0" i="0" u="none" strike="noStrike" kern="0" cap="none" spc="0" normalizeH="0" baseline="0" noProof="0" dirty="0">
                <a:ln>
                  <a:noFill/>
                </a:ln>
                <a:solidFill>
                  <a:srgbClr val="FEFFFF"/>
                </a:solidFill>
                <a:effectLst/>
                <a:uLnTx/>
                <a:uFillTx/>
                <a:latin typeface="华文楷体" panose="02010600040101010101" pitchFamily="2" charset="-122"/>
                <a:ea typeface="华文楷体" panose="02010600040101010101" pitchFamily="2" charset="-122"/>
                <a:sym typeface="Impact"/>
              </a:rPr>
              <a:t>4</a:t>
            </a:r>
            <a:r>
              <a:rPr kumimoji="0" lang="en-US" altLang="zh-CN" sz="7200" b="0" i="0" u="none" strike="noStrike" kern="0" cap="none" spc="0" normalizeH="0" baseline="0" noProof="0" dirty="0">
                <a:ln>
                  <a:noFill/>
                </a:ln>
                <a:solidFill>
                  <a:srgbClr val="FEFFFF"/>
                </a:solidFill>
                <a:effectLst/>
                <a:uLnTx/>
                <a:uFillTx/>
                <a:latin typeface="华文楷体" panose="02010600040101010101" pitchFamily="2" charset="-122"/>
                <a:ea typeface="华文楷体" panose="02010600040101010101" pitchFamily="2" charset="-122"/>
                <a:sym typeface="Impact"/>
              </a:rPr>
              <a:t>.</a:t>
            </a:r>
            <a:r>
              <a:rPr kumimoji="0" lang="zh-CN" altLang="en-US" sz="7200" b="0" i="0" u="none" strike="noStrike" kern="0" cap="none" spc="0" normalizeH="0" baseline="0" noProof="0" dirty="0">
                <a:ln>
                  <a:noFill/>
                </a:ln>
                <a:solidFill>
                  <a:srgbClr val="FEFFFF"/>
                </a:solidFill>
                <a:effectLst/>
                <a:uLnTx/>
                <a:uFillTx/>
                <a:latin typeface="华文楷体" panose="02010600040101010101" pitchFamily="2" charset="-122"/>
                <a:ea typeface="华文楷体" panose="02010600040101010101" pitchFamily="2" charset="-122"/>
                <a:sym typeface="Impact"/>
              </a:rPr>
              <a:t>回转体的截交线</a:t>
            </a:r>
            <a:endParaRPr kumimoji="0" lang="en-US" altLang="zh-CN" sz="7200" b="0" i="0" u="none" strike="noStrike" kern="0" cap="none" spc="0" normalizeH="0" baseline="0" noProof="0" dirty="0">
              <a:ln>
                <a:noFill/>
              </a:ln>
              <a:solidFill>
                <a:srgbClr val="FEFFFF"/>
              </a:solidFill>
              <a:effectLst/>
              <a:uLnTx/>
              <a:uFillTx/>
              <a:latin typeface="华文楷体" panose="02010600040101010101" pitchFamily="2" charset="-122"/>
              <a:ea typeface="华文楷体" panose="02010600040101010101" pitchFamily="2" charset="-122"/>
              <a:sym typeface="Impact"/>
            </a:endParaRPr>
          </a:p>
          <a:p>
            <a:pPr marL="0" marR="0" lvl="0" indent="0" algn="l" defTabSz="8255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200" b="0" i="0" u="none" strike="noStrike" kern="0" cap="none" spc="0" normalizeH="0" baseline="0" noProof="0" dirty="0">
                <a:ln>
                  <a:noFill/>
                </a:ln>
                <a:solidFill>
                  <a:srgbClr val="FEFFFF"/>
                </a:solidFill>
                <a:effectLst/>
                <a:uLnTx/>
                <a:uFillTx/>
                <a:latin typeface="华文楷体" panose="02010600040101010101" pitchFamily="2" charset="-122"/>
                <a:ea typeface="华文楷体" panose="02010600040101010101" pitchFamily="2" charset="-122"/>
                <a:sym typeface="Impact"/>
              </a:rPr>
              <a:t>5</a:t>
            </a:r>
            <a:r>
              <a:rPr kumimoji="0" lang="en-US" altLang="zh-CN" sz="7200" b="0" i="0" u="none" strike="noStrike" kern="0" cap="none" spc="0" normalizeH="0" baseline="0" noProof="0" dirty="0">
                <a:ln>
                  <a:noFill/>
                </a:ln>
                <a:solidFill>
                  <a:srgbClr val="FEFFFF"/>
                </a:solidFill>
                <a:effectLst/>
                <a:uLnTx/>
                <a:uFillTx/>
                <a:latin typeface="华文楷体" panose="02010600040101010101" pitchFamily="2" charset="-122"/>
                <a:ea typeface="华文楷体" panose="02010600040101010101" pitchFamily="2" charset="-122"/>
                <a:sym typeface="Impact"/>
              </a:rPr>
              <a:t>.</a:t>
            </a:r>
            <a:r>
              <a:rPr kumimoji="0" lang="zh-CN" altLang="en-US" sz="7200" b="0" i="0" u="none" strike="noStrike" kern="0" cap="none" spc="0" normalizeH="0" baseline="0" noProof="0" dirty="0">
                <a:ln>
                  <a:noFill/>
                </a:ln>
                <a:solidFill>
                  <a:srgbClr val="FEFFFF"/>
                </a:solidFill>
                <a:effectLst/>
                <a:uLnTx/>
                <a:uFillTx/>
                <a:latin typeface="华文楷体" panose="02010600040101010101" pitchFamily="2" charset="-122"/>
                <a:ea typeface="华文楷体" panose="02010600040101010101" pitchFamily="2" charset="-122"/>
                <a:sym typeface="Impact"/>
              </a:rPr>
              <a:t>回转体的相贯线</a:t>
            </a:r>
            <a:endParaRPr kumimoji="0" sz="7200" b="0" i="0" u="none" strike="noStrike" kern="0" cap="none" spc="0" normalizeH="0" baseline="0" noProof="0" dirty="0">
              <a:ln>
                <a:noFill/>
              </a:ln>
              <a:solidFill>
                <a:srgbClr val="FEFFFF"/>
              </a:solidFill>
              <a:effectLst/>
              <a:uLnTx/>
              <a:uFillTx/>
              <a:latin typeface="华文楷体" panose="02010600040101010101" pitchFamily="2" charset="-122"/>
              <a:ea typeface="华文楷体" panose="02010600040101010101" pitchFamily="2" charset="-122"/>
              <a:sym typeface="Impact"/>
            </a:endParaRPr>
          </a:p>
        </p:txBody>
      </p:sp>
    </p:spTree>
    <p:extLst>
      <p:ext uri="{BB962C8B-B14F-4D97-AF65-F5344CB8AC3E}">
        <p14:creationId xmlns:p14="http://schemas.microsoft.com/office/powerpoint/2010/main" val="2115388912"/>
      </p:ext>
    </p:extLst>
  </p:cSld>
  <p:clrMapOvr>
    <a:masterClrMapping/>
  </p:clrMapOvr>
  <p:transition spd="med"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3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E038BAC-3FD7-F8A1-9873-0218CD2BB9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Shape">
            <a:extLst>
              <a:ext uri="{FF2B5EF4-FFF2-40B4-BE49-F238E27FC236}">
                <a16:creationId xmlns:a16="http://schemas.microsoft.com/office/drawing/2014/main" id="{90EF9625-E16E-B1B7-9B19-E4CF4E82F1E3}"/>
              </a:ext>
            </a:extLst>
          </p:cNvPr>
          <p:cNvSpPr/>
          <p:nvPr/>
        </p:nvSpPr>
        <p:spPr>
          <a:xfrm>
            <a:off x="6290541" y="12617233"/>
            <a:ext cx="2709718" cy="270939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9679" h="20595" extrusionOk="0">
                <a:moveTo>
                  <a:pt x="9839" y="0"/>
                </a:moveTo>
                <a:cubicBezTo>
                  <a:pt x="7321" y="0"/>
                  <a:pt x="4802" y="1006"/>
                  <a:pt x="2881" y="3017"/>
                </a:cubicBezTo>
                <a:cubicBezTo>
                  <a:pt x="-961" y="7038"/>
                  <a:pt x="-961" y="13557"/>
                  <a:pt x="2881" y="17578"/>
                </a:cubicBezTo>
                <a:cubicBezTo>
                  <a:pt x="6724" y="21600"/>
                  <a:pt x="12954" y="21600"/>
                  <a:pt x="16797" y="17578"/>
                </a:cubicBezTo>
                <a:cubicBezTo>
                  <a:pt x="20639" y="13557"/>
                  <a:pt x="20639" y="7038"/>
                  <a:pt x="16797" y="3017"/>
                </a:cubicBezTo>
                <a:cubicBezTo>
                  <a:pt x="14876" y="1006"/>
                  <a:pt x="12357" y="0"/>
                  <a:pt x="9839" y="0"/>
                </a:cubicBezTo>
                <a:close/>
                <a:moveTo>
                  <a:pt x="9839" y="2649"/>
                </a:moveTo>
                <a:cubicBezTo>
                  <a:pt x="11709" y="2649"/>
                  <a:pt x="13580" y="3397"/>
                  <a:pt x="15007" y="4890"/>
                </a:cubicBezTo>
                <a:cubicBezTo>
                  <a:pt x="17861" y="7877"/>
                  <a:pt x="17861" y="12718"/>
                  <a:pt x="15007" y="15705"/>
                </a:cubicBezTo>
                <a:cubicBezTo>
                  <a:pt x="12153" y="18692"/>
                  <a:pt x="7525" y="18692"/>
                  <a:pt x="4671" y="15705"/>
                </a:cubicBezTo>
                <a:cubicBezTo>
                  <a:pt x="1817" y="12718"/>
                  <a:pt x="1817" y="7877"/>
                  <a:pt x="4671" y="4890"/>
                </a:cubicBezTo>
                <a:cubicBezTo>
                  <a:pt x="6098" y="3397"/>
                  <a:pt x="7969" y="2649"/>
                  <a:pt x="9839" y="2649"/>
                </a:cubicBezTo>
                <a:close/>
              </a:path>
            </a:pathLst>
          </a:custGeom>
          <a:gradFill>
            <a:gsLst>
              <a:gs pos="0">
                <a:schemeClr val="accent2"/>
              </a:gs>
              <a:gs pos="100000">
                <a:schemeClr val="accent1"/>
              </a:gs>
            </a:gsLst>
            <a:lin ang="5400000"/>
          </a:gradFill>
          <a:ln w="12700">
            <a:miter lim="400000"/>
          </a:ln>
        </p:spPr>
        <p:txBody>
          <a:bodyPr lIns="0" tIns="0" rIns="0" bIns="0" anchor="ctr"/>
          <a:lstStyle/>
          <a:p>
            <a:pPr marL="0" marR="0" lvl="0" indent="0" algn="ctr" defTabSz="8255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 kumimoji="0" sz="32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Helvetica Neue Medium"/>
              <a:sym typeface="Helvetica Neue Medium"/>
            </a:endParaRPr>
          </a:p>
        </p:txBody>
      </p:sp>
      <p:sp>
        <p:nvSpPr>
          <p:cNvPr id="216" name="Shape">
            <a:extLst>
              <a:ext uri="{FF2B5EF4-FFF2-40B4-BE49-F238E27FC236}">
                <a16:creationId xmlns:a16="http://schemas.microsoft.com/office/drawing/2014/main" id="{12C30449-9554-CA78-E077-19FD3F5A05B8}"/>
              </a:ext>
            </a:extLst>
          </p:cNvPr>
          <p:cNvSpPr/>
          <p:nvPr/>
        </p:nvSpPr>
        <p:spPr>
          <a:xfrm>
            <a:off x="14339439" y="2620192"/>
            <a:ext cx="6322300" cy="632257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800" y="0"/>
                </a:moveTo>
                <a:cubicBezTo>
                  <a:pt x="10787" y="0"/>
                  <a:pt x="10773" y="1"/>
                  <a:pt x="10759" y="1"/>
                </a:cubicBezTo>
                <a:lnTo>
                  <a:pt x="1" y="10760"/>
                </a:lnTo>
                <a:cubicBezTo>
                  <a:pt x="0" y="10900"/>
                  <a:pt x="3" y="11040"/>
                  <a:pt x="8" y="11181"/>
                </a:cubicBezTo>
                <a:lnTo>
                  <a:pt x="11180" y="9"/>
                </a:lnTo>
                <a:cubicBezTo>
                  <a:pt x="11054" y="4"/>
                  <a:pt x="10927" y="0"/>
                  <a:pt x="10800" y="0"/>
                </a:cubicBezTo>
                <a:close/>
                <a:moveTo>
                  <a:pt x="10211" y="17"/>
                </a:moveTo>
                <a:cubicBezTo>
                  <a:pt x="10057" y="25"/>
                  <a:pt x="9903" y="36"/>
                  <a:pt x="9748" y="51"/>
                </a:cubicBezTo>
                <a:lnTo>
                  <a:pt x="50" y="9749"/>
                </a:lnTo>
                <a:cubicBezTo>
                  <a:pt x="35" y="9903"/>
                  <a:pt x="25" y="10057"/>
                  <a:pt x="16" y="10212"/>
                </a:cubicBezTo>
                <a:lnTo>
                  <a:pt x="10211" y="17"/>
                </a:lnTo>
                <a:close/>
                <a:moveTo>
                  <a:pt x="11683" y="38"/>
                </a:moveTo>
                <a:lnTo>
                  <a:pt x="38" y="11684"/>
                </a:lnTo>
                <a:cubicBezTo>
                  <a:pt x="48" y="11814"/>
                  <a:pt x="62" y="11944"/>
                  <a:pt x="78" y="12075"/>
                </a:cubicBezTo>
                <a:lnTo>
                  <a:pt x="12074" y="78"/>
                </a:lnTo>
                <a:cubicBezTo>
                  <a:pt x="11944" y="63"/>
                  <a:pt x="11814" y="49"/>
                  <a:pt x="11683" y="38"/>
                </a:cubicBezTo>
                <a:close/>
                <a:moveTo>
                  <a:pt x="9136" y="131"/>
                </a:moveTo>
                <a:cubicBezTo>
                  <a:pt x="8960" y="158"/>
                  <a:pt x="8786" y="190"/>
                  <a:pt x="8611" y="226"/>
                </a:cubicBezTo>
                <a:lnTo>
                  <a:pt x="226" y="8611"/>
                </a:lnTo>
                <a:cubicBezTo>
                  <a:pt x="190" y="8786"/>
                  <a:pt x="157" y="8961"/>
                  <a:pt x="130" y="9137"/>
                </a:cubicBezTo>
                <a:lnTo>
                  <a:pt x="9136" y="131"/>
                </a:lnTo>
                <a:close/>
                <a:moveTo>
                  <a:pt x="12541" y="143"/>
                </a:moveTo>
                <a:lnTo>
                  <a:pt x="143" y="12541"/>
                </a:lnTo>
                <a:cubicBezTo>
                  <a:pt x="163" y="12663"/>
                  <a:pt x="183" y="12785"/>
                  <a:pt x="207" y="12906"/>
                </a:cubicBezTo>
                <a:lnTo>
                  <a:pt x="12906" y="208"/>
                </a:lnTo>
                <a:cubicBezTo>
                  <a:pt x="12785" y="184"/>
                  <a:pt x="12663" y="163"/>
                  <a:pt x="12541" y="143"/>
                </a:cubicBezTo>
                <a:close/>
                <a:moveTo>
                  <a:pt x="13343" y="303"/>
                </a:moveTo>
                <a:lnTo>
                  <a:pt x="303" y="13343"/>
                </a:lnTo>
                <a:cubicBezTo>
                  <a:pt x="330" y="13456"/>
                  <a:pt x="361" y="13569"/>
                  <a:pt x="392" y="13682"/>
                </a:cubicBezTo>
                <a:lnTo>
                  <a:pt x="13682" y="393"/>
                </a:lnTo>
                <a:cubicBezTo>
                  <a:pt x="13569" y="362"/>
                  <a:pt x="13456" y="331"/>
                  <a:pt x="13343" y="303"/>
                </a:cubicBezTo>
                <a:close/>
                <a:moveTo>
                  <a:pt x="7909" y="395"/>
                </a:moveTo>
                <a:cubicBezTo>
                  <a:pt x="7701" y="452"/>
                  <a:pt x="7495" y="515"/>
                  <a:pt x="7290" y="585"/>
                </a:cubicBezTo>
                <a:lnTo>
                  <a:pt x="584" y="7290"/>
                </a:lnTo>
                <a:cubicBezTo>
                  <a:pt x="514" y="7495"/>
                  <a:pt x="452" y="7702"/>
                  <a:pt x="394" y="7909"/>
                </a:cubicBezTo>
                <a:lnTo>
                  <a:pt x="7909" y="395"/>
                </a:lnTo>
                <a:close/>
                <a:moveTo>
                  <a:pt x="14094" y="515"/>
                </a:moveTo>
                <a:lnTo>
                  <a:pt x="514" y="14094"/>
                </a:lnTo>
                <a:cubicBezTo>
                  <a:pt x="549" y="14202"/>
                  <a:pt x="583" y="14310"/>
                  <a:pt x="620" y="14417"/>
                </a:cubicBezTo>
                <a:lnTo>
                  <a:pt x="14417" y="621"/>
                </a:lnTo>
                <a:cubicBezTo>
                  <a:pt x="14310" y="583"/>
                  <a:pt x="14202" y="549"/>
                  <a:pt x="14094" y="515"/>
                </a:cubicBezTo>
                <a:close/>
                <a:moveTo>
                  <a:pt x="14804" y="767"/>
                </a:moveTo>
                <a:lnTo>
                  <a:pt x="767" y="14804"/>
                </a:lnTo>
                <a:cubicBezTo>
                  <a:pt x="807" y="14905"/>
                  <a:pt x="851" y="15004"/>
                  <a:pt x="894" y="15104"/>
                </a:cubicBezTo>
                <a:lnTo>
                  <a:pt x="15104" y="895"/>
                </a:lnTo>
                <a:cubicBezTo>
                  <a:pt x="15004" y="852"/>
                  <a:pt x="14905" y="807"/>
                  <a:pt x="14804" y="767"/>
                </a:cubicBezTo>
                <a:close/>
                <a:moveTo>
                  <a:pt x="6411" y="932"/>
                </a:moveTo>
                <a:cubicBezTo>
                  <a:pt x="6118" y="1062"/>
                  <a:pt x="5831" y="1206"/>
                  <a:pt x="5549" y="1363"/>
                </a:cubicBezTo>
                <a:lnTo>
                  <a:pt x="1362" y="5549"/>
                </a:lnTo>
                <a:cubicBezTo>
                  <a:pt x="1205" y="5832"/>
                  <a:pt x="1061" y="6119"/>
                  <a:pt x="931" y="6411"/>
                </a:cubicBezTo>
                <a:lnTo>
                  <a:pt x="6411" y="932"/>
                </a:lnTo>
                <a:close/>
                <a:moveTo>
                  <a:pt x="15470" y="1061"/>
                </a:moveTo>
                <a:lnTo>
                  <a:pt x="1060" y="15471"/>
                </a:lnTo>
                <a:cubicBezTo>
                  <a:pt x="1106" y="15567"/>
                  <a:pt x="1153" y="15664"/>
                  <a:pt x="1202" y="15759"/>
                </a:cubicBezTo>
                <a:lnTo>
                  <a:pt x="15759" y="1203"/>
                </a:lnTo>
                <a:cubicBezTo>
                  <a:pt x="15663" y="1153"/>
                  <a:pt x="15567" y="1107"/>
                  <a:pt x="15470" y="1061"/>
                </a:cubicBezTo>
                <a:close/>
                <a:moveTo>
                  <a:pt x="16103" y="1391"/>
                </a:moveTo>
                <a:lnTo>
                  <a:pt x="1391" y="16103"/>
                </a:lnTo>
                <a:cubicBezTo>
                  <a:pt x="1442" y="16194"/>
                  <a:pt x="1494" y="16285"/>
                  <a:pt x="1549" y="16375"/>
                </a:cubicBezTo>
                <a:lnTo>
                  <a:pt x="16375" y="1549"/>
                </a:lnTo>
                <a:cubicBezTo>
                  <a:pt x="16285" y="1495"/>
                  <a:pt x="16194" y="1442"/>
                  <a:pt x="16103" y="1391"/>
                </a:cubicBezTo>
                <a:close/>
                <a:moveTo>
                  <a:pt x="16703" y="1754"/>
                </a:moveTo>
                <a:lnTo>
                  <a:pt x="1753" y="16703"/>
                </a:lnTo>
                <a:cubicBezTo>
                  <a:pt x="1809" y="16788"/>
                  <a:pt x="1869" y="16872"/>
                  <a:pt x="1928" y="16956"/>
                </a:cubicBezTo>
                <a:lnTo>
                  <a:pt x="16956" y="1928"/>
                </a:lnTo>
                <a:cubicBezTo>
                  <a:pt x="16872" y="1869"/>
                  <a:pt x="16788" y="1810"/>
                  <a:pt x="16703" y="1754"/>
                </a:cubicBezTo>
                <a:close/>
                <a:moveTo>
                  <a:pt x="17267" y="2151"/>
                </a:moveTo>
                <a:lnTo>
                  <a:pt x="2151" y="17267"/>
                </a:lnTo>
                <a:cubicBezTo>
                  <a:pt x="2212" y="17349"/>
                  <a:pt x="2274" y="17430"/>
                  <a:pt x="2338" y="17510"/>
                </a:cubicBezTo>
                <a:lnTo>
                  <a:pt x="17510" y="2338"/>
                </a:lnTo>
                <a:cubicBezTo>
                  <a:pt x="17430" y="2275"/>
                  <a:pt x="17349" y="2212"/>
                  <a:pt x="17267" y="2151"/>
                </a:cubicBezTo>
                <a:close/>
                <a:moveTo>
                  <a:pt x="3805" y="2574"/>
                </a:moveTo>
                <a:cubicBezTo>
                  <a:pt x="3586" y="2761"/>
                  <a:pt x="3370" y="2956"/>
                  <a:pt x="3163" y="3163"/>
                </a:cubicBezTo>
                <a:cubicBezTo>
                  <a:pt x="2955" y="3371"/>
                  <a:pt x="2761" y="3586"/>
                  <a:pt x="2574" y="3806"/>
                </a:cubicBezTo>
                <a:lnTo>
                  <a:pt x="3805" y="2574"/>
                </a:lnTo>
                <a:close/>
                <a:moveTo>
                  <a:pt x="17801" y="2579"/>
                </a:moveTo>
                <a:lnTo>
                  <a:pt x="2579" y="17801"/>
                </a:lnTo>
                <a:cubicBezTo>
                  <a:pt x="2645" y="17878"/>
                  <a:pt x="2709" y="17957"/>
                  <a:pt x="2777" y="18032"/>
                </a:cubicBezTo>
                <a:lnTo>
                  <a:pt x="18032" y="2777"/>
                </a:lnTo>
                <a:cubicBezTo>
                  <a:pt x="17957" y="2709"/>
                  <a:pt x="17878" y="2645"/>
                  <a:pt x="17801" y="2579"/>
                </a:cubicBezTo>
                <a:close/>
                <a:moveTo>
                  <a:pt x="18304" y="3036"/>
                </a:moveTo>
                <a:lnTo>
                  <a:pt x="3036" y="18304"/>
                </a:lnTo>
                <a:cubicBezTo>
                  <a:pt x="3079" y="18349"/>
                  <a:pt x="3119" y="18394"/>
                  <a:pt x="3163" y="18438"/>
                </a:cubicBezTo>
                <a:cubicBezTo>
                  <a:pt x="3191" y="18466"/>
                  <a:pt x="3222" y="18492"/>
                  <a:pt x="3250" y="18521"/>
                </a:cubicBezTo>
                <a:lnTo>
                  <a:pt x="18521" y="3251"/>
                </a:lnTo>
                <a:cubicBezTo>
                  <a:pt x="18492" y="3222"/>
                  <a:pt x="18466" y="3192"/>
                  <a:pt x="18438" y="3163"/>
                </a:cubicBezTo>
                <a:cubicBezTo>
                  <a:pt x="18394" y="3119"/>
                  <a:pt x="18348" y="3079"/>
                  <a:pt x="18304" y="3036"/>
                </a:cubicBezTo>
                <a:close/>
                <a:moveTo>
                  <a:pt x="18781" y="3523"/>
                </a:moveTo>
                <a:lnTo>
                  <a:pt x="3522" y="18781"/>
                </a:lnTo>
                <a:cubicBezTo>
                  <a:pt x="3598" y="18850"/>
                  <a:pt x="3676" y="18915"/>
                  <a:pt x="3753" y="18982"/>
                </a:cubicBezTo>
                <a:lnTo>
                  <a:pt x="18982" y="3753"/>
                </a:lnTo>
                <a:cubicBezTo>
                  <a:pt x="18915" y="3676"/>
                  <a:pt x="18850" y="3598"/>
                  <a:pt x="18781" y="3523"/>
                </a:cubicBezTo>
                <a:close/>
                <a:moveTo>
                  <a:pt x="19224" y="4041"/>
                </a:moveTo>
                <a:lnTo>
                  <a:pt x="4041" y="19224"/>
                </a:lnTo>
                <a:cubicBezTo>
                  <a:pt x="4121" y="19289"/>
                  <a:pt x="4202" y="19350"/>
                  <a:pt x="4283" y="19412"/>
                </a:cubicBezTo>
                <a:lnTo>
                  <a:pt x="19412" y="4283"/>
                </a:lnTo>
                <a:cubicBezTo>
                  <a:pt x="19350" y="4202"/>
                  <a:pt x="19289" y="4121"/>
                  <a:pt x="19224" y="4041"/>
                </a:cubicBezTo>
                <a:close/>
                <a:moveTo>
                  <a:pt x="19637" y="4591"/>
                </a:moveTo>
                <a:lnTo>
                  <a:pt x="4591" y="19637"/>
                </a:lnTo>
                <a:cubicBezTo>
                  <a:pt x="4675" y="19696"/>
                  <a:pt x="4758" y="19757"/>
                  <a:pt x="4843" y="19813"/>
                </a:cubicBezTo>
                <a:lnTo>
                  <a:pt x="19813" y="4844"/>
                </a:lnTo>
                <a:cubicBezTo>
                  <a:pt x="19757" y="4758"/>
                  <a:pt x="19696" y="4675"/>
                  <a:pt x="19637" y="4591"/>
                </a:cubicBezTo>
                <a:close/>
                <a:moveTo>
                  <a:pt x="20019" y="5172"/>
                </a:moveTo>
                <a:lnTo>
                  <a:pt x="5172" y="20019"/>
                </a:lnTo>
                <a:cubicBezTo>
                  <a:pt x="5261" y="20073"/>
                  <a:pt x="5351" y="20126"/>
                  <a:pt x="5441" y="20178"/>
                </a:cubicBezTo>
                <a:lnTo>
                  <a:pt x="20178" y="5441"/>
                </a:lnTo>
                <a:cubicBezTo>
                  <a:pt x="20126" y="5351"/>
                  <a:pt x="20073" y="5261"/>
                  <a:pt x="20019" y="5172"/>
                </a:cubicBezTo>
                <a:close/>
                <a:moveTo>
                  <a:pt x="20369" y="5782"/>
                </a:moveTo>
                <a:lnTo>
                  <a:pt x="5782" y="20369"/>
                </a:lnTo>
                <a:cubicBezTo>
                  <a:pt x="5877" y="20419"/>
                  <a:pt x="5974" y="20463"/>
                  <a:pt x="6071" y="20510"/>
                </a:cubicBezTo>
                <a:lnTo>
                  <a:pt x="20510" y="6071"/>
                </a:lnTo>
                <a:cubicBezTo>
                  <a:pt x="20463" y="5975"/>
                  <a:pt x="20419" y="5878"/>
                  <a:pt x="20369" y="5782"/>
                </a:cubicBezTo>
                <a:close/>
                <a:moveTo>
                  <a:pt x="20679" y="6434"/>
                </a:moveTo>
                <a:lnTo>
                  <a:pt x="6434" y="20679"/>
                </a:lnTo>
                <a:cubicBezTo>
                  <a:pt x="6534" y="20723"/>
                  <a:pt x="6633" y="20769"/>
                  <a:pt x="6734" y="20809"/>
                </a:cubicBezTo>
                <a:lnTo>
                  <a:pt x="20809" y="6735"/>
                </a:lnTo>
                <a:cubicBezTo>
                  <a:pt x="20769" y="6634"/>
                  <a:pt x="20723" y="6534"/>
                  <a:pt x="20679" y="6434"/>
                </a:cubicBezTo>
                <a:close/>
                <a:moveTo>
                  <a:pt x="20956" y="7121"/>
                </a:moveTo>
                <a:lnTo>
                  <a:pt x="7120" y="20956"/>
                </a:lnTo>
                <a:cubicBezTo>
                  <a:pt x="7226" y="20994"/>
                  <a:pt x="7333" y="21030"/>
                  <a:pt x="7439" y="21065"/>
                </a:cubicBezTo>
                <a:lnTo>
                  <a:pt x="21065" y="7439"/>
                </a:lnTo>
                <a:cubicBezTo>
                  <a:pt x="21030" y="7333"/>
                  <a:pt x="20994" y="7226"/>
                  <a:pt x="20956" y="7121"/>
                </a:cubicBezTo>
                <a:close/>
                <a:moveTo>
                  <a:pt x="21190" y="7848"/>
                </a:moveTo>
                <a:lnTo>
                  <a:pt x="7848" y="21190"/>
                </a:lnTo>
                <a:cubicBezTo>
                  <a:pt x="7960" y="21221"/>
                  <a:pt x="8073" y="21252"/>
                  <a:pt x="8186" y="21280"/>
                </a:cubicBezTo>
                <a:lnTo>
                  <a:pt x="21280" y="8186"/>
                </a:lnTo>
                <a:cubicBezTo>
                  <a:pt x="21252" y="8073"/>
                  <a:pt x="21221" y="7960"/>
                  <a:pt x="21190" y="7848"/>
                </a:cubicBezTo>
                <a:close/>
                <a:moveTo>
                  <a:pt x="21378" y="8623"/>
                </a:moveTo>
                <a:lnTo>
                  <a:pt x="8623" y="21378"/>
                </a:lnTo>
                <a:cubicBezTo>
                  <a:pt x="8743" y="21402"/>
                  <a:pt x="8863" y="21424"/>
                  <a:pt x="8984" y="21445"/>
                </a:cubicBezTo>
                <a:lnTo>
                  <a:pt x="21445" y="8984"/>
                </a:lnTo>
                <a:cubicBezTo>
                  <a:pt x="21424" y="8864"/>
                  <a:pt x="21402" y="8743"/>
                  <a:pt x="21378" y="8623"/>
                </a:cubicBezTo>
                <a:close/>
                <a:moveTo>
                  <a:pt x="21514" y="9448"/>
                </a:moveTo>
                <a:lnTo>
                  <a:pt x="9447" y="21514"/>
                </a:lnTo>
                <a:cubicBezTo>
                  <a:pt x="9576" y="21530"/>
                  <a:pt x="9704" y="21546"/>
                  <a:pt x="9833" y="21557"/>
                </a:cubicBezTo>
                <a:lnTo>
                  <a:pt x="21557" y="9834"/>
                </a:lnTo>
                <a:cubicBezTo>
                  <a:pt x="21546" y="9705"/>
                  <a:pt x="21530" y="9576"/>
                  <a:pt x="21514" y="9448"/>
                </a:cubicBezTo>
                <a:close/>
                <a:moveTo>
                  <a:pt x="21590" y="10333"/>
                </a:moveTo>
                <a:lnTo>
                  <a:pt x="10332" y="21590"/>
                </a:lnTo>
                <a:cubicBezTo>
                  <a:pt x="10473" y="21596"/>
                  <a:pt x="10613" y="21599"/>
                  <a:pt x="10753" y="21600"/>
                </a:cubicBezTo>
                <a:lnTo>
                  <a:pt x="21600" y="10754"/>
                </a:lnTo>
                <a:cubicBezTo>
                  <a:pt x="21599" y="10613"/>
                  <a:pt x="21596" y="10473"/>
                  <a:pt x="21590" y="10333"/>
                </a:cubicBezTo>
                <a:close/>
                <a:moveTo>
                  <a:pt x="21590" y="11296"/>
                </a:moveTo>
                <a:lnTo>
                  <a:pt x="11295" y="21590"/>
                </a:lnTo>
                <a:cubicBezTo>
                  <a:pt x="11449" y="21583"/>
                  <a:pt x="11603" y="21572"/>
                  <a:pt x="11757" y="21558"/>
                </a:cubicBezTo>
                <a:lnTo>
                  <a:pt x="21558" y="11757"/>
                </a:lnTo>
                <a:cubicBezTo>
                  <a:pt x="21572" y="11603"/>
                  <a:pt x="21583" y="11450"/>
                  <a:pt x="21590" y="11296"/>
                </a:cubicBezTo>
                <a:close/>
                <a:moveTo>
                  <a:pt x="21489" y="12358"/>
                </a:moveTo>
                <a:lnTo>
                  <a:pt x="12358" y="21489"/>
                </a:lnTo>
                <a:cubicBezTo>
                  <a:pt x="12531" y="21464"/>
                  <a:pt x="12703" y="21434"/>
                  <a:pt x="12876" y="21400"/>
                </a:cubicBezTo>
                <a:lnTo>
                  <a:pt x="21400" y="12876"/>
                </a:lnTo>
                <a:cubicBezTo>
                  <a:pt x="21434" y="12704"/>
                  <a:pt x="21464" y="12531"/>
                  <a:pt x="21489" y="12358"/>
                </a:cubicBezTo>
                <a:close/>
                <a:moveTo>
                  <a:pt x="21239" y="13569"/>
                </a:moveTo>
                <a:lnTo>
                  <a:pt x="13569" y="21239"/>
                </a:lnTo>
                <a:cubicBezTo>
                  <a:pt x="13774" y="21185"/>
                  <a:pt x="13978" y="21125"/>
                  <a:pt x="14181" y="21058"/>
                </a:cubicBezTo>
                <a:lnTo>
                  <a:pt x="21058" y="14181"/>
                </a:lnTo>
                <a:cubicBezTo>
                  <a:pt x="21125" y="13978"/>
                  <a:pt x="21185" y="13774"/>
                  <a:pt x="21239" y="13569"/>
                </a:cubicBezTo>
                <a:close/>
                <a:moveTo>
                  <a:pt x="20736" y="15035"/>
                </a:moveTo>
                <a:lnTo>
                  <a:pt x="15035" y="20736"/>
                </a:lnTo>
                <a:cubicBezTo>
                  <a:pt x="15310" y="20619"/>
                  <a:pt x="15581" y="20493"/>
                  <a:pt x="15848" y="20352"/>
                </a:cubicBezTo>
                <a:lnTo>
                  <a:pt x="20352" y="15848"/>
                </a:lnTo>
                <a:cubicBezTo>
                  <a:pt x="20493" y="15581"/>
                  <a:pt x="20619" y="15310"/>
                  <a:pt x="20736" y="15035"/>
                </a:cubicBezTo>
                <a:close/>
                <a:moveTo>
                  <a:pt x="19400" y="17332"/>
                </a:moveTo>
                <a:lnTo>
                  <a:pt x="17332" y="19400"/>
                </a:lnTo>
                <a:cubicBezTo>
                  <a:pt x="17716" y="19108"/>
                  <a:pt x="18087" y="18789"/>
                  <a:pt x="18438" y="18438"/>
                </a:cubicBezTo>
                <a:cubicBezTo>
                  <a:pt x="18788" y="18087"/>
                  <a:pt x="19107" y="17716"/>
                  <a:pt x="19400" y="17332"/>
                </a:cubicBezTo>
                <a:close/>
              </a:path>
            </a:pathLst>
          </a:custGeom>
          <a:solidFill>
            <a:schemeClr val="accent4"/>
          </a:solidFill>
          <a:ln w="12700">
            <a:miter lim="400000"/>
          </a:ln>
        </p:spPr>
        <p:txBody>
          <a:bodyPr lIns="0" tIns="0" rIns="0" bIns="0" anchor="ctr"/>
          <a:lstStyle/>
          <a:p>
            <a:pPr marL="0" marR="0" lvl="0" indent="0" algn="ctr" defTabSz="8255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 kumimoji="0" sz="32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Helvetica Neue Medium"/>
              <a:sym typeface="Helvetica Neue Medium"/>
            </a:endParaRPr>
          </a:p>
        </p:txBody>
      </p:sp>
      <p:sp>
        <p:nvSpPr>
          <p:cNvPr id="217" name="Shape">
            <a:extLst>
              <a:ext uri="{FF2B5EF4-FFF2-40B4-BE49-F238E27FC236}">
                <a16:creationId xmlns:a16="http://schemas.microsoft.com/office/drawing/2014/main" id="{191E23E9-3E71-F5D9-B7BE-315A12A2168F}"/>
              </a:ext>
            </a:extLst>
          </p:cNvPr>
          <p:cNvSpPr/>
          <p:nvPr/>
        </p:nvSpPr>
        <p:spPr>
          <a:xfrm>
            <a:off x="5513585" y="9836851"/>
            <a:ext cx="2709536" cy="270965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800" y="0"/>
                </a:moveTo>
                <a:cubicBezTo>
                  <a:pt x="10787" y="0"/>
                  <a:pt x="10773" y="1"/>
                  <a:pt x="10759" y="1"/>
                </a:cubicBezTo>
                <a:lnTo>
                  <a:pt x="1" y="10760"/>
                </a:lnTo>
                <a:cubicBezTo>
                  <a:pt x="0" y="10900"/>
                  <a:pt x="3" y="11040"/>
                  <a:pt x="8" y="11181"/>
                </a:cubicBezTo>
                <a:lnTo>
                  <a:pt x="11180" y="9"/>
                </a:lnTo>
                <a:cubicBezTo>
                  <a:pt x="11054" y="4"/>
                  <a:pt x="10927" y="0"/>
                  <a:pt x="10800" y="0"/>
                </a:cubicBezTo>
                <a:close/>
                <a:moveTo>
                  <a:pt x="10211" y="17"/>
                </a:moveTo>
                <a:cubicBezTo>
                  <a:pt x="10057" y="25"/>
                  <a:pt x="9903" y="36"/>
                  <a:pt x="9748" y="51"/>
                </a:cubicBezTo>
                <a:lnTo>
                  <a:pt x="50" y="9749"/>
                </a:lnTo>
                <a:cubicBezTo>
                  <a:pt x="35" y="9903"/>
                  <a:pt x="25" y="10057"/>
                  <a:pt x="16" y="10212"/>
                </a:cubicBezTo>
                <a:lnTo>
                  <a:pt x="10211" y="17"/>
                </a:lnTo>
                <a:close/>
                <a:moveTo>
                  <a:pt x="11683" y="38"/>
                </a:moveTo>
                <a:lnTo>
                  <a:pt x="38" y="11684"/>
                </a:lnTo>
                <a:cubicBezTo>
                  <a:pt x="48" y="11814"/>
                  <a:pt x="62" y="11944"/>
                  <a:pt x="78" y="12075"/>
                </a:cubicBezTo>
                <a:lnTo>
                  <a:pt x="12074" y="78"/>
                </a:lnTo>
                <a:cubicBezTo>
                  <a:pt x="11944" y="63"/>
                  <a:pt x="11814" y="49"/>
                  <a:pt x="11683" y="38"/>
                </a:cubicBezTo>
                <a:close/>
                <a:moveTo>
                  <a:pt x="9136" y="131"/>
                </a:moveTo>
                <a:cubicBezTo>
                  <a:pt x="8960" y="158"/>
                  <a:pt x="8786" y="190"/>
                  <a:pt x="8611" y="226"/>
                </a:cubicBezTo>
                <a:lnTo>
                  <a:pt x="226" y="8611"/>
                </a:lnTo>
                <a:cubicBezTo>
                  <a:pt x="190" y="8786"/>
                  <a:pt x="157" y="8961"/>
                  <a:pt x="130" y="9137"/>
                </a:cubicBezTo>
                <a:lnTo>
                  <a:pt x="9136" y="131"/>
                </a:lnTo>
                <a:close/>
                <a:moveTo>
                  <a:pt x="12541" y="143"/>
                </a:moveTo>
                <a:lnTo>
                  <a:pt x="143" y="12541"/>
                </a:lnTo>
                <a:cubicBezTo>
                  <a:pt x="163" y="12663"/>
                  <a:pt x="183" y="12785"/>
                  <a:pt x="207" y="12906"/>
                </a:cubicBezTo>
                <a:lnTo>
                  <a:pt x="12906" y="208"/>
                </a:lnTo>
                <a:cubicBezTo>
                  <a:pt x="12785" y="184"/>
                  <a:pt x="12663" y="163"/>
                  <a:pt x="12541" y="143"/>
                </a:cubicBezTo>
                <a:close/>
                <a:moveTo>
                  <a:pt x="13343" y="303"/>
                </a:moveTo>
                <a:lnTo>
                  <a:pt x="303" y="13343"/>
                </a:lnTo>
                <a:cubicBezTo>
                  <a:pt x="330" y="13456"/>
                  <a:pt x="361" y="13569"/>
                  <a:pt x="392" y="13682"/>
                </a:cubicBezTo>
                <a:lnTo>
                  <a:pt x="13682" y="393"/>
                </a:lnTo>
                <a:cubicBezTo>
                  <a:pt x="13569" y="362"/>
                  <a:pt x="13456" y="331"/>
                  <a:pt x="13343" y="303"/>
                </a:cubicBezTo>
                <a:close/>
                <a:moveTo>
                  <a:pt x="7909" y="395"/>
                </a:moveTo>
                <a:cubicBezTo>
                  <a:pt x="7701" y="452"/>
                  <a:pt x="7495" y="515"/>
                  <a:pt x="7290" y="585"/>
                </a:cubicBezTo>
                <a:lnTo>
                  <a:pt x="584" y="7290"/>
                </a:lnTo>
                <a:cubicBezTo>
                  <a:pt x="514" y="7495"/>
                  <a:pt x="452" y="7702"/>
                  <a:pt x="394" y="7909"/>
                </a:cubicBezTo>
                <a:lnTo>
                  <a:pt x="7909" y="395"/>
                </a:lnTo>
                <a:close/>
                <a:moveTo>
                  <a:pt x="14094" y="515"/>
                </a:moveTo>
                <a:lnTo>
                  <a:pt x="514" y="14094"/>
                </a:lnTo>
                <a:cubicBezTo>
                  <a:pt x="549" y="14202"/>
                  <a:pt x="583" y="14310"/>
                  <a:pt x="620" y="14417"/>
                </a:cubicBezTo>
                <a:lnTo>
                  <a:pt x="14417" y="621"/>
                </a:lnTo>
                <a:cubicBezTo>
                  <a:pt x="14310" y="583"/>
                  <a:pt x="14202" y="549"/>
                  <a:pt x="14094" y="515"/>
                </a:cubicBezTo>
                <a:close/>
                <a:moveTo>
                  <a:pt x="14804" y="767"/>
                </a:moveTo>
                <a:lnTo>
                  <a:pt x="767" y="14804"/>
                </a:lnTo>
                <a:cubicBezTo>
                  <a:pt x="807" y="14905"/>
                  <a:pt x="851" y="15004"/>
                  <a:pt x="894" y="15104"/>
                </a:cubicBezTo>
                <a:lnTo>
                  <a:pt x="15104" y="895"/>
                </a:lnTo>
                <a:cubicBezTo>
                  <a:pt x="15004" y="852"/>
                  <a:pt x="14905" y="807"/>
                  <a:pt x="14804" y="767"/>
                </a:cubicBezTo>
                <a:close/>
                <a:moveTo>
                  <a:pt x="6411" y="932"/>
                </a:moveTo>
                <a:cubicBezTo>
                  <a:pt x="6118" y="1062"/>
                  <a:pt x="5831" y="1206"/>
                  <a:pt x="5549" y="1363"/>
                </a:cubicBezTo>
                <a:lnTo>
                  <a:pt x="1362" y="5549"/>
                </a:lnTo>
                <a:cubicBezTo>
                  <a:pt x="1205" y="5832"/>
                  <a:pt x="1061" y="6119"/>
                  <a:pt x="931" y="6411"/>
                </a:cubicBezTo>
                <a:lnTo>
                  <a:pt x="6411" y="932"/>
                </a:lnTo>
                <a:close/>
                <a:moveTo>
                  <a:pt x="15470" y="1061"/>
                </a:moveTo>
                <a:lnTo>
                  <a:pt x="1060" y="15471"/>
                </a:lnTo>
                <a:cubicBezTo>
                  <a:pt x="1106" y="15567"/>
                  <a:pt x="1153" y="15664"/>
                  <a:pt x="1202" y="15759"/>
                </a:cubicBezTo>
                <a:lnTo>
                  <a:pt x="15759" y="1203"/>
                </a:lnTo>
                <a:cubicBezTo>
                  <a:pt x="15663" y="1153"/>
                  <a:pt x="15567" y="1107"/>
                  <a:pt x="15470" y="1061"/>
                </a:cubicBezTo>
                <a:close/>
                <a:moveTo>
                  <a:pt x="16103" y="1391"/>
                </a:moveTo>
                <a:lnTo>
                  <a:pt x="1391" y="16103"/>
                </a:lnTo>
                <a:cubicBezTo>
                  <a:pt x="1442" y="16194"/>
                  <a:pt x="1494" y="16285"/>
                  <a:pt x="1548" y="16375"/>
                </a:cubicBezTo>
                <a:lnTo>
                  <a:pt x="16375" y="1549"/>
                </a:lnTo>
                <a:cubicBezTo>
                  <a:pt x="16285" y="1495"/>
                  <a:pt x="16194" y="1442"/>
                  <a:pt x="16103" y="1391"/>
                </a:cubicBezTo>
                <a:close/>
                <a:moveTo>
                  <a:pt x="16703" y="1754"/>
                </a:moveTo>
                <a:lnTo>
                  <a:pt x="1753" y="16703"/>
                </a:lnTo>
                <a:cubicBezTo>
                  <a:pt x="1809" y="16788"/>
                  <a:pt x="1869" y="16872"/>
                  <a:pt x="1928" y="16956"/>
                </a:cubicBezTo>
                <a:lnTo>
                  <a:pt x="16956" y="1928"/>
                </a:lnTo>
                <a:cubicBezTo>
                  <a:pt x="16872" y="1869"/>
                  <a:pt x="16788" y="1810"/>
                  <a:pt x="16703" y="1754"/>
                </a:cubicBezTo>
                <a:close/>
                <a:moveTo>
                  <a:pt x="17267" y="2151"/>
                </a:moveTo>
                <a:lnTo>
                  <a:pt x="2151" y="17267"/>
                </a:lnTo>
                <a:cubicBezTo>
                  <a:pt x="2212" y="17349"/>
                  <a:pt x="2274" y="17430"/>
                  <a:pt x="2338" y="17510"/>
                </a:cubicBezTo>
                <a:lnTo>
                  <a:pt x="17510" y="2338"/>
                </a:lnTo>
                <a:cubicBezTo>
                  <a:pt x="17430" y="2275"/>
                  <a:pt x="17349" y="2212"/>
                  <a:pt x="17267" y="2151"/>
                </a:cubicBezTo>
                <a:close/>
                <a:moveTo>
                  <a:pt x="3805" y="2574"/>
                </a:moveTo>
                <a:cubicBezTo>
                  <a:pt x="3586" y="2761"/>
                  <a:pt x="3370" y="2956"/>
                  <a:pt x="3163" y="3163"/>
                </a:cubicBezTo>
                <a:cubicBezTo>
                  <a:pt x="2955" y="3371"/>
                  <a:pt x="2761" y="3586"/>
                  <a:pt x="2574" y="3806"/>
                </a:cubicBezTo>
                <a:lnTo>
                  <a:pt x="3805" y="2574"/>
                </a:lnTo>
                <a:close/>
                <a:moveTo>
                  <a:pt x="17801" y="2579"/>
                </a:moveTo>
                <a:lnTo>
                  <a:pt x="2579" y="17801"/>
                </a:lnTo>
                <a:cubicBezTo>
                  <a:pt x="2645" y="17878"/>
                  <a:pt x="2709" y="17957"/>
                  <a:pt x="2777" y="18032"/>
                </a:cubicBezTo>
                <a:lnTo>
                  <a:pt x="18032" y="2777"/>
                </a:lnTo>
                <a:cubicBezTo>
                  <a:pt x="17957" y="2709"/>
                  <a:pt x="17878" y="2645"/>
                  <a:pt x="17801" y="2579"/>
                </a:cubicBezTo>
                <a:close/>
                <a:moveTo>
                  <a:pt x="18304" y="3036"/>
                </a:moveTo>
                <a:lnTo>
                  <a:pt x="3036" y="18304"/>
                </a:lnTo>
                <a:cubicBezTo>
                  <a:pt x="3079" y="18349"/>
                  <a:pt x="3119" y="18394"/>
                  <a:pt x="3163" y="18438"/>
                </a:cubicBezTo>
                <a:cubicBezTo>
                  <a:pt x="3191" y="18466"/>
                  <a:pt x="3222" y="18492"/>
                  <a:pt x="3250" y="18521"/>
                </a:cubicBezTo>
                <a:lnTo>
                  <a:pt x="18521" y="3251"/>
                </a:lnTo>
                <a:cubicBezTo>
                  <a:pt x="18492" y="3222"/>
                  <a:pt x="18466" y="3192"/>
                  <a:pt x="18438" y="3163"/>
                </a:cubicBezTo>
                <a:cubicBezTo>
                  <a:pt x="18394" y="3119"/>
                  <a:pt x="18348" y="3079"/>
                  <a:pt x="18304" y="3036"/>
                </a:cubicBezTo>
                <a:close/>
                <a:moveTo>
                  <a:pt x="18781" y="3523"/>
                </a:moveTo>
                <a:lnTo>
                  <a:pt x="3522" y="18781"/>
                </a:lnTo>
                <a:cubicBezTo>
                  <a:pt x="3598" y="18850"/>
                  <a:pt x="3676" y="18915"/>
                  <a:pt x="3753" y="18982"/>
                </a:cubicBezTo>
                <a:lnTo>
                  <a:pt x="18982" y="3753"/>
                </a:lnTo>
                <a:cubicBezTo>
                  <a:pt x="18915" y="3676"/>
                  <a:pt x="18850" y="3598"/>
                  <a:pt x="18781" y="3523"/>
                </a:cubicBezTo>
                <a:close/>
                <a:moveTo>
                  <a:pt x="19224" y="4041"/>
                </a:moveTo>
                <a:lnTo>
                  <a:pt x="4041" y="19224"/>
                </a:lnTo>
                <a:cubicBezTo>
                  <a:pt x="4121" y="19289"/>
                  <a:pt x="4202" y="19350"/>
                  <a:pt x="4283" y="19412"/>
                </a:cubicBezTo>
                <a:lnTo>
                  <a:pt x="19412" y="4283"/>
                </a:lnTo>
                <a:cubicBezTo>
                  <a:pt x="19350" y="4202"/>
                  <a:pt x="19289" y="4121"/>
                  <a:pt x="19224" y="4041"/>
                </a:cubicBezTo>
                <a:close/>
                <a:moveTo>
                  <a:pt x="19637" y="4591"/>
                </a:moveTo>
                <a:lnTo>
                  <a:pt x="4591" y="19637"/>
                </a:lnTo>
                <a:cubicBezTo>
                  <a:pt x="4675" y="19696"/>
                  <a:pt x="4758" y="19757"/>
                  <a:pt x="4843" y="19813"/>
                </a:cubicBezTo>
                <a:lnTo>
                  <a:pt x="19813" y="4844"/>
                </a:lnTo>
                <a:cubicBezTo>
                  <a:pt x="19757" y="4758"/>
                  <a:pt x="19696" y="4675"/>
                  <a:pt x="19637" y="4591"/>
                </a:cubicBezTo>
                <a:close/>
                <a:moveTo>
                  <a:pt x="20019" y="5172"/>
                </a:moveTo>
                <a:lnTo>
                  <a:pt x="5172" y="20019"/>
                </a:lnTo>
                <a:cubicBezTo>
                  <a:pt x="5261" y="20073"/>
                  <a:pt x="5351" y="20126"/>
                  <a:pt x="5441" y="20178"/>
                </a:cubicBezTo>
                <a:lnTo>
                  <a:pt x="20178" y="5441"/>
                </a:lnTo>
                <a:cubicBezTo>
                  <a:pt x="20126" y="5351"/>
                  <a:pt x="20073" y="5261"/>
                  <a:pt x="20019" y="5172"/>
                </a:cubicBezTo>
                <a:close/>
                <a:moveTo>
                  <a:pt x="20369" y="5782"/>
                </a:moveTo>
                <a:lnTo>
                  <a:pt x="5782" y="20369"/>
                </a:lnTo>
                <a:cubicBezTo>
                  <a:pt x="5877" y="20419"/>
                  <a:pt x="5974" y="20463"/>
                  <a:pt x="6071" y="20510"/>
                </a:cubicBezTo>
                <a:lnTo>
                  <a:pt x="20510" y="6071"/>
                </a:lnTo>
                <a:cubicBezTo>
                  <a:pt x="20463" y="5975"/>
                  <a:pt x="20419" y="5878"/>
                  <a:pt x="20369" y="5782"/>
                </a:cubicBezTo>
                <a:close/>
                <a:moveTo>
                  <a:pt x="20679" y="6434"/>
                </a:moveTo>
                <a:lnTo>
                  <a:pt x="6434" y="20679"/>
                </a:lnTo>
                <a:cubicBezTo>
                  <a:pt x="6534" y="20723"/>
                  <a:pt x="6633" y="20769"/>
                  <a:pt x="6734" y="20809"/>
                </a:cubicBezTo>
                <a:lnTo>
                  <a:pt x="20809" y="6735"/>
                </a:lnTo>
                <a:cubicBezTo>
                  <a:pt x="20769" y="6634"/>
                  <a:pt x="20723" y="6534"/>
                  <a:pt x="20679" y="6434"/>
                </a:cubicBezTo>
                <a:close/>
                <a:moveTo>
                  <a:pt x="20956" y="7121"/>
                </a:moveTo>
                <a:lnTo>
                  <a:pt x="7120" y="20956"/>
                </a:lnTo>
                <a:cubicBezTo>
                  <a:pt x="7226" y="20994"/>
                  <a:pt x="7333" y="21030"/>
                  <a:pt x="7439" y="21065"/>
                </a:cubicBezTo>
                <a:lnTo>
                  <a:pt x="21065" y="7439"/>
                </a:lnTo>
                <a:cubicBezTo>
                  <a:pt x="21030" y="7333"/>
                  <a:pt x="20994" y="7226"/>
                  <a:pt x="20956" y="7121"/>
                </a:cubicBezTo>
                <a:close/>
                <a:moveTo>
                  <a:pt x="21190" y="7848"/>
                </a:moveTo>
                <a:lnTo>
                  <a:pt x="7848" y="21190"/>
                </a:lnTo>
                <a:cubicBezTo>
                  <a:pt x="7960" y="21221"/>
                  <a:pt x="8073" y="21252"/>
                  <a:pt x="8186" y="21280"/>
                </a:cubicBezTo>
                <a:lnTo>
                  <a:pt x="21280" y="8186"/>
                </a:lnTo>
                <a:cubicBezTo>
                  <a:pt x="21252" y="8073"/>
                  <a:pt x="21221" y="7960"/>
                  <a:pt x="21190" y="7848"/>
                </a:cubicBezTo>
                <a:close/>
                <a:moveTo>
                  <a:pt x="21378" y="8623"/>
                </a:moveTo>
                <a:lnTo>
                  <a:pt x="8623" y="21378"/>
                </a:lnTo>
                <a:cubicBezTo>
                  <a:pt x="8743" y="21402"/>
                  <a:pt x="8863" y="21424"/>
                  <a:pt x="8984" y="21445"/>
                </a:cubicBezTo>
                <a:lnTo>
                  <a:pt x="21445" y="8984"/>
                </a:lnTo>
                <a:cubicBezTo>
                  <a:pt x="21424" y="8864"/>
                  <a:pt x="21402" y="8743"/>
                  <a:pt x="21378" y="8623"/>
                </a:cubicBezTo>
                <a:close/>
                <a:moveTo>
                  <a:pt x="21514" y="9448"/>
                </a:moveTo>
                <a:lnTo>
                  <a:pt x="9447" y="21514"/>
                </a:lnTo>
                <a:cubicBezTo>
                  <a:pt x="9576" y="21530"/>
                  <a:pt x="9704" y="21546"/>
                  <a:pt x="9833" y="21557"/>
                </a:cubicBezTo>
                <a:lnTo>
                  <a:pt x="21557" y="9834"/>
                </a:lnTo>
                <a:cubicBezTo>
                  <a:pt x="21546" y="9705"/>
                  <a:pt x="21530" y="9576"/>
                  <a:pt x="21514" y="9448"/>
                </a:cubicBezTo>
                <a:close/>
                <a:moveTo>
                  <a:pt x="21590" y="10333"/>
                </a:moveTo>
                <a:lnTo>
                  <a:pt x="10332" y="21590"/>
                </a:lnTo>
                <a:cubicBezTo>
                  <a:pt x="10473" y="21596"/>
                  <a:pt x="10613" y="21599"/>
                  <a:pt x="10753" y="21600"/>
                </a:cubicBezTo>
                <a:lnTo>
                  <a:pt x="21600" y="10754"/>
                </a:lnTo>
                <a:cubicBezTo>
                  <a:pt x="21599" y="10613"/>
                  <a:pt x="21596" y="10473"/>
                  <a:pt x="21590" y="10333"/>
                </a:cubicBezTo>
                <a:close/>
                <a:moveTo>
                  <a:pt x="21590" y="11296"/>
                </a:moveTo>
                <a:lnTo>
                  <a:pt x="11295" y="21590"/>
                </a:lnTo>
                <a:cubicBezTo>
                  <a:pt x="11449" y="21583"/>
                  <a:pt x="11603" y="21572"/>
                  <a:pt x="11757" y="21558"/>
                </a:cubicBezTo>
                <a:lnTo>
                  <a:pt x="21558" y="11757"/>
                </a:lnTo>
                <a:cubicBezTo>
                  <a:pt x="21572" y="11603"/>
                  <a:pt x="21583" y="11450"/>
                  <a:pt x="21590" y="11296"/>
                </a:cubicBezTo>
                <a:close/>
                <a:moveTo>
                  <a:pt x="21489" y="12358"/>
                </a:moveTo>
                <a:lnTo>
                  <a:pt x="12358" y="21489"/>
                </a:lnTo>
                <a:cubicBezTo>
                  <a:pt x="12531" y="21464"/>
                  <a:pt x="12703" y="21434"/>
                  <a:pt x="12876" y="21400"/>
                </a:cubicBezTo>
                <a:lnTo>
                  <a:pt x="21400" y="12876"/>
                </a:lnTo>
                <a:cubicBezTo>
                  <a:pt x="21434" y="12704"/>
                  <a:pt x="21464" y="12531"/>
                  <a:pt x="21489" y="12358"/>
                </a:cubicBezTo>
                <a:close/>
                <a:moveTo>
                  <a:pt x="21239" y="13569"/>
                </a:moveTo>
                <a:lnTo>
                  <a:pt x="13569" y="21239"/>
                </a:lnTo>
                <a:cubicBezTo>
                  <a:pt x="13774" y="21185"/>
                  <a:pt x="13978" y="21125"/>
                  <a:pt x="14181" y="21058"/>
                </a:cubicBezTo>
                <a:lnTo>
                  <a:pt x="21058" y="14181"/>
                </a:lnTo>
                <a:cubicBezTo>
                  <a:pt x="21125" y="13978"/>
                  <a:pt x="21185" y="13774"/>
                  <a:pt x="21239" y="13569"/>
                </a:cubicBezTo>
                <a:close/>
                <a:moveTo>
                  <a:pt x="20736" y="15035"/>
                </a:moveTo>
                <a:lnTo>
                  <a:pt x="15035" y="20736"/>
                </a:lnTo>
                <a:cubicBezTo>
                  <a:pt x="15310" y="20619"/>
                  <a:pt x="15581" y="20493"/>
                  <a:pt x="15848" y="20352"/>
                </a:cubicBezTo>
                <a:lnTo>
                  <a:pt x="20352" y="15848"/>
                </a:lnTo>
                <a:cubicBezTo>
                  <a:pt x="20493" y="15581"/>
                  <a:pt x="20619" y="15310"/>
                  <a:pt x="20736" y="15035"/>
                </a:cubicBezTo>
                <a:close/>
                <a:moveTo>
                  <a:pt x="19400" y="17332"/>
                </a:moveTo>
                <a:lnTo>
                  <a:pt x="17332" y="19400"/>
                </a:lnTo>
                <a:cubicBezTo>
                  <a:pt x="17716" y="19108"/>
                  <a:pt x="18087" y="18789"/>
                  <a:pt x="18438" y="18438"/>
                </a:cubicBezTo>
                <a:cubicBezTo>
                  <a:pt x="18788" y="18087"/>
                  <a:pt x="19107" y="17716"/>
                  <a:pt x="19400" y="17332"/>
                </a:cubicBezTo>
                <a:close/>
              </a:path>
            </a:pathLst>
          </a:custGeom>
          <a:solidFill>
            <a:schemeClr val="accent4"/>
          </a:solidFill>
          <a:ln w="12700">
            <a:miter lim="400000"/>
          </a:ln>
        </p:spPr>
        <p:txBody>
          <a:bodyPr lIns="0" tIns="0" rIns="0" bIns="0" anchor="ctr"/>
          <a:lstStyle/>
          <a:p>
            <a:pPr marL="0" marR="0" lvl="0" indent="0" algn="ctr" defTabSz="8255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 kumimoji="0" sz="32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Helvetica Neue Medium"/>
              <a:sym typeface="Helvetica Neue Medium"/>
            </a:endParaRPr>
          </a:p>
        </p:txBody>
      </p:sp>
      <p:sp>
        <p:nvSpPr>
          <p:cNvPr id="218" name="Shape">
            <a:extLst>
              <a:ext uri="{FF2B5EF4-FFF2-40B4-BE49-F238E27FC236}">
                <a16:creationId xmlns:a16="http://schemas.microsoft.com/office/drawing/2014/main" id="{C89DC118-1E86-E87E-496C-96258BC91903}"/>
              </a:ext>
            </a:extLst>
          </p:cNvPr>
          <p:cNvSpPr/>
          <p:nvPr/>
        </p:nvSpPr>
        <p:spPr>
          <a:xfrm>
            <a:off x="1688166" y="791392"/>
            <a:ext cx="7163901" cy="716420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800" y="0"/>
                </a:moveTo>
                <a:cubicBezTo>
                  <a:pt x="10787" y="0"/>
                  <a:pt x="10773" y="1"/>
                  <a:pt x="10759" y="1"/>
                </a:cubicBezTo>
                <a:lnTo>
                  <a:pt x="1" y="10760"/>
                </a:lnTo>
                <a:cubicBezTo>
                  <a:pt x="0" y="10900"/>
                  <a:pt x="3" y="11040"/>
                  <a:pt x="8" y="11181"/>
                </a:cubicBezTo>
                <a:lnTo>
                  <a:pt x="11180" y="9"/>
                </a:lnTo>
                <a:cubicBezTo>
                  <a:pt x="11054" y="4"/>
                  <a:pt x="10927" y="0"/>
                  <a:pt x="10800" y="0"/>
                </a:cubicBezTo>
                <a:close/>
                <a:moveTo>
                  <a:pt x="10211" y="17"/>
                </a:moveTo>
                <a:cubicBezTo>
                  <a:pt x="10057" y="25"/>
                  <a:pt x="9903" y="36"/>
                  <a:pt x="9748" y="51"/>
                </a:cubicBezTo>
                <a:lnTo>
                  <a:pt x="50" y="9749"/>
                </a:lnTo>
                <a:cubicBezTo>
                  <a:pt x="35" y="9903"/>
                  <a:pt x="25" y="10057"/>
                  <a:pt x="16" y="10212"/>
                </a:cubicBezTo>
                <a:lnTo>
                  <a:pt x="10211" y="17"/>
                </a:lnTo>
                <a:close/>
                <a:moveTo>
                  <a:pt x="11683" y="38"/>
                </a:moveTo>
                <a:lnTo>
                  <a:pt x="38" y="11684"/>
                </a:lnTo>
                <a:cubicBezTo>
                  <a:pt x="48" y="11814"/>
                  <a:pt x="62" y="11944"/>
                  <a:pt x="78" y="12075"/>
                </a:cubicBezTo>
                <a:lnTo>
                  <a:pt x="12074" y="78"/>
                </a:lnTo>
                <a:cubicBezTo>
                  <a:pt x="11944" y="63"/>
                  <a:pt x="11814" y="49"/>
                  <a:pt x="11683" y="38"/>
                </a:cubicBezTo>
                <a:close/>
                <a:moveTo>
                  <a:pt x="9136" y="131"/>
                </a:moveTo>
                <a:cubicBezTo>
                  <a:pt x="8960" y="158"/>
                  <a:pt x="8786" y="190"/>
                  <a:pt x="8611" y="226"/>
                </a:cubicBezTo>
                <a:lnTo>
                  <a:pt x="226" y="8611"/>
                </a:lnTo>
                <a:cubicBezTo>
                  <a:pt x="190" y="8786"/>
                  <a:pt x="157" y="8961"/>
                  <a:pt x="130" y="9137"/>
                </a:cubicBezTo>
                <a:lnTo>
                  <a:pt x="9136" y="131"/>
                </a:lnTo>
                <a:close/>
                <a:moveTo>
                  <a:pt x="12541" y="143"/>
                </a:moveTo>
                <a:lnTo>
                  <a:pt x="143" y="12541"/>
                </a:lnTo>
                <a:cubicBezTo>
                  <a:pt x="163" y="12663"/>
                  <a:pt x="183" y="12785"/>
                  <a:pt x="207" y="12906"/>
                </a:cubicBezTo>
                <a:lnTo>
                  <a:pt x="12906" y="208"/>
                </a:lnTo>
                <a:cubicBezTo>
                  <a:pt x="12785" y="184"/>
                  <a:pt x="12663" y="163"/>
                  <a:pt x="12541" y="143"/>
                </a:cubicBezTo>
                <a:close/>
                <a:moveTo>
                  <a:pt x="13343" y="303"/>
                </a:moveTo>
                <a:lnTo>
                  <a:pt x="303" y="13343"/>
                </a:lnTo>
                <a:cubicBezTo>
                  <a:pt x="330" y="13456"/>
                  <a:pt x="361" y="13569"/>
                  <a:pt x="392" y="13682"/>
                </a:cubicBezTo>
                <a:lnTo>
                  <a:pt x="13682" y="393"/>
                </a:lnTo>
                <a:cubicBezTo>
                  <a:pt x="13569" y="362"/>
                  <a:pt x="13456" y="331"/>
                  <a:pt x="13343" y="303"/>
                </a:cubicBezTo>
                <a:close/>
                <a:moveTo>
                  <a:pt x="7909" y="395"/>
                </a:moveTo>
                <a:cubicBezTo>
                  <a:pt x="7701" y="452"/>
                  <a:pt x="7495" y="515"/>
                  <a:pt x="7290" y="585"/>
                </a:cubicBezTo>
                <a:lnTo>
                  <a:pt x="584" y="7290"/>
                </a:lnTo>
                <a:cubicBezTo>
                  <a:pt x="514" y="7495"/>
                  <a:pt x="452" y="7702"/>
                  <a:pt x="394" y="7909"/>
                </a:cubicBezTo>
                <a:lnTo>
                  <a:pt x="7909" y="395"/>
                </a:lnTo>
                <a:close/>
                <a:moveTo>
                  <a:pt x="14094" y="515"/>
                </a:moveTo>
                <a:lnTo>
                  <a:pt x="514" y="14094"/>
                </a:lnTo>
                <a:cubicBezTo>
                  <a:pt x="549" y="14202"/>
                  <a:pt x="583" y="14310"/>
                  <a:pt x="620" y="14417"/>
                </a:cubicBezTo>
                <a:lnTo>
                  <a:pt x="14417" y="621"/>
                </a:lnTo>
                <a:cubicBezTo>
                  <a:pt x="14310" y="583"/>
                  <a:pt x="14202" y="549"/>
                  <a:pt x="14094" y="515"/>
                </a:cubicBezTo>
                <a:close/>
                <a:moveTo>
                  <a:pt x="14804" y="767"/>
                </a:moveTo>
                <a:lnTo>
                  <a:pt x="767" y="14804"/>
                </a:lnTo>
                <a:cubicBezTo>
                  <a:pt x="807" y="14905"/>
                  <a:pt x="851" y="15004"/>
                  <a:pt x="894" y="15104"/>
                </a:cubicBezTo>
                <a:lnTo>
                  <a:pt x="15104" y="895"/>
                </a:lnTo>
                <a:cubicBezTo>
                  <a:pt x="15004" y="852"/>
                  <a:pt x="14905" y="807"/>
                  <a:pt x="14804" y="767"/>
                </a:cubicBezTo>
                <a:close/>
                <a:moveTo>
                  <a:pt x="6411" y="932"/>
                </a:moveTo>
                <a:cubicBezTo>
                  <a:pt x="6118" y="1062"/>
                  <a:pt x="5831" y="1206"/>
                  <a:pt x="5549" y="1363"/>
                </a:cubicBezTo>
                <a:lnTo>
                  <a:pt x="1362" y="5549"/>
                </a:lnTo>
                <a:cubicBezTo>
                  <a:pt x="1205" y="5832"/>
                  <a:pt x="1061" y="6119"/>
                  <a:pt x="931" y="6411"/>
                </a:cubicBezTo>
                <a:lnTo>
                  <a:pt x="6411" y="932"/>
                </a:lnTo>
                <a:close/>
                <a:moveTo>
                  <a:pt x="15470" y="1061"/>
                </a:moveTo>
                <a:lnTo>
                  <a:pt x="1060" y="15471"/>
                </a:lnTo>
                <a:cubicBezTo>
                  <a:pt x="1106" y="15567"/>
                  <a:pt x="1153" y="15664"/>
                  <a:pt x="1202" y="15759"/>
                </a:cubicBezTo>
                <a:lnTo>
                  <a:pt x="15759" y="1203"/>
                </a:lnTo>
                <a:cubicBezTo>
                  <a:pt x="15663" y="1153"/>
                  <a:pt x="15567" y="1107"/>
                  <a:pt x="15470" y="1061"/>
                </a:cubicBezTo>
                <a:close/>
                <a:moveTo>
                  <a:pt x="16103" y="1391"/>
                </a:moveTo>
                <a:lnTo>
                  <a:pt x="1391" y="16103"/>
                </a:lnTo>
                <a:cubicBezTo>
                  <a:pt x="1442" y="16194"/>
                  <a:pt x="1494" y="16285"/>
                  <a:pt x="1548" y="16375"/>
                </a:cubicBezTo>
                <a:lnTo>
                  <a:pt x="16375" y="1549"/>
                </a:lnTo>
                <a:cubicBezTo>
                  <a:pt x="16285" y="1495"/>
                  <a:pt x="16194" y="1442"/>
                  <a:pt x="16103" y="1391"/>
                </a:cubicBezTo>
                <a:close/>
                <a:moveTo>
                  <a:pt x="16703" y="1754"/>
                </a:moveTo>
                <a:lnTo>
                  <a:pt x="1753" y="16703"/>
                </a:lnTo>
                <a:cubicBezTo>
                  <a:pt x="1809" y="16788"/>
                  <a:pt x="1869" y="16872"/>
                  <a:pt x="1928" y="16956"/>
                </a:cubicBezTo>
                <a:lnTo>
                  <a:pt x="16956" y="1928"/>
                </a:lnTo>
                <a:cubicBezTo>
                  <a:pt x="16872" y="1869"/>
                  <a:pt x="16788" y="1810"/>
                  <a:pt x="16703" y="1754"/>
                </a:cubicBezTo>
                <a:close/>
                <a:moveTo>
                  <a:pt x="17267" y="2151"/>
                </a:moveTo>
                <a:lnTo>
                  <a:pt x="2151" y="17267"/>
                </a:lnTo>
                <a:cubicBezTo>
                  <a:pt x="2212" y="17349"/>
                  <a:pt x="2274" y="17430"/>
                  <a:pt x="2338" y="17510"/>
                </a:cubicBezTo>
                <a:lnTo>
                  <a:pt x="17510" y="2338"/>
                </a:lnTo>
                <a:cubicBezTo>
                  <a:pt x="17430" y="2275"/>
                  <a:pt x="17349" y="2212"/>
                  <a:pt x="17267" y="2151"/>
                </a:cubicBezTo>
                <a:close/>
                <a:moveTo>
                  <a:pt x="3805" y="2574"/>
                </a:moveTo>
                <a:cubicBezTo>
                  <a:pt x="3586" y="2761"/>
                  <a:pt x="3370" y="2956"/>
                  <a:pt x="3163" y="3163"/>
                </a:cubicBezTo>
                <a:cubicBezTo>
                  <a:pt x="2955" y="3371"/>
                  <a:pt x="2761" y="3586"/>
                  <a:pt x="2574" y="3806"/>
                </a:cubicBezTo>
                <a:lnTo>
                  <a:pt x="3805" y="2574"/>
                </a:lnTo>
                <a:close/>
                <a:moveTo>
                  <a:pt x="17801" y="2579"/>
                </a:moveTo>
                <a:lnTo>
                  <a:pt x="2579" y="17801"/>
                </a:lnTo>
                <a:cubicBezTo>
                  <a:pt x="2645" y="17878"/>
                  <a:pt x="2709" y="17957"/>
                  <a:pt x="2777" y="18032"/>
                </a:cubicBezTo>
                <a:lnTo>
                  <a:pt x="18032" y="2777"/>
                </a:lnTo>
                <a:cubicBezTo>
                  <a:pt x="17957" y="2709"/>
                  <a:pt x="17878" y="2645"/>
                  <a:pt x="17801" y="2579"/>
                </a:cubicBezTo>
                <a:close/>
                <a:moveTo>
                  <a:pt x="18304" y="3036"/>
                </a:moveTo>
                <a:lnTo>
                  <a:pt x="3036" y="18304"/>
                </a:lnTo>
                <a:cubicBezTo>
                  <a:pt x="3079" y="18349"/>
                  <a:pt x="3119" y="18394"/>
                  <a:pt x="3163" y="18438"/>
                </a:cubicBezTo>
                <a:cubicBezTo>
                  <a:pt x="3191" y="18466"/>
                  <a:pt x="3222" y="18492"/>
                  <a:pt x="3250" y="18521"/>
                </a:cubicBezTo>
                <a:lnTo>
                  <a:pt x="18521" y="3251"/>
                </a:lnTo>
                <a:cubicBezTo>
                  <a:pt x="18492" y="3222"/>
                  <a:pt x="18466" y="3192"/>
                  <a:pt x="18438" y="3163"/>
                </a:cubicBezTo>
                <a:cubicBezTo>
                  <a:pt x="18394" y="3119"/>
                  <a:pt x="18348" y="3079"/>
                  <a:pt x="18304" y="3036"/>
                </a:cubicBezTo>
                <a:close/>
                <a:moveTo>
                  <a:pt x="18781" y="3523"/>
                </a:moveTo>
                <a:lnTo>
                  <a:pt x="3522" y="18781"/>
                </a:lnTo>
                <a:cubicBezTo>
                  <a:pt x="3598" y="18850"/>
                  <a:pt x="3676" y="18915"/>
                  <a:pt x="3753" y="18982"/>
                </a:cubicBezTo>
                <a:lnTo>
                  <a:pt x="18982" y="3753"/>
                </a:lnTo>
                <a:cubicBezTo>
                  <a:pt x="18915" y="3676"/>
                  <a:pt x="18850" y="3598"/>
                  <a:pt x="18781" y="3523"/>
                </a:cubicBezTo>
                <a:close/>
                <a:moveTo>
                  <a:pt x="19224" y="4041"/>
                </a:moveTo>
                <a:lnTo>
                  <a:pt x="4041" y="19224"/>
                </a:lnTo>
                <a:cubicBezTo>
                  <a:pt x="4121" y="19289"/>
                  <a:pt x="4202" y="19350"/>
                  <a:pt x="4283" y="19412"/>
                </a:cubicBezTo>
                <a:lnTo>
                  <a:pt x="19412" y="4283"/>
                </a:lnTo>
                <a:cubicBezTo>
                  <a:pt x="19350" y="4202"/>
                  <a:pt x="19289" y="4121"/>
                  <a:pt x="19224" y="4041"/>
                </a:cubicBezTo>
                <a:close/>
                <a:moveTo>
                  <a:pt x="19637" y="4591"/>
                </a:moveTo>
                <a:lnTo>
                  <a:pt x="4591" y="19637"/>
                </a:lnTo>
                <a:cubicBezTo>
                  <a:pt x="4675" y="19696"/>
                  <a:pt x="4758" y="19757"/>
                  <a:pt x="4843" y="19813"/>
                </a:cubicBezTo>
                <a:lnTo>
                  <a:pt x="19813" y="4844"/>
                </a:lnTo>
                <a:cubicBezTo>
                  <a:pt x="19757" y="4758"/>
                  <a:pt x="19696" y="4675"/>
                  <a:pt x="19637" y="4591"/>
                </a:cubicBezTo>
                <a:close/>
                <a:moveTo>
                  <a:pt x="20019" y="5172"/>
                </a:moveTo>
                <a:lnTo>
                  <a:pt x="5172" y="20019"/>
                </a:lnTo>
                <a:cubicBezTo>
                  <a:pt x="5261" y="20073"/>
                  <a:pt x="5351" y="20126"/>
                  <a:pt x="5441" y="20178"/>
                </a:cubicBezTo>
                <a:lnTo>
                  <a:pt x="20178" y="5441"/>
                </a:lnTo>
                <a:cubicBezTo>
                  <a:pt x="20126" y="5351"/>
                  <a:pt x="20073" y="5261"/>
                  <a:pt x="20019" y="5172"/>
                </a:cubicBezTo>
                <a:close/>
                <a:moveTo>
                  <a:pt x="20369" y="5782"/>
                </a:moveTo>
                <a:lnTo>
                  <a:pt x="5782" y="20369"/>
                </a:lnTo>
                <a:cubicBezTo>
                  <a:pt x="5877" y="20419"/>
                  <a:pt x="5974" y="20463"/>
                  <a:pt x="6071" y="20510"/>
                </a:cubicBezTo>
                <a:lnTo>
                  <a:pt x="20510" y="6071"/>
                </a:lnTo>
                <a:cubicBezTo>
                  <a:pt x="20463" y="5975"/>
                  <a:pt x="20419" y="5878"/>
                  <a:pt x="20369" y="5782"/>
                </a:cubicBezTo>
                <a:close/>
                <a:moveTo>
                  <a:pt x="20679" y="6434"/>
                </a:moveTo>
                <a:lnTo>
                  <a:pt x="6434" y="20679"/>
                </a:lnTo>
                <a:cubicBezTo>
                  <a:pt x="6534" y="20723"/>
                  <a:pt x="6633" y="20769"/>
                  <a:pt x="6734" y="20809"/>
                </a:cubicBezTo>
                <a:lnTo>
                  <a:pt x="20809" y="6735"/>
                </a:lnTo>
                <a:cubicBezTo>
                  <a:pt x="20769" y="6634"/>
                  <a:pt x="20723" y="6534"/>
                  <a:pt x="20679" y="6434"/>
                </a:cubicBezTo>
                <a:close/>
                <a:moveTo>
                  <a:pt x="20956" y="7121"/>
                </a:moveTo>
                <a:lnTo>
                  <a:pt x="7120" y="20956"/>
                </a:lnTo>
                <a:cubicBezTo>
                  <a:pt x="7226" y="20994"/>
                  <a:pt x="7333" y="21030"/>
                  <a:pt x="7439" y="21065"/>
                </a:cubicBezTo>
                <a:lnTo>
                  <a:pt x="21065" y="7439"/>
                </a:lnTo>
                <a:cubicBezTo>
                  <a:pt x="21030" y="7333"/>
                  <a:pt x="20994" y="7226"/>
                  <a:pt x="20956" y="7121"/>
                </a:cubicBezTo>
                <a:close/>
                <a:moveTo>
                  <a:pt x="21190" y="7848"/>
                </a:moveTo>
                <a:lnTo>
                  <a:pt x="7848" y="21190"/>
                </a:lnTo>
                <a:cubicBezTo>
                  <a:pt x="7960" y="21221"/>
                  <a:pt x="8073" y="21252"/>
                  <a:pt x="8186" y="21280"/>
                </a:cubicBezTo>
                <a:lnTo>
                  <a:pt x="21280" y="8186"/>
                </a:lnTo>
                <a:cubicBezTo>
                  <a:pt x="21252" y="8073"/>
                  <a:pt x="21221" y="7960"/>
                  <a:pt x="21190" y="7848"/>
                </a:cubicBezTo>
                <a:close/>
                <a:moveTo>
                  <a:pt x="21378" y="8623"/>
                </a:moveTo>
                <a:lnTo>
                  <a:pt x="8623" y="21378"/>
                </a:lnTo>
                <a:cubicBezTo>
                  <a:pt x="8743" y="21402"/>
                  <a:pt x="8863" y="21424"/>
                  <a:pt x="8984" y="21445"/>
                </a:cubicBezTo>
                <a:lnTo>
                  <a:pt x="21445" y="8984"/>
                </a:lnTo>
                <a:cubicBezTo>
                  <a:pt x="21424" y="8864"/>
                  <a:pt x="21402" y="8743"/>
                  <a:pt x="21378" y="8623"/>
                </a:cubicBezTo>
                <a:close/>
                <a:moveTo>
                  <a:pt x="21514" y="9448"/>
                </a:moveTo>
                <a:lnTo>
                  <a:pt x="9447" y="21514"/>
                </a:lnTo>
                <a:cubicBezTo>
                  <a:pt x="9576" y="21530"/>
                  <a:pt x="9704" y="21546"/>
                  <a:pt x="9833" y="21557"/>
                </a:cubicBezTo>
                <a:lnTo>
                  <a:pt x="21557" y="9834"/>
                </a:lnTo>
                <a:cubicBezTo>
                  <a:pt x="21546" y="9705"/>
                  <a:pt x="21530" y="9576"/>
                  <a:pt x="21514" y="9448"/>
                </a:cubicBezTo>
                <a:close/>
                <a:moveTo>
                  <a:pt x="21590" y="10333"/>
                </a:moveTo>
                <a:lnTo>
                  <a:pt x="10332" y="21590"/>
                </a:lnTo>
                <a:cubicBezTo>
                  <a:pt x="10473" y="21596"/>
                  <a:pt x="10613" y="21599"/>
                  <a:pt x="10753" y="21600"/>
                </a:cubicBezTo>
                <a:lnTo>
                  <a:pt x="21600" y="10754"/>
                </a:lnTo>
                <a:cubicBezTo>
                  <a:pt x="21599" y="10613"/>
                  <a:pt x="21596" y="10473"/>
                  <a:pt x="21590" y="10333"/>
                </a:cubicBezTo>
                <a:close/>
                <a:moveTo>
                  <a:pt x="21590" y="11296"/>
                </a:moveTo>
                <a:lnTo>
                  <a:pt x="11295" y="21590"/>
                </a:lnTo>
                <a:cubicBezTo>
                  <a:pt x="11449" y="21583"/>
                  <a:pt x="11603" y="21572"/>
                  <a:pt x="11757" y="21558"/>
                </a:cubicBezTo>
                <a:lnTo>
                  <a:pt x="21558" y="11757"/>
                </a:lnTo>
                <a:cubicBezTo>
                  <a:pt x="21572" y="11603"/>
                  <a:pt x="21583" y="11450"/>
                  <a:pt x="21590" y="11296"/>
                </a:cubicBezTo>
                <a:close/>
                <a:moveTo>
                  <a:pt x="21489" y="12358"/>
                </a:moveTo>
                <a:lnTo>
                  <a:pt x="12358" y="21489"/>
                </a:lnTo>
                <a:cubicBezTo>
                  <a:pt x="12531" y="21464"/>
                  <a:pt x="12703" y="21434"/>
                  <a:pt x="12876" y="21400"/>
                </a:cubicBezTo>
                <a:lnTo>
                  <a:pt x="21400" y="12876"/>
                </a:lnTo>
                <a:cubicBezTo>
                  <a:pt x="21434" y="12704"/>
                  <a:pt x="21464" y="12531"/>
                  <a:pt x="21489" y="12358"/>
                </a:cubicBezTo>
                <a:close/>
                <a:moveTo>
                  <a:pt x="21239" y="13569"/>
                </a:moveTo>
                <a:lnTo>
                  <a:pt x="13569" y="21239"/>
                </a:lnTo>
                <a:cubicBezTo>
                  <a:pt x="13774" y="21185"/>
                  <a:pt x="13978" y="21125"/>
                  <a:pt x="14181" y="21058"/>
                </a:cubicBezTo>
                <a:lnTo>
                  <a:pt x="21058" y="14181"/>
                </a:lnTo>
                <a:cubicBezTo>
                  <a:pt x="21125" y="13978"/>
                  <a:pt x="21185" y="13774"/>
                  <a:pt x="21239" y="13569"/>
                </a:cubicBezTo>
                <a:close/>
                <a:moveTo>
                  <a:pt x="20736" y="15035"/>
                </a:moveTo>
                <a:lnTo>
                  <a:pt x="15035" y="20736"/>
                </a:lnTo>
                <a:cubicBezTo>
                  <a:pt x="15310" y="20619"/>
                  <a:pt x="15581" y="20493"/>
                  <a:pt x="15848" y="20352"/>
                </a:cubicBezTo>
                <a:lnTo>
                  <a:pt x="20352" y="15848"/>
                </a:lnTo>
                <a:cubicBezTo>
                  <a:pt x="20493" y="15581"/>
                  <a:pt x="20619" y="15310"/>
                  <a:pt x="20736" y="15035"/>
                </a:cubicBezTo>
                <a:close/>
                <a:moveTo>
                  <a:pt x="19400" y="17332"/>
                </a:moveTo>
                <a:lnTo>
                  <a:pt x="17332" y="19400"/>
                </a:lnTo>
                <a:cubicBezTo>
                  <a:pt x="17716" y="19108"/>
                  <a:pt x="18087" y="18789"/>
                  <a:pt x="18438" y="18438"/>
                </a:cubicBezTo>
                <a:cubicBezTo>
                  <a:pt x="18788" y="18087"/>
                  <a:pt x="19107" y="17716"/>
                  <a:pt x="19400" y="17332"/>
                </a:cubicBezTo>
                <a:close/>
              </a:path>
            </a:pathLst>
          </a:custGeom>
          <a:solidFill>
            <a:schemeClr val="accent4"/>
          </a:solidFill>
          <a:ln w="12700">
            <a:miter lim="400000"/>
          </a:ln>
        </p:spPr>
        <p:txBody>
          <a:bodyPr lIns="0" tIns="0" rIns="0" bIns="0" anchor="ctr"/>
          <a:lstStyle/>
          <a:p>
            <a:pPr marL="0" marR="0" lvl="0" indent="0" algn="ctr" defTabSz="8255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 kumimoji="0" sz="32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Helvetica Neue Medium"/>
              <a:sym typeface="Helvetica Neue Medium"/>
            </a:endParaRPr>
          </a:p>
        </p:txBody>
      </p:sp>
      <p:sp>
        <p:nvSpPr>
          <p:cNvPr id="219" name="Shape">
            <a:extLst>
              <a:ext uri="{FF2B5EF4-FFF2-40B4-BE49-F238E27FC236}">
                <a16:creationId xmlns:a16="http://schemas.microsoft.com/office/drawing/2014/main" id="{B9A2299B-3E2A-AD06-DB78-92EA0E482AA1}"/>
              </a:ext>
            </a:extLst>
          </p:cNvPr>
          <p:cNvSpPr/>
          <p:nvPr/>
        </p:nvSpPr>
        <p:spPr>
          <a:xfrm>
            <a:off x="11727838" y="12253507"/>
            <a:ext cx="4276957" cy="427713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800" y="0"/>
                </a:moveTo>
                <a:cubicBezTo>
                  <a:pt x="10787" y="0"/>
                  <a:pt x="10773" y="1"/>
                  <a:pt x="10759" y="1"/>
                </a:cubicBezTo>
                <a:lnTo>
                  <a:pt x="1" y="10760"/>
                </a:lnTo>
                <a:cubicBezTo>
                  <a:pt x="0" y="10900"/>
                  <a:pt x="3" y="11040"/>
                  <a:pt x="8" y="11181"/>
                </a:cubicBezTo>
                <a:lnTo>
                  <a:pt x="11180" y="9"/>
                </a:lnTo>
                <a:cubicBezTo>
                  <a:pt x="11054" y="4"/>
                  <a:pt x="10927" y="0"/>
                  <a:pt x="10800" y="0"/>
                </a:cubicBezTo>
                <a:close/>
                <a:moveTo>
                  <a:pt x="10211" y="17"/>
                </a:moveTo>
                <a:cubicBezTo>
                  <a:pt x="10057" y="25"/>
                  <a:pt x="9903" y="36"/>
                  <a:pt x="9748" y="51"/>
                </a:cubicBezTo>
                <a:lnTo>
                  <a:pt x="50" y="9749"/>
                </a:lnTo>
                <a:cubicBezTo>
                  <a:pt x="35" y="9903"/>
                  <a:pt x="25" y="10057"/>
                  <a:pt x="16" y="10212"/>
                </a:cubicBezTo>
                <a:lnTo>
                  <a:pt x="10211" y="17"/>
                </a:lnTo>
                <a:close/>
                <a:moveTo>
                  <a:pt x="11683" y="38"/>
                </a:moveTo>
                <a:lnTo>
                  <a:pt x="38" y="11684"/>
                </a:lnTo>
                <a:cubicBezTo>
                  <a:pt x="48" y="11814"/>
                  <a:pt x="62" y="11944"/>
                  <a:pt x="78" y="12075"/>
                </a:cubicBezTo>
                <a:lnTo>
                  <a:pt x="12074" y="78"/>
                </a:lnTo>
                <a:cubicBezTo>
                  <a:pt x="11944" y="63"/>
                  <a:pt x="11814" y="49"/>
                  <a:pt x="11683" y="38"/>
                </a:cubicBezTo>
                <a:close/>
                <a:moveTo>
                  <a:pt x="9136" y="131"/>
                </a:moveTo>
                <a:cubicBezTo>
                  <a:pt x="8960" y="158"/>
                  <a:pt x="8786" y="190"/>
                  <a:pt x="8611" y="226"/>
                </a:cubicBezTo>
                <a:lnTo>
                  <a:pt x="226" y="8611"/>
                </a:lnTo>
                <a:cubicBezTo>
                  <a:pt x="190" y="8786"/>
                  <a:pt x="157" y="8961"/>
                  <a:pt x="130" y="9137"/>
                </a:cubicBezTo>
                <a:lnTo>
                  <a:pt x="9136" y="131"/>
                </a:lnTo>
                <a:close/>
                <a:moveTo>
                  <a:pt x="12541" y="143"/>
                </a:moveTo>
                <a:lnTo>
                  <a:pt x="143" y="12541"/>
                </a:lnTo>
                <a:cubicBezTo>
                  <a:pt x="163" y="12663"/>
                  <a:pt x="183" y="12785"/>
                  <a:pt x="207" y="12906"/>
                </a:cubicBezTo>
                <a:lnTo>
                  <a:pt x="12906" y="208"/>
                </a:lnTo>
                <a:cubicBezTo>
                  <a:pt x="12785" y="184"/>
                  <a:pt x="12663" y="163"/>
                  <a:pt x="12541" y="143"/>
                </a:cubicBezTo>
                <a:close/>
                <a:moveTo>
                  <a:pt x="13343" y="303"/>
                </a:moveTo>
                <a:lnTo>
                  <a:pt x="303" y="13343"/>
                </a:lnTo>
                <a:cubicBezTo>
                  <a:pt x="330" y="13456"/>
                  <a:pt x="361" y="13569"/>
                  <a:pt x="392" y="13682"/>
                </a:cubicBezTo>
                <a:lnTo>
                  <a:pt x="13682" y="393"/>
                </a:lnTo>
                <a:cubicBezTo>
                  <a:pt x="13569" y="362"/>
                  <a:pt x="13456" y="331"/>
                  <a:pt x="13343" y="303"/>
                </a:cubicBezTo>
                <a:close/>
                <a:moveTo>
                  <a:pt x="7909" y="395"/>
                </a:moveTo>
                <a:cubicBezTo>
                  <a:pt x="7701" y="452"/>
                  <a:pt x="7495" y="515"/>
                  <a:pt x="7290" y="585"/>
                </a:cubicBezTo>
                <a:lnTo>
                  <a:pt x="584" y="7290"/>
                </a:lnTo>
                <a:cubicBezTo>
                  <a:pt x="514" y="7495"/>
                  <a:pt x="452" y="7702"/>
                  <a:pt x="394" y="7909"/>
                </a:cubicBezTo>
                <a:lnTo>
                  <a:pt x="7909" y="395"/>
                </a:lnTo>
                <a:close/>
                <a:moveTo>
                  <a:pt x="14094" y="515"/>
                </a:moveTo>
                <a:lnTo>
                  <a:pt x="514" y="14094"/>
                </a:lnTo>
                <a:cubicBezTo>
                  <a:pt x="549" y="14202"/>
                  <a:pt x="583" y="14310"/>
                  <a:pt x="620" y="14417"/>
                </a:cubicBezTo>
                <a:lnTo>
                  <a:pt x="14417" y="621"/>
                </a:lnTo>
                <a:cubicBezTo>
                  <a:pt x="14310" y="583"/>
                  <a:pt x="14202" y="549"/>
                  <a:pt x="14094" y="515"/>
                </a:cubicBezTo>
                <a:close/>
                <a:moveTo>
                  <a:pt x="14804" y="767"/>
                </a:moveTo>
                <a:lnTo>
                  <a:pt x="767" y="14804"/>
                </a:lnTo>
                <a:cubicBezTo>
                  <a:pt x="807" y="14905"/>
                  <a:pt x="851" y="15004"/>
                  <a:pt x="894" y="15104"/>
                </a:cubicBezTo>
                <a:lnTo>
                  <a:pt x="15104" y="895"/>
                </a:lnTo>
                <a:cubicBezTo>
                  <a:pt x="15004" y="852"/>
                  <a:pt x="14905" y="807"/>
                  <a:pt x="14804" y="767"/>
                </a:cubicBezTo>
                <a:close/>
                <a:moveTo>
                  <a:pt x="6411" y="932"/>
                </a:moveTo>
                <a:cubicBezTo>
                  <a:pt x="6118" y="1062"/>
                  <a:pt x="5831" y="1206"/>
                  <a:pt x="5549" y="1363"/>
                </a:cubicBezTo>
                <a:lnTo>
                  <a:pt x="1362" y="5549"/>
                </a:lnTo>
                <a:cubicBezTo>
                  <a:pt x="1205" y="5832"/>
                  <a:pt x="1061" y="6119"/>
                  <a:pt x="931" y="6411"/>
                </a:cubicBezTo>
                <a:lnTo>
                  <a:pt x="6411" y="932"/>
                </a:lnTo>
                <a:close/>
                <a:moveTo>
                  <a:pt x="15470" y="1061"/>
                </a:moveTo>
                <a:lnTo>
                  <a:pt x="1060" y="15471"/>
                </a:lnTo>
                <a:cubicBezTo>
                  <a:pt x="1106" y="15567"/>
                  <a:pt x="1153" y="15664"/>
                  <a:pt x="1202" y="15759"/>
                </a:cubicBezTo>
                <a:lnTo>
                  <a:pt x="15759" y="1203"/>
                </a:lnTo>
                <a:cubicBezTo>
                  <a:pt x="15663" y="1153"/>
                  <a:pt x="15567" y="1107"/>
                  <a:pt x="15470" y="1061"/>
                </a:cubicBezTo>
                <a:close/>
                <a:moveTo>
                  <a:pt x="16103" y="1391"/>
                </a:moveTo>
                <a:lnTo>
                  <a:pt x="1391" y="16103"/>
                </a:lnTo>
                <a:cubicBezTo>
                  <a:pt x="1442" y="16194"/>
                  <a:pt x="1494" y="16285"/>
                  <a:pt x="1549" y="16375"/>
                </a:cubicBezTo>
                <a:lnTo>
                  <a:pt x="16375" y="1549"/>
                </a:lnTo>
                <a:cubicBezTo>
                  <a:pt x="16285" y="1495"/>
                  <a:pt x="16194" y="1442"/>
                  <a:pt x="16103" y="1391"/>
                </a:cubicBezTo>
                <a:close/>
                <a:moveTo>
                  <a:pt x="16703" y="1754"/>
                </a:moveTo>
                <a:lnTo>
                  <a:pt x="1753" y="16703"/>
                </a:lnTo>
                <a:cubicBezTo>
                  <a:pt x="1809" y="16788"/>
                  <a:pt x="1869" y="16872"/>
                  <a:pt x="1928" y="16956"/>
                </a:cubicBezTo>
                <a:lnTo>
                  <a:pt x="16956" y="1928"/>
                </a:lnTo>
                <a:cubicBezTo>
                  <a:pt x="16872" y="1869"/>
                  <a:pt x="16788" y="1810"/>
                  <a:pt x="16703" y="1754"/>
                </a:cubicBezTo>
                <a:close/>
                <a:moveTo>
                  <a:pt x="17267" y="2151"/>
                </a:moveTo>
                <a:lnTo>
                  <a:pt x="2151" y="17267"/>
                </a:lnTo>
                <a:cubicBezTo>
                  <a:pt x="2212" y="17349"/>
                  <a:pt x="2274" y="17430"/>
                  <a:pt x="2338" y="17510"/>
                </a:cubicBezTo>
                <a:lnTo>
                  <a:pt x="17510" y="2338"/>
                </a:lnTo>
                <a:cubicBezTo>
                  <a:pt x="17430" y="2275"/>
                  <a:pt x="17349" y="2212"/>
                  <a:pt x="17267" y="2151"/>
                </a:cubicBezTo>
                <a:close/>
                <a:moveTo>
                  <a:pt x="3805" y="2574"/>
                </a:moveTo>
                <a:cubicBezTo>
                  <a:pt x="3586" y="2761"/>
                  <a:pt x="3370" y="2956"/>
                  <a:pt x="3163" y="3163"/>
                </a:cubicBezTo>
                <a:cubicBezTo>
                  <a:pt x="2955" y="3371"/>
                  <a:pt x="2761" y="3586"/>
                  <a:pt x="2574" y="3806"/>
                </a:cubicBezTo>
                <a:lnTo>
                  <a:pt x="3805" y="2574"/>
                </a:lnTo>
                <a:close/>
                <a:moveTo>
                  <a:pt x="17801" y="2579"/>
                </a:moveTo>
                <a:lnTo>
                  <a:pt x="2579" y="17801"/>
                </a:lnTo>
                <a:cubicBezTo>
                  <a:pt x="2645" y="17878"/>
                  <a:pt x="2709" y="17957"/>
                  <a:pt x="2777" y="18032"/>
                </a:cubicBezTo>
                <a:lnTo>
                  <a:pt x="18032" y="2777"/>
                </a:lnTo>
                <a:cubicBezTo>
                  <a:pt x="17957" y="2709"/>
                  <a:pt x="17878" y="2645"/>
                  <a:pt x="17801" y="2579"/>
                </a:cubicBezTo>
                <a:close/>
                <a:moveTo>
                  <a:pt x="18304" y="3036"/>
                </a:moveTo>
                <a:lnTo>
                  <a:pt x="3036" y="18304"/>
                </a:lnTo>
                <a:cubicBezTo>
                  <a:pt x="3079" y="18349"/>
                  <a:pt x="3119" y="18394"/>
                  <a:pt x="3163" y="18438"/>
                </a:cubicBezTo>
                <a:cubicBezTo>
                  <a:pt x="3191" y="18466"/>
                  <a:pt x="3222" y="18492"/>
                  <a:pt x="3250" y="18521"/>
                </a:cubicBezTo>
                <a:lnTo>
                  <a:pt x="18521" y="3251"/>
                </a:lnTo>
                <a:cubicBezTo>
                  <a:pt x="18492" y="3222"/>
                  <a:pt x="18466" y="3192"/>
                  <a:pt x="18438" y="3163"/>
                </a:cubicBezTo>
                <a:cubicBezTo>
                  <a:pt x="18394" y="3119"/>
                  <a:pt x="18348" y="3079"/>
                  <a:pt x="18304" y="3036"/>
                </a:cubicBezTo>
                <a:close/>
                <a:moveTo>
                  <a:pt x="18781" y="3523"/>
                </a:moveTo>
                <a:lnTo>
                  <a:pt x="3522" y="18781"/>
                </a:lnTo>
                <a:cubicBezTo>
                  <a:pt x="3598" y="18850"/>
                  <a:pt x="3676" y="18915"/>
                  <a:pt x="3753" y="18982"/>
                </a:cubicBezTo>
                <a:lnTo>
                  <a:pt x="18982" y="3753"/>
                </a:lnTo>
                <a:cubicBezTo>
                  <a:pt x="18915" y="3676"/>
                  <a:pt x="18850" y="3598"/>
                  <a:pt x="18781" y="3523"/>
                </a:cubicBezTo>
                <a:close/>
                <a:moveTo>
                  <a:pt x="19224" y="4041"/>
                </a:moveTo>
                <a:lnTo>
                  <a:pt x="4041" y="19224"/>
                </a:lnTo>
                <a:cubicBezTo>
                  <a:pt x="4121" y="19289"/>
                  <a:pt x="4202" y="19350"/>
                  <a:pt x="4283" y="19412"/>
                </a:cubicBezTo>
                <a:lnTo>
                  <a:pt x="19412" y="4283"/>
                </a:lnTo>
                <a:cubicBezTo>
                  <a:pt x="19350" y="4202"/>
                  <a:pt x="19289" y="4121"/>
                  <a:pt x="19224" y="4041"/>
                </a:cubicBezTo>
                <a:close/>
                <a:moveTo>
                  <a:pt x="19637" y="4591"/>
                </a:moveTo>
                <a:lnTo>
                  <a:pt x="4591" y="19637"/>
                </a:lnTo>
                <a:cubicBezTo>
                  <a:pt x="4675" y="19696"/>
                  <a:pt x="4758" y="19757"/>
                  <a:pt x="4843" y="19813"/>
                </a:cubicBezTo>
                <a:lnTo>
                  <a:pt x="19813" y="4844"/>
                </a:lnTo>
                <a:cubicBezTo>
                  <a:pt x="19757" y="4758"/>
                  <a:pt x="19696" y="4675"/>
                  <a:pt x="19637" y="4591"/>
                </a:cubicBezTo>
                <a:close/>
                <a:moveTo>
                  <a:pt x="20019" y="5172"/>
                </a:moveTo>
                <a:lnTo>
                  <a:pt x="5172" y="20019"/>
                </a:lnTo>
                <a:cubicBezTo>
                  <a:pt x="5261" y="20073"/>
                  <a:pt x="5351" y="20126"/>
                  <a:pt x="5441" y="20178"/>
                </a:cubicBezTo>
                <a:lnTo>
                  <a:pt x="20178" y="5441"/>
                </a:lnTo>
                <a:cubicBezTo>
                  <a:pt x="20126" y="5351"/>
                  <a:pt x="20073" y="5261"/>
                  <a:pt x="20019" y="5172"/>
                </a:cubicBezTo>
                <a:close/>
                <a:moveTo>
                  <a:pt x="20369" y="5782"/>
                </a:moveTo>
                <a:lnTo>
                  <a:pt x="5782" y="20369"/>
                </a:lnTo>
                <a:cubicBezTo>
                  <a:pt x="5877" y="20419"/>
                  <a:pt x="5974" y="20463"/>
                  <a:pt x="6071" y="20510"/>
                </a:cubicBezTo>
                <a:lnTo>
                  <a:pt x="20510" y="6071"/>
                </a:lnTo>
                <a:cubicBezTo>
                  <a:pt x="20463" y="5975"/>
                  <a:pt x="20419" y="5878"/>
                  <a:pt x="20369" y="5782"/>
                </a:cubicBezTo>
                <a:close/>
                <a:moveTo>
                  <a:pt x="20679" y="6434"/>
                </a:moveTo>
                <a:lnTo>
                  <a:pt x="6434" y="20679"/>
                </a:lnTo>
                <a:cubicBezTo>
                  <a:pt x="6534" y="20723"/>
                  <a:pt x="6633" y="20769"/>
                  <a:pt x="6734" y="20809"/>
                </a:cubicBezTo>
                <a:lnTo>
                  <a:pt x="20809" y="6735"/>
                </a:lnTo>
                <a:cubicBezTo>
                  <a:pt x="20769" y="6634"/>
                  <a:pt x="20723" y="6534"/>
                  <a:pt x="20679" y="6434"/>
                </a:cubicBezTo>
                <a:close/>
                <a:moveTo>
                  <a:pt x="20956" y="7121"/>
                </a:moveTo>
                <a:lnTo>
                  <a:pt x="7120" y="20956"/>
                </a:lnTo>
                <a:cubicBezTo>
                  <a:pt x="7226" y="20994"/>
                  <a:pt x="7333" y="21030"/>
                  <a:pt x="7439" y="21065"/>
                </a:cubicBezTo>
                <a:lnTo>
                  <a:pt x="21065" y="7439"/>
                </a:lnTo>
                <a:cubicBezTo>
                  <a:pt x="21030" y="7333"/>
                  <a:pt x="20994" y="7226"/>
                  <a:pt x="20956" y="7121"/>
                </a:cubicBezTo>
                <a:close/>
                <a:moveTo>
                  <a:pt x="21190" y="7848"/>
                </a:moveTo>
                <a:lnTo>
                  <a:pt x="7848" y="21190"/>
                </a:lnTo>
                <a:cubicBezTo>
                  <a:pt x="7960" y="21221"/>
                  <a:pt x="8073" y="21252"/>
                  <a:pt x="8186" y="21280"/>
                </a:cubicBezTo>
                <a:lnTo>
                  <a:pt x="21280" y="8186"/>
                </a:lnTo>
                <a:cubicBezTo>
                  <a:pt x="21252" y="8073"/>
                  <a:pt x="21221" y="7960"/>
                  <a:pt x="21190" y="7848"/>
                </a:cubicBezTo>
                <a:close/>
                <a:moveTo>
                  <a:pt x="21378" y="8623"/>
                </a:moveTo>
                <a:lnTo>
                  <a:pt x="8623" y="21378"/>
                </a:lnTo>
                <a:cubicBezTo>
                  <a:pt x="8743" y="21402"/>
                  <a:pt x="8863" y="21424"/>
                  <a:pt x="8984" y="21445"/>
                </a:cubicBezTo>
                <a:lnTo>
                  <a:pt x="21445" y="8984"/>
                </a:lnTo>
                <a:cubicBezTo>
                  <a:pt x="21424" y="8864"/>
                  <a:pt x="21402" y="8743"/>
                  <a:pt x="21378" y="8623"/>
                </a:cubicBezTo>
                <a:close/>
                <a:moveTo>
                  <a:pt x="21514" y="9448"/>
                </a:moveTo>
                <a:lnTo>
                  <a:pt x="9447" y="21514"/>
                </a:lnTo>
                <a:cubicBezTo>
                  <a:pt x="9576" y="21530"/>
                  <a:pt x="9704" y="21546"/>
                  <a:pt x="9833" y="21557"/>
                </a:cubicBezTo>
                <a:lnTo>
                  <a:pt x="21557" y="9834"/>
                </a:lnTo>
                <a:cubicBezTo>
                  <a:pt x="21546" y="9705"/>
                  <a:pt x="21530" y="9576"/>
                  <a:pt x="21514" y="9448"/>
                </a:cubicBezTo>
                <a:close/>
                <a:moveTo>
                  <a:pt x="21590" y="10333"/>
                </a:moveTo>
                <a:lnTo>
                  <a:pt x="10332" y="21590"/>
                </a:lnTo>
                <a:cubicBezTo>
                  <a:pt x="10473" y="21596"/>
                  <a:pt x="10613" y="21599"/>
                  <a:pt x="10753" y="21600"/>
                </a:cubicBezTo>
                <a:lnTo>
                  <a:pt x="21600" y="10754"/>
                </a:lnTo>
                <a:cubicBezTo>
                  <a:pt x="21599" y="10613"/>
                  <a:pt x="21596" y="10473"/>
                  <a:pt x="21590" y="10333"/>
                </a:cubicBezTo>
                <a:close/>
                <a:moveTo>
                  <a:pt x="21590" y="11296"/>
                </a:moveTo>
                <a:lnTo>
                  <a:pt x="11295" y="21590"/>
                </a:lnTo>
                <a:cubicBezTo>
                  <a:pt x="11449" y="21583"/>
                  <a:pt x="11603" y="21572"/>
                  <a:pt x="11757" y="21558"/>
                </a:cubicBezTo>
                <a:lnTo>
                  <a:pt x="21558" y="11757"/>
                </a:lnTo>
                <a:cubicBezTo>
                  <a:pt x="21572" y="11603"/>
                  <a:pt x="21583" y="11450"/>
                  <a:pt x="21590" y="11296"/>
                </a:cubicBezTo>
                <a:close/>
                <a:moveTo>
                  <a:pt x="21489" y="12358"/>
                </a:moveTo>
                <a:lnTo>
                  <a:pt x="12358" y="21489"/>
                </a:lnTo>
                <a:cubicBezTo>
                  <a:pt x="12531" y="21464"/>
                  <a:pt x="12703" y="21434"/>
                  <a:pt x="12876" y="21400"/>
                </a:cubicBezTo>
                <a:lnTo>
                  <a:pt x="21400" y="12876"/>
                </a:lnTo>
                <a:cubicBezTo>
                  <a:pt x="21434" y="12704"/>
                  <a:pt x="21464" y="12531"/>
                  <a:pt x="21489" y="12358"/>
                </a:cubicBezTo>
                <a:close/>
                <a:moveTo>
                  <a:pt x="21239" y="13569"/>
                </a:moveTo>
                <a:lnTo>
                  <a:pt x="13569" y="21239"/>
                </a:lnTo>
                <a:cubicBezTo>
                  <a:pt x="13774" y="21185"/>
                  <a:pt x="13978" y="21125"/>
                  <a:pt x="14181" y="21058"/>
                </a:cubicBezTo>
                <a:lnTo>
                  <a:pt x="21058" y="14181"/>
                </a:lnTo>
                <a:cubicBezTo>
                  <a:pt x="21125" y="13978"/>
                  <a:pt x="21185" y="13774"/>
                  <a:pt x="21239" y="13569"/>
                </a:cubicBezTo>
                <a:close/>
                <a:moveTo>
                  <a:pt x="20736" y="15035"/>
                </a:moveTo>
                <a:lnTo>
                  <a:pt x="15035" y="20736"/>
                </a:lnTo>
                <a:cubicBezTo>
                  <a:pt x="15310" y="20619"/>
                  <a:pt x="15581" y="20493"/>
                  <a:pt x="15848" y="20352"/>
                </a:cubicBezTo>
                <a:lnTo>
                  <a:pt x="20352" y="15848"/>
                </a:lnTo>
                <a:cubicBezTo>
                  <a:pt x="20493" y="15581"/>
                  <a:pt x="20619" y="15310"/>
                  <a:pt x="20736" y="15035"/>
                </a:cubicBezTo>
                <a:close/>
                <a:moveTo>
                  <a:pt x="19400" y="17332"/>
                </a:moveTo>
                <a:lnTo>
                  <a:pt x="17332" y="19400"/>
                </a:lnTo>
                <a:cubicBezTo>
                  <a:pt x="17716" y="19108"/>
                  <a:pt x="18087" y="18789"/>
                  <a:pt x="18438" y="18438"/>
                </a:cubicBezTo>
                <a:cubicBezTo>
                  <a:pt x="18788" y="18087"/>
                  <a:pt x="19107" y="17716"/>
                  <a:pt x="19400" y="17332"/>
                </a:cubicBezTo>
                <a:close/>
              </a:path>
            </a:pathLst>
          </a:custGeom>
          <a:solidFill>
            <a:schemeClr val="accent4"/>
          </a:solidFill>
          <a:ln w="12700">
            <a:miter lim="400000"/>
          </a:ln>
        </p:spPr>
        <p:txBody>
          <a:bodyPr lIns="0" tIns="0" rIns="0" bIns="0" anchor="ctr"/>
          <a:lstStyle/>
          <a:p>
            <a:pPr marL="0" marR="0" lvl="0" indent="0" algn="ctr" defTabSz="8255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 kumimoji="0" sz="32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Helvetica Neue Medium"/>
              <a:sym typeface="Helvetica Neue Medium"/>
            </a:endParaRPr>
          </a:p>
        </p:txBody>
      </p:sp>
      <p:sp>
        <p:nvSpPr>
          <p:cNvPr id="220" name="Shape">
            <a:extLst>
              <a:ext uri="{FF2B5EF4-FFF2-40B4-BE49-F238E27FC236}">
                <a16:creationId xmlns:a16="http://schemas.microsoft.com/office/drawing/2014/main" id="{A4EAAB3C-9B6E-971A-8F78-937981CFD0D7}"/>
              </a:ext>
            </a:extLst>
          </p:cNvPr>
          <p:cNvSpPr/>
          <p:nvPr/>
        </p:nvSpPr>
        <p:spPr>
          <a:xfrm>
            <a:off x="22467966" y="8316507"/>
            <a:ext cx="4276957" cy="427713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800" y="0"/>
                </a:moveTo>
                <a:cubicBezTo>
                  <a:pt x="10787" y="0"/>
                  <a:pt x="10773" y="1"/>
                  <a:pt x="10759" y="1"/>
                </a:cubicBezTo>
                <a:lnTo>
                  <a:pt x="1" y="10760"/>
                </a:lnTo>
                <a:cubicBezTo>
                  <a:pt x="0" y="10900"/>
                  <a:pt x="3" y="11040"/>
                  <a:pt x="8" y="11181"/>
                </a:cubicBezTo>
                <a:lnTo>
                  <a:pt x="11180" y="9"/>
                </a:lnTo>
                <a:cubicBezTo>
                  <a:pt x="11054" y="4"/>
                  <a:pt x="10927" y="0"/>
                  <a:pt x="10800" y="0"/>
                </a:cubicBezTo>
                <a:close/>
                <a:moveTo>
                  <a:pt x="10211" y="17"/>
                </a:moveTo>
                <a:cubicBezTo>
                  <a:pt x="10057" y="25"/>
                  <a:pt x="9903" y="36"/>
                  <a:pt x="9748" y="51"/>
                </a:cubicBezTo>
                <a:lnTo>
                  <a:pt x="50" y="9749"/>
                </a:lnTo>
                <a:cubicBezTo>
                  <a:pt x="35" y="9903"/>
                  <a:pt x="25" y="10057"/>
                  <a:pt x="16" y="10212"/>
                </a:cubicBezTo>
                <a:lnTo>
                  <a:pt x="10211" y="17"/>
                </a:lnTo>
                <a:close/>
                <a:moveTo>
                  <a:pt x="11683" y="38"/>
                </a:moveTo>
                <a:lnTo>
                  <a:pt x="38" y="11684"/>
                </a:lnTo>
                <a:cubicBezTo>
                  <a:pt x="48" y="11814"/>
                  <a:pt x="62" y="11944"/>
                  <a:pt x="78" y="12075"/>
                </a:cubicBezTo>
                <a:lnTo>
                  <a:pt x="12074" y="78"/>
                </a:lnTo>
                <a:cubicBezTo>
                  <a:pt x="11944" y="63"/>
                  <a:pt x="11814" y="49"/>
                  <a:pt x="11683" y="38"/>
                </a:cubicBezTo>
                <a:close/>
                <a:moveTo>
                  <a:pt x="9136" y="131"/>
                </a:moveTo>
                <a:cubicBezTo>
                  <a:pt x="8960" y="158"/>
                  <a:pt x="8786" y="190"/>
                  <a:pt x="8611" y="226"/>
                </a:cubicBezTo>
                <a:lnTo>
                  <a:pt x="226" y="8611"/>
                </a:lnTo>
                <a:cubicBezTo>
                  <a:pt x="190" y="8786"/>
                  <a:pt x="157" y="8961"/>
                  <a:pt x="130" y="9137"/>
                </a:cubicBezTo>
                <a:lnTo>
                  <a:pt x="9136" y="131"/>
                </a:lnTo>
                <a:close/>
                <a:moveTo>
                  <a:pt x="12541" y="143"/>
                </a:moveTo>
                <a:lnTo>
                  <a:pt x="143" y="12541"/>
                </a:lnTo>
                <a:cubicBezTo>
                  <a:pt x="163" y="12663"/>
                  <a:pt x="183" y="12785"/>
                  <a:pt x="207" y="12906"/>
                </a:cubicBezTo>
                <a:lnTo>
                  <a:pt x="12906" y="208"/>
                </a:lnTo>
                <a:cubicBezTo>
                  <a:pt x="12785" y="184"/>
                  <a:pt x="12663" y="163"/>
                  <a:pt x="12541" y="143"/>
                </a:cubicBezTo>
                <a:close/>
                <a:moveTo>
                  <a:pt x="13343" y="303"/>
                </a:moveTo>
                <a:lnTo>
                  <a:pt x="303" y="13343"/>
                </a:lnTo>
                <a:cubicBezTo>
                  <a:pt x="330" y="13456"/>
                  <a:pt x="361" y="13569"/>
                  <a:pt x="392" y="13682"/>
                </a:cubicBezTo>
                <a:lnTo>
                  <a:pt x="13682" y="393"/>
                </a:lnTo>
                <a:cubicBezTo>
                  <a:pt x="13569" y="362"/>
                  <a:pt x="13456" y="331"/>
                  <a:pt x="13343" y="303"/>
                </a:cubicBezTo>
                <a:close/>
                <a:moveTo>
                  <a:pt x="7909" y="395"/>
                </a:moveTo>
                <a:cubicBezTo>
                  <a:pt x="7701" y="452"/>
                  <a:pt x="7495" y="515"/>
                  <a:pt x="7290" y="585"/>
                </a:cubicBezTo>
                <a:lnTo>
                  <a:pt x="584" y="7290"/>
                </a:lnTo>
                <a:cubicBezTo>
                  <a:pt x="514" y="7495"/>
                  <a:pt x="452" y="7702"/>
                  <a:pt x="394" y="7909"/>
                </a:cubicBezTo>
                <a:lnTo>
                  <a:pt x="7909" y="395"/>
                </a:lnTo>
                <a:close/>
                <a:moveTo>
                  <a:pt x="14094" y="515"/>
                </a:moveTo>
                <a:lnTo>
                  <a:pt x="514" y="14094"/>
                </a:lnTo>
                <a:cubicBezTo>
                  <a:pt x="549" y="14202"/>
                  <a:pt x="583" y="14310"/>
                  <a:pt x="620" y="14417"/>
                </a:cubicBezTo>
                <a:lnTo>
                  <a:pt x="14417" y="621"/>
                </a:lnTo>
                <a:cubicBezTo>
                  <a:pt x="14310" y="583"/>
                  <a:pt x="14202" y="549"/>
                  <a:pt x="14094" y="515"/>
                </a:cubicBezTo>
                <a:close/>
                <a:moveTo>
                  <a:pt x="14804" y="767"/>
                </a:moveTo>
                <a:lnTo>
                  <a:pt x="767" y="14804"/>
                </a:lnTo>
                <a:cubicBezTo>
                  <a:pt x="807" y="14905"/>
                  <a:pt x="851" y="15004"/>
                  <a:pt x="894" y="15104"/>
                </a:cubicBezTo>
                <a:lnTo>
                  <a:pt x="15104" y="895"/>
                </a:lnTo>
                <a:cubicBezTo>
                  <a:pt x="15004" y="852"/>
                  <a:pt x="14905" y="807"/>
                  <a:pt x="14804" y="767"/>
                </a:cubicBezTo>
                <a:close/>
                <a:moveTo>
                  <a:pt x="6411" y="932"/>
                </a:moveTo>
                <a:cubicBezTo>
                  <a:pt x="6118" y="1062"/>
                  <a:pt x="5831" y="1206"/>
                  <a:pt x="5549" y="1363"/>
                </a:cubicBezTo>
                <a:lnTo>
                  <a:pt x="1362" y="5549"/>
                </a:lnTo>
                <a:cubicBezTo>
                  <a:pt x="1205" y="5832"/>
                  <a:pt x="1061" y="6119"/>
                  <a:pt x="931" y="6411"/>
                </a:cubicBezTo>
                <a:lnTo>
                  <a:pt x="6411" y="932"/>
                </a:lnTo>
                <a:close/>
                <a:moveTo>
                  <a:pt x="15470" y="1061"/>
                </a:moveTo>
                <a:lnTo>
                  <a:pt x="1060" y="15471"/>
                </a:lnTo>
                <a:cubicBezTo>
                  <a:pt x="1106" y="15567"/>
                  <a:pt x="1153" y="15664"/>
                  <a:pt x="1202" y="15759"/>
                </a:cubicBezTo>
                <a:lnTo>
                  <a:pt x="15759" y="1203"/>
                </a:lnTo>
                <a:cubicBezTo>
                  <a:pt x="15663" y="1153"/>
                  <a:pt x="15567" y="1107"/>
                  <a:pt x="15470" y="1061"/>
                </a:cubicBezTo>
                <a:close/>
                <a:moveTo>
                  <a:pt x="16103" y="1391"/>
                </a:moveTo>
                <a:lnTo>
                  <a:pt x="1391" y="16103"/>
                </a:lnTo>
                <a:cubicBezTo>
                  <a:pt x="1442" y="16194"/>
                  <a:pt x="1494" y="16285"/>
                  <a:pt x="1549" y="16375"/>
                </a:cubicBezTo>
                <a:lnTo>
                  <a:pt x="16375" y="1549"/>
                </a:lnTo>
                <a:cubicBezTo>
                  <a:pt x="16285" y="1495"/>
                  <a:pt x="16194" y="1442"/>
                  <a:pt x="16103" y="1391"/>
                </a:cubicBezTo>
                <a:close/>
                <a:moveTo>
                  <a:pt x="16703" y="1754"/>
                </a:moveTo>
                <a:lnTo>
                  <a:pt x="1753" y="16703"/>
                </a:lnTo>
                <a:cubicBezTo>
                  <a:pt x="1809" y="16788"/>
                  <a:pt x="1869" y="16872"/>
                  <a:pt x="1928" y="16956"/>
                </a:cubicBezTo>
                <a:lnTo>
                  <a:pt x="16956" y="1928"/>
                </a:lnTo>
                <a:cubicBezTo>
                  <a:pt x="16872" y="1869"/>
                  <a:pt x="16788" y="1810"/>
                  <a:pt x="16703" y="1754"/>
                </a:cubicBezTo>
                <a:close/>
                <a:moveTo>
                  <a:pt x="17267" y="2151"/>
                </a:moveTo>
                <a:lnTo>
                  <a:pt x="2151" y="17267"/>
                </a:lnTo>
                <a:cubicBezTo>
                  <a:pt x="2212" y="17349"/>
                  <a:pt x="2274" y="17430"/>
                  <a:pt x="2338" y="17510"/>
                </a:cubicBezTo>
                <a:lnTo>
                  <a:pt x="17510" y="2338"/>
                </a:lnTo>
                <a:cubicBezTo>
                  <a:pt x="17430" y="2275"/>
                  <a:pt x="17349" y="2212"/>
                  <a:pt x="17267" y="2151"/>
                </a:cubicBezTo>
                <a:close/>
                <a:moveTo>
                  <a:pt x="3805" y="2574"/>
                </a:moveTo>
                <a:cubicBezTo>
                  <a:pt x="3586" y="2761"/>
                  <a:pt x="3370" y="2956"/>
                  <a:pt x="3163" y="3163"/>
                </a:cubicBezTo>
                <a:cubicBezTo>
                  <a:pt x="2955" y="3371"/>
                  <a:pt x="2761" y="3586"/>
                  <a:pt x="2574" y="3806"/>
                </a:cubicBezTo>
                <a:lnTo>
                  <a:pt x="3805" y="2574"/>
                </a:lnTo>
                <a:close/>
                <a:moveTo>
                  <a:pt x="17801" y="2579"/>
                </a:moveTo>
                <a:lnTo>
                  <a:pt x="2579" y="17801"/>
                </a:lnTo>
                <a:cubicBezTo>
                  <a:pt x="2645" y="17878"/>
                  <a:pt x="2709" y="17957"/>
                  <a:pt x="2777" y="18032"/>
                </a:cubicBezTo>
                <a:lnTo>
                  <a:pt x="18032" y="2777"/>
                </a:lnTo>
                <a:cubicBezTo>
                  <a:pt x="17957" y="2709"/>
                  <a:pt x="17878" y="2645"/>
                  <a:pt x="17801" y="2579"/>
                </a:cubicBezTo>
                <a:close/>
                <a:moveTo>
                  <a:pt x="18304" y="3036"/>
                </a:moveTo>
                <a:lnTo>
                  <a:pt x="3036" y="18304"/>
                </a:lnTo>
                <a:cubicBezTo>
                  <a:pt x="3079" y="18349"/>
                  <a:pt x="3119" y="18394"/>
                  <a:pt x="3163" y="18438"/>
                </a:cubicBezTo>
                <a:cubicBezTo>
                  <a:pt x="3191" y="18466"/>
                  <a:pt x="3222" y="18492"/>
                  <a:pt x="3250" y="18521"/>
                </a:cubicBezTo>
                <a:lnTo>
                  <a:pt x="18521" y="3251"/>
                </a:lnTo>
                <a:cubicBezTo>
                  <a:pt x="18492" y="3222"/>
                  <a:pt x="18466" y="3192"/>
                  <a:pt x="18438" y="3163"/>
                </a:cubicBezTo>
                <a:cubicBezTo>
                  <a:pt x="18394" y="3119"/>
                  <a:pt x="18348" y="3079"/>
                  <a:pt x="18304" y="3036"/>
                </a:cubicBezTo>
                <a:close/>
                <a:moveTo>
                  <a:pt x="18781" y="3523"/>
                </a:moveTo>
                <a:lnTo>
                  <a:pt x="3522" y="18781"/>
                </a:lnTo>
                <a:cubicBezTo>
                  <a:pt x="3598" y="18850"/>
                  <a:pt x="3676" y="18915"/>
                  <a:pt x="3753" y="18982"/>
                </a:cubicBezTo>
                <a:lnTo>
                  <a:pt x="18982" y="3753"/>
                </a:lnTo>
                <a:cubicBezTo>
                  <a:pt x="18915" y="3676"/>
                  <a:pt x="18850" y="3598"/>
                  <a:pt x="18781" y="3523"/>
                </a:cubicBezTo>
                <a:close/>
                <a:moveTo>
                  <a:pt x="19224" y="4041"/>
                </a:moveTo>
                <a:lnTo>
                  <a:pt x="4041" y="19224"/>
                </a:lnTo>
                <a:cubicBezTo>
                  <a:pt x="4121" y="19289"/>
                  <a:pt x="4202" y="19350"/>
                  <a:pt x="4283" y="19412"/>
                </a:cubicBezTo>
                <a:lnTo>
                  <a:pt x="19412" y="4283"/>
                </a:lnTo>
                <a:cubicBezTo>
                  <a:pt x="19350" y="4202"/>
                  <a:pt x="19289" y="4121"/>
                  <a:pt x="19224" y="4041"/>
                </a:cubicBezTo>
                <a:close/>
                <a:moveTo>
                  <a:pt x="19637" y="4591"/>
                </a:moveTo>
                <a:lnTo>
                  <a:pt x="4591" y="19637"/>
                </a:lnTo>
                <a:cubicBezTo>
                  <a:pt x="4675" y="19696"/>
                  <a:pt x="4758" y="19757"/>
                  <a:pt x="4843" y="19813"/>
                </a:cubicBezTo>
                <a:lnTo>
                  <a:pt x="19813" y="4844"/>
                </a:lnTo>
                <a:cubicBezTo>
                  <a:pt x="19757" y="4758"/>
                  <a:pt x="19696" y="4675"/>
                  <a:pt x="19637" y="4591"/>
                </a:cubicBezTo>
                <a:close/>
                <a:moveTo>
                  <a:pt x="20019" y="5172"/>
                </a:moveTo>
                <a:lnTo>
                  <a:pt x="5172" y="20019"/>
                </a:lnTo>
                <a:cubicBezTo>
                  <a:pt x="5261" y="20073"/>
                  <a:pt x="5351" y="20126"/>
                  <a:pt x="5441" y="20178"/>
                </a:cubicBezTo>
                <a:lnTo>
                  <a:pt x="20178" y="5441"/>
                </a:lnTo>
                <a:cubicBezTo>
                  <a:pt x="20126" y="5351"/>
                  <a:pt x="20073" y="5261"/>
                  <a:pt x="20019" y="5172"/>
                </a:cubicBezTo>
                <a:close/>
                <a:moveTo>
                  <a:pt x="20369" y="5782"/>
                </a:moveTo>
                <a:lnTo>
                  <a:pt x="5782" y="20369"/>
                </a:lnTo>
                <a:cubicBezTo>
                  <a:pt x="5877" y="20419"/>
                  <a:pt x="5974" y="20463"/>
                  <a:pt x="6071" y="20510"/>
                </a:cubicBezTo>
                <a:lnTo>
                  <a:pt x="20510" y="6071"/>
                </a:lnTo>
                <a:cubicBezTo>
                  <a:pt x="20463" y="5975"/>
                  <a:pt x="20419" y="5878"/>
                  <a:pt x="20369" y="5782"/>
                </a:cubicBezTo>
                <a:close/>
                <a:moveTo>
                  <a:pt x="20679" y="6434"/>
                </a:moveTo>
                <a:lnTo>
                  <a:pt x="6434" y="20679"/>
                </a:lnTo>
                <a:cubicBezTo>
                  <a:pt x="6534" y="20723"/>
                  <a:pt x="6633" y="20769"/>
                  <a:pt x="6734" y="20809"/>
                </a:cubicBezTo>
                <a:lnTo>
                  <a:pt x="20809" y="6735"/>
                </a:lnTo>
                <a:cubicBezTo>
                  <a:pt x="20769" y="6634"/>
                  <a:pt x="20723" y="6534"/>
                  <a:pt x="20679" y="6434"/>
                </a:cubicBezTo>
                <a:close/>
                <a:moveTo>
                  <a:pt x="20956" y="7121"/>
                </a:moveTo>
                <a:lnTo>
                  <a:pt x="7120" y="20956"/>
                </a:lnTo>
                <a:cubicBezTo>
                  <a:pt x="7226" y="20994"/>
                  <a:pt x="7333" y="21030"/>
                  <a:pt x="7439" y="21065"/>
                </a:cubicBezTo>
                <a:lnTo>
                  <a:pt x="21065" y="7439"/>
                </a:lnTo>
                <a:cubicBezTo>
                  <a:pt x="21030" y="7333"/>
                  <a:pt x="20994" y="7226"/>
                  <a:pt x="20956" y="7121"/>
                </a:cubicBezTo>
                <a:close/>
                <a:moveTo>
                  <a:pt x="21190" y="7848"/>
                </a:moveTo>
                <a:lnTo>
                  <a:pt x="7848" y="21190"/>
                </a:lnTo>
                <a:cubicBezTo>
                  <a:pt x="7960" y="21221"/>
                  <a:pt x="8073" y="21252"/>
                  <a:pt x="8186" y="21280"/>
                </a:cubicBezTo>
                <a:lnTo>
                  <a:pt x="21280" y="8186"/>
                </a:lnTo>
                <a:cubicBezTo>
                  <a:pt x="21252" y="8073"/>
                  <a:pt x="21221" y="7960"/>
                  <a:pt x="21190" y="7848"/>
                </a:cubicBezTo>
                <a:close/>
                <a:moveTo>
                  <a:pt x="21378" y="8623"/>
                </a:moveTo>
                <a:lnTo>
                  <a:pt x="8623" y="21378"/>
                </a:lnTo>
                <a:cubicBezTo>
                  <a:pt x="8743" y="21402"/>
                  <a:pt x="8863" y="21424"/>
                  <a:pt x="8984" y="21445"/>
                </a:cubicBezTo>
                <a:lnTo>
                  <a:pt x="21445" y="8984"/>
                </a:lnTo>
                <a:cubicBezTo>
                  <a:pt x="21424" y="8864"/>
                  <a:pt x="21402" y="8743"/>
                  <a:pt x="21378" y="8623"/>
                </a:cubicBezTo>
                <a:close/>
                <a:moveTo>
                  <a:pt x="21514" y="9448"/>
                </a:moveTo>
                <a:lnTo>
                  <a:pt x="9447" y="21514"/>
                </a:lnTo>
                <a:cubicBezTo>
                  <a:pt x="9576" y="21530"/>
                  <a:pt x="9704" y="21546"/>
                  <a:pt x="9833" y="21557"/>
                </a:cubicBezTo>
                <a:lnTo>
                  <a:pt x="21557" y="9834"/>
                </a:lnTo>
                <a:cubicBezTo>
                  <a:pt x="21546" y="9705"/>
                  <a:pt x="21530" y="9576"/>
                  <a:pt x="21514" y="9448"/>
                </a:cubicBezTo>
                <a:close/>
                <a:moveTo>
                  <a:pt x="21590" y="10333"/>
                </a:moveTo>
                <a:lnTo>
                  <a:pt x="10332" y="21590"/>
                </a:lnTo>
                <a:cubicBezTo>
                  <a:pt x="10473" y="21596"/>
                  <a:pt x="10613" y="21599"/>
                  <a:pt x="10753" y="21600"/>
                </a:cubicBezTo>
                <a:lnTo>
                  <a:pt x="21600" y="10754"/>
                </a:lnTo>
                <a:cubicBezTo>
                  <a:pt x="21599" y="10613"/>
                  <a:pt x="21596" y="10473"/>
                  <a:pt x="21590" y="10333"/>
                </a:cubicBezTo>
                <a:close/>
                <a:moveTo>
                  <a:pt x="21590" y="11296"/>
                </a:moveTo>
                <a:lnTo>
                  <a:pt x="11295" y="21590"/>
                </a:lnTo>
                <a:cubicBezTo>
                  <a:pt x="11449" y="21583"/>
                  <a:pt x="11603" y="21572"/>
                  <a:pt x="11757" y="21558"/>
                </a:cubicBezTo>
                <a:lnTo>
                  <a:pt x="21558" y="11757"/>
                </a:lnTo>
                <a:cubicBezTo>
                  <a:pt x="21572" y="11603"/>
                  <a:pt x="21583" y="11450"/>
                  <a:pt x="21590" y="11296"/>
                </a:cubicBezTo>
                <a:close/>
                <a:moveTo>
                  <a:pt x="21489" y="12358"/>
                </a:moveTo>
                <a:lnTo>
                  <a:pt x="12358" y="21489"/>
                </a:lnTo>
                <a:cubicBezTo>
                  <a:pt x="12531" y="21464"/>
                  <a:pt x="12703" y="21434"/>
                  <a:pt x="12876" y="21400"/>
                </a:cubicBezTo>
                <a:lnTo>
                  <a:pt x="21400" y="12876"/>
                </a:lnTo>
                <a:cubicBezTo>
                  <a:pt x="21434" y="12704"/>
                  <a:pt x="21464" y="12531"/>
                  <a:pt x="21489" y="12358"/>
                </a:cubicBezTo>
                <a:close/>
                <a:moveTo>
                  <a:pt x="21239" y="13569"/>
                </a:moveTo>
                <a:lnTo>
                  <a:pt x="13569" y="21239"/>
                </a:lnTo>
                <a:cubicBezTo>
                  <a:pt x="13774" y="21185"/>
                  <a:pt x="13978" y="21125"/>
                  <a:pt x="14181" y="21058"/>
                </a:cubicBezTo>
                <a:lnTo>
                  <a:pt x="21058" y="14181"/>
                </a:lnTo>
                <a:cubicBezTo>
                  <a:pt x="21125" y="13978"/>
                  <a:pt x="21185" y="13774"/>
                  <a:pt x="21239" y="13569"/>
                </a:cubicBezTo>
                <a:close/>
                <a:moveTo>
                  <a:pt x="20736" y="15035"/>
                </a:moveTo>
                <a:lnTo>
                  <a:pt x="15035" y="20736"/>
                </a:lnTo>
                <a:cubicBezTo>
                  <a:pt x="15310" y="20619"/>
                  <a:pt x="15581" y="20493"/>
                  <a:pt x="15848" y="20352"/>
                </a:cubicBezTo>
                <a:lnTo>
                  <a:pt x="20352" y="15848"/>
                </a:lnTo>
                <a:cubicBezTo>
                  <a:pt x="20493" y="15581"/>
                  <a:pt x="20619" y="15310"/>
                  <a:pt x="20736" y="15035"/>
                </a:cubicBezTo>
                <a:close/>
                <a:moveTo>
                  <a:pt x="19400" y="17332"/>
                </a:moveTo>
                <a:lnTo>
                  <a:pt x="17332" y="19400"/>
                </a:lnTo>
                <a:cubicBezTo>
                  <a:pt x="17716" y="19108"/>
                  <a:pt x="18087" y="18789"/>
                  <a:pt x="18438" y="18438"/>
                </a:cubicBezTo>
                <a:cubicBezTo>
                  <a:pt x="18788" y="18087"/>
                  <a:pt x="19107" y="17716"/>
                  <a:pt x="19400" y="17332"/>
                </a:cubicBezTo>
                <a:close/>
              </a:path>
            </a:pathLst>
          </a:custGeom>
          <a:solidFill>
            <a:schemeClr val="accent4"/>
          </a:solidFill>
          <a:ln w="12700">
            <a:miter lim="400000"/>
          </a:ln>
        </p:spPr>
        <p:txBody>
          <a:bodyPr lIns="0" tIns="0" rIns="0" bIns="0" anchor="ctr"/>
          <a:lstStyle/>
          <a:p>
            <a:pPr marL="0" marR="0" lvl="0" indent="0" algn="ctr" defTabSz="8255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 kumimoji="0" sz="32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Helvetica Neue Medium"/>
              <a:sym typeface="Helvetica Neue Medium"/>
            </a:endParaRPr>
          </a:p>
        </p:txBody>
      </p:sp>
      <p:sp>
        <p:nvSpPr>
          <p:cNvPr id="221" name="Shape">
            <a:extLst>
              <a:ext uri="{FF2B5EF4-FFF2-40B4-BE49-F238E27FC236}">
                <a16:creationId xmlns:a16="http://schemas.microsoft.com/office/drawing/2014/main" id="{24FDEACA-5C77-A87C-3137-D4477A0853A2}"/>
              </a:ext>
            </a:extLst>
          </p:cNvPr>
          <p:cNvSpPr/>
          <p:nvPr/>
        </p:nvSpPr>
        <p:spPr>
          <a:xfrm>
            <a:off x="-9782" y="-14685"/>
            <a:ext cx="5401449" cy="1371951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489" h="21600" extrusionOk="0">
                <a:moveTo>
                  <a:pt x="9876" y="0"/>
                </a:moveTo>
                <a:cubicBezTo>
                  <a:pt x="14909" y="1061"/>
                  <a:pt x="18164" y="3091"/>
                  <a:pt x="18448" y="5345"/>
                </a:cubicBezTo>
                <a:cubicBezTo>
                  <a:pt x="18695" y="7304"/>
                  <a:pt x="16642" y="9198"/>
                  <a:pt x="12885" y="10477"/>
                </a:cubicBezTo>
                <a:cubicBezTo>
                  <a:pt x="8651" y="11730"/>
                  <a:pt x="7084" y="13955"/>
                  <a:pt x="9071" y="15894"/>
                </a:cubicBezTo>
                <a:cubicBezTo>
                  <a:pt x="10355" y="17147"/>
                  <a:pt x="13013" y="18098"/>
                  <a:pt x="16290" y="18479"/>
                </a:cubicBezTo>
                <a:cubicBezTo>
                  <a:pt x="17951" y="18702"/>
                  <a:pt x="19367" y="19144"/>
                  <a:pt x="20305" y="19731"/>
                </a:cubicBezTo>
                <a:cubicBezTo>
                  <a:pt x="21193" y="20288"/>
                  <a:pt x="21600" y="20944"/>
                  <a:pt x="21463" y="21600"/>
                </a:cubicBezTo>
                <a:lnTo>
                  <a:pt x="0" y="21600"/>
                </a:lnTo>
                <a:lnTo>
                  <a:pt x="0" y="1"/>
                </a:lnTo>
                <a:lnTo>
                  <a:pt x="9876" y="0"/>
                </a:lnTo>
                <a:close/>
              </a:path>
            </a:pathLst>
          </a:custGeom>
          <a:solidFill>
            <a:schemeClr val="accent3"/>
          </a:solidFill>
          <a:ln w="12700">
            <a:miter lim="400000"/>
          </a:ln>
          <a:effectLst>
            <a:outerShdw blurRad="914400" dist="25400" dir="5400000" rotWithShape="0">
              <a:srgbClr val="000000">
                <a:alpha val="50000"/>
              </a:srgbClr>
            </a:outerShdw>
          </a:effectLst>
        </p:spPr>
        <p:txBody>
          <a:bodyPr lIns="50800" tIns="50800" rIns="50800" bIns="50800" anchor="ctr"/>
          <a:lstStyle/>
          <a:p>
            <a:pPr marL="0" marR="0" lvl="0" indent="0" algn="ctr" defTabSz="8255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3000" b="1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Helvetica Neue"/>
              <a:sym typeface="Helvetica Neue"/>
            </a:endParaRPr>
          </a:p>
        </p:txBody>
      </p:sp>
      <p:sp>
        <p:nvSpPr>
          <p:cNvPr id="222" name="Shape">
            <a:extLst>
              <a:ext uri="{FF2B5EF4-FFF2-40B4-BE49-F238E27FC236}">
                <a16:creationId xmlns:a16="http://schemas.microsoft.com/office/drawing/2014/main" id="{C23A0DD1-C3D9-0374-6301-A41A47B2F53D}"/>
              </a:ext>
            </a:extLst>
          </p:cNvPr>
          <p:cNvSpPr/>
          <p:nvPr/>
        </p:nvSpPr>
        <p:spPr>
          <a:xfrm>
            <a:off x="14077382" y="-26393"/>
            <a:ext cx="10315136" cy="10264133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490" h="20992" extrusionOk="0">
                <a:moveTo>
                  <a:pt x="22" y="0"/>
                </a:moveTo>
                <a:cubicBezTo>
                  <a:pt x="-110" y="1123"/>
                  <a:pt x="362" y="2232"/>
                  <a:pt x="1268" y="2930"/>
                </a:cubicBezTo>
                <a:cubicBezTo>
                  <a:pt x="2187" y="3637"/>
                  <a:pt x="3418" y="3817"/>
                  <a:pt x="4507" y="3403"/>
                </a:cubicBezTo>
                <a:cubicBezTo>
                  <a:pt x="6055" y="2610"/>
                  <a:pt x="7961" y="3061"/>
                  <a:pt x="8970" y="4460"/>
                </a:cubicBezTo>
                <a:cubicBezTo>
                  <a:pt x="9809" y="5622"/>
                  <a:pt x="9807" y="7178"/>
                  <a:pt x="8965" y="8338"/>
                </a:cubicBezTo>
                <a:cubicBezTo>
                  <a:pt x="6771" y="11924"/>
                  <a:pt x="7613" y="16550"/>
                  <a:pt x="10936" y="19169"/>
                </a:cubicBezTo>
                <a:cubicBezTo>
                  <a:pt x="14018" y="21597"/>
                  <a:pt x="18405" y="21600"/>
                  <a:pt x="21490" y="19175"/>
                </a:cubicBezTo>
                <a:lnTo>
                  <a:pt x="21490" y="35"/>
                </a:lnTo>
                <a:lnTo>
                  <a:pt x="22" y="0"/>
                </a:lnTo>
                <a:close/>
              </a:path>
            </a:pathLst>
          </a:custGeom>
          <a:solidFill>
            <a:schemeClr val="accent3"/>
          </a:solidFill>
          <a:ln w="12700">
            <a:miter lim="400000"/>
          </a:ln>
          <a:effectLst>
            <a:outerShdw blurRad="914400" dist="25400" dir="5400000" rotWithShape="0">
              <a:srgbClr val="000000">
                <a:alpha val="50000"/>
              </a:srgbClr>
            </a:outerShdw>
          </a:effectLst>
        </p:spPr>
        <p:txBody>
          <a:bodyPr lIns="50800" tIns="50800" rIns="50800" bIns="50800" anchor="ctr"/>
          <a:lstStyle/>
          <a:p>
            <a:pPr marL="0" marR="0" lvl="0" indent="0" algn="ctr" defTabSz="8255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3000" b="1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Helvetica Neue"/>
              <a:sym typeface="Helvetica Neue"/>
            </a:endParaRPr>
          </a:p>
        </p:txBody>
      </p:sp>
      <p:sp>
        <p:nvSpPr>
          <p:cNvPr id="223" name="Circle">
            <a:extLst>
              <a:ext uri="{FF2B5EF4-FFF2-40B4-BE49-F238E27FC236}">
                <a16:creationId xmlns:a16="http://schemas.microsoft.com/office/drawing/2014/main" id="{84C046A5-CEE8-1A93-5D39-FB444B3FEF94}"/>
              </a:ext>
            </a:extLst>
          </p:cNvPr>
          <p:cNvSpPr/>
          <p:nvPr/>
        </p:nvSpPr>
        <p:spPr>
          <a:xfrm>
            <a:off x="17006264" y="352354"/>
            <a:ext cx="494973" cy="494972"/>
          </a:xfrm>
          <a:prstGeom prst="ellipse">
            <a:avLst/>
          </a:prstGeom>
          <a:gradFill>
            <a:gsLst>
              <a:gs pos="0">
                <a:schemeClr val="accent2"/>
              </a:gs>
              <a:gs pos="100000">
                <a:schemeClr val="accent1"/>
              </a:gs>
            </a:gsLst>
            <a:lin ang="5400000"/>
          </a:gradFill>
          <a:ln w="12700">
            <a:miter lim="400000"/>
          </a:ln>
        </p:spPr>
        <p:txBody>
          <a:bodyPr lIns="0" tIns="0" rIns="0" bIns="0" anchor="ctr"/>
          <a:lstStyle/>
          <a:p>
            <a:pPr marL="0" marR="0" lvl="0" indent="0" algn="ctr" defTabSz="8255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 kumimoji="0" sz="32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Helvetica Neue Medium"/>
              <a:sym typeface="Helvetica Neue Medium"/>
            </a:endParaRPr>
          </a:p>
        </p:txBody>
      </p:sp>
      <p:sp>
        <p:nvSpPr>
          <p:cNvPr id="224" name="Circle">
            <a:extLst>
              <a:ext uri="{FF2B5EF4-FFF2-40B4-BE49-F238E27FC236}">
                <a16:creationId xmlns:a16="http://schemas.microsoft.com/office/drawing/2014/main" id="{341F7031-C8A7-7305-4C9F-FB71A6C0BDC4}"/>
              </a:ext>
            </a:extLst>
          </p:cNvPr>
          <p:cNvSpPr/>
          <p:nvPr/>
        </p:nvSpPr>
        <p:spPr>
          <a:xfrm>
            <a:off x="-564062" y="1321716"/>
            <a:ext cx="1150610" cy="1150611"/>
          </a:xfrm>
          <a:prstGeom prst="ellipse">
            <a:avLst/>
          </a:prstGeom>
          <a:gradFill>
            <a:gsLst>
              <a:gs pos="0">
                <a:schemeClr val="accent2"/>
              </a:gs>
              <a:gs pos="100000">
                <a:schemeClr val="accent1"/>
              </a:gs>
            </a:gsLst>
            <a:lin ang="5400000"/>
          </a:gradFill>
          <a:ln w="12700">
            <a:miter lim="400000"/>
          </a:ln>
        </p:spPr>
        <p:txBody>
          <a:bodyPr lIns="0" tIns="0" rIns="0" bIns="0" anchor="ctr"/>
          <a:lstStyle/>
          <a:p>
            <a:pPr marL="0" marR="0" lvl="0" indent="0" algn="ctr" defTabSz="8255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 kumimoji="0" sz="32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Helvetica Neue Medium"/>
              <a:sym typeface="Helvetica Neue Medium"/>
            </a:endParaRPr>
          </a:p>
        </p:txBody>
      </p:sp>
      <p:sp>
        <p:nvSpPr>
          <p:cNvPr id="225" name="TOPIC #1 - $100 ANSWER">
            <a:extLst>
              <a:ext uri="{FF2B5EF4-FFF2-40B4-BE49-F238E27FC236}">
                <a16:creationId xmlns:a16="http://schemas.microsoft.com/office/drawing/2014/main" id="{A7D3B19F-7C00-C79B-39F2-A518779D8CBC}"/>
              </a:ext>
            </a:extLst>
          </p:cNvPr>
          <p:cNvSpPr txBox="1"/>
          <p:nvPr/>
        </p:nvSpPr>
        <p:spPr>
          <a:xfrm>
            <a:off x="1318646" y="1076284"/>
            <a:ext cx="22328754" cy="164147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50800" tIns="50800" rIns="50800" bIns="50800" anchor="ctr">
            <a:spAutoFit/>
          </a:bodyPr>
          <a:lstStyle/>
          <a:p>
            <a:pPr marL="0" marR="0" lvl="0" indent="0" algn="l" defTabSz="8255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0000" b="0">
                <a:solidFill>
                  <a:srgbClr val="F6C543"/>
                </a:solidFill>
                <a:latin typeface="Impact"/>
                <a:ea typeface="Impact"/>
                <a:cs typeface="Impact"/>
                <a:sym typeface="Impact"/>
              </a:defRPr>
            </a:pPr>
            <a:r>
              <a:rPr kumimoji="0" lang="en-US" altLang="zh-CN" sz="10000" b="0" i="0" u="none" strike="noStrike" kern="0" cap="none" spc="0" normalizeH="0" baseline="0" noProof="0" dirty="0">
                <a:ln>
                  <a:noFill/>
                </a:ln>
                <a:solidFill>
                  <a:srgbClr val="F6C542"/>
                </a:solidFill>
                <a:effectLst/>
                <a:uLnTx/>
                <a:uFillTx/>
                <a:latin typeface="Impact"/>
                <a:sym typeface="Impact"/>
              </a:rPr>
              <a:t>UNIT #3</a:t>
            </a:r>
            <a:r>
              <a:rPr kumimoji="0" lang="en-US" altLang="zh-CN" sz="10000" b="0" i="0" u="none" strike="noStrike" kern="0" cap="none" spc="0" normalizeH="0" baseline="0" noProof="0" dirty="0">
                <a:ln>
                  <a:noFill/>
                </a:ln>
                <a:solidFill>
                  <a:srgbClr val="F6C543"/>
                </a:solidFill>
                <a:effectLst/>
                <a:uLnTx/>
                <a:uFillTx/>
                <a:latin typeface="Impact"/>
                <a:sym typeface="Impact"/>
              </a:rPr>
              <a:t> </a:t>
            </a:r>
            <a:r>
              <a:rPr kumimoji="0" lang="en-US" altLang="zh-CN" sz="100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Impact"/>
                <a:sym typeface="Impact"/>
              </a:rPr>
              <a:t>–</a:t>
            </a:r>
            <a:r>
              <a:rPr kumimoji="0" lang="zh-CN" altLang="en-US" sz="9600" b="0" i="0" u="none" strike="noStrike" kern="0" cap="none" spc="0" normalizeH="0" baseline="0" noProof="0" dirty="0">
                <a:ln>
                  <a:noFill/>
                </a:ln>
                <a:solidFill>
                  <a:srgbClr val="F6C543"/>
                </a:solidFill>
                <a:effectLst/>
                <a:uLnTx/>
                <a:uFillTx/>
                <a:latin typeface="华文楷体" panose="02010600040101010101" pitchFamily="2" charset="-122"/>
                <a:ea typeface="华文楷体" panose="02010600040101010101" pitchFamily="2" charset="-122"/>
                <a:sym typeface="Impact"/>
              </a:rPr>
              <a:t>回转曲面立体的投影</a:t>
            </a:r>
            <a:endParaRPr kumimoji="0" lang="zh-CN" altLang="en-US" sz="100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华文楷体" panose="02010600040101010101" pitchFamily="2" charset="-122"/>
              <a:ea typeface="华文楷体" panose="02010600040101010101" pitchFamily="2" charset="-122"/>
              <a:sym typeface="Impact"/>
            </a:endParaRPr>
          </a:p>
        </p:txBody>
      </p:sp>
      <p:sp>
        <p:nvSpPr>
          <p:cNvPr id="226" name="Shape">
            <a:extLst>
              <a:ext uri="{FF2B5EF4-FFF2-40B4-BE49-F238E27FC236}">
                <a16:creationId xmlns:a16="http://schemas.microsoft.com/office/drawing/2014/main" id="{F125E58B-9FC2-1C8F-E14E-B57A713A3965}"/>
              </a:ext>
            </a:extLst>
          </p:cNvPr>
          <p:cNvSpPr/>
          <p:nvPr/>
        </p:nvSpPr>
        <p:spPr>
          <a:xfrm>
            <a:off x="-306915" y="8239797"/>
            <a:ext cx="1046530" cy="104640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9679" h="20595" extrusionOk="0">
                <a:moveTo>
                  <a:pt x="9839" y="0"/>
                </a:moveTo>
                <a:cubicBezTo>
                  <a:pt x="7321" y="0"/>
                  <a:pt x="4802" y="1006"/>
                  <a:pt x="2881" y="3017"/>
                </a:cubicBezTo>
                <a:cubicBezTo>
                  <a:pt x="-961" y="7038"/>
                  <a:pt x="-961" y="13557"/>
                  <a:pt x="2881" y="17578"/>
                </a:cubicBezTo>
                <a:cubicBezTo>
                  <a:pt x="6724" y="21600"/>
                  <a:pt x="12954" y="21600"/>
                  <a:pt x="16797" y="17578"/>
                </a:cubicBezTo>
                <a:cubicBezTo>
                  <a:pt x="20639" y="13557"/>
                  <a:pt x="20639" y="7038"/>
                  <a:pt x="16797" y="3017"/>
                </a:cubicBezTo>
                <a:cubicBezTo>
                  <a:pt x="14876" y="1006"/>
                  <a:pt x="12357" y="0"/>
                  <a:pt x="9839" y="0"/>
                </a:cubicBezTo>
                <a:close/>
                <a:moveTo>
                  <a:pt x="9839" y="2649"/>
                </a:moveTo>
                <a:cubicBezTo>
                  <a:pt x="11709" y="2649"/>
                  <a:pt x="13580" y="3397"/>
                  <a:pt x="15007" y="4890"/>
                </a:cubicBezTo>
                <a:cubicBezTo>
                  <a:pt x="17861" y="7877"/>
                  <a:pt x="17861" y="12718"/>
                  <a:pt x="15007" y="15705"/>
                </a:cubicBezTo>
                <a:cubicBezTo>
                  <a:pt x="12153" y="18692"/>
                  <a:pt x="7525" y="18692"/>
                  <a:pt x="4671" y="15705"/>
                </a:cubicBezTo>
                <a:cubicBezTo>
                  <a:pt x="1817" y="12718"/>
                  <a:pt x="1817" y="7877"/>
                  <a:pt x="4671" y="4890"/>
                </a:cubicBezTo>
                <a:cubicBezTo>
                  <a:pt x="6098" y="3397"/>
                  <a:pt x="7969" y="2649"/>
                  <a:pt x="9839" y="2649"/>
                </a:cubicBezTo>
                <a:close/>
              </a:path>
            </a:pathLst>
          </a:custGeom>
          <a:gradFill>
            <a:gsLst>
              <a:gs pos="0">
                <a:schemeClr val="accent2"/>
              </a:gs>
              <a:gs pos="100000">
                <a:schemeClr val="accent1"/>
              </a:gs>
            </a:gsLst>
            <a:lin ang="5400000"/>
          </a:gradFill>
          <a:ln w="12700">
            <a:miter lim="400000"/>
          </a:ln>
        </p:spPr>
        <p:txBody>
          <a:bodyPr lIns="0" tIns="0" rIns="0" bIns="0" anchor="ctr"/>
          <a:lstStyle/>
          <a:p>
            <a:pPr marL="0" marR="0" lvl="0" indent="0" algn="ctr" defTabSz="8255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 kumimoji="0" sz="32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Helvetica Neue Medium"/>
              <a:sym typeface="Helvetica Neue Medium"/>
            </a:endParaRPr>
          </a:p>
        </p:txBody>
      </p:sp>
      <p:sp>
        <p:nvSpPr>
          <p:cNvPr id="227" name="Shape">
            <a:extLst>
              <a:ext uri="{FF2B5EF4-FFF2-40B4-BE49-F238E27FC236}">
                <a16:creationId xmlns:a16="http://schemas.microsoft.com/office/drawing/2014/main" id="{D2F1929F-D2DC-6959-A11B-509969C055BD}"/>
              </a:ext>
            </a:extLst>
          </p:cNvPr>
          <p:cNvSpPr/>
          <p:nvPr/>
        </p:nvSpPr>
        <p:spPr>
          <a:xfrm>
            <a:off x="19865947" y="2060686"/>
            <a:ext cx="2330506" cy="233022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9679" h="20595" extrusionOk="0">
                <a:moveTo>
                  <a:pt x="9839" y="0"/>
                </a:moveTo>
                <a:cubicBezTo>
                  <a:pt x="7321" y="0"/>
                  <a:pt x="4802" y="1006"/>
                  <a:pt x="2881" y="3017"/>
                </a:cubicBezTo>
                <a:cubicBezTo>
                  <a:pt x="-961" y="7038"/>
                  <a:pt x="-961" y="13557"/>
                  <a:pt x="2881" y="17578"/>
                </a:cubicBezTo>
                <a:cubicBezTo>
                  <a:pt x="6724" y="21600"/>
                  <a:pt x="12954" y="21600"/>
                  <a:pt x="16797" y="17578"/>
                </a:cubicBezTo>
                <a:cubicBezTo>
                  <a:pt x="20639" y="13557"/>
                  <a:pt x="20639" y="7038"/>
                  <a:pt x="16797" y="3017"/>
                </a:cubicBezTo>
                <a:cubicBezTo>
                  <a:pt x="14876" y="1006"/>
                  <a:pt x="12357" y="0"/>
                  <a:pt x="9839" y="0"/>
                </a:cubicBezTo>
                <a:close/>
                <a:moveTo>
                  <a:pt x="9839" y="2649"/>
                </a:moveTo>
                <a:cubicBezTo>
                  <a:pt x="11709" y="2649"/>
                  <a:pt x="13580" y="3397"/>
                  <a:pt x="15007" y="4890"/>
                </a:cubicBezTo>
                <a:cubicBezTo>
                  <a:pt x="17861" y="7877"/>
                  <a:pt x="17861" y="12718"/>
                  <a:pt x="15007" y="15705"/>
                </a:cubicBezTo>
                <a:cubicBezTo>
                  <a:pt x="12153" y="18692"/>
                  <a:pt x="7525" y="18692"/>
                  <a:pt x="4671" y="15705"/>
                </a:cubicBezTo>
                <a:cubicBezTo>
                  <a:pt x="1817" y="12718"/>
                  <a:pt x="1817" y="7877"/>
                  <a:pt x="4671" y="4890"/>
                </a:cubicBezTo>
                <a:cubicBezTo>
                  <a:pt x="6098" y="3397"/>
                  <a:pt x="7969" y="2649"/>
                  <a:pt x="9839" y="2649"/>
                </a:cubicBezTo>
                <a:close/>
              </a:path>
            </a:pathLst>
          </a:custGeom>
          <a:gradFill>
            <a:gsLst>
              <a:gs pos="0">
                <a:schemeClr val="accent2"/>
              </a:gs>
              <a:gs pos="100000">
                <a:schemeClr val="accent1"/>
              </a:gs>
            </a:gsLst>
            <a:lin ang="5400000"/>
          </a:gradFill>
          <a:ln w="12700">
            <a:miter lim="400000"/>
          </a:ln>
        </p:spPr>
        <p:txBody>
          <a:bodyPr lIns="0" tIns="0" rIns="0" bIns="0" anchor="ctr"/>
          <a:lstStyle/>
          <a:p>
            <a:pPr marL="0" marR="0" lvl="0" indent="0" algn="ctr" defTabSz="8255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 kumimoji="0" sz="32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Helvetica Neue Medium"/>
              <a:sym typeface="Helvetica Neue Medium"/>
            </a:endParaRPr>
          </a:p>
        </p:txBody>
      </p:sp>
      <p:sp>
        <p:nvSpPr>
          <p:cNvPr id="228" name="Rounded Rectangle">
            <a:extLst>
              <a:ext uri="{FF2B5EF4-FFF2-40B4-BE49-F238E27FC236}">
                <a16:creationId xmlns:a16="http://schemas.microsoft.com/office/drawing/2014/main" id="{DFE76296-7C3C-929D-74D7-711748A06B2A}"/>
              </a:ext>
            </a:extLst>
          </p:cNvPr>
          <p:cNvSpPr/>
          <p:nvPr/>
        </p:nvSpPr>
        <p:spPr>
          <a:xfrm>
            <a:off x="1413182" y="3302000"/>
            <a:ext cx="21616294" cy="8897388"/>
          </a:xfrm>
          <a:prstGeom prst="roundRect">
            <a:avLst>
              <a:gd name="adj" fmla="val 2897"/>
            </a:avLst>
          </a:prstGeom>
          <a:solidFill>
            <a:schemeClr val="accent4"/>
          </a:solidFill>
          <a:ln w="12700">
            <a:miter lim="400000"/>
          </a:ln>
          <a:effectLst>
            <a:outerShdw blurRad="558800" dist="71163" dir="5400000" rotWithShape="0">
              <a:srgbClr val="000000">
                <a:alpha val="19617"/>
              </a:srgbClr>
            </a:outerShdw>
          </a:effectLst>
        </p:spPr>
        <p:txBody>
          <a:bodyPr lIns="0" tIns="0" rIns="0" bIns="0" anchor="ctr"/>
          <a:lstStyle/>
          <a:p>
            <a:pPr marL="0" marR="0" lvl="0" indent="0" algn="ctr" defTabSz="8255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 kumimoji="0" sz="32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Helvetica Neue Medium"/>
              <a:sym typeface="Helvetica Neue Medium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E83392DB-20D0-1025-C095-ED07032E6917}"/>
              </a:ext>
            </a:extLst>
          </p:cNvPr>
          <p:cNvSpPr txBox="1"/>
          <p:nvPr/>
        </p:nvSpPr>
        <p:spPr>
          <a:xfrm>
            <a:off x="19809589" y="4433285"/>
            <a:ext cx="45719" cy="656590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zh-CN" altLang="en-US" sz="6000" b="1" i="0" u="none" strike="noStrike" cap="none" spc="0" normalizeH="0" baseline="0" dirty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Helvetica Neue"/>
                <a:ea typeface="Helvetica Neue"/>
                <a:cs typeface="Helvetica Neue"/>
                <a:sym typeface="Helvetica Neue"/>
              </a:rPr>
              <a:t>注意判断可见性</a:t>
            </a: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420C751D-4E00-FF42-F5D6-D6D6679C490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1888" y="3066654"/>
            <a:ext cx="14795894" cy="97778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92416681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2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2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3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AF18611-437B-7796-C914-0DB6134F3A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Shape">
            <a:extLst>
              <a:ext uri="{FF2B5EF4-FFF2-40B4-BE49-F238E27FC236}">
                <a16:creationId xmlns:a16="http://schemas.microsoft.com/office/drawing/2014/main" id="{07DA729A-4E0F-83D8-C1A3-044232A4D741}"/>
              </a:ext>
            </a:extLst>
          </p:cNvPr>
          <p:cNvSpPr/>
          <p:nvPr/>
        </p:nvSpPr>
        <p:spPr>
          <a:xfrm>
            <a:off x="6290541" y="12617233"/>
            <a:ext cx="2709718" cy="270939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9679" h="20595" extrusionOk="0">
                <a:moveTo>
                  <a:pt x="9839" y="0"/>
                </a:moveTo>
                <a:cubicBezTo>
                  <a:pt x="7321" y="0"/>
                  <a:pt x="4802" y="1006"/>
                  <a:pt x="2881" y="3017"/>
                </a:cubicBezTo>
                <a:cubicBezTo>
                  <a:pt x="-961" y="7038"/>
                  <a:pt x="-961" y="13557"/>
                  <a:pt x="2881" y="17578"/>
                </a:cubicBezTo>
                <a:cubicBezTo>
                  <a:pt x="6724" y="21600"/>
                  <a:pt x="12954" y="21600"/>
                  <a:pt x="16797" y="17578"/>
                </a:cubicBezTo>
                <a:cubicBezTo>
                  <a:pt x="20639" y="13557"/>
                  <a:pt x="20639" y="7038"/>
                  <a:pt x="16797" y="3017"/>
                </a:cubicBezTo>
                <a:cubicBezTo>
                  <a:pt x="14876" y="1006"/>
                  <a:pt x="12357" y="0"/>
                  <a:pt x="9839" y="0"/>
                </a:cubicBezTo>
                <a:close/>
                <a:moveTo>
                  <a:pt x="9839" y="2649"/>
                </a:moveTo>
                <a:cubicBezTo>
                  <a:pt x="11709" y="2649"/>
                  <a:pt x="13580" y="3397"/>
                  <a:pt x="15007" y="4890"/>
                </a:cubicBezTo>
                <a:cubicBezTo>
                  <a:pt x="17861" y="7877"/>
                  <a:pt x="17861" y="12718"/>
                  <a:pt x="15007" y="15705"/>
                </a:cubicBezTo>
                <a:cubicBezTo>
                  <a:pt x="12153" y="18692"/>
                  <a:pt x="7525" y="18692"/>
                  <a:pt x="4671" y="15705"/>
                </a:cubicBezTo>
                <a:cubicBezTo>
                  <a:pt x="1817" y="12718"/>
                  <a:pt x="1817" y="7877"/>
                  <a:pt x="4671" y="4890"/>
                </a:cubicBezTo>
                <a:cubicBezTo>
                  <a:pt x="6098" y="3397"/>
                  <a:pt x="7969" y="2649"/>
                  <a:pt x="9839" y="2649"/>
                </a:cubicBezTo>
                <a:close/>
              </a:path>
            </a:pathLst>
          </a:custGeom>
          <a:gradFill>
            <a:gsLst>
              <a:gs pos="0">
                <a:schemeClr val="accent2"/>
              </a:gs>
              <a:gs pos="100000">
                <a:schemeClr val="accent1"/>
              </a:gs>
            </a:gsLst>
            <a:lin ang="5400000"/>
          </a:gradFill>
          <a:ln w="12700">
            <a:miter lim="400000"/>
          </a:ln>
        </p:spPr>
        <p:txBody>
          <a:bodyPr lIns="0" tIns="0" rIns="0" bIns="0" anchor="ctr"/>
          <a:lstStyle/>
          <a:p>
            <a:pPr marL="0" marR="0" lvl="0" indent="0" algn="ctr" defTabSz="8255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 kumimoji="0" sz="32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Helvetica Neue Medium"/>
              <a:sym typeface="Helvetica Neue Medium"/>
            </a:endParaRPr>
          </a:p>
        </p:txBody>
      </p:sp>
      <p:sp>
        <p:nvSpPr>
          <p:cNvPr id="216" name="Shape">
            <a:extLst>
              <a:ext uri="{FF2B5EF4-FFF2-40B4-BE49-F238E27FC236}">
                <a16:creationId xmlns:a16="http://schemas.microsoft.com/office/drawing/2014/main" id="{71EC47FF-9457-2EAF-49CD-48FC7EC3CB19}"/>
              </a:ext>
            </a:extLst>
          </p:cNvPr>
          <p:cNvSpPr/>
          <p:nvPr/>
        </p:nvSpPr>
        <p:spPr>
          <a:xfrm>
            <a:off x="14339439" y="2620192"/>
            <a:ext cx="6322300" cy="632257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800" y="0"/>
                </a:moveTo>
                <a:cubicBezTo>
                  <a:pt x="10787" y="0"/>
                  <a:pt x="10773" y="1"/>
                  <a:pt x="10759" y="1"/>
                </a:cubicBezTo>
                <a:lnTo>
                  <a:pt x="1" y="10760"/>
                </a:lnTo>
                <a:cubicBezTo>
                  <a:pt x="0" y="10900"/>
                  <a:pt x="3" y="11040"/>
                  <a:pt x="8" y="11181"/>
                </a:cubicBezTo>
                <a:lnTo>
                  <a:pt x="11180" y="9"/>
                </a:lnTo>
                <a:cubicBezTo>
                  <a:pt x="11054" y="4"/>
                  <a:pt x="10927" y="0"/>
                  <a:pt x="10800" y="0"/>
                </a:cubicBezTo>
                <a:close/>
                <a:moveTo>
                  <a:pt x="10211" y="17"/>
                </a:moveTo>
                <a:cubicBezTo>
                  <a:pt x="10057" y="25"/>
                  <a:pt x="9903" y="36"/>
                  <a:pt x="9748" y="51"/>
                </a:cubicBezTo>
                <a:lnTo>
                  <a:pt x="50" y="9749"/>
                </a:lnTo>
                <a:cubicBezTo>
                  <a:pt x="35" y="9903"/>
                  <a:pt x="25" y="10057"/>
                  <a:pt x="16" y="10212"/>
                </a:cubicBezTo>
                <a:lnTo>
                  <a:pt x="10211" y="17"/>
                </a:lnTo>
                <a:close/>
                <a:moveTo>
                  <a:pt x="11683" y="38"/>
                </a:moveTo>
                <a:lnTo>
                  <a:pt x="38" y="11684"/>
                </a:lnTo>
                <a:cubicBezTo>
                  <a:pt x="48" y="11814"/>
                  <a:pt x="62" y="11944"/>
                  <a:pt x="78" y="12075"/>
                </a:cubicBezTo>
                <a:lnTo>
                  <a:pt x="12074" y="78"/>
                </a:lnTo>
                <a:cubicBezTo>
                  <a:pt x="11944" y="63"/>
                  <a:pt x="11814" y="49"/>
                  <a:pt x="11683" y="38"/>
                </a:cubicBezTo>
                <a:close/>
                <a:moveTo>
                  <a:pt x="9136" y="131"/>
                </a:moveTo>
                <a:cubicBezTo>
                  <a:pt x="8960" y="158"/>
                  <a:pt x="8786" y="190"/>
                  <a:pt x="8611" y="226"/>
                </a:cubicBezTo>
                <a:lnTo>
                  <a:pt x="226" y="8611"/>
                </a:lnTo>
                <a:cubicBezTo>
                  <a:pt x="190" y="8786"/>
                  <a:pt x="157" y="8961"/>
                  <a:pt x="130" y="9137"/>
                </a:cubicBezTo>
                <a:lnTo>
                  <a:pt x="9136" y="131"/>
                </a:lnTo>
                <a:close/>
                <a:moveTo>
                  <a:pt x="12541" y="143"/>
                </a:moveTo>
                <a:lnTo>
                  <a:pt x="143" y="12541"/>
                </a:lnTo>
                <a:cubicBezTo>
                  <a:pt x="163" y="12663"/>
                  <a:pt x="183" y="12785"/>
                  <a:pt x="207" y="12906"/>
                </a:cubicBezTo>
                <a:lnTo>
                  <a:pt x="12906" y="208"/>
                </a:lnTo>
                <a:cubicBezTo>
                  <a:pt x="12785" y="184"/>
                  <a:pt x="12663" y="163"/>
                  <a:pt x="12541" y="143"/>
                </a:cubicBezTo>
                <a:close/>
                <a:moveTo>
                  <a:pt x="13343" y="303"/>
                </a:moveTo>
                <a:lnTo>
                  <a:pt x="303" y="13343"/>
                </a:lnTo>
                <a:cubicBezTo>
                  <a:pt x="330" y="13456"/>
                  <a:pt x="361" y="13569"/>
                  <a:pt x="392" y="13682"/>
                </a:cubicBezTo>
                <a:lnTo>
                  <a:pt x="13682" y="393"/>
                </a:lnTo>
                <a:cubicBezTo>
                  <a:pt x="13569" y="362"/>
                  <a:pt x="13456" y="331"/>
                  <a:pt x="13343" y="303"/>
                </a:cubicBezTo>
                <a:close/>
                <a:moveTo>
                  <a:pt x="7909" y="395"/>
                </a:moveTo>
                <a:cubicBezTo>
                  <a:pt x="7701" y="452"/>
                  <a:pt x="7495" y="515"/>
                  <a:pt x="7290" y="585"/>
                </a:cubicBezTo>
                <a:lnTo>
                  <a:pt x="584" y="7290"/>
                </a:lnTo>
                <a:cubicBezTo>
                  <a:pt x="514" y="7495"/>
                  <a:pt x="452" y="7702"/>
                  <a:pt x="394" y="7909"/>
                </a:cubicBezTo>
                <a:lnTo>
                  <a:pt x="7909" y="395"/>
                </a:lnTo>
                <a:close/>
                <a:moveTo>
                  <a:pt x="14094" y="515"/>
                </a:moveTo>
                <a:lnTo>
                  <a:pt x="514" y="14094"/>
                </a:lnTo>
                <a:cubicBezTo>
                  <a:pt x="549" y="14202"/>
                  <a:pt x="583" y="14310"/>
                  <a:pt x="620" y="14417"/>
                </a:cubicBezTo>
                <a:lnTo>
                  <a:pt x="14417" y="621"/>
                </a:lnTo>
                <a:cubicBezTo>
                  <a:pt x="14310" y="583"/>
                  <a:pt x="14202" y="549"/>
                  <a:pt x="14094" y="515"/>
                </a:cubicBezTo>
                <a:close/>
                <a:moveTo>
                  <a:pt x="14804" y="767"/>
                </a:moveTo>
                <a:lnTo>
                  <a:pt x="767" y="14804"/>
                </a:lnTo>
                <a:cubicBezTo>
                  <a:pt x="807" y="14905"/>
                  <a:pt x="851" y="15004"/>
                  <a:pt x="894" y="15104"/>
                </a:cubicBezTo>
                <a:lnTo>
                  <a:pt x="15104" y="895"/>
                </a:lnTo>
                <a:cubicBezTo>
                  <a:pt x="15004" y="852"/>
                  <a:pt x="14905" y="807"/>
                  <a:pt x="14804" y="767"/>
                </a:cubicBezTo>
                <a:close/>
                <a:moveTo>
                  <a:pt x="6411" y="932"/>
                </a:moveTo>
                <a:cubicBezTo>
                  <a:pt x="6118" y="1062"/>
                  <a:pt x="5831" y="1206"/>
                  <a:pt x="5549" y="1363"/>
                </a:cubicBezTo>
                <a:lnTo>
                  <a:pt x="1362" y="5549"/>
                </a:lnTo>
                <a:cubicBezTo>
                  <a:pt x="1205" y="5832"/>
                  <a:pt x="1061" y="6119"/>
                  <a:pt x="931" y="6411"/>
                </a:cubicBezTo>
                <a:lnTo>
                  <a:pt x="6411" y="932"/>
                </a:lnTo>
                <a:close/>
                <a:moveTo>
                  <a:pt x="15470" y="1061"/>
                </a:moveTo>
                <a:lnTo>
                  <a:pt x="1060" y="15471"/>
                </a:lnTo>
                <a:cubicBezTo>
                  <a:pt x="1106" y="15567"/>
                  <a:pt x="1153" y="15664"/>
                  <a:pt x="1202" y="15759"/>
                </a:cubicBezTo>
                <a:lnTo>
                  <a:pt x="15759" y="1203"/>
                </a:lnTo>
                <a:cubicBezTo>
                  <a:pt x="15663" y="1153"/>
                  <a:pt x="15567" y="1107"/>
                  <a:pt x="15470" y="1061"/>
                </a:cubicBezTo>
                <a:close/>
                <a:moveTo>
                  <a:pt x="16103" y="1391"/>
                </a:moveTo>
                <a:lnTo>
                  <a:pt x="1391" y="16103"/>
                </a:lnTo>
                <a:cubicBezTo>
                  <a:pt x="1442" y="16194"/>
                  <a:pt x="1494" y="16285"/>
                  <a:pt x="1549" y="16375"/>
                </a:cubicBezTo>
                <a:lnTo>
                  <a:pt x="16375" y="1549"/>
                </a:lnTo>
                <a:cubicBezTo>
                  <a:pt x="16285" y="1495"/>
                  <a:pt x="16194" y="1442"/>
                  <a:pt x="16103" y="1391"/>
                </a:cubicBezTo>
                <a:close/>
                <a:moveTo>
                  <a:pt x="16703" y="1754"/>
                </a:moveTo>
                <a:lnTo>
                  <a:pt x="1753" y="16703"/>
                </a:lnTo>
                <a:cubicBezTo>
                  <a:pt x="1809" y="16788"/>
                  <a:pt x="1869" y="16872"/>
                  <a:pt x="1928" y="16956"/>
                </a:cubicBezTo>
                <a:lnTo>
                  <a:pt x="16956" y="1928"/>
                </a:lnTo>
                <a:cubicBezTo>
                  <a:pt x="16872" y="1869"/>
                  <a:pt x="16788" y="1810"/>
                  <a:pt x="16703" y="1754"/>
                </a:cubicBezTo>
                <a:close/>
                <a:moveTo>
                  <a:pt x="17267" y="2151"/>
                </a:moveTo>
                <a:lnTo>
                  <a:pt x="2151" y="17267"/>
                </a:lnTo>
                <a:cubicBezTo>
                  <a:pt x="2212" y="17349"/>
                  <a:pt x="2274" y="17430"/>
                  <a:pt x="2338" y="17510"/>
                </a:cubicBezTo>
                <a:lnTo>
                  <a:pt x="17510" y="2338"/>
                </a:lnTo>
                <a:cubicBezTo>
                  <a:pt x="17430" y="2275"/>
                  <a:pt x="17349" y="2212"/>
                  <a:pt x="17267" y="2151"/>
                </a:cubicBezTo>
                <a:close/>
                <a:moveTo>
                  <a:pt x="3805" y="2574"/>
                </a:moveTo>
                <a:cubicBezTo>
                  <a:pt x="3586" y="2761"/>
                  <a:pt x="3370" y="2956"/>
                  <a:pt x="3163" y="3163"/>
                </a:cubicBezTo>
                <a:cubicBezTo>
                  <a:pt x="2955" y="3371"/>
                  <a:pt x="2761" y="3586"/>
                  <a:pt x="2574" y="3806"/>
                </a:cubicBezTo>
                <a:lnTo>
                  <a:pt x="3805" y="2574"/>
                </a:lnTo>
                <a:close/>
                <a:moveTo>
                  <a:pt x="17801" y="2579"/>
                </a:moveTo>
                <a:lnTo>
                  <a:pt x="2579" y="17801"/>
                </a:lnTo>
                <a:cubicBezTo>
                  <a:pt x="2645" y="17878"/>
                  <a:pt x="2709" y="17957"/>
                  <a:pt x="2777" y="18032"/>
                </a:cubicBezTo>
                <a:lnTo>
                  <a:pt x="18032" y="2777"/>
                </a:lnTo>
                <a:cubicBezTo>
                  <a:pt x="17957" y="2709"/>
                  <a:pt x="17878" y="2645"/>
                  <a:pt x="17801" y="2579"/>
                </a:cubicBezTo>
                <a:close/>
                <a:moveTo>
                  <a:pt x="18304" y="3036"/>
                </a:moveTo>
                <a:lnTo>
                  <a:pt x="3036" y="18304"/>
                </a:lnTo>
                <a:cubicBezTo>
                  <a:pt x="3079" y="18349"/>
                  <a:pt x="3119" y="18394"/>
                  <a:pt x="3163" y="18438"/>
                </a:cubicBezTo>
                <a:cubicBezTo>
                  <a:pt x="3191" y="18466"/>
                  <a:pt x="3222" y="18492"/>
                  <a:pt x="3250" y="18521"/>
                </a:cubicBezTo>
                <a:lnTo>
                  <a:pt x="18521" y="3251"/>
                </a:lnTo>
                <a:cubicBezTo>
                  <a:pt x="18492" y="3222"/>
                  <a:pt x="18466" y="3192"/>
                  <a:pt x="18438" y="3163"/>
                </a:cubicBezTo>
                <a:cubicBezTo>
                  <a:pt x="18394" y="3119"/>
                  <a:pt x="18348" y="3079"/>
                  <a:pt x="18304" y="3036"/>
                </a:cubicBezTo>
                <a:close/>
                <a:moveTo>
                  <a:pt x="18781" y="3523"/>
                </a:moveTo>
                <a:lnTo>
                  <a:pt x="3522" y="18781"/>
                </a:lnTo>
                <a:cubicBezTo>
                  <a:pt x="3598" y="18850"/>
                  <a:pt x="3676" y="18915"/>
                  <a:pt x="3753" y="18982"/>
                </a:cubicBezTo>
                <a:lnTo>
                  <a:pt x="18982" y="3753"/>
                </a:lnTo>
                <a:cubicBezTo>
                  <a:pt x="18915" y="3676"/>
                  <a:pt x="18850" y="3598"/>
                  <a:pt x="18781" y="3523"/>
                </a:cubicBezTo>
                <a:close/>
                <a:moveTo>
                  <a:pt x="19224" y="4041"/>
                </a:moveTo>
                <a:lnTo>
                  <a:pt x="4041" y="19224"/>
                </a:lnTo>
                <a:cubicBezTo>
                  <a:pt x="4121" y="19289"/>
                  <a:pt x="4202" y="19350"/>
                  <a:pt x="4283" y="19412"/>
                </a:cubicBezTo>
                <a:lnTo>
                  <a:pt x="19412" y="4283"/>
                </a:lnTo>
                <a:cubicBezTo>
                  <a:pt x="19350" y="4202"/>
                  <a:pt x="19289" y="4121"/>
                  <a:pt x="19224" y="4041"/>
                </a:cubicBezTo>
                <a:close/>
                <a:moveTo>
                  <a:pt x="19637" y="4591"/>
                </a:moveTo>
                <a:lnTo>
                  <a:pt x="4591" y="19637"/>
                </a:lnTo>
                <a:cubicBezTo>
                  <a:pt x="4675" y="19696"/>
                  <a:pt x="4758" y="19757"/>
                  <a:pt x="4843" y="19813"/>
                </a:cubicBezTo>
                <a:lnTo>
                  <a:pt x="19813" y="4844"/>
                </a:lnTo>
                <a:cubicBezTo>
                  <a:pt x="19757" y="4758"/>
                  <a:pt x="19696" y="4675"/>
                  <a:pt x="19637" y="4591"/>
                </a:cubicBezTo>
                <a:close/>
                <a:moveTo>
                  <a:pt x="20019" y="5172"/>
                </a:moveTo>
                <a:lnTo>
                  <a:pt x="5172" y="20019"/>
                </a:lnTo>
                <a:cubicBezTo>
                  <a:pt x="5261" y="20073"/>
                  <a:pt x="5351" y="20126"/>
                  <a:pt x="5441" y="20178"/>
                </a:cubicBezTo>
                <a:lnTo>
                  <a:pt x="20178" y="5441"/>
                </a:lnTo>
                <a:cubicBezTo>
                  <a:pt x="20126" y="5351"/>
                  <a:pt x="20073" y="5261"/>
                  <a:pt x="20019" y="5172"/>
                </a:cubicBezTo>
                <a:close/>
                <a:moveTo>
                  <a:pt x="20369" y="5782"/>
                </a:moveTo>
                <a:lnTo>
                  <a:pt x="5782" y="20369"/>
                </a:lnTo>
                <a:cubicBezTo>
                  <a:pt x="5877" y="20419"/>
                  <a:pt x="5974" y="20463"/>
                  <a:pt x="6071" y="20510"/>
                </a:cubicBezTo>
                <a:lnTo>
                  <a:pt x="20510" y="6071"/>
                </a:lnTo>
                <a:cubicBezTo>
                  <a:pt x="20463" y="5975"/>
                  <a:pt x="20419" y="5878"/>
                  <a:pt x="20369" y="5782"/>
                </a:cubicBezTo>
                <a:close/>
                <a:moveTo>
                  <a:pt x="20679" y="6434"/>
                </a:moveTo>
                <a:lnTo>
                  <a:pt x="6434" y="20679"/>
                </a:lnTo>
                <a:cubicBezTo>
                  <a:pt x="6534" y="20723"/>
                  <a:pt x="6633" y="20769"/>
                  <a:pt x="6734" y="20809"/>
                </a:cubicBezTo>
                <a:lnTo>
                  <a:pt x="20809" y="6735"/>
                </a:lnTo>
                <a:cubicBezTo>
                  <a:pt x="20769" y="6634"/>
                  <a:pt x="20723" y="6534"/>
                  <a:pt x="20679" y="6434"/>
                </a:cubicBezTo>
                <a:close/>
                <a:moveTo>
                  <a:pt x="20956" y="7121"/>
                </a:moveTo>
                <a:lnTo>
                  <a:pt x="7120" y="20956"/>
                </a:lnTo>
                <a:cubicBezTo>
                  <a:pt x="7226" y="20994"/>
                  <a:pt x="7333" y="21030"/>
                  <a:pt x="7439" y="21065"/>
                </a:cubicBezTo>
                <a:lnTo>
                  <a:pt x="21065" y="7439"/>
                </a:lnTo>
                <a:cubicBezTo>
                  <a:pt x="21030" y="7333"/>
                  <a:pt x="20994" y="7226"/>
                  <a:pt x="20956" y="7121"/>
                </a:cubicBezTo>
                <a:close/>
                <a:moveTo>
                  <a:pt x="21190" y="7848"/>
                </a:moveTo>
                <a:lnTo>
                  <a:pt x="7848" y="21190"/>
                </a:lnTo>
                <a:cubicBezTo>
                  <a:pt x="7960" y="21221"/>
                  <a:pt x="8073" y="21252"/>
                  <a:pt x="8186" y="21280"/>
                </a:cubicBezTo>
                <a:lnTo>
                  <a:pt x="21280" y="8186"/>
                </a:lnTo>
                <a:cubicBezTo>
                  <a:pt x="21252" y="8073"/>
                  <a:pt x="21221" y="7960"/>
                  <a:pt x="21190" y="7848"/>
                </a:cubicBezTo>
                <a:close/>
                <a:moveTo>
                  <a:pt x="21378" y="8623"/>
                </a:moveTo>
                <a:lnTo>
                  <a:pt x="8623" y="21378"/>
                </a:lnTo>
                <a:cubicBezTo>
                  <a:pt x="8743" y="21402"/>
                  <a:pt x="8863" y="21424"/>
                  <a:pt x="8984" y="21445"/>
                </a:cubicBezTo>
                <a:lnTo>
                  <a:pt x="21445" y="8984"/>
                </a:lnTo>
                <a:cubicBezTo>
                  <a:pt x="21424" y="8864"/>
                  <a:pt x="21402" y="8743"/>
                  <a:pt x="21378" y="8623"/>
                </a:cubicBezTo>
                <a:close/>
                <a:moveTo>
                  <a:pt x="21514" y="9448"/>
                </a:moveTo>
                <a:lnTo>
                  <a:pt x="9447" y="21514"/>
                </a:lnTo>
                <a:cubicBezTo>
                  <a:pt x="9576" y="21530"/>
                  <a:pt x="9704" y="21546"/>
                  <a:pt x="9833" y="21557"/>
                </a:cubicBezTo>
                <a:lnTo>
                  <a:pt x="21557" y="9834"/>
                </a:lnTo>
                <a:cubicBezTo>
                  <a:pt x="21546" y="9705"/>
                  <a:pt x="21530" y="9576"/>
                  <a:pt x="21514" y="9448"/>
                </a:cubicBezTo>
                <a:close/>
                <a:moveTo>
                  <a:pt x="21590" y="10333"/>
                </a:moveTo>
                <a:lnTo>
                  <a:pt x="10332" y="21590"/>
                </a:lnTo>
                <a:cubicBezTo>
                  <a:pt x="10473" y="21596"/>
                  <a:pt x="10613" y="21599"/>
                  <a:pt x="10753" y="21600"/>
                </a:cubicBezTo>
                <a:lnTo>
                  <a:pt x="21600" y="10754"/>
                </a:lnTo>
                <a:cubicBezTo>
                  <a:pt x="21599" y="10613"/>
                  <a:pt x="21596" y="10473"/>
                  <a:pt x="21590" y="10333"/>
                </a:cubicBezTo>
                <a:close/>
                <a:moveTo>
                  <a:pt x="21590" y="11296"/>
                </a:moveTo>
                <a:lnTo>
                  <a:pt x="11295" y="21590"/>
                </a:lnTo>
                <a:cubicBezTo>
                  <a:pt x="11449" y="21583"/>
                  <a:pt x="11603" y="21572"/>
                  <a:pt x="11757" y="21558"/>
                </a:cubicBezTo>
                <a:lnTo>
                  <a:pt x="21558" y="11757"/>
                </a:lnTo>
                <a:cubicBezTo>
                  <a:pt x="21572" y="11603"/>
                  <a:pt x="21583" y="11450"/>
                  <a:pt x="21590" y="11296"/>
                </a:cubicBezTo>
                <a:close/>
                <a:moveTo>
                  <a:pt x="21489" y="12358"/>
                </a:moveTo>
                <a:lnTo>
                  <a:pt x="12358" y="21489"/>
                </a:lnTo>
                <a:cubicBezTo>
                  <a:pt x="12531" y="21464"/>
                  <a:pt x="12703" y="21434"/>
                  <a:pt x="12876" y="21400"/>
                </a:cubicBezTo>
                <a:lnTo>
                  <a:pt x="21400" y="12876"/>
                </a:lnTo>
                <a:cubicBezTo>
                  <a:pt x="21434" y="12704"/>
                  <a:pt x="21464" y="12531"/>
                  <a:pt x="21489" y="12358"/>
                </a:cubicBezTo>
                <a:close/>
                <a:moveTo>
                  <a:pt x="21239" y="13569"/>
                </a:moveTo>
                <a:lnTo>
                  <a:pt x="13569" y="21239"/>
                </a:lnTo>
                <a:cubicBezTo>
                  <a:pt x="13774" y="21185"/>
                  <a:pt x="13978" y="21125"/>
                  <a:pt x="14181" y="21058"/>
                </a:cubicBezTo>
                <a:lnTo>
                  <a:pt x="21058" y="14181"/>
                </a:lnTo>
                <a:cubicBezTo>
                  <a:pt x="21125" y="13978"/>
                  <a:pt x="21185" y="13774"/>
                  <a:pt x="21239" y="13569"/>
                </a:cubicBezTo>
                <a:close/>
                <a:moveTo>
                  <a:pt x="20736" y="15035"/>
                </a:moveTo>
                <a:lnTo>
                  <a:pt x="15035" y="20736"/>
                </a:lnTo>
                <a:cubicBezTo>
                  <a:pt x="15310" y="20619"/>
                  <a:pt x="15581" y="20493"/>
                  <a:pt x="15848" y="20352"/>
                </a:cubicBezTo>
                <a:lnTo>
                  <a:pt x="20352" y="15848"/>
                </a:lnTo>
                <a:cubicBezTo>
                  <a:pt x="20493" y="15581"/>
                  <a:pt x="20619" y="15310"/>
                  <a:pt x="20736" y="15035"/>
                </a:cubicBezTo>
                <a:close/>
                <a:moveTo>
                  <a:pt x="19400" y="17332"/>
                </a:moveTo>
                <a:lnTo>
                  <a:pt x="17332" y="19400"/>
                </a:lnTo>
                <a:cubicBezTo>
                  <a:pt x="17716" y="19108"/>
                  <a:pt x="18087" y="18789"/>
                  <a:pt x="18438" y="18438"/>
                </a:cubicBezTo>
                <a:cubicBezTo>
                  <a:pt x="18788" y="18087"/>
                  <a:pt x="19107" y="17716"/>
                  <a:pt x="19400" y="17332"/>
                </a:cubicBezTo>
                <a:close/>
              </a:path>
            </a:pathLst>
          </a:custGeom>
          <a:solidFill>
            <a:schemeClr val="accent4"/>
          </a:solidFill>
          <a:ln w="12700">
            <a:miter lim="400000"/>
          </a:ln>
        </p:spPr>
        <p:txBody>
          <a:bodyPr lIns="0" tIns="0" rIns="0" bIns="0" anchor="ctr"/>
          <a:lstStyle/>
          <a:p>
            <a:pPr marL="0" marR="0" lvl="0" indent="0" algn="ctr" defTabSz="8255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 kumimoji="0" sz="32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Helvetica Neue Medium"/>
              <a:sym typeface="Helvetica Neue Medium"/>
            </a:endParaRPr>
          </a:p>
        </p:txBody>
      </p:sp>
      <p:sp>
        <p:nvSpPr>
          <p:cNvPr id="217" name="Shape">
            <a:extLst>
              <a:ext uri="{FF2B5EF4-FFF2-40B4-BE49-F238E27FC236}">
                <a16:creationId xmlns:a16="http://schemas.microsoft.com/office/drawing/2014/main" id="{720589BC-A6C1-7CC2-7EC4-9C9CDBE52D14}"/>
              </a:ext>
            </a:extLst>
          </p:cNvPr>
          <p:cNvSpPr/>
          <p:nvPr/>
        </p:nvSpPr>
        <p:spPr>
          <a:xfrm>
            <a:off x="5513585" y="9836851"/>
            <a:ext cx="2709536" cy="270965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800" y="0"/>
                </a:moveTo>
                <a:cubicBezTo>
                  <a:pt x="10787" y="0"/>
                  <a:pt x="10773" y="1"/>
                  <a:pt x="10759" y="1"/>
                </a:cubicBezTo>
                <a:lnTo>
                  <a:pt x="1" y="10760"/>
                </a:lnTo>
                <a:cubicBezTo>
                  <a:pt x="0" y="10900"/>
                  <a:pt x="3" y="11040"/>
                  <a:pt x="8" y="11181"/>
                </a:cubicBezTo>
                <a:lnTo>
                  <a:pt x="11180" y="9"/>
                </a:lnTo>
                <a:cubicBezTo>
                  <a:pt x="11054" y="4"/>
                  <a:pt x="10927" y="0"/>
                  <a:pt x="10800" y="0"/>
                </a:cubicBezTo>
                <a:close/>
                <a:moveTo>
                  <a:pt x="10211" y="17"/>
                </a:moveTo>
                <a:cubicBezTo>
                  <a:pt x="10057" y="25"/>
                  <a:pt x="9903" y="36"/>
                  <a:pt x="9748" y="51"/>
                </a:cubicBezTo>
                <a:lnTo>
                  <a:pt x="50" y="9749"/>
                </a:lnTo>
                <a:cubicBezTo>
                  <a:pt x="35" y="9903"/>
                  <a:pt x="25" y="10057"/>
                  <a:pt x="16" y="10212"/>
                </a:cubicBezTo>
                <a:lnTo>
                  <a:pt x="10211" y="17"/>
                </a:lnTo>
                <a:close/>
                <a:moveTo>
                  <a:pt x="11683" y="38"/>
                </a:moveTo>
                <a:lnTo>
                  <a:pt x="38" y="11684"/>
                </a:lnTo>
                <a:cubicBezTo>
                  <a:pt x="48" y="11814"/>
                  <a:pt x="62" y="11944"/>
                  <a:pt x="78" y="12075"/>
                </a:cubicBezTo>
                <a:lnTo>
                  <a:pt x="12074" y="78"/>
                </a:lnTo>
                <a:cubicBezTo>
                  <a:pt x="11944" y="63"/>
                  <a:pt x="11814" y="49"/>
                  <a:pt x="11683" y="38"/>
                </a:cubicBezTo>
                <a:close/>
                <a:moveTo>
                  <a:pt x="9136" y="131"/>
                </a:moveTo>
                <a:cubicBezTo>
                  <a:pt x="8960" y="158"/>
                  <a:pt x="8786" y="190"/>
                  <a:pt x="8611" y="226"/>
                </a:cubicBezTo>
                <a:lnTo>
                  <a:pt x="226" y="8611"/>
                </a:lnTo>
                <a:cubicBezTo>
                  <a:pt x="190" y="8786"/>
                  <a:pt x="157" y="8961"/>
                  <a:pt x="130" y="9137"/>
                </a:cubicBezTo>
                <a:lnTo>
                  <a:pt x="9136" y="131"/>
                </a:lnTo>
                <a:close/>
                <a:moveTo>
                  <a:pt x="12541" y="143"/>
                </a:moveTo>
                <a:lnTo>
                  <a:pt x="143" y="12541"/>
                </a:lnTo>
                <a:cubicBezTo>
                  <a:pt x="163" y="12663"/>
                  <a:pt x="183" y="12785"/>
                  <a:pt x="207" y="12906"/>
                </a:cubicBezTo>
                <a:lnTo>
                  <a:pt x="12906" y="208"/>
                </a:lnTo>
                <a:cubicBezTo>
                  <a:pt x="12785" y="184"/>
                  <a:pt x="12663" y="163"/>
                  <a:pt x="12541" y="143"/>
                </a:cubicBezTo>
                <a:close/>
                <a:moveTo>
                  <a:pt x="13343" y="303"/>
                </a:moveTo>
                <a:lnTo>
                  <a:pt x="303" y="13343"/>
                </a:lnTo>
                <a:cubicBezTo>
                  <a:pt x="330" y="13456"/>
                  <a:pt x="361" y="13569"/>
                  <a:pt x="392" y="13682"/>
                </a:cubicBezTo>
                <a:lnTo>
                  <a:pt x="13682" y="393"/>
                </a:lnTo>
                <a:cubicBezTo>
                  <a:pt x="13569" y="362"/>
                  <a:pt x="13456" y="331"/>
                  <a:pt x="13343" y="303"/>
                </a:cubicBezTo>
                <a:close/>
                <a:moveTo>
                  <a:pt x="7909" y="395"/>
                </a:moveTo>
                <a:cubicBezTo>
                  <a:pt x="7701" y="452"/>
                  <a:pt x="7495" y="515"/>
                  <a:pt x="7290" y="585"/>
                </a:cubicBezTo>
                <a:lnTo>
                  <a:pt x="584" y="7290"/>
                </a:lnTo>
                <a:cubicBezTo>
                  <a:pt x="514" y="7495"/>
                  <a:pt x="452" y="7702"/>
                  <a:pt x="394" y="7909"/>
                </a:cubicBezTo>
                <a:lnTo>
                  <a:pt x="7909" y="395"/>
                </a:lnTo>
                <a:close/>
                <a:moveTo>
                  <a:pt x="14094" y="515"/>
                </a:moveTo>
                <a:lnTo>
                  <a:pt x="514" y="14094"/>
                </a:lnTo>
                <a:cubicBezTo>
                  <a:pt x="549" y="14202"/>
                  <a:pt x="583" y="14310"/>
                  <a:pt x="620" y="14417"/>
                </a:cubicBezTo>
                <a:lnTo>
                  <a:pt x="14417" y="621"/>
                </a:lnTo>
                <a:cubicBezTo>
                  <a:pt x="14310" y="583"/>
                  <a:pt x="14202" y="549"/>
                  <a:pt x="14094" y="515"/>
                </a:cubicBezTo>
                <a:close/>
                <a:moveTo>
                  <a:pt x="14804" y="767"/>
                </a:moveTo>
                <a:lnTo>
                  <a:pt x="767" y="14804"/>
                </a:lnTo>
                <a:cubicBezTo>
                  <a:pt x="807" y="14905"/>
                  <a:pt x="851" y="15004"/>
                  <a:pt x="894" y="15104"/>
                </a:cubicBezTo>
                <a:lnTo>
                  <a:pt x="15104" y="895"/>
                </a:lnTo>
                <a:cubicBezTo>
                  <a:pt x="15004" y="852"/>
                  <a:pt x="14905" y="807"/>
                  <a:pt x="14804" y="767"/>
                </a:cubicBezTo>
                <a:close/>
                <a:moveTo>
                  <a:pt x="6411" y="932"/>
                </a:moveTo>
                <a:cubicBezTo>
                  <a:pt x="6118" y="1062"/>
                  <a:pt x="5831" y="1206"/>
                  <a:pt x="5549" y="1363"/>
                </a:cubicBezTo>
                <a:lnTo>
                  <a:pt x="1362" y="5549"/>
                </a:lnTo>
                <a:cubicBezTo>
                  <a:pt x="1205" y="5832"/>
                  <a:pt x="1061" y="6119"/>
                  <a:pt x="931" y="6411"/>
                </a:cubicBezTo>
                <a:lnTo>
                  <a:pt x="6411" y="932"/>
                </a:lnTo>
                <a:close/>
                <a:moveTo>
                  <a:pt x="15470" y="1061"/>
                </a:moveTo>
                <a:lnTo>
                  <a:pt x="1060" y="15471"/>
                </a:lnTo>
                <a:cubicBezTo>
                  <a:pt x="1106" y="15567"/>
                  <a:pt x="1153" y="15664"/>
                  <a:pt x="1202" y="15759"/>
                </a:cubicBezTo>
                <a:lnTo>
                  <a:pt x="15759" y="1203"/>
                </a:lnTo>
                <a:cubicBezTo>
                  <a:pt x="15663" y="1153"/>
                  <a:pt x="15567" y="1107"/>
                  <a:pt x="15470" y="1061"/>
                </a:cubicBezTo>
                <a:close/>
                <a:moveTo>
                  <a:pt x="16103" y="1391"/>
                </a:moveTo>
                <a:lnTo>
                  <a:pt x="1391" y="16103"/>
                </a:lnTo>
                <a:cubicBezTo>
                  <a:pt x="1442" y="16194"/>
                  <a:pt x="1494" y="16285"/>
                  <a:pt x="1548" y="16375"/>
                </a:cubicBezTo>
                <a:lnTo>
                  <a:pt x="16375" y="1549"/>
                </a:lnTo>
                <a:cubicBezTo>
                  <a:pt x="16285" y="1495"/>
                  <a:pt x="16194" y="1442"/>
                  <a:pt x="16103" y="1391"/>
                </a:cubicBezTo>
                <a:close/>
                <a:moveTo>
                  <a:pt x="16703" y="1754"/>
                </a:moveTo>
                <a:lnTo>
                  <a:pt x="1753" y="16703"/>
                </a:lnTo>
                <a:cubicBezTo>
                  <a:pt x="1809" y="16788"/>
                  <a:pt x="1869" y="16872"/>
                  <a:pt x="1928" y="16956"/>
                </a:cubicBezTo>
                <a:lnTo>
                  <a:pt x="16956" y="1928"/>
                </a:lnTo>
                <a:cubicBezTo>
                  <a:pt x="16872" y="1869"/>
                  <a:pt x="16788" y="1810"/>
                  <a:pt x="16703" y="1754"/>
                </a:cubicBezTo>
                <a:close/>
                <a:moveTo>
                  <a:pt x="17267" y="2151"/>
                </a:moveTo>
                <a:lnTo>
                  <a:pt x="2151" y="17267"/>
                </a:lnTo>
                <a:cubicBezTo>
                  <a:pt x="2212" y="17349"/>
                  <a:pt x="2274" y="17430"/>
                  <a:pt x="2338" y="17510"/>
                </a:cubicBezTo>
                <a:lnTo>
                  <a:pt x="17510" y="2338"/>
                </a:lnTo>
                <a:cubicBezTo>
                  <a:pt x="17430" y="2275"/>
                  <a:pt x="17349" y="2212"/>
                  <a:pt x="17267" y="2151"/>
                </a:cubicBezTo>
                <a:close/>
                <a:moveTo>
                  <a:pt x="3805" y="2574"/>
                </a:moveTo>
                <a:cubicBezTo>
                  <a:pt x="3586" y="2761"/>
                  <a:pt x="3370" y="2956"/>
                  <a:pt x="3163" y="3163"/>
                </a:cubicBezTo>
                <a:cubicBezTo>
                  <a:pt x="2955" y="3371"/>
                  <a:pt x="2761" y="3586"/>
                  <a:pt x="2574" y="3806"/>
                </a:cubicBezTo>
                <a:lnTo>
                  <a:pt x="3805" y="2574"/>
                </a:lnTo>
                <a:close/>
                <a:moveTo>
                  <a:pt x="17801" y="2579"/>
                </a:moveTo>
                <a:lnTo>
                  <a:pt x="2579" y="17801"/>
                </a:lnTo>
                <a:cubicBezTo>
                  <a:pt x="2645" y="17878"/>
                  <a:pt x="2709" y="17957"/>
                  <a:pt x="2777" y="18032"/>
                </a:cubicBezTo>
                <a:lnTo>
                  <a:pt x="18032" y="2777"/>
                </a:lnTo>
                <a:cubicBezTo>
                  <a:pt x="17957" y="2709"/>
                  <a:pt x="17878" y="2645"/>
                  <a:pt x="17801" y="2579"/>
                </a:cubicBezTo>
                <a:close/>
                <a:moveTo>
                  <a:pt x="18304" y="3036"/>
                </a:moveTo>
                <a:lnTo>
                  <a:pt x="3036" y="18304"/>
                </a:lnTo>
                <a:cubicBezTo>
                  <a:pt x="3079" y="18349"/>
                  <a:pt x="3119" y="18394"/>
                  <a:pt x="3163" y="18438"/>
                </a:cubicBezTo>
                <a:cubicBezTo>
                  <a:pt x="3191" y="18466"/>
                  <a:pt x="3222" y="18492"/>
                  <a:pt x="3250" y="18521"/>
                </a:cubicBezTo>
                <a:lnTo>
                  <a:pt x="18521" y="3251"/>
                </a:lnTo>
                <a:cubicBezTo>
                  <a:pt x="18492" y="3222"/>
                  <a:pt x="18466" y="3192"/>
                  <a:pt x="18438" y="3163"/>
                </a:cubicBezTo>
                <a:cubicBezTo>
                  <a:pt x="18394" y="3119"/>
                  <a:pt x="18348" y="3079"/>
                  <a:pt x="18304" y="3036"/>
                </a:cubicBezTo>
                <a:close/>
                <a:moveTo>
                  <a:pt x="18781" y="3523"/>
                </a:moveTo>
                <a:lnTo>
                  <a:pt x="3522" y="18781"/>
                </a:lnTo>
                <a:cubicBezTo>
                  <a:pt x="3598" y="18850"/>
                  <a:pt x="3676" y="18915"/>
                  <a:pt x="3753" y="18982"/>
                </a:cubicBezTo>
                <a:lnTo>
                  <a:pt x="18982" y="3753"/>
                </a:lnTo>
                <a:cubicBezTo>
                  <a:pt x="18915" y="3676"/>
                  <a:pt x="18850" y="3598"/>
                  <a:pt x="18781" y="3523"/>
                </a:cubicBezTo>
                <a:close/>
                <a:moveTo>
                  <a:pt x="19224" y="4041"/>
                </a:moveTo>
                <a:lnTo>
                  <a:pt x="4041" y="19224"/>
                </a:lnTo>
                <a:cubicBezTo>
                  <a:pt x="4121" y="19289"/>
                  <a:pt x="4202" y="19350"/>
                  <a:pt x="4283" y="19412"/>
                </a:cubicBezTo>
                <a:lnTo>
                  <a:pt x="19412" y="4283"/>
                </a:lnTo>
                <a:cubicBezTo>
                  <a:pt x="19350" y="4202"/>
                  <a:pt x="19289" y="4121"/>
                  <a:pt x="19224" y="4041"/>
                </a:cubicBezTo>
                <a:close/>
                <a:moveTo>
                  <a:pt x="19637" y="4591"/>
                </a:moveTo>
                <a:lnTo>
                  <a:pt x="4591" y="19637"/>
                </a:lnTo>
                <a:cubicBezTo>
                  <a:pt x="4675" y="19696"/>
                  <a:pt x="4758" y="19757"/>
                  <a:pt x="4843" y="19813"/>
                </a:cubicBezTo>
                <a:lnTo>
                  <a:pt x="19813" y="4844"/>
                </a:lnTo>
                <a:cubicBezTo>
                  <a:pt x="19757" y="4758"/>
                  <a:pt x="19696" y="4675"/>
                  <a:pt x="19637" y="4591"/>
                </a:cubicBezTo>
                <a:close/>
                <a:moveTo>
                  <a:pt x="20019" y="5172"/>
                </a:moveTo>
                <a:lnTo>
                  <a:pt x="5172" y="20019"/>
                </a:lnTo>
                <a:cubicBezTo>
                  <a:pt x="5261" y="20073"/>
                  <a:pt x="5351" y="20126"/>
                  <a:pt x="5441" y="20178"/>
                </a:cubicBezTo>
                <a:lnTo>
                  <a:pt x="20178" y="5441"/>
                </a:lnTo>
                <a:cubicBezTo>
                  <a:pt x="20126" y="5351"/>
                  <a:pt x="20073" y="5261"/>
                  <a:pt x="20019" y="5172"/>
                </a:cubicBezTo>
                <a:close/>
                <a:moveTo>
                  <a:pt x="20369" y="5782"/>
                </a:moveTo>
                <a:lnTo>
                  <a:pt x="5782" y="20369"/>
                </a:lnTo>
                <a:cubicBezTo>
                  <a:pt x="5877" y="20419"/>
                  <a:pt x="5974" y="20463"/>
                  <a:pt x="6071" y="20510"/>
                </a:cubicBezTo>
                <a:lnTo>
                  <a:pt x="20510" y="6071"/>
                </a:lnTo>
                <a:cubicBezTo>
                  <a:pt x="20463" y="5975"/>
                  <a:pt x="20419" y="5878"/>
                  <a:pt x="20369" y="5782"/>
                </a:cubicBezTo>
                <a:close/>
                <a:moveTo>
                  <a:pt x="20679" y="6434"/>
                </a:moveTo>
                <a:lnTo>
                  <a:pt x="6434" y="20679"/>
                </a:lnTo>
                <a:cubicBezTo>
                  <a:pt x="6534" y="20723"/>
                  <a:pt x="6633" y="20769"/>
                  <a:pt x="6734" y="20809"/>
                </a:cubicBezTo>
                <a:lnTo>
                  <a:pt x="20809" y="6735"/>
                </a:lnTo>
                <a:cubicBezTo>
                  <a:pt x="20769" y="6634"/>
                  <a:pt x="20723" y="6534"/>
                  <a:pt x="20679" y="6434"/>
                </a:cubicBezTo>
                <a:close/>
                <a:moveTo>
                  <a:pt x="20956" y="7121"/>
                </a:moveTo>
                <a:lnTo>
                  <a:pt x="7120" y="20956"/>
                </a:lnTo>
                <a:cubicBezTo>
                  <a:pt x="7226" y="20994"/>
                  <a:pt x="7333" y="21030"/>
                  <a:pt x="7439" y="21065"/>
                </a:cubicBezTo>
                <a:lnTo>
                  <a:pt x="21065" y="7439"/>
                </a:lnTo>
                <a:cubicBezTo>
                  <a:pt x="21030" y="7333"/>
                  <a:pt x="20994" y="7226"/>
                  <a:pt x="20956" y="7121"/>
                </a:cubicBezTo>
                <a:close/>
                <a:moveTo>
                  <a:pt x="21190" y="7848"/>
                </a:moveTo>
                <a:lnTo>
                  <a:pt x="7848" y="21190"/>
                </a:lnTo>
                <a:cubicBezTo>
                  <a:pt x="7960" y="21221"/>
                  <a:pt x="8073" y="21252"/>
                  <a:pt x="8186" y="21280"/>
                </a:cubicBezTo>
                <a:lnTo>
                  <a:pt x="21280" y="8186"/>
                </a:lnTo>
                <a:cubicBezTo>
                  <a:pt x="21252" y="8073"/>
                  <a:pt x="21221" y="7960"/>
                  <a:pt x="21190" y="7848"/>
                </a:cubicBezTo>
                <a:close/>
                <a:moveTo>
                  <a:pt x="21378" y="8623"/>
                </a:moveTo>
                <a:lnTo>
                  <a:pt x="8623" y="21378"/>
                </a:lnTo>
                <a:cubicBezTo>
                  <a:pt x="8743" y="21402"/>
                  <a:pt x="8863" y="21424"/>
                  <a:pt x="8984" y="21445"/>
                </a:cubicBezTo>
                <a:lnTo>
                  <a:pt x="21445" y="8984"/>
                </a:lnTo>
                <a:cubicBezTo>
                  <a:pt x="21424" y="8864"/>
                  <a:pt x="21402" y="8743"/>
                  <a:pt x="21378" y="8623"/>
                </a:cubicBezTo>
                <a:close/>
                <a:moveTo>
                  <a:pt x="21514" y="9448"/>
                </a:moveTo>
                <a:lnTo>
                  <a:pt x="9447" y="21514"/>
                </a:lnTo>
                <a:cubicBezTo>
                  <a:pt x="9576" y="21530"/>
                  <a:pt x="9704" y="21546"/>
                  <a:pt x="9833" y="21557"/>
                </a:cubicBezTo>
                <a:lnTo>
                  <a:pt x="21557" y="9834"/>
                </a:lnTo>
                <a:cubicBezTo>
                  <a:pt x="21546" y="9705"/>
                  <a:pt x="21530" y="9576"/>
                  <a:pt x="21514" y="9448"/>
                </a:cubicBezTo>
                <a:close/>
                <a:moveTo>
                  <a:pt x="21590" y="10333"/>
                </a:moveTo>
                <a:lnTo>
                  <a:pt x="10332" y="21590"/>
                </a:lnTo>
                <a:cubicBezTo>
                  <a:pt x="10473" y="21596"/>
                  <a:pt x="10613" y="21599"/>
                  <a:pt x="10753" y="21600"/>
                </a:cubicBezTo>
                <a:lnTo>
                  <a:pt x="21600" y="10754"/>
                </a:lnTo>
                <a:cubicBezTo>
                  <a:pt x="21599" y="10613"/>
                  <a:pt x="21596" y="10473"/>
                  <a:pt x="21590" y="10333"/>
                </a:cubicBezTo>
                <a:close/>
                <a:moveTo>
                  <a:pt x="21590" y="11296"/>
                </a:moveTo>
                <a:lnTo>
                  <a:pt x="11295" y="21590"/>
                </a:lnTo>
                <a:cubicBezTo>
                  <a:pt x="11449" y="21583"/>
                  <a:pt x="11603" y="21572"/>
                  <a:pt x="11757" y="21558"/>
                </a:cubicBezTo>
                <a:lnTo>
                  <a:pt x="21558" y="11757"/>
                </a:lnTo>
                <a:cubicBezTo>
                  <a:pt x="21572" y="11603"/>
                  <a:pt x="21583" y="11450"/>
                  <a:pt x="21590" y="11296"/>
                </a:cubicBezTo>
                <a:close/>
                <a:moveTo>
                  <a:pt x="21489" y="12358"/>
                </a:moveTo>
                <a:lnTo>
                  <a:pt x="12358" y="21489"/>
                </a:lnTo>
                <a:cubicBezTo>
                  <a:pt x="12531" y="21464"/>
                  <a:pt x="12703" y="21434"/>
                  <a:pt x="12876" y="21400"/>
                </a:cubicBezTo>
                <a:lnTo>
                  <a:pt x="21400" y="12876"/>
                </a:lnTo>
                <a:cubicBezTo>
                  <a:pt x="21434" y="12704"/>
                  <a:pt x="21464" y="12531"/>
                  <a:pt x="21489" y="12358"/>
                </a:cubicBezTo>
                <a:close/>
                <a:moveTo>
                  <a:pt x="21239" y="13569"/>
                </a:moveTo>
                <a:lnTo>
                  <a:pt x="13569" y="21239"/>
                </a:lnTo>
                <a:cubicBezTo>
                  <a:pt x="13774" y="21185"/>
                  <a:pt x="13978" y="21125"/>
                  <a:pt x="14181" y="21058"/>
                </a:cubicBezTo>
                <a:lnTo>
                  <a:pt x="21058" y="14181"/>
                </a:lnTo>
                <a:cubicBezTo>
                  <a:pt x="21125" y="13978"/>
                  <a:pt x="21185" y="13774"/>
                  <a:pt x="21239" y="13569"/>
                </a:cubicBezTo>
                <a:close/>
                <a:moveTo>
                  <a:pt x="20736" y="15035"/>
                </a:moveTo>
                <a:lnTo>
                  <a:pt x="15035" y="20736"/>
                </a:lnTo>
                <a:cubicBezTo>
                  <a:pt x="15310" y="20619"/>
                  <a:pt x="15581" y="20493"/>
                  <a:pt x="15848" y="20352"/>
                </a:cubicBezTo>
                <a:lnTo>
                  <a:pt x="20352" y="15848"/>
                </a:lnTo>
                <a:cubicBezTo>
                  <a:pt x="20493" y="15581"/>
                  <a:pt x="20619" y="15310"/>
                  <a:pt x="20736" y="15035"/>
                </a:cubicBezTo>
                <a:close/>
                <a:moveTo>
                  <a:pt x="19400" y="17332"/>
                </a:moveTo>
                <a:lnTo>
                  <a:pt x="17332" y="19400"/>
                </a:lnTo>
                <a:cubicBezTo>
                  <a:pt x="17716" y="19108"/>
                  <a:pt x="18087" y="18789"/>
                  <a:pt x="18438" y="18438"/>
                </a:cubicBezTo>
                <a:cubicBezTo>
                  <a:pt x="18788" y="18087"/>
                  <a:pt x="19107" y="17716"/>
                  <a:pt x="19400" y="17332"/>
                </a:cubicBezTo>
                <a:close/>
              </a:path>
            </a:pathLst>
          </a:custGeom>
          <a:solidFill>
            <a:schemeClr val="accent4"/>
          </a:solidFill>
          <a:ln w="12700">
            <a:miter lim="400000"/>
          </a:ln>
        </p:spPr>
        <p:txBody>
          <a:bodyPr lIns="0" tIns="0" rIns="0" bIns="0" anchor="ctr"/>
          <a:lstStyle/>
          <a:p>
            <a:pPr marL="0" marR="0" lvl="0" indent="0" algn="ctr" defTabSz="8255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 kumimoji="0" sz="32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Helvetica Neue Medium"/>
              <a:sym typeface="Helvetica Neue Medium"/>
            </a:endParaRPr>
          </a:p>
        </p:txBody>
      </p:sp>
      <p:sp>
        <p:nvSpPr>
          <p:cNvPr id="218" name="Shape">
            <a:extLst>
              <a:ext uri="{FF2B5EF4-FFF2-40B4-BE49-F238E27FC236}">
                <a16:creationId xmlns:a16="http://schemas.microsoft.com/office/drawing/2014/main" id="{0AF6B975-5DB0-FAD8-B1BA-D08679BE66E9}"/>
              </a:ext>
            </a:extLst>
          </p:cNvPr>
          <p:cNvSpPr/>
          <p:nvPr/>
        </p:nvSpPr>
        <p:spPr>
          <a:xfrm>
            <a:off x="1688166" y="791392"/>
            <a:ext cx="7163901" cy="716420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800" y="0"/>
                </a:moveTo>
                <a:cubicBezTo>
                  <a:pt x="10787" y="0"/>
                  <a:pt x="10773" y="1"/>
                  <a:pt x="10759" y="1"/>
                </a:cubicBezTo>
                <a:lnTo>
                  <a:pt x="1" y="10760"/>
                </a:lnTo>
                <a:cubicBezTo>
                  <a:pt x="0" y="10900"/>
                  <a:pt x="3" y="11040"/>
                  <a:pt x="8" y="11181"/>
                </a:cubicBezTo>
                <a:lnTo>
                  <a:pt x="11180" y="9"/>
                </a:lnTo>
                <a:cubicBezTo>
                  <a:pt x="11054" y="4"/>
                  <a:pt x="10927" y="0"/>
                  <a:pt x="10800" y="0"/>
                </a:cubicBezTo>
                <a:close/>
                <a:moveTo>
                  <a:pt x="10211" y="17"/>
                </a:moveTo>
                <a:cubicBezTo>
                  <a:pt x="10057" y="25"/>
                  <a:pt x="9903" y="36"/>
                  <a:pt x="9748" y="51"/>
                </a:cubicBezTo>
                <a:lnTo>
                  <a:pt x="50" y="9749"/>
                </a:lnTo>
                <a:cubicBezTo>
                  <a:pt x="35" y="9903"/>
                  <a:pt x="25" y="10057"/>
                  <a:pt x="16" y="10212"/>
                </a:cubicBezTo>
                <a:lnTo>
                  <a:pt x="10211" y="17"/>
                </a:lnTo>
                <a:close/>
                <a:moveTo>
                  <a:pt x="11683" y="38"/>
                </a:moveTo>
                <a:lnTo>
                  <a:pt x="38" y="11684"/>
                </a:lnTo>
                <a:cubicBezTo>
                  <a:pt x="48" y="11814"/>
                  <a:pt x="62" y="11944"/>
                  <a:pt x="78" y="12075"/>
                </a:cubicBezTo>
                <a:lnTo>
                  <a:pt x="12074" y="78"/>
                </a:lnTo>
                <a:cubicBezTo>
                  <a:pt x="11944" y="63"/>
                  <a:pt x="11814" y="49"/>
                  <a:pt x="11683" y="38"/>
                </a:cubicBezTo>
                <a:close/>
                <a:moveTo>
                  <a:pt x="9136" y="131"/>
                </a:moveTo>
                <a:cubicBezTo>
                  <a:pt x="8960" y="158"/>
                  <a:pt x="8786" y="190"/>
                  <a:pt x="8611" y="226"/>
                </a:cubicBezTo>
                <a:lnTo>
                  <a:pt x="226" y="8611"/>
                </a:lnTo>
                <a:cubicBezTo>
                  <a:pt x="190" y="8786"/>
                  <a:pt x="157" y="8961"/>
                  <a:pt x="130" y="9137"/>
                </a:cubicBezTo>
                <a:lnTo>
                  <a:pt x="9136" y="131"/>
                </a:lnTo>
                <a:close/>
                <a:moveTo>
                  <a:pt x="12541" y="143"/>
                </a:moveTo>
                <a:lnTo>
                  <a:pt x="143" y="12541"/>
                </a:lnTo>
                <a:cubicBezTo>
                  <a:pt x="163" y="12663"/>
                  <a:pt x="183" y="12785"/>
                  <a:pt x="207" y="12906"/>
                </a:cubicBezTo>
                <a:lnTo>
                  <a:pt x="12906" y="208"/>
                </a:lnTo>
                <a:cubicBezTo>
                  <a:pt x="12785" y="184"/>
                  <a:pt x="12663" y="163"/>
                  <a:pt x="12541" y="143"/>
                </a:cubicBezTo>
                <a:close/>
                <a:moveTo>
                  <a:pt x="13343" y="303"/>
                </a:moveTo>
                <a:lnTo>
                  <a:pt x="303" y="13343"/>
                </a:lnTo>
                <a:cubicBezTo>
                  <a:pt x="330" y="13456"/>
                  <a:pt x="361" y="13569"/>
                  <a:pt x="392" y="13682"/>
                </a:cubicBezTo>
                <a:lnTo>
                  <a:pt x="13682" y="393"/>
                </a:lnTo>
                <a:cubicBezTo>
                  <a:pt x="13569" y="362"/>
                  <a:pt x="13456" y="331"/>
                  <a:pt x="13343" y="303"/>
                </a:cubicBezTo>
                <a:close/>
                <a:moveTo>
                  <a:pt x="7909" y="395"/>
                </a:moveTo>
                <a:cubicBezTo>
                  <a:pt x="7701" y="452"/>
                  <a:pt x="7495" y="515"/>
                  <a:pt x="7290" y="585"/>
                </a:cubicBezTo>
                <a:lnTo>
                  <a:pt x="584" y="7290"/>
                </a:lnTo>
                <a:cubicBezTo>
                  <a:pt x="514" y="7495"/>
                  <a:pt x="452" y="7702"/>
                  <a:pt x="394" y="7909"/>
                </a:cubicBezTo>
                <a:lnTo>
                  <a:pt x="7909" y="395"/>
                </a:lnTo>
                <a:close/>
                <a:moveTo>
                  <a:pt x="14094" y="515"/>
                </a:moveTo>
                <a:lnTo>
                  <a:pt x="514" y="14094"/>
                </a:lnTo>
                <a:cubicBezTo>
                  <a:pt x="549" y="14202"/>
                  <a:pt x="583" y="14310"/>
                  <a:pt x="620" y="14417"/>
                </a:cubicBezTo>
                <a:lnTo>
                  <a:pt x="14417" y="621"/>
                </a:lnTo>
                <a:cubicBezTo>
                  <a:pt x="14310" y="583"/>
                  <a:pt x="14202" y="549"/>
                  <a:pt x="14094" y="515"/>
                </a:cubicBezTo>
                <a:close/>
                <a:moveTo>
                  <a:pt x="14804" y="767"/>
                </a:moveTo>
                <a:lnTo>
                  <a:pt x="767" y="14804"/>
                </a:lnTo>
                <a:cubicBezTo>
                  <a:pt x="807" y="14905"/>
                  <a:pt x="851" y="15004"/>
                  <a:pt x="894" y="15104"/>
                </a:cubicBezTo>
                <a:lnTo>
                  <a:pt x="15104" y="895"/>
                </a:lnTo>
                <a:cubicBezTo>
                  <a:pt x="15004" y="852"/>
                  <a:pt x="14905" y="807"/>
                  <a:pt x="14804" y="767"/>
                </a:cubicBezTo>
                <a:close/>
                <a:moveTo>
                  <a:pt x="6411" y="932"/>
                </a:moveTo>
                <a:cubicBezTo>
                  <a:pt x="6118" y="1062"/>
                  <a:pt x="5831" y="1206"/>
                  <a:pt x="5549" y="1363"/>
                </a:cubicBezTo>
                <a:lnTo>
                  <a:pt x="1362" y="5549"/>
                </a:lnTo>
                <a:cubicBezTo>
                  <a:pt x="1205" y="5832"/>
                  <a:pt x="1061" y="6119"/>
                  <a:pt x="931" y="6411"/>
                </a:cubicBezTo>
                <a:lnTo>
                  <a:pt x="6411" y="932"/>
                </a:lnTo>
                <a:close/>
                <a:moveTo>
                  <a:pt x="15470" y="1061"/>
                </a:moveTo>
                <a:lnTo>
                  <a:pt x="1060" y="15471"/>
                </a:lnTo>
                <a:cubicBezTo>
                  <a:pt x="1106" y="15567"/>
                  <a:pt x="1153" y="15664"/>
                  <a:pt x="1202" y="15759"/>
                </a:cubicBezTo>
                <a:lnTo>
                  <a:pt x="15759" y="1203"/>
                </a:lnTo>
                <a:cubicBezTo>
                  <a:pt x="15663" y="1153"/>
                  <a:pt x="15567" y="1107"/>
                  <a:pt x="15470" y="1061"/>
                </a:cubicBezTo>
                <a:close/>
                <a:moveTo>
                  <a:pt x="16103" y="1391"/>
                </a:moveTo>
                <a:lnTo>
                  <a:pt x="1391" y="16103"/>
                </a:lnTo>
                <a:cubicBezTo>
                  <a:pt x="1442" y="16194"/>
                  <a:pt x="1494" y="16285"/>
                  <a:pt x="1548" y="16375"/>
                </a:cubicBezTo>
                <a:lnTo>
                  <a:pt x="16375" y="1549"/>
                </a:lnTo>
                <a:cubicBezTo>
                  <a:pt x="16285" y="1495"/>
                  <a:pt x="16194" y="1442"/>
                  <a:pt x="16103" y="1391"/>
                </a:cubicBezTo>
                <a:close/>
                <a:moveTo>
                  <a:pt x="16703" y="1754"/>
                </a:moveTo>
                <a:lnTo>
                  <a:pt x="1753" y="16703"/>
                </a:lnTo>
                <a:cubicBezTo>
                  <a:pt x="1809" y="16788"/>
                  <a:pt x="1869" y="16872"/>
                  <a:pt x="1928" y="16956"/>
                </a:cubicBezTo>
                <a:lnTo>
                  <a:pt x="16956" y="1928"/>
                </a:lnTo>
                <a:cubicBezTo>
                  <a:pt x="16872" y="1869"/>
                  <a:pt x="16788" y="1810"/>
                  <a:pt x="16703" y="1754"/>
                </a:cubicBezTo>
                <a:close/>
                <a:moveTo>
                  <a:pt x="17267" y="2151"/>
                </a:moveTo>
                <a:lnTo>
                  <a:pt x="2151" y="17267"/>
                </a:lnTo>
                <a:cubicBezTo>
                  <a:pt x="2212" y="17349"/>
                  <a:pt x="2274" y="17430"/>
                  <a:pt x="2338" y="17510"/>
                </a:cubicBezTo>
                <a:lnTo>
                  <a:pt x="17510" y="2338"/>
                </a:lnTo>
                <a:cubicBezTo>
                  <a:pt x="17430" y="2275"/>
                  <a:pt x="17349" y="2212"/>
                  <a:pt x="17267" y="2151"/>
                </a:cubicBezTo>
                <a:close/>
                <a:moveTo>
                  <a:pt x="3805" y="2574"/>
                </a:moveTo>
                <a:cubicBezTo>
                  <a:pt x="3586" y="2761"/>
                  <a:pt x="3370" y="2956"/>
                  <a:pt x="3163" y="3163"/>
                </a:cubicBezTo>
                <a:cubicBezTo>
                  <a:pt x="2955" y="3371"/>
                  <a:pt x="2761" y="3586"/>
                  <a:pt x="2574" y="3806"/>
                </a:cubicBezTo>
                <a:lnTo>
                  <a:pt x="3805" y="2574"/>
                </a:lnTo>
                <a:close/>
                <a:moveTo>
                  <a:pt x="17801" y="2579"/>
                </a:moveTo>
                <a:lnTo>
                  <a:pt x="2579" y="17801"/>
                </a:lnTo>
                <a:cubicBezTo>
                  <a:pt x="2645" y="17878"/>
                  <a:pt x="2709" y="17957"/>
                  <a:pt x="2777" y="18032"/>
                </a:cubicBezTo>
                <a:lnTo>
                  <a:pt x="18032" y="2777"/>
                </a:lnTo>
                <a:cubicBezTo>
                  <a:pt x="17957" y="2709"/>
                  <a:pt x="17878" y="2645"/>
                  <a:pt x="17801" y="2579"/>
                </a:cubicBezTo>
                <a:close/>
                <a:moveTo>
                  <a:pt x="18304" y="3036"/>
                </a:moveTo>
                <a:lnTo>
                  <a:pt x="3036" y="18304"/>
                </a:lnTo>
                <a:cubicBezTo>
                  <a:pt x="3079" y="18349"/>
                  <a:pt x="3119" y="18394"/>
                  <a:pt x="3163" y="18438"/>
                </a:cubicBezTo>
                <a:cubicBezTo>
                  <a:pt x="3191" y="18466"/>
                  <a:pt x="3222" y="18492"/>
                  <a:pt x="3250" y="18521"/>
                </a:cubicBezTo>
                <a:lnTo>
                  <a:pt x="18521" y="3251"/>
                </a:lnTo>
                <a:cubicBezTo>
                  <a:pt x="18492" y="3222"/>
                  <a:pt x="18466" y="3192"/>
                  <a:pt x="18438" y="3163"/>
                </a:cubicBezTo>
                <a:cubicBezTo>
                  <a:pt x="18394" y="3119"/>
                  <a:pt x="18348" y="3079"/>
                  <a:pt x="18304" y="3036"/>
                </a:cubicBezTo>
                <a:close/>
                <a:moveTo>
                  <a:pt x="18781" y="3523"/>
                </a:moveTo>
                <a:lnTo>
                  <a:pt x="3522" y="18781"/>
                </a:lnTo>
                <a:cubicBezTo>
                  <a:pt x="3598" y="18850"/>
                  <a:pt x="3676" y="18915"/>
                  <a:pt x="3753" y="18982"/>
                </a:cubicBezTo>
                <a:lnTo>
                  <a:pt x="18982" y="3753"/>
                </a:lnTo>
                <a:cubicBezTo>
                  <a:pt x="18915" y="3676"/>
                  <a:pt x="18850" y="3598"/>
                  <a:pt x="18781" y="3523"/>
                </a:cubicBezTo>
                <a:close/>
                <a:moveTo>
                  <a:pt x="19224" y="4041"/>
                </a:moveTo>
                <a:lnTo>
                  <a:pt x="4041" y="19224"/>
                </a:lnTo>
                <a:cubicBezTo>
                  <a:pt x="4121" y="19289"/>
                  <a:pt x="4202" y="19350"/>
                  <a:pt x="4283" y="19412"/>
                </a:cubicBezTo>
                <a:lnTo>
                  <a:pt x="19412" y="4283"/>
                </a:lnTo>
                <a:cubicBezTo>
                  <a:pt x="19350" y="4202"/>
                  <a:pt x="19289" y="4121"/>
                  <a:pt x="19224" y="4041"/>
                </a:cubicBezTo>
                <a:close/>
                <a:moveTo>
                  <a:pt x="19637" y="4591"/>
                </a:moveTo>
                <a:lnTo>
                  <a:pt x="4591" y="19637"/>
                </a:lnTo>
                <a:cubicBezTo>
                  <a:pt x="4675" y="19696"/>
                  <a:pt x="4758" y="19757"/>
                  <a:pt x="4843" y="19813"/>
                </a:cubicBezTo>
                <a:lnTo>
                  <a:pt x="19813" y="4844"/>
                </a:lnTo>
                <a:cubicBezTo>
                  <a:pt x="19757" y="4758"/>
                  <a:pt x="19696" y="4675"/>
                  <a:pt x="19637" y="4591"/>
                </a:cubicBezTo>
                <a:close/>
                <a:moveTo>
                  <a:pt x="20019" y="5172"/>
                </a:moveTo>
                <a:lnTo>
                  <a:pt x="5172" y="20019"/>
                </a:lnTo>
                <a:cubicBezTo>
                  <a:pt x="5261" y="20073"/>
                  <a:pt x="5351" y="20126"/>
                  <a:pt x="5441" y="20178"/>
                </a:cubicBezTo>
                <a:lnTo>
                  <a:pt x="20178" y="5441"/>
                </a:lnTo>
                <a:cubicBezTo>
                  <a:pt x="20126" y="5351"/>
                  <a:pt x="20073" y="5261"/>
                  <a:pt x="20019" y="5172"/>
                </a:cubicBezTo>
                <a:close/>
                <a:moveTo>
                  <a:pt x="20369" y="5782"/>
                </a:moveTo>
                <a:lnTo>
                  <a:pt x="5782" y="20369"/>
                </a:lnTo>
                <a:cubicBezTo>
                  <a:pt x="5877" y="20419"/>
                  <a:pt x="5974" y="20463"/>
                  <a:pt x="6071" y="20510"/>
                </a:cubicBezTo>
                <a:lnTo>
                  <a:pt x="20510" y="6071"/>
                </a:lnTo>
                <a:cubicBezTo>
                  <a:pt x="20463" y="5975"/>
                  <a:pt x="20419" y="5878"/>
                  <a:pt x="20369" y="5782"/>
                </a:cubicBezTo>
                <a:close/>
                <a:moveTo>
                  <a:pt x="20679" y="6434"/>
                </a:moveTo>
                <a:lnTo>
                  <a:pt x="6434" y="20679"/>
                </a:lnTo>
                <a:cubicBezTo>
                  <a:pt x="6534" y="20723"/>
                  <a:pt x="6633" y="20769"/>
                  <a:pt x="6734" y="20809"/>
                </a:cubicBezTo>
                <a:lnTo>
                  <a:pt x="20809" y="6735"/>
                </a:lnTo>
                <a:cubicBezTo>
                  <a:pt x="20769" y="6634"/>
                  <a:pt x="20723" y="6534"/>
                  <a:pt x="20679" y="6434"/>
                </a:cubicBezTo>
                <a:close/>
                <a:moveTo>
                  <a:pt x="20956" y="7121"/>
                </a:moveTo>
                <a:lnTo>
                  <a:pt x="7120" y="20956"/>
                </a:lnTo>
                <a:cubicBezTo>
                  <a:pt x="7226" y="20994"/>
                  <a:pt x="7333" y="21030"/>
                  <a:pt x="7439" y="21065"/>
                </a:cubicBezTo>
                <a:lnTo>
                  <a:pt x="21065" y="7439"/>
                </a:lnTo>
                <a:cubicBezTo>
                  <a:pt x="21030" y="7333"/>
                  <a:pt x="20994" y="7226"/>
                  <a:pt x="20956" y="7121"/>
                </a:cubicBezTo>
                <a:close/>
                <a:moveTo>
                  <a:pt x="21190" y="7848"/>
                </a:moveTo>
                <a:lnTo>
                  <a:pt x="7848" y="21190"/>
                </a:lnTo>
                <a:cubicBezTo>
                  <a:pt x="7960" y="21221"/>
                  <a:pt x="8073" y="21252"/>
                  <a:pt x="8186" y="21280"/>
                </a:cubicBezTo>
                <a:lnTo>
                  <a:pt x="21280" y="8186"/>
                </a:lnTo>
                <a:cubicBezTo>
                  <a:pt x="21252" y="8073"/>
                  <a:pt x="21221" y="7960"/>
                  <a:pt x="21190" y="7848"/>
                </a:cubicBezTo>
                <a:close/>
                <a:moveTo>
                  <a:pt x="21378" y="8623"/>
                </a:moveTo>
                <a:lnTo>
                  <a:pt x="8623" y="21378"/>
                </a:lnTo>
                <a:cubicBezTo>
                  <a:pt x="8743" y="21402"/>
                  <a:pt x="8863" y="21424"/>
                  <a:pt x="8984" y="21445"/>
                </a:cubicBezTo>
                <a:lnTo>
                  <a:pt x="21445" y="8984"/>
                </a:lnTo>
                <a:cubicBezTo>
                  <a:pt x="21424" y="8864"/>
                  <a:pt x="21402" y="8743"/>
                  <a:pt x="21378" y="8623"/>
                </a:cubicBezTo>
                <a:close/>
                <a:moveTo>
                  <a:pt x="21514" y="9448"/>
                </a:moveTo>
                <a:lnTo>
                  <a:pt x="9447" y="21514"/>
                </a:lnTo>
                <a:cubicBezTo>
                  <a:pt x="9576" y="21530"/>
                  <a:pt x="9704" y="21546"/>
                  <a:pt x="9833" y="21557"/>
                </a:cubicBezTo>
                <a:lnTo>
                  <a:pt x="21557" y="9834"/>
                </a:lnTo>
                <a:cubicBezTo>
                  <a:pt x="21546" y="9705"/>
                  <a:pt x="21530" y="9576"/>
                  <a:pt x="21514" y="9448"/>
                </a:cubicBezTo>
                <a:close/>
                <a:moveTo>
                  <a:pt x="21590" y="10333"/>
                </a:moveTo>
                <a:lnTo>
                  <a:pt x="10332" y="21590"/>
                </a:lnTo>
                <a:cubicBezTo>
                  <a:pt x="10473" y="21596"/>
                  <a:pt x="10613" y="21599"/>
                  <a:pt x="10753" y="21600"/>
                </a:cubicBezTo>
                <a:lnTo>
                  <a:pt x="21600" y="10754"/>
                </a:lnTo>
                <a:cubicBezTo>
                  <a:pt x="21599" y="10613"/>
                  <a:pt x="21596" y="10473"/>
                  <a:pt x="21590" y="10333"/>
                </a:cubicBezTo>
                <a:close/>
                <a:moveTo>
                  <a:pt x="21590" y="11296"/>
                </a:moveTo>
                <a:lnTo>
                  <a:pt x="11295" y="21590"/>
                </a:lnTo>
                <a:cubicBezTo>
                  <a:pt x="11449" y="21583"/>
                  <a:pt x="11603" y="21572"/>
                  <a:pt x="11757" y="21558"/>
                </a:cubicBezTo>
                <a:lnTo>
                  <a:pt x="21558" y="11757"/>
                </a:lnTo>
                <a:cubicBezTo>
                  <a:pt x="21572" y="11603"/>
                  <a:pt x="21583" y="11450"/>
                  <a:pt x="21590" y="11296"/>
                </a:cubicBezTo>
                <a:close/>
                <a:moveTo>
                  <a:pt x="21489" y="12358"/>
                </a:moveTo>
                <a:lnTo>
                  <a:pt x="12358" y="21489"/>
                </a:lnTo>
                <a:cubicBezTo>
                  <a:pt x="12531" y="21464"/>
                  <a:pt x="12703" y="21434"/>
                  <a:pt x="12876" y="21400"/>
                </a:cubicBezTo>
                <a:lnTo>
                  <a:pt x="21400" y="12876"/>
                </a:lnTo>
                <a:cubicBezTo>
                  <a:pt x="21434" y="12704"/>
                  <a:pt x="21464" y="12531"/>
                  <a:pt x="21489" y="12358"/>
                </a:cubicBezTo>
                <a:close/>
                <a:moveTo>
                  <a:pt x="21239" y="13569"/>
                </a:moveTo>
                <a:lnTo>
                  <a:pt x="13569" y="21239"/>
                </a:lnTo>
                <a:cubicBezTo>
                  <a:pt x="13774" y="21185"/>
                  <a:pt x="13978" y="21125"/>
                  <a:pt x="14181" y="21058"/>
                </a:cubicBezTo>
                <a:lnTo>
                  <a:pt x="21058" y="14181"/>
                </a:lnTo>
                <a:cubicBezTo>
                  <a:pt x="21125" y="13978"/>
                  <a:pt x="21185" y="13774"/>
                  <a:pt x="21239" y="13569"/>
                </a:cubicBezTo>
                <a:close/>
                <a:moveTo>
                  <a:pt x="20736" y="15035"/>
                </a:moveTo>
                <a:lnTo>
                  <a:pt x="15035" y="20736"/>
                </a:lnTo>
                <a:cubicBezTo>
                  <a:pt x="15310" y="20619"/>
                  <a:pt x="15581" y="20493"/>
                  <a:pt x="15848" y="20352"/>
                </a:cubicBezTo>
                <a:lnTo>
                  <a:pt x="20352" y="15848"/>
                </a:lnTo>
                <a:cubicBezTo>
                  <a:pt x="20493" y="15581"/>
                  <a:pt x="20619" y="15310"/>
                  <a:pt x="20736" y="15035"/>
                </a:cubicBezTo>
                <a:close/>
                <a:moveTo>
                  <a:pt x="19400" y="17332"/>
                </a:moveTo>
                <a:lnTo>
                  <a:pt x="17332" y="19400"/>
                </a:lnTo>
                <a:cubicBezTo>
                  <a:pt x="17716" y="19108"/>
                  <a:pt x="18087" y="18789"/>
                  <a:pt x="18438" y="18438"/>
                </a:cubicBezTo>
                <a:cubicBezTo>
                  <a:pt x="18788" y="18087"/>
                  <a:pt x="19107" y="17716"/>
                  <a:pt x="19400" y="17332"/>
                </a:cubicBezTo>
                <a:close/>
              </a:path>
            </a:pathLst>
          </a:custGeom>
          <a:solidFill>
            <a:schemeClr val="accent4"/>
          </a:solidFill>
          <a:ln w="12700">
            <a:miter lim="400000"/>
          </a:ln>
        </p:spPr>
        <p:txBody>
          <a:bodyPr lIns="0" tIns="0" rIns="0" bIns="0" anchor="ctr"/>
          <a:lstStyle/>
          <a:p>
            <a:pPr marL="0" marR="0" lvl="0" indent="0" algn="ctr" defTabSz="8255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 kumimoji="0" sz="32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Helvetica Neue Medium"/>
              <a:sym typeface="Helvetica Neue Medium"/>
            </a:endParaRPr>
          </a:p>
        </p:txBody>
      </p:sp>
      <p:sp>
        <p:nvSpPr>
          <p:cNvPr id="219" name="Shape">
            <a:extLst>
              <a:ext uri="{FF2B5EF4-FFF2-40B4-BE49-F238E27FC236}">
                <a16:creationId xmlns:a16="http://schemas.microsoft.com/office/drawing/2014/main" id="{4EC813D6-7C74-A83F-400F-ED9ECE85BD6E}"/>
              </a:ext>
            </a:extLst>
          </p:cNvPr>
          <p:cNvSpPr/>
          <p:nvPr/>
        </p:nvSpPr>
        <p:spPr>
          <a:xfrm>
            <a:off x="11727838" y="12253507"/>
            <a:ext cx="4276957" cy="427713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800" y="0"/>
                </a:moveTo>
                <a:cubicBezTo>
                  <a:pt x="10787" y="0"/>
                  <a:pt x="10773" y="1"/>
                  <a:pt x="10759" y="1"/>
                </a:cubicBezTo>
                <a:lnTo>
                  <a:pt x="1" y="10760"/>
                </a:lnTo>
                <a:cubicBezTo>
                  <a:pt x="0" y="10900"/>
                  <a:pt x="3" y="11040"/>
                  <a:pt x="8" y="11181"/>
                </a:cubicBezTo>
                <a:lnTo>
                  <a:pt x="11180" y="9"/>
                </a:lnTo>
                <a:cubicBezTo>
                  <a:pt x="11054" y="4"/>
                  <a:pt x="10927" y="0"/>
                  <a:pt x="10800" y="0"/>
                </a:cubicBezTo>
                <a:close/>
                <a:moveTo>
                  <a:pt x="10211" y="17"/>
                </a:moveTo>
                <a:cubicBezTo>
                  <a:pt x="10057" y="25"/>
                  <a:pt x="9903" y="36"/>
                  <a:pt x="9748" y="51"/>
                </a:cubicBezTo>
                <a:lnTo>
                  <a:pt x="50" y="9749"/>
                </a:lnTo>
                <a:cubicBezTo>
                  <a:pt x="35" y="9903"/>
                  <a:pt x="25" y="10057"/>
                  <a:pt x="16" y="10212"/>
                </a:cubicBezTo>
                <a:lnTo>
                  <a:pt x="10211" y="17"/>
                </a:lnTo>
                <a:close/>
                <a:moveTo>
                  <a:pt x="11683" y="38"/>
                </a:moveTo>
                <a:lnTo>
                  <a:pt x="38" y="11684"/>
                </a:lnTo>
                <a:cubicBezTo>
                  <a:pt x="48" y="11814"/>
                  <a:pt x="62" y="11944"/>
                  <a:pt x="78" y="12075"/>
                </a:cubicBezTo>
                <a:lnTo>
                  <a:pt x="12074" y="78"/>
                </a:lnTo>
                <a:cubicBezTo>
                  <a:pt x="11944" y="63"/>
                  <a:pt x="11814" y="49"/>
                  <a:pt x="11683" y="38"/>
                </a:cubicBezTo>
                <a:close/>
                <a:moveTo>
                  <a:pt x="9136" y="131"/>
                </a:moveTo>
                <a:cubicBezTo>
                  <a:pt x="8960" y="158"/>
                  <a:pt x="8786" y="190"/>
                  <a:pt x="8611" y="226"/>
                </a:cubicBezTo>
                <a:lnTo>
                  <a:pt x="226" y="8611"/>
                </a:lnTo>
                <a:cubicBezTo>
                  <a:pt x="190" y="8786"/>
                  <a:pt x="157" y="8961"/>
                  <a:pt x="130" y="9137"/>
                </a:cubicBezTo>
                <a:lnTo>
                  <a:pt x="9136" y="131"/>
                </a:lnTo>
                <a:close/>
                <a:moveTo>
                  <a:pt x="12541" y="143"/>
                </a:moveTo>
                <a:lnTo>
                  <a:pt x="143" y="12541"/>
                </a:lnTo>
                <a:cubicBezTo>
                  <a:pt x="163" y="12663"/>
                  <a:pt x="183" y="12785"/>
                  <a:pt x="207" y="12906"/>
                </a:cubicBezTo>
                <a:lnTo>
                  <a:pt x="12906" y="208"/>
                </a:lnTo>
                <a:cubicBezTo>
                  <a:pt x="12785" y="184"/>
                  <a:pt x="12663" y="163"/>
                  <a:pt x="12541" y="143"/>
                </a:cubicBezTo>
                <a:close/>
                <a:moveTo>
                  <a:pt x="13343" y="303"/>
                </a:moveTo>
                <a:lnTo>
                  <a:pt x="303" y="13343"/>
                </a:lnTo>
                <a:cubicBezTo>
                  <a:pt x="330" y="13456"/>
                  <a:pt x="361" y="13569"/>
                  <a:pt x="392" y="13682"/>
                </a:cubicBezTo>
                <a:lnTo>
                  <a:pt x="13682" y="393"/>
                </a:lnTo>
                <a:cubicBezTo>
                  <a:pt x="13569" y="362"/>
                  <a:pt x="13456" y="331"/>
                  <a:pt x="13343" y="303"/>
                </a:cubicBezTo>
                <a:close/>
                <a:moveTo>
                  <a:pt x="7909" y="395"/>
                </a:moveTo>
                <a:cubicBezTo>
                  <a:pt x="7701" y="452"/>
                  <a:pt x="7495" y="515"/>
                  <a:pt x="7290" y="585"/>
                </a:cubicBezTo>
                <a:lnTo>
                  <a:pt x="584" y="7290"/>
                </a:lnTo>
                <a:cubicBezTo>
                  <a:pt x="514" y="7495"/>
                  <a:pt x="452" y="7702"/>
                  <a:pt x="394" y="7909"/>
                </a:cubicBezTo>
                <a:lnTo>
                  <a:pt x="7909" y="395"/>
                </a:lnTo>
                <a:close/>
                <a:moveTo>
                  <a:pt x="14094" y="515"/>
                </a:moveTo>
                <a:lnTo>
                  <a:pt x="514" y="14094"/>
                </a:lnTo>
                <a:cubicBezTo>
                  <a:pt x="549" y="14202"/>
                  <a:pt x="583" y="14310"/>
                  <a:pt x="620" y="14417"/>
                </a:cubicBezTo>
                <a:lnTo>
                  <a:pt x="14417" y="621"/>
                </a:lnTo>
                <a:cubicBezTo>
                  <a:pt x="14310" y="583"/>
                  <a:pt x="14202" y="549"/>
                  <a:pt x="14094" y="515"/>
                </a:cubicBezTo>
                <a:close/>
                <a:moveTo>
                  <a:pt x="14804" y="767"/>
                </a:moveTo>
                <a:lnTo>
                  <a:pt x="767" y="14804"/>
                </a:lnTo>
                <a:cubicBezTo>
                  <a:pt x="807" y="14905"/>
                  <a:pt x="851" y="15004"/>
                  <a:pt x="894" y="15104"/>
                </a:cubicBezTo>
                <a:lnTo>
                  <a:pt x="15104" y="895"/>
                </a:lnTo>
                <a:cubicBezTo>
                  <a:pt x="15004" y="852"/>
                  <a:pt x="14905" y="807"/>
                  <a:pt x="14804" y="767"/>
                </a:cubicBezTo>
                <a:close/>
                <a:moveTo>
                  <a:pt x="6411" y="932"/>
                </a:moveTo>
                <a:cubicBezTo>
                  <a:pt x="6118" y="1062"/>
                  <a:pt x="5831" y="1206"/>
                  <a:pt x="5549" y="1363"/>
                </a:cubicBezTo>
                <a:lnTo>
                  <a:pt x="1362" y="5549"/>
                </a:lnTo>
                <a:cubicBezTo>
                  <a:pt x="1205" y="5832"/>
                  <a:pt x="1061" y="6119"/>
                  <a:pt x="931" y="6411"/>
                </a:cubicBezTo>
                <a:lnTo>
                  <a:pt x="6411" y="932"/>
                </a:lnTo>
                <a:close/>
                <a:moveTo>
                  <a:pt x="15470" y="1061"/>
                </a:moveTo>
                <a:lnTo>
                  <a:pt x="1060" y="15471"/>
                </a:lnTo>
                <a:cubicBezTo>
                  <a:pt x="1106" y="15567"/>
                  <a:pt x="1153" y="15664"/>
                  <a:pt x="1202" y="15759"/>
                </a:cubicBezTo>
                <a:lnTo>
                  <a:pt x="15759" y="1203"/>
                </a:lnTo>
                <a:cubicBezTo>
                  <a:pt x="15663" y="1153"/>
                  <a:pt x="15567" y="1107"/>
                  <a:pt x="15470" y="1061"/>
                </a:cubicBezTo>
                <a:close/>
                <a:moveTo>
                  <a:pt x="16103" y="1391"/>
                </a:moveTo>
                <a:lnTo>
                  <a:pt x="1391" y="16103"/>
                </a:lnTo>
                <a:cubicBezTo>
                  <a:pt x="1442" y="16194"/>
                  <a:pt x="1494" y="16285"/>
                  <a:pt x="1549" y="16375"/>
                </a:cubicBezTo>
                <a:lnTo>
                  <a:pt x="16375" y="1549"/>
                </a:lnTo>
                <a:cubicBezTo>
                  <a:pt x="16285" y="1495"/>
                  <a:pt x="16194" y="1442"/>
                  <a:pt x="16103" y="1391"/>
                </a:cubicBezTo>
                <a:close/>
                <a:moveTo>
                  <a:pt x="16703" y="1754"/>
                </a:moveTo>
                <a:lnTo>
                  <a:pt x="1753" y="16703"/>
                </a:lnTo>
                <a:cubicBezTo>
                  <a:pt x="1809" y="16788"/>
                  <a:pt x="1869" y="16872"/>
                  <a:pt x="1928" y="16956"/>
                </a:cubicBezTo>
                <a:lnTo>
                  <a:pt x="16956" y="1928"/>
                </a:lnTo>
                <a:cubicBezTo>
                  <a:pt x="16872" y="1869"/>
                  <a:pt x="16788" y="1810"/>
                  <a:pt x="16703" y="1754"/>
                </a:cubicBezTo>
                <a:close/>
                <a:moveTo>
                  <a:pt x="17267" y="2151"/>
                </a:moveTo>
                <a:lnTo>
                  <a:pt x="2151" y="17267"/>
                </a:lnTo>
                <a:cubicBezTo>
                  <a:pt x="2212" y="17349"/>
                  <a:pt x="2274" y="17430"/>
                  <a:pt x="2338" y="17510"/>
                </a:cubicBezTo>
                <a:lnTo>
                  <a:pt x="17510" y="2338"/>
                </a:lnTo>
                <a:cubicBezTo>
                  <a:pt x="17430" y="2275"/>
                  <a:pt x="17349" y="2212"/>
                  <a:pt x="17267" y="2151"/>
                </a:cubicBezTo>
                <a:close/>
                <a:moveTo>
                  <a:pt x="3805" y="2574"/>
                </a:moveTo>
                <a:cubicBezTo>
                  <a:pt x="3586" y="2761"/>
                  <a:pt x="3370" y="2956"/>
                  <a:pt x="3163" y="3163"/>
                </a:cubicBezTo>
                <a:cubicBezTo>
                  <a:pt x="2955" y="3371"/>
                  <a:pt x="2761" y="3586"/>
                  <a:pt x="2574" y="3806"/>
                </a:cubicBezTo>
                <a:lnTo>
                  <a:pt x="3805" y="2574"/>
                </a:lnTo>
                <a:close/>
                <a:moveTo>
                  <a:pt x="17801" y="2579"/>
                </a:moveTo>
                <a:lnTo>
                  <a:pt x="2579" y="17801"/>
                </a:lnTo>
                <a:cubicBezTo>
                  <a:pt x="2645" y="17878"/>
                  <a:pt x="2709" y="17957"/>
                  <a:pt x="2777" y="18032"/>
                </a:cubicBezTo>
                <a:lnTo>
                  <a:pt x="18032" y="2777"/>
                </a:lnTo>
                <a:cubicBezTo>
                  <a:pt x="17957" y="2709"/>
                  <a:pt x="17878" y="2645"/>
                  <a:pt x="17801" y="2579"/>
                </a:cubicBezTo>
                <a:close/>
                <a:moveTo>
                  <a:pt x="18304" y="3036"/>
                </a:moveTo>
                <a:lnTo>
                  <a:pt x="3036" y="18304"/>
                </a:lnTo>
                <a:cubicBezTo>
                  <a:pt x="3079" y="18349"/>
                  <a:pt x="3119" y="18394"/>
                  <a:pt x="3163" y="18438"/>
                </a:cubicBezTo>
                <a:cubicBezTo>
                  <a:pt x="3191" y="18466"/>
                  <a:pt x="3222" y="18492"/>
                  <a:pt x="3250" y="18521"/>
                </a:cubicBezTo>
                <a:lnTo>
                  <a:pt x="18521" y="3251"/>
                </a:lnTo>
                <a:cubicBezTo>
                  <a:pt x="18492" y="3222"/>
                  <a:pt x="18466" y="3192"/>
                  <a:pt x="18438" y="3163"/>
                </a:cubicBezTo>
                <a:cubicBezTo>
                  <a:pt x="18394" y="3119"/>
                  <a:pt x="18348" y="3079"/>
                  <a:pt x="18304" y="3036"/>
                </a:cubicBezTo>
                <a:close/>
                <a:moveTo>
                  <a:pt x="18781" y="3523"/>
                </a:moveTo>
                <a:lnTo>
                  <a:pt x="3522" y="18781"/>
                </a:lnTo>
                <a:cubicBezTo>
                  <a:pt x="3598" y="18850"/>
                  <a:pt x="3676" y="18915"/>
                  <a:pt x="3753" y="18982"/>
                </a:cubicBezTo>
                <a:lnTo>
                  <a:pt x="18982" y="3753"/>
                </a:lnTo>
                <a:cubicBezTo>
                  <a:pt x="18915" y="3676"/>
                  <a:pt x="18850" y="3598"/>
                  <a:pt x="18781" y="3523"/>
                </a:cubicBezTo>
                <a:close/>
                <a:moveTo>
                  <a:pt x="19224" y="4041"/>
                </a:moveTo>
                <a:lnTo>
                  <a:pt x="4041" y="19224"/>
                </a:lnTo>
                <a:cubicBezTo>
                  <a:pt x="4121" y="19289"/>
                  <a:pt x="4202" y="19350"/>
                  <a:pt x="4283" y="19412"/>
                </a:cubicBezTo>
                <a:lnTo>
                  <a:pt x="19412" y="4283"/>
                </a:lnTo>
                <a:cubicBezTo>
                  <a:pt x="19350" y="4202"/>
                  <a:pt x="19289" y="4121"/>
                  <a:pt x="19224" y="4041"/>
                </a:cubicBezTo>
                <a:close/>
                <a:moveTo>
                  <a:pt x="19637" y="4591"/>
                </a:moveTo>
                <a:lnTo>
                  <a:pt x="4591" y="19637"/>
                </a:lnTo>
                <a:cubicBezTo>
                  <a:pt x="4675" y="19696"/>
                  <a:pt x="4758" y="19757"/>
                  <a:pt x="4843" y="19813"/>
                </a:cubicBezTo>
                <a:lnTo>
                  <a:pt x="19813" y="4844"/>
                </a:lnTo>
                <a:cubicBezTo>
                  <a:pt x="19757" y="4758"/>
                  <a:pt x="19696" y="4675"/>
                  <a:pt x="19637" y="4591"/>
                </a:cubicBezTo>
                <a:close/>
                <a:moveTo>
                  <a:pt x="20019" y="5172"/>
                </a:moveTo>
                <a:lnTo>
                  <a:pt x="5172" y="20019"/>
                </a:lnTo>
                <a:cubicBezTo>
                  <a:pt x="5261" y="20073"/>
                  <a:pt x="5351" y="20126"/>
                  <a:pt x="5441" y="20178"/>
                </a:cubicBezTo>
                <a:lnTo>
                  <a:pt x="20178" y="5441"/>
                </a:lnTo>
                <a:cubicBezTo>
                  <a:pt x="20126" y="5351"/>
                  <a:pt x="20073" y="5261"/>
                  <a:pt x="20019" y="5172"/>
                </a:cubicBezTo>
                <a:close/>
                <a:moveTo>
                  <a:pt x="20369" y="5782"/>
                </a:moveTo>
                <a:lnTo>
                  <a:pt x="5782" y="20369"/>
                </a:lnTo>
                <a:cubicBezTo>
                  <a:pt x="5877" y="20419"/>
                  <a:pt x="5974" y="20463"/>
                  <a:pt x="6071" y="20510"/>
                </a:cubicBezTo>
                <a:lnTo>
                  <a:pt x="20510" y="6071"/>
                </a:lnTo>
                <a:cubicBezTo>
                  <a:pt x="20463" y="5975"/>
                  <a:pt x="20419" y="5878"/>
                  <a:pt x="20369" y="5782"/>
                </a:cubicBezTo>
                <a:close/>
                <a:moveTo>
                  <a:pt x="20679" y="6434"/>
                </a:moveTo>
                <a:lnTo>
                  <a:pt x="6434" y="20679"/>
                </a:lnTo>
                <a:cubicBezTo>
                  <a:pt x="6534" y="20723"/>
                  <a:pt x="6633" y="20769"/>
                  <a:pt x="6734" y="20809"/>
                </a:cubicBezTo>
                <a:lnTo>
                  <a:pt x="20809" y="6735"/>
                </a:lnTo>
                <a:cubicBezTo>
                  <a:pt x="20769" y="6634"/>
                  <a:pt x="20723" y="6534"/>
                  <a:pt x="20679" y="6434"/>
                </a:cubicBezTo>
                <a:close/>
                <a:moveTo>
                  <a:pt x="20956" y="7121"/>
                </a:moveTo>
                <a:lnTo>
                  <a:pt x="7120" y="20956"/>
                </a:lnTo>
                <a:cubicBezTo>
                  <a:pt x="7226" y="20994"/>
                  <a:pt x="7333" y="21030"/>
                  <a:pt x="7439" y="21065"/>
                </a:cubicBezTo>
                <a:lnTo>
                  <a:pt x="21065" y="7439"/>
                </a:lnTo>
                <a:cubicBezTo>
                  <a:pt x="21030" y="7333"/>
                  <a:pt x="20994" y="7226"/>
                  <a:pt x="20956" y="7121"/>
                </a:cubicBezTo>
                <a:close/>
                <a:moveTo>
                  <a:pt x="21190" y="7848"/>
                </a:moveTo>
                <a:lnTo>
                  <a:pt x="7848" y="21190"/>
                </a:lnTo>
                <a:cubicBezTo>
                  <a:pt x="7960" y="21221"/>
                  <a:pt x="8073" y="21252"/>
                  <a:pt x="8186" y="21280"/>
                </a:cubicBezTo>
                <a:lnTo>
                  <a:pt x="21280" y="8186"/>
                </a:lnTo>
                <a:cubicBezTo>
                  <a:pt x="21252" y="8073"/>
                  <a:pt x="21221" y="7960"/>
                  <a:pt x="21190" y="7848"/>
                </a:cubicBezTo>
                <a:close/>
                <a:moveTo>
                  <a:pt x="21378" y="8623"/>
                </a:moveTo>
                <a:lnTo>
                  <a:pt x="8623" y="21378"/>
                </a:lnTo>
                <a:cubicBezTo>
                  <a:pt x="8743" y="21402"/>
                  <a:pt x="8863" y="21424"/>
                  <a:pt x="8984" y="21445"/>
                </a:cubicBezTo>
                <a:lnTo>
                  <a:pt x="21445" y="8984"/>
                </a:lnTo>
                <a:cubicBezTo>
                  <a:pt x="21424" y="8864"/>
                  <a:pt x="21402" y="8743"/>
                  <a:pt x="21378" y="8623"/>
                </a:cubicBezTo>
                <a:close/>
                <a:moveTo>
                  <a:pt x="21514" y="9448"/>
                </a:moveTo>
                <a:lnTo>
                  <a:pt x="9447" y="21514"/>
                </a:lnTo>
                <a:cubicBezTo>
                  <a:pt x="9576" y="21530"/>
                  <a:pt x="9704" y="21546"/>
                  <a:pt x="9833" y="21557"/>
                </a:cubicBezTo>
                <a:lnTo>
                  <a:pt x="21557" y="9834"/>
                </a:lnTo>
                <a:cubicBezTo>
                  <a:pt x="21546" y="9705"/>
                  <a:pt x="21530" y="9576"/>
                  <a:pt x="21514" y="9448"/>
                </a:cubicBezTo>
                <a:close/>
                <a:moveTo>
                  <a:pt x="21590" y="10333"/>
                </a:moveTo>
                <a:lnTo>
                  <a:pt x="10332" y="21590"/>
                </a:lnTo>
                <a:cubicBezTo>
                  <a:pt x="10473" y="21596"/>
                  <a:pt x="10613" y="21599"/>
                  <a:pt x="10753" y="21600"/>
                </a:cubicBezTo>
                <a:lnTo>
                  <a:pt x="21600" y="10754"/>
                </a:lnTo>
                <a:cubicBezTo>
                  <a:pt x="21599" y="10613"/>
                  <a:pt x="21596" y="10473"/>
                  <a:pt x="21590" y="10333"/>
                </a:cubicBezTo>
                <a:close/>
                <a:moveTo>
                  <a:pt x="21590" y="11296"/>
                </a:moveTo>
                <a:lnTo>
                  <a:pt x="11295" y="21590"/>
                </a:lnTo>
                <a:cubicBezTo>
                  <a:pt x="11449" y="21583"/>
                  <a:pt x="11603" y="21572"/>
                  <a:pt x="11757" y="21558"/>
                </a:cubicBezTo>
                <a:lnTo>
                  <a:pt x="21558" y="11757"/>
                </a:lnTo>
                <a:cubicBezTo>
                  <a:pt x="21572" y="11603"/>
                  <a:pt x="21583" y="11450"/>
                  <a:pt x="21590" y="11296"/>
                </a:cubicBezTo>
                <a:close/>
                <a:moveTo>
                  <a:pt x="21489" y="12358"/>
                </a:moveTo>
                <a:lnTo>
                  <a:pt x="12358" y="21489"/>
                </a:lnTo>
                <a:cubicBezTo>
                  <a:pt x="12531" y="21464"/>
                  <a:pt x="12703" y="21434"/>
                  <a:pt x="12876" y="21400"/>
                </a:cubicBezTo>
                <a:lnTo>
                  <a:pt x="21400" y="12876"/>
                </a:lnTo>
                <a:cubicBezTo>
                  <a:pt x="21434" y="12704"/>
                  <a:pt x="21464" y="12531"/>
                  <a:pt x="21489" y="12358"/>
                </a:cubicBezTo>
                <a:close/>
                <a:moveTo>
                  <a:pt x="21239" y="13569"/>
                </a:moveTo>
                <a:lnTo>
                  <a:pt x="13569" y="21239"/>
                </a:lnTo>
                <a:cubicBezTo>
                  <a:pt x="13774" y="21185"/>
                  <a:pt x="13978" y="21125"/>
                  <a:pt x="14181" y="21058"/>
                </a:cubicBezTo>
                <a:lnTo>
                  <a:pt x="21058" y="14181"/>
                </a:lnTo>
                <a:cubicBezTo>
                  <a:pt x="21125" y="13978"/>
                  <a:pt x="21185" y="13774"/>
                  <a:pt x="21239" y="13569"/>
                </a:cubicBezTo>
                <a:close/>
                <a:moveTo>
                  <a:pt x="20736" y="15035"/>
                </a:moveTo>
                <a:lnTo>
                  <a:pt x="15035" y="20736"/>
                </a:lnTo>
                <a:cubicBezTo>
                  <a:pt x="15310" y="20619"/>
                  <a:pt x="15581" y="20493"/>
                  <a:pt x="15848" y="20352"/>
                </a:cubicBezTo>
                <a:lnTo>
                  <a:pt x="20352" y="15848"/>
                </a:lnTo>
                <a:cubicBezTo>
                  <a:pt x="20493" y="15581"/>
                  <a:pt x="20619" y="15310"/>
                  <a:pt x="20736" y="15035"/>
                </a:cubicBezTo>
                <a:close/>
                <a:moveTo>
                  <a:pt x="19400" y="17332"/>
                </a:moveTo>
                <a:lnTo>
                  <a:pt x="17332" y="19400"/>
                </a:lnTo>
                <a:cubicBezTo>
                  <a:pt x="17716" y="19108"/>
                  <a:pt x="18087" y="18789"/>
                  <a:pt x="18438" y="18438"/>
                </a:cubicBezTo>
                <a:cubicBezTo>
                  <a:pt x="18788" y="18087"/>
                  <a:pt x="19107" y="17716"/>
                  <a:pt x="19400" y="17332"/>
                </a:cubicBezTo>
                <a:close/>
              </a:path>
            </a:pathLst>
          </a:custGeom>
          <a:solidFill>
            <a:schemeClr val="accent4"/>
          </a:solidFill>
          <a:ln w="12700">
            <a:miter lim="400000"/>
          </a:ln>
        </p:spPr>
        <p:txBody>
          <a:bodyPr lIns="0" tIns="0" rIns="0" bIns="0" anchor="ctr"/>
          <a:lstStyle/>
          <a:p>
            <a:pPr marL="0" marR="0" lvl="0" indent="0" algn="ctr" defTabSz="8255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 kumimoji="0" sz="32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Helvetica Neue Medium"/>
              <a:sym typeface="Helvetica Neue Medium"/>
            </a:endParaRPr>
          </a:p>
        </p:txBody>
      </p:sp>
      <p:sp>
        <p:nvSpPr>
          <p:cNvPr id="220" name="Shape">
            <a:extLst>
              <a:ext uri="{FF2B5EF4-FFF2-40B4-BE49-F238E27FC236}">
                <a16:creationId xmlns:a16="http://schemas.microsoft.com/office/drawing/2014/main" id="{4F3587A7-FAEA-DDC3-40DF-91E0E90A6A6E}"/>
              </a:ext>
            </a:extLst>
          </p:cNvPr>
          <p:cNvSpPr/>
          <p:nvPr/>
        </p:nvSpPr>
        <p:spPr>
          <a:xfrm>
            <a:off x="22467966" y="8316507"/>
            <a:ext cx="4276957" cy="427713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800" y="0"/>
                </a:moveTo>
                <a:cubicBezTo>
                  <a:pt x="10787" y="0"/>
                  <a:pt x="10773" y="1"/>
                  <a:pt x="10759" y="1"/>
                </a:cubicBezTo>
                <a:lnTo>
                  <a:pt x="1" y="10760"/>
                </a:lnTo>
                <a:cubicBezTo>
                  <a:pt x="0" y="10900"/>
                  <a:pt x="3" y="11040"/>
                  <a:pt x="8" y="11181"/>
                </a:cubicBezTo>
                <a:lnTo>
                  <a:pt x="11180" y="9"/>
                </a:lnTo>
                <a:cubicBezTo>
                  <a:pt x="11054" y="4"/>
                  <a:pt x="10927" y="0"/>
                  <a:pt x="10800" y="0"/>
                </a:cubicBezTo>
                <a:close/>
                <a:moveTo>
                  <a:pt x="10211" y="17"/>
                </a:moveTo>
                <a:cubicBezTo>
                  <a:pt x="10057" y="25"/>
                  <a:pt x="9903" y="36"/>
                  <a:pt x="9748" y="51"/>
                </a:cubicBezTo>
                <a:lnTo>
                  <a:pt x="50" y="9749"/>
                </a:lnTo>
                <a:cubicBezTo>
                  <a:pt x="35" y="9903"/>
                  <a:pt x="25" y="10057"/>
                  <a:pt x="16" y="10212"/>
                </a:cubicBezTo>
                <a:lnTo>
                  <a:pt x="10211" y="17"/>
                </a:lnTo>
                <a:close/>
                <a:moveTo>
                  <a:pt x="11683" y="38"/>
                </a:moveTo>
                <a:lnTo>
                  <a:pt x="38" y="11684"/>
                </a:lnTo>
                <a:cubicBezTo>
                  <a:pt x="48" y="11814"/>
                  <a:pt x="62" y="11944"/>
                  <a:pt x="78" y="12075"/>
                </a:cubicBezTo>
                <a:lnTo>
                  <a:pt x="12074" y="78"/>
                </a:lnTo>
                <a:cubicBezTo>
                  <a:pt x="11944" y="63"/>
                  <a:pt x="11814" y="49"/>
                  <a:pt x="11683" y="38"/>
                </a:cubicBezTo>
                <a:close/>
                <a:moveTo>
                  <a:pt x="9136" y="131"/>
                </a:moveTo>
                <a:cubicBezTo>
                  <a:pt x="8960" y="158"/>
                  <a:pt x="8786" y="190"/>
                  <a:pt x="8611" y="226"/>
                </a:cubicBezTo>
                <a:lnTo>
                  <a:pt x="226" y="8611"/>
                </a:lnTo>
                <a:cubicBezTo>
                  <a:pt x="190" y="8786"/>
                  <a:pt x="157" y="8961"/>
                  <a:pt x="130" y="9137"/>
                </a:cubicBezTo>
                <a:lnTo>
                  <a:pt x="9136" y="131"/>
                </a:lnTo>
                <a:close/>
                <a:moveTo>
                  <a:pt x="12541" y="143"/>
                </a:moveTo>
                <a:lnTo>
                  <a:pt x="143" y="12541"/>
                </a:lnTo>
                <a:cubicBezTo>
                  <a:pt x="163" y="12663"/>
                  <a:pt x="183" y="12785"/>
                  <a:pt x="207" y="12906"/>
                </a:cubicBezTo>
                <a:lnTo>
                  <a:pt x="12906" y="208"/>
                </a:lnTo>
                <a:cubicBezTo>
                  <a:pt x="12785" y="184"/>
                  <a:pt x="12663" y="163"/>
                  <a:pt x="12541" y="143"/>
                </a:cubicBezTo>
                <a:close/>
                <a:moveTo>
                  <a:pt x="13343" y="303"/>
                </a:moveTo>
                <a:lnTo>
                  <a:pt x="303" y="13343"/>
                </a:lnTo>
                <a:cubicBezTo>
                  <a:pt x="330" y="13456"/>
                  <a:pt x="361" y="13569"/>
                  <a:pt x="392" y="13682"/>
                </a:cubicBezTo>
                <a:lnTo>
                  <a:pt x="13682" y="393"/>
                </a:lnTo>
                <a:cubicBezTo>
                  <a:pt x="13569" y="362"/>
                  <a:pt x="13456" y="331"/>
                  <a:pt x="13343" y="303"/>
                </a:cubicBezTo>
                <a:close/>
                <a:moveTo>
                  <a:pt x="7909" y="395"/>
                </a:moveTo>
                <a:cubicBezTo>
                  <a:pt x="7701" y="452"/>
                  <a:pt x="7495" y="515"/>
                  <a:pt x="7290" y="585"/>
                </a:cubicBezTo>
                <a:lnTo>
                  <a:pt x="584" y="7290"/>
                </a:lnTo>
                <a:cubicBezTo>
                  <a:pt x="514" y="7495"/>
                  <a:pt x="452" y="7702"/>
                  <a:pt x="394" y="7909"/>
                </a:cubicBezTo>
                <a:lnTo>
                  <a:pt x="7909" y="395"/>
                </a:lnTo>
                <a:close/>
                <a:moveTo>
                  <a:pt x="14094" y="515"/>
                </a:moveTo>
                <a:lnTo>
                  <a:pt x="514" y="14094"/>
                </a:lnTo>
                <a:cubicBezTo>
                  <a:pt x="549" y="14202"/>
                  <a:pt x="583" y="14310"/>
                  <a:pt x="620" y="14417"/>
                </a:cubicBezTo>
                <a:lnTo>
                  <a:pt x="14417" y="621"/>
                </a:lnTo>
                <a:cubicBezTo>
                  <a:pt x="14310" y="583"/>
                  <a:pt x="14202" y="549"/>
                  <a:pt x="14094" y="515"/>
                </a:cubicBezTo>
                <a:close/>
                <a:moveTo>
                  <a:pt x="14804" y="767"/>
                </a:moveTo>
                <a:lnTo>
                  <a:pt x="767" y="14804"/>
                </a:lnTo>
                <a:cubicBezTo>
                  <a:pt x="807" y="14905"/>
                  <a:pt x="851" y="15004"/>
                  <a:pt x="894" y="15104"/>
                </a:cubicBezTo>
                <a:lnTo>
                  <a:pt x="15104" y="895"/>
                </a:lnTo>
                <a:cubicBezTo>
                  <a:pt x="15004" y="852"/>
                  <a:pt x="14905" y="807"/>
                  <a:pt x="14804" y="767"/>
                </a:cubicBezTo>
                <a:close/>
                <a:moveTo>
                  <a:pt x="6411" y="932"/>
                </a:moveTo>
                <a:cubicBezTo>
                  <a:pt x="6118" y="1062"/>
                  <a:pt x="5831" y="1206"/>
                  <a:pt x="5549" y="1363"/>
                </a:cubicBezTo>
                <a:lnTo>
                  <a:pt x="1362" y="5549"/>
                </a:lnTo>
                <a:cubicBezTo>
                  <a:pt x="1205" y="5832"/>
                  <a:pt x="1061" y="6119"/>
                  <a:pt x="931" y="6411"/>
                </a:cubicBezTo>
                <a:lnTo>
                  <a:pt x="6411" y="932"/>
                </a:lnTo>
                <a:close/>
                <a:moveTo>
                  <a:pt x="15470" y="1061"/>
                </a:moveTo>
                <a:lnTo>
                  <a:pt x="1060" y="15471"/>
                </a:lnTo>
                <a:cubicBezTo>
                  <a:pt x="1106" y="15567"/>
                  <a:pt x="1153" y="15664"/>
                  <a:pt x="1202" y="15759"/>
                </a:cubicBezTo>
                <a:lnTo>
                  <a:pt x="15759" y="1203"/>
                </a:lnTo>
                <a:cubicBezTo>
                  <a:pt x="15663" y="1153"/>
                  <a:pt x="15567" y="1107"/>
                  <a:pt x="15470" y="1061"/>
                </a:cubicBezTo>
                <a:close/>
                <a:moveTo>
                  <a:pt x="16103" y="1391"/>
                </a:moveTo>
                <a:lnTo>
                  <a:pt x="1391" y="16103"/>
                </a:lnTo>
                <a:cubicBezTo>
                  <a:pt x="1442" y="16194"/>
                  <a:pt x="1494" y="16285"/>
                  <a:pt x="1549" y="16375"/>
                </a:cubicBezTo>
                <a:lnTo>
                  <a:pt x="16375" y="1549"/>
                </a:lnTo>
                <a:cubicBezTo>
                  <a:pt x="16285" y="1495"/>
                  <a:pt x="16194" y="1442"/>
                  <a:pt x="16103" y="1391"/>
                </a:cubicBezTo>
                <a:close/>
                <a:moveTo>
                  <a:pt x="16703" y="1754"/>
                </a:moveTo>
                <a:lnTo>
                  <a:pt x="1753" y="16703"/>
                </a:lnTo>
                <a:cubicBezTo>
                  <a:pt x="1809" y="16788"/>
                  <a:pt x="1869" y="16872"/>
                  <a:pt x="1928" y="16956"/>
                </a:cubicBezTo>
                <a:lnTo>
                  <a:pt x="16956" y="1928"/>
                </a:lnTo>
                <a:cubicBezTo>
                  <a:pt x="16872" y="1869"/>
                  <a:pt x="16788" y="1810"/>
                  <a:pt x="16703" y="1754"/>
                </a:cubicBezTo>
                <a:close/>
                <a:moveTo>
                  <a:pt x="17267" y="2151"/>
                </a:moveTo>
                <a:lnTo>
                  <a:pt x="2151" y="17267"/>
                </a:lnTo>
                <a:cubicBezTo>
                  <a:pt x="2212" y="17349"/>
                  <a:pt x="2274" y="17430"/>
                  <a:pt x="2338" y="17510"/>
                </a:cubicBezTo>
                <a:lnTo>
                  <a:pt x="17510" y="2338"/>
                </a:lnTo>
                <a:cubicBezTo>
                  <a:pt x="17430" y="2275"/>
                  <a:pt x="17349" y="2212"/>
                  <a:pt x="17267" y="2151"/>
                </a:cubicBezTo>
                <a:close/>
                <a:moveTo>
                  <a:pt x="3805" y="2574"/>
                </a:moveTo>
                <a:cubicBezTo>
                  <a:pt x="3586" y="2761"/>
                  <a:pt x="3370" y="2956"/>
                  <a:pt x="3163" y="3163"/>
                </a:cubicBezTo>
                <a:cubicBezTo>
                  <a:pt x="2955" y="3371"/>
                  <a:pt x="2761" y="3586"/>
                  <a:pt x="2574" y="3806"/>
                </a:cubicBezTo>
                <a:lnTo>
                  <a:pt x="3805" y="2574"/>
                </a:lnTo>
                <a:close/>
                <a:moveTo>
                  <a:pt x="17801" y="2579"/>
                </a:moveTo>
                <a:lnTo>
                  <a:pt x="2579" y="17801"/>
                </a:lnTo>
                <a:cubicBezTo>
                  <a:pt x="2645" y="17878"/>
                  <a:pt x="2709" y="17957"/>
                  <a:pt x="2777" y="18032"/>
                </a:cubicBezTo>
                <a:lnTo>
                  <a:pt x="18032" y="2777"/>
                </a:lnTo>
                <a:cubicBezTo>
                  <a:pt x="17957" y="2709"/>
                  <a:pt x="17878" y="2645"/>
                  <a:pt x="17801" y="2579"/>
                </a:cubicBezTo>
                <a:close/>
                <a:moveTo>
                  <a:pt x="18304" y="3036"/>
                </a:moveTo>
                <a:lnTo>
                  <a:pt x="3036" y="18304"/>
                </a:lnTo>
                <a:cubicBezTo>
                  <a:pt x="3079" y="18349"/>
                  <a:pt x="3119" y="18394"/>
                  <a:pt x="3163" y="18438"/>
                </a:cubicBezTo>
                <a:cubicBezTo>
                  <a:pt x="3191" y="18466"/>
                  <a:pt x="3222" y="18492"/>
                  <a:pt x="3250" y="18521"/>
                </a:cubicBezTo>
                <a:lnTo>
                  <a:pt x="18521" y="3251"/>
                </a:lnTo>
                <a:cubicBezTo>
                  <a:pt x="18492" y="3222"/>
                  <a:pt x="18466" y="3192"/>
                  <a:pt x="18438" y="3163"/>
                </a:cubicBezTo>
                <a:cubicBezTo>
                  <a:pt x="18394" y="3119"/>
                  <a:pt x="18348" y="3079"/>
                  <a:pt x="18304" y="3036"/>
                </a:cubicBezTo>
                <a:close/>
                <a:moveTo>
                  <a:pt x="18781" y="3523"/>
                </a:moveTo>
                <a:lnTo>
                  <a:pt x="3522" y="18781"/>
                </a:lnTo>
                <a:cubicBezTo>
                  <a:pt x="3598" y="18850"/>
                  <a:pt x="3676" y="18915"/>
                  <a:pt x="3753" y="18982"/>
                </a:cubicBezTo>
                <a:lnTo>
                  <a:pt x="18982" y="3753"/>
                </a:lnTo>
                <a:cubicBezTo>
                  <a:pt x="18915" y="3676"/>
                  <a:pt x="18850" y="3598"/>
                  <a:pt x="18781" y="3523"/>
                </a:cubicBezTo>
                <a:close/>
                <a:moveTo>
                  <a:pt x="19224" y="4041"/>
                </a:moveTo>
                <a:lnTo>
                  <a:pt x="4041" y="19224"/>
                </a:lnTo>
                <a:cubicBezTo>
                  <a:pt x="4121" y="19289"/>
                  <a:pt x="4202" y="19350"/>
                  <a:pt x="4283" y="19412"/>
                </a:cubicBezTo>
                <a:lnTo>
                  <a:pt x="19412" y="4283"/>
                </a:lnTo>
                <a:cubicBezTo>
                  <a:pt x="19350" y="4202"/>
                  <a:pt x="19289" y="4121"/>
                  <a:pt x="19224" y="4041"/>
                </a:cubicBezTo>
                <a:close/>
                <a:moveTo>
                  <a:pt x="19637" y="4591"/>
                </a:moveTo>
                <a:lnTo>
                  <a:pt x="4591" y="19637"/>
                </a:lnTo>
                <a:cubicBezTo>
                  <a:pt x="4675" y="19696"/>
                  <a:pt x="4758" y="19757"/>
                  <a:pt x="4843" y="19813"/>
                </a:cubicBezTo>
                <a:lnTo>
                  <a:pt x="19813" y="4844"/>
                </a:lnTo>
                <a:cubicBezTo>
                  <a:pt x="19757" y="4758"/>
                  <a:pt x="19696" y="4675"/>
                  <a:pt x="19637" y="4591"/>
                </a:cubicBezTo>
                <a:close/>
                <a:moveTo>
                  <a:pt x="20019" y="5172"/>
                </a:moveTo>
                <a:lnTo>
                  <a:pt x="5172" y="20019"/>
                </a:lnTo>
                <a:cubicBezTo>
                  <a:pt x="5261" y="20073"/>
                  <a:pt x="5351" y="20126"/>
                  <a:pt x="5441" y="20178"/>
                </a:cubicBezTo>
                <a:lnTo>
                  <a:pt x="20178" y="5441"/>
                </a:lnTo>
                <a:cubicBezTo>
                  <a:pt x="20126" y="5351"/>
                  <a:pt x="20073" y="5261"/>
                  <a:pt x="20019" y="5172"/>
                </a:cubicBezTo>
                <a:close/>
                <a:moveTo>
                  <a:pt x="20369" y="5782"/>
                </a:moveTo>
                <a:lnTo>
                  <a:pt x="5782" y="20369"/>
                </a:lnTo>
                <a:cubicBezTo>
                  <a:pt x="5877" y="20419"/>
                  <a:pt x="5974" y="20463"/>
                  <a:pt x="6071" y="20510"/>
                </a:cubicBezTo>
                <a:lnTo>
                  <a:pt x="20510" y="6071"/>
                </a:lnTo>
                <a:cubicBezTo>
                  <a:pt x="20463" y="5975"/>
                  <a:pt x="20419" y="5878"/>
                  <a:pt x="20369" y="5782"/>
                </a:cubicBezTo>
                <a:close/>
                <a:moveTo>
                  <a:pt x="20679" y="6434"/>
                </a:moveTo>
                <a:lnTo>
                  <a:pt x="6434" y="20679"/>
                </a:lnTo>
                <a:cubicBezTo>
                  <a:pt x="6534" y="20723"/>
                  <a:pt x="6633" y="20769"/>
                  <a:pt x="6734" y="20809"/>
                </a:cubicBezTo>
                <a:lnTo>
                  <a:pt x="20809" y="6735"/>
                </a:lnTo>
                <a:cubicBezTo>
                  <a:pt x="20769" y="6634"/>
                  <a:pt x="20723" y="6534"/>
                  <a:pt x="20679" y="6434"/>
                </a:cubicBezTo>
                <a:close/>
                <a:moveTo>
                  <a:pt x="20956" y="7121"/>
                </a:moveTo>
                <a:lnTo>
                  <a:pt x="7120" y="20956"/>
                </a:lnTo>
                <a:cubicBezTo>
                  <a:pt x="7226" y="20994"/>
                  <a:pt x="7333" y="21030"/>
                  <a:pt x="7439" y="21065"/>
                </a:cubicBezTo>
                <a:lnTo>
                  <a:pt x="21065" y="7439"/>
                </a:lnTo>
                <a:cubicBezTo>
                  <a:pt x="21030" y="7333"/>
                  <a:pt x="20994" y="7226"/>
                  <a:pt x="20956" y="7121"/>
                </a:cubicBezTo>
                <a:close/>
                <a:moveTo>
                  <a:pt x="21190" y="7848"/>
                </a:moveTo>
                <a:lnTo>
                  <a:pt x="7848" y="21190"/>
                </a:lnTo>
                <a:cubicBezTo>
                  <a:pt x="7960" y="21221"/>
                  <a:pt x="8073" y="21252"/>
                  <a:pt x="8186" y="21280"/>
                </a:cubicBezTo>
                <a:lnTo>
                  <a:pt x="21280" y="8186"/>
                </a:lnTo>
                <a:cubicBezTo>
                  <a:pt x="21252" y="8073"/>
                  <a:pt x="21221" y="7960"/>
                  <a:pt x="21190" y="7848"/>
                </a:cubicBezTo>
                <a:close/>
                <a:moveTo>
                  <a:pt x="21378" y="8623"/>
                </a:moveTo>
                <a:lnTo>
                  <a:pt x="8623" y="21378"/>
                </a:lnTo>
                <a:cubicBezTo>
                  <a:pt x="8743" y="21402"/>
                  <a:pt x="8863" y="21424"/>
                  <a:pt x="8984" y="21445"/>
                </a:cubicBezTo>
                <a:lnTo>
                  <a:pt x="21445" y="8984"/>
                </a:lnTo>
                <a:cubicBezTo>
                  <a:pt x="21424" y="8864"/>
                  <a:pt x="21402" y="8743"/>
                  <a:pt x="21378" y="8623"/>
                </a:cubicBezTo>
                <a:close/>
                <a:moveTo>
                  <a:pt x="21514" y="9448"/>
                </a:moveTo>
                <a:lnTo>
                  <a:pt x="9447" y="21514"/>
                </a:lnTo>
                <a:cubicBezTo>
                  <a:pt x="9576" y="21530"/>
                  <a:pt x="9704" y="21546"/>
                  <a:pt x="9833" y="21557"/>
                </a:cubicBezTo>
                <a:lnTo>
                  <a:pt x="21557" y="9834"/>
                </a:lnTo>
                <a:cubicBezTo>
                  <a:pt x="21546" y="9705"/>
                  <a:pt x="21530" y="9576"/>
                  <a:pt x="21514" y="9448"/>
                </a:cubicBezTo>
                <a:close/>
                <a:moveTo>
                  <a:pt x="21590" y="10333"/>
                </a:moveTo>
                <a:lnTo>
                  <a:pt x="10332" y="21590"/>
                </a:lnTo>
                <a:cubicBezTo>
                  <a:pt x="10473" y="21596"/>
                  <a:pt x="10613" y="21599"/>
                  <a:pt x="10753" y="21600"/>
                </a:cubicBezTo>
                <a:lnTo>
                  <a:pt x="21600" y="10754"/>
                </a:lnTo>
                <a:cubicBezTo>
                  <a:pt x="21599" y="10613"/>
                  <a:pt x="21596" y="10473"/>
                  <a:pt x="21590" y="10333"/>
                </a:cubicBezTo>
                <a:close/>
                <a:moveTo>
                  <a:pt x="21590" y="11296"/>
                </a:moveTo>
                <a:lnTo>
                  <a:pt x="11295" y="21590"/>
                </a:lnTo>
                <a:cubicBezTo>
                  <a:pt x="11449" y="21583"/>
                  <a:pt x="11603" y="21572"/>
                  <a:pt x="11757" y="21558"/>
                </a:cubicBezTo>
                <a:lnTo>
                  <a:pt x="21558" y="11757"/>
                </a:lnTo>
                <a:cubicBezTo>
                  <a:pt x="21572" y="11603"/>
                  <a:pt x="21583" y="11450"/>
                  <a:pt x="21590" y="11296"/>
                </a:cubicBezTo>
                <a:close/>
                <a:moveTo>
                  <a:pt x="21489" y="12358"/>
                </a:moveTo>
                <a:lnTo>
                  <a:pt x="12358" y="21489"/>
                </a:lnTo>
                <a:cubicBezTo>
                  <a:pt x="12531" y="21464"/>
                  <a:pt x="12703" y="21434"/>
                  <a:pt x="12876" y="21400"/>
                </a:cubicBezTo>
                <a:lnTo>
                  <a:pt x="21400" y="12876"/>
                </a:lnTo>
                <a:cubicBezTo>
                  <a:pt x="21434" y="12704"/>
                  <a:pt x="21464" y="12531"/>
                  <a:pt x="21489" y="12358"/>
                </a:cubicBezTo>
                <a:close/>
                <a:moveTo>
                  <a:pt x="21239" y="13569"/>
                </a:moveTo>
                <a:lnTo>
                  <a:pt x="13569" y="21239"/>
                </a:lnTo>
                <a:cubicBezTo>
                  <a:pt x="13774" y="21185"/>
                  <a:pt x="13978" y="21125"/>
                  <a:pt x="14181" y="21058"/>
                </a:cubicBezTo>
                <a:lnTo>
                  <a:pt x="21058" y="14181"/>
                </a:lnTo>
                <a:cubicBezTo>
                  <a:pt x="21125" y="13978"/>
                  <a:pt x="21185" y="13774"/>
                  <a:pt x="21239" y="13569"/>
                </a:cubicBezTo>
                <a:close/>
                <a:moveTo>
                  <a:pt x="20736" y="15035"/>
                </a:moveTo>
                <a:lnTo>
                  <a:pt x="15035" y="20736"/>
                </a:lnTo>
                <a:cubicBezTo>
                  <a:pt x="15310" y="20619"/>
                  <a:pt x="15581" y="20493"/>
                  <a:pt x="15848" y="20352"/>
                </a:cubicBezTo>
                <a:lnTo>
                  <a:pt x="20352" y="15848"/>
                </a:lnTo>
                <a:cubicBezTo>
                  <a:pt x="20493" y="15581"/>
                  <a:pt x="20619" y="15310"/>
                  <a:pt x="20736" y="15035"/>
                </a:cubicBezTo>
                <a:close/>
                <a:moveTo>
                  <a:pt x="19400" y="17332"/>
                </a:moveTo>
                <a:lnTo>
                  <a:pt x="17332" y="19400"/>
                </a:lnTo>
                <a:cubicBezTo>
                  <a:pt x="17716" y="19108"/>
                  <a:pt x="18087" y="18789"/>
                  <a:pt x="18438" y="18438"/>
                </a:cubicBezTo>
                <a:cubicBezTo>
                  <a:pt x="18788" y="18087"/>
                  <a:pt x="19107" y="17716"/>
                  <a:pt x="19400" y="17332"/>
                </a:cubicBezTo>
                <a:close/>
              </a:path>
            </a:pathLst>
          </a:custGeom>
          <a:solidFill>
            <a:schemeClr val="accent4"/>
          </a:solidFill>
          <a:ln w="12700">
            <a:miter lim="400000"/>
          </a:ln>
        </p:spPr>
        <p:txBody>
          <a:bodyPr lIns="0" tIns="0" rIns="0" bIns="0" anchor="ctr"/>
          <a:lstStyle/>
          <a:p>
            <a:pPr marL="0" marR="0" lvl="0" indent="0" algn="ctr" defTabSz="8255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 kumimoji="0" sz="32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Helvetica Neue Medium"/>
              <a:sym typeface="Helvetica Neue Medium"/>
            </a:endParaRPr>
          </a:p>
        </p:txBody>
      </p:sp>
      <p:sp>
        <p:nvSpPr>
          <p:cNvPr id="221" name="Shape">
            <a:extLst>
              <a:ext uri="{FF2B5EF4-FFF2-40B4-BE49-F238E27FC236}">
                <a16:creationId xmlns:a16="http://schemas.microsoft.com/office/drawing/2014/main" id="{9F440183-E684-A70D-7939-64C8BD6F643E}"/>
              </a:ext>
            </a:extLst>
          </p:cNvPr>
          <p:cNvSpPr/>
          <p:nvPr/>
        </p:nvSpPr>
        <p:spPr>
          <a:xfrm>
            <a:off x="-9782" y="-14685"/>
            <a:ext cx="5401449" cy="1371951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489" h="21600" extrusionOk="0">
                <a:moveTo>
                  <a:pt x="9876" y="0"/>
                </a:moveTo>
                <a:cubicBezTo>
                  <a:pt x="14909" y="1061"/>
                  <a:pt x="18164" y="3091"/>
                  <a:pt x="18448" y="5345"/>
                </a:cubicBezTo>
                <a:cubicBezTo>
                  <a:pt x="18695" y="7304"/>
                  <a:pt x="16642" y="9198"/>
                  <a:pt x="12885" y="10477"/>
                </a:cubicBezTo>
                <a:cubicBezTo>
                  <a:pt x="8651" y="11730"/>
                  <a:pt x="7084" y="13955"/>
                  <a:pt x="9071" y="15894"/>
                </a:cubicBezTo>
                <a:cubicBezTo>
                  <a:pt x="10355" y="17147"/>
                  <a:pt x="13013" y="18098"/>
                  <a:pt x="16290" y="18479"/>
                </a:cubicBezTo>
                <a:cubicBezTo>
                  <a:pt x="17951" y="18702"/>
                  <a:pt x="19367" y="19144"/>
                  <a:pt x="20305" y="19731"/>
                </a:cubicBezTo>
                <a:cubicBezTo>
                  <a:pt x="21193" y="20288"/>
                  <a:pt x="21600" y="20944"/>
                  <a:pt x="21463" y="21600"/>
                </a:cubicBezTo>
                <a:lnTo>
                  <a:pt x="0" y="21600"/>
                </a:lnTo>
                <a:lnTo>
                  <a:pt x="0" y="1"/>
                </a:lnTo>
                <a:lnTo>
                  <a:pt x="9876" y="0"/>
                </a:lnTo>
                <a:close/>
              </a:path>
            </a:pathLst>
          </a:custGeom>
          <a:solidFill>
            <a:schemeClr val="accent3"/>
          </a:solidFill>
          <a:ln w="12700">
            <a:miter lim="400000"/>
          </a:ln>
          <a:effectLst>
            <a:outerShdw blurRad="914400" dist="25400" dir="5400000" rotWithShape="0">
              <a:srgbClr val="000000">
                <a:alpha val="50000"/>
              </a:srgbClr>
            </a:outerShdw>
          </a:effectLst>
        </p:spPr>
        <p:txBody>
          <a:bodyPr lIns="50800" tIns="50800" rIns="50800" bIns="50800" anchor="ctr"/>
          <a:lstStyle/>
          <a:p>
            <a:pPr marL="0" marR="0" lvl="0" indent="0" algn="ctr" defTabSz="8255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3000" b="1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Helvetica Neue"/>
              <a:sym typeface="Helvetica Neue"/>
            </a:endParaRPr>
          </a:p>
        </p:txBody>
      </p:sp>
      <p:sp>
        <p:nvSpPr>
          <p:cNvPr id="222" name="Shape">
            <a:extLst>
              <a:ext uri="{FF2B5EF4-FFF2-40B4-BE49-F238E27FC236}">
                <a16:creationId xmlns:a16="http://schemas.microsoft.com/office/drawing/2014/main" id="{5F1D92DE-5577-07E0-919E-88DF9595FF5C}"/>
              </a:ext>
            </a:extLst>
          </p:cNvPr>
          <p:cNvSpPr/>
          <p:nvPr/>
        </p:nvSpPr>
        <p:spPr>
          <a:xfrm>
            <a:off x="14077382" y="-26393"/>
            <a:ext cx="10315136" cy="10264133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490" h="20992" extrusionOk="0">
                <a:moveTo>
                  <a:pt x="22" y="0"/>
                </a:moveTo>
                <a:cubicBezTo>
                  <a:pt x="-110" y="1123"/>
                  <a:pt x="362" y="2232"/>
                  <a:pt x="1268" y="2930"/>
                </a:cubicBezTo>
                <a:cubicBezTo>
                  <a:pt x="2187" y="3637"/>
                  <a:pt x="3418" y="3817"/>
                  <a:pt x="4507" y="3403"/>
                </a:cubicBezTo>
                <a:cubicBezTo>
                  <a:pt x="6055" y="2610"/>
                  <a:pt x="7961" y="3061"/>
                  <a:pt x="8970" y="4460"/>
                </a:cubicBezTo>
                <a:cubicBezTo>
                  <a:pt x="9809" y="5622"/>
                  <a:pt x="9807" y="7178"/>
                  <a:pt x="8965" y="8338"/>
                </a:cubicBezTo>
                <a:cubicBezTo>
                  <a:pt x="6771" y="11924"/>
                  <a:pt x="7613" y="16550"/>
                  <a:pt x="10936" y="19169"/>
                </a:cubicBezTo>
                <a:cubicBezTo>
                  <a:pt x="14018" y="21597"/>
                  <a:pt x="18405" y="21600"/>
                  <a:pt x="21490" y="19175"/>
                </a:cubicBezTo>
                <a:lnTo>
                  <a:pt x="21490" y="35"/>
                </a:lnTo>
                <a:lnTo>
                  <a:pt x="22" y="0"/>
                </a:lnTo>
                <a:close/>
              </a:path>
            </a:pathLst>
          </a:custGeom>
          <a:solidFill>
            <a:schemeClr val="accent3"/>
          </a:solidFill>
          <a:ln w="12700">
            <a:miter lim="400000"/>
          </a:ln>
          <a:effectLst>
            <a:outerShdw blurRad="914400" dist="25400" dir="5400000" rotWithShape="0">
              <a:srgbClr val="000000">
                <a:alpha val="50000"/>
              </a:srgbClr>
            </a:outerShdw>
          </a:effectLst>
        </p:spPr>
        <p:txBody>
          <a:bodyPr lIns="50800" tIns="50800" rIns="50800" bIns="50800" anchor="ctr"/>
          <a:lstStyle/>
          <a:p>
            <a:pPr marL="0" marR="0" lvl="0" indent="0" algn="ctr" defTabSz="8255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3000" b="1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Helvetica Neue"/>
              <a:sym typeface="Helvetica Neue"/>
            </a:endParaRPr>
          </a:p>
        </p:txBody>
      </p:sp>
      <p:sp>
        <p:nvSpPr>
          <p:cNvPr id="223" name="Circle">
            <a:extLst>
              <a:ext uri="{FF2B5EF4-FFF2-40B4-BE49-F238E27FC236}">
                <a16:creationId xmlns:a16="http://schemas.microsoft.com/office/drawing/2014/main" id="{4226E1DA-9BDF-29C4-CAB0-C243D92F4560}"/>
              </a:ext>
            </a:extLst>
          </p:cNvPr>
          <p:cNvSpPr/>
          <p:nvPr/>
        </p:nvSpPr>
        <p:spPr>
          <a:xfrm>
            <a:off x="17006264" y="352354"/>
            <a:ext cx="494973" cy="494972"/>
          </a:xfrm>
          <a:prstGeom prst="ellipse">
            <a:avLst/>
          </a:prstGeom>
          <a:gradFill>
            <a:gsLst>
              <a:gs pos="0">
                <a:schemeClr val="accent2"/>
              </a:gs>
              <a:gs pos="100000">
                <a:schemeClr val="accent1"/>
              </a:gs>
            </a:gsLst>
            <a:lin ang="5400000"/>
          </a:gradFill>
          <a:ln w="12700">
            <a:miter lim="400000"/>
          </a:ln>
        </p:spPr>
        <p:txBody>
          <a:bodyPr lIns="0" tIns="0" rIns="0" bIns="0" anchor="ctr"/>
          <a:lstStyle/>
          <a:p>
            <a:pPr marL="0" marR="0" lvl="0" indent="0" algn="ctr" defTabSz="8255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 kumimoji="0" sz="32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Helvetica Neue Medium"/>
              <a:sym typeface="Helvetica Neue Medium"/>
            </a:endParaRPr>
          </a:p>
        </p:txBody>
      </p:sp>
      <p:sp>
        <p:nvSpPr>
          <p:cNvPr id="224" name="Circle">
            <a:extLst>
              <a:ext uri="{FF2B5EF4-FFF2-40B4-BE49-F238E27FC236}">
                <a16:creationId xmlns:a16="http://schemas.microsoft.com/office/drawing/2014/main" id="{B7309EA6-8891-0D81-8926-C507BA2E6C3B}"/>
              </a:ext>
            </a:extLst>
          </p:cNvPr>
          <p:cNvSpPr/>
          <p:nvPr/>
        </p:nvSpPr>
        <p:spPr>
          <a:xfrm>
            <a:off x="-564062" y="1321716"/>
            <a:ext cx="1150610" cy="1150611"/>
          </a:xfrm>
          <a:prstGeom prst="ellipse">
            <a:avLst/>
          </a:prstGeom>
          <a:gradFill>
            <a:gsLst>
              <a:gs pos="0">
                <a:schemeClr val="accent2"/>
              </a:gs>
              <a:gs pos="100000">
                <a:schemeClr val="accent1"/>
              </a:gs>
            </a:gsLst>
            <a:lin ang="5400000"/>
          </a:gradFill>
          <a:ln w="12700">
            <a:miter lim="400000"/>
          </a:ln>
        </p:spPr>
        <p:txBody>
          <a:bodyPr lIns="0" tIns="0" rIns="0" bIns="0" anchor="ctr"/>
          <a:lstStyle/>
          <a:p>
            <a:pPr marL="0" marR="0" lvl="0" indent="0" algn="ctr" defTabSz="8255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 kumimoji="0" sz="32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Helvetica Neue Medium"/>
              <a:sym typeface="Helvetica Neue Medium"/>
            </a:endParaRPr>
          </a:p>
        </p:txBody>
      </p:sp>
      <p:sp>
        <p:nvSpPr>
          <p:cNvPr id="225" name="TOPIC #1 - $100 ANSWER">
            <a:extLst>
              <a:ext uri="{FF2B5EF4-FFF2-40B4-BE49-F238E27FC236}">
                <a16:creationId xmlns:a16="http://schemas.microsoft.com/office/drawing/2014/main" id="{687048FF-E7FC-91E3-F51D-DFAD3CDAC1DF}"/>
              </a:ext>
            </a:extLst>
          </p:cNvPr>
          <p:cNvSpPr txBox="1"/>
          <p:nvPr/>
        </p:nvSpPr>
        <p:spPr>
          <a:xfrm>
            <a:off x="1318646" y="1076284"/>
            <a:ext cx="23992454" cy="164147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50800" tIns="50800" rIns="50800" bIns="50800" anchor="ctr">
            <a:spAutoFit/>
          </a:bodyPr>
          <a:lstStyle/>
          <a:p>
            <a:pPr marL="0" marR="0" lvl="0" indent="0" algn="l" defTabSz="8255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0000" b="0">
                <a:solidFill>
                  <a:srgbClr val="F6C543"/>
                </a:solidFill>
                <a:latin typeface="Impact"/>
                <a:ea typeface="Impact"/>
                <a:cs typeface="Impact"/>
                <a:sym typeface="Impact"/>
              </a:defRPr>
            </a:pPr>
            <a:r>
              <a:rPr kumimoji="0" lang="en-US" altLang="zh-CN" sz="10000" b="0" i="0" u="none" strike="noStrike" kern="0" cap="none" spc="0" normalizeH="0" baseline="0" noProof="0" dirty="0">
                <a:ln>
                  <a:noFill/>
                </a:ln>
                <a:solidFill>
                  <a:srgbClr val="F6C542"/>
                </a:solidFill>
                <a:effectLst/>
                <a:uLnTx/>
                <a:uFillTx/>
                <a:latin typeface="Impact"/>
                <a:sym typeface="Impact"/>
              </a:rPr>
              <a:t>UNIT #3</a:t>
            </a:r>
            <a:r>
              <a:rPr kumimoji="0" lang="en-US" altLang="zh-CN" sz="10000" b="0" i="0" u="none" strike="noStrike" kern="0" cap="none" spc="0" normalizeH="0" baseline="0" noProof="0" dirty="0">
                <a:ln>
                  <a:noFill/>
                </a:ln>
                <a:solidFill>
                  <a:srgbClr val="F6C543"/>
                </a:solidFill>
                <a:effectLst/>
                <a:uLnTx/>
                <a:uFillTx/>
                <a:latin typeface="Impact"/>
                <a:sym typeface="Impact"/>
              </a:rPr>
              <a:t> </a:t>
            </a:r>
            <a:r>
              <a:rPr kumimoji="0" lang="en-US" altLang="zh-CN" sz="100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Impact"/>
                <a:sym typeface="Impact"/>
              </a:rPr>
              <a:t>–</a:t>
            </a:r>
            <a:r>
              <a:rPr kumimoji="0" lang="zh-CN" altLang="en-US" sz="9600" b="0" i="0" u="none" strike="noStrike" kern="0" cap="none" spc="0" normalizeH="0" baseline="0" noProof="0" dirty="0">
                <a:ln>
                  <a:noFill/>
                </a:ln>
                <a:solidFill>
                  <a:srgbClr val="F6C543"/>
                </a:solidFill>
                <a:effectLst/>
                <a:uLnTx/>
                <a:uFillTx/>
                <a:latin typeface="华文楷体" panose="02010600040101010101" pitchFamily="2" charset="-122"/>
                <a:ea typeface="华文楷体" panose="02010600040101010101" pitchFamily="2" charset="-122"/>
                <a:sym typeface="Impact"/>
              </a:rPr>
              <a:t>平面立体的截交线</a:t>
            </a:r>
            <a:endParaRPr kumimoji="0" lang="zh-CN" altLang="en-US" sz="100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华文楷体" panose="02010600040101010101" pitchFamily="2" charset="-122"/>
              <a:ea typeface="华文楷体" panose="02010600040101010101" pitchFamily="2" charset="-122"/>
              <a:sym typeface="Impact"/>
            </a:endParaRPr>
          </a:p>
        </p:txBody>
      </p:sp>
      <p:sp>
        <p:nvSpPr>
          <p:cNvPr id="226" name="Shape">
            <a:extLst>
              <a:ext uri="{FF2B5EF4-FFF2-40B4-BE49-F238E27FC236}">
                <a16:creationId xmlns:a16="http://schemas.microsoft.com/office/drawing/2014/main" id="{2F127F9E-D791-58D3-193D-804A285AAD74}"/>
              </a:ext>
            </a:extLst>
          </p:cNvPr>
          <p:cNvSpPr/>
          <p:nvPr/>
        </p:nvSpPr>
        <p:spPr>
          <a:xfrm>
            <a:off x="-306915" y="8239797"/>
            <a:ext cx="1046530" cy="104640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9679" h="20595" extrusionOk="0">
                <a:moveTo>
                  <a:pt x="9839" y="0"/>
                </a:moveTo>
                <a:cubicBezTo>
                  <a:pt x="7321" y="0"/>
                  <a:pt x="4802" y="1006"/>
                  <a:pt x="2881" y="3017"/>
                </a:cubicBezTo>
                <a:cubicBezTo>
                  <a:pt x="-961" y="7038"/>
                  <a:pt x="-961" y="13557"/>
                  <a:pt x="2881" y="17578"/>
                </a:cubicBezTo>
                <a:cubicBezTo>
                  <a:pt x="6724" y="21600"/>
                  <a:pt x="12954" y="21600"/>
                  <a:pt x="16797" y="17578"/>
                </a:cubicBezTo>
                <a:cubicBezTo>
                  <a:pt x="20639" y="13557"/>
                  <a:pt x="20639" y="7038"/>
                  <a:pt x="16797" y="3017"/>
                </a:cubicBezTo>
                <a:cubicBezTo>
                  <a:pt x="14876" y="1006"/>
                  <a:pt x="12357" y="0"/>
                  <a:pt x="9839" y="0"/>
                </a:cubicBezTo>
                <a:close/>
                <a:moveTo>
                  <a:pt x="9839" y="2649"/>
                </a:moveTo>
                <a:cubicBezTo>
                  <a:pt x="11709" y="2649"/>
                  <a:pt x="13580" y="3397"/>
                  <a:pt x="15007" y="4890"/>
                </a:cubicBezTo>
                <a:cubicBezTo>
                  <a:pt x="17861" y="7877"/>
                  <a:pt x="17861" y="12718"/>
                  <a:pt x="15007" y="15705"/>
                </a:cubicBezTo>
                <a:cubicBezTo>
                  <a:pt x="12153" y="18692"/>
                  <a:pt x="7525" y="18692"/>
                  <a:pt x="4671" y="15705"/>
                </a:cubicBezTo>
                <a:cubicBezTo>
                  <a:pt x="1817" y="12718"/>
                  <a:pt x="1817" y="7877"/>
                  <a:pt x="4671" y="4890"/>
                </a:cubicBezTo>
                <a:cubicBezTo>
                  <a:pt x="6098" y="3397"/>
                  <a:pt x="7969" y="2649"/>
                  <a:pt x="9839" y="2649"/>
                </a:cubicBezTo>
                <a:close/>
              </a:path>
            </a:pathLst>
          </a:custGeom>
          <a:gradFill>
            <a:gsLst>
              <a:gs pos="0">
                <a:schemeClr val="accent2"/>
              </a:gs>
              <a:gs pos="100000">
                <a:schemeClr val="accent1"/>
              </a:gs>
            </a:gsLst>
            <a:lin ang="5400000"/>
          </a:gradFill>
          <a:ln w="12700">
            <a:miter lim="400000"/>
          </a:ln>
        </p:spPr>
        <p:txBody>
          <a:bodyPr lIns="0" tIns="0" rIns="0" bIns="0" anchor="ctr"/>
          <a:lstStyle/>
          <a:p>
            <a:pPr marL="0" marR="0" lvl="0" indent="0" algn="ctr" defTabSz="8255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 kumimoji="0" sz="32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Helvetica Neue Medium"/>
              <a:sym typeface="Helvetica Neue Medium"/>
            </a:endParaRPr>
          </a:p>
        </p:txBody>
      </p:sp>
      <p:sp>
        <p:nvSpPr>
          <p:cNvPr id="227" name="Shape">
            <a:extLst>
              <a:ext uri="{FF2B5EF4-FFF2-40B4-BE49-F238E27FC236}">
                <a16:creationId xmlns:a16="http://schemas.microsoft.com/office/drawing/2014/main" id="{2632EE49-123E-B710-8BA3-DF8CCBB1FC2A}"/>
              </a:ext>
            </a:extLst>
          </p:cNvPr>
          <p:cNvSpPr/>
          <p:nvPr/>
        </p:nvSpPr>
        <p:spPr>
          <a:xfrm>
            <a:off x="19865947" y="2060686"/>
            <a:ext cx="2330506" cy="233022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9679" h="20595" extrusionOk="0">
                <a:moveTo>
                  <a:pt x="9839" y="0"/>
                </a:moveTo>
                <a:cubicBezTo>
                  <a:pt x="7321" y="0"/>
                  <a:pt x="4802" y="1006"/>
                  <a:pt x="2881" y="3017"/>
                </a:cubicBezTo>
                <a:cubicBezTo>
                  <a:pt x="-961" y="7038"/>
                  <a:pt x="-961" y="13557"/>
                  <a:pt x="2881" y="17578"/>
                </a:cubicBezTo>
                <a:cubicBezTo>
                  <a:pt x="6724" y="21600"/>
                  <a:pt x="12954" y="21600"/>
                  <a:pt x="16797" y="17578"/>
                </a:cubicBezTo>
                <a:cubicBezTo>
                  <a:pt x="20639" y="13557"/>
                  <a:pt x="20639" y="7038"/>
                  <a:pt x="16797" y="3017"/>
                </a:cubicBezTo>
                <a:cubicBezTo>
                  <a:pt x="14876" y="1006"/>
                  <a:pt x="12357" y="0"/>
                  <a:pt x="9839" y="0"/>
                </a:cubicBezTo>
                <a:close/>
                <a:moveTo>
                  <a:pt x="9839" y="2649"/>
                </a:moveTo>
                <a:cubicBezTo>
                  <a:pt x="11709" y="2649"/>
                  <a:pt x="13580" y="3397"/>
                  <a:pt x="15007" y="4890"/>
                </a:cubicBezTo>
                <a:cubicBezTo>
                  <a:pt x="17861" y="7877"/>
                  <a:pt x="17861" y="12718"/>
                  <a:pt x="15007" y="15705"/>
                </a:cubicBezTo>
                <a:cubicBezTo>
                  <a:pt x="12153" y="18692"/>
                  <a:pt x="7525" y="18692"/>
                  <a:pt x="4671" y="15705"/>
                </a:cubicBezTo>
                <a:cubicBezTo>
                  <a:pt x="1817" y="12718"/>
                  <a:pt x="1817" y="7877"/>
                  <a:pt x="4671" y="4890"/>
                </a:cubicBezTo>
                <a:cubicBezTo>
                  <a:pt x="6098" y="3397"/>
                  <a:pt x="7969" y="2649"/>
                  <a:pt x="9839" y="2649"/>
                </a:cubicBezTo>
                <a:close/>
              </a:path>
            </a:pathLst>
          </a:custGeom>
          <a:gradFill>
            <a:gsLst>
              <a:gs pos="0">
                <a:schemeClr val="accent2"/>
              </a:gs>
              <a:gs pos="100000">
                <a:schemeClr val="accent1"/>
              </a:gs>
            </a:gsLst>
            <a:lin ang="5400000"/>
          </a:gradFill>
          <a:ln w="12700">
            <a:miter lim="400000"/>
          </a:ln>
        </p:spPr>
        <p:txBody>
          <a:bodyPr lIns="0" tIns="0" rIns="0" bIns="0" anchor="ctr"/>
          <a:lstStyle/>
          <a:p>
            <a:pPr marL="0" marR="0" lvl="0" indent="0" algn="ctr" defTabSz="8255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 kumimoji="0" sz="32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Helvetica Neue Medium"/>
              <a:sym typeface="Helvetica Neue Medium"/>
            </a:endParaRPr>
          </a:p>
        </p:txBody>
      </p:sp>
      <p:sp>
        <p:nvSpPr>
          <p:cNvPr id="228" name="Rounded Rectangle">
            <a:extLst>
              <a:ext uri="{FF2B5EF4-FFF2-40B4-BE49-F238E27FC236}">
                <a16:creationId xmlns:a16="http://schemas.microsoft.com/office/drawing/2014/main" id="{12DE80C6-E9D0-ECA6-794F-9BE9B95E440B}"/>
              </a:ext>
            </a:extLst>
          </p:cNvPr>
          <p:cNvSpPr/>
          <p:nvPr/>
        </p:nvSpPr>
        <p:spPr>
          <a:xfrm>
            <a:off x="1413182" y="3302000"/>
            <a:ext cx="21616294" cy="8897388"/>
          </a:xfrm>
          <a:prstGeom prst="roundRect">
            <a:avLst>
              <a:gd name="adj" fmla="val 2897"/>
            </a:avLst>
          </a:prstGeom>
          <a:solidFill>
            <a:schemeClr val="accent4"/>
          </a:solidFill>
          <a:ln w="12700">
            <a:miter lim="400000"/>
          </a:ln>
          <a:effectLst>
            <a:outerShdw blurRad="558800" dist="71163" dir="5400000" rotWithShape="0">
              <a:srgbClr val="000000">
                <a:alpha val="19617"/>
              </a:srgbClr>
            </a:outerShdw>
          </a:effectLst>
        </p:spPr>
        <p:txBody>
          <a:bodyPr lIns="0" tIns="0" rIns="0" bIns="0" anchor="ctr"/>
          <a:lstStyle/>
          <a:p>
            <a:pPr marL="0" marR="0" lvl="0" indent="0" algn="ctr" defTabSz="8255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 kumimoji="0" sz="32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Helvetica Neue Medium"/>
              <a:sym typeface="Helvetica Neue Medium"/>
            </a:endParaRPr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CC98B03D-F35A-D221-4740-F4593F0B2F8E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1840036" y="2953749"/>
            <a:ext cx="12344710" cy="10033151"/>
          </a:xfrm>
          <a:prstGeom prst="rect">
            <a:avLst/>
          </a:prstGeom>
        </p:spPr>
      </p:pic>
      <p:sp>
        <p:nvSpPr>
          <p:cNvPr id="3" name="文本框 2">
            <a:extLst>
              <a:ext uri="{FF2B5EF4-FFF2-40B4-BE49-F238E27FC236}">
                <a16:creationId xmlns:a16="http://schemas.microsoft.com/office/drawing/2014/main" id="{96D902E9-5C5E-5BF3-22AD-EF9D811C732F}"/>
              </a:ext>
            </a:extLst>
          </p:cNvPr>
          <p:cNvSpPr txBox="1"/>
          <p:nvPr/>
        </p:nvSpPr>
        <p:spPr>
          <a:xfrm>
            <a:off x="18202091" y="6410272"/>
            <a:ext cx="1336647" cy="3426579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zh-CN" altLang="en-US" sz="7200" b="1" i="0" u="none" strike="noStrike" cap="none" spc="0" normalizeH="0" baseline="0" dirty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Helvetica Neue"/>
                <a:ea typeface="Helvetica Neue"/>
                <a:cs typeface="Helvetica Neue"/>
                <a:sym typeface="Helvetica Neue"/>
              </a:rPr>
              <a:t>相</a:t>
            </a:r>
            <a:endParaRPr kumimoji="0" lang="en-US" altLang="zh-CN" sz="7200" b="1" i="0" u="none" strike="noStrike" cap="none" spc="0" normalizeH="0" baseline="0" dirty="0">
              <a:ln>
                <a:noFill/>
              </a:ln>
              <a:solidFill>
                <a:schemeClr val="bg1"/>
              </a:solidFill>
              <a:effectLst/>
              <a:uFillTx/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zh-CN" altLang="en-US" sz="7200" b="1" i="0" u="none" strike="noStrike" cap="none" spc="0" normalizeH="0" baseline="0" dirty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Helvetica Neue"/>
                <a:ea typeface="Helvetica Neue"/>
                <a:cs typeface="Helvetica Neue"/>
                <a:sym typeface="Helvetica Neue"/>
              </a:rPr>
              <a:t>仿</a:t>
            </a:r>
            <a:endParaRPr kumimoji="0" lang="en-US" altLang="zh-CN" sz="7200" b="1" i="0" u="none" strike="noStrike" cap="none" spc="0" normalizeH="0" baseline="0" dirty="0">
              <a:ln>
                <a:noFill/>
              </a:ln>
              <a:solidFill>
                <a:schemeClr val="bg1"/>
              </a:solidFill>
              <a:effectLst/>
              <a:uFillTx/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zh-CN" altLang="en-US" sz="7200" b="1" i="0" u="none" strike="noStrike" cap="none" spc="0" normalizeH="0" baseline="0" dirty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Helvetica Neue"/>
                <a:ea typeface="Helvetica Neue"/>
                <a:cs typeface="Helvetica Neue"/>
                <a:sym typeface="Helvetica Neue"/>
              </a:rPr>
              <a:t>性</a:t>
            </a:r>
          </a:p>
        </p:txBody>
      </p:sp>
    </p:spTree>
    <p:extLst>
      <p:ext uri="{BB962C8B-B14F-4D97-AF65-F5344CB8AC3E}">
        <p14:creationId xmlns:p14="http://schemas.microsoft.com/office/powerpoint/2010/main" val="2945499380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7" dur="2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3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17997AF-E116-A35A-058C-1477F60E99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Shape">
            <a:extLst>
              <a:ext uri="{FF2B5EF4-FFF2-40B4-BE49-F238E27FC236}">
                <a16:creationId xmlns:a16="http://schemas.microsoft.com/office/drawing/2014/main" id="{0319BFE2-AB41-816D-0FEF-23B997161C36}"/>
              </a:ext>
            </a:extLst>
          </p:cNvPr>
          <p:cNvSpPr/>
          <p:nvPr/>
        </p:nvSpPr>
        <p:spPr>
          <a:xfrm>
            <a:off x="6290541" y="12617233"/>
            <a:ext cx="2709718" cy="270939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9679" h="20595" extrusionOk="0">
                <a:moveTo>
                  <a:pt x="9839" y="0"/>
                </a:moveTo>
                <a:cubicBezTo>
                  <a:pt x="7321" y="0"/>
                  <a:pt x="4802" y="1006"/>
                  <a:pt x="2881" y="3017"/>
                </a:cubicBezTo>
                <a:cubicBezTo>
                  <a:pt x="-961" y="7038"/>
                  <a:pt x="-961" y="13557"/>
                  <a:pt x="2881" y="17578"/>
                </a:cubicBezTo>
                <a:cubicBezTo>
                  <a:pt x="6724" y="21600"/>
                  <a:pt x="12954" y="21600"/>
                  <a:pt x="16797" y="17578"/>
                </a:cubicBezTo>
                <a:cubicBezTo>
                  <a:pt x="20639" y="13557"/>
                  <a:pt x="20639" y="7038"/>
                  <a:pt x="16797" y="3017"/>
                </a:cubicBezTo>
                <a:cubicBezTo>
                  <a:pt x="14876" y="1006"/>
                  <a:pt x="12357" y="0"/>
                  <a:pt x="9839" y="0"/>
                </a:cubicBezTo>
                <a:close/>
                <a:moveTo>
                  <a:pt x="9839" y="2649"/>
                </a:moveTo>
                <a:cubicBezTo>
                  <a:pt x="11709" y="2649"/>
                  <a:pt x="13580" y="3397"/>
                  <a:pt x="15007" y="4890"/>
                </a:cubicBezTo>
                <a:cubicBezTo>
                  <a:pt x="17861" y="7877"/>
                  <a:pt x="17861" y="12718"/>
                  <a:pt x="15007" y="15705"/>
                </a:cubicBezTo>
                <a:cubicBezTo>
                  <a:pt x="12153" y="18692"/>
                  <a:pt x="7525" y="18692"/>
                  <a:pt x="4671" y="15705"/>
                </a:cubicBezTo>
                <a:cubicBezTo>
                  <a:pt x="1817" y="12718"/>
                  <a:pt x="1817" y="7877"/>
                  <a:pt x="4671" y="4890"/>
                </a:cubicBezTo>
                <a:cubicBezTo>
                  <a:pt x="6098" y="3397"/>
                  <a:pt x="7969" y="2649"/>
                  <a:pt x="9839" y="2649"/>
                </a:cubicBezTo>
                <a:close/>
              </a:path>
            </a:pathLst>
          </a:custGeom>
          <a:gradFill>
            <a:gsLst>
              <a:gs pos="0">
                <a:schemeClr val="accent2"/>
              </a:gs>
              <a:gs pos="100000">
                <a:schemeClr val="accent1"/>
              </a:gs>
            </a:gsLst>
            <a:lin ang="5400000"/>
          </a:gradFill>
          <a:ln w="12700">
            <a:miter lim="400000"/>
          </a:ln>
        </p:spPr>
        <p:txBody>
          <a:bodyPr lIns="0" tIns="0" rIns="0" bIns="0" anchor="ctr"/>
          <a:lstStyle/>
          <a:p>
            <a:pPr marL="0" marR="0" lvl="0" indent="0" algn="ctr" defTabSz="8255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 kumimoji="0" sz="32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Helvetica Neue Medium"/>
              <a:sym typeface="Helvetica Neue Medium"/>
            </a:endParaRPr>
          </a:p>
        </p:txBody>
      </p:sp>
      <p:sp>
        <p:nvSpPr>
          <p:cNvPr id="216" name="Shape">
            <a:extLst>
              <a:ext uri="{FF2B5EF4-FFF2-40B4-BE49-F238E27FC236}">
                <a16:creationId xmlns:a16="http://schemas.microsoft.com/office/drawing/2014/main" id="{3EE2D27E-F487-E573-FEF1-7F8D886608AD}"/>
              </a:ext>
            </a:extLst>
          </p:cNvPr>
          <p:cNvSpPr/>
          <p:nvPr/>
        </p:nvSpPr>
        <p:spPr>
          <a:xfrm>
            <a:off x="14339439" y="2620192"/>
            <a:ext cx="6322300" cy="632257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800" y="0"/>
                </a:moveTo>
                <a:cubicBezTo>
                  <a:pt x="10787" y="0"/>
                  <a:pt x="10773" y="1"/>
                  <a:pt x="10759" y="1"/>
                </a:cubicBezTo>
                <a:lnTo>
                  <a:pt x="1" y="10760"/>
                </a:lnTo>
                <a:cubicBezTo>
                  <a:pt x="0" y="10900"/>
                  <a:pt x="3" y="11040"/>
                  <a:pt x="8" y="11181"/>
                </a:cubicBezTo>
                <a:lnTo>
                  <a:pt x="11180" y="9"/>
                </a:lnTo>
                <a:cubicBezTo>
                  <a:pt x="11054" y="4"/>
                  <a:pt x="10927" y="0"/>
                  <a:pt x="10800" y="0"/>
                </a:cubicBezTo>
                <a:close/>
                <a:moveTo>
                  <a:pt x="10211" y="17"/>
                </a:moveTo>
                <a:cubicBezTo>
                  <a:pt x="10057" y="25"/>
                  <a:pt x="9903" y="36"/>
                  <a:pt x="9748" y="51"/>
                </a:cubicBezTo>
                <a:lnTo>
                  <a:pt x="50" y="9749"/>
                </a:lnTo>
                <a:cubicBezTo>
                  <a:pt x="35" y="9903"/>
                  <a:pt x="25" y="10057"/>
                  <a:pt x="16" y="10212"/>
                </a:cubicBezTo>
                <a:lnTo>
                  <a:pt x="10211" y="17"/>
                </a:lnTo>
                <a:close/>
                <a:moveTo>
                  <a:pt x="11683" y="38"/>
                </a:moveTo>
                <a:lnTo>
                  <a:pt x="38" y="11684"/>
                </a:lnTo>
                <a:cubicBezTo>
                  <a:pt x="48" y="11814"/>
                  <a:pt x="62" y="11944"/>
                  <a:pt x="78" y="12075"/>
                </a:cubicBezTo>
                <a:lnTo>
                  <a:pt x="12074" y="78"/>
                </a:lnTo>
                <a:cubicBezTo>
                  <a:pt x="11944" y="63"/>
                  <a:pt x="11814" y="49"/>
                  <a:pt x="11683" y="38"/>
                </a:cubicBezTo>
                <a:close/>
                <a:moveTo>
                  <a:pt x="9136" y="131"/>
                </a:moveTo>
                <a:cubicBezTo>
                  <a:pt x="8960" y="158"/>
                  <a:pt x="8786" y="190"/>
                  <a:pt x="8611" y="226"/>
                </a:cubicBezTo>
                <a:lnTo>
                  <a:pt x="226" y="8611"/>
                </a:lnTo>
                <a:cubicBezTo>
                  <a:pt x="190" y="8786"/>
                  <a:pt x="157" y="8961"/>
                  <a:pt x="130" y="9137"/>
                </a:cubicBezTo>
                <a:lnTo>
                  <a:pt x="9136" y="131"/>
                </a:lnTo>
                <a:close/>
                <a:moveTo>
                  <a:pt x="12541" y="143"/>
                </a:moveTo>
                <a:lnTo>
                  <a:pt x="143" y="12541"/>
                </a:lnTo>
                <a:cubicBezTo>
                  <a:pt x="163" y="12663"/>
                  <a:pt x="183" y="12785"/>
                  <a:pt x="207" y="12906"/>
                </a:cubicBezTo>
                <a:lnTo>
                  <a:pt x="12906" y="208"/>
                </a:lnTo>
                <a:cubicBezTo>
                  <a:pt x="12785" y="184"/>
                  <a:pt x="12663" y="163"/>
                  <a:pt x="12541" y="143"/>
                </a:cubicBezTo>
                <a:close/>
                <a:moveTo>
                  <a:pt x="13343" y="303"/>
                </a:moveTo>
                <a:lnTo>
                  <a:pt x="303" y="13343"/>
                </a:lnTo>
                <a:cubicBezTo>
                  <a:pt x="330" y="13456"/>
                  <a:pt x="361" y="13569"/>
                  <a:pt x="392" y="13682"/>
                </a:cubicBezTo>
                <a:lnTo>
                  <a:pt x="13682" y="393"/>
                </a:lnTo>
                <a:cubicBezTo>
                  <a:pt x="13569" y="362"/>
                  <a:pt x="13456" y="331"/>
                  <a:pt x="13343" y="303"/>
                </a:cubicBezTo>
                <a:close/>
                <a:moveTo>
                  <a:pt x="7909" y="395"/>
                </a:moveTo>
                <a:cubicBezTo>
                  <a:pt x="7701" y="452"/>
                  <a:pt x="7495" y="515"/>
                  <a:pt x="7290" y="585"/>
                </a:cubicBezTo>
                <a:lnTo>
                  <a:pt x="584" y="7290"/>
                </a:lnTo>
                <a:cubicBezTo>
                  <a:pt x="514" y="7495"/>
                  <a:pt x="452" y="7702"/>
                  <a:pt x="394" y="7909"/>
                </a:cubicBezTo>
                <a:lnTo>
                  <a:pt x="7909" y="395"/>
                </a:lnTo>
                <a:close/>
                <a:moveTo>
                  <a:pt x="14094" y="515"/>
                </a:moveTo>
                <a:lnTo>
                  <a:pt x="514" y="14094"/>
                </a:lnTo>
                <a:cubicBezTo>
                  <a:pt x="549" y="14202"/>
                  <a:pt x="583" y="14310"/>
                  <a:pt x="620" y="14417"/>
                </a:cubicBezTo>
                <a:lnTo>
                  <a:pt x="14417" y="621"/>
                </a:lnTo>
                <a:cubicBezTo>
                  <a:pt x="14310" y="583"/>
                  <a:pt x="14202" y="549"/>
                  <a:pt x="14094" y="515"/>
                </a:cubicBezTo>
                <a:close/>
                <a:moveTo>
                  <a:pt x="14804" y="767"/>
                </a:moveTo>
                <a:lnTo>
                  <a:pt x="767" y="14804"/>
                </a:lnTo>
                <a:cubicBezTo>
                  <a:pt x="807" y="14905"/>
                  <a:pt x="851" y="15004"/>
                  <a:pt x="894" y="15104"/>
                </a:cubicBezTo>
                <a:lnTo>
                  <a:pt x="15104" y="895"/>
                </a:lnTo>
                <a:cubicBezTo>
                  <a:pt x="15004" y="852"/>
                  <a:pt x="14905" y="807"/>
                  <a:pt x="14804" y="767"/>
                </a:cubicBezTo>
                <a:close/>
                <a:moveTo>
                  <a:pt x="6411" y="932"/>
                </a:moveTo>
                <a:cubicBezTo>
                  <a:pt x="6118" y="1062"/>
                  <a:pt x="5831" y="1206"/>
                  <a:pt x="5549" y="1363"/>
                </a:cubicBezTo>
                <a:lnTo>
                  <a:pt x="1362" y="5549"/>
                </a:lnTo>
                <a:cubicBezTo>
                  <a:pt x="1205" y="5832"/>
                  <a:pt x="1061" y="6119"/>
                  <a:pt x="931" y="6411"/>
                </a:cubicBezTo>
                <a:lnTo>
                  <a:pt x="6411" y="932"/>
                </a:lnTo>
                <a:close/>
                <a:moveTo>
                  <a:pt x="15470" y="1061"/>
                </a:moveTo>
                <a:lnTo>
                  <a:pt x="1060" y="15471"/>
                </a:lnTo>
                <a:cubicBezTo>
                  <a:pt x="1106" y="15567"/>
                  <a:pt x="1153" y="15664"/>
                  <a:pt x="1202" y="15759"/>
                </a:cubicBezTo>
                <a:lnTo>
                  <a:pt x="15759" y="1203"/>
                </a:lnTo>
                <a:cubicBezTo>
                  <a:pt x="15663" y="1153"/>
                  <a:pt x="15567" y="1107"/>
                  <a:pt x="15470" y="1061"/>
                </a:cubicBezTo>
                <a:close/>
                <a:moveTo>
                  <a:pt x="16103" y="1391"/>
                </a:moveTo>
                <a:lnTo>
                  <a:pt x="1391" y="16103"/>
                </a:lnTo>
                <a:cubicBezTo>
                  <a:pt x="1442" y="16194"/>
                  <a:pt x="1494" y="16285"/>
                  <a:pt x="1549" y="16375"/>
                </a:cubicBezTo>
                <a:lnTo>
                  <a:pt x="16375" y="1549"/>
                </a:lnTo>
                <a:cubicBezTo>
                  <a:pt x="16285" y="1495"/>
                  <a:pt x="16194" y="1442"/>
                  <a:pt x="16103" y="1391"/>
                </a:cubicBezTo>
                <a:close/>
                <a:moveTo>
                  <a:pt x="16703" y="1754"/>
                </a:moveTo>
                <a:lnTo>
                  <a:pt x="1753" y="16703"/>
                </a:lnTo>
                <a:cubicBezTo>
                  <a:pt x="1809" y="16788"/>
                  <a:pt x="1869" y="16872"/>
                  <a:pt x="1928" y="16956"/>
                </a:cubicBezTo>
                <a:lnTo>
                  <a:pt x="16956" y="1928"/>
                </a:lnTo>
                <a:cubicBezTo>
                  <a:pt x="16872" y="1869"/>
                  <a:pt x="16788" y="1810"/>
                  <a:pt x="16703" y="1754"/>
                </a:cubicBezTo>
                <a:close/>
                <a:moveTo>
                  <a:pt x="17267" y="2151"/>
                </a:moveTo>
                <a:lnTo>
                  <a:pt x="2151" y="17267"/>
                </a:lnTo>
                <a:cubicBezTo>
                  <a:pt x="2212" y="17349"/>
                  <a:pt x="2274" y="17430"/>
                  <a:pt x="2338" y="17510"/>
                </a:cubicBezTo>
                <a:lnTo>
                  <a:pt x="17510" y="2338"/>
                </a:lnTo>
                <a:cubicBezTo>
                  <a:pt x="17430" y="2275"/>
                  <a:pt x="17349" y="2212"/>
                  <a:pt x="17267" y="2151"/>
                </a:cubicBezTo>
                <a:close/>
                <a:moveTo>
                  <a:pt x="3805" y="2574"/>
                </a:moveTo>
                <a:cubicBezTo>
                  <a:pt x="3586" y="2761"/>
                  <a:pt x="3370" y="2956"/>
                  <a:pt x="3163" y="3163"/>
                </a:cubicBezTo>
                <a:cubicBezTo>
                  <a:pt x="2955" y="3371"/>
                  <a:pt x="2761" y="3586"/>
                  <a:pt x="2574" y="3806"/>
                </a:cubicBezTo>
                <a:lnTo>
                  <a:pt x="3805" y="2574"/>
                </a:lnTo>
                <a:close/>
                <a:moveTo>
                  <a:pt x="17801" y="2579"/>
                </a:moveTo>
                <a:lnTo>
                  <a:pt x="2579" y="17801"/>
                </a:lnTo>
                <a:cubicBezTo>
                  <a:pt x="2645" y="17878"/>
                  <a:pt x="2709" y="17957"/>
                  <a:pt x="2777" y="18032"/>
                </a:cubicBezTo>
                <a:lnTo>
                  <a:pt x="18032" y="2777"/>
                </a:lnTo>
                <a:cubicBezTo>
                  <a:pt x="17957" y="2709"/>
                  <a:pt x="17878" y="2645"/>
                  <a:pt x="17801" y="2579"/>
                </a:cubicBezTo>
                <a:close/>
                <a:moveTo>
                  <a:pt x="18304" y="3036"/>
                </a:moveTo>
                <a:lnTo>
                  <a:pt x="3036" y="18304"/>
                </a:lnTo>
                <a:cubicBezTo>
                  <a:pt x="3079" y="18349"/>
                  <a:pt x="3119" y="18394"/>
                  <a:pt x="3163" y="18438"/>
                </a:cubicBezTo>
                <a:cubicBezTo>
                  <a:pt x="3191" y="18466"/>
                  <a:pt x="3222" y="18492"/>
                  <a:pt x="3250" y="18521"/>
                </a:cubicBezTo>
                <a:lnTo>
                  <a:pt x="18521" y="3251"/>
                </a:lnTo>
                <a:cubicBezTo>
                  <a:pt x="18492" y="3222"/>
                  <a:pt x="18466" y="3192"/>
                  <a:pt x="18438" y="3163"/>
                </a:cubicBezTo>
                <a:cubicBezTo>
                  <a:pt x="18394" y="3119"/>
                  <a:pt x="18348" y="3079"/>
                  <a:pt x="18304" y="3036"/>
                </a:cubicBezTo>
                <a:close/>
                <a:moveTo>
                  <a:pt x="18781" y="3523"/>
                </a:moveTo>
                <a:lnTo>
                  <a:pt x="3522" y="18781"/>
                </a:lnTo>
                <a:cubicBezTo>
                  <a:pt x="3598" y="18850"/>
                  <a:pt x="3676" y="18915"/>
                  <a:pt x="3753" y="18982"/>
                </a:cubicBezTo>
                <a:lnTo>
                  <a:pt x="18982" y="3753"/>
                </a:lnTo>
                <a:cubicBezTo>
                  <a:pt x="18915" y="3676"/>
                  <a:pt x="18850" y="3598"/>
                  <a:pt x="18781" y="3523"/>
                </a:cubicBezTo>
                <a:close/>
                <a:moveTo>
                  <a:pt x="19224" y="4041"/>
                </a:moveTo>
                <a:lnTo>
                  <a:pt x="4041" y="19224"/>
                </a:lnTo>
                <a:cubicBezTo>
                  <a:pt x="4121" y="19289"/>
                  <a:pt x="4202" y="19350"/>
                  <a:pt x="4283" y="19412"/>
                </a:cubicBezTo>
                <a:lnTo>
                  <a:pt x="19412" y="4283"/>
                </a:lnTo>
                <a:cubicBezTo>
                  <a:pt x="19350" y="4202"/>
                  <a:pt x="19289" y="4121"/>
                  <a:pt x="19224" y="4041"/>
                </a:cubicBezTo>
                <a:close/>
                <a:moveTo>
                  <a:pt x="19637" y="4591"/>
                </a:moveTo>
                <a:lnTo>
                  <a:pt x="4591" y="19637"/>
                </a:lnTo>
                <a:cubicBezTo>
                  <a:pt x="4675" y="19696"/>
                  <a:pt x="4758" y="19757"/>
                  <a:pt x="4843" y="19813"/>
                </a:cubicBezTo>
                <a:lnTo>
                  <a:pt x="19813" y="4844"/>
                </a:lnTo>
                <a:cubicBezTo>
                  <a:pt x="19757" y="4758"/>
                  <a:pt x="19696" y="4675"/>
                  <a:pt x="19637" y="4591"/>
                </a:cubicBezTo>
                <a:close/>
                <a:moveTo>
                  <a:pt x="20019" y="5172"/>
                </a:moveTo>
                <a:lnTo>
                  <a:pt x="5172" y="20019"/>
                </a:lnTo>
                <a:cubicBezTo>
                  <a:pt x="5261" y="20073"/>
                  <a:pt x="5351" y="20126"/>
                  <a:pt x="5441" y="20178"/>
                </a:cubicBezTo>
                <a:lnTo>
                  <a:pt x="20178" y="5441"/>
                </a:lnTo>
                <a:cubicBezTo>
                  <a:pt x="20126" y="5351"/>
                  <a:pt x="20073" y="5261"/>
                  <a:pt x="20019" y="5172"/>
                </a:cubicBezTo>
                <a:close/>
                <a:moveTo>
                  <a:pt x="20369" y="5782"/>
                </a:moveTo>
                <a:lnTo>
                  <a:pt x="5782" y="20369"/>
                </a:lnTo>
                <a:cubicBezTo>
                  <a:pt x="5877" y="20419"/>
                  <a:pt x="5974" y="20463"/>
                  <a:pt x="6071" y="20510"/>
                </a:cubicBezTo>
                <a:lnTo>
                  <a:pt x="20510" y="6071"/>
                </a:lnTo>
                <a:cubicBezTo>
                  <a:pt x="20463" y="5975"/>
                  <a:pt x="20419" y="5878"/>
                  <a:pt x="20369" y="5782"/>
                </a:cubicBezTo>
                <a:close/>
                <a:moveTo>
                  <a:pt x="20679" y="6434"/>
                </a:moveTo>
                <a:lnTo>
                  <a:pt x="6434" y="20679"/>
                </a:lnTo>
                <a:cubicBezTo>
                  <a:pt x="6534" y="20723"/>
                  <a:pt x="6633" y="20769"/>
                  <a:pt x="6734" y="20809"/>
                </a:cubicBezTo>
                <a:lnTo>
                  <a:pt x="20809" y="6735"/>
                </a:lnTo>
                <a:cubicBezTo>
                  <a:pt x="20769" y="6634"/>
                  <a:pt x="20723" y="6534"/>
                  <a:pt x="20679" y="6434"/>
                </a:cubicBezTo>
                <a:close/>
                <a:moveTo>
                  <a:pt x="20956" y="7121"/>
                </a:moveTo>
                <a:lnTo>
                  <a:pt x="7120" y="20956"/>
                </a:lnTo>
                <a:cubicBezTo>
                  <a:pt x="7226" y="20994"/>
                  <a:pt x="7333" y="21030"/>
                  <a:pt x="7439" y="21065"/>
                </a:cubicBezTo>
                <a:lnTo>
                  <a:pt x="21065" y="7439"/>
                </a:lnTo>
                <a:cubicBezTo>
                  <a:pt x="21030" y="7333"/>
                  <a:pt x="20994" y="7226"/>
                  <a:pt x="20956" y="7121"/>
                </a:cubicBezTo>
                <a:close/>
                <a:moveTo>
                  <a:pt x="21190" y="7848"/>
                </a:moveTo>
                <a:lnTo>
                  <a:pt x="7848" y="21190"/>
                </a:lnTo>
                <a:cubicBezTo>
                  <a:pt x="7960" y="21221"/>
                  <a:pt x="8073" y="21252"/>
                  <a:pt x="8186" y="21280"/>
                </a:cubicBezTo>
                <a:lnTo>
                  <a:pt x="21280" y="8186"/>
                </a:lnTo>
                <a:cubicBezTo>
                  <a:pt x="21252" y="8073"/>
                  <a:pt x="21221" y="7960"/>
                  <a:pt x="21190" y="7848"/>
                </a:cubicBezTo>
                <a:close/>
                <a:moveTo>
                  <a:pt x="21378" y="8623"/>
                </a:moveTo>
                <a:lnTo>
                  <a:pt x="8623" y="21378"/>
                </a:lnTo>
                <a:cubicBezTo>
                  <a:pt x="8743" y="21402"/>
                  <a:pt x="8863" y="21424"/>
                  <a:pt x="8984" y="21445"/>
                </a:cubicBezTo>
                <a:lnTo>
                  <a:pt x="21445" y="8984"/>
                </a:lnTo>
                <a:cubicBezTo>
                  <a:pt x="21424" y="8864"/>
                  <a:pt x="21402" y="8743"/>
                  <a:pt x="21378" y="8623"/>
                </a:cubicBezTo>
                <a:close/>
                <a:moveTo>
                  <a:pt x="21514" y="9448"/>
                </a:moveTo>
                <a:lnTo>
                  <a:pt x="9447" y="21514"/>
                </a:lnTo>
                <a:cubicBezTo>
                  <a:pt x="9576" y="21530"/>
                  <a:pt x="9704" y="21546"/>
                  <a:pt x="9833" y="21557"/>
                </a:cubicBezTo>
                <a:lnTo>
                  <a:pt x="21557" y="9834"/>
                </a:lnTo>
                <a:cubicBezTo>
                  <a:pt x="21546" y="9705"/>
                  <a:pt x="21530" y="9576"/>
                  <a:pt x="21514" y="9448"/>
                </a:cubicBezTo>
                <a:close/>
                <a:moveTo>
                  <a:pt x="21590" y="10333"/>
                </a:moveTo>
                <a:lnTo>
                  <a:pt x="10332" y="21590"/>
                </a:lnTo>
                <a:cubicBezTo>
                  <a:pt x="10473" y="21596"/>
                  <a:pt x="10613" y="21599"/>
                  <a:pt x="10753" y="21600"/>
                </a:cubicBezTo>
                <a:lnTo>
                  <a:pt x="21600" y="10754"/>
                </a:lnTo>
                <a:cubicBezTo>
                  <a:pt x="21599" y="10613"/>
                  <a:pt x="21596" y="10473"/>
                  <a:pt x="21590" y="10333"/>
                </a:cubicBezTo>
                <a:close/>
                <a:moveTo>
                  <a:pt x="21590" y="11296"/>
                </a:moveTo>
                <a:lnTo>
                  <a:pt x="11295" y="21590"/>
                </a:lnTo>
                <a:cubicBezTo>
                  <a:pt x="11449" y="21583"/>
                  <a:pt x="11603" y="21572"/>
                  <a:pt x="11757" y="21558"/>
                </a:cubicBezTo>
                <a:lnTo>
                  <a:pt x="21558" y="11757"/>
                </a:lnTo>
                <a:cubicBezTo>
                  <a:pt x="21572" y="11603"/>
                  <a:pt x="21583" y="11450"/>
                  <a:pt x="21590" y="11296"/>
                </a:cubicBezTo>
                <a:close/>
                <a:moveTo>
                  <a:pt x="21489" y="12358"/>
                </a:moveTo>
                <a:lnTo>
                  <a:pt x="12358" y="21489"/>
                </a:lnTo>
                <a:cubicBezTo>
                  <a:pt x="12531" y="21464"/>
                  <a:pt x="12703" y="21434"/>
                  <a:pt x="12876" y="21400"/>
                </a:cubicBezTo>
                <a:lnTo>
                  <a:pt x="21400" y="12876"/>
                </a:lnTo>
                <a:cubicBezTo>
                  <a:pt x="21434" y="12704"/>
                  <a:pt x="21464" y="12531"/>
                  <a:pt x="21489" y="12358"/>
                </a:cubicBezTo>
                <a:close/>
                <a:moveTo>
                  <a:pt x="21239" y="13569"/>
                </a:moveTo>
                <a:lnTo>
                  <a:pt x="13569" y="21239"/>
                </a:lnTo>
                <a:cubicBezTo>
                  <a:pt x="13774" y="21185"/>
                  <a:pt x="13978" y="21125"/>
                  <a:pt x="14181" y="21058"/>
                </a:cubicBezTo>
                <a:lnTo>
                  <a:pt x="21058" y="14181"/>
                </a:lnTo>
                <a:cubicBezTo>
                  <a:pt x="21125" y="13978"/>
                  <a:pt x="21185" y="13774"/>
                  <a:pt x="21239" y="13569"/>
                </a:cubicBezTo>
                <a:close/>
                <a:moveTo>
                  <a:pt x="20736" y="15035"/>
                </a:moveTo>
                <a:lnTo>
                  <a:pt x="15035" y="20736"/>
                </a:lnTo>
                <a:cubicBezTo>
                  <a:pt x="15310" y="20619"/>
                  <a:pt x="15581" y="20493"/>
                  <a:pt x="15848" y="20352"/>
                </a:cubicBezTo>
                <a:lnTo>
                  <a:pt x="20352" y="15848"/>
                </a:lnTo>
                <a:cubicBezTo>
                  <a:pt x="20493" y="15581"/>
                  <a:pt x="20619" y="15310"/>
                  <a:pt x="20736" y="15035"/>
                </a:cubicBezTo>
                <a:close/>
                <a:moveTo>
                  <a:pt x="19400" y="17332"/>
                </a:moveTo>
                <a:lnTo>
                  <a:pt x="17332" y="19400"/>
                </a:lnTo>
                <a:cubicBezTo>
                  <a:pt x="17716" y="19108"/>
                  <a:pt x="18087" y="18789"/>
                  <a:pt x="18438" y="18438"/>
                </a:cubicBezTo>
                <a:cubicBezTo>
                  <a:pt x="18788" y="18087"/>
                  <a:pt x="19107" y="17716"/>
                  <a:pt x="19400" y="17332"/>
                </a:cubicBezTo>
                <a:close/>
              </a:path>
            </a:pathLst>
          </a:custGeom>
          <a:solidFill>
            <a:schemeClr val="accent4"/>
          </a:solidFill>
          <a:ln w="12700">
            <a:miter lim="400000"/>
          </a:ln>
        </p:spPr>
        <p:txBody>
          <a:bodyPr lIns="0" tIns="0" rIns="0" bIns="0" anchor="ctr"/>
          <a:lstStyle/>
          <a:p>
            <a:pPr marL="0" marR="0" lvl="0" indent="0" algn="ctr" defTabSz="8255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 kumimoji="0" sz="32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Helvetica Neue Medium"/>
              <a:sym typeface="Helvetica Neue Medium"/>
            </a:endParaRPr>
          </a:p>
        </p:txBody>
      </p:sp>
      <p:sp>
        <p:nvSpPr>
          <p:cNvPr id="217" name="Shape">
            <a:extLst>
              <a:ext uri="{FF2B5EF4-FFF2-40B4-BE49-F238E27FC236}">
                <a16:creationId xmlns:a16="http://schemas.microsoft.com/office/drawing/2014/main" id="{A480EC7D-B396-61B3-D05E-6CFFBB3DF6D7}"/>
              </a:ext>
            </a:extLst>
          </p:cNvPr>
          <p:cNvSpPr/>
          <p:nvPr/>
        </p:nvSpPr>
        <p:spPr>
          <a:xfrm>
            <a:off x="5513585" y="9836851"/>
            <a:ext cx="2709536" cy="270965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800" y="0"/>
                </a:moveTo>
                <a:cubicBezTo>
                  <a:pt x="10787" y="0"/>
                  <a:pt x="10773" y="1"/>
                  <a:pt x="10759" y="1"/>
                </a:cubicBezTo>
                <a:lnTo>
                  <a:pt x="1" y="10760"/>
                </a:lnTo>
                <a:cubicBezTo>
                  <a:pt x="0" y="10900"/>
                  <a:pt x="3" y="11040"/>
                  <a:pt x="8" y="11181"/>
                </a:cubicBezTo>
                <a:lnTo>
                  <a:pt x="11180" y="9"/>
                </a:lnTo>
                <a:cubicBezTo>
                  <a:pt x="11054" y="4"/>
                  <a:pt x="10927" y="0"/>
                  <a:pt x="10800" y="0"/>
                </a:cubicBezTo>
                <a:close/>
                <a:moveTo>
                  <a:pt x="10211" y="17"/>
                </a:moveTo>
                <a:cubicBezTo>
                  <a:pt x="10057" y="25"/>
                  <a:pt x="9903" y="36"/>
                  <a:pt x="9748" y="51"/>
                </a:cubicBezTo>
                <a:lnTo>
                  <a:pt x="50" y="9749"/>
                </a:lnTo>
                <a:cubicBezTo>
                  <a:pt x="35" y="9903"/>
                  <a:pt x="25" y="10057"/>
                  <a:pt x="16" y="10212"/>
                </a:cubicBezTo>
                <a:lnTo>
                  <a:pt x="10211" y="17"/>
                </a:lnTo>
                <a:close/>
                <a:moveTo>
                  <a:pt x="11683" y="38"/>
                </a:moveTo>
                <a:lnTo>
                  <a:pt x="38" y="11684"/>
                </a:lnTo>
                <a:cubicBezTo>
                  <a:pt x="48" y="11814"/>
                  <a:pt x="62" y="11944"/>
                  <a:pt x="78" y="12075"/>
                </a:cubicBezTo>
                <a:lnTo>
                  <a:pt x="12074" y="78"/>
                </a:lnTo>
                <a:cubicBezTo>
                  <a:pt x="11944" y="63"/>
                  <a:pt x="11814" y="49"/>
                  <a:pt x="11683" y="38"/>
                </a:cubicBezTo>
                <a:close/>
                <a:moveTo>
                  <a:pt x="9136" y="131"/>
                </a:moveTo>
                <a:cubicBezTo>
                  <a:pt x="8960" y="158"/>
                  <a:pt x="8786" y="190"/>
                  <a:pt x="8611" y="226"/>
                </a:cubicBezTo>
                <a:lnTo>
                  <a:pt x="226" y="8611"/>
                </a:lnTo>
                <a:cubicBezTo>
                  <a:pt x="190" y="8786"/>
                  <a:pt x="157" y="8961"/>
                  <a:pt x="130" y="9137"/>
                </a:cubicBezTo>
                <a:lnTo>
                  <a:pt x="9136" y="131"/>
                </a:lnTo>
                <a:close/>
                <a:moveTo>
                  <a:pt x="12541" y="143"/>
                </a:moveTo>
                <a:lnTo>
                  <a:pt x="143" y="12541"/>
                </a:lnTo>
                <a:cubicBezTo>
                  <a:pt x="163" y="12663"/>
                  <a:pt x="183" y="12785"/>
                  <a:pt x="207" y="12906"/>
                </a:cubicBezTo>
                <a:lnTo>
                  <a:pt x="12906" y="208"/>
                </a:lnTo>
                <a:cubicBezTo>
                  <a:pt x="12785" y="184"/>
                  <a:pt x="12663" y="163"/>
                  <a:pt x="12541" y="143"/>
                </a:cubicBezTo>
                <a:close/>
                <a:moveTo>
                  <a:pt x="13343" y="303"/>
                </a:moveTo>
                <a:lnTo>
                  <a:pt x="303" y="13343"/>
                </a:lnTo>
                <a:cubicBezTo>
                  <a:pt x="330" y="13456"/>
                  <a:pt x="361" y="13569"/>
                  <a:pt x="392" y="13682"/>
                </a:cubicBezTo>
                <a:lnTo>
                  <a:pt x="13682" y="393"/>
                </a:lnTo>
                <a:cubicBezTo>
                  <a:pt x="13569" y="362"/>
                  <a:pt x="13456" y="331"/>
                  <a:pt x="13343" y="303"/>
                </a:cubicBezTo>
                <a:close/>
                <a:moveTo>
                  <a:pt x="7909" y="395"/>
                </a:moveTo>
                <a:cubicBezTo>
                  <a:pt x="7701" y="452"/>
                  <a:pt x="7495" y="515"/>
                  <a:pt x="7290" y="585"/>
                </a:cubicBezTo>
                <a:lnTo>
                  <a:pt x="584" y="7290"/>
                </a:lnTo>
                <a:cubicBezTo>
                  <a:pt x="514" y="7495"/>
                  <a:pt x="452" y="7702"/>
                  <a:pt x="394" y="7909"/>
                </a:cubicBezTo>
                <a:lnTo>
                  <a:pt x="7909" y="395"/>
                </a:lnTo>
                <a:close/>
                <a:moveTo>
                  <a:pt x="14094" y="515"/>
                </a:moveTo>
                <a:lnTo>
                  <a:pt x="514" y="14094"/>
                </a:lnTo>
                <a:cubicBezTo>
                  <a:pt x="549" y="14202"/>
                  <a:pt x="583" y="14310"/>
                  <a:pt x="620" y="14417"/>
                </a:cubicBezTo>
                <a:lnTo>
                  <a:pt x="14417" y="621"/>
                </a:lnTo>
                <a:cubicBezTo>
                  <a:pt x="14310" y="583"/>
                  <a:pt x="14202" y="549"/>
                  <a:pt x="14094" y="515"/>
                </a:cubicBezTo>
                <a:close/>
                <a:moveTo>
                  <a:pt x="14804" y="767"/>
                </a:moveTo>
                <a:lnTo>
                  <a:pt x="767" y="14804"/>
                </a:lnTo>
                <a:cubicBezTo>
                  <a:pt x="807" y="14905"/>
                  <a:pt x="851" y="15004"/>
                  <a:pt x="894" y="15104"/>
                </a:cubicBezTo>
                <a:lnTo>
                  <a:pt x="15104" y="895"/>
                </a:lnTo>
                <a:cubicBezTo>
                  <a:pt x="15004" y="852"/>
                  <a:pt x="14905" y="807"/>
                  <a:pt x="14804" y="767"/>
                </a:cubicBezTo>
                <a:close/>
                <a:moveTo>
                  <a:pt x="6411" y="932"/>
                </a:moveTo>
                <a:cubicBezTo>
                  <a:pt x="6118" y="1062"/>
                  <a:pt x="5831" y="1206"/>
                  <a:pt x="5549" y="1363"/>
                </a:cubicBezTo>
                <a:lnTo>
                  <a:pt x="1362" y="5549"/>
                </a:lnTo>
                <a:cubicBezTo>
                  <a:pt x="1205" y="5832"/>
                  <a:pt x="1061" y="6119"/>
                  <a:pt x="931" y="6411"/>
                </a:cubicBezTo>
                <a:lnTo>
                  <a:pt x="6411" y="932"/>
                </a:lnTo>
                <a:close/>
                <a:moveTo>
                  <a:pt x="15470" y="1061"/>
                </a:moveTo>
                <a:lnTo>
                  <a:pt x="1060" y="15471"/>
                </a:lnTo>
                <a:cubicBezTo>
                  <a:pt x="1106" y="15567"/>
                  <a:pt x="1153" y="15664"/>
                  <a:pt x="1202" y="15759"/>
                </a:cubicBezTo>
                <a:lnTo>
                  <a:pt x="15759" y="1203"/>
                </a:lnTo>
                <a:cubicBezTo>
                  <a:pt x="15663" y="1153"/>
                  <a:pt x="15567" y="1107"/>
                  <a:pt x="15470" y="1061"/>
                </a:cubicBezTo>
                <a:close/>
                <a:moveTo>
                  <a:pt x="16103" y="1391"/>
                </a:moveTo>
                <a:lnTo>
                  <a:pt x="1391" y="16103"/>
                </a:lnTo>
                <a:cubicBezTo>
                  <a:pt x="1442" y="16194"/>
                  <a:pt x="1494" y="16285"/>
                  <a:pt x="1548" y="16375"/>
                </a:cubicBezTo>
                <a:lnTo>
                  <a:pt x="16375" y="1549"/>
                </a:lnTo>
                <a:cubicBezTo>
                  <a:pt x="16285" y="1495"/>
                  <a:pt x="16194" y="1442"/>
                  <a:pt x="16103" y="1391"/>
                </a:cubicBezTo>
                <a:close/>
                <a:moveTo>
                  <a:pt x="16703" y="1754"/>
                </a:moveTo>
                <a:lnTo>
                  <a:pt x="1753" y="16703"/>
                </a:lnTo>
                <a:cubicBezTo>
                  <a:pt x="1809" y="16788"/>
                  <a:pt x="1869" y="16872"/>
                  <a:pt x="1928" y="16956"/>
                </a:cubicBezTo>
                <a:lnTo>
                  <a:pt x="16956" y="1928"/>
                </a:lnTo>
                <a:cubicBezTo>
                  <a:pt x="16872" y="1869"/>
                  <a:pt x="16788" y="1810"/>
                  <a:pt x="16703" y="1754"/>
                </a:cubicBezTo>
                <a:close/>
                <a:moveTo>
                  <a:pt x="17267" y="2151"/>
                </a:moveTo>
                <a:lnTo>
                  <a:pt x="2151" y="17267"/>
                </a:lnTo>
                <a:cubicBezTo>
                  <a:pt x="2212" y="17349"/>
                  <a:pt x="2274" y="17430"/>
                  <a:pt x="2338" y="17510"/>
                </a:cubicBezTo>
                <a:lnTo>
                  <a:pt x="17510" y="2338"/>
                </a:lnTo>
                <a:cubicBezTo>
                  <a:pt x="17430" y="2275"/>
                  <a:pt x="17349" y="2212"/>
                  <a:pt x="17267" y="2151"/>
                </a:cubicBezTo>
                <a:close/>
                <a:moveTo>
                  <a:pt x="3805" y="2574"/>
                </a:moveTo>
                <a:cubicBezTo>
                  <a:pt x="3586" y="2761"/>
                  <a:pt x="3370" y="2956"/>
                  <a:pt x="3163" y="3163"/>
                </a:cubicBezTo>
                <a:cubicBezTo>
                  <a:pt x="2955" y="3371"/>
                  <a:pt x="2761" y="3586"/>
                  <a:pt x="2574" y="3806"/>
                </a:cubicBezTo>
                <a:lnTo>
                  <a:pt x="3805" y="2574"/>
                </a:lnTo>
                <a:close/>
                <a:moveTo>
                  <a:pt x="17801" y="2579"/>
                </a:moveTo>
                <a:lnTo>
                  <a:pt x="2579" y="17801"/>
                </a:lnTo>
                <a:cubicBezTo>
                  <a:pt x="2645" y="17878"/>
                  <a:pt x="2709" y="17957"/>
                  <a:pt x="2777" y="18032"/>
                </a:cubicBezTo>
                <a:lnTo>
                  <a:pt x="18032" y="2777"/>
                </a:lnTo>
                <a:cubicBezTo>
                  <a:pt x="17957" y="2709"/>
                  <a:pt x="17878" y="2645"/>
                  <a:pt x="17801" y="2579"/>
                </a:cubicBezTo>
                <a:close/>
                <a:moveTo>
                  <a:pt x="18304" y="3036"/>
                </a:moveTo>
                <a:lnTo>
                  <a:pt x="3036" y="18304"/>
                </a:lnTo>
                <a:cubicBezTo>
                  <a:pt x="3079" y="18349"/>
                  <a:pt x="3119" y="18394"/>
                  <a:pt x="3163" y="18438"/>
                </a:cubicBezTo>
                <a:cubicBezTo>
                  <a:pt x="3191" y="18466"/>
                  <a:pt x="3222" y="18492"/>
                  <a:pt x="3250" y="18521"/>
                </a:cubicBezTo>
                <a:lnTo>
                  <a:pt x="18521" y="3251"/>
                </a:lnTo>
                <a:cubicBezTo>
                  <a:pt x="18492" y="3222"/>
                  <a:pt x="18466" y="3192"/>
                  <a:pt x="18438" y="3163"/>
                </a:cubicBezTo>
                <a:cubicBezTo>
                  <a:pt x="18394" y="3119"/>
                  <a:pt x="18348" y="3079"/>
                  <a:pt x="18304" y="3036"/>
                </a:cubicBezTo>
                <a:close/>
                <a:moveTo>
                  <a:pt x="18781" y="3523"/>
                </a:moveTo>
                <a:lnTo>
                  <a:pt x="3522" y="18781"/>
                </a:lnTo>
                <a:cubicBezTo>
                  <a:pt x="3598" y="18850"/>
                  <a:pt x="3676" y="18915"/>
                  <a:pt x="3753" y="18982"/>
                </a:cubicBezTo>
                <a:lnTo>
                  <a:pt x="18982" y="3753"/>
                </a:lnTo>
                <a:cubicBezTo>
                  <a:pt x="18915" y="3676"/>
                  <a:pt x="18850" y="3598"/>
                  <a:pt x="18781" y="3523"/>
                </a:cubicBezTo>
                <a:close/>
                <a:moveTo>
                  <a:pt x="19224" y="4041"/>
                </a:moveTo>
                <a:lnTo>
                  <a:pt x="4041" y="19224"/>
                </a:lnTo>
                <a:cubicBezTo>
                  <a:pt x="4121" y="19289"/>
                  <a:pt x="4202" y="19350"/>
                  <a:pt x="4283" y="19412"/>
                </a:cubicBezTo>
                <a:lnTo>
                  <a:pt x="19412" y="4283"/>
                </a:lnTo>
                <a:cubicBezTo>
                  <a:pt x="19350" y="4202"/>
                  <a:pt x="19289" y="4121"/>
                  <a:pt x="19224" y="4041"/>
                </a:cubicBezTo>
                <a:close/>
                <a:moveTo>
                  <a:pt x="19637" y="4591"/>
                </a:moveTo>
                <a:lnTo>
                  <a:pt x="4591" y="19637"/>
                </a:lnTo>
                <a:cubicBezTo>
                  <a:pt x="4675" y="19696"/>
                  <a:pt x="4758" y="19757"/>
                  <a:pt x="4843" y="19813"/>
                </a:cubicBezTo>
                <a:lnTo>
                  <a:pt x="19813" y="4844"/>
                </a:lnTo>
                <a:cubicBezTo>
                  <a:pt x="19757" y="4758"/>
                  <a:pt x="19696" y="4675"/>
                  <a:pt x="19637" y="4591"/>
                </a:cubicBezTo>
                <a:close/>
                <a:moveTo>
                  <a:pt x="20019" y="5172"/>
                </a:moveTo>
                <a:lnTo>
                  <a:pt x="5172" y="20019"/>
                </a:lnTo>
                <a:cubicBezTo>
                  <a:pt x="5261" y="20073"/>
                  <a:pt x="5351" y="20126"/>
                  <a:pt x="5441" y="20178"/>
                </a:cubicBezTo>
                <a:lnTo>
                  <a:pt x="20178" y="5441"/>
                </a:lnTo>
                <a:cubicBezTo>
                  <a:pt x="20126" y="5351"/>
                  <a:pt x="20073" y="5261"/>
                  <a:pt x="20019" y="5172"/>
                </a:cubicBezTo>
                <a:close/>
                <a:moveTo>
                  <a:pt x="20369" y="5782"/>
                </a:moveTo>
                <a:lnTo>
                  <a:pt x="5782" y="20369"/>
                </a:lnTo>
                <a:cubicBezTo>
                  <a:pt x="5877" y="20419"/>
                  <a:pt x="5974" y="20463"/>
                  <a:pt x="6071" y="20510"/>
                </a:cubicBezTo>
                <a:lnTo>
                  <a:pt x="20510" y="6071"/>
                </a:lnTo>
                <a:cubicBezTo>
                  <a:pt x="20463" y="5975"/>
                  <a:pt x="20419" y="5878"/>
                  <a:pt x="20369" y="5782"/>
                </a:cubicBezTo>
                <a:close/>
                <a:moveTo>
                  <a:pt x="20679" y="6434"/>
                </a:moveTo>
                <a:lnTo>
                  <a:pt x="6434" y="20679"/>
                </a:lnTo>
                <a:cubicBezTo>
                  <a:pt x="6534" y="20723"/>
                  <a:pt x="6633" y="20769"/>
                  <a:pt x="6734" y="20809"/>
                </a:cubicBezTo>
                <a:lnTo>
                  <a:pt x="20809" y="6735"/>
                </a:lnTo>
                <a:cubicBezTo>
                  <a:pt x="20769" y="6634"/>
                  <a:pt x="20723" y="6534"/>
                  <a:pt x="20679" y="6434"/>
                </a:cubicBezTo>
                <a:close/>
                <a:moveTo>
                  <a:pt x="20956" y="7121"/>
                </a:moveTo>
                <a:lnTo>
                  <a:pt x="7120" y="20956"/>
                </a:lnTo>
                <a:cubicBezTo>
                  <a:pt x="7226" y="20994"/>
                  <a:pt x="7333" y="21030"/>
                  <a:pt x="7439" y="21065"/>
                </a:cubicBezTo>
                <a:lnTo>
                  <a:pt x="21065" y="7439"/>
                </a:lnTo>
                <a:cubicBezTo>
                  <a:pt x="21030" y="7333"/>
                  <a:pt x="20994" y="7226"/>
                  <a:pt x="20956" y="7121"/>
                </a:cubicBezTo>
                <a:close/>
                <a:moveTo>
                  <a:pt x="21190" y="7848"/>
                </a:moveTo>
                <a:lnTo>
                  <a:pt x="7848" y="21190"/>
                </a:lnTo>
                <a:cubicBezTo>
                  <a:pt x="7960" y="21221"/>
                  <a:pt x="8073" y="21252"/>
                  <a:pt x="8186" y="21280"/>
                </a:cubicBezTo>
                <a:lnTo>
                  <a:pt x="21280" y="8186"/>
                </a:lnTo>
                <a:cubicBezTo>
                  <a:pt x="21252" y="8073"/>
                  <a:pt x="21221" y="7960"/>
                  <a:pt x="21190" y="7848"/>
                </a:cubicBezTo>
                <a:close/>
                <a:moveTo>
                  <a:pt x="21378" y="8623"/>
                </a:moveTo>
                <a:lnTo>
                  <a:pt x="8623" y="21378"/>
                </a:lnTo>
                <a:cubicBezTo>
                  <a:pt x="8743" y="21402"/>
                  <a:pt x="8863" y="21424"/>
                  <a:pt x="8984" y="21445"/>
                </a:cubicBezTo>
                <a:lnTo>
                  <a:pt x="21445" y="8984"/>
                </a:lnTo>
                <a:cubicBezTo>
                  <a:pt x="21424" y="8864"/>
                  <a:pt x="21402" y="8743"/>
                  <a:pt x="21378" y="8623"/>
                </a:cubicBezTo>
                <a:close/>
                <a:moveTo>
                  <a:pt x="21514" y="9448"/>
                </a:moveTo>
                <a:lnTo>
                  <a:pt x="9447" y="21514"/>
                </a:lnTo>
                <a:cubicBezTo>
                  <a:pt x="9576" y="21530"/>
                  <a:pt x="9704" y="21546"/>
                  <a:pt x="9833" y="21557"/>
                </a:cubicBezTo>
                <a:lnTo>
                  <a:pt x="21557" y="9834"/>
                </a:lnTo>
                <a:cubicBezTo>
                  <a:pt x="21546" y="9705"/>
                  <a:pt x="21530" y="9576"/>
                  <a:pt x="21514" y="9448"/>
                </a:cubicBezTo>
                <a:close/>
                <a:moveTo>
                  <a:pt x="21590" y="10333"/>
                </a:moveTo>
                <a:lnTo>
                  <a:pt x="10332" y="21590"/>
                </a:lnTo>
                <a:cubicBezTo>
                  <a:pt x="10473" y="21596"/>
                  <a:pt x="10613" y="21599"/>
                  <a:pt x="10753" y="21600"/>
                </a:cubicBezTo>
                <a:lnTo>
                  <a:pt x="21600" y="10754"/>
                </a:lnTo>
                <a:cubicBezTo>
                  <a:pt x="21599" y="10613"/>
                  <a:pt x="21596" y="10473"/>
                  <a:pt x="21590" y="10333"/>
                </a:cubicBezTo>
                <a:close/>
                <a:moveTo>
                  <a:pt x="21590" y="11296"/>
                </a:moveTo>
                <a:lnTo>
                  <a:pt x="11295" y="21590"/>
                </a:lnTo>
                <a:cubicBezTo>
                  <a:pt x="11449" y="21583"/>
                  <a:pt x="11603" y="21572"/>
                  <a:pt x="11757" y="21558"/>
                </a:cubicBezTo>
                <a:lnTo>
                  <a:pt x="21558" y="11757"/>
                </a:lnTo>
                <a:cubicBezTo>
                  <a:pt x="21572" y="11603"/>
                  <a:pt x="21583" y="11450"/>
                  <a:pt x="21590" y="11296"/>
                </a:cubicBezTo>
                <a:close/>
                <a:moveTo>
                  <a:pt x="21489" y="12358"/>
                </a:moveTo>
                <a:lnTo>
                  <a:pt x="12358" y="21489"/>
                </a:lnTo>
                <a:cubicBezTo>
                  <a:pt x="12531" y="21464"/>
                  <a:pt x="12703" y="21434"/>
                  <a:pt x="12876" y="21400"/>
                </a:cubicBezTo>
                <a:lnTo>
                  <a:pt x="21400" y="12876"/>
                </a:lnTo>
                <a:cubicBezTo>
                  <a:pt x="21434" y="12704"/>
                  <a:pt x="21464" y="12531"/>
                  <a:pt x="21489" y="12358"/>
                </a:cubicBezTo>
                <a:close/>
                <a:moveTo>
                  <a:pt x="21239" y="13569"/>
                </a:moveTo>
                <a:lnTo>
                  <a:pt x="13569" y="21239"/>
                </a:lnTo>
                <a:cubicBezTo>
                  <a:pt x="13774" y="21185"/>
                  <a:pt x="13978" y="21125"/>
                  <a:pt x="14181" y="21058"/>
                </a:cubicBezTo>
                <a:lnTo>
                  <a:pt x="21058" y="14181"/>
                </a:lnTo>
                <a:cubicBezTo>
                  <a:pt x="21125" y="13978"/>
                  <a:pt x="21185" y="13774"/>
                  <a:pt x="21239" y="13569"/>
                </a:cubicBezTo>
                <a:close/>
                <a:moveTo>
                  <a:pt x="20736" y="15035"/>
                </a:moveTo>
                <a:lnTo>
                  <a:pt x="15035" y="20736"/>
                </a:lnTo>
                <a:cubicBezTo>
                  <a:pt x="15310" y="20619"/>
                  <a:pt x="15581" y="20493"/>
                  <a:pt x="15848" y="20352"/>
                </a:cubicBezTo>
                <a:lnTo>
                  <a:pt x="20352" y="15848"/>
                </a:lnTo>
                <a:cubicBezTo>
                  <a:pt x="20493" y="15581"/>
                  <a:pt x="20619" y="15310"/>
                  <a:pt x="20736" y="15035"/>
                </a:cubicBezTo>
                <a:close/>
                <a:moveTo>
                  <a:pt x="19400" y="17332"/>
                </a:moveTo>
                <a:lnTo>
                  <a:pt x="17332" y="19400"/>
                </a:lnTo>
                <a:cubicBezTo>
                  <a:pt x="17716" y="19108"/>
                  <a:pt x="18087" y="18789"/>
                  <a:pt x="18438" y="18438"/>
                </a:cubicBezTo>
                <a:cubicBezTo>
                  <a:pt x="18788" y="18087"/>
                  <a:pt x="19107" y="17716"/>
                  <a:pt x="19400" y="17332"/>
                </a:cubicBezTo>
                <a:close/>
              </a:path>
            </a:pathLst>
          </a:custGeom>
          <a:solidFill>
            <a:schemeClr val="accent4"/>
          </a:solidFill>
          <a:ln w="12700">
            <a:miter lim="400000"/>
          </a:ln>
        </p:spPr>
        <p:txBody>
          <a:bodyPr lIns="0" tIns="0" rIns="0" bIns="0" anchor="ctr"/>
          <a:lstStyle/>
          <a:p>
            <a:pPr marL="0" marR="0" lvl="0" indent="0" algn="ctr" defTabSz="8255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 kumimoji="0" sz="32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Helvetica Neue Medium"/>
              <a:sym typeface="Helvetica Neue Medium"/>
            </a:endParaRPr>
          </a:p>
        </p:txBody>
      </p:sp>
      <p:sp>
        <p:nvSpPr>
          <p:cNvPr id="218" name="Shape">
            <a:extLst>
              <a:ext uri="{FF2B5EF4-FFF2-40B4-BE49-F238E27FC236}">
                <a16:creationId xmlns:a16="http://schemas.microsoft.com/office/drawing/2014/main" id="{D14B829B-A769-5156-E3C8-C2A4F44882B7}"/>
              </a:ext>
            </a:extLst>
          </p:cNvPr>
          <p:cNvSpPr/>
          <p:nvPr/>
        </p:nvSpPr>
        <p:spPr>
          <a:xfrm>
            <a:off x="1688166" y="791392"/>
            <a:ext cx="7163901" cy="716420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800" y="0"/>
                </a:moveTo>
                <a:cubicBezTo>
                  <a:pt x="10787" y="0"/>
                  <a:pt x="10773" y="1"/>
                  <a:pt x="10759" y="1"/>
                </a:cubicBezTo>
                <a:lnTo>
                  <a:pt x="1" y="10760"/>
                </a:lnTo>
                <a:cubicBezTo>
                  <a:pt x="0" y="10900"/>
                  <a:pt x="3" y="11040"/>
                  <a:pt x="8" y="11181"/>
                </a:cubicBezTo>
                <a:lnTo>
                  <a:pt x="11180" y="9"/>
                </a:lnTo>
                <a:cubicBezTo>
                  <a:pt x="11054" y="4"/>
                  <a:pt x="10927" y="0"/>
                  <a:pt x="10800" y="0"/>
                </a:cubicBezTo>
                <a:close/>
                <a:moveTo>
                  <a:pt x="10211" y="17"/>
                </a:moveTo>
                <a:cubicBezTo>
                  <a:pt x="10057" y="25"/>
                  <a:pt x="9903" y="36"/>
                  <a:pt x="9748" y="51"/>
                </a:cubicBezTo>
                <a:lnTo>
                  <a:pt x="50" y="9749"/>
                </a:lnTo>
                <a:cubicBezTo>
                  <a:pt x="35" y="9903"/>
                  <a:pt x="25" y="10057"/>
                  <a:pt x="16" y="10212"/>
                </a:cubicBezTo>
                <a:lnTo>
                  <a:pt x="10211" y="17"/>
                </a:lnTo>
                <a:close/>
                <a:moveTo>
                  <a:pt x="11683" y="38"/>
                </a:moveTo>
                <a:lnTo>
                  <a:pt x="38" y="11684"/>
                </a:lnTo>
                <a:cubicBezTo>
                  <a:pt x="48" y="11814"/>
                  <a:pt x="62" y="11944"/>
                  <a:pt x="78" y="12075"/>
                </a:cubicBezTo>
                <a:lnTo>
                  <a:pt x="12074" y="78"/>
                </a:lnTo>
                <a:cubicBezTo>
                  <a:pt x="11944" y="63"/>
                  <a:pt x="11814" y="49"/>
                  <a:pt x="11683" y="38"/>
                </a:cubicBezTo>
                <a:close/>
                <a:moveTo>
                  <a:pt x="9136" y="131"/>
                </a:moveTo>
                <a:cubicBezTo>
                  <a:pt x="8960" y="158"/>
                  <a:pt x="8786" y="190"/>
                  <a:pt x="8611" y="226"/>
                </a:cubicBezTo>
                <a:lnTo>
                  <a:pt x="226" y="8611"/>
                </a:lnTo>
                <a:cubicBezTo>
                  <a:pt x="190" y="8786"/>
                  <a:pt x="157" y="8961"/>
                  <a:pt x="130" y="9137"/>
                </a:cubicBezTo>
                <a:lnTo>
                  <a:pt x="9136" y="131"/>
                </a:lnTo>
                <a:close/>
                <a:moveTo>
                  <a:pt x="12541" y="143"/>
                </a:moveTo>
                <a:lnTo>
                  <a:pt x="143" y="12541"/>
                </a:lnTo>
                <a:cubicBezTo>
                  <a:pt x="163" y="12663"/>
                  <a:pt x="183" y="12785"/>
                  <a:pt x="207" y="12906"/>
                </a:cubicBezTo>
                <a:lnTo>
                  <a:pt x="12906" y="208"/>
                </a:lnTo>
                <a:cubicBezTo>
                  <a:pt x="12785" y="184"/>
                  <a:pt x="12663" y="163"/>
                  <a:pt x="12541" y="143"/>
                </a:cubicBezTo>
                <a:close/>
                <a:moveTo>
                  <a:pt x="13343" y="303"/>
                </a:moveTo>
                <a:lnTo>
                  <a:pt x="303" y="13343"/>
                </a:lnTo>
                <a:cubicBezTo>
                  <a:pt x="330" y="13456"/>
                  <a:pt x="361" y="13569"/>
                  <a:pt x="392" y="13682"/>
                </a:cubicBezTo>
                <a:lnTo>
                  <a:pt x="13682" y="393"/>
                </a:lnTo>
                <a:cubicBezTo>
                  <a:pt x="13569" y="362"/>
                  <a:pt x="13456" y="331"/>
                  <a:pt x="13343" y="303"/>
                </a:cubicBezTo>
                <a:close/>
                <a:moveTo>
                  <a:pt x="7909" y="395"/>
                </a:moveTo>
                <a:cubicBezTo>
                  <a:pt x="7701" y="452"/>
                  <a:pt x="7495" y="515"/>
                  <a:pt x="7290" y="585"/>
                </a:cubicBezTo>
                <a:lnTo>
                  <a:pt x="584" y="7290"/>
                </a:lnTo>
                <a:cubicBezTo>
                  <a:pt x="514" y="7495"/>
                  <a:pt x="452" y="7702"/>
                  <a:pt x="394" y="7909"/>
                </a:cubicBezTo>
                <a:lnTo>
                  <a:pt x="7909" y="395"/>
                </a:lnTo>
                <a:close/>
                <a:moveTo>
                  <a:pt x="14094" y="515"/>
                </a:moveTo>
                <a:lnTo>
                  <a:pt x="514" y="14094"/>
                </a:lnTo>
                <a:cubicBezTo>
                  <a:pt x="549" y="14202"/>
                  <a:pt x="583" y="14310"/>
                  <a:pt x="620" y="14417"/>
                </a:cubicBezTo>
                <a:lnTo>
                  <a:pt x="14417" y="621"/>
                </a:lnTo>
                <a:cubicBezTo>
                  <a:pt x="14310" y="583"/>
                  <a:pt x="14202" y="549"/>
                  <a:pt x="14094" y="515"/>
                </a:cubicBezTo>
                <a:close/>
                <a:moveTo>
                  <a:pt x="14804" y="767"/>
                </a:moveTo>
                <a:lnTo>
                  <a:pt x="767" y="14804"/>
                </a:lnTo>
                <a:cubicBezTo>
                  <a:pt x="807" y="14905"/>
                  <a:pt x="851" y="15004"/>
                  <a:pt x="894" y="15104"/>
                </a:cubicBezTo>
                <a:lnTo>
                  <a:pt x="15104" y="895"/>
                </a:lnTo>
                <a:cubicBezTo>
                  <a:pt x="15004" y="852"/>
                  <a:pt x="14905" y="807"/>
                  <a:pt x="14804" y="767"/>
                </a:cubicBezTo>
                <a:close/>
                <a:moveTo>
                  <a:pt x="6411" y="932"/>
                </a:moveTo>
                <a:cubicBezTo>
                  <a:pt x="6118" y="1062"/>
                  <a:pt x="5831" y="1206"/>
                  <a:pt x="5549" y="1363"/>
                </a:cubicBezTo>
                <a:lnTo>
                  <a:pt x="1362" y="5549"/>
                </a:lnTo>
                <a:cubicBezTo>
                  <a:pt x="1205" y="5832"/>
                  <a:pt x="1061" y="6119"/>
                  <a:pt x="931" y="6411"/>
                </a:cubicBezTo>
                <a:lnTo>
                  <a:pt x="6411" y="932"/>
                </a:lnTo>
                <a:close/>
                <a:moveTo>
                  <a:pt x="15470" y="1061"/>
                </a:moveTo>
                <a:lnTo>
                  <a:pt x="1060" y="15471"/>
                </a:lnTo>
                <a:cubicBezTo>
                  <a:pt x="1106" y="15567"/>
                  <a:pt x="1153" y="15664"/>
                  <a:pt x="1202" y="15759"/>
                </a:cubicBezTo>
                <a:lnTo>
                  <a:pt x="15759" y="1203"/>
                </a:lnTo>
                <a:cubicBezTo>
                  <a:pt x="15663" y="1153"/>
                  <a:pt x="15567" y="1107"/>
                  <a:pt x="15470" y="1061"/>
                </a:cubicBezTo>
                <a:close/>
                <a:moveTo>
                  <a:pt x="16103" y="1391"/>
                </a:moveTo>
                <a:lnTo>
                  <a:pt x="1391" y="16103"/>
                </a:lnTo>
                <a:cubicBezTo>
                  <a:pt x="1442" y="16194"/>
                  <a:pt x="1494" y="16285"/>
                  <a:pt x="1548" y="16375"/>
                </a:cubicBezTo>
                <a:lnTo>
                  <a:pt x="16375" y="1549"/>
                </a:lnTo>
                <a:cubicBezTo>
                  <a:pt x="16285" y="1495"/>
                  <a:pt x="16194" y="1442"/>
                  <a:pt x="16103" y="1391"/>
                </a:cubicBezTo>
                <a:close/>
                <a:moveTo>
                  <a:pt x="16703" y="1754"/>
                </a:moveTo>
                <a:lnTo>
                  <a:pt x="1753" y="16703"/>
                </a:lnTo>
                <a:cubicBezTo>
                  <a:pt x="1809" y="16788"/>
                  <a:pt x="1869" y="16872"/>
                  <a:pt x="1928" y="16956"/>
                </a:cubicBezTo>
                <a:lnTo>
                  <a:pt x="16956" y="1928"/>
                </a:lnTo>
                <a:cubicBezTo>
                  <a:pt x="16872" y="1869"/>
                  <a:pt x="16788" y="1810"/>
                  <a:pt x="16703" y="1754"/>
                </a:cubicBezTo>
                <a:close/>
                <a:moveTo>
                  <a:pt x="17267" y="2151"/>
                </a:moveTo>
                <a:lnTo>
                  <a:pt x="2151" y="17267"/>
                </a:lnTo>
                <a:cubicBezTo>
                  <a:pt x="2212" y="17349"/>
                  <a:pt x="2274" y="17430"/>
                  <a:pt x="2338" y="17510"/>
                </a:cubicBezTo>
                <a:lnTo>
                  <a:pt x="17510" y="2338"/>
                </a:lnTo>
                <a:cubicBezTo>
                  <a:pt x="17430" y="2275"/>
                  <a:pt x="17349" y="2212"/>
                  <a:pt x="17267" y="2151"/>
                </a:cubicBezTo>
                <a:close/>
                <a:moveTo>
                  <a:pt x="3805" y="2574"/>
                </a:moveTo>
                <a:cubicBezTo>
                  <a:pt x="3586" y="2761"/>
                  <a:pt x="3370" y="2956"/>
                  <a:pt x="3163" y="3163"/>
                </a:cubicBezTo>
                <a:cubicBezTo>
                  <a:pt x="2955" y="3371"/>
                  <a:pt x="2761" y="3586"/>
                  <a:pt x="2574" y="3806"/>
                </a:cubicBezTo>
                <a:lnTo>
                  <a:pt x="3805" y="2574"/>
                </a:lnTo>
                <a:close/>
                <a:moveTo>
                  <a:pt x="17801" y="2579"/>
                </a:moveTo>
                <a:lnTo>
                  <a:pt x="2579" y="17801"/>
                </a:lnTo>
                <a:cubicBezTo>
                  <a:pt x="2645" y="17878"/>
                  <a:pt x="2709" y="17957"/>
                  <a:pt x="2777" y="18032"/>
                </a:cubicBezTo>
                <a:lnTo>
                  <a:pt x="18032" y="2777"/>
                </a:lnTo>
                <a:cubicBezTo>
                  <a:pt x="17957" y="2709"/>
                  <a:pt x="17878" y="2645"/>
                  <a:pt x="17801" y="2579"/>
                </a:cubicBezTo>
                <a:close/>
                <a:moveTo>
                  <a:pt x="18304" y="3036"/>
                </a:moveTo>
                <a:lnTo>
                  <a:pt x="3036" y="18304"/>
                </a:lnTo>
                <a:cubicBezTo>
                  <a:pt x="3079" y="18349"/>
                  <a:pt x="3119" y="18394"/>
                  <a:pt x="3163" y="18438"/>
                </a:cubicBezTo>
                <a:cubicBezTo>
                  <a:pt x="3191" y="18466"/>
                  <a:pt x="3222" y="18492"/>
                  <a:pt x="3250" y="18521"/>
                </a:cubicBezTo>
                <a:lnTo>
                  <a:pt x="18521" y="3251"/>
                </a:lnTo>
                <a:cubicBezTo>
                  <a:pt x="18492" y="3222"/>
                  <a:pt x="18466" y="3192"/>
                  <a:pt x="18438" y="3163"/>
                </a:cubicBezTo>
                <a:cubicBezTo>
                  <a:pt x="18394" y="3119"/>
                  <a:pt x="18348" y="3079"/>
                  <a:pt x="18304" y="3036"/>
                </a:cubicBezTo>
                <a:close/>
                <a:moveTo>
                  <a:pt x="18781" y="3523"/>
                </a:moveTo>
                <a:lnTo>
                  <a:pt x="3522" y="18781"/>
                </a:lnTo>
                <a:cubicBezTo>
                  <a:pt x="3598" y="18850"/>
                  <a:pt x="3676" y="18915"/>
                  <a:pt x="3753" y="18982"/>
                </a:cubicBezTo>
                <a:lnTo>
                  <a:pt x="18982" y="3753"/>
                </a:lnTo>
                <a:cubicBezTo>
                  <a:pt x="18915" y="3676"/>
                  <a:pt x="18850" y="3598"/>
                  <a:pt x="18781" y="3523"/>
                </a:cubicBezTo>
                <a:close/>
                <a:moveTo>
                  <a:pt x="19224" y="4041"/>
                </a:moveTo>
                <a:lnTo>
                  <a:pt x="4041" y="19224"/>
                </a:lnTo>
                <a:cubicBezTo>
                  <a:pt x="4121" y="19289"/>
                  <a:pt x="4202" y="19350"/>
                  <a:pt x="4283" y="19412"/>
                </a:cubicBezTo>
                <a:lnTo>
                  <a:pt x="19412" y="4283"/>
                </a:lnTo>
                <a:cubicBezTo>
                  <a:pt x="19350" y="4202"/>
                  <a:pt x="19289" y="4121"/>
                  <a:pt x="19224" y="4041"/>
                </a:cubicBezTo>
                <a:close/>
                <a:moveTo>
                  <a:pt x="19637" y="4591"/>
                </a:moveTo>
                <a:lnTo>
                  <a:pt x="4591" y="19637"/>
                </a:lnTo>
                <a:cubicBezTo>
                  <a:pt x="4675" y="19696"/>
                  <a:pt x="4758" y="19757"/>
                  <a:pt x="4843" y="19813"/>
                </a:cubicBezTo>
                <a:lnTo>
                  <a:pt x="19813" y="4844"/>
                </a:lnTo>
                <a:cubicBezTo>
                  <a:pt x="19757" y="4758"/>
                  <a:pt x="19696" y="4675"/>
                  <a:pt x="19637" y="4591"/>
                </a:cubicBezTo>
                <a:close/>
                <a:moveTo>
                  <a:pt x="20019" y="5172"/>
                </a:moveTo>
                <a:lnTo>
                  <a:pt x="5172" y="20019"/>
                </a:lnTo>
                <a:cubicBezTo>
                  <a:pt x="5261" y="20073"/>
                  <a:pt x="5351" y="20126"/>
                  <a:pt x="5441" y="20178"/>
                </a:cubicBezTo>
                <a:lnTo>
                  <a:pt x="20178" y="5441"/>
                </a:lnTo>
                <a:cubicBezTo>
                  <a:pt x="20126" y="5351"/>
                  <a:pt x="20073" y="5261"/>
                  <a:pt x="20019" y="5172"/>
                </a:cubicBezTo>
                <a:close/>
                <a:moveTo>
                  <a:pt x="20369" y="5782"/>
                </a:moveTo>
                <a:lnTo>
                  <a:pt x="5782" y="20369"/>
                </a:lnTo>
                <a:cubicBezTo>
                  <a:pt x="5877" y="20419"/>
                  <a:pt x="5974" y="20463"/>
                  <a:pt x="6071" y="20510"/>
                </a:cubicBezTo>
                <a:lnTo>
                  <a:pt x="20510" y="6071"/>
                </a:lnTo>
                <a:cubicBezTo>
                  <a:pt x="20463" y="5975"/>
                  <a:pt x="20419" y="5878"/>
                  <a:pt x="20369" y="5782"/>
                </a:cubicBezTo>
                <a:close/>
                <a:moveTo>
                  <a:pt x="20679" y="6434"/>
                </a:moveTo>
                <a:lnTo>
                  <a:pt x="6434" y="20679"/>
                </a:lnTo>
                <a:cubicBezTo>
                  <a:pt x="6534" y="20723"/>
                  <a:pt x="6633" y="20769"/>
                  <a:pt x="6734" y="20809"/>
                </a:cubicBezTo>
                <a:lnTo>
                  <a:pt x="20809" y="6735"/>
                </a:lnTo>
                <a:cubicBezTo>
                  <a:pt x="20769" y="6634"/>
                  <a:pt x="20723" y="6534"/>
                  <a:pt x="20679" y="6434"/>
                </a:cubicBezTo>
                <a:close/>
                <a:moveTo>
                  <a:pt x="20956" y="7121"/>
                </a:moveTo>
                <a:lnTo>
                  <a:pt x="7120" y="20956"/>
                </a:lnTo>
                <a:cubicBezTo>
                  <a:pt x="7226" y="20994"/>
                  <a:pt x="7333" y="21030"/>
                  <a:pt x="7439" y="21065"/>
                </a:cubicBezTo>
                <a:lnTo>
                  <a:pt x="21065" y="7439"/>
                </a:lnTo>
                <a:cubicBezTo>
                  <a:pt x="21030" y="7333"/>
                  <a:pt x="20994" y="7226"/>
                  <a:pt x="20956" y="7121"/>
                </a:cubicBezTo>
                <a:close/>
                <a:moveTo>
                  <a:pt x="21190" y="7848"/>
                </a:moveTo>
                <a:lnTo>
                  <a:pt x="7848" y="21190"/>
                </a:lnTo>
                <a:cubicBezTo>
                  <a:pt x="7960" y="21221"/>
                  <a:pt x="8073" y="21252"/>
                  <a:pt x="8186" y="21280"/>
                </a:cubicBezTo>
                <a:lnTo>
                  <a:pt x="21280" y="8186"/>
                </a:lnTo>
                <a:cubicBezTo>
                  <a:pt x="21252" y="8073"/>
                  <a:pt x="21221" y="7960"/>
                  <a:pt x="21190" y="7848"/>
                </a:cubicBezTo>
                <a:close/>
                <a:moveTo>
                  <a:pt x="21378" y="8623"/>
                </a:moveTo>
                <a:lnTo>
                  <a:pt x="8623" y="21378"/>
                </a:lnTo>
                <a:cubicBezTo>
                  <a:pt x="8743" y="21402"/>
                  <a:pt x="8863" y="21424"/>
                  <a:pt x="8984" y="21445"/>
                </a:cubicBezTo>
                <a:lnTo>
                  <a:pt x="21445" y="8984"/>
                </a:lnTo>
                <a:cubicBezTo>
                  <a:pt x="21424" y="8864"/>
                  <a:pt x="21402" y="8743"/>
                  <a:pt x="21378" y="8623"/>
                </a:cubicBezTo>
                <a:close/>
                <a:moveTo>
                  <a:pt x="21514" y="9448"/>
                </a:moveTo>
                <a:lnTo>
                  <a:pt x="9447" y="21514"/>
                </a:lnTo>
                <a:cubicBezTo>
                  <a:pt x="9576" y="21530"/>
                  <a:pt x="9704" y="21546"/>
                  <a:pt x="9833" y="21557"/>
                </a:cubicBezTo>
                <a:lnTo>
                  <a:pt x="21557" y="9834"/>
                </a:lnTo>
                <a:cubicBezTo>
                  <a:pt x="21546" y="9705"/>
                  <a:pt x="21530" y="9576"/>
                  <a:pt x="21514" y="9448"/>
                </a:cubicBezTo>
                <a:close/>
                <a:moveTo>
                  <a:pt x="21590" y="10333"/>
                </a:moveTo>
                <a:lnTo>
                  <a:pt x="10332" y="21590"/>
                </a:lnTo>
                <a:cubicBezTo>
                  <a:pt x="10473" y="21596"/>
                  <a:pt x="10613" y="21599"/>
                  <a:pt x="10753" y="21600"/>
                </a:cubicBezTo>
                <a:lnTo>
                  <a:pt x="21600" y="10754"/>
                </a:lnTo>
                <a:cubicBezTo>
                  <a:pt x="21599" y="10613"/>
                  <a:pt x="21596" y="10473"/>
                  <a:pt x="21590" y="10333"/>
                </a:cubicBezTo>
                <a:close/>
                <a:moveTo>
                  <a:pt x="21590" y="11296"/>
                </a:moveTo>
                <a:lnTo>
                  <a:pt x="11295" y="21590"/>
                </a:lnTo>
                <a:cubicBezTo>
                  <a:pt x="11449" y="21583"/>
                  <a:pt x="11603" y="21572"/>
                  <a:pt x="11757" y="21558"/>
                </a:cubicBezTo>
                <a:lnTo>
                  <a:pt x="21558" y="11757"/>
                </a:lnTo>
                <a:cubicBezTo>
                  <a:pt x="21572" y="11603"/>
                  <a:pt x="21583" y="11450"/>
                  <a:pt x="21590" y="11296"/>
                </a:cubicBezTo>
                <a:close/>
                <a:moveTo>
                  <a:pt x="21489" y="12358"/>
                </a:moveTo>
                <a:lnTo>
                  <a:pt x="12358" y="21489"/>
                </a:lnTo>
                <a:cubicBezTo>
                  <a:pt x="12531" y="21464"/>
                  <a:pt x="12703" y="21434"/>
                  <a:pt x="12876" y="21400"/>
                </a:cubicBezTo>
                <a:lnTo>
                  <a:pt x="21400" y="12876"/>
                </a:lnTo>
                <a:cubicBezTo>
                  <a:pt x="21434" y="12704"/>
                  <a:pt x="21464" y="12531"/>
                  <a:pt x="21489" y="12358"/>
                </a:cubicBezTo>
                <a:close/>
                <a:moveTo>
                  <a:pt x="21239" y="13569"/>
                </a:moveTo>
                <a:lnTo>
                  <a:pt x="13569" y="21239"/>
                </a:lnTo>
                <a:cubicBezTo>
                  <a:pt x="13774" y="21185"/>
                  <a:pt x="13978" y="21125"/>
                  <a:pt x="14181" y="21058"/>
                </a:cubicBezTo>
                <a:lnTo>
                  <a:pt x="21058" y="14181"/>
                </a:lnTo>
                <a:cubicBezTo>
                  <a:pt x="21125" y="13978"/>
                  <a:pt x="21185" y="13774"/>
                  <a:pt x="21239" y="13569"/>
                </a:cubicBezTo>
                <a:close/>
                <a:moveTo>
                  <a:pt x="20736" y="15035"/>
                </a:moveTo>
                <a:lnTo>
                  <a:pt x="15035" y="20736"/>
                </a:lnTo>
                <a:cubicBezTo>
                  <a:pt x="15310" y="20619"/>
                  <a:pt x="15581" y="20493"/>
                  <a:pt x="15848" y="20352"/>
                </a:cubicBezTo>
                <a:lnTo>
                  <a:pt x="20352" y="15848"/>
                </a:lnTo>
                <a:cubicBezTo>
                  <a:pt x="20493" y="15581"/>
                  <a:pt x="20619" y="15310"/>
                  <a:pt x="20736" y="15035"/>
                </a:cubicBezTo>
                <a:close/>
                <a:moveTo>
                  <a:pt x="19400" y="17332"/>
                </a:moveTo>
                <a:lnTo>
                  <a:pt x="17332" y="19400"/>
                </a:lnTo>
                <a:cubicBezTo>
                  <a:pt x="17716" y="19108"/>
                  <a:pt x="18087" y="18789"/>
                  <a:pt x="18438" y="18438"/>
                </a:cubicBezTo>
                <a:cubicBezTo>
                  <a:pt x="18788" y="18087"/>
                  <a:pt x="19107" y="17716"/>
                  <a:pt x="19400" y="17332"/>
                </a:cubicBezTo>
                <a:close/>
              </a:path>
            </a:pathLst>
          </a:custGeom>
          <a:solidFill>
            <a:schemeClr val="accent4"/>
          </a:solidFill>
          <a:ln w="12700">
            <a:miter lim="400000"/>
          </a:ln>
        </p:spPr>
        <p:txBody>
          <a:bodyPr lIns="0" tIns="0" rIns="0" bIns="0" anchor="ctr"/>
          <a:lstStyle/>
          <a:p>
            <a:pPr marL="0" marR="0" lvl="0" indent="0" algn="ctr" defTabSz="8255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 kumimoji="0" sz="32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Helvetica Neue Medium"/>
              <a:sym typeface="Helvetica Neue Medium"/>
            </a:endParaRPr>
          </a:p>
        </p:txBody>
      </p:sp>
      <p:sp>
        <p:nvSpPr>
          <p:cNvPr id="219" name="Shape">
            <a:extLst>
              <a:ext uri="{FF2B5EF4-FFF2-40B4-BE49-F238E27FC236}">
                <a16:creationId xmlns:a16="http://schemas.microsoft.com/office/drawing/2014/main" id="{99360283-44E4-B97C-8F43-61AA9E354399}"/>
              </a:ext>
            </a:extLst>
          </p:cNvPr>
          <p:cNvSpPr/>
          <p:nvPr/>
        </p:nvSpPr>
        <p:spPr>
          <a:xfrm>
            <a:off x="11727838" y="12253507"/>
            <a:ext cx="4276957" cy="427713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800" y="0"/>
                </a:moveTo>
                <a:cubicBezTo>
                  <a:pt x="10787" y="0"/>
                  <a:pt x="10773" y="1"/>
                  <a:pt x="10759" y="1"/>
                </a:cubicBezTo>
                <a:lnTo>
                  <a:pt x="1" y="10760"/>
                </a:lnTo>
                <a:cubicBezTo>
                  <a:pt x="0" y="10900"/>
                  <a:pt x="3" y="11040"/>
                  <a:pt x="8" y="11181"/>
                </a:cubicBezTo>
                <a:lnTo>
                  <a:pt x="11180" y="9"/>
                </a:lnTo>
                <a:cubicBezTo>
                  <a:pt x="11054" y="4"/>
                  <a:pt x="10927" y="0"/>
                  <a:pt x="10800" y="0"/>
                </a:cubicBezTo>
                <a:close/>
                <a:moveTo>
                  <a:pt x="10211" y="17"/>
                </a:moveTo>
                <a:cubicBezTo>
                  <a:pt x="10057" y="25"/>
                  <a:pt x="9903" y="36"/>
                  <a:pt x="9748" y="51"/>
                </a:cubicBezTo>
                <a:lnTo>
                  <a:pt x="50" y="9749"/>
                </a:lnTo>
                <a:cubicBezTo>
                  <a:pt x="35" y="9903"/>
                  <a:pt x="25" y="10057"/>
                  <a:pt x="16" y="10212"/>
                </a:cubicBezTo>
                <a:lnTo>
                  <a:pt x="10211" y="17"/>
                </a:lnTo>
                <a:close/>
                <a:moveTo>
                  <a:pt x="11683" y="38"/>
                </a:moveTo>
                <a:lnTo>
                  <a:pt x="38" y="11684"/>
                </a:lnTo>
                <a:cubicBezTo>
                  <a:pt x="48" y="11814"/>
                  <a:pt x="62" y="11944"/>
                  <a:pt x="78" y="12075"/>
                </a:cubicBezTo>
                <a:lnTo>
                  <a:pt x="12074" y="78"/>
                </a:lnTo>
                <a:cubicBezTo>
                  <a:pt x="11944" y="63"/>
                  <a:pt x="11814" y="49"/>
                  <a:pt x="11683" y="38"/>
                </a:cubicBezTo>
                <a:close/>
                <a:moveTo>
                  <a:pt x="9136" y="131"/>
                </a:moveTo>
                <a:cubicBezTo>
                  <a:pt x="8960" y="158"/>
                  <a:pt x="8786" y="190"/>
                  <a:pt x="8611" y="226"/>
                </a:cubicBezTo>
                <a:lnTo>
                  <a:pt x="226" y="8611"/>
                </a:lnTo>
                <a:cubicBezTo>
                  <a:pt x="190" y="8786"/>
                  <a:pt x="157" y="8961"/>
                  <a:pt x="130" y="9137"/>
                </a:cubicBezTo>
                <a:lnTo>
                  <a:pt x="9136" y="131"/>
                </a:lnTo>
                <a:close/>
                <a:moveTo>
                  <a:pt x="12541" y="143"/>
                </a:moveTo>
                <a:lnTo>
                  <a:pt x="143" y="12541"/>
                </a:lnTo>
                <a:cubicBezTo>
                  <a:pt x="163" y="12663"/>
                  <a:pt x="183" y="12785"/>
                  <a:pt x="207" y="12906"/>
                </a:cubicBezTo>
                <a:lnTo>
                  <a:pt x="12906" y="208"/>
                </a:lnTo>
                <a:cubicBezTo>
                  <a:pt x="12785" y="184"/>
                  <a:pt x="12663" y="163"/>
                  <a:pt x="12541" y="143"/>
                </a:cubicBezTo>
                <a:close/>
                <a:moveTo>
                  <a:pt x="13343" y="303"/>
                </a:moveTo>
                <a:lnTo>
                  <a:pt x="303" y="13343"/>
                </a:lnTo>
                <a:cubicBezTo>
                  <a:pt x="330" y="13456"/>
                  <a:pt x="361" y="13569"/>
                  <a:pt x="392" y="13682"/>
                </a:cubicBezTo>
                <a:lnTo>
                  <a:pt x="13682" y="393"/>
                </a:lnTo>
                <a:cubicBezTo>
                  <a:pt x="13569" y="362"/>
                  <a:pt x="13456" y="331"/>
                  <a:pt x="13343" y="303"/>
                </a:cubicBezTo>
                <a:close/>
                <a:moveTo>
                  <a:pt x="7909" y="395"/>
                </a:moveTo>
                <a:cubicBezTo>
                  <a:pt x="7701" y="452"/>
                  <a:pt x="7495" y="515"/>
                  <a:pt x="7290" y="585"/>
                </a:cubicBezTo>
                <a:lnTo>
                  <a:pt x="584" y="7290"/>
                </a:lnTo>
                <a:cubicBezTo>
                  <a:pt x="514" y="7495"/>
                  <a:pt x="452" y="7702"/>
                  <a:pt x="394" y="7909"/>
                </a:cubicBezTo>
                <a:lnTo>
                  <a:pt x="7909" y="395"/>
                </a:lnTo>
                <a:close/>
                <a:moveTo>
                  <a:pt x="14094" y="515"/>
                </a:moveTo>
                <a:lnTo>
                  <a:pt x="514" y="14094"/>
                </a:lnTo>
                <a:cubicBezTo>
                  <a:pt x="549" y="14202"/>
                  <a:pt x="583" y="14310"/>
                  <a:pt x="620" y="14417"/>
                </a:cubicBezTo>
                <a:lnTo>
                  <a:pt x="14417" y="621"/>
                </a:lnTo>
                <a:cubicBezTo>
                  <a:pt x="14310" y="583"/>
                  <a:pt x="14202" y="549"/>
                  <a:pt x="14094" y="515"/>
                </a:cubicBezTo>
                <a:close/>
                <a:moveTo>
                  <a:pt x="14804" y="767"/>
                </a:moveTo>
                <a:lnTo>
                  <a:pt x="767" y="14804"/>
                </a:lnTo>
                <a:cubicBezTo>
                  <a:pt x="807" y="14905"/>
                  <a:pt x="851" y="15004"/>
                  <a:pt x="894" y="15104"/>
                </a:cubicBezTo>
                <a:lnTo>
                  <a:pt x="15104" y="895"/>
                </a:lnTo>
                <a:cubicBezTo>
                  <a:pt x="15004" y="852"/>
                  <a:pt x="14905" y="807"/>
                  <a:pt x="14804" y="767"/>
                </a:cubicBezTo>
                <a:close/>
                <a:moveTo>
                  <a:pt x="6411" y="932"/>
                </a:moveTo>
                <a:cubicBezTo>
                  <a:pt x="6118" y="1062"/>
                  <a:pt x="5831" y="1206"/>
                  <a:pt x="5549" y="1363"/>
                </a:cubicBezTo>
                <a:lnTo>
                  <a:pt x="1362" y="5549"/>
                </a:lnTo>
                <a:cubicBezTo>
                  <a:pt x="1205" y="5832"/>
                  <a:pt x="1061" y="6119"/>
                  <a:pt x="931" y="6411"/>
                </a:cubicBezTo>
                <a:lnTo>
                  <a:pt x="6411" y="932"/>
                </a:lnTo>
                <a:close/>
                <a:moveTo>
                  <a:pt x="15470" y="1061"/>
                </a:moveTo>
                <a:lnTo>
                  <a:pt x="1060" y="15471"/>
                </a:lnTo>
                <a:cubicBezTo>
                  <a:pt x="1106" y="15567"/>
                  <a:pt x="1153" y="15664"/>
                  <a:pt x="1202" y="15759"/>
                </a:cubicBezTo>
                <a:lnTo>
                  <a:pt x="15759" y="1203"/>
                </a:lnTo>
                <a:cubicBezTo>
                  <a:pt x="15663" y="1153"/>
                  <a:pt x="15567" y="1107"/>
                  <a:pt x="15470" y="1061"/>
                </a:cubicBezTo>
                <a:close/>
                <a:moveTo>
                  <a:pt x="16103" y="1391"/>
                </a:moveTo>
                <a:lnTo>
                  <a:pt x="1391" y="16103"/>
                </a:lnTo>
                <a:cubicBezTo>
                  <a:pt x="1442" y="16194"/>
                  <a:pt x="1494" y="16285"/>
                  <a:pt x="1549" y="16375"/>
                </a:cubicBezTo>
                <a:lnTo>
                  <a:pt x="16375" y="1549"/>
                </a:lnTo>
                <a:cubicBezTo>
                  <a:pt x="16285" y="1495"/>
                  <a:pt x="16194" y="1442"/>
                  <a:pt x="16103" y="1391"/>
                </a:cubicBezTo>
                <a:close/>
                <a:moveTo>
                  <a:pt x="16703" y="1754"/>
                </a:moveTo>
                <a:lnTo>
                  <a:pt x="1753" y="16703"/>
                </a:lnTo>
                <a:cubicBezTo>
                  <a:pt x="1809" y="16788"/>
                  <a:pt x="1869" y="16872"/>
                  <a:pt x="1928" y="16956"/>
                </a:cubicBezTo>
                <a:lnTo>
                  <a:pt x="16956" y="1928"/>
                </a:lnTo>
                <a:cubicBezTo>
                  <a:pt x="16872" y="1869"/>
                  <a:pt x="16788" y="1810"/>
                  <a:pt x="16703" y="1754"/>
                </a:cubicBezTo>
                <a:close/>
                <a:moveTo>
                  <a:pt x="17267" y="2151"/>
                </a:moveTo>
                <a:lnTo>
                  <a:pt x="2151" y="17267"/>
                </a:lnTo>
                <a:cubicBezTo>
                  <a:pt x="2212" y="17349"/>
                  <a:pt x="2274" y="17430"/>
                  <a:pt x="2338" y="17510"/>
                </a:cubicBezTo>
                <a:lnTo>
                  <a:pt x="17510" y="2338"/>
                </a:lnTo>
                <a:cubicBezTo>
                  <a:pt x="17430" y="2275"/>
                  <a:pt x="17349" y="2212"/>
                  <a:pt x="17267" y="2151"/>
                </a:cubicBezTo>
                <a:close/>
                <a:moveTo>
                  <a:pt x="3805" y="2574"/>
                </a:moveTo>
                <a:cubicBezTo>
                  <a:pt x="3586" y="2761"/>
                  <a:pt x="3370" y="2956"/>
                  <a:pt x="3163" y="3163"/>
                </a:cubicBezTo>
                <a:cubicBezTo>
                  <a:pt x="2955" y="3371"/>
                  <a:pt x="2761" y="3586"/>
                  <a:pt x="2574" y="3806"/>
                </a:cubicBezTo>
                <a:lnTo>
                  <a:pt x="3805" y="2574"/>
                </a:lnTo>
                <a:close/>
                <a:moveTo>
                  <a:pt x="17801" y="2579"/>
                </a:moveTo>
                <a:lnTo>
                  <a:pt x="2579" y="17801"/>
                </a:lnTo>
                <a:cubicBezTo>
                  <a:pt x="2645" y="17878"/>
                  <a:pt x="2709" y="17957"/>
                  <a:pt x="2777" y="18032"/>
                </a:cubicBezTo>
                <a:lnTo>
                  <a:pt x="18032" y="2777"/>
                </a:lnTo>
                <a:cubicBezTo>
                  <a:pt x="17957" y="2709"/>
                  <a:pt x="17878" y="2645"/>
                  <a:pt x="17801" y="2579"/>
                </a:cubicBezTo>
                <a:close/>
                <a:moveTo>
                  <a:pt x="18304" y="3036"/>
                </a:moveTo>
                <a:lnTo>
                  <a:pt x="3036" y="18304"/>
                </a:lnTo>
                <a:cubicBezTo>
                  <a:pt x="3079" y="18349"/>
                  <a:pt x="3119" y="18394"/>
                  <a:pt x="3163" y="18438"/>
                </a:cubicBezTo>
                <a:cubicBezTo>
                  <a:pt x="3191" y="18466"/>
                  <a:pt x="3222" y="18492"/>
                  <a:pt x="3250" y="18521"/>
                </a:cubicBezTo>
                <a:lnTo>
                  <a:pt x="18521" y="3251"/>
                </a:lnTo>
                <a:cubicBezTo>
                  <a:pt x="18492" y="3222"/>
                  <a:pt x="18466" y="3192"/>
                  <a:pt x="18438" y="3163"/>
                </a:cubicBezTo>
                <a:cubicBezTo>
                  <a:pt x="18394" y="3119"/>
                  <a:pt x="18348" y="3079"/>
                  <a:pt x="18304" y="3036"/>
                </a:cubicBezTo>
                <a:close/>
                <a:moveTo>
                  <a:pt x="18781" y="3523"/>
                </a:moveTo>
                <a:lnTo>
                  <a:pt x="3522" y="18781"/>
                </a:lnTo>
                <a:cubicBezTo>
                  <a:pt x="3598" y="18850"/>
                  <a:pt x="3676" y="18915"/>
                  <a:pt x="3753" y="18982"/>
                </a:cubicBezTo>
                <a:lnTo>
                  <a:pt x="18982" y="3753"/>
                </a:lnTo>
                <a:cubicBezTo>
                  <a:pt x="18915" y="3676"/>
                  <a:pt x="18850" y="3598"/>
                  <a:pt x="18781" y="3523"/>
                </a:cubicBezTo>
                <a:close/>
                <a:moveTo>
                  <a:pt x="19224" y="4041"/>
                </a:moveTo>
                <a:lnTo>
                  <a:pt x="4041" y="19224"/>
                </a:lnTo>
                <a:cubicBezTo>
                  <a:pt x="4121" y="19289"/>
                  <a:pt x="4202" y="19350"/>
                  <a:pt x="4283" y="19412"/>
                </a:cubicBezTo>
                <a:lnTo>
                  <a:pt x="19412" y="4283"/>
                </a:lnTo>
                <a:cubicBezTo>
                  <a:pt x="19350" y="4202"/>
                  <a:pt x="19289" y="4121"/>
                  <a:pt x="19224" y="4041"/>
                </a:cubicBezTo>
                <a:close/>
                <a:moveTo>
                  <a:pt x="19637" y="4591"/>
                </a:moveTo>
                <a:lnTo>
                  <a:pt x="4591" y="19637"/>
                </a:lnTo>
                <a:cubicBezTo>
                  <a:pt x="4675" y="19696"/>
                  <a:pt x="4758" y="19757"/>
                  <a:pt x="4843" y="19813"/>
                </a:cubicBezTo>
                <a:lnTo>
                  <a:pt x="19813" y="4844"/>
                </a:lnTo>
                <a:cubicBezTo>
                  <a:pt x="19757" y="4758"/>
                  <a:pt x="19696" y="4675"/>
                  <a:pt x="19637" y="4591"/>
                </a:cubicBezTo>
                <a:close/>
                <a:moveTo>
                  <a:pt x="20019" y="5172"/>
                </a:moveTo>
                <a:lnTo>
                  <a:pt x="5172" y="20019"/>
                </a:lnTo>
                <a:cubicBezTo>
                  <a:pt x="5261" y="20073"/>
                  <a:pt x="5351" y="20126"/>
                  <a:pt x="5441" y="20178"/>
                </a:cubicBezTo>
                <a:lnTo>
                  <a:pt x="20178" y="5441"/>
                </a:lnTo>
                <a:cubicBezTo>
                  <a:pt x="20126" y="5351"/>
                  <a:pt x="20073" y="5261"/>
                  <a:pt x="20019" y="5172"/>
                </a:cubicBezTo>
                <a:close/>
                <a:moveTo>
                  <a:pt x="20369" y="5782"/>
                </a:moveTo>
                <a:lnTo>
                  <a:pt x="5782" y="20369"/>
                </a:lnTo>
                <a:cubicBezTo>
                  <a:pt x="5877" y="20419"/>
                  <a:pt x="5974" y="20463"/>
                  <a:pt x="6071" y="20510"/>
                </a:cubicBezTo>
                <a:lnTo>
                  <a:pt x="20510" y="6071"/>
                </a:lnTo>
                <a:cubicBezTo>
                  <a:pt x="20463" y="5975"/>
                  <a:pt x="20419" y="5878"/>
                  <a:pt x="20369" y="5782"/>
                </a:cubicBezTo>
                <a:close/>
                <a:moveTo>
                  <a:pt x="20679" y="6434"/>
                </a:moveTo>
                <a:lnTo>
                  <a:pt x="6434" y="20679"/>
                </a:lnTo>
                <a:cubicBezTo>
                  <a:pt x="6534" y="20723"/>
                  <a:pt x="6633" y="20769"/>
                  <a:pt x="6734" y="20809"/>
                </a:cubicBezTo>
                <a:lnTo>
                  <a:pt x="20809" y="6735"/>
                </a:lnTo>
                <a:cubicBezTo>
                  <a:pt x="20769" y="6634"/>
                  <a:pt x="20723" y="6534"/>
                  <a:pt x="20679" y="6434"/>
                </a:cubicBezTo>
                <a:close/>
                <a:moveTo>
                  <a:pt x="20956" y="7121"/>
                </a:moveTo>
                <a:lnTo>
                  <a:pt x="7120" y="20956"/>
                </a:lnTo>
                <a:cubicBezTo>
                  <a:pt x="7226" y="20994"/>
                  <a:pt x="7333" y="21030"/>
                  <a:pt x="7439" y="21065"/>
                </a:cubicBezTo>
                <a:lnTo>
                  <a:pt x="21065" y="7439"/>
                </a:lnTo>
                <a:cubicBezTo>
                  <a:pt x="21030" y="7333"/>
                  <a:pt x="20994" y="7226"/>
                  <a:pt x="20956" y="7121"/>
                </a:cubicBezTo>
                <a:close/>
                <a:moveTo>
                  <a:pt x="21190" y="7848"/>
                </a:moveTo>
                <a:lnTo>
                  <a:pt x="7848" y="21190"/>
                </a:lnTo>
                <a:cubicBezTo>
                  <a:pt x="7960" y="21221"/>
                  <a:pt x="8073" y="21252"/>
                  <a:pt x="8186" y="21280"/>
                </a:cubicBezTo>
                <a:lnTo>
                  <a:pt x="21280" y="8186"/>
                </a:lnTo>
                <a:cubicBezTo>
                  <a:pt x="21252" y="8073"/>
                  <a:pt x="21221" y="7960"/>
                  <a:pt x="21190" y="7848"/>
                </a:cubicBezTo>
                <a:close/>
                <a:moveTo>
                  <a:pt x="21378" y="8623"/>
                </a:moveTo>
                <a:lnTo>
                  <a:pt x="8623" y="21378"/>
                </a:lnTo>
                <a:cubicBezTo>
                  <a:pt x="8743" y="21402"/>
                  <a:pt x="8863" y="21424"/>
                  <a:pt x="8984" y="21445"/>
                </a:cubicBezTo>
                <a:lnTo>
                  <a:pt x="21445" y="8984"/>
                </a:lnTo>
                <a:cubicBezTo>
                  <a:pt x="21424" y="8864"/>
                  <a:pt x="21402" y="8743"/>
                  <a:pt x="21378" y="8623"/>
                </a:cubicBezTo>
                <a:close/>
                <a:moveTo>
                  <a:pt x="21514" y="9448"/>
                </a:moveTo>
                <a:lnTo>
                  <a:pt x="9447" y="21514"/>
                </a:lnTo>
                <a:cubicBezTo>
                  <a:pt x="9576" y="21530"/>
                  <a:pt x="9704" y="21546"/>
                  <a:pt x="9833" y="21557"/>
                </a:cubicBezTo>
                <a:lnTo>
                  <a:pt x="21557" y="9834"/>
                </a:lnTo>
                <a:cubicBezTo>
                  <a:pt x="21546" y="9705"/>
                  <a:pt x="21530" y="9576"/>
                  <a:pt x="21514" y="9448"/>
                </a:cubicBezTo>
                <a:close/>
                <a:moveTo>
                  <a:pt x="21590" y="10333"/>
                </a:moveTo>
                <a:lnTo>
                  <a:pt x="10332" y="21590"/>
                </a:lnTo>
                <a:cubicBezTo>
                  <a:pt x="10473" y="21596"/>
                  <a:pt x="10613" y="21599"/>
                  <a:pt x="10753" y="21600"/>
                </a:cubicBezTo>
                <a:lnTo>
                  <a:pt x="21600" y="10754"/>
                </a:lnTo>
                <a:cubicBezTo>
                  <a:pt x="21599" y="10613"/>
                  <a:pt x="21596" y="10473"/>
                  <a:pt x="21590" y="10333"/>
                </a:cubicBezTo>
                <a:close/>
                <a:moveTo>
                  <a:pt x="21590" y="11296"/>
                </a:moveTo>
                <a:lnTo>
                  <a:pt x="11295" y="21590"/>
                </a:lnTo>
                <a:cubicBezTo>
                  <a:pt x="11449" y="21583"/>
                  <a:pt x="11603" y="21572"/>
                  <a:pt x="11757" y="21558"/>
                </a:cubicBezTo>
                <a:lnTo>
                  <a:pt x="21558" y="11757"/>
                </a:lnTo>
                <a:cubicBezTo>
                  <a:pt x="21572" y="11603"/>
                  <a:pt x="21583" y="11450"/>
                  <a:pt x="21590" y="11296"/>
                </a:cubicBezTo>
                <a:close/>
                <a:moveTo>
                  <a:pt x="21489" y="12358"/>
                </a:moveTo>
                <a:lnTo>
                  <a:pt x="12358" y="21489"/>
                </a:lnTo>
                <a:cubicBezTo>
                  <a:pt x="12531" y="21464"/>
                  <a:pt x="12703" y="21434"/>
                  <a:pt x="12876" y="21400"/>
                </a:cubicBezTo>
                <a:lnTo>
                  <a:pt x="21400" y="12876"/>
                </a:lnTo>
                <a:cubicBezTo>
                  <a:pt x="21434" y="12704"/>
                  <a:pt x="21464" y="12531"/>
                  <a:pt x="21489" y="12358"/>
                </a:cubicBezTo>
                <a:close/>
                <a:moveTo>
                  <a:pt x="21239" y="13569"/>
                </a:moveTo>
                <a:lnTo>
                  <a:pt x="13569" y="21239"/>
                </a:lnTo>
                <a:cubicBezTo>
                  <a:pt x="13774" y="21185"/>
                  <a:pt x="13978" y="21125"/>
                  <a:pt x="14181" y="21058"/>
                </a:cubicBezTo>
                <a:lnTo>
                  <a:pt x="21058" y="14181"/>
                </a:lnTo>
                <a:cubicBezTo>
                  <a:pt x="21125" y="13978"/>
                  <a:pt x="21185" y="13774"/>
                  <a:pt x="21239" y="13569"/>
                </a:cubicBezTo>
                <a:close/>
                <a:moveTo>
                  <a:pt x="20736" y="15035"/>
                </a:moveTo>
                <a:lnTo>
                  <a:pt x="15035" y="20736"/>
                </a:lnTo>
                <a:cubicBezTo>
                  <a:pt x="15310" y="20619"/>
                  <a:pt x="15581" y="20493"/>
                  <a:pt x="15848" y="20352"/>
                </a:cubicBezTo>
                <a:lnTo>
                  <a:pt x="20352" y="15848"/>
                </a:lnTo>
                <a:cubicBezTo>
                  <a:pt x="20493" y="15581"/>
                  <a:pt x="20619" y="15310"/>
                  <a:pt x="20736" y="15035"/>
                </a:cubicBezTo>
                <a:close/>
                <a:moveTo>
                  <a:pt x="19400" y="17332"/>
                </a:moveTo>
                <a:lnTo>
                  <a:pt x="17332" y="19400"/>
                </a:lnTo>
                <a:cubicBezTo>
                  <a:pt x="17716" y="19108"/>
                  <a:pt x="18087" y="18789"/>
                  <a:pt x="18438" y="18438"/>
                </a:cubicBezTo>
                <a:cubicBezTo>
                  <a:pt x="18788" y="18087"/>
                  <a:pt x="19107" y="17716"/>
                  <a:pt x="19400" y="17332"/>
                </a:cubicBezTo>
                <a:close/>
              </a:path>
            </a:pathLst>
          </a:custGeom>
          <a:solidFill>
            <a:schemeClr val="accent4"/>
          </a:solidFill>
          <a:ln w="12700">
            <a:miter lim="400000"/>
          </a:ln>
        </p:spPr>
        <p:txBody>
          <a:bodyPr lIns="0" tIns="0" rIns="0" bIns="0" anchor="ctr"/>
          <a:lstStyle/>
          <a:p>
            <a:pPr marL="0" marR="0" lvl="0" indent="0" algn="ctr" defTabSz="8255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 kumimoji="0" sz="32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Helvetica Neue Medium"/>
              <a:sym typeface="Helvetica Neue Medium"/>
            </a:endParaRPr>
          </a:p>
        </p:txBody>
      </p:sp>
      <p:sp>
        <p:nvSpPr>
          <p:cNvPr id="220" name="Shape">
            <a:extLst>
              <a:ext uri="{FF2B5EF4-FFF2-40B4-BE49-F238E27FC236}">
                <a16:creationId xmlns:a16="http://schemas.microsoft.com/office/drawing/2014/main" id="{A51D9932-B1B7-E311-735A-281670696C03}"/>
              </a:ext>
            </a:extLst>
          </p:cNvPr>
          <p:cNvSpPr/>
          <p:nvPr/>
        </p:nvSpPr>
        <p:spPr>
          <a:xfrm>
            <a:off x="22467966" y="8316507"/>
            <a:ext cx="4276957" cy="427713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800" y="0"/>
                </a:moveTo>
                <a:cubicBezTo>
                  <a:pt x="10787" y="0"/>
                  <a:pt x="10773" y="1"/>
                  <a:pt x="10759" y="1"/>
                </a:cubicBezTo>
                <a:lnTo>
                  <a:pt x="1" y="10760"/>
                </a:lnTo>
                <a:cubicBezTo>
                  <a:pt x="0" y="10900"/>
                  <a:pt x="3" y="11040"/>
                  <a:pt x="8" y="11181"/>
                </a:cubicBezTo>
                <a:lnTo>
                  <a:pt x="11180" y="9"/>
                </a:lnTo>
                <a:cubicBezTo>
                  <a:pt x="11054" y="4"/>
                  <a:pt x="10927" y="0"/>
                  <a:pt x="10800" y="0"/>
                </a:cubicBezTo>
                <a:close/>
                <a:moveTo>
                  <a:pt x="10211" y="17"/>
                </a:moveTo>
                <a:cubicBezTo>
                  <a:pt x="10057" y="25"/>
                  <a:pt x="9903" y="36"/>
                  <a:pt x="9748" y="51"/>
                </a:cubicBezTo>
                <a:lnTo>
                  <a:pt x="50" y="9749"/>
                </a:lnTo>
                <a:cubicBezTo>
                  <a:pt x="35" y="9903"/>
                  <a:pt x="25" y="10057"/>
                  <a:pt x="16" y="10212"/>
                </a:cubicBezTo>
                <a:lnTo>
                  <a:pt x="10211" y="17"/>
                </a:lnTo>
                <a:close/>
                <a:moveTo>
                  <a:pt x="11683" y="38"/>
                </a:moveTo>
                <a:lnTo>
                  <a:pt x="38" y="11684"/>
                </a:lnTo>
                <a:cubicBezTo>
                  <a:pt x="48" y="11814"/>
                  <a:pt x="62" y="11944"/>
                  <a:pt x="78" y="12075"/>
                </a:cubicBezTo>
                <a:lnTo>
                  <a:pt x="12074" y="78"/>
                </a:lnTo>
                <a:cubicBezTo>
                  <a:pt x="11944" y="63"/>
                  <a:pt x="11814" y="49"/>
                  <a:pt x="11683" y="38"/>
                </a:cubicBezTo>
                <a:close/>
                <a:moveTo>
                  <a:pt x="9136" y="131"/>
                </a:moveTo>
                <a:cubicBezTo>
                  <a:pt x="8960" y="158"/>
                  <a:pt x="8786" y="190"/>
                  <a:pt x="8611" y="226"/>
                </a:cubicBezTo>
                <a:lnTo>
                  <a:pt x="226" y="8611"/>
                </a:lnTo>
                <a:cubicBezTo>
                  <a:pt x="190" y="8786"/>
                  <a:pt x="157" y="8961"/>
                  <a:pt x="130" y="9137"/>
                </a:cubicBezTo>
                <a:lnTo>
                  <a:pt x="9136" y="131"/>
                </a:lnTo>
                <a:close/>
                <a:moveTo>
                  <a:pt x="12541" y="143"/>
                </a:moveTo>
                <a:lnTo>
                  <a:pt x="143" y="12541"/>
                </a:lnTo>
                <a:cubicBezTo>
                  <a:pt x="163" y="12663"/>
                  <a:pt x="183" y="12785"/>
                  <a:pt x="207" y="12906"/>
                </a:cubicBezTo>
                <a:lnTo>
                  <a:pt x="12906" y="208"/>
                </a:lnTo>
                <a:cubicBezTo>
                  <a:pt x="12785" y="184"/>
                  <a:pt x="12663" y="163"/>
                  <a:pt x="12541" y="143"/>
                </a:cubicBezTo>
                <a:close/>
                <a:moveTo>
                  <a:pt x="13343" y="303"/>
                </a:moveTo>
                <a:lnTo>
                  <a:pt x="303" y="13343"/>
                </a:lnTo>
                <a:cubicBezTo>
                  <a:pt x="330" y="13456"/>
                  <a:pt x="361" y="13569"/>
                  <a:pt x="392" y="13682"/>
                </a:cubicBezTo>
                <a:lnTo>
                  <a:pt x="13682" y="393"/>
                </a:lnTo>
                <a:cubicBezTo>
                  <a:pt x="13569" y="362"/>
                  <a:pt x="13456" y="331"/>
                  <a:pt x="13343" y="303"/>
                </a:cubicBezTo>
                <a:close/>
                <a:moveTo>
                  <a:pt x="7909" y="395"/>
                </a:moveTo>
                <a:cubicBezTo>
                  <a:pt x="7701" y="452"/>
                  <a:pt x="7495" y="515"/>
                  <a:pt x="7290" y="585"/>
                </a:cubicBezTo>
                <a:lnTo>
                  <a:pt x="584" y="7290"/>
                </a:lnTo>
                <a:cubicBezTo>
                  <a:pt x="514" y="7495"/>
                  <a:pt x="452" y="7702"/>
                  <a:pt x="394" y="7909"/>
                </a:cubicBezTo>
                <a:lnTo>
                  <a:pt x="7909" y="395"/>
                </a:lnTo>
                <a:close/>
                <a:moveTo>
                  <a:pt x="14094" y="515"/>
                </a:moveTo>
                <a:lnTo>
                  <a:pt x="514" y="14094"/>
                </a:lnTo>
                <a:cubicBezTo>
                  <a:pt x="549" y="14202"/>
                  <a:pt x="583" y="14310"/>
                  <a:pt x="620" y="14417"/>
                </a:cubicBezTo>
                <a:lnTo>
                  <a:pt x="14417" y="621"/>
                </a:lnTo>
                <a:cubicBezTo>
                  <a:pt x="14310" y="583"/>
                  <a:pt x="14202" y="549"/>
                  <a:pt x="14094" y="515"/>
                </a:cubicBezTo>
                <a:close/>
                <a:moveTo>
                  <a:pt x="14804" y="767"/>
                </a:moveTo>
                <a:lnTo>
                  <a:pt x="767" y="14804"/>
                </a:lnTo>
                <a:cubicBezTo>
                  <a:pt x="807" y="14905"/>
                  <a:pt x="851" y="15004"/>
                  <a:pt x="894" y="15104"/>
                </a:cubicBezTo>
                <a:lnTo>
                  <a:pt x="15104" y="895"/>
                </a:lnTo>
                <a:cubicBezTo>
                  <a:pt x="15004" y="852"/>
                  <a:pt x="14905" y="807"/>
                  <a:pt x="14804" y="767"/>
                </a:cubicBezTo>
                <a:close/>
                <a:moveTo>
                  <a:pt x="6411" y="932"/>
                </a:moveTo>
                <a:cubicBezTo>
                  <a:pt x="6118" y="1062"/>
                  <a:pt x="5831" y="1206"/>
                  <a:pt x="5549" y="1363"/>
                </a:cubicBezTo>
                <a:lnTo>
                  <a:pt x="1362" y="5549"/>
                </a:lnTo>
                <a:cubicBezTo>
                  <a:pt x="1205" y="5832"/>
                  <a:pt x="1061" y="6119"/>
                  <a:pt x="931" y="6411"/>
                </a:cubicBezTo>
                <a:lnTo>
                  <a:pt x="6411" y="932"/>
                </a:lnTo>
                <a:close/>
                <a:moveTo>
                  <a:pt x="15470" y="1061"/>
                </a:moveTo>
                <a:lnTo>
                  <a:pt x="1060" y="15471"/>
                </a:lnTo>
                <a:cubicBezTo>
                  <a:pt x="1106" y="15567"/>
                  <a:pt x="1153" y="15664"/>
                  <a:pt x="1202" y="15759"/>
                </a:cubicBezTo>
                <a:lnTo>
                  <a:pt x="15759" y="1203"/>
                </a:lnTo>
                <a:cubicBezTo>
                  <a:pt x="15663" y="1153"/>
                  <a:pt x="15567" y="1107"/>
                  <a:pt x="15470" y="1061"/>
                </a:cubicBezTo>
                <a:close/>
                <a:moveTo>
                  <a:pt x="16103" y="1391"/>
                </a:moveTo>
                <a:lnTo>
                  <a:pt x="1391" y="16103"/>
                </a:lnTo>
                <a:cubicBezTo>
                  <a:pt x="1442" y="16194"/>
                  <a:pt x="1494" y="16285"/>
                  <a:pt x="1549" y="16375"/>
                </a:cubicBezTo>
                <a:lnTo>
                  <a:pt x="16375" y="1549"/>
                </a:lnTo>
                <a:cubicBezTo>
                  <a:pt x="16285" y="1495"/>
                  <a:pt x="16194" y="1442"/>
                  <a:pt x="16103" y="1391"/>
                </a:cubicBezTo>
                <a:close/>
                <a:moveTo>
                  <a:pt x="16703" y="1754"/>
                </a:moveTo>
                <a:lnTo>
                  <a:pt x="1753" y="16703"/>
                </a:lnTo>
                <a:cubicBezTo>
                  <a:pt x="1809" y="16788"/>
                  <a:pt x="1869" y="16872"/>
                  <a:pt x="1928" y="16956"/>
                </a:cubicBezTo>
                <a:lnTo>
                  <a:pt x="16956" y="1928"/>
                </a:lnTo>
                <a:cubicBezTo>
                  <a:pt x="16872" y="1869"/>
                  <a:pt x="16788" y="1810"/>
                  <a:pt x="16703" y="1754"/>
                </a:cubicBezTo>
                <a:close/>
                <a:moveTo>
                  <a:pt x="17267" y="2151"/>
                </a:moveTo>
                <a:lnTo>
                  <a:pt x="2151" y="17267"/>
                </a:lnTo>
                <a:cubicBezTo>
                  <a:pt x="2212" y="17349"/>
                  <a:pt x="2274" y="17430"/>
                  <a:pt x="2338" y="17510"/>
                </a:cubicBezTo>
                <a:lnTo>
                  <a:pt x="17510" y="2338"/>
                </a:lnTo>
                <a:cubicBezTo>
                  <a:pt x="17430" y="2275"/>
                  <a:pt x="17349" y="2212"/>
                  <a:pt x="17267" y="2151"/>
                </a:cubicBezTo>
                <a:close/>
                <a:moveTo>
                  <a:pt x="3805" y="2574"/>
                </a:moveTo>
                <a:cubicBezTo>
                  <a:pt x="3586" y="2761"/>
                  <a:pt x="3370" y="2956"/>
                  <a:pt x="3163" y="3163"/>
                </a:cubicBezTo>
                <a:cubicBezTo>
                  <a:pt x="2955" y="3371"/>
                  <a:pt x="2761" y="3586"/>
                  <a:pt x="2574" y="3806"/>
                </a:cubicBezTo>
                <a:lnTo>
                  <a:pt x="3805" y="2574"/>
                </a:lnTo>
                <a:close/>
                <a:moveTo>
                  <a:pt x="17801" y="2579"/>
                </a:moveTo>
                <a:lnTo>
                  <a:pt x="2579" y="17801"/>
                </a:lnTo>
                <a:cubicBezTo>
                  <a:pt x="2645" y="17878"/>
                  <a:pt x="2709" y="17957"/>
                  <a:pt x="2777" y="18032"/>
                </a:cubicBezTo>
                <a:lnTo>
                  <a:pt x="18032" y="2777"/>
                </a:lnTo>
                <a:cubicBezTo>
                  <a:pt x="17957" y="2709"/>
                  <a:pt x="17878" y="2645"/>
                  <a:pt x="17801" y="2579"/>
                </a:cubicBezTo>
                <a:close/>
                <a:moveTo>
                  <a:pt x="18304" y="3036"/>
                </a:moveTo>
                <a:lnTo>
                  <a:pt x="3036" y="18304"/>
                </a:lnTo>
                <a:cubicBezTo>
                  <a:pt x="3079" y="18349"/>
                  <a:pt x="3119" y="18394"/>
                  <a:pt x="3163" y="18438"/>
                </a:cubicBezTo>
                <a:cubicBezTo>
                  <a:pt x="3191" y="18466"/>
                  <a:pt x="3222" y="18492"/>
                  <a:pt x="3250" y="18521"/>
                </a:cubicBezTo>
                <a:lnTo>
                  <a:pt x="18521" y="3251"/>
                </a:lnTo>
                <a:cubicBezTo>
                  <a:pt x="18492" y="3222"/>
                  <a:pt x="18466" y="3192"/>
                  <a:pt x="18438" y="3163"/>
                </a:cubicBezTo>
                <a:cubicBezTo>
                  <a:pt x="18394" y="3119"/>
                  <a:pt x="18348" y="3079"/>
                  <a:pt x="18304" y="3036"/>
                </a:cubicBezTo>
                <a:close/>
                <a:moveTo>
                  <a:pt x="18781" y="3523"/>
                </a:moveTo>
                <a:lnTo>
                  <a:pt x="3522" y="18781"/>
                </a:lnTo>
                <a:cubicBezTo>
                  <a:pt x="3598" y="18850"/>
                  <a:pt x="3676" y="18915"/>
                  <a:pt x="3753" y="18982"/>
                </a:cubicBezTo>
                <a:lnTo>
                  <a:pt x="18982" y="3753"/>
                </a:lnTo>
                <a:cubicBezTo>
                  <a:pt x="18915" y="3676"/>
                  <a:pt x="18850" y="3598"/>
                  <a:pt x="18781" y="3523"/>
                </a:cubicBezTo>
                <a:close/>
                <a:moveTo>
                  <a:pt x="19224" y="4041"/>
                </a:moveTo>
                <a:lnTo>
                  <a:pt x="4041" y="19224"/>
                </a:lnTo>
                <a:cubicBezTo>
                  <a:pt x="4121" y="19289"/>
                  <a:pt x="4202" y="19350"/>
                  <a:pt x="4283" y="19412"/>
                </a:cubicBezTo>
                <a:lnTo>
                  <a:pt x="19412" y="4283"/>
                </a:lnTo>
                <a:cubicBezTo>
                  <a:pt x="19350" y="4202"/>
                  <a:pt x="19289" y="4121"/>
                  <a:pt x="19224" y="4041"/>
                </a:cubicBezTo>
                <a:close/>
                <a:moveTo>
                  <a:pt x="19637" y="4591"/>
                </a:moveTo>
                <a:lnTo>
                  <a:pt x="4591" y="19637"/>
                </a:lnTo>
                <a:cubicBezTo>
                  <a:pt x="4675" y="19696"/>
                  <a:pt x="4758" y="19757"/>
                  <a:pt x="4843" y="19813"/>
                </a:cubicBezTo>
                <a:lnTo>
                  <a:pt x="19813" y="4844"/>
                </a:lnTo>
                <a:cubicBezTo>
                  <a:pt x="19757" y="4758"/>
                  <a:pt x="19696" y="4675"/>
                  <a:pt x="19637" y="4591"/>
                </a:cubicBezTo>
                <a:close/>
                <a:moveTo>
                  <a:pt x="20019" y="5172"/>
                </a:moveTo>
                <a:lnTo>
                  <a:pt x="5172" y="20019"/>
                </a:lnTo>
                <a:cubicBezTo>
                  <a:pt x="5261" y="20073"/>
                  <a:pt x="5351" y="20126"/>
                  <a:pt x="5441" y="20178"/>
                </a:cubicBezTo>
                <a:lnTo>
                  <a:pt x="20178" y="5441"/>
                </a:lnTo>
                <a:cubicBezTo>
                  <a:pt x="20126" y="5351"/>
                  <a:pt x="20073" y="5261"/>
                  <a:pt x="20019" y="5172"/>
                </a:cubicBezTo>
                <a:close/>
                <a:moveTo>
                  <a:pt x="20369" y="5782"/>
                </a:moveTo>
                <a:lnTo>
                  <a:pt x="5782" y="20369"/>
                </a:lnTo>
                <a:cubicBezTo>
                  <a:pt x="5877" y="20419"/>
                  <a:pt x="5974" y="20463"/>
                  <a:pt x="6071" y="20510"/>
                </a:cubicBezTo>
                <a:lnTo>
                  <a:pt x="20510" y="6071"/>
                </a:lnTo>
                <a:cubicBezTo>
                  <a:pt x="20463" y="5975"/>
                  <a:pt x="20419" y="5878"/>
                  <a:pt x="20369" y="5782"/>
                </a:cubicBezTo>
                <a:close/>
                <a:moveTo>
                  <a:pt x="20679" y="6434"/>
                </a:moveTo>
                <a:lnTo>
                  <a:pt x="6434" y="20679"/>
                </a:lnTo>
                <a:cubicBezTo>
                  <a:pt x="6534" y="20723"/>
                  <a:pt x="6633" y="20769"/>
                  <a:pt x="6734" y="20809"/>
                </a:cubicBezTo>
                <a:lnTo>
                  <a:pt x="20809" y="6735"/>
                </a:lnTo>
                <a:cubicBezTo>
                  <a:pt x="20769" y="6634"/>
                  <a:pt x="20723" y="6534"/>
                  <a:pt x="20679" y="6434"/>
                </a:cubicBezTo>
                <a:close/>
                <a:moveTo>
                  <a:pt x="20956" y="7121"/>
                </a:moveTo>
                <a:lnTo>
                  <a:pt x="7120" y="20956"/>
                </a:lnTo>
                <a:cubicBezTo>
                  <a:pt x="7226" y="20994"/>
                  <a:pt x="7333" y="21030"/>
                  <a:pt x="7439" y="21065"/>
                </a:cubicBezTo>
                <a:lnTo>
                  <a:pt x="21065" y="7439"/>
                </a:lnTo>
                <a:cubicBezTo>
                  <a:pt x="21030" y="7333"/>
                  <a:pt x="20994" y="7226"/>
                  <a:pt x="20956" y="7121"/>
                </a:cubicBezTo>
                <a:close/>
                <a:moveTo>
                  <a:pt x="21190" y="7848"/>
                </a:moveTo>
                <a:lnTo>
                  <a:pt x="7848" y="21190"/>
                </a:lnTo>
                <a:cubicBezTo>
                  <a:pt x="7960" y="21221"/>
                  <a:pt x="8073" y="21252"/>
                  <a:pt x="8186" y="21280"/>
                </a:cubicBezTo>
                <a:lnTo>
                  <a:pt x="21280" y="8186"/>
                </a:lnTo>
                <a:cubicBezTo>
                  <a:pt x="21252" y="8073"/>
                  <a:pt x="21221" y="7960"/>
                  <a:pt x="21190" y="7848"/>
                </a:cubicBezTo>
                <a:close/>
                <a:moveTo>
                  <a:pt x="21378" y="8623"/>
                </a:moveTo>
                <a:lnTo>
                  <a:pt x="8623" y="21378"/>
                </a:lnTo>
                <a:cubicBezTo>
                  <a:pt x="8743" y="21402"/>
                  <a:pt x="8863" y="21424"/>
                  <a:pt x="8984" y="21445"/>
                </a:cubicBezTo>
                <a:lnTo>
                  <a:pt x="21445" y="8984"/>
                </a:lnTo>
                <a:cubicBezTo>
                  <a:pt x="21424" y="8864"/>
                  <a:pt x="21402" y="8743"/>
                  <a:pt x="21378" y="8623"/>
                </a:cubicBezTo>
                <a:close/>
                <a:moveTo>
                  <a:pt x="21514" y="9448"/>
                </a:moveTo>
                <a:lnTo>
                  <a:pt x="9447" y="21514"/>
                </a:lnTo>
                <a:cubicBezTo>
                  <a:pt x="9576" y="21530"/>
                  <a:pt x="9704" y="21546"/>
                  <a:pt x="9833" y="21557"/>
                </a:cubicBezTo>
                <a:lnTo>
                  <a:pt x="21557" y="9834"/>
                </a:lnTo>
                <a:cubicBezTo>
                  <a:pt x="21546" y="9705"/>
                  <a:pt x="21530" y="9576"/>
                  <a:pt x="21514" y="9448"/>
                </a:cubicBezTo>
                <a:close/>
                <a:moveTo>
                  <a:pt x="21590" y="10333"/>
                </a:moveTo>
                <a:lnTo>
                  <a:pt x="10332" y="21590"/>
                </a:lnTo>
                <a:cubicBezTo>
                  <a:pt x="10473" y="21596"/>
                  <a:pt x="10613" y="21599"/>
                  <a:pt x="10753" y="21600"/>
                </a:cubicBezTo>
                <a:lnTo>
                  <a:pt x="21600" y="10754"/>
                </a:lnTo>
                <a:cubicBezTo>
                  <a:pt x="21599" y="10613"/>
                  <a:pt x="21596" y="10473"/>
                  <a:pt x="21590" y="10333"/>
                </a:cubicBezTo>
                <a:close/>
                <a:moveTo>
                  <a:pt x="21590" y="11296"/>
                </a:moveTo>
                <a:lnTo>
                  <a:pt x="11295" y="21590"/>
                </a:lnTo>
                <a:cubicBezTo>
                  <a:pt x="11449" y="21583"/>
                  <a:pt x="11603" y="21572"/>
                  <a:pt x="11757" y="21558"/>
                </a:cubicBezTo>
                <a:lnTo>
                  <a:pt x="21558" y="11757"/>
                </a:lnTo>
                <a:cubicBezTo>
                  <a:pt x="21572" y="11603"/>
                  <a:pt x="21583" y="11450"/>
                  <a:pt x="21590" y="11296"/>
                </a:cubicBezTo>
                <a:close/>
                <a:moveTo>
                  <a:pt x="21489" y="12358"/>
                </a:moveTo>
                <a:lnTo>
                  <a:pt x="12358" y="21489"/>
                </a:lnTo>
                <a:cubicBezTo>
                  <a:pt x="12531" y="21464"/>
                  <a:pt x="12703" y="21434"/>
                  <a:pt x="12876" y="21400"/>
                </a:cubicBezTo>
                <a:lnTo>
                  <a:pt x="21400" y="12876"/>
                </a:lnTo>
                <a:cubicBezTo>
                  <a:pt x="21434" y="12704"/>
                  <a:pt x="21464" y="12531"/>
                  <a:pt x="21489" y="12358"/>
                </a:cubicBezTo>
                <a:close/>
                <a:moveTo>
                  <a:pt x="21239" y="13569"/>
                </a:moveTo>
                <a:lnTo>
                  <a:pt x="13569" y="21239"/>
                </a:lnTo>
                <a:cubicBezTo>
                  <a:pt x="13774" y="21185"/>
                  <a:pt x="13978" y="21125"/>
                  <a:pt x="14181" y="21058"/>
                </a:cubicBezTo>
                <a:lnTo>
                  <a:pt x="21058" y="14181"/>
                </a:lnTo>
                <a:cubicBezTo>
                  <a:pt x="21125" y="13978"/>
                  <a:pt x="21185" y="13774"/>
                  <a:pt x="21239" y="13569"/>
                </a:cubicBezTo>
                <a:close/>
                <a:moveTo>
                  <a:pt x="20736" y="15035"/>
                </a:moveTo>
                <a:lnTo>
                  <a:pt x="15035" y="20736"/>
                </a:lnTo>
                <a:cubicBezTo>
                  <a:pt x="15310" y="20619"/>
                  <a:pt x="15581" y="20493"/>
                  <a:pt x="15848" y="20352"/>
                </a:cubicBezTo>
                <a:lnTo>
                  <a:pt x="20352" y="15848"/>
                </a:lnTo>
                <a:cubicBezTo>
                  <a:pt x="20493" y="15581"/>
                  <a:pt x="20619" y="15310"/>
                  <a:pt x="20736" y="15035"/>
                </a:cubicBezTo>
                <a:close/>
                <a:moveTo>
                  <a:pt x="19400" y="17332"/>
                </a:moveTo>
                <a:lnTo>
                  <a:pt x="17332" y="19400"/>
                </a:lnTo>
                <a:cubicBezTo>
                  <a:pt x="17716" y="19108"/>
                  <a:pt x="18087" y="18789"/>
                  <a:pt x="18438" y="18438"/>
                </a:cubicBezTo>
                <a:cubicBezTo>
                  <a:pt x="18788" y="18087"/>
                  <a:pt x="19107" y="17716"/>
                  <a:pt x="19400" y="17332"/>
                </a:cubicBezTo>
                <a:close/>
              </a:path>
            </a:pathLst>
          </a:custGeom>
          <a:solidFill>
            <a:schemeClr val="accent4"/>
          </a:solidFill>
          <a:ln w="12700">
            <a:miter lim="400000"/>
          </a:ln>
        </p:spPr>
        <p:txBody>
          <a:bodyPr lIns="0" tIns="0" rIns="0" bIns="0" anchor="ctr"/>
          <a:lstStyle/>
          <a:p>
            <a:pPr marL="0" marR="0" lvl="0" indent="0" algn="ctr" defTabSz="8255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 kumimoji="0" sz="32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Helvetica Neue Medium"/>
              <a:sym typeface="Helvetica Neue Medium"/>
            </a:endParaRPr>
          </a:p>
        </p:txBody>
      </p:sp>
      <p:sp>
        <p:nvSpPr>
          <p:cNvPr id="221" name="Shape">
            <a:extLst>
              <a:ext uri="{FF2B5EF4-FFF2-40B4-BE49-F238E27FC236}">
                <a16:creationId xmlns:a16="http://schemas.microsoft.com/office/drawing/2014/main" id="{DF02CAD2-4252-0E2F-4873-7F21CD19EA1A}"/>
              </a:ext>
            </a:extLst>
          </p:cNvPr>
          <p:cNvSpPr/>
          <p:nvPr/>
        </p:nvSpPr>
        <p:spPr>
          <a:xfrm>
            <a:off x="-9782" y="-14685"/>
            <a:ext cx="5401449" cy="1371951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489" h="21600" extrusionOk="0">
                <a:moveTo>
                  <a:pt x="9876" y="0"/>
                </a:moveTo>
                <a:cubicBezTo>
                  <a:pt x="14909" y="1061"/>
                  <a:pt x="18164" y="3091"/>
                  <a:pt x="18448" y="5345"/>
                </a:cubicBezTo>
                <a:cubicBezTo>
                  <a:pt x="18695" y="7304"/>
                  <a:pt x="16642" y="9198"/>
                  <a:pt x="12885" y="10477"/>
                </a:cubicBezTo>
                <a:cubicBezTo>
                  <a:pt x="8651" y="11730"/>
                  <a:pt x="7084" y="13955"/>
                  <a:pt x="9071" y="15894"/>
                </a:cubicBezTo>
                <a:cubicBezTo>
                  <a:pt x="10355" y="17147"/>
                  <a:pt x="13013" y="18098"/>
                  <a:pt x="16290" y="18479"/>
                </a:cubicBezTo>
                <a:cubicBezTo>
                  <a:pt x="17951" y="18702"/>
                  <a:pt x="19367" y="19144"/>
                  <a:pt x="20305" y="19731"/>
                </a:cubicBezTo>
                <a:cubicBezTo>
                  <a:pt x="21193" y="20288"/>
                  <a:pt x="21600" y="20944"/>
                  <a:pt x="21463" y="21600"/>
                </a:cubicBezTo>
                <a:lnTo>
                  <a:pt x="0" y="21600"/>
                </a:lnTo>
                <a:lnTo>
                  <a:pt x="0" y="1"/>
                </a:lnTo>
                <a:lnTo>
                  <a:pt x="9876" y="0"/>
                </a:lnTo>
                <a:close/>
              </a:path>
            </a:pathLst>
          </a:custGeom>
          <a:solidFill>
            <a:schemeClr val="accent3"/>
          </a:solidFill>
          <a:ln w="12700">
            <a:miter lim="400000"/>
          </a:ln>
          <a:effectLst>
            <a:outerShdw blurRad="914400" dist="25400" dir="5400000" rotWithShape="0">
              <a:srgbClr val="000000">
                <a:alpha val="50000"/>
              </a:srgbClr>
            </a:outerShdw>
          </a:effectLst>
        </p:spPr>
        <p:txBody>
          <a:bodyPr lIns="50800" tIns="50800" rIns="50800" bIns="50800" anchor="ctr"/>
          <a:lstStyle/>
          <a:p>
            <a:pPr marL="0" marR="0" lvl="0" indent="0" algn="ctr" defTabSz="8255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3000" b="1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Helvetica Neue"/>
              <a:sym typeface="Helvetica Neue"/>
            </a:endParaRPr>
          </a:p>
        </p:txBody>
      </p:sp>
      <p:sp>
        <p:nvSpPr>
          <p:cNvPr id="222" name="Shape">
            <a:extLst>
              <a:ext uri="{FF2B5EF4-FFF2-40B4-BE49-F238E27FC236}">
                <a16:creationId xmlns:a16="http://schemas.microsoft.com/office/drawing/2014/main" id="{4FBD5917-AD1E-5CD8-1362-A458EAF4BCF6}"/>
              </a:ext>
            </a:extLst>
          </p:cNvPr>
          <p:cNvSpPr/>
          <p:nvPr/>
        </p:nvSpPr>
        <p:spPr>
          <a:xfrm>
            <a:off x="14077382" y="-26393"/>
            <a:ext cx="10315136" cy="10264133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490" h="20992" extrusionOk="0">
                <a:moveTo>
                  <a:pt x="22" y="0"/>
                </a:moveTo>
                <a:cubicBezTo>
                  <a:pt x="-110" y="1123"/>
                  <a:pt x="362" y="2232"/>
                  <a:pt x="1268" y="2930"/>
                </a:cubicBezTo>
                <a:cubicBezTo>
                  <a:pt x="2187" y="3637"/>
                  <a:pt x="3418" y="3817"/>
                  <a:pt x="4507" y="3403"/>
                </a:cubicBezTo>
                <a:cubicBezTo>
                  <a:pt x="6055" y="2610"/>
                  <a:pt x="7961" y="3061"/>
                  <a:pt x="8970" y="4460"/>
                </a:cubicBezTo>
                <a:cubicBezTo>
                  <a:pt x="9809" y="5622"/>
                  <a:pt x="9807" y="7178"/>
                  <a:pt x="8965" y="8338"/>
                </a:cubicBezTo>
                <a:cubicBezTo>
                  <a:pt x="6771" y="11924"/>
                  <a:pt x="7613" y="16550"/>
                  <a:pt x="10936" y="19169"/>
                </a:cubicBezTo>
                <a:cubicBezTo>
                  <a:pt x="14018" y="21597"/>
                  <a:pt x="18405" y="21600"/>
                  <a:pt x="21490" y="19175"/>
                </a:cubicBezTo>
                <a:lnTo>
                  <a:pt x="21490" y="35"/>
                </a:lnTo>
                <a:lnTo>
                  <a:pt x="22" y="0"/>
                </a:lnTo>
                <a:close/>
              </a:path>
            </a:pathLst>
          </a:custGeom>
          <a:solidFill>
            <a:schemeClr val="accent3"/>
          </a:solidFill>
          <a:ln w="12700">
            <a:miter lim="400000"/>
          </a:ln>
          <a:effectLst>
            <a:outerShdw blurRad="914400" dist="25400" dir="5400000" rotWithShape="0">
              <a:srgbClr val="000000">
                <a:alpha val="50000"/>
              </a:srgbClr>
            </a:outerShdw>
          </a:effectLst>
        </p:spPr>
        <p:txBody>
          <a:bodyPr lIns="50800" tIns="50800" rIns="50800" bIns="50800" anchor="ctr"/>
          <a:lstStyle/>
          <a:p>
            <a:pPr marL="0" marR="0" lvl="0" indent="0" algn="ctr" defTabSz="8255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3000" b="1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Helvetica Neue"/>
              <a:sym typeface="Helvetica Neue"/>
            </a:endParaRPr>
          </a:p>
        </p:txBody>
      </p:sp>
      <p:sp>
        <p:nvSpPr>
          <p:cNvPr id="223" name="Circle">
            <a:extLst>
              <a:ext uri="{FF2B5EF4-FFF2-40B4-BE49-F238E27FC236}">
                <a16:creationId xmlns:a16="http://schemas.microsoft.com/office/drawing/2014/main" id="{DA622FBF-E07D-C8DF-E8F2-91A402FA39FF}"/>
              </a:ext>
            </a:extLst>
          </p:cNvPr>
          <p:cNvSpPr/>
          <p:nvPr/>
        </p:nvSpPr>
        <p:spPr>
          <a:xfrm>
            <a:off x="17006264" y="352354"/>
            <a:ext cx="494973" cy="494972"/>
          </a:xfrm>
          <a:prstGeom prst="ellipse">
            <a:avLst/>
          </a:prstGeom>
          <a:gradFill>
            <a:gsLst>
              <a:gs pos="0">
                <a:schemeClr val="accent2"/>
              </a:gs>
              <a:gs pos="100000">
                <a:schemeClr val="accent1"/>
              </a:gs>
            </a:gsLst>
            <a:lin ang="5400000"/>
          </a:gradFill>
          <a:ln w="12700">
            <a:miter lim="400000"/>
          </a:ln>
        </p:spPr>
        <p:txBody>
          <a:bodyPr lIns="0" tIns="0" rIns="0" bIns="0" anchor="ctr"/>
          <a:lstStyle/>
          <a:p>
            <a:pPr marL="0" marR="0" lvl="0" indent="0" algn="ctr" defTabSz="8255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 kumimoji="0" sz="32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Helvetica Neue Medium"/>
              <a:sym typeface="Helvetica Neue Medium"/>
            </a:endParaRPr>
          </a:p>
        </p:txBody>
      </p:sp>
      <p:sp>
        <p:nvSpPr>
          <p:cNvPr id="224" name="Circle">
            <a:extLst>
              <a:ext uri="{FF2B5EF4-FFF2-40B4-BE49-F238E27FC236}">
                <a16:creationId xmlns:a16="http://schemas.microsoft.com/office/drawing/2014/main" id="{4542F05C-2B75-4BA6-3DB3-606D3EEAC990}"/>
              </a:ext>
            </a:extLst>
          </p:cNvPr>
          <p:cNvSpPr/>
          <p:nvPr/>
        </p:nvSpPr>
        <p:spPr>
          <a:xfrm>
            <a:off x="-564062" y="1321716"/>
            <a:ext cx="1150610" cy="1150611"/>
          </a:xfrm>
          <a:prstGeom prst="ellipse">
            <a:avLst/>
          </a:prstGeom>
          <a:gradFill>
            <a:gsLst>
              <a:gs pos="0">
                <a:schemeClr val="accent2"/>
              </a:gs>
              <a:gs pos="100000">
                <a:schemeClr val="accent1"/>
              </a:gs>
            </a:gsLst>
            <a:lin ang="5400000"/>
          </a:gradFill>
          <a:ln w="12700">
            <a:miter lim="400000"/>
          </a:ln>
        </p:spPr>
        <p:txBody>
          <a:bodyPr lIns="0" tIns="0" rIns="0" bIns="0" anchor="ctr"/>
          <a:lstStyle/>
          <a:p>
            <a:pPr marL="0" marR="0" lvl="0" indent="0" algn="ctr" defTabSz="8255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 kumimoji="0" sz="32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Helvetica Neue Medium"/>
              <a:sym typeface="Helvetica Neue Medium"/>
            </a:endParaRPr>
          </a:p>
        </p:txBody>
      </p:sp>
      <p:sp>
        <p:nvSpPr>
          <p:cNvPr id="225" name="TOPIC #1 - $100 ANSWER">
            <a:extLst>
              <a:ext uri="{FF2B5EF4-FFF2-40B4-BE49-F238E27FC236}">
                <a16:creationId xmlns:a16="http://schemas.microsoft.com/office/drawing/2014/main" id="{F16DA1FD-3489-78C8-2EE1-0480B4308136}"/>
              </a:ext>
            </a:extLst>
          </p:cNvPr>
          <p:cNvSpPr txBox="1"/>
          <p:nvPr/>
        </p:nvSpPr>
        <p:spPr>
          <a:xfrm>
            <a:off x="1318646" y="1076284"/>
            <a:ext cx="23992454" cy="164147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50800" tIns="50800" rIns="50800" bIns="50800" anchor="ctr">
            <a:spAutoFit/>
          </a:bodyPr>
          <a:lstStyle/>
          <a:p>
            <a:pPr marL="0" marR="0" lvl="0" indent="0" algn="l" defTabSz="8255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0000" b="0">
                <a:solidFill>
                  <a:srgbClr val="F6C543"/>
                </a:solidFill>
                <a:latin typeface="Impact"/>
                <a:ea typeface="Impact"/>
                <a:cs typeface="Impact"/>
                <a:sym typeface="Impact"/>
              </a:defRPr>
            </a:pPr>
            <a:r>
              <a:rPr kumimoji="0" lang="en-US" altLang="zh-CN" sz="10000" b="0" i="0" u="none" strike="noStrike" kern="0" cap="none" spc="0" normalizeH="0" baseline="0" noProof="0" dirty="0">
                <a:ln>
                  <a:noFill/>
                </a:ln>
                <a:solidFill>
                  <a:srgbClr val="F6C542"/>
                </a:solidFill>
                <a:effectLst/>
                <a:uLnTx/>
                <a:uFillTx/>
                <a:latin typeface="Impact"/>
                <a:sym typeface="Impact"/>
              </a:rPr>
              <a:t>UNIT #3</a:t>
            </a:r>
            <a:r>
              <a:rPr kumimoji="0" lang="en-US" altLang="zh-CN" sz="10000" b="0" i="0" u="none" strike="noStrike" kern="0" cap="none" spc="0" normalizeH="0" baseline="0" noProof="0" dirty="0">
                <a:ln>
                  <a:noFill/>
                </a:ln>
                <a:solidFill>
                  <a:srgbClr val="F6C543"/>
                </a:solidFill>
                <a:effectLst/>
                <a:uLnTx/>
                <a:uFillTx/>
                <a:latin typeface="Impact"/>
                <a:sym typeface="Impact"/>
              </a:rPr>
              <a:t> </a:t>
            </a:r>
            <a:r>
              <a:rPr kumimoji="0" lang="en-US" altLang="zh-CN" sz="100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Impact"/>
                <a:sym typeface="Impact"/>
              </a:rPr>
              <a:t>–</a:t>
            </a:r>
            <a:r>
              <a:rPr kumimoji="0" lang="zh-CN" altLang="en-US" sz="9600" b="0" i="0" u="none" strike="noStrike" kern="0" cap="none" spc="0" normalizeH="0" baseline="0" noProof="0" dirty="0">
                <a:ln>
                  <a:noFill/>
                </a:ln>
                <a:solidFill>
                  <a:srgbClr val="F6C543"/>
                </a:solidFill>
                <a:effectLst/>
                <a:uLnTx/>
                <a:uFillTx/>
                <a:latin typeface="华文楷体" panose="02010600040101010101" pitchFamily="2" charset="-122"/>
                <a:ea typeface="华文楷体" panose="02010600040101010101" pitchFamily="2" charset="-122"/>
                <a:sym typeface="Impact"/>
              </a:rPr>
              <a:t>回转体的截交线</a:t>
            </a:r>
            <a:endParaRPr kumimoji="0" lang="zh-CN" altLang="en-US" sz="100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华文楷体" panose="02010600040101010101" pitchFamily="2" charset="-122"/>
              <a:ea typeface="华文楷体" panose="02010600040101010101" pitchFamily="2" charset="-122"/>
              <a:sym typeface="Impact"/>
            </a:endParaRPr>
          </a:p>
        </p:txBody>
      </p:sp>
      <p:sp>
        <p:nvSpPr>
          <p:cNvPr id="226" name="Shape">
            <a:extLst>
              <a:ext uri="{FF2B5EF4-FFF2-40B4-BE49-F238E27FC236}">
                <a16:creationId xmlns:a16="http://schemas.microsoft.com/office/drawing/2014/main" id="{C4D7CCF7-11DB-2BB2-0A10-1042645D76D2}"/>
              </a:ext>
            </a:extLst>
          </p:cNvPr>
          <p:cNvSpPr/>
          <p:nvPr/>
        </p:nvSpPr>
        <p:spPr>
          <a:xfrm>
            <a:off x="-306915" y="8239797"/>
            <a:ext cx="1046530" cy="104640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9679" h="20595" extrusionOk="0">
                <a:moveTo>
                  <a:pt x="9839" y="0"/>
                </a:moveTo>
                <a:cubicBezTo>
                  <a:pt x="7321" y="0"/>
                  <a:pt x="4802" y="1006"/>
                  <a:pt x="2881" y="3017"/>
                </a:cubicBezTo>
                <a:cubicBezTo>
                  <a:pt x="-961" y="7038"/>
                  <a:pt x="-961" y="13557"/>
                  <a:pt x="2881" y="17578"/>
                </a:cubicBezTo>
                <a:cubicBezTo>
                  <a:pt x="6724" y="21600"/>
                  <a:pt x="12954" y="21600"/>
                  <a:pt x="16797" y="17578"/>
                </a:cubicBezTo>
                <a:cubicBezTo>
                  <a:pt x="20639" y="13557"/>
                  <a:pt x="20639" y="7038"/>
                  <a:pt x="16797" y="3017"/>
                </a:cubicBezTo>
                <a:cubicBezTo>
                  <a:pt x="14876" y="1006"/>
                  <a:pt x="12357" y="0"/>
                  <a:pt x="9839" y="0"/>
                </a:cubicBezTo>
                <a:close/>
                <a:moveTo>
                  <a:pt x="9839" y="2649"/>
                </a:moveTo>
                <a:cubicBezTo>
                  <a:pt x="11709" y="2649"/>
                  <a:pt x="13580" y="3397"/>
                  <a:pt x="15007" y="4890"/>
                </a:cubicBezTo>
                <a:cubicBezTo>
                  <a:pt x="17861" y="7877"/>
                  <a:pt x="17861" y="12718"/>
                  <a:pt x="15007" y="15705"/>
                </a:cubicBezTo>
                <a:cubicBezTo>
                  <a:pt x="12153" y="18692"/>
                  <a:pt x="7525" y="18692"/>
                  <a:pt x="4671" y="15705"/>
                </a:cubicBezTo>
                <a:cubicBezTo>
                  <a:pt x="1817" y="12718"/>
                  <a:pt x="1817" y="7877"/>
                  <a:pt x="4671" y="4890"/>
                </a:cubicBezTo>
                <a:cubicBezTo>
                  <a:pt x="6098" y="3397"/>
                  <a:pt x="7969" y="2649"/>
                  <a:pt x="9839" y="2649"/>
                </a:cubicBezTo>
                <a:close/>
              </a:path>
            </a:pathLst>
          </a:custGeom>
          <a:gradFill>
            <a:gsLst>
              <a:gs pos="0">
                <a:schemeClr val="accent2"/>
              </a:gs>
              <a:gs pos="100000">
                <a:schemeClr val="accent1"/>
              </a:gs>
            </a:gsLst>
            <a:lin ang="5400000"/>
          </a:gradFill>
          <a:ln w="12700">
            <a:miter lim="400000"/>
          </a:ln>
        </p:spPr>
        <p:txBody>
          <a:bodyPr lIns="0" tIns="0" rIns="0" bIns="0" anchor="ctr"/>
          <a:lstStyle/>
          <a:p>
            <a:pPr marL="0" marR="0" lvl="0" indent="0" algn="ctr" defTabSz="8255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 kumimoji="0" sz="32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Helvetica Neue Medium"/>
              <a:sym typeface="Helvetica Neue Medium"/>
            </a:endParaRPr>
          </a:p>
        </p:txBody>
      </p:sp>
      <p:sp>
        <p:nvSpPr>
          <p:cNvPr id="227" name="Shape">
            <a:extLst>
              <a:ext uri="{FF2B5EF4-FFF2-40B4-BE49-F238E27FC236}">
                <a16:creationId xmlns:a16="http://schemas.microsoft.com/office/drawing/2014/main" id="{15D174CC-F00A-0D5B-A533-E305118BDFB2}"/>
              </a:ext>
            </a:extLst>
          </p:cNvPr>
          <p:cNvSpPr/>
          <p:nvPr/>
        </p:nvSpPr>
        <p:spPr>
          <a:xfrm>
            <a:off x="19865947" y="2060686"/>
            <a:ext cx="2330506" cy="233022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9679" h="20595" extrusionOk="0">
                <a:moveTo>
                  <a:pt x="9839" y="0"/>
                </a:moveTo>
                <a:cubicBezTo>
                  <a:pt x="7321" y="0"/>
                  <a:pt x="4802" y="1006"/>
                  <a:pt x="2881" y="3017"/>
                </a:cubicBezTo>
                <a:cubicBezTo>
                  <a:pt x="-961" y="7038"/>
                  <a:pt x="-961" y="13557"/>
                  <a:pt x="2881" y="17578"/>
                </a:cubicBezTo>
                <a:cubicBezTo>
                  <a:pt x="6724" y="21600"/>
                  <a:pt x="12954" y="21600"/>
                  <a:pt x="16797" y="17578"/>
                </a:cubicBezTo>
                <a:cubicBezTo>
                  <a:pt x="20639" y="13557"/>
                  <a:pt x="20639" y="7038"/>
                  <a:pt x="16797" y="3017"/>
                </a:cubicBezTo>
                <a:cubicBezTo>
                  <a:pt x="14876" y="1006"/>
                  <a:pt x="12357" y="0"/>
                  <a:pt x="9839" y="0"/>
                </a:cubicBezTo>
                <a:close/>
                <a:moveTo>
                  <a:pt x="9839" y="2649"/>
                </a:moveTo>
                <a:cubicBezTo>
                  <a:pt x="11709" y="2649"/>
                  <a:pt x="13580" y="3397"/>
                  <a:pt x="15007" y="4890"/>
                </a:cubicBezTo>
                <a:cubicBezTo>
                  <a:pt x="17861" y="7877"/>
                  <a:pt x="17861" y="12718"/>
                  <a:pt x="15007" y="15705"/>
                </a:cubicBezTo>
                <a:cubicBezTo>
                  <a:pt x="12153" y="18692"/>
                  <a:pt x="7525" y="18692"/>
                  <a:pt x="4671" y="15705"/>
                </a:cubicBezTo>
                <a:cubicBezTo>
                  <a:pt x="1817" y="12718"/>
                  <a:pt x="1817" y="7877"/>
                  <a:pt x="4671" y="4890"/>
                </a:cubicBezTo>
                <a:cubicBezTo>
                  <a:pt x="6098" y="3397"/>
                  <a:pt x="7969" y="2649"/>
                  <a:pt x="9839" y="2649"/>
                </a:cubicBezTo>
                <a:close/>
              </a:path>
            </a:pathLst>
          </a:custGeom>
          <a:gradFill>
            <a:gsLst>
              <a:gs pos="0">
                <a:schemeClr val="accent2"/>
              </a:gs>
              <a:gs pos="100000">
                <a:schemeClr val="accent1"/>
              </a:gs>
            </a:gsLst>
            <a:lin ang="5400000"/>
          </a:gradFill>
          <a:ln w="12700">
            <a:miter lim="400000"/>
          </a:ln>
        </p:spPr>
        <p:txBody>
          <a:bodyPr lIns="0" tIns="0" rIns="0" bIns="0" anchor="ctr"/>
          <a:lstStyle/>
          <a:p>
            <a:pPr marL="0" marR="0" lvl="0" indent="0" algn="ctr" defTabSz="8255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 kumimoji="0" sz="32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Helvetica Neue Medium"/>
              <a:sym typeface="Helvetica Neue Medium"/>
            </a:endParaRPr>
          </a:p>
        </p:txBody>
      </p:sp>
      <p:sp>
        <p:nvSpPr>
          <p:cNvPr id="228" name="Rounded Rectangle">
            <a:extLst>
              <a:ext uri="{FF2B5EF4-FFF2-40B4-BE49-F238E27FC236}">
                <a16:creationId xmlns:a16="http://schemas.microsoft.com/office/drawing/2014/main" id="{320C784B-E164-E081-7424-9EE49EDE7D26}"/>
              </a:ext>
            </a:extLst>
          </p:cNvPr>
          <p:cNvSpPr/>
          <p:nvPr/>
        </p:nvSpPr>
        <p:spPr>
          <a:xfrm>
            <a:off x="1413182" y="3302000"/>
            <a:ext cx="21616294" cy="8897388"/>
          </a:xfrm>
          <a:prstGeom prst="roundRect">
            <a:avLst>
              <a:gd name="adj" fmla="val 2897"/>
            </a:avLst>
          </a:prstGeom>
          <a:solidFill>
            <a:schemeClr val="accent4"/>
          </a:solidFill>
          <a:ln w="12700">
            <a:miter lim="400000"/>
          </a:ln>
          <a:effectLst>
            <a:outerShdw blurRad="558800" dist="71163" dir="5400000" rotWithShape="0">
              <a:srgbClr val="000000">
                <a:alpha val="19617"/>
              </a:srgbClr>
            </a:outerShdw>
          </a:effectLst>
        </p:spPr>
        <p:txBody>
          <a:bodyPr lIns="0" tIns="0" rIns="0" bIns="0" anchor="ctr"/>
          <a:lstStyle/>
          <a:p>
            <a:pPr marL="0" marR="0" lvl="0" indent="0" algn="ctr" defTabSz="8255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 kumimoji="0" sz="32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Helvetica Neue Medium"/>
              <a:sym typeface="Helvetica Neue Medium"/>
            </a:endParaRP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BF31274C-FB7D-BE59-E75E-C3BBB0470B4B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2023410" y="4609278"/>
            <a:ext cx="9141814" cy="6060030"/>
          </a:xfrm>
          <a:prstGeom prst="rect">
            <a:avLst/>
          </a:prstGeom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4A01AD39-54E3-FD9D-179C-DFBB1EE62E4F}"/>
              </a:ext>
            </a:extLst>
          </p:cNvPr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5"/>
          <a:stretch>
            <a:fillRect/>
          </a:stretch>
        </p:blipFill>
        <p:spPr>
          <a:xfrm>
            <a:off x="13314873" y="4021057"/>
            <a:ext cx="8573068" cy="72159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57318744"/>
      </p:ext>
    </p:extLst>
  </p:cSld>
  <p:clrMapOvr>
    <a:masterClrMapping/>
  </p:clrMapOvr>
  <p:transition spd="med"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3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369215B-230F-9477-9805-5CE0CEB732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Shape">
            <a:extLst>
              <a:ext uri="{FF2B5EF4-FFF2-40B4-BE49-F238E27FC236}">
                <a16:creationId xmlns:a16="http://schemas.microsoft.com/office/drawing/2014/main" id="{00667797-CF6E-69BE-1E69-9CA90DB237D1}"/>
              </a:ext>
            </a:extLst>
          </p:cNvPr>
          <p:cNvSpPr/>
          <p:nvPr/>
        </p:nvSpPr>
        <p:spPr>
          <a:xfrm>
            <a:off x="6290541" y="12617233"/>
            <a:ext cx="2709718" cy="270939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9679" h="20595" extrusionOk="0">
                <a:moveTo>
                  <a:pt x="9839" y="0"/>
                </a:moveTo>
                <a:cubicBezTo>
                  <a:pt x="7321" y="0"/>
                  <a:pt x="4802" y="1006"/>
                  <a:pt x="2881" y="3017"/>
                </a:cubicBezTo>
                <a:cubicBezTo>
                  <a:pt x="-961" y="7038"/>
                  <a:pt x="-961" y="13557"/>
                  <a:pt x="2881" y="17578"/>
                </a:cubicBezTo>
                <a:cubicBezTo>
                  <a:pt x="6724" y="21600"/>
                  <a:pt x="12954" y="21600"/>
                  <a:pt x="16797" y="17578"/>
                </a:cubicBezTo>
                <a:cubicBezTo>
                  <a:pt x="20639" y="13557"/>
                  <a:pt x="20639" y="7038"/>
                  <a:pt x="16797" y="3017"/>
                </a:cubicBezTo>
                <a:cubicBezTo>
                  <a:pt x="14876" y="1006"/>
                  <a:pt x="12357" y="0"/>
                  <a:pt x="9839" y="0"/>
                </a:cubicBezTo>
                <a:close/>
                <a:moveTo>
                  <a:pt x="9839" y="2649"/>
                </a:moveTo>
                <a:cubicBezTo>
                  <a:pt x="11709" y="2649"/>
                  <a:pt x="13580" y="3397"/>
                  <a:pt x="15007" y="4890"/>
                </a:cubicBezTo>
                <a:cubicBezTo>
                  <a:pt x="17861" y="7877"/>
                  <a:pt x="17861" y="12718"/>
                  <a:pt x="15007" y="15705"/>
                </a:cubicBezTo>
                <a:cubicBezTo>
                  <a:pt x="12153" y="18692"/>
                  <a:pt x="7525" y="18692"/>
                  <a:pt x="4671" y="15705"/>
                </a:cubicBezTo>
                <a:cubicBezTo>
                  <a:pt x="1817" y="12718"/>
                  <a:pt x="1817" y="7877"/>
                  <a:pt x="4671" y="4890"/>
                </a:cubicBezTo>
                <a:cubicBezTo>
                  <a:pt x="6098" y="3397"/>
                  <a:pt x="7969" y="2649"/>
                  <a:pt x="9839" y="2649"/>
                </a:cubicBezTo>
                <a:close/>
              </a:path>
            </a:pathLst>
          </a:custGeom>
          <a:gradFill>
            <a:gsLst>
              <a:gs pos="0">
                <a:schemeClr val="accent2"/>
              </a:gs>
              <a:gs pos="100000">
                <a:schemeClr val="accent1"/>
              </a:gs>
            </a:gsLst>
            <a:lin ang="5400000"/>
          </a:gradFill>
          <a:ln w="12700">
            <a:miter lim="400000"/>
          </a:ln>
        </p:spPr>
        <p:txBody>
          <a:bodyPr lIns="0" tIns="0" rIns="0" bIns="0" anchor="ctr"/>
          <a:lstStyle/>
          <a:p>
            <a:pPr marL="0" marR="0" lvl="0" indent="0" algn="ctr" defTabSz="8255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 kumimoji="0" sz="32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Helvetica Neue Medium"/>
              <a:sym typeface="Helvetica Neue Medium"/>
            </a:endParaRPr>
          </a:p>
        </p:txBody>
      </p:sp>
      <p:sp>
        <p:nvSpPr>
          <p:cNvPr id="216" name="Shape">
            <a:extLst>
              <a:ext uri="{FF2B5EF4-FFF2-40B4-BE49-F238E27FC236}">
                <a16:creationId xmlns:a16="http://schemas.microsoft.com/office/drawing/2014/main" id="{F03F13E0-B423-B5A3-1F95-0D1B15BA29F3}"/>
              </a:ext>
            </a:extLst>
          </p:cNvPr>
          <p:cNvSpPr/>
          <p:nvPr/>
        </p:nvSpPr>
        <p:spPr>
          <a:xfrm>
            <a:off x="14339439" y="2620192"/>
            <a:ext cx="6322300" cy="632257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800" y="0"/>
                </a:moveTo>
                <a:cubicBezTo>
                  <a:pt x="10787" y="0"/>
                  <a:pt x="10773" y="1"/>
                  <a:pt x="10759" y="1"/>
                </a:cubicBezTo>
                <a:lnTo>
                  <a:pt x="1" y="10760"/>
                </a:lnTo>
                <a:cubicBezTo>
                  <a:pt x="0" y="10900"/>
                  <a:pt x="3" y="11040"/>
                  <a:pt x="8" y="11181"/>
                </a:cubicBezTo>
                <a:lnTo>
                  <a:pt x="11180" y="9"/>
                </a:lnTo>
                <a:cubicBezTo>
                  <a:pt x="11054" y="4"/>
                  <a:pt x="10927" y="0"/>
                  <a:pt x="10800" y="0"/>
                </a:cubicBezTo>
                <a:close/>
                <a:moveTo>
                  <a:pt x="10211" y="17"/>
                </a:moveTo>
                <a:cubicBezTo>
                  <a:pt x="10057" y="25"/>
                  <a:pt x="9903" y="36"/>
                  <a:pt x="9748" y="51"/>
                </a:cubicBezTo>
                <a:lnTo>
                  <a:pt x="50" y="9749"/>
                </a:lnTo>
                <a:cubicBezTo>
                  <a:pt x="35" y="9903"/>
                  <a:pt x="25" y="10057"/>
                  <a:pt x="16" y="10212"/>
                </a:cubicBezTo>
                <a:lnTo>
                  <a:pt x="10211" y="17"/>
                </a:lnTo>
                <a:close/>
                <a:moveTo>
                  <a:pt x="11683" y="38"/>
                </a:moveTo>
                <a:lnTo>
                  <a:pt x="38" y="11684"/>
                </a:lnTo>
                <a:cubicBezTo>
                  <a:pt x="48" y="11814"/>
                  <a:pt x="62" y="11944"/>
                  <a:pt x="78" y="12075"/>
                </a:cubicBezTo>
                <a:lnTo>
                  <a:pt x="12074" y="78"/>
                </a:lnTo>
                <a:cubicBezTo>
                  <a:pt x="11944" y="63"/>
                  <a:pt x="11814" y="49"/>
                  <a:pt x="11683" y="38"/>
                </a:cubicBezTo>
                <a:close/>
                <a:moveTo>
                  <a:pt x="9136" y="131"/>
                </a:moveTo>
                <a:cubicBezTo>
                  <a:pt x="8960" y="158"/>
                  <a:pt x="8786" y="190"/>
                  <a:pt x="8611" y="226"/>
                </a:cubicBezTo>
                <a:lnTo>
                  <a:pt x="226" y="8611"/>
                </a:lnTo>
                <a:cubicBezTo>
                  <a:pt x="190" y="8786"/>
                  <a:pt x="157" y="8961"/>
                  <a:pt x="130" y="9137"/>
                </a:cubicBezTo>
                <a:lnTo>
                  <a:pt x="9136" y="131"/>
                </a:lnTo>
                <a:close/>
                <a:moveTo>
                  <a:pt x="12541" y="143"/>
                </a:moveTo>
                <a:lnTo>
                  <a:pt x="143" y="12541"/>
                </a:lnTo>
                <a:cubicBezTo>
                  <a:pt x="163" y="12663"/>
                  <a:pt x="183" y="12785"/>
                  <a:pt x="207" y="12906"/>
                </a:cubicBezTo>
                <a:lnTo>
                  <a:pt x="12906" y="208"/>
                </a:lnTo>
                <a:cubicBezTo>
                  <a:pt x="12785" y="184"/>
                  <a:pt x="12663" y="163"/>
                  <a:pt x="12541" y="143"/>
                </a:cubicBezTo>
                <a:close/>
                <a:moveTo>
                  <a:pt x="13343" y="303"/>
                </a:moveTo>
                <a:lnTo>
                  <a:pt x="303" y="13343"/>
                </a:lnTo>
                <a:cubicBezTo>
                  <a:pt x="330" y="13456"/>
                  <a:pt x="361" y="13569"/>
                  <a:pt x="392" y="13682"/>
                </a:cubicBezTo>
                <a:lnTo>
                  <a:pt x="13682" y="393"/>
                </a:lnTo>
                <a:cubicBezTo>
                  <a:pt x="13569" y="362"/>
                  <a:pt x="13456" y="331"/>
                  <a:pt x="13343" y="303"/>
                </a:cubicBezTo>
                <a:close/>
                <a:moveTo>
                  <a:pt x="7909" y="395"/>
                </a:moveTo>
                <a:cubicBezTo>
                  <a:pt x="7701" y="452"/>
                  <a:pt x="7495" y="515"/>
                  <a:pt x="7290" y="585"/>
                </a:cubicBezTo>
                <a:lnTo>
                  <a:pt x="584" y="7290"/>
                </a:lnTo>
                <a:cubicBezTo>
                  <a:pt x="514" y="7495"/>
                  <a:pt x="452" y="7702"/>
                  <a:pt x="394" y="7909"/>
                </a:cubicBezTo>
                <a:lnTo>
                  <a:pt x="7909" y="395"/>
                </a:lnTo>
                <a:close/>
                <a:moveTo>
                  <a:pt x="14094" y="515"/>
                </a:moveTo>
                <a:lnTo>
                  <a:pt x="514" y="14094"/>
                </a:lnTo>
                <a:cubicBezTo>
                  <a:pt x="549" y="14202"/>
                  <a:pt x="583" y="14310"/>
                  <a:pt x="620" y="14417"/>
                </a:cubicBezTo>
                <a:lnTo>
                  <a:pt x="14417" y="621"/>
                </a:lnTo>
                <a:cubicBezTo>
                  <a:pt x="14310" y="583"/>
                  <a:pt x="14202" y="549"/>
                  <a:pt x="14094" y="515"/>
                </a:cubicBezTo>
                <a:close/>
                <a:moveTo>
                  <a:pt x="14804" y="767"/>
                </a:moveTo>
                <a:lnTo>
                  <a:pt x="767" y="14804"/>
                </a:lnTo>
                <a:cubicBezTo>
                  <a:pt x="807" y="14905"/>
                  <a:pt x="851" y="15004"/>
                  <a:pt x="894" y="15104"/>
                </a:cubicBezTo>
                <a:lnTo>
                  <a:pt x="15104" y="895"/>
                </a:lnTo>
                <a:cubicBezTo>
                  <a:pt x="15004" y="852"/>
                  <a:pt x="14905" y="807"/>
                  <a:pt x="14804" y="767"/>
                </a:cubicBezTo>
                <a:close/>
                <a:moveTo>
                  <a:pt x="6411" y="932"/>
                </a:moveTo>
                <a:cubicBezTo>
                  <a:pt x="6118" y="1062"/>
                  <a:pt x="5831" y="1206"/>
                  <a:pt x="5549" y="1363"/>
                </a:cubicBezTo>
                <a:lnTo>
                  <a:pt x="1362" y="5549"/>
                </a:lnTo>
                <a:cubicBezTo>
                  <a:pt x="1205" y="5832"/>
                  <a:pt x="1061" y="6119"/>
                  <a:pt x="931" y="6411"/>
                </a:cubicBezTo>
                <a:lnTo>
                  <a:pt x="6411" y="932"/>
                </a:lnTo>
                <a:close/>
                <a:moveTo>
                  <a:pt x="15470" y="1061"/>
                </a:moveTo>
                <a:lnTo>
                  <a:pt x="1060" y="15471"/>
                </a:lnTo>
                <a:cubicBezTo>
                  <a:pt x="1106" y="15567"/>
                  <a:pt x="1153" y="15664"/>
                  <a:pt x="1202" y="15759"/>
                </a:cubicBezTo>
                <a:lnTo>
                  <a:pt x="15759" y="1203"/>
                </a:lnTo>
                <a:cubicBezTo>
                  <a:pt x="15663" y="1153"/>
                  <a:pt x="15567" y="1107"/>
                  <a:pt x="15470" y="1061"/>
                </a:cubicBezTo>
                <a:close/>
                <a:moveTo>
                  <a:pt x="16103" y="1391"/>
                </a:moveTo>
                <a:lnTo>
                  <a:pt x="1391" y="16103"/>
                </a:lnTo>
                <a:cubicBezTo>
                  <a:pt x="1442" y="16194"/>
                  <a:pt x="1494" y="16285"/>
                  <a:pt x="1549" y="16375"/>
                </a:cubicBezTo>
                <a:lnTo>
                  <a:pt x="16375" y="1549"/>
                </a:lnTo>
                <a:cubicBezTo>
                  <a:pt x="16285" y="1495"/>
                  <a:pt x="16194" y="1442"/>
                  <a:pt x="16103" y="1391"/>
                </a:cubicBezTo>
                <a:close/>
                <a:moveTo>
                  <a:pt x="16703" y="1754"/>
                </a:moveTo>
                <a:lnTo>
                  <a:pt x="1753" y="16703"/>
                </a:lnTo>
                <a:cubicBezTo>
                  <a:pt x="1809" y="16788"/>
                  <a:pt x="1869" y="16872"/>
                  <a:pt x="1928" y="16956"/>
                </a:cubicBezTo>
                <a:lnTo>
                  <a:pt x="16956" y="1928"/>
                </a:lnTo>
                <a:cubicBezTo>
                  <a:pt x="16872" y="1869"/>
                  <a:pt x="16788" y="1810"/>
                  <a:pt x="16703" y="1754"/>
                </a:cubicBezTo>
                <a:close/>
                <a:moveTo>
                  <a:pt x="17267" y="2151"/>
                </a:moveTo>
                <a:lnTo>
                  <a:pt x="2151" y="17267"/>
                </a:lnTo>
                <a:cubicBezTo>
                  <a:pt x="2212" y="17349"/>
                  <a:pt x="2274" y="17430"/>
                  <a:pt x="2338" y="17510"/>
                </a:cubicBezTo>
                <a:lnTo>
                  <a:pt x="17510" y="2338"/>
                </a:lnTo>
                <a:cubicBezTo>
                  <a:pt x="17430" y="2275"/>
                  <a:pt x="17349" y="2212"/>
                  <a:pt x="17267" y="2151"/>
                </a:cubicBezTo>
                <a:close/>
                <a:moveTo>
                  <a:pt x="3805" y="2574"/>
                </a:moveTo>
                <a:cubicBezTo>
                  <a:pt x="3586" y="2761"/>
                  <a:pt x="3370" y="2956"/>
                  <a:pt x="3163" y="3163"/>
                </a:cubicBezTo>
                <a:cubicBezTo>
                  <a:pt x="2955" y="3371"/>
                  <a:pt x="2761" y="3586"/>
                  <a:pt x="2574" y="3806"/>
                </a:cubicBezTo>
                <a:lnTo>
                  <a:pt x="3805" y="2574"/>
                </a:lnTo>
                <a:close/>
                <a:moveTo>
                  <a:pt x="17801" y="2579"/>
                </a:moveTo>
                <a:lnTo>
                  <a:pt x="2579" y="17801"/>
                </a:lnTo>
                <a:cubicBezTo>
                  <a:pt x="2645" y="17878"/>
                  <a:pt x="2709" y="17957"/>
                  <a:pt x="2777" y="18032"/>
                </a:cubicBezTo>
                <a:lnTo>
                  <a:pt x="18032" y="2777"/>
                </a:lnTo>
                <a:cubicBezTo>
                  <a:pt x="17957" y="2709"/>
                  <a:pt x="17878" y="2645"/>
                  <a:pt x="17801" y="2579"/>
                </a:cubicBezTo>
                <a:close/>
                <a:moveTo>
                  <a:pt x="18304" y="3036"/>
                </a:moveTo>
                <a:lnTo>
                  <a:pt x="3036" y="18304"/>
                </a:lnTo>
                <a:cubicBezTo>
                  <a:pt x="3079" y="18349"/>
                  <a:pt x="3119" y="18394"/>
                  <a:pt x="3163" y="18438"/>
                </a:cubicBezTo>
                <a:cubicBezTo>
                  <a:pt x="3191" y="18466"/>
                  <a:pt x="3222" y="18492"/>
                  <a:pt x="3250" y="18521"/>
                </a:cubicBezTo>
                <a:lnTo>
                  <a:pt x="18521" y="3251"/>
                </a:lnTo>
                <a:cubicBezTo>
                  <a:pt x="18492" y="3222"/>
                  <a:pt x="18466" y="3192"/>
                  <a:pt x="18438" y="3163"/>
                </a:cubicBezTo>
                <a:cubicBezTo>
                  <a:pt x="18394" y="3119"/>
                  <a:pt x="18348" y="3079"/>
                  <a:pt x="18304" y="3036"/>
                </a:cubicBezTo>
                <a:close/>
                <a:moveTo>
                  <a:pt x="18781" y="3523"/>
                </a:moveTo>
                <a:lnTo>
                  <a:pt x="3522" y="18781"/>
                </a:lnTo>
                <a:cubicBezTo>
                  <a:pt x="3598" y="18850"/>
                  <a:pt x="3676" y="18915"/>
                  <a:pt x="3753" y="18982"/>
                </a:cubicBezTo>
                <a:lnTo>
                  <a:pt x="18982" y="3753"/>
                </a:lnTo>
                <a:cubicBezTo>
                  <a:pt x="18915" y="3676"/>
                  <a:pt x="18850" y="3598"/>
                  <a:pt x="18781" y="3523"/>
                </a:cubicBezTo>
                <a:close/>
                <a:moveTo>
                  <a:pt x="19224" y="4041"/>
                </a:moveTo>
                <a:lnTo>
                  <a:pt x="4041" y="19224"/>
                </a:lnTo>
                <a:cubicBezTo>
                  <a:pt x="4121" y="19289"/>
                  <a:pt x="4202" y="19350"/>
                  <a:pt x="4283" y="19412"/>
                </a:cubicBezTo>
                <a:lnTo>
                  <a:pt x="19412" y="4283"/>
                </a:lnTo>
                <a:cubicBezTo>
                  <a:pt x="19350" y="4202"/>
                  <a:pt x="19289" y="4121"/>
                  <a:pt x="19224" y="4041"/>
                </a:cubicBezTo>
                <a:close/>
                <a:moveTo>
                  <a:pt x="19637" y="4591"/>
                </a:moveTo>
                <a:lnTo>
                  <a:pt x="4591" y="19637"/>
                </a:lnTo>
                <a:cubicBezTo>
                  <a:pt x="4675" y="19696"/>
                  <a:pt x="4758" y="19757"/>
                  <a:pt x="4843" y="19813"/>
                </a:cubicBezTo>
                <a:lnTo>
                  <a:pt x="19813" y="4844"/>
                </a:lnTo>
                <a:cubicBezTo>
                  <a:pt x="19757" y="4758"/>
                  <a:pt x="19696" y="4675"/>
                  <a:pt x="19637" y="4591"/>
                </a:cubicBezTo>
                <a:close/>
                <a:moveTo>
                  <a:pt x="20019" y="5172"/>
                </a:moveTo>
                <a:lnTo>
                  <a:pt x="5172" y="20019"/>
                </a:lnTo>
                <a:cubicBezTo>
                  <a:pt x="5261" y="20073"/>
                  <a:pt x="5351" y="20126"/>
                  <a:pt x="5441" y="20178"/>
                </a:cubicBezTo>
                <a:lnTo>
                  <a:pt x="20178" y="5441"/>
                </a:lnTo>
                <a:cubicBezTo>
                  <a:pt x="20126" y="5351"/>
                  <a:pt x="20073" y="5261"/>
                  <a:pt x="20019" y="5172"/>
                </a:cubicBezTo>
                <a:close/>
                <a:moveTo>
                  <a:pt x="20369" y="5782"/>
                </a:moveTo>
                <a:lnTo>
                  <a:pt x="5782" y="20369"/>
                </a:lnTo>
                <a:cubicBezTo>
                  <a:pt x="5877" y="20419"/>
                  <a:pt x="5974" y="20463"/>
                  <a:pt x="6071" y="20510"/>
                </a:cubicBezTo>
                <a:lnTo>
                  <a:pt x="20510" y="6071"/>
                </a:lnTo>
                <a:cubicBezTo>
                  <a:pt x="20463" y="5975"/>
                  <a:pt x="20419" y="5878"/>
                  <a:pt x="20369" y="5782"/>
                </a:cubicBezTo>
                <a:close/>
                <a:moveTo>
                  <a:pt x="20679" y="6434"/>
                </a:moveTo>
                <a:lnTo>
                  <a:pt x="6434" y="20679"/>
                </a:lnTo>
                <a:cubicBezTo>
                  <a:pt x="6534" y="20723"/>
                  <a:pt x="6633" y="20769"/>
                  <a:pt x="6734" y="20809"/>
                </a:cubicBezTo>
                <a:lnTo>
                  <a:pt x="20809" y="6735"/>
                </a:lnTo>
                <a:cubicBezTo>
                  <a:pt x="20769" y="6634"/>
                  <a:pt x="20723" y="6534"/>
                  <a:pt x="20679" y="6434"/>
                </a:cubicBezTo>
                <a:close/>
                <a:moveTo>
                  <a:pt x="20956" y="7121"/>
                </a:moveTo>
                <a:lnTo>
                  <a:pt x="7120" y="20956"/>
                </a:lnTo>
                <a:cubicBezTo>
                  <a:pt x="7226" y="20994"/>
                  <a:pt x="7333" y="21030"/>
                  <a:pt x="7439" y="21065"/>
                </a:cubicBezTo>
                <a:lnTo>
                  <a:pt x="21065" y="7439"/>
                </a:lnTo>
                <a:cubicBezTo>
                  <a:pt x="21030" y="7333"/>
                  <a:pt x="20994" y="7226"/>
                  <a:pt x="20956" y="7121"/>
                </a:cubicBezTo>
                <a:close/>
                <a:moveTo>
                  <a:pt x="21190" y="7848"/>
                </a:moveTo>
                <a:lnTo>
                  <a:pt x="7848" y="21190"/>
                </a:lnTo>
                <a:cubicBezTo>
                  <a:pt x="7960" y="21221"/>
                  <a:pt x="8073" y="21252"/>
                  <a:pt x="8186" y="21280"/>
                </a:cubicBezTo>
                <a:lnTo>
                  <a:pt x="21280" y="8186"/>
                </a:lnTo>
                <a:cubicBezTo>
                  <a:pt x="21252" y="8073"/>
                  <a:pt x="21221" y="7960"/>
                  <a:pt x="21190" y="7848"/>
                </a:cubicBezTo>
                <a:close/>
                <a:moveTo>
                  <a:pt x="21378" y="8623"/>
                </a:moveTo>
                <a:lnTo>
                  <a:pt x="8623" y="21378"/>
                </a:lnTo>
                <a:cubicBezTo>
                  <a:pt x="8743" y="21402"/>
                  <a:pt x="8863" y="21424"/>
                  <a:pt x="8984" y="21445"/>
                </a:cubicBezTo>
                <a:lnTo>
                  <a:pt x="21445" y="8984"/>
                </a:lnTo>
                <a:cubicBezTo>
                  <a:pt x="21424" y="8864"/>
                  <a:pt x="21402" y="8743"/>
                  <a:pt x="21378" y="8623"/>
                </a:cubicBezTo>
                <a:close/>
                <a:moveTo>
                  <a:pt x="21514" y="9448"/>
                </a:moveTo>
                <a:lnTo>
                  <a:pt x="9447" y="21514"/>
                </a:lnTo>
                <a:cubicBezTo>
                  <a:pt x="9576" y="21530"/>
                  <a:pt x="9704" y="21546"/>
                  <a:pt x="9833" y="21557"/>
                </a:cubicBezTo>
                <a:lnTo>
                  <a:pt x="21557" y="9834"/>
                </a:lnTo>
                <a:cubicBezTo>
                  <a:pt x="21546" y="9705"/>
                  <a:pt x="21530" y="9576"/>
                  <a:pt x="21514" y="9448"/>
                </a:cubicBezTo>
                <a:close/>
                <a:moveTo>
                  <a:pt x="21590" y="10333"/>
                </a:moveTo>
                <a:lnTo>
                  <a:pt x="10332" y="21590"/>
                </a:lnTo>
                <a:cubicBezTo>
                  <a:pt x="10473" y="21596"/>
                  <a:pt x="10613" y="21599"/>
                  <a:pt x="10753" y="21600"/>
                </a:cubicBezTo>
                <a:lnTo>
                  <a:pt x="21600" y="10754"/>
                </a:lnTo>
                <a:cubicBezTo>
                  <a:pt x="21599" y="10613"/>
                  <a:pt x="21596" y="10473"/>
                  <a:pt x="21590" y="10333"/>
                </a:cubicBezTo>
                <a:close/>
                <a:moveTo>
                  <a:pt x="21590" y="11296"/>
                </a:moveTo>
                <a:lnTo>
                  <a:pt x="11295" y="21590"/>
                </a:lnTo>
                <a:cubicBezTo>
                  <a:pt x="11449" y="21583"/>
                  <a:pt x="11603" y="21572"/>
                  <a:pt x="11757" y="21558"/>
                </a:cubicBezTo>
                <a:lnTo>
                  <a:pt x="21558" y="11757"/>
                </a:lnTo>
                <a:cubicBezTo>
                  <a:pt x="21572" y="11603"/>
                  <a:pt x="21583" y="11450"/>
                  <a:pt x="21590" y="11296"/>
                </a:cubicBezTo>
                <a:close/>
                <a:moveTo>
                  <a:pt x="21489" y="12358"/>
                </a:moveTo>
                <a:lnTo>
                  <a:pt x="12358" y="21489"/>
                </a:lnTo>
                <a:cubicBezTo>
                  <a:pt x="12531" y="21464"/>
                  <a:pt x="12703" y="21434"/>
                  <a:pt x="12876" y="21400"/>
                </a:cubicBezTo>
                <a:lnTo>
                  <a:pt x="21400" y="12876"/>
                </a:lnTo>
                <a:cubicBezTo>
                  <a:pt x="21434" y="12704"/>
                  <a:pt x="21464" y="12531"/>
                  <a:pt x="21489" y="12358"/>
                </a:cubicBezTo>
                <a:close/>
                <a:moveTo>
                  <a:pt x="21239" y="13569"/>
                </a:moveTo>
                <a:lnTo>
                  <a:pt x="13569" y="21239"/>
                </a:lnTo>
                <a:cubicBezTo>
                  <a:pt x="13774" y="21185"/>
                  <a:pt x="13978" y="21125"/>
                  <a:pt x="14181" y="21058"/>
                </a:cubicBezTo>
                <a:lnTo>
                  <a:pt x="21058" y="14181"/>
                </a:lnTo>
                <a:cubicBezTo>
                  <a:pt x="21125" y="13978"/>
                  <a:pt x="21185" y="13774"/>
                  <a:pt x="21239" y="13569"/>
                </a:cubicBezTo>
                <a:close/>
                <a:moveTo>
                  <a:pt x="20736" y="15035"/>
                </a:moveTo>
                <a:lnTo>
                  <a:pt x="15035" y="20736"/>
                </a:lnTo>
                <a:cubicBezTo>
                  <a:pt x="15310" y="20619"/>
                  <a:pt x="15581" y="20493"/>
                  <a:pt x="15848" y="20352"/>
                </a:cubicBezTo>
                <a:lnTo>
                  <a:pt x="20352" y="15848"/>
                </a:lnTo>
                <a:cubicBezTo>
                  <a:pt x="20493" y="15581"/>
                  <a:pt x="20619" y="15310"/>
                  <a:pt x="20736" y="15035"/>
                </a:cubicBezTo>
                <a:close/>
                <a:moveTo>
                  <a:pt x="19400" y="17332"/>
                </a:moveTo>
                <a:lnTo>
                  <a:pt x="17332" y="19400"/>
                </a:lnTo>
                <a:cubicBezTo>
                  <a:pt x="17716" y="19108"/>
                  <a:pt x="18087" y="18789"/>
                  <a:pt x="18438" y="18438"/>
                </a:cubicBezTo>
                <a:cubicBezTo>
                  <a:pt x="18788" y="18087"/>
                  <a:pt x="19107" y="17716"/>
                  <a:pt x="19400" y="17332"/>
                </a:cubicBezTo>
                <a:close/>
              </a:path>
            </a:pathLst>
          </a:custGeom>
          <a:solidFill>
            <a:schemeClr val="accent4"/>
          </a:solidFill>
          <a:ln w="12700">
            <a:miter lim="400000"/>
          </a:ln>
        </p:spPr>
        <p:txBody>
          <a:bodyPr lIns="0" tIns="0" rIns="0" bIns="0" anchor="ctr"/>
          <a:lstStyle/>
          <a:p>
            <a:pPr marL="0" marR="0" lvl="0" indent="0" algn="ctr" defTabSz="8255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 kumimoji="0" sz="32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Helvetica Neue Medium"/>
              <a:sym typeface="Helvetica Neue Medium"/>
            </a:endParaRPr>
          </a:p>
        </p:txBody>
      </p:sp>
      <p:sp>
        <p:nvSpPr>
          <p:cNvPr id="217" name="Shape">
            <a:extLst>
              <a:ext uri="{FF2B5EF4-FFF2-40B4-BE49-F238E27FC236}">
                <a16:creationId xmlns:a16="http://schemas.microsoft.com/office/drawing/2014/main" id="{7E02A45A-A23B-B250-6525-442F8F8DFA39}"/>
              </a:ext>
            </a:extLst>
          </p:cNvPr>
          <p:cNvSpPr/>
          <p:nvPr/>
        </p:nvSpPr>
        <p:spPr>
          <a:xfrm>
            <a:off x="5513585" y="9836851"/>
            <a:ext cx="2709536" cy="270965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800" y="0"/>
                </a:moveTo>
                <a:cubicBezTo>
                  <a:pt x="10787" y="0"/>
                  <a:pt x="10773" y="1"/>
                  <a:pt x="10759" y="1"/>
                </a:cubicBezTo>
                <a:lnTo>
                  <a:pt x="1" y="10760"/>
                </a:lnTo>
                <a:cubicBezTo>
                  <a:pt x="0" y="10900"/>
                  <a:pt x="3" y="11040"/>
                  <a:pt x="8" y="11181"/>
                </a:cubicBezTo>
                <a:lnTo>
                  <a:pt x="11180" y="9"/>
                </a:lnTo>
                <a:cubicBezTo>
                  <a:pt x="11054" y="4"/>
                  <a:pt x="10927" y="0"/>
                  <a:pt x="10800" y="0"/>
                </a:cubicBezTo>
                <a:close/>
                <a:moveTo>
                  <a:pt x="10211" y="17"/>
                </a:moveTo>
                <a:cubicBezTo>
                  <a:pt x="10057" y="25"/>
                  <a:pt x="9903" y="36"/>
                  <a:pt x="9748" y="51"/>
                </a:cubicBezTo>
                <a:lnTo>
                  <a:pt x="50" y="9749"/>
                </a:lnTo>
                <a:cubicBezTo>
                  <a:pt x="35" y="9903"/>
                  <a:pt x="25" y="10057"/>
                  <a:pt x="16" y="10212"/>
                </a:cubicBezTo>
                <a:lnTo>
                  <a:pt x="10211" y="17"/>
                </a:lnTo>
                <a:close/>
                <a:moveTo>
                  <a:pt x="11683" y="38"/>
                </a:moveTo>
                <a:lnTo>
                  <a:pt x="38" y="11684"/>
                </a:lnTo>
                <a:cubicBezTo>
                  <a:pt x="48" y="11814"/>
                  <a:pt x="62" y="11944"/>
                  <a:pt x="78" y="12075"/>
                </a:cubicBezTo>
                <a:lnTo>
                  <a:pt x="12074" y="78"/>
                </a:lnTo>
                <a:cubicBezTo>
                  <a:pt x="11944" y="63"/>
                  <a:pt x="11814" y="49"/>
                  <a:pt x="11683" y="38"/>
                </a:cubicBezTo>
                <a:close/>
                <a:moveTo>
                  <a:pt x="9136" y="131"/>
                </a:moveTo>
                <a:cubicBezTo>
                  <a:pt x="8960" y="158"/>
                  <a:pt x="8786" y="190"/>
                  <a:pt x="8611" y="226"/>
                </a:cubicBezTo>
                <a:lnTo>
                  <a:pt x="226" y="8611"/>
                </a:lnTo>
                <a:cubicBezTo>
                  <a:pt x="190" y="8786"/>
                  <a:pt x="157" y="8961"/>
                  <a:pt x="130" y="9137"/>
                </a:cubicBezTo>
                <a:lnTo>
                  <a:pt x="9136" y="131"/>
                </a:lnTo>
                <a:close/>
                <a:moveTo>
                  <a:pt x="12541" y="143"/>
                </a:moveTo>
                <a:lnTo>
                  <a:pt x="143" y="12541"/>
                </a:lnTo>
                <a:cubicBezTo>
                  <a:pt x="163" y="12663"/>
                  <a:pt x="183" y="12785"/>
                  <a:pt x="207" y="12906"/>
                </a:cubicBezTo>
                <a:lnTo>
                  <a:pt x="12906" y="208"/>
                </a:lnTo>
                <a:cubicBezTo>
                  <a:pt x="12785" y="184"/>
                  <a:pt x="12663" y="163"/>
                  <a:pt x="12541" y="143"/>
                </a:cubicBezTo>
                <a:close/>
                <a:moveTo>
                  <a:pt x="13343" y="303"/>
                </a:moveTo>
                <a:lnTo>
                  <a:pt x="303" y="13343"/>
                </a:lnTo>
                <a:cubicBezTo>
                  <a:pt x="330" y="13456"/>
                  <a:pt x="361" y="13569"/>
                  <a:pt x="392" y="13682"/>
                </a:cubicBezTo>
                <a:lnTo>
                  <a:pt x="13682" y="393"/>
                </a:lnTo>
                <a:cubicBezTo>
                  <a:pt x="13569" y="362"/>
                  <a:pt x="13456" y="331"/>
                  <a:pt x="13343" y="303"/>
                </a:cubicBezTo>
                <a:close/>
                <a:moveTo>
                  <a:pt x="7909" y="395"/>
                </a:moveTo>
                <a:cubicBezTo>
                  <a:pt x="7701" y="452"/>
                  <a:pt x="7495" y="515"/>
                  <a:pt x="7290" y="585"/>
                </a:cubicBezTo>
                <a:lnTo>
                  <a:pt x="584" y="7290"/>
                </a:lnTo>
                <a:cubicBezTo>
                  <a:pt x="514" y="7495"/>
                  <a:pt x="452" y="7702"/>
                  <a:pt x="394" y="7909"/>
                </a:cubicBezTo>
                <a:lnTo>
                  <a:pt x="7909" y="395"/>
                </a:lnTo>
                <a:close/>
                <a:moveTo>
                  <a:pt x="14094" y="515"/>
                </a:moveTo>
                <a:lnTo>
                  <a:pt x="514" y="14094"/>
                </a:lnTo>
                <a:cubicBezTo>
                  <a:pt x="549" y="14202"/>
                  <a:pt x="583" y="14310"/>
                  <a:pt x="620" y="14417"/>
                </a:cubicBezTo>
                <a:lnTo>
                  <a:pt x="14417" y="621"/>
                </a:lnTo>
                <a:cubicBezTo>
                  <a:pt x="14310" y="583"/>
                  <a:pt x="14202" y="549"/>
                  <a:pt x="14094" y="515"/>
                </a:cubicBezTo>
                <a:close/>
                <a:moveTo>
                  <a:pt x="14804" y="767"/>
                </a:moveTo>
                <a:lnTo>
                  <a:pt x="767" y="14804"/>
                </a:lnTo>
                <a:cubicBezTo>
                  <a:pt x="807" y="14905"/>
                  <a:pt x="851" y="15004"/>
                  <a:pt x="894" y="15104"/>
                </a:cubicBezTo>
                <a:lnTo>
                  <a:pt x="15104" y="895"/>
                </a:lnTo>
                <a:cubicBezTo>
                  <a:pt x="15004" y="852"/>
                  <a:pt x="14905" y="807"/>
                  <a:pt x="14804" y="767"/>
                </a:cubicBezTo>
                <a:close/>
                <a:moveTo>
                  <a:pt x="6411" y="932"/>
                </a:moveTo>
                <a:cubicBezTo>
                  <a:pt x="6118" y="1062"/>
                  <a:pt x="5831" y="1206"/>
                  <a:pt x="5549" y="1363"/>
                </a:cubicBezTo>
                <a:lnTo>
                  <a:pt x="1362" y="5549"/>
                </a:lnTo>
                <a:cubicBezTo>
                  <a:pt x="1205" y="5832"/>
                  <a:pt x="1061" y="6119"/>
                  <a:pt x="931" y="6411"/>
                </a:cubicBezTo>
                <a:lnTo>
                  <a:pt x="6411" y="932"/>
                </a:lnTo>
                <a:close/>
                <a:moveTo>
                  <a:pt x="15470" y="1061"/>
                </a:moveTo>
                <a:lnTo>
                  <a:pt x="1060" y="15471"/>
                </a:lnTo>
                <a:cubicBezTo>
                  <a:pt x="1106" y="15567"/>
                  <a:pt x="1153" y="15664"/>
                  <a:pt x="1202" y="15759"/>
                </a:cubicBezTo>
                <a:lnTo>
                  <a:pt x="15759" y="1203"/>
                </a:lnTo>
                <a:cubicBezTo>
                  <a:pt x="15663" y="1153"/>
                  <a:pt x="15567" y="1107"/>
                  <a:pt x="15470" y="1061"/>
                </a:cubicBezTo>
                <a:close/>
                <a:moveTo>
                  <a:pt x="16103" y="1391"/>
                </a:moveTo>
                <a:lnTo>
                  <a:pt x="1391" y="16103"/>
                </a:lnTo>
                <a:cubicBezTo>
                  <a:pt x="1442" y="16194"/>
                  <a:pt x="1494" y="16285"/>
                  <a:pt x="1548" y="16375"/>
                </a:cubicBezTo>
                <a:lnTo>
                  <a:pt x="16375" y="1549"/>
                </a:lnTo>
                <a:cubicBezTo>
                  <a:pt x="16285" y="1495"/>
                  <a:pt x="16194" y="1442"/>
                  <a:pt x="16103" y="1391"/>
                </a:cubicBezTo>
                <a:close/>
                <a:moveTo>
                  <a:pt x="16703" y="1754"/>
                </a:moveTo>
                <a:lnTo>
                  <a:pt x="1753" y="16703"/>
                </a:lnTo>
                <a:cubicBezTo>
                  <a:pt x="1809" y="16788"/>
                  <a:pt x="1869" y="16872"/>
                  <a:pt x="1928" y="16956"/>
                </a:cubicBezTo>
                <a:lnTo>
                  <a:pt x="16956" y="1928"/>
                </a:lnTo>
                <a:cubicBezTo>
                  <a:pt x="16872" y="1869"/>
                  <a:pt x="16788" y="1810"/>
                  <a:pt x="16703" y="1754"/>
                </a:cubicBezTo>
                <a:close/>
                <a:moveTo>
                  <a:pt x="17267" y="2151"/>
                </a:moveTo>
                <a:lnTo>
                  <a:pt x="2151" y="17267"/>
                </a:lnTo>
                <a:cubicBezTo>
                  <a:pt x="2212" y="17349"/>
                  <a:pt x="2274" y="17430"/>
                  <a:pt x="2338" y="17510"/>
                </a:cubicBezTo>
                <a:lnTo>
                  <a:pt x="17510" y="2338"/>
                </a:lnTo>
                <a:cubicBezTo>
                  <a:pt x="17430" y="2275"/>
                  <a:pt x="17349" y="2212"/>
                  <a:pt x="17267" y="2151"/>
                </a:cubicBezTo>
                <a:close/>
                <a:moveTo>
                  <a:pt x="3805" y="2574"/>
                </a:moveTo>
                <a:cubicBezTo>
                  <a:pt x="3586" y="2761"/>
                  <a:pt x="3370" y="2956"/>
                  <a:pt x="3163" y="3163"/>
                </a:cubicBezTo>
                <a:cubicBezTo>
                  <a:pt x="2955" y="3371"/>
                  <a:pt x="2761" y="3586"/>
                  <a:pt x="2574" y="3806"/>
                </a:cubicBezTo>
                <a:lnTo>
                  <a:pt x="3805" y="2574"/>
                </a:lnTo>
                <a:close/>
                <a:moveTo>
                  <a:pt x="17801" y="2579"/>
                </a:moveTo>
                <a:lnTo>
                  <a:pt x="2579" y="17801"/>
                </a:lnTo>
                <a:cubicBezTo>
                  <a:pt x="2645" y="17878"/>
                  <a:pt x="2709" y="17957"/>
                  <a:pt x="2777" y="18032"/>
                </a:cubicBezTo>
                <a:lnTo>
                  <a:pt x="18032" y="2777"/>
                </a:lnTo>
                <a:cubicBezTo>
                  <a:pt x="17957" y="2709"/>
                  <a:pt x="17878" y="2645"/>
                  <a:pt x="17801" y="2579"/>
                </a:cubicBezTo>
                <a:close/>
                <a:moveTo>
                  <a:pt x="18304" y="3036"/>
                </a:moveTo>
                <a:lnTo>
                  <a:pt x="3036" y="18304"/>
                </a:lnTo>
                <a:cubicBezTo>
                  <a:pt x="3079" y="18349"/>
                  <a:pt x="3119" y="18394"/>
                  <a:pt x="3163" y="18438"/>
                </a:cubicBezTo>
                <a:cubicBezTo>
                  <a:pt x="3191" y="18466"/>
                  <a:pt x="3222" y="18492"/>
                  <a:pt x="3250" y="18521"/>
                </a:cubicBezTo>
                <a:lnTo>
                  <a:pt x="18521" y="3251"/>
                </a:lnTo>
                <a:cubicBezTo>
                  <a:pt x="18492" y="3222"/>
                  <a:pt x="18466" y="3192"/>
                  <a:pt x="18438" y="3163"/>
                </a:cubicBezTo>
                <a:cubicBezTo>
                  <a:pt x="18394" y="3119"/>
                  <a:pt x="18348" y="3079"/>
                  <a:pt x="18304" y="3036"/>
                </a:cubicBezTo>
                <a:close/>
                <a:moveTo>
                  <a:pt x="18781" y="3523"/>
                </a:moveTo>
                <a:lnTo>
                  <a:pt x="3522" y="18781"/>
                </a:lnTo>
                <a:cubicBezTo>
                  <a:pt x="3598" y="18850"/>
                  <a:pt x="3676" y="18915"/>
                  <a:pt x="3753" y="18982"/>
                </a:cubicBezTo>
                <a:lnTo>
                  <a:pt x="18982" y="3753"/>
                </a:lnTo>
                <a:cubicBezTo>
                  <a:pt x="18915" y="3676"/>
                  <a:pt x="18850" y="3598"/>
                  <a:pt x="18781" y="3523"/>
                </a:cubicBezTo>
                <a:close/>
                <a:moveTo>
                  <a:pt x="19224" y="4041"/>
                </a:moveTo>
                <a:lnTo>
                  <a:pt x="4041" y="19224"/>
                </a:lnTo>
                <a:cubicBezTo>
                  <a:pt x="4121" y="19289"/>
                  <a:pt x="4202" y="19350"/>
                  <a:pt x="4283" y="19412"/>
                </a:cubicBezTo>
                <a:lnTo>
                  <a:pt x="19412" y="4283"/>
                </a:lnTo>
                <a:cubicBezTo>
                  <a:pt x="19350" y="4202"/>
                  <a:pt x="19289" y="4121"/>
                  <a:pt x="19224" y="4041"/>
                </a:cubicBezTo>
                <a:close/>
                <a:moveTo>
                  <a:pt x="19637" y="4591"/>
                </a:moveTo>
                <a:lnTo>
                  <a:pt x="4591" y="19637"/>
                </a:lnTo>
                <a:cubicBezTo>
                  <a:pt x="4675" y="19696"/>
                  <a:pt x="4758" y="19757"/>
                  <a:pt x="4843" y="19813"/>
                </a:cubicBezTo>
                <a:lnTo>
                  <a:pt x="19813" y="4844"/>
                </a:lnTo>
                <a:cubicBezTo>
                  <a:pt x="19757" y="4758"/>
                  <a:pt x="19696" y="4675"/>
                  <a:pt x="19637" y="4591"/>
                </a:cubicBezTo>
                <a:close/>
                <a:moveTo>
                  <a:pt x="20019" y="5172"/>
                </a:moveTo>
                <a:lnTo>
                  <a:pt x="5172" y="20019"/>
                </a:lnTo>
                <a:cubicBezTo>
                  <a:pt x="5261" y="20073"/>
                  <a:pt x="5351" y="20126"/>
                  <a:pt x="5441" y="20178"/>
                </a:cubicBezTo>
                <a:lnTo>
                  <a:pt x="20178" y="5441"/>
                </a:lnTo>
                <a:cubicBezTo>
                  <a:pt x="20126" y="5351"/>
                  <a:pt x="20073" y="5261"/>
                  <a:pt x="20019" y="5172"/>
                </a:cubicBezTo>
                <a:close/>
                <a:moveTo>
                  <a:pt x="20369" y="5782"/>
                </a:moveTo>
                <a:lnTo>
                  <a:pt x="5782" y="20369"/>
                </a:lnTo>
                <a:cubicBezTo>
                  <a:pt x="5877" y="20419"/>
                  <a:pt x="5974" y="20463"/>
                  <a:pt x="6071" y="20510"/>
                </a:cubicBezTo>
                <a:lnTo>
                  <a:pt x="20510" y="6071"/>
                </a:lnTo>
                <a:cubicBezTo>
                  <a:pt x="20463" y="5975"/>
                  <a:pt x="20419" y="5878"/>
                  <a:pt x="20369" y="5782"/>
                </a:cubicBezTo>
                <a:close/>
                <a:moveTo>
                  <a:pt x="20679" y="6434"/>
                </a:moveTo>
                <a:lnTo>
                  <a:pt x="6434" y="20679"/>
                </a:lnTo>
                <a:cubicBezTo>
                  <a:pt x="6534" y="20723"/>
                  <a:pt x="6633" y="20769"/>
                  <a:pt x="6734" y="20809"/>
                </a:cubicBezTo>
                <a:lnTo>
                  <a:pt x="20809" y="6735"/>
                </a:lnTo>
                <a:cubicBezTo>
                  <a:pt x="20769" y="6634"/>
                  <a:pt x="20723" y="6534"/>
                  <a:pt x="20679" y="6434"/>
                </a:cubicBezTo>
                <a:close/>
                <a:moveTo>
                  <a:pt x="20956" y="7121"/>
                </a:moveTo>
                <a:lnTo>
                  <a:pt x="7120" y="20956"/>
                </a:lnTo>
                <a:cubicBezTo>
                  <a:pt x="7226" y="20994"/>
                  <a:pt x="7333" y="21030"/>
                  <a:pt x="7439" y="21065"/>
                </a:cubicBezTo>
                <a:lnTo>
                  <a:pt x="21065" y="7439"/>
                </a:lnTo>
                <a:cubicBezTo>
                  <a:pt x="21030" y="7333"/>
                  <a:pt x="20994" y="7226"/>
                  <a:pt x="20956" y="7121"/>
                </a:cubicBezTo>
                <a:close/>
                <a:moveTo>
                  <a:pt x="21190" y="7848"/>
                </a:moveTo>
                <a:lnTo>
                  <a:pt x="7848" y="21190"/>
                </a:lnTo>
                <a:cubicBezTo>
                  <a:pt x="7960" y="21221"/>
                  <a:pt x="8073" y="21252"/>
                  <a:pt x="8186" y="21280"/>
                </a:cubicBezTo>
                <a:lnTo>
                  <a:pt x="21280" y="8186"/>
                </a:lnTo>
                <a:cubicBezTo>
                  <a:pt x="21252" y="8073"/>
                  <a:pt x="21221" y="7960"/>
                  <a:pt x="21190" y="7848"/>
                </a:cubicBezTo>
                <a:close/>
                <a:moveTo>
                  <a:pt x="21378" y="8623"/>
                </a:moveTo>
                <a:lnTo>
                  <a:pt x="8623" y="21378"/>
                </a:lnTo>
                <a:cubicBezTo>
                  <a:pt x="8743" y="21402"/>
                  <a:pt x="8863" y="21424"/>
                  <a:pt x="8984" y="21445"/>
                </a:cubicBezTo>
                <a:lnTo>
                  <a:pt x="21445" y="8984"/>
                </a:lnTo>
                <a:cubicBezTo>
                  <a:pt x="21424" y="8864"/>
                  <a:pt x="21402" y="8743"/>
                  <a:pt x="21378" y="8623"/>
                </a:cubicBezTo>
                <a:close/>
                <a:moveTo>
                  <a:pt x="21514" y="9448"/>
                </a:moveTo>
                <a:lnTo>
                  <a:pt x="9447" y="21514"/>
                </a:lnTo>
                <a:cubicBezTo>
                  <a:pt x="9576" y="21530"/>
                  <a:pt x="9704" y="21546"/>
                  <a:pt x="9833" y="21557"/>
                </a:cubicBezTo>
                <a:lnTo>
                  <a:pt x="21557" y="9834"/>
                </a:lnTo>
                <a:cubicBezTo>
                  <a:pt x="21546" y="9705"/>
                  <a:pt x="21530" y="9576"/>
                  <a:pt x="21514" y="9448"/>
                </a:cubicBezTo>
                <a:close/>
                <a:moveTo>
                  <a:pt x="21590" y="10333"/>
                </a:moveTo>
                <a:lnTo>
                  <a:pt x="10332" y="21590"/>
                </a:lnTo>
                <a:cubicBezTo>
                  <a:pt x="10473" y="21596"/>
                  <a:pt x="10613" y="21599"/>
                  <a:pt x="10753" y="21600"/>
                </a:cubicBezTo>
                <a:lnTo>
                  <a:pt x="21600" y="10754"/>
                </a:lnTo>
                <a:cubicBezTo>
                  <a:pt x="21599" y="10613"/>
                  <a:pt x="21596" y="10473"/>
                  <a:pt x="21590" y="10333"/>
                </a:cubicBezTo>
                <a:close/>
                <a:moveTo>
                  <a:pt x="21590" y="11296"/>
                </a:moveTo>
                <a:lnTo>
                  <a:pt x="11295" y="21590"/>
                </a:lnTo>
                <a:cubicBezTo>
                  <a:pt x="11449" y="21583"/>
                  <a:pt x="11603" y="21572"/>
                  <a:pt x="11757" y="21558"/>
                </a:cubicBezTo>
                <a:lnTo>
                  <a:pt x="21558" y="11757"/>
                </a:lnTo>
                <a:cubicBezTo>
                  <a:pt x="21572" y="11603"/>
                  <a:pt x="21583" y="11450"/>
                  <a:pt x="21590" y="11296"/>
                </a:cubicBezTo>
                <a:close/>
                <a:moveTo>
                  <a:pt x="21489" y="12358"/>
                </a:moveTo>
                <a:lnTo>
                  <a:pt x="12358" y="21489"/>
                </a:lnTo>
                <a:cubicBezTo>
                  <a:pt x="12531" y="21464"/>
                  <a:pt x="12703" y="21434"/>
                  <a:pt x="12876" y="21400"/>
                </a:cubicBezTo>
                <a:lnTo>
                  <a:pt x="21400" y="12876"/>
                </a:lnTo>
                <a:cubicBezTo>
                  <a:pt x="21434" y="12704"/>
                  <a:pt x="21464" y="12531"/>
                  <a:pt x="21489" y="12358"/>
                </a:cubicBezTo>
                <a:close/>
                <a:moveTo>
                  <a:pt x="21239" y="13569"/>
                </a:moveTo>
                <a:lnTo>
                  <a:pt x="13569" y="21239"/>
                </a:lnTo>
                <a:cubicBezTo>
                  <a:pt x="13774" y="21185"/>
                  <a:pt x="13978" y="21125"/>
                  <a:pt x="14181" y="21058"/>
                </a:cubicBezTo>
                <a:lnTo>
                  <a:pt x="21058" y="14181"/>
                </a:lnTo>
                <a:cubicBezTo>
                  <a:pt x="21125" y="13978"/>
                  <a:pt x="21185" y="13774"/>
                  <a:pt x="21239" y="13569"/>
                </a:cubicBezTo>
                <a:close/>
                <a:moveTo>
                  <a:pt x="20736" y="15035"/>
                </a:moveTo>
                <a:lnTo>
                  <a:pt x="15035" y="20736"/>
                </a:lnTo>
                <a:cubicBezTo>
                  <a:pt x="15310" y="20619"/>
                  <a:pt x="15581" y="20493"/>
                  <a:pt x="15848" y="20352"/>
                </a:cubicBezTo>
                <a:lnTo>
                  <a:pt x="20352" y="15848"/>
                </a:lnTo>
                <a:cubicBezTo>
                  <a:pt x="20493" y="15581"/>
                  <a:pt x="20619" y="15310"/>
                  <a:pt x="20736" y="15035"/>
                </a:cubicBezTo>
                <a:close/>
                <a:moveTo>
                  <a:pt x="19400" y="17332"/>
                </a:moveTo>
                <a:lnTo>
                  <a:pt x="17332" y="19400"/>
                </a:lnTo>
                <a:cubicBezTo>
                  <a:pt x="17716" y="19108"/>
                  <a:pt x="18087" y="18789"/>
                  <a:pt x="18438" y="18438"/>
                </a:cubicBezTo>
                <a:cubicBezTo>
                  <a:pt x="18788" y="18087"/>
                  <a:pt x="19107" y="17716"/>
                  <a:pt x="19400" y="17332"/>
                </a:cubicBezTo>
                <a:close/>
              </a:path>
            </a:pathLst>
          </a:custGeom>
          <a:solidFill>
            <a:schemeClr val="accent4"/>
          </a:solidFill>
          <a:ln w="12700">
            <a:miter lim="400000"/>
          </a:ln>
        </p:spPr>
        <p:txBody>
          <a:bodyPr lIns="0" tIns="0" rIns="0" bIns="0" anchor="ctr"/>
          <a:lstStyle/>
          <a:p>
            <a:pPr marL="0" marR="0" lvl="0" indent="0" algn="ctr" defTabSz="8255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 kumimoji="0" sz="32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Helvetica Neue Medium"/>
              <a:sym typeface="Helvetica Neue Medium"/>
            </a:endParaRPr>
          </a:p>
        </p:txBody>
      </p:sp>
      <p:sp>
        <p:nvSpPr>
          <p:cNvPr id="218" name="Shape">
            <a:extLst>
              <a:ext uri="{FF2B5EF4-FFF2-40B4-BE49-F238E27FC236}">
                <a16:creationId xmlns:a16="http://schemas.microsoft.com/office/drawing/2014/main" id="{7A685627-D95E-38FA-4F26-D771D88C10E7}"/>
              </a:ext>
            </a:extLst>
          </p:cNvPr>
          <p:cNvSpPr/>
          <p:nvPr/>
        </p:nvSpPr>
        <p:spPr>
          <a:xfrm>
            <a:off x="1688166" y="791392"/>
            <a:ext cx="7163901" cy="716420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800" y="0"/>
                </a:moveTo>
                <a:cubicBezTo>
                  <a:pt x="10787" y="0"/>
                  <a:pt x="10773" y="1"/>
                  <a:pt x="10759" y="1"/>
                </a:cubicBezTo>
                <a:lnTo>
                  <a:pt x="1" y="10760"/>
                </a:lnTo>
                <a:cubicBezTo>
                  <a:pt x="0" y="10900"/>
                  <a:pt x="3" y="11040"/>
                  <a:pt x="8" y="11181"/>
                </a:cubicBezTo>
                <a:lnTo>
                  <a:pt x="11180" y="9"/>
                </a:lnTo>
                <a:cubicBezTo>
                  <a:pt x="11054" y="4"/>
                  <a:pt x="10927" y="0"/>
                  <a:pt x="10800" y="0"/>
                </a:cubicBezTo>
                <a:close/>
                <a:moveTo>
                  <a:pt x="10211" y="17"/>
                </a:moveTo>
                <a:cubicBezTo>
                  <a:pt x="10057" y="25"/>
                  <a:pt x="9903" y="36"/>
                  <a:pt x="9748" y="51"/>
                </a:cubicBezTo>
                <a:lnTo>
                  <a:pt x="50" y="9749"/>
                </a:lnTo>
                <a:cubicBezTo>
                  <a:pt x="35" y="9903"/>
                  <a:pt x="25" y="10057"/>
                  <a:pt x="16" y="10212"/>
                </a:cubicBezTo>
                <a:lnTo>
                  <a:pt x="10211" y="17"/>
                </a:lnTo>
                <a:close/>
                <a:moveTo>
                  <a:pt x="11683" y="38"/>
                </a:moveTo>
                <a:lnTo>
                  <a:pt x="38" y="11684"/>
                </a:lnTo>
                <a:cubicBezTo>
                  <a:pt x="48" y="11814"/>
                  <a:pt x="62" y="11944"/>
                  <a:pt x="78" y="12075"/>
                </a:cubicBezTo>
                <a:lnTo>
                  <a:pt x="12074" y="78"/>
                </a:lnTo>
                <a:cubicBezTo>
                  <a:pt x="11944" y="63"/>
                  <a:pt x="11814" y="49"/>
                  <a:pt x="11683" y="38"/>
                </a:cubicBezTo>
                <a:close/>
                <a:moveTo>
                  <a:pt x="9136" y="131"/>
                </a:moveTo>
                <a:cubicBezTo>
                  <a:pt x="8960" y="158"/>
                  <a:pt x="8786" y="190"/>
                  <a:pt x="8611" y="226"/>
                </a:cubicBezTo>
                <a:lnTo>
                  <a:pt x="226" y="8611"/>
                </a:lnTo>
                <a:cubicBezTo>
                  <a:pt x="190" y="8786"/>
                  <a:pt x="157" y="8961"/>
                  <a:pt x="130" y="9137"/>
                </a:cubicBezTo>
                <a:lnTo>
                  <a:pt x="9136" y="131"/>
                </a:lnTo>
                <a:close/>
                <a:moveTo>
                  <a:pt x="12541" y="143"/>
                </a:moveTo>
                <a:lnTo>
                  <a:pt x="143" y="12541"/>
                </a:lnTo>
                <a:cubicBezTo>
                  <a:pt x="163" y="12663"/>
                  <a:pt x="183" y="12785"/>
                  <a:pt x="207" y="12906"/>
                </a:cubicBezTo>
                <a:lnTo>
                  <a:pt x="12906" y="208"/>
                </a:lnTo>
                <a:cubicBezTo>
                  <a:pt x="12785" y="184"/>
                  <a:pt x="12663" y="163"/>
                  <a:pt x="12541" y="143"/>
                </a:cubicBezTo>
                <a:close/>
                <a:moveTo>
                  <a:pt x="13343" y="303"/>
                </a:moveTo>
                <a:lnTo>
                  <a:pt x="303" y="13343"/>
                </a:lnTo>
                <a:cubicBezTo>
                  <a:pt x="330" y="13456"/>
                  <a:pt x="361" y="13569"/>
                  <a:pt x="392" y="13682"/>
                </a:cubicBezTo>
                <a:lnTo>
                  <a:pt x="13682" y="393"/>
                </a:lnTo>
                <a:cubicBezTo>
                  <a:pt x="13569" y="362"/>
                  <a:pt x="13456" y="331"/>
                  <a:pt x="13343" y="303"/>
                </a:cubicBezTo>
                <a:close/>
                <a:moveTo>
                  <a:pt x="7909" y="395"/>
                </a:moveTo>
                <a:cubicBezTo>
                  <a:pt x="7701" y="452"/>
                  <a:pt x="7495" y="515"/>
                  <a:pt x="7290" y="585"/>
                </a:cubicBezTo>
                <a:lnTo>
                  <a:pt x="584" y="7290"/>
                </a:lnTo>
                <a:cubicBezTo>
                  <a:pt x="514" y="7495"/>
                  <a:pt x="452" y="7702"/>
                  <a:pt x="394" y="7909"/>
                </a:cubicBezTo>
                <a:lnTo>
                  <a:pt x="7909" y="395"/>
                </a:lnTo>
                <a:close/>
                <a:moveTo>
                  <a:pt x="14094" y="515"/>
                </a:moveTo>
                <a:lnTo>
                  <a:pt x="514" y="14094"/>
                </a:lnTo>
                <a:cubicBezTo>
                  <a:pt x="549" y="14202"/>
                  <a:pt x="583" y="14310"/>
                  <a:pt x="620" y="14417"/>
                </a:cubicBezTo>
                <a:lnTo>
                  <a:pt x="14417" y="621"/>
                </a:lnTo>
                <a:cubicBezTo>
                  <a:pt x="14310" y="583"/>
                  <a:pt x="14202" y="549"/>
                  <a:pt x="14094" y="515"/>
                </a:cubicBezTo>
                <a:close/>
                <a:moveTo>
                  <a:pt x="14804" y="767"/>
                </a:moveTo>
                <a:lnTo>
                  <a:pt x="767" y="14804"/>
                </a:lnTo>
                <a:cubicBezTo>
                  <a:pt x="807" y="14905"/>
                  <a:pt x="851" y="15004"/>
                  <a:pt x="894" y="15104"/>
                </a:cubicBezTo>
                <a:lnTo>
                  <a:pt x="15104" y="895"/>
                </a:lnTo>
                <a:cubicBezTo>
                  <a:pt x="15004" y="852"/>
                  <a:pt x="14905" y="807"/>
                  <a:pt x="14804" y="767"/>
                </a:cubicBezTo>
                <a:close/>
                <a:moveTo>
                  <a:pt x="6411" y="932"/>
                </a:moveTo>
                <a:cubicBezTo>
                  <a:pt x="6118" y="1062"/>
                  <a:pt x="5831" y="1206"/>
                  <a:pt x="5549" y="1363"/>
                </a:cubicBezTo>
                <a:lnTo>
                  <a:pt x="1362" y="5549"/>
                </a:lnTo>
                <a:cubicBezTo>
                  <a:pt x="1205" y="5832"/>
                  <a:pt x="1061" y="6119"/>
                  <a:pt x="931" y="6411"/>
                </a:cubicBezTo>
                <a:lnTo>
                  <a:pt x="6411" y="932"/>
                </a:lnTo>
                <a:close/>
                <a:moveTo>
                  <a:pt x="15470" y="1061"/>
                </a:moveTo>
                <a:lnTo>
                  <a:pt x="1060" y="15471"/>
                </a:lnTo>
                <a:cubicBezTo>
                  <a:pt x="1106" y="15567"/>
                  <a:pt x="1153" y="15664"/>
                  <a:pt x="1202" y="15759"/>
                </a:cubicBezTo>
                <a:lnTo>
                  <a:pt x="15759" y="1203"/>
                </a:lnTo>
                <a:cubicBezTo>
                  <a:pt x="15663" y="1153"/>
                  <a:pt x="15567" y="1107"/>
                  <a:pt x="15470" y="1061"/>
                </a:cubicBezTo>
                <a:close/>
                <a:moveTo>
                  <a:pt x="16103" y="1391"/>
                </a:moveTo>
                <a:lnTo>
                  <a:pt x="1391" y="16103"/>
                </a:lnTo>
                <a:cubicBezTo>
                  <a:pt x="1442" y="16194"/>
                  <a:pt x="1494" y="16285"/>
                  <a:pt x="1548" y="16375"/>
                </a:cubicBezTo>
                <a:lnTo>
                  <a:pt x="16375" y="1549"/>
                </a:lnTo>
                <a:cubicBezTo>
                  <a:pt x="16285" y="1495"/>
                  <a:pt x="16194" y="1442"/>
                  <a:pt x="16103" y="1391"/>
                </a:cubicBezTo>
                <a:close/>
                <a:moveTo>
                  <a:pt x="16703" y="1754"/>
                </a:moveTo>
                <a:lnTo>
                  <a:pt x="1753" y="16703"/>
                </a:lnTo>
                <a:cubicBezTo>
                  <a:pt x="1809" y="16788"/>
                  <a:pt x="1869" y="16872"/>
                  <a:pt x="1928" y="16956"/>
                </a:cubicBezTo>
                <a:lnTo>
                  <a:pt x="16956" y="1928"/>
                </a:lnTo>
                <a:cubicBezTo>
                  <a:pt x="16872" y="1869"/>
                  <a:pt x="16788" y="1810"/>
                  <a:pt x="16703" y="1754"/>
                </a:cubicBezTo>
                <a:close/>
                <a:moveTo>
                  <a:pt x="17267" y="2151"/>
                </a:moveTo>
                <a:lnTo>
                  <a:pt x="2151" y="17267"/>
                </a:lnTo>
                <a:cubicBezTo>
                  <a:pt x="2212" y="17349"/>
                  <a:pt x="2274" y="17430"/>
                  <a:pt x="2338" y="17510"/>
                </a:cubicBezTo>
                <a:lnTo>
                  <a:pt x="17510" y="2338"/>
                </a:lnTo>
                <a:cubicBezTo>
                  <a:pt x="17430" y="2275"/>
                  <a:pt x="17349" y="2212"/>
                  <a:pt x="17267" y="2151"/>
                </a:cubicBezTo>
                <a:close/>
                <a:moveTo>
                  <a:pt x="3805" y="2574"/>
                </a:moveTo>
                <a:cubicBezTo>
                  <a:pt x="3586" y="2761"/>
                  <a:pt x="3370" y="2956"/>
                  <a:pt x="3163" y="3163"/>
                </a:cubicBezTo>
                <a:cubicBezTo>
                  <a:pt x="2955" y="3371"/>
                  <a:pt x="2761" y="3586"/>
                  <a:pt x="2574" y="3806"/>
                </a:cubicBezTo>
                <a:lnTo>
                  <a:pt x="3805" y="2574"/>
                </a:lnTo>
                <a:close/>
                <a:moveTo>
                  <a:pt x="17801" y="2579"/>
                </a:moveTo>
                <a:lnTo>
                  <a:pt x="2579" y="17801"/>
                </a:lnTo>
                <a:cubicBezTo>
                  <a:pt x="2645" y="17878"/>
                  <a:pt x="2709" y="17957"/>
                  <a:pt x="2777" y="18032"/>
                </a:cubicBezTo>
                <a:lnTo>
                  <a:pt x="18032" y="2777"/>
                </a:lnTo>
                <a:cubicBezTo>
                  <a:pt x="17957" y="2709"/>
                  <a:pt x="17878" y="2645"/>
                  <a:pt x="17801" y="2579"/>
                </a:cubicBezTo>
                <a:close/>
                <a:moveTo>
                  <a:pt x="18304" y="3036"/>
                </a:moveTo>
                <a:lnTo>
                  <a:pt x="3036" y="18304"/>
                </a:lnTo>
                <a:cubicBezTo>
                  <a:pt x="3079" y="18349"/>
                  <a:pt x="3119" y="18394"/>
                  <a:pt x="3163" y="18438"/>
                </a:cubicBezTo>
                <a:cubicBezTo>
                  <a:pt x="3191" y="18466"/>
                  <a:pt x="3222" y="18492"/>
                  <a:pt x="3250" y="18521"/>
                </a:cubicBezTo>
                <a:lnTo>
                  <a:pt x="18521" y="3251"/>
                </a:lnTo>
                <a:cubicBezTo>
                  <a:pt x="18492" y="3222"/>
                  <a:pt x="18466" y="3192"/>
                  <a:pt x="18438" y="3163"/>
                </a:cubicBezTo>
                <a:cubicBezTo>
                  <a:pt x="18394" y="3119"/>
                  <a:pt x="18348" y="3079"/>
                  <a:pt x="18304" y="3036"/>
                </a:cubicBezTo>
                <a:close/>
                <a:moveTo>
                  <a:pt x="18781" y="3523"/>
                </a:moveTo>
                <a:lnTo>
                  <a:pt x="3522" y="18781"/>
                </a:lnTo>
                <a:cubicBezTo>
                  <a:pt x="3598" y="18850"/>
                  <a:pt x="3676" y="18915"/>
                  <a:pt x="3753" y="18982"/>
                </a:cubicBezTo>
                <a:lnTo>
                  <a:pt x="18982" y="3753"/>
                </a:lnTo>
                <a:cubicBezTo>
                  <a:pt x="18915" y="3676"/>
                  <a:pt x="18850" y="3598"/>
                  <a:pt x="18781" y="3523"/>
                </a:cubicBezTo>
                <a:close/>
                <a:moveTo>
                  <a:pt x="19224" y="4041"/>
                </a:moveTo>
                <a:lnTo>
                  <a:pt x="4041" y="19224"/>
                </a:lnTo>
                <a:cubicBezTo>
                  <a:pt x="4121" y="19289"/>
                  <a:pt x="4202" y="19350"/>
                  <a:pt x="4283" y="19412"/>
                </a:cubicBezTo>
                <a:lnTo>
                  <a:pt x="19412" y="4283"/>
                </a:lnTo>
                <a:cubicBezTo>
                  <a:pt x="19350" y="4202"/>
                  <a:pt x="19289" y="4121"/>
                  <a:pt x="19224" y="4041"/>
                </a:cubicBezTo>
                <a:close/>
                <a:moveTo>
                  <a:pt x="19637" y="4591"/>
                </a:moveTo>
                <a:lnTo>
                  <a:pt x="4591" y="19637"/>
                </a:lnTo>
                <a:cubicBezTo>
                  <a:pt x="4675" y="19696"/>
                  <a:pt x="4758" y="19757"/>
                  <a:pt x="4843" y="19813"/>
                </a:cubicBezTo>
                <a:lnTo>
                  <a:pt x="19813" y="4844"/>
                </a:lnTo>
                <a:cubicBezTo>
                  <a:pt x="19757" y="4758"/>
                  <a:pt x="19696" y="4675"/>
                  <a:pt x="19637" y="4591"/>
                </a:cubicBezTo>
                <a:close/>
                <a:moveTo>
                  <a:pt x="20019" y="5172"/>
                </a:moveTo>
                <a:lnTo>
                  <a:pt x="5172" y="20019"/>
                </a:lnTo>
                <a:cubicBezTo>
                  <a:pt x="5261" y="20073"/>
                  <a:pt x="5351" y="20126"/>
                  <a:pt x="5441" y="20178"/>
                </a:cubicBezTo>
                <a:lnTo>
                  <a:pt x="20178" y="5441"/>
                </a:lnTo>
                <a:cubicBezTo>
                  <a:pt x="20126" y="5351"/>
                  <a:pt x="20073" y="5261"/>
                  <a:pt x="20019" y="5172"/>
                </a:cubicBezTo>
                <a:close/>
                <a:moveTo>
                  <a:pt x="20369" y="5782"/>
                </a:moveTo>
                <a:lnTo>
                  <a:pt x="5782" y="20369"/>
                </a:lnTo>
                <a:cubicBezTo>
                  <a:pt x="5877" y="20419"/>
                  <a:pt x="5974" y="20463"/>
                  <a:pt x="6071" y="20510"/>
                </a:cubicBezTo>
                <a:lnTo>
                  <a:pt x="20510" y="6071"/>
                </a:lnTo>
                <a:cubicBezTo>
                  <a:pt x="20463" y="5975"/>
                  <a:pt x="20419" y="5878"/>
                  <a:pt x="20369" y="5782"/>
                </a:cubicBezTo>
                <a:close/>
                <a:moveTo>
                  <a:pt x="20679" y="6434"/>
                </a:moveTo>
                <a:lnTo>
                  <a:pt x="6434" y="20679"/>
                </a:lnTo>
                <a:cubicBezTo>
                  <a:pt x="6534" y="20723"/>
                  <a:pt x="6633" y="20769"/>
                  <a:pt x="6734" y="20809"/>
                </a:cubicBezTo>
                <a:lnTo>
                  <a:pt x="20809" y="6735"/>
                </a:lnTo>
                <a:cubicBezTo>
                  <a:pt x="20769" y="6634"/>
                  <a:pt x="20723" y="6534"/>
                  <a:pt x="20679" y="6434"/>
                </a:cubicBezTo>
                <a:close/>
                <a:moveTo>
                  <a:pt x="20956" y="7121"/>
                </a:moveTo>
                <a:lnTo>
                  <a:pt x="7120" y="20956"/>
                </a:lnTo>
                <a:cubicBezTo>
                  <a:pt x="7226" y="20994"/>
                  <a:pt x="7333" y="21030"/>
                  <a:pt x="7439" y="21065"/>
                </a:cubicBezTo>
                <a:lnTo>
                  <a:pt x="21065" y="7439"/>
                </a:lnTo>
                <a:cubicBezTo>
                  <a:pt x="21030" y="7333"/>
                  <a:pt x="20994" y="7226"/>
                  <a:pt x="20956" y="7121"/>
                </a:cubicBezTo>
                <a:close/>
                <a:moveTo>
                  <a:pt x="21190" y="7848"/>
                </a:moveTo>
                <a:lnTo>
                  <a:pt x="7848" y="21190"/>
                </a:lnTo>
                <a:cubicBezTo>
                  <a:pt x="7960" y="21221"/>
                  <a:pt x="8073" y="21252"/>
                  <a:pt x="8186" y="21280"/>
                </a:cubicBezTo>
                <a:lnTo>
                  <a:pt x="21280" y="8186"/>
                </a:lnTo>
                <a:cubicBezTo>
                  <a:pt x="21252" y="8073"/>
                  <a:pt x="21221" y="7960"/>
                  <a:pt x="21190" y="7848"/>
                </a:cubicBezTo>
                <a:close/>
                <a:moveTo>
                  <a:pt x="21378" y="8623"/>
                </a:moveTo>
                <a:lnTo>
                  <a:pt x="8623" y="21378"/>
                </a:lnTo>
                <a:cubicBezTo>
                  <a:pt x="8743" y="21402"/>
                  <a:pt x="8863" y="21424"/>
                  <a:pt x="8984" y="21445"/>
                </a:cubicBezTo>
                <a:lnTo>
                  <a:pt x="21445" y="8984"/>
                </a:lnTo>
                <a:cubicBezTo>
                  <a:pt x="21424" y="8864"/>
                  <a:pt x="21402" y="8743"/>
                  <a:pt x="21378" y="8623"/>
                </a:cubicBezTo>
                <a:close/>
                <a:moveTo>
                  <a:pt x="21514" y="9448"/>
                </a:moveTo>
                <a:lnTo>
                  <a:pt x="9447" y="21514"/>
                </a:lnTo>
                <a:cubicBezTo>
                  <a:pt x="9576" y="21530"/>
                  <a:pt x="9704" y="21546"/>
                  <a:pt x="9833" y="21557"/>
                </a:cubicBezTo>
                <a:lnTo>
                  <a:pt x="21557" y="9834"/>
                </a:lnTo>
                <a:cubicBezTo>
                  <a:pt x="21546" y="9705"/>
                  <a:pt x="21530" y="9576"/>
                  <a:pt x="21514" y="9448"/>
                </a:cubicBezTo>
                <a:close/>
                <a:moveTo>
                  <a:pt x="21590" y="10333"/>
                </a:moveTo>
                <a:lnTo>
                  <a:pt x="10332" y="21590"/>
                </a:lnTo>
                <a:cubicBezTo>
                  <a:pt x="10473" y="21596"/>
                  <a:pt x="10613" y="21599"/>
                  <a:pt x="10753" y="21600"/>
                </a:cubicBezTo>
                <a:lnTo>
                  <a:pt x="21600" y="10754"/>
                </a:lnTo>
                <a:cubicBezTo>
                  <a:pt x="21599" y="10613"/>
                  <a:pt x="21596" y="10473"/>
                  <a:pt x="21590" y="10333"/>
                </a:cubicBezTo>
                <a:close/>
                <a:moveTo>
                  <a:pt x="21590" y="11296"/>
                </a:moveTo>
                <a:lnTo>
                  <a:pt x="11295" y="21590"/>
                </a:lnTo>
                <a:cubicBezTo>
                  <a:pt x="11449" y="21583"/>
                  <a:pt x="11603" y="21572"/>
                  <a:pt x="11757" y="21558"/>
                </a:cubicBezTo>
                <a:lnTo>
                  <a:pt x="21558" y="11757"/>
                </a:lnTo>
                <a:cubicBezTo>
                  <a:pt x="21572" y="11603"/>
                  <a:pt x="21583" y="11450"/>
                  <a:pt x="21590" y="11296"/>
                </a:cubicBezTo>
                <a:close/>
                <a:moveTo>
                  <a:pt x="21489" y="12358"/>
                </a:moveTo>
                <a:lnTo>
                  <a:pt x="12358" y="21489"/>
                </a:lnTo>
                <a:cubicBezTo>
                  <a:pt x="12531" y="21464"/>
                  <a:pt x="12703" y="21434"/>
                  <a:pt x="12876" y="21400"/>
                </a:cubicBezTo>
                <a:lnTo>
                  <a:pt x="21400" y="12876"/>
                </a:lnTo>
                <a:cubicBezTo>
                  <a:pt x="21434" y="12704"/>
                  <a:pt x="21464" y="12531"/>
                  <a:pt x="21489" y="12358"/>
                </a:cubicBezTo>
                <a:close/>
                <a:moveTo>
                  <a:pt x="21239" y="13569"/>
                </a:moveTo>
                <a:lnTo>
                  <a:pt x="13569" y="21239"/>
                </a:lnTo>
                <a:cubicBezTo>
                  <a:pt x="13774" y="21185"/>
                  <a:pt x="13978" y="21125"/>
                  <a:pt x="14181" y="21058"/>
                </a:cubicBezTo>
                <a:lnTo>
                  <a:pt x="21058" y="14181"/>
                </a:lnTo>
                <a:cubicBezTo>
                  <a:pt x="21125" y="13978"/>
                  <a:pt x="21185" y="13774"/>
                  <a:pt x="21239" y="13569"/>
                </a:cubicBezTo>
                <a:close/>
                <a:moveTo>
                  <a:pt x="20736" y="15035"/>
                </a:moveTo>
                <a:lnTo>
                  <a:pt x="15035" y="20736"/>
                </a:lnTo>
                <a:cubicBezTo>
                  <a:pt x="15310" y="20619"/>
                  <a:pt x="15581" y="20493"/>
                  <a:pt x="15848" y="20352"/>
                </a:cubicBezTo>
                <a:lnTo>
                  <a:pt x="20352" y="15848"/>
                </a:lnTo>
                <a:cubicBezTo>
                  <a:pt x="20493" y="15581"/>
                  <a:pt x="20619" y="15310"/>
                  <a:pt x="20736" y="15035"/>
                </a:cubicBezTo>
                <a:close/>
                <a:moveTo>
                  <a:pt x="19400" y="17332"/>
                </a:moveTo>
                <a:lnTo>
                  <a:pt x="17332" y="19400"/>
                </a:lnTo>
                <a:cubicBezTo>
                  <a:pt x="17716" y="19108"/>
                  <a:pt x="18087" y="18789"/>
                  <a:pt x="18438" y="18438"/>
                </a:cubicBezTo>
                <a:cubicBezTo>
                  <a:pt x="18788" y="18087"/>
                  <a:pt x="19107" y="17716"/>
                  <a:pt x="19400" y="17332"/>
                </a:cubicBezTo>
                <a:close/>
              </a:path>
            </a:pathLst>
          </a:custGeom>
          <a:solidFill>
            <a:schemeClr val="accent4"/>
          </a:solidFill>
          <a:ln w="12700">
            <a:miter lim="400000"/>
          </a:ln>
        </p:spPr>
        <p:txBody>
          <a:bodyPr lIns="0" tIns="0" rIns="0" bIns="0" anchor="ctr"/>
          <a:lstStyle/>
          <a:p>
            <a:pPr marL="0" marR="0" lvl="0" indent="0" algn="ctr" defTabSz="8255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 kumimoji="0" sz="32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Helvetica Neue Medium"/>
              <a:sym typeface="Helvetica Neue Medium"/>
            </a:endParaRPr>
          </a:p>
        </p:txBody>
      </p:sp>
      <p:sp>
        <p:nvSpPr>
          <p:cNvPr id="219" name="Shape">
            <a:extLst>
              <a:ext uri="{FF2B5EF4-FFF2-40B4-BE49-F238E27FC236}">
                <a16:creationId xmlns:a16="http://schemas.microsoft.com/office/drawing/2014/main" id="{DDFE5D88-D476-2F92-A946-5304994B5F7D}"/>
              </a:ext>
            </a:extLst>
          </p:cNvPr>
          <p:cNvSpPr/>
          <p:nvPr/>
        </p:nvSpPr>
        <p:spPr>
          <a:xfrm>
            <a:off x="11727838" y="12253507"/>
            <a:ext cx="4276957" cy="427713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800" y="0"/>
                </a:moveTo>
                <a:cubicBezTo>
                  <a:pt x="10787" y="0"/>
                  <a:pt x="10773" y="1"/>
                  <a:pt x="10759" y="1"/>
                </a:cubicBezTo>
                <a:lnTo>
                  <a:pt x="1" y="10760"/>
                </a:lnTo>
                <a:cubicBezTo>
                  <a:pt x="0" y="10900"/>
                  <a:pt x="3" y="11040"/>
                  <a:pt x="8" y="11181"/>
                </a:cubicBezTo>
                <a:lnTo>
                  <a:pt x="11180" y="9"/>
                </a:lnTo>
                <a:cubicBezTo>
                  <a:pt x="11054" y="4"/>
                  <a:pt x="10927" y="0"/>
                  <a:pt x="10800" y="0"/>
                </a:cubicBezTo>
                <a:close/>
                <a:moveTo>
                  <a:pt x="10211" y="17"/>
                </a:moveTo>
                <a:cubicBezTo>
                  <a:pt x="10057" y="25"/>
                  <a:pt x="9903" y="36"/>
                  <a:pt x="9748" y="51"/>
                </a:cubicBezTo>
                <a:lnTo>
                  <a:pt x="50" y="9749"/>
                </a:lnTo>
                <a:cubicBezTo>
                  <a:pt x="35" y="9903"/>
                  <a:pt x="25" y="10057"/>
                  <a:pt x="16" y="10212"/>
                </a:cubicBezTo>
                <a:lnTo>
                  <a:pt x="10211" y="17"/>
                </a:lnTo>
                <a:close/>
                <a:moveTo>
                  <a:pt x="11683" y="38"/>
                </a:moveTo>
                <a:lnTo>
                  <a:pt x="38" y="11684"/>
                </a:lnTo>
                <a:cubicBezTo>
                  <a:pt x="48" y="11814"/>
                  <a:pt x="62" y="11944"/>
                  <a:pt x="78" y="12075"/>
                </a:cubicBezTo>
                <a:lnTo>
                  <a:pt x="12074" y="78"/>
                </a:lnTo>
                <a:cubicBezTo>
                  <a:pt x="11944" y="63"/>
                  <a:pt x="11814" y="49"/>
                  <a:pt x="11683" y="38"/>
                </a:cubicBezTo>
                <a:close/>
                <a:moveTo>
                  <a:pt x="9136" y="131"/>
                </a:moveTo>
                <a:cubicBezTo>
                  <a:pt x="8960" y="158"/>
                  <a:pt x="8786" y="190"/>
                  <a:pt x="8611" y="226"/>
                </a:cubicBezTo>
                <a:lnTo>
                  <a:pt x="226" y="8611"/>
                </a:lnTo>
                <a:cubicBezTo>
                  <a:pt x="190" y="8786"/>
                  <a:pt x="157" y="8961"/>
                  <a:pt x="130" y="9137"/>
                </a:cubicBezTo>
                <a:lnTo>
                  <a:pt x="9136" y="131"/>
                </a:lnTo>
                <a:close/>
                <a:moveTo>
                  <a:pt x="12541" y="143"/>
                </a:moveTo>
                <a:lnTo>
                  <a:pt x="143" y="12541"/>
                </a:lnTo>
                <a:cubicBezTo>
                  <a:pt x="163" y="12663"/>
                  <a:pt x="183" y="12785"/>
                  <a:pt x="207" y="12906"/>
                </a:cubicBezTo>
                <a:lnTo>
                  <a:pt x="12906" y="208"/>
                </a:lnTo>
                <a:cubicBezTo>
                  <a:pt x="12785" y="184"/>
                  <a:pt x="12663" y="163"/>
                  <a:pt x="12541" y="143"/>
                </a:cubicBezTo>
                <a:close/>
                <a:moveTo>
                  <a:pt x="13343" y="303"/>
                </a:moveTo>
                <a:lnTo>
                  <a:pt x="303" y="13343"/>
                </a:lnTo>
                <a:cubicBezTo>
                  <a:pt x="330" y="13456"/>
                  <a:pt x="361" y="13569"/>
                  <a:pt x="392" y="13682"/>
                </a:cubicBezTo>
                <a:lnTo>
                  <a:pt x="13682" y="393"/>
                </a:lnTo>
                <a:cubicBezTo>
                  <a:pt x="13569" y="362"/>
                  <a:pt x="13456" y="331"/>
                  <a:pt x="13343" y="303"/>
                </a:cubicBezTo>
                <a:close/>
                <a:moveTo>
                  <a:pt x="7909" y="395"/>
                </a:moveTo>
                <a:cubicBezTo>
                  <a:pt x="7701" y="452"/>
                  <a:pt x="7495" y="515"/>
                  <a:pt x="7290" y="585"/>
                </a:cubicBezTo>
                <a:lnTo>
                  <a:pt x="584" y="7290"/>
                </a:lnTo>
                <a:cubicBezTo>
                  <a:pt x="514" y="7495"/>
                  <a:pt x="452" y="7702"/>
                  <a:pt x="394" y="7909"/>
                </a:cubicBezTo>
                <a:lnTo>
                  <a:pt x="7909" y="395"/>
                </a:lnTo>
                <a:close/>
                <a:moveTo>
                  <a:pt x="14094" y="515"/>
                </a:moveTo>
                <a:lnTo>
                  <a:pt x="514" y="14094"/>
                </a:lnTo>
                <a:cubicBezTo>
                  <a:pt x="549" y="14202"/>
                  <a:pt x="583" y="14310"/>
                  <a:pt x="620" y="14417"/>
                </a:cubicBezTo>
                <a:lnTo>
                  <a:pt x="14417" y="621"/>
                </a:lnTo>
                <a:cubicBezTo>
                  <a:pt x="14310" y="583"/>
                  <a:pt x="14202" y="549"/>
                  <a:pt x="14094" y="515"/>
                </a:cubicBezTo>
                <a:close/>
                <a:moveTo>
                  <a:pt x="14804" y="767"/>
                </a:moveTo>
                <a:lnTo>
                  <a:pt x="767" y="14804"/>
                </a:lnTo>
                <a:cubicBezTo>
                  <a:pt x="807" y="14905"/>
                  <a:pt x="851" y="15004"/>
                  <a:pt x="894" y="15104"/>
                </a:cubicBezTo>
                <a:lnTo>
                  <a:pt x="15104" y="895"/>
                </a:lnTo>
                <a:cubicBezTo>
                  <a:pt x="15004" y="852"/>
                  <a:pt x="14905" y="807"/>
                  <a:pt x="14804" y="767"/>
                </a:cubicBezTo>
                <a:close/>
                <a:moveTo>
                  <a:pt x="6411" y="932"/>
                </a:moveTo>
                <a:cubicBezTo>
                  <a:pt x="6118" y="1062"/>
                  <a:pt x="5831" y="1206"/>
                  <a:pt x="5549" y="1363"/>
                </a:cubicBezTo>
                <a:lnTo>
                  <a:pt x="1362" y="5549"/>
                </a:lnTo>
                <a:cubicBezTo>
                  <a:pt x="1205" y="5832"/>
                  <a:pt x="1061" y="6119"/>
                  <a:pt x="931" y="6411"/>
                </a:cubicBezTo>
                <a:lnTo>
                  <a:pt x="6411" y="932"/>
                </a:lnTo>
                <a:close/>
                <a:moveTo>
                  <a:pt x="15470" y="1061"/>
                </a:moveTo>
                <a:lnTo>
                  <a:pt x="1060" y="15471"/>
                </a:lnTo>
                <a:cubicBezTo>
                  <a:pt x="1106" y="15567"/>
                  <a:pt x="1153" y="15664"/>
                  <a:pt x="1202" y="15759"/>
                </a:cubicBezTo>
                <a:lnTo>
                  <a:pt x="15759" y="1203"/>
                </a:lnTo>
                <a:cubicBezTo>
                  <a:pt x="15663" y="1153"/>
                  <a:pt x="15567" y="1107"/>
                  <a:pt x="15470" y="1061"/>
                </a:cubicBezTo>
                <a:close/>
                <a:moveTo>
                  <a:pt x="16103" y="1391"/>
                </a:moveTo>
                <a:lnTo>
                  <a:pt x="1391" y="16103"/>
                </a:lnTo>
                <a:cubicBezTo>
                  <a:pt x="1442" y="16194"/>
                  <a:pt x="1494" y="16285"/>
                  <a:pt x="1549" y="16375"/>
                </a:cubicBezTo>
                <a:lnTo>
                  <a:pt x="16375" y="1549"/>
                </a:lnTo>
                <a:cubicBezTo>
                  <a:pt x="16285" y="1495"/>
                  <a:pt x="16194" y="1442"/>
                  <a:pt x="16103" y="1391"/>
                </a:cubicBezTo>
                <a:close/>
                <a:moveTo>
                  <a:pt x="16703" y="1754"/>
                </a:moveTo>
                <a:lnTo>
                  <a:pt x="1753" y="16703"/>
                </a:lnTo>
                <a:cubicBezTo>
                  <a:pt x="1809" y="16788"/>
                  <a:pt x="1869" y="16872"/>
                  <a:pt x="1928" y="16956"/>
                </a:cubicBezTo>
                <a:lnTo>
                  <a:pt x="16956" y="1928"/>
                </a:lnTo>
                <a:cubicBezTo>
                  <a:pt x="16872" y="1869"/>
                  <a:pt x="16788" y="1810"/>
                  <a:pt x="16703" y="1754"/>
                </a:cubicBezTo>
                <a:close/>
                <a:moveTo>
                  <a:pt x="17267" y="2151"/>
                </a:moveTo>
                <a:lnTo>
                  <a:pt x="2151" y="17267"/>
                </a:lnTo>
                <a:cubicBezTo>
                  <a:pt x="2212" y="17349"/>
                  <a:pt x="2274" y="17430"/>
                  <a:pt x="2338" y="17510"/>
                </a:cubicBezTo>
                <a:lnTo>
                  <a:pt x="17510" y="2338"/>
                </a:lnTo>
                <a:cubicBezTo>
                  <a:pt x="17430" y="2275"/>
                  <a:pt x="17349" y="2212"/>
                  <a:pt x="17267" y="2151"/>
                </a:cubicBezTo>
                <a:close/>
                <a:moveTo>
                  <a:pt x="3805" y="2574"/>
                </a:moveTo>
                <a:cubicBezTo>
                  <a:pt x="3586" y="2761"/>
                  <a:pt x="3370" y="2956"/>
                  <a:pt x="3163" y="3163"/>
                </a:cubicBezTo>
                <a:cubicBezTo>
                  <a:pt x="2955" y="3371"/>
                  <a:pt x="2761" y="3586"/>
                  <a:pt x="2574" y="3806"/>
                </a:cubicBezTo>
                <a:lnTo>
                  <a:pt x="3805" y="2574"/>
                </a:lnTo>
                <a:close/>
                <a:moveTo>
                  <a:pt x="17801" y="2579"/>
                </a:moveTo>
                <a:lnTo>
                  <a:pt x="2579" y="17801"/>
                </a:lnTo>
                <a:cubicBezTo>
                  <a:pt x="2645" y="17878"/>
                  <a:pt x="2709" y="17957"/>
                  <a:pt x="2777" y="18032"/>
                </a:cubicBezTo>
                <a:lnTo>
                  <a:pt x="18032" y="2777"/>
                </a:lnTo>
                <a:cubicBezTo>
                  <a:pt x="17957" y="2709"/>
                  <a:pt x="17878" y="2645"/>
                  <a:pt x="17801" y="2579"/>
                </a:cubicBezTo>
                <a:close/>
                <a:moveTo>
                  <a:pt x="18304" y="3036"/>
                </a:moveTo>
                <a:lnTo>
                  <a:pt x="3036" y="18304"/>
                </a:lnTo>
                <a:cubicBezTo>
                  <a:pt x="3079" y="18349"/>
                  <a:pt x="3119" y="18394"/>
                  <a:pt x="3163" y="18438"/>
                </a:cubicBezTo>
                <a:cubicBezTo>
                  <a:pt x="3191" y="18466"/>
                  <a:pt x="3222" y="18492"/>
                  <a:pt x="3250" y="18521"/>
                </a:cubicBezTo>
                <a:lnTo>
                  <a:pt x="18521" y="3251"/>
                </a:lnTo>
                <a:cubicBezTo>
                  <a:pt x="18492" y="3222"/>
                  <a:pt x="18466" y="3192"/>
                  <a:pt x="18438" y="3163"/>
                </a:cubicBezTo>
                <a:cubicBezTo>
                  <a:pt x="18394" y="3119"/>
                  <a:pt x="18348" y="3079"/>
                  <a:pt x="18304" y="3036"/>
                </a:cubicBezTo>
                <a:close/>
                <a:moveTo>
                  <a:pt x="18781" y="3523"/>
                </a:moveTo>
                <a:lnTo>
                  <a:pt x="3522" y="18781"/>
                </a:lnTo>
                <a:cubicBezTo>
                  <a:pt x="3598" y="18850"/>
                  <a:pt x="3676" y="18915"/>
                  <a:pt x="3753" y="18982"/>
                </a:cubicBezTo>
                <a:lnTo>
                  <a:pt x="18982" y="3753"/>
                </a:lnTo>
                <a:cubicBezTo>
                  <a:pt x="18915" y="3676"/>
                  <a:pt x="18850" y="3598"/>
                  <a:pt x="18781" y="3523"/>
                </a:cubicBezTo>
                <a:close/>
                <a:moveTo>
                  <a:pt x="19224" y="4041"/>
                </a:moveTo>
                <a:lnTo>
                  <a:pt x="4041" y="19224"/>
                </a:lnTo>
                <a:cubicBezTo>
                  <a:pt x="4121" y="19289"/>
                  <a:pt x="4202" y="19350"/>
                  <a:pt x="4283" y="19412"/>
                </a:cubicBezTo>
                <a:lnTo>
                  <a:pt x="19412" y="4283"/>
                </a:lnTo>
                <a:cubicBezTo>
                  <a:pt x="19350" y="4202"/>
                  <a:pt x="19289" y="4121"/>
                  <a:pt x="19224" y="4041"/>
                </a:cubicBezTo>
                <a:close/>
                <a:moveTo>
                  <a:pt x="19637" y="4591"/>
                </a:moveTo>
                <a:lnTo>
                  <a:pt x="4591" y="19637"/>
                </a:lnTo>
                <a:cubicBezTo>
                  <a:pt x="4675" y="19696"/>
                  <a:pt x="4758" y="19757"/>
                  <a:pt x="4843" y="19813"/>
                </a:cubicBezTo>
                <a:lnTo>
                  <a:pt x="19813" y="4844"/>
                </a:lnTo>
                <a:cubicBezTo>
                  <a:pt x="19757" y="4758"/>
                  <a:pt x="19696" y="4675"/>
                  <a:pt x="19637" y="4591"/>
                </a:cubicBezTo>
                <a:close/>
                <a:moveTo>
                  <a:pt x="20019" y="5172"/>
                </a:moveTo>
                <a:lnTo>
                  <a:pt x="5172" y="20019"/>
                </a:lnTo>
                <a:cubicBezTo>
                  <a:pt x="5261" y="20073"/>
                  <a:pt x="5351" y="20126"/>
                  <a:pt x="5441" y="20178"/>
                </a:cubicBezTo>
                <a:lnTo>
                  <a:pt x="20178" y="5441"/>
                </a:lnTo>
                <a:cubicBezTo>
                  <a:pt x="20126" y="5351"/>
                  <a:pt x="20073" y="5261"/>
                  <a:pt x="20019" y="5172"/>
                </a:cubicBezTo>
                <a:close/>
                <a:moveTo>
                  <a:pt x="20369" y="5782"/>
                </a:moveTo>
                <a:lnTo>
                  <a:pt x="5782" y="20369"/>
                </a:lnTo>
                <a:cubicBezTo>
                  <a:pt x="5877" y="20419"/>
                  <a:pt x="5974" y="20463"/>
                  <a:pt x="6071" y="20510"/>
                </a:cubicBezTo>
                <a:lnTo>
                  <a:pt x="20510" y="6071"/>
                </a:lnTo>
                <a:cubicBezTo>
                  <a:pt x="20463" y="5975"/>
                  <a:pt x="20419" y="5878"/>
                  <a:pt x="20369" y="5782"/>
                </a:cubicBezTo>
                <a:close/>
                <a:moveTo>
                  <a:pt x="20679" y="6434"/>
                </a:moveTo>
                <a:lnTo>
                  <a:pt x="6434" y="20679"/>
                </a:lnTo>
                <a:cubicBezTo>
                  <a:pt x="6534" y="20723"/>
                  <a:pt x="6633" y="20769"/>
                  <a:pt x="6734" y="20809"/>
                </a:cubicBezTo>
                <a:lnTo>
                  <a:pt x="20809" y="6735"/>
                </a:lnTo>
                <a:cubicBezTo>
                  <a:pt x="20769" y="6634"/>
                  <a:pt x="20723" y="6534"/>
                  <a:pt x="20679" y="6434"/>
                </a:cubicBezTo>
                <a:close/>
                <a:moveTo>
                  <a:pt x="20956" y="7121"/>
                </a:moveTo>
                <a:lnTo>
                  <a:pt x="7120" y="20956"/>
                </a:lnTo>
                <a:cubicBezTo>
                  <a:pt x="7226" y="20994"/>
                  <a:pt x="7333" y="21030"/>
                  <a:pt x="7439" y="21065"/>
                </a:cubicBezTo>
                <a:lnTo>
                  <a:pt x="21065" y="7439"/>
                </a:lnTo>
                <a:cubicBezTo>
                  <a:pt x="21030" y="7333"/>
                  <a:pt x="20994" y="7226"/>
                  <a:pt x="20956" y="7121"/>
                </a:cubicBezTo>
                <a:close/>
                <a:moveTo>
                  <a:pt x="21190" y="7848"/>
                </a:moveTo>
                <a:lnTo>
                  <a:pt x="7848" y="21190"/>
                </a:lnTo>
                <a:cubicBezTo>
                  <a:pt x="7960" y="21221"/>
                  <a:pt x="8073" y="21252"/>
                  <a:pt x="8186" y="21280"/>
                </a:cubicBezTo>
                <a:lnTo>
                  <a:pt x="21280" y="8186"/>
                </a:lnTo>
                <a:cubicBezTo>
                  <a:pt x="21252" y="8073"/>
                  <a:pt x="21221" y="7960"/>
                  <a:pt x="21190" y="7848"/>
                </a:cubicBezTo>
                <a:close/>
                <a:moveTo>
                  <a:pt x="21378" y="8623"/>
                </a:moveTo>
                <a:lnTo>
                  <a:pt x="8623" y="21378"/>
                </a:lnTo>
                <a:cubicBezTo>
                  <a:pt x="8743" y="21402"/>
                  <a:pt x="8863" y="21424"/>
                  <a:pt x="8984" y="21445"/>
                </a:cubicBezTo>
                <a:lnTo>
                  <a:pt x="21445" y="8984"/>
                </a:lnTo>
                <a:cubicBezTo>
                  <a:pt x="21424" y="8864"/>
                  <a:pt x="21402" y="8743"/>
                  <a:pt x="21378" y="8623"/>
                </a:cubicBezTo>
                <a:close/>
                <a:moveTo>
                  <a:pt x="21514" y="9448"/>
                </a:moveTo>
                <a:lnTo>
                  <a:pt x="9447" y="21514"/>
                </a:lnTo>
                <a:cubicBezTo>
                  <a:pt x="9576" y="21530"/>
                  <a:pt x="9704" y="21546"/>
                  <a:pt x="9833" y="21557"/>
                </a:cubicBezTo>
                <a:lnTo>
                  <a:pt x="21557" y="9834"/>
                </a:lnTo>
                <a:cubicBezTo>
                  <a:pt x="21546" y="9705"/>
                  <a:pt x="21530" y="9576"/>
                  <a:pt x="21514" y="9448"/>
                </a:cubicBezTo>
                <a:close/>
                <a:moveTo>
                  <a:pt x="21590" y="10333"/>
                </a:moveTo>
                <a:lnTo>
                  <a:pt x="10332" y="21590"/>
                </a:lnTo>
                <a:cubicBezTo>
                  <a:pt x="10473" y="21596"/>
                  <a:pt x="10613" y="21599"/>
                  <a:pt x="10753" y="21600"/>
                </a:cubicBezTo>
                <a:lnTo>
                  <a:pt x="21600" y="10754"/>
                </a:lnTo>
                <a:cubicBezTo>
                  <a:pt x="21599" y="10613"/>
                  <a:pt x="21596" y="10473"/>
                  <a:pt x="21590" y="10333"/>
                </a:cubicBezTo>
                <a:close/>
                <a:moveTo>
                  <a:pt x="21590" y="11296"/>
                </a:moveTo>
                <a:lnTo>
                  <a:pt x="11295" y="21590"/>
                </a:lnTo>
                <a:cubicBezTo>
                  <a:pt x="11449" y="21583"/>
                  <a:pt x="11603" y="21572"/>
                  <a:pt x="11757" y="21558"/>
                </a:cubicBezTo>
                <a:lnTo>
                  <a:pt x="21558" y="11757"/>
                </a:lnTo>
                <a:cubicBezTo>
                  <a:pt x="21572" y="11603"/>
                  <a:pt x="21583" y="11450"/>
                  <a:pt x="21590" y="11296"/>
                </a:cubicBezTo>
                <a:close/>
                <a:moveTo>
                  <a:pt x="21489" y="12358"/>
                </a:moveTo>
                <a:lnTo>
                  <a:pt x="12358" y="21489"/>
                </a:lnTo>
                <a:cubicBezTo>
                  <a:pt x="12531" y="21464"/>
                  <a:pt x="12703" y="21434"/>
                  <a:pt x="12876" y="21400"/>
                </a:cubicBezTo>
                <a:lnTo>
                  <a:pt x="21400" y="12876"/>
                </a:lnTo>
                <a:cubicBezTo>
                  <a:pt x="21434" y="12704"/>
                  <a:pt x="21464" y="12531"/>
                  <a:pt x="21489" y="12358"/>
                </a:cubicBezTo>
                <a:close/>
                <a:moveTo>
                  <a:pt x="21239" y="13569"/>
                </a:moveTo>
                <a:lnTo>
                  <a:pt x="13569" y="21239"/>
                </a:lnTo>
                <a:cubicBezTo>
                  <a:pt x="13774" y="21185"/>
                  <a:pt x="13978" y="21125"/>
                  <a:pt x="14181" y="21058"/>
                </a:cubicBezTo>
                <a:lnTo>
                  <a:pt x="21058" y="14181"/>
                </a:lnTo>
                <a:cubicBezTo>
                  <a:pt x="21125" y="13978"/>
                  <a:pt x="21185" y="13774"/>
                  <a:pt x="21239" y="13569"/>
                </a:cubicBezTo>
                <a:close/>
                <a:moveTo>
                  <a:pt x="20736" y="15035"/>
                </a:moveTo>
                <a:lnTo>
                  <a:pt x="15035" y="20736"/>
                </a:lnTo>
                <a:cubicBezTo>
                  <a:pt x="15310" y="20619"/>
                  <a:pt x="15581" y="20493"/>
                  <a:pt x="15848" y="20352"/>
                </a:cubicBezTo>
                <a:lnTo>
                  <a:pt x="20352" y="15848"/>
                </a:lnTo>
                <a:cubicBezTo>
                  <a:pt x="20493" y="15581"/>
                  <a:pt x="20619" y="15310"/>
                  <a:pt x="20736" y="15035"/>
                </a:cubicBezTo>
                <a:close/>
                <a:moveTo>
                  <a:pt x="19400" y="17332"/>
                </a:moveTo>
                <a:lnTo>
                  <a:pt x="17332" y="19400"/>
                </a:lnTo>
                <a:cubicBezTo>
                  <a:pt x="17716" y="19108"/>
                  <a:pt x="18087" y="18789"/>
                  <a:pt x="18438" y="18438"/>
                </a:cubicBezTo>
                <a:cubicBezTo>
                  <a:pt x="18788" y="18087"/>
                  <a:pt x="19107" y="17716"/>
                  <a:pt x="19400" y="17332"/>
                </a:cubicBezTo>
                <a:close/>
              </a:path>
            </a:pathLst>
          </a:custGeom>
          <a:solidFill>
            <a:schemeClr val="accent4"/>
          </a:solidFill>
          <a:ln w="12700">
            <a:miter lim="400000"/>
          </a:ln>
        </p:spPr>
        <p:txBody>
          <a:bodyPr lIns="0" tIns="0" rIns="0" bIns="0" anchor="ctr"/>
          <a:lstStyle/>
          <a:p>
            <a:pPr marL="0" marR="0" lvl="0" indent="0" algn="ctr" defTabSz="8255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 kumimoji="0" sz="32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Helvetica Neue Medium"/>
              <a:sym typeface="Helvetica Neue Medium"/>
            </a:endParaRPr>
          </a:p>
        </p:txBody>
      </p:sp>
      <p:sp>
        <p:nvSpPr>
          <p:cNvPr id="220" name="Shape">
            <a:extLst>
              <a:ext uri="{FF2B5EF4-FFF2-40B4-BE49-F238E27FC236}">
                <a16:creationId xmlns:a16="http://schemas.microsoft.com/office/drawing/2014/main" id="{5F6AAE0B-91D7-1151-8E9C-B26416B7CC07}"/>
              </a:ext>
            </a:extLst>
          </p:cNvPr>
          <p:cNvSpPr/>
          <p:nvPr/>
        </p:nvSpPr>
        <p:spPr>
          <a:xfrm>
            <a:off x="22467966" y="8316507"/>
            <a:ext cx="4276957" cy="427713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800" y="0"/>
                </a:moveTo>
                <a:cubicBezTo>
                  <a:pt x="10787" y="0"/>
                  <a:pt x="10773" y="1"/>
                  <a:pt x="10759" y="1"/>
                </a:cubicBezTo>
                <a:lnTo>
                  <a:pt x="1" y="10760"/>
                </a:lnTo>
                <a:cubicBezTo>
                  <a:pt x="0" y="10900"/>
                  <a:pt x="3" y="11040"/>
                  <a:pt x="8" y="11181"/>
                </a:cubicBezTo>
                <a:lnTo>
                  <a:pt x="11180" y="9"/>
                </a:lnTo>
                <a:cubicBezTo>
                  <a:pt x="11054" y="4"/>
                  <a:pt x="10927" y="0"/>
                  <a:pt x="10800" y="0"/>
                </a:cubicBezTo>
                <a:close/>
                <a:moveTo>
                  <a:pt x="10211" y="17"/>
                </a:moveTo>
                <a:cubicBezTo>
                  <a:pt x="10057" y="25"/>
                  <a:pt x="9903" y="36"/>
                  <a:pt x="9748" y="51"/>
                </a:cubicBezTo>
                <a:lnTo>
                  <a:pt x="50" y="9749"/>
                </a:lnTo>
                <a:cubicBezTo>
                  <a:pt x="35" y="9903"/>
                  <a:pt x="25" y="10057"/>
                  <a:pt x="16" y="10212"/>
                </a:cubicBezTo>
                <a:lnTo>
                  <a:pt x="10211" y="17"/>
                </a:lnTo>
                <a:close/>
                <a:moveTo>
                  <a:pt x="11683" y="38"/>
                </a:moveTo>
                <a:lnTo>
                  <a:pt x="38" y="11684"/>
                </a:lnTo>
                <a:cubicBezTo>
                  <a:pt x="48" y="11814"/>
                  <a:pt x="62" y="11944"/>
                  <a:pt x="78" y="12075"/>
                </a:cubicBezTo>
                <a:lnTo>
                  <a:pt x="12074" y="78"/>
                </a:lnTo>
                <a:cubicBezTo>
                  <a:pt x="11944" y="63"/>
                  <a:pt x="11814" y="49"/>
                  <a:pt x="11683" y="38"/>
                </a:cubicBezTo>
                <a:close/>
                <a:moveTo>
                  <a:pt x="9136" y="131"/>
                </a:moveTo>
                <a:cubicBezTo>
                  <a:pt x="8960" y="158"/>
                  <a:pt x="8786" y="190"/>
                  <a:pt x="8611" y="226"/>
                </a:cubicBezTo>
                <a:lnTo>
                  <a:pt x="226" y="8611"/>
                </a:lnTo>
                <a:cubicBezTo>
                  <a:pt x="190" y="8786"/>
                  <a:pt x="157" y="8961"/>
                  <a:pt x="130" y="9137"/>
                </a:cubicBezTo>
                <a:lnTo>
                  <a:pt x="9136" y="131"/>
                </a:lnTo>
                <a:close/>
                <a:moveTo>
                  <a:pt x="12541" y="143"/>
                </a:moveTo>
                <a:lnTo>
                  <a:pt x="143" y="12541"/>
                </a:lnTo>
                <a:cubicBezTo>
                  <a:pt x="163" y="12663"/>
                  <a:pt x="183" y="12785"/>
                  <a:pt x="207" y="12906"/>
                </a:cubicBezTo>
                <a:lnTo>
                  <a:pt x="12906" y="208"/>
                </a:lnTo>
                <a:cubicBezTo>
                  <a:pt x="12785" y="184"/>
                  <a:pt x="12663" y="163"/>
                  <a:pt x="12541" y="143"/>
                </a:cubicBezTo>
                <a:close/>
                <a:moveTo>
                  <a:pt x="13343" y="303"/>
                </a:moveTo>
                <a:lnTo>
                  <a:pt x="303" y="13343"/>
                </a:lnTo>
                <a:cubicBezTo>
                  <a:pt x="330" y="13456"/>
                  <a:pt x="361" y="13569"/>
                  <a:pt x="392" y="13682"/>
                </a:cubicBezTo>
                <a:lnTo>
                  <a:pt x="13682" y="393"/>
                </a:lnTo>
                <a:cubicBezTo>
                  <a:pt x="13569" y="362"/>
                  <a:pt x="13456" y="331"/>
                  <a:pt x="13343" y="303"/>
                </a:cubicBezTo>
                <a:close/>
                <a:moveTo>
                  <a:pt x="7909" y="395"/>
                </a:moveTo>
                <a:cubicBezTo>
                  <a:pt x="7701" y="452"/>
                  <a:pt x="7495" y="515"/>
                  <a:pt x="7290" y="585"/>
                </a:cubicBezTo>
                <a:lnTo>
                  <a:pt x="584" y="7290"/>
                </a:lnTo>
                <a:cubicBezTo>
                  <a:pt x="514" y="7495"/>
                  <a:pt x="452" y="7702"/>
                  <a:pt x="394" y="7909"/>
                </a:cubicBezTo>
                <a:lnTo>
                  <a:pt x="7909" y="395"/>
                </a:lnTo>
                <a:close/>
                <a:moveTo>
                  <a:pt x="14094" y="515"/>
                </a:moveTo>
                <a:lnTo>
                  <a:pt x="514" y="14094"/>
                </a:lnTo>
                <a:cubicBezTo>
                  <a:pt x="549" y="14202"/>
                  <a:pt x="583" y="14310"/>
                  <a:pt x="620" y="14417"/>
                </a:cubicBezTo>
                <a:lnTo>
                  <a:pt x="14417" y="621"/>
                </a:lnTo>
                <a:cubicBezTo>
                  <a:pt x="14310" y="583"/>
                  <a:pt x="14202" y="549"/>
                  <a:pt x="14094" y="515"/>
                </a:cubicBezTo>
                <a:close/>
                <a:moveTo>
                  <a:pt x="14804" y="767"/>
                </a:moveTo>
                <a:lnTo>
                  <a:pt x="767" y="14804"/>
                </a:lnTo>
                <a:cubicBezTo>
                  <a:pt x="807" y="14905"/>
                  <a:pt x="851" y="15004"/>
                  <a:pt x="894" y="15104"/>
                </a:cubicBezTo>
                <a:lnTo>
                  <a:pt x="15104" y="895"/>
                </a:lnTo>
                <a:cubicBezTo>
                  <a:pt x="15004" y="852"/>
                  <a:pt x="14905" y="807"/>
                  <a:pt x="14804" y="767"/>
                </a:cubicBezTo>
                <a:close/>
                <a:moveTo>
                  <a:pt x="6411" y="932"/>
                </a:moveTo>
                <a:cubicBezTo>
                  <a:pt x="6118" y="1062"/>
                  <a:pt x="5831" y="1206"/>
                  <a:pt x="5549" y="1363"/>
                </a:cubicBezTo>
                <a:lnTo>
                  <a:pt x="1362" y="5549"/>
                </a:lnTo>
                <a:cubicBezTo>
                  <a:pt x="1205" y="5832"/>
                  <a:pt x="1061" y="6119"/>
                  <a:pt x="931" y="6411"/>
                </a:cubicBezTo>
                <a:lnTo>
                  <a:pt x="6411" y="932"/>
                </a:lnTo>
                <a:close/>
                <a:moveTo>
                  <a:pt x="15470" y="1061"/>
                </a:moveTo>
                <a:lnTo>
                  <a:pt x="1060" y="15471"/>
                </a:lnTo>
                <a:cubicBezTo>
                  <a:pt x="1106" y="15567"/>
                  <a:pt x="1153" y="15664"/>
                  <a:pt x="1202" y="15759"/>
                </a:cubicBezTo>
                <a:lnTo>
                  <a:pt x="15759" y="1203"/>
                </a:lnTo>
                <a:cubicBezTo>
                  <a:pt x="15663" y="1153"/>
                  <a:pt x="15567" y="1107"/>
                  <a:pt x="15470" y="1061"/>
                </a:cubicBezTo>
                <a:close/>
                <a:moveTo>
                  <a:pt x="16103" y="1391"/>
                </a:moveTo>
                <a:lnTo>
                  <a:pt x="1391" y="16103"/>
                </a:lnTo>
                <a:cubicBezTo>
                  <a:pt x="1442" y="16194"/>
                  <a:pt x="1494" y="16285"/>
                  <a:pt x="1549" y="16375"/>
                </a:cubicBezTo>
                <a:lnTo>
                  <a:pt x="16375" y="1549"/>
                </a:lnTo>
                <a:cubicBezTo>
                  <a:pt x="16285" y="1495"/>
                  <a:pt x="16194" y="1442"/>
                  <a:pt x="16103" y="1391"/>
                </a:cubicBezTo>
                <a:close/>
                <a:moveTo>
                  <a:pt x="16703" y="1754"/>
                </a:moveTo>
                <a:lnTo>
                  <a:pt x="1753" y="16703"/>
                </a:lnTo>
                <a:cubicBezTo>
                  <a:pt x="1809" y="16788"/>
                  <a:pt x="1869" y="16872"/>
                  <a:pt x="1928" y="16956"/>
                </a:cubicBezTo>
                <a:lnTo>
                  <a:pt x="16956" y="1928"/>
                </a:lnTo>
                <a:cubicBezTo>
                  <a:pt x="16872" y="1869"/>
                  <a:pt x="16788" y="1810"/>
                  <a:pt x="16703" y="1754"/>
                </a:cubicBezTo>
                <a:close/>
                <a:moveTo>
                  <a:pt x="17267" y="2151"/>
                </a:moveTo>
                <a:lnTo>
                  <a:pt x="2151" y="17267"/>
                </a:lnTo>
                <a:cubicBezTo>
                  <a:pt x="2212" y="17349"/>
                  <a:pt x="2274" y="17430"/>
                  <a:pt x="2338" y="17510"/>
                </a:cubicBezTo>
                <a:lnTo>
                  <a:pt x="17510" y="2338"/>
                </a:lnTo>
                <a:cubicBezTo>
                  <a:pt x="17430" y="2275"/>
                  <a:pt x="17349" y="2212"/>
                  <a:pt x="17267" y="2151"/>
                </a:cubicBezTo>
                <a:close/>
                <a:moveTo>
                  <a:pt x="3805" y="2574"/>
                </a:moveTo>
                <a:cubicBezTo>
                  <a:pt x="3586" y="2761"/>
                  <a:pt x="3370" y="2956"/>
                  <a:pt x="3163" y="3163"/>
                </a:cubicBezTo>
                <a:cubicBezTo>
                  <a:pt x="2955" y="3371"/>
                  <a:pt x="2761" y="3586"/>
                  <a:pt x="2574" y="3806"/>
                </a:cubicBezTo>
                <a:lnTo>
                  <a:pt x="3805" y="2574"/>
                </a:lnTo>
                <a:close/>
                <a:moveTo>
                  <a:pt x="17801" y="2579"/>
                </a:moveTo>
                <a:lnTo>
                  <a:pt x="2579" y="17801"/>
                </a:lnTo>
                <a:cubicBezTo>
                  <a:pt x="2645" y="17878"/>
                  <a:pt x="2709" y="17957"/>
                  <a:pt x="2777" y="18032"/>
                </a:cubicBezTo>
                <a:lnTo>
                  <a:pt x="18032" y="2777"/>
                </a:lnTo>
                <a:cubicBezTo>
                  <a:pt x="17957" y="2709"/>
                  <a:pt x="17878" y="2645"/>
                  <a:pt x="17801" y="2579"/>
                </a:cubicBezTo>
                <a:close/>
                <a:moveTo>
                  <a:pt x="18304" y="3036"/>
                </a:moveTo>
                <a:lnTo>
                  <a:pt x="3036" y="18304"/>
                </a:lnTo>
                <a:cubicBezTo>
                  <a:pt x="3079" y="18349"/>
                  <a:pt x="3119" y="18394"/>
                  <a:pt x="3163" y="18438"/>
                </a:cubicBezTo>
                <a:cubicBezTo>
                  <a:pt x="3191" y="18466"/>
                  <a:pt x="3222" y="18492"/>
                  <a:pt x="3250" y="18521"/>
                </a:cubicBezTo>
                <a:lnTo>
                  <a:pt x="18521" y="3251"/>
                </a:lnTo>
                <a:cubicBezTo>
                  <a:pt x="18492" y="3222"/>
                  <a:pt x="18466" y="3192"/>
                  <a:pt x="18438" y="3163"/>
                </a:cubicBezTo>
                <a:cubicBezTo>
                  <a:pt x="18394" y="3119"/>
                  <a:pt x="18348" y="3079"/>
                  <a:pt x="18304" y="3036"/>
                </a:cubicBezTo>
                <a:close/>
                <a:moveTo>
                  <a:pt x="18781" y="3523"/>
                </a:moveTo>
                <a:lnTo>
                  <a:pt x="3522" y="18781"/>
                </a:lnTo>
                <a:cubicBezTo>
                  <a:pt x="3598" y="18850"/>
                  <a:pt x="3676" y="18915"/>
                  <a:pt x="3753" y="18982"/>
                </a:cubicBezTo>
                <a:lnTo>
                  <a:pt x="18982" y="3753"/>
                </a:lnTo>
                <a:cubicBezTo>
                  <a:pt x="18915" y="3676"/>
                  <a:pt x="18850" y="3598"/>
                  <a:pt x="18781" y="3523"/>
                </a:cubicBezTo>
                <a:close/>
                <a:moveTo>
                  <a:pt x="19224" y="4041"/>
                </a:moveTo>
                <a:lnTo>
                  <a:pt x="4041" y="19224"/>
                </a:lnTo>
                <a:cubicBezTo>
                  <a:pt x="4121" y="19289"/>
                  <a:pt x="4202" y="19350"/>
                  <a:pt x="4283" y="19412"/>
                </a:cubicBezTo>
                <a:lnTo>
                  <a:pt x="19412" y="4283"/>
                </a:lnTo>
                <a:cubicBezTo>
                  <a:pt x="19350" y="4202"/>
                  <a:pt x="19289" y="4121"/>
                  <a:pt x="19224" y="4041"/>
                </a:cubicBezTo>
                <a:close/>
                <a:moveTo>
                  <a:pt x="19637" y="4591"/>
                </a:moveTo>
                <a:lnTo>
                  <a:pt x="4591" y="19637"/>
                </a:lnTo>
                <a:cubicBezTo>
                  <a:pt x="4675" y="19696"/>
                  <a:pt x="4758" y="19757"/>
                  <a:pt x="4843" y="19813"/>
                </a:cubicBezTo>
                <a:lnTo>
                  <a:pt x="19813" y="4844"/>
                </a:lnTo>
                <a:cubicBezTo>
                  <a:pt x="19757" y="4758"/>
                  <a:pt x="19696" y="4675"/>
                  <a:pt x="19637" y="4591"/>
                </a:cubicBezTo>
                <a:close/>
                <a:moveTo>
                  <a:pt x="20019" y="5172"/>
                </a:moveTo>
                <a:lnTo>
                  <a:pt x="5172" y="20019"/>
                </a:lnTo>
                <a:cubicBezTo>
                  <a:pt x="5261" y="20073"/>
                  <a:pt x="5351" y="20126"/>
                  <a:pt x="5441" y="20178"/>
                </a:cubicBezTo>
                <a:lnTo>
                  <a:pt x="20178" y="5441"/>
                </a:lnTo>
                <a:cubicBezTo>
                  <a:pt x="20126" y="5351"/>
                  <a:pt x="20073" y="5261"/>
                  <a:pt x="20019" y="5172"/>
                </a:cubicBezTo>
                <a:close/>
                <a:moveTo>
                  <a:pt x="20369" y="5782"/>
                </a:moveTo>
                <a:lnTo>
                  <a:pt x="5782" y="20369"/>
                </a:lnTo>
                <a:cubicBezTo>
                  <a:pt x="5877" y="20419"/>
                  <a:pt x="5974" y="20463"/>
                  <a:pt x="6071" y="20510"/>
                </a:cubicBezTo>
                <a:lnTo>
                  <a:pt x="20510" y="6071"/>
                </a:lnTo>
                <a:cubicBezTo>
                  <a:pt x="20463" y="5975"/>
                  <a:pt x="20419" y="5878"/>
                  <a:pt x="20369" y="5782"/>
                </a:cubicBezTo>
                <a:close/>
                <a:moveTo>
                  <a:pt x="20679" y="6434"/>
                </a:moveTo>
                <a:lnTo>
                  <a:pt x="6434" y="20679"/>
                </a:lnTo>
                <a:cubicBezTo>
                  <a:pt x="6534" y="20723"/>
                  <a:pt x="6633" y="20769"/>
                  <a:pt x="6734" y="20809"/>
                </a:cubicBezTo>
                <a:lnTo>
                  <a:pt x="20809" y="6735"/>
                </a:lnTo>
                <a:cubicBezTo>
                  <a:pt x="20769" y="6634"/>
                  <a:pt x="20723" y="6534"/>
                  <a:pt x="20679" y="6434"/>
                </a:cubicBezTo>
                <a:close/>
                <a:moveTo>
                  <a:pt x="20956" y="7121"/>
                </a:moveTo>
                <a:lnTo>
                  <a:pt x="7120" y="20956"/>
                </a:lnTo>
                <a:cubicBezTo>
                  <a:pt x="7226" y="20994"/>
                  <a:pt x="7333" y="21030"/>
                  <a:pt x="7439" y="21065"/>
                </a:cubicBezTo>
                <a:lnTo>
                  <a:pt x="21065" y="7439"/>
                </a:lnTo>
                <a:cubicBezTo>
                  <a:pt x="21030" y="7333"/>
                  <a:pt x="20994" y="7226"/>
                  <a:pt x="20956" y="7121"/>
                </a:cubicBezTo>
                <a:close/>
                <a:moveTo>
                  <a:pt x="21190" y="7848"/>
                </a:moveTo>
                <a:lnTo>
                  <a:pt x="7848" y="21190"/>
                </a:lnTo>
                <a:cubicBezTo>
                  <a:pt x="7960" y="21221"/>
                  <a:pt x="8073" y="21252"/>
                  <a:pt x="8186" y="21280"/>
                </a:cubicBezTo>
                <a:lnTo>
                  <a:pt x="21280" y="8186"/>
                </a:lnTo>
                <a:cubicBezTo>
                  <a:pt x="21252" y="8073"/>
                  <a:pt x="21221" y="7960"/>
                  <a:pt x="21190" y="7848"/>
                </a:cubicBezTo>
                <a:close/>
                <a:moveTo>
                  <a:pt x="21378" y="8623"/>
                </a:moveTo>
                <a:lnTo>
                  <a:pt x="8623" y="21378"/>
                </a:lnTo>
                <a:cubicBezTo>
                  <a:pt x="8743" y="21402"/>
                  <a:pt x="8863" y="21424"/>
                  <a:pt x="8984" y="21445"/>
                </a:cubicBezTo>
                <a:lnTo>
                  <a:pt x="21445" y="8984"/>
                </a:lnTo>
                <a:cubicBezTo>
                  <a:pt x="21424" y="8864"/>
                  <a:pt x="21402" y="8743"/>
                  <a:pt x="21378" y="8623"/>
                </a:cubicBezTo>
                <a:close/>
                <a:moveTo>
                  <a:pt x="21514" y="9448"/>
                </a:moveTo>
                <a:lnTo>
                  <a:pt x="9447" y="21514"/>
                </a:lnTo>
                <a:cubicBezTo>
                  <a:pt x="9576" y="21530"/>
                  <a:pt x="9704" y="21546"/>
                  <a:pt x="9833" y="21557"/>
                </a:cubicBezTo>
                <a:lnTo>
                  <a:pt x="21557" y="9834"/>
                </a:lnTo>
                <a:cubicBezTo>
                  <a:pt x="21546" y="9705"/>
                  <a:pt x="21530" y="9576"/>
                  <a:pt x="21514" y="9448"/>
                </a:cubicBezTo>
                <a:close/>
                <a:moveTo>
                  <a:pt x="21590" y="10333"/>
                </a:moveTo>
                <a:lnTo>
                  <a:pt x="10332" y="21590"/>
                </a:lnTo>
                <a:cubicBezTo>
                  <a:pt x="10473" y="21596"/>
                  <a:pt x="10613" y="21599"/>
                  <a:pt x="10753" y="21600"/>
                </a:cubicBezTo>
                <a:lnTo>
                  <a:pt x="21600" y="10754"/>
                </a:lnTo>
                <a:cubicBezTo>
                  <a:pt x="21599" y="10613"/>
                  <a:pt x="21596" y="10473"/>
                  <a:pt x="21590" y="10333"/>
                </a:cubicBezTo>
                <a:close/>
                <a:moveTo>
                  <a:pt x="21590" y="11296"/>
                </a:moveTo>
                <a:lnTo>
                  <a:pt x="11295" y="21590"/>
                </a:lnTo>
                <a:cubicBezTo>
                  <a:pt x="11449" y="21583"/>
                  <a:pt x="11603" y="21572"/>
                  <a:pt x="11757" y="21558"/>
                </a:cubicBezTo>
                <a:lnTo>
                  <a:pt x="21558" y="11757"/>
                </a:lnTo>
                <a:cubicBezTo>
                  <a:pt x="21572" y="11603"/>
                  <a:pt x="21583" y="11450"/>
                  <a:pt x="21590" y="11296"/>
                </a:cubicBezTo>
                <a:close/>
                <a:moveTo>
                  <a:pt x="21489" y="12358"/>
                </a:moveTo>
                <a:lnTo>
                  <a:pt x="12358" y="21489"/>
                </a:lnTo>
                <a:cubicBezTo>
                  <a:pt x="12531" y="21464"/>
                  <a:pt x="12703" y="21434"/>
                  <a:pt x="12876" y="21400"/>
                </a:cubicBezTo>
                <a:lnTo>
                  <a:pt x="21400" y="12876"/>
                </a:lnTo>
                <a:cubicBezTo>
                  <a:pt x="21434" y="12704"/>
                  <a:pt x="21464" y="12531"/>
                  <a:pt x="21489" y="12358"/>
                </a:cubicBezTo>
                <a:close/>
                <a:moveTo>
                  <a:pt x="21239" y="13569"/>
                </a:moveTo>
                <a:lnTo>
                  <a:pt x="13569" y="21239"/>
                </a:lnTo>
                <a:cubicBezTo>
                  <a:pt x="13774" y="21185"/>
                  <a:pt x="13978" y="21125"/>
                  <a:pt x="14181" y="21058"/>
                </a:cubicBezTo>
                <a:lnTo>
                  <a:pt x="21058" y="14181"/>
                </a:lnTo>
                <a:cubicBezTo>
                  <a:pt x="21125" y="13978"/>
                  <a:pt x="21185" y="13774"/>
                  <a:pt x="21239" y="13569"/>
                </a:cubicBezTo>
                <a:close/>
                <a:moveTo>
                  <a:pt x="20736" y="15035"/>
                </a:moveTo>
                <a:lnTo>
                  <a:pt x="15035" y="20736"/>
                </a:lnTo>
                <a:cubicBezTo>
                  <a:pt x="15310" y="20619"/>
                  <a:pt x="15581" y="20493"/>
                  <a:pt x="15848" y="20352"/>
                </a:cubicBezTo>
                <a:lnTo>
                  <a:pt x="20352" y="15848"/>
                </a:lnTo>
                <a:cubicBezTo>
                  <a:pt x="20493" y="15581"/>
                  <a:pt x="20619" y="15310"/>
                  <a:pt x="20736" y="15035"/>
                </a:cubicBezTo>
                <a:close/>
                <a:moveTo>
                  <a:pt x="19400" y="17332"/>
                </a:moveTo>
                <a:lnTo>
                  <a:pt x="17332" y="19400"/>
                </a:lnTo>
                <a:cubicBezTo>
                  <a:pt x="17716" y="19108"/>
                  <a:pt x="18087" y="18789"/>
                  <a:pt x="18438" y="18438"/>
                </a:cubicBezTo>
                <a:cubicBezTo>
                  <a:pt x="18788" y="18087"/>
                  <a:pt x="19107" y="17716"/>
                  <a:pt x="19400" y="17332"/>
                </a:cubicBezTo>
                <a:close/>
              </a:path>
            </a:pathLst>
          </a:custGeom>
          <a:solidFill>
            <a:schemeClr val="accent4"/>
          </a:solidFill>
          <a:ln w="12700">
            <a:miter lim="400000"/>
          </a:ln>
        </p:spPr>
        <p:txBody>
          <a:bodyPr lIns="0" tIns="0" rIns="0" bIns="0" anchor="ctr"/>
          <a:lstStyle/>
          <a:p>
            <a:pPr marL="0" marR="0" lvl="0" indent="0" algn="ctr" defTabSz="8255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 kumimoji="0" sz="32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Helvetica Neue Medium"/>
              <a:sym typeface="Helvetica Neue Medium"/>
            </a:endParaRPr>
          </a:p>
        </p:txBody>
      </p:sp>
      <p:sp>
        <p:nvSpPr>
          <p:cNvPr id="221" name="Shape">
            <a:extLst>
              <a:ext uri="{FF2B5EF4-FFF2-40B4-BE49-F238E27FC236}">
                <a16:creationId xmlns:a16="http://schemas.microsoft.com/office/drawing/2014/main" id="{26D9676E-B078-81EF-1FBE-E4C9511C17E2}"/>
              </a:ext>
            </a:extLst>
          </p:cNvPr>
          <p:cNvSpPr/>
          <p:nvPr/>
        </p:nvSpPr>
        <p:spPr>
          <a:xfrm>
            <a:off x="-9782" y="-14685"/>
            <a:ext cx="5401449" cy="1371951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489" h="21600" extrusionOk="0">
                <a:moveTo>
                  <a:pt x="9876" y="0"/>
                </a:moveTo>
                <a:cubicBezTo>
                  <a:pt x="14909" y="1061"/>
                  <a:pt x="18164" y="3091"/>
                  <a:pt x="18448" y="5345"/>
                </a:cubicBezTo>
                <a:cubicBezTo>
                  <a:pt x="18695" y="7304"/>
                  <a:pt x="16642" y="9198"/>
                  <a:pt x="12885" y="10477"/>
                </a:cubicBezTo>
                <a:cubicBezTo>
                  <a:pt x="8651" y="11730"/>
                  <a:pt x="7084" y="13955"/>
                  <a:pt x="9071" y="15894"/>
                </a:cubicBezTo>
                <a:cubicBezTo>
                  <a:pt x="10355" y="17147"/>
                  <a:pt x="13013" y="18098"/>
                  <a:pt x="16290" y="18479"/>
                </a:cubicBezTo>
                <a:cubicBezTo>
                  <a:pt x="17951" y="18702"/>
                  <a:pt x="19367" y="19144"/>
                  <a:pt x="20305" y="19731"/>
                </a:cubicBezTo>
                <a:cubicBezTo>
                  <a:pt x="21193" y="20288"/>
                  <a:pt x="21600" y="20944"/>
                  <a:pt x="21463" y="21600"/>
                </a:cubicBezTo>
                <a:lnTo>
                  <a:pt x="0" y="21600"/>
                </a:lnTo>
                <a:lnTo>
                  <a:pt x="0" y="1"/>
                </a:lnTo>
                <a:lnTo>
                  <a:pt x="9876" y="0"/>
                </a:lnTo>
                <a:close/>
              </a:path>
            </a:pathLst>
          </a:custGeom>
          <a:solidFill>
            <a:schemeClr val="accent3"/>
          </a:solidFill>
          <a:ln w="12700">
            <a:miter lim="400000"/>
          </a:ln>
          <a:effectLst>
            <a:outerShdw blurRad="914400" dist="25400" dir="5400000" rotWithShape="0">
              <a:srgbClr val="000000">
                <a:alpha val="50000"/>
              </a:srgbClr>
            </a:outerShdw>
          </a:effectLst>
        </p:spPr>
        <p:txBody>
          <a:bodyPr lIns="50800" tIns="50800" rIns="50800" bIns="50800" anchor="ctr"/>
          <a:lstStyle/>
          <a:p>
            <a:pPr marL="0" marR="0" lvl="0" indent="0" algn="ctr" defTabSz="8255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3000" b="1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Helvetica Neue"/>
              <a:sym typeface="Helvetica Neue"/>
            </a:endParaRPr>
          </a:p>
        </p:txBody>
      </p:sp>
      <p:sp>
        <p:nvSpPr>
          <p:cNvPr id="222" name="Shape">
            <a:extLst>
              <a:ext uri="{FF2B5EF4-FFF2-40B4-BE49-F238E27FC236}">
                <a16:creationId xmlns:a16="http://schemas.microsoft.com/office/drawing/2014/main" id="{168AABFE-4DFD-FF21-0535-9FDD8415AB40}"/>
              </a:ext>
            </a:extLst>
          </p:cNvPr>
          <p:cNvSpPr/>
          <p:nvPr/>
        </p:nvSpPr>
        <p:spPr>
          <a:xfrm>
            <a:off x="14077382" y="-26393"/>
            <a:ext cx="10315136" cy="10264133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490" h="20992" extrusionOk="0">
                <a:moveTo>
                  <a:pt x="22" y="0"/>
                </a:moveTo>
                <a:cubicBezTo>
                  <a:pt x="-110" y="1123"/>
                  <a:pt x="362" y="2232"/>
                  <a:pt x="1268" y="2930"/>
                </a:cubicBezTo>
                <a:cubicBezTo>
                  <a:pt x="2187" y="3637"/>
                  <a:pt x="3418" y="3817"/>
                  <a:pt x="4507" y="3403"/>
                </a:cubicBezTo>
                <a:cubicBezTo>
                  <a:pt x="6055" y="2610"/>
                  <a:pt x="7961" y="3061"/>
                  <a:pt x="8970" y="4460"/>
                </a:cubicBezTo>
                <a:cubicBezTo>
                  <a:pt x="9809" y="5622"/>
                  <a:pt x="9807" y="7178"/>
                  <a:pt x="8965" y="8338"/>
                </a:cubicBezTo>
                <a:cubicBezTo>
                  <a:pt x="6771" y="11924"/>
                  <a:pt x="7613" y="16550"/>
                  <a:pt x="10936" y="19169"/>
                </a:cubicBezTo>
                <a:cubicBezTo>
                  <a:pt x="14018" y="21597"/>
                  <a:pt x="18405" y="21600"/>
                  <a:pt x="21490" y="19175"/>
                </a:cubicBezTo>
                <a:lnTo>
                  <a:pt x="21490" y="35"/>
                </a:lnTo>
                <a:lnTo>
                  <a:pt x="22" y="0"/>
                </a:lnTo>
                <a:close/>
              </a:path>
            </a:pathLst>
          </a:custGeom>
          <a:solidFill>
            <a:schemeClr val="accent3"/>
          </a:solidFill>
          <a:ln w="12700">
            <a:miter lim="400000"/>
          </a:ln>
          <a:effectLst>
            <a:outerShdw blurRad="914400" dist="25400" dir="5400000" rotWithShape="0">
              <a:srgbClr val="000000">
                <a:alpha val="50000"/>
              </a:srgbClr>
            </a:outerShdw>
          </a:effectLst>
        </p:spPr>
        <p:txBody>
          <a:bodyPr lIns="50800" tIns="50800" rIns="50800" bIns="50800" anchor="ctr"/>
          <a:lstStyle/>
          <a:p>
            <a:pPr marL="0" marR="0" lvl="0" indent="0" algn="ctr" defTabSz="8255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3000" b="1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Helvetica Neue"/>
              <a:sym typeface="Helvetica Neue"/>
            </a:endParaRPr>
          </a:p>
        </p:txBody>
      </p:sp>
      <p:sp>
        <p:nvSpPr>
          <p:cNvPr id="223" name="Circle">
            <a:extLst>
              <a:ext uri="{FF2B5EF4-FFF2-40B4-BE49-F238E27FC236}">
                <a16:creationId xmlns:a16="http://schemas.microsoft.com/office/drawing/2014/main" id="{33402A3B-6622-0258-6BC8-555DDAA662DC}"/>
              </a:ext>
            </a:extLst>
          </p:cNvPr>
          <p:cNvSpPr/>
          <p:nvPr/>
        </p:nvSpPr>
        <p:spPr>
          <a:xfrm>
            <a:off x="17006264" y="352354"/>
            <a:ext cx="494973" cy="494972"/>
          </a:xfrm>
          <a:prstGeom prst="ellipse">
            <a:avLst/>
          </a:prstGeom>
          <a:gradFill>
            <a:gsLst>
              <a:gs pos="0">
                <a:schemeClr val="accent2"/>
              </a:gs>
              <a:gs pos="100000">
                <a:schemeClr val="accent1"/>
              </a:gs>
            </a:gsLst>
            <a:lin ang="5400000"/>
          </a:gradFill>
          <a:ln w="12700">
            <a:miter lim="400000"/>
          </a:ln>
        </p:spPr>
        <p:txBody>
          <a:bodyPr lIns="0" tIns="0" rIns="0" bIns="0" anchor="ctr"/>
          <a:lstStyle/>
          <a:p>
            <a:pPr marL="0" marR="0" lvl="0" indent="0" algn="ctr" defTabSz="8255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 kumimoji="0" sz="32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Helvetica Neue Medium"/>
              <a:sym typeface="Helvetica Neue Medium"/>
            </a:endParaRPr>
          </a:p>
        </p:txBody>
      </p:sp>
      <p:sp>
        <p:nvSpPr>
          <p:cNvPr id="224" name="Circle">
            <a:extLst>
              <a:ext uri="{FF2B5EF4-FFF2-40B4-BE49-F238E27FC236}">
                <a16:creationId xmlns:a16="http://schemas.microsoft.com/office/drawing/2014/main" id="{A904F205-7CCC-7AE0-5D40-574FD99EBCD6}"/>
              </a:ext>
            </a:extLst>
          </p:cNvPr>
          <p:cNvSpPr/>
          <p:nvPr/>
        </p:nvSpPr>
        <p:spPr>
          <a:xfrm>
            <a:off x="-564062" y="1321716"/>
            <a:ext cx="1150610" cy="1150611"/>
          </a:xfrm>
          <a:prstGeom prst="ellipse">
            <a:avLst/>
          </a:prstGeom>
          <a:gradFill>
            <a:gsLst>
              <a:gs pos="0">
                <a:schemeClr val="accent2"/>
              </a:gs>
              <a:gs pos="100000">
                <a:schemeClr val="accent1"/>
              </a:gs>
            </a:gsLst>
            <a:lin ang="5400000"/>
          </a:gradFill>
          <a:ln w="12700">
            <a:miter lim="400000"/>
          </a:ln>
        </p:spPr>
        <p:txBody>
          <a:bodyPr lIns="0" tIns="0" rIns="0" bIns="0" anchor="ctr"/>
          <a:lstStyle/>
          <a:p>
            <a:pPr marL="0" marR="0" lvl="0" indent="0" algn="ctr" defTabSz="8255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 kumimoji="0" sz="32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Helvetica Neue Medium"/>
              <a:sym typeface="Helvetica Neue Medium"/>
            </a:endParaRPr>
          </a:p>
        </p:txBody>
      </p:sp>
      <p:sp>
        <p:nvSpPr>
          <p:cNvPr id="225" name="TOPIC #1 - $100 ANSWER">
            <a:extLst>
              <a:ext uri="{FF2B5EF4-FFF2-40B4-BE49-F238E27FC236}">
                <a16:creationId xmlns:a16="http://schemas.microsoft.com/office/drawing/2014/main" id="{DB8ED86D-1E9A-C96C-7BDB-F20E28EC8A69}"/>
              </a:ext>
            </a:extLst>
          </p:cNvPr>
          <p:cNvSpPr txBox="1"/>
          <p:nvPr/>
        </p:nvSpPr>
        <p:spPr>
          <a:xfrm>
            <a:off x="1318646" y="1076284"/>
            <a:ext cx="23992454" cy="164147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50800" tIns="50800" rIns="50800" bIns="50800" anchor="ctr">
            <a:spAutoFit/>
          </a:bodyPr>
          <a:lstStyle/>
          <a:p>
            <a:pPr marL="0" marR="0" lvl="0" indent="0" algn="l" defTabSz="8255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0000" b="0">
                <a:solidFill>
                  <a:srgbClr val="F6C543"/>
                </a:solidFill>
                <a:latin typeface="Impact"/>
                <a:ea typeface="Impact"/>
                <a:cs typeface="Impact"/>
                <a:sym typeface="Impact"/>
              </a:defRPr>
            </a:pPr>
            <a:r>
              <a:rPr kumimoji="0" lang="en-US" altLang="zh-CN" sz="10000" b="0" i="0" u="none" strike="noStrike" kern="0" cap="none" spc="0" normalizeH="0" baseline="0" noProof="0" dirty="0">
                <a:ln>
                  <a:noFill/>
                </a:ln>
                <a:solidFill>
                  <a:srgbClr val="F6C542"/>
                </a:solidFill>
                <a:effectLst/>
                <a:uLnTx/>
                <a:uFillTx/>
                <a:latin typeface="Impact"/>
                <a:sym typeface="Impact"/>
              </a:rPr>
              <a:t>UNIT #3</a:t>
            </a:r>
            <a:r>
              <a:rPr kumimoji="0" lang="en-US" altLang="zh-CN" sz="10000" b="0" i="0" u="none" strike="noStrike" kern="0" cap="none" spc="0" normalizeH="0" baseline="0" noProof="0" dirty="0">
                <a:ln>
                  <a:noFill/>
                </a:ln>
                <a:solidFill>
                  <a:srgbClr val="F6C543"/>
                </a:solidFill>
                <a:effectLst/>
                <a:uLnTx/>
                <a:uFillTx/>
                <a:latin typeface="Impact"/>
                <a:sym typeface="Impact"/>
              </a:rPr>
              <a:t> </a:t>
            </a:r>
            <a:r>
              <a:rPr kumimoji="0" lang="en-US" altLang="zh-CN" sz="100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Impact"/>
                <a:sym typeface="Impact"/>
              </a:rPr>
              <a:t>–</a:t>
            </a:r>
            <a:r>
              <a:rPr kumimoji="0" lang="zh-CN" altLang="en-US" sz="9600" b="0" i="0" u="none" strike="noStrike" kern="0" cap="none" spc="0" normalizeH="0" baseline="0" noProof="0" dirty="0">
                <a:ln>
                  <a:noFill/>
                </a:ln>
                <a:solidFill>
                  <a:srgbClr val="F6C543"/>
                </a:solidFill>
                <a:effectLst/>
                <a:uLnTx/>
                <a:uFillTx/>
                <a:latin typeface="华文楷体" panose="02010600040101010101" pitchFamily="2" charset="-122"/>
                <a:ea typeface="华文楷体" panose="02010600040101010101" pitchFamily="2" charset="-122"/>
                <a:sym typeface="Impact"/>
              </a:rPr>
              <a:t>回转体的相贯线</a:t>
            </a:r>
            <a:endParaRPr kumimoji="0" lang="zh-CN" altLang="en-US" sz="100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华文楷体" panose="02010600040101010101" pitchFamily="2" charset="-122"/>
              <a:ea typeface="华文楷体" panose="02010600040101010101" pitchFamily="2" charset="-122"/>
              <a:sym typeface="Impact"/>
            </a:endParaRPr>
          </a:p>
        </p:txBody>
      </p:sp>
      <p:sp>
        <p:nvSpPr>
          <p:cNvPr id="226" name="Shape">
            <a:extLst>
              <a:ext uri="{FF2B5EF4-FFF2-40B4-BE49-F238E27FC236}">
                <a16:creationId xmlns:a16="http://schemas.microsoft.com/office/drawing/2014/main" id="{5D85EA9F-A98A-A039-9F27-90FF2A762F92}"/>
              </a:ext>
            </a:extLst>
          </p:cNvPr>
          <p:cNvSpPr/>
          <p:nvPr/>
        </p:nvSpPr>
        <p:spPr>
          <a:xfrm>
            <a:off x="-306915" y="8239797"/>
            <a:ext cx="1046530" cy="104640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9679" h="20595" extrusionOk="0">
                <a:moveTo>
                  <a:pt x="9839" y="0"/>
                </a:moveTo>
                <a:cubicBezTo>
                  <a:pt x="7321" y="0"/>
                  <a:pt x="4802" y="1006"/>
                  <a:pt x="2881" y="3017"/>
                </a:cubicBezTo>
                <a:cubicBezTo>
                  <a:pt x="-961" y="7038"/>
                  <a:pt x="-961" y="13557"/>
                  <a:pt x="2881" y="17578"/>
                </a:cubicBezTo>
                <a:cubicBezTo>
                  <a:pt x="6724" y="21600"/>
                  <a:pt x="12954" y="21600"/>
                  <a:pt x="16797" y="17578"/>
                </a:cubicBezTo>
                <a:cubicBezTo>
                  <a:pt x="20639" y="13557"/>
                  <a:pt x="20639" y="7038"/>
                  <a:pt x="16797" y="3017"/>
                </a:cubicBezTo>
                <a:cubicBezTo>
                  <a:pt x="14876" y="1006"/>
                  <a:pt x="12357" y="0"/>
                  <a:pt x="9839" y="0"/>
                </a:cubicBezTo>
                <a:close/>
                <a:moveTo>
                  <a:pt x="9839" y="2649"/>
                </a:moveTo>
                <a:cubicBezTo>
                  <a:pt x="11709" y="2649"/>
                  <a:pt x="13580" y="3397"/>
                  <a:pt x="15007" y="4890"/>
                </a:cubicBezTo>
                <a:cubicBezTo>
                  <a:pt x="17861" y="7877"/>
                  <a:pt x="17861" y="12718"/>
                  <a:pt x="15007" y="15705"/>
                </a:cubicBezTo>
                <a:cubicBezTo>
                  <a:pt x="12153" y="18692"/>
                  <a:pt x="7525" y="18692"/>
                  <a:pt x="4671" y="15705"/>
                </a:cubicBezTo>
                <a:cubicBezTo>
                  <a:pt x="1817" y="12718"/>
                  <a:pt x="1817" y="7877"/>
                  <a:pt x="4671" y="4890"/>
                </a:cubicBezTo>
                <a:cubicBezTo>
                  <a:pt x="6098" y="3397"/>
                  <a:pt x="7969" y="2649"/>
                  <a:pt x="9839" y="2649"/>
                </a:cubicBezTo>
                <a:close/>
              </a:path>
            </a:pathLst>
          </a:custGeom>
          <a:gradFill>
            <a:gsLst>
              <a:gs pos="0">
                <a:schemeClr val="accent2"/>
              </a:gs>
              <a:gs pos="100000">
                <a:schemeClr val="accent1"/>
              </a:gs>
            </a:gsLst>
            <a:lin ang="5400000"/>
          </a:gradFill>
          <a:ln w="12700">
            <a:miter lim="400000"/>
          </a:ln>
        </p:spPr>
        <p:txBody>
          <a:bodyPr lIns="0" tIns="0" rIns="0" bIns="0" anchor="ctr"/>
          <a:lstStyle/>
          <a:p>
            <a:pPr marL="0" marR="0" lvl="0" indent="0" algn="ctr" defTabSz="8255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 kumimoji="0" sz="32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Helvetica Neue Medium"/>
              <a:sym typeface="Helvetica Neue Medium"/>
            </a:endParaRPr>
          </a:p>
        </p:txBody>
      </p:sp>
      <p:sp>
        <p:nvSpPr>
          <p:cNvPr id="227" name="Shape">
            <a:extLst>
              <a:ext uri="{FF2B5EF4-FFF2-40B4-BE49-F238E27FC236}">
                <a16:creationId xmlns:a16="http://schemas.microsoft.com/office/drawing/2014/main" id="{895BD2BE-A2B2-09F2-3D34-E9339309A03E}"/>
              </a:ext>
            </a:extLst>
          </p:cNvPr>
          <p:cNvSpPr/>
          <p:nvPr/>
        </p:nvSpPr>
        <p:spPr>
          <a:xfrm>
            <a:off x="19865947" y="2060686"/>
            <a:ext cx="2330506" cy="233022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9679" h="20595" extrusionOk="0">
                <a:moveTo>
                  <a:pt x="9839" y="0"/>
                </a:moveTo>
                <a:cubicBezTo>
                  <a:pt x="7321" y="0"/>
                  <a:pt x="4802" y="1006"/>
                  <a:pt x="2881" y="3017"/>
                </a:cubicBezTo>
                <a:cubicBezTo>
                  <a:pt x="-961" y="7038"/>
                  <a:pt x="-961" y="13557"/>
                  <a:pt x="2881" y="17578"/>
                </a:cubicBezTo>
                <a:cubicBezTo>
                  <a:pt x="6724" y="21600"/>
                  <a:pt x="12954" y="21600"/>
                  <a:pt x="16797" y="17578"/>
                </a:cubicBezTo>
                <a:cubicBezTo>
                  <a:pt x="20639" y="13557"/>
                  <a:pt x="20639" y="7038"/>
                  <a:pt x="16797" y="3017"/>
                </a:cubicBezTo>
                <a:cubicBezTo>
                  <a:pt x="14876" y="1006"/>
                  <a:pt x="12357" y="0"/>
                  <a:pt x="9839" y="0"/>
                </a:cubicBezTo>
                <a:close/>
                <a:moveTo>
                  <a:pt x="9839" y="2649"/>
                </a:moveTo>
                <a:cubicBezTo>
                  <a:pt x="11709" y="2649"/>
                  <a:pt x="13580" y="3397"/>
                  <a:pt x="15007" y="4890"/>
                </a:cubicBezTo>
                <a:cubicBezTo>
                  <a:pt x="17861" y="7877"/>
                  <a:pt x="17861" y="12718"/>
                  <a:pt x="15007" y="15705"/>
                </a:cubicBezTo>
                <a:cubicBezTo>
                  <a:pt x="12153" y="18692"/>
                  <a:pt x="7525" y="18692"/>
                  <a:pt x="4671" y="15705"/>
                </a:cubicBezTo>
                <a:cubicBezTo>
                  <a:pt x="1817" y="12718"/>
                  <a:pt x="1817" y="7877"/>
                  <a:pt x="4671" y="4890"/>
                </a:cubicBezTo>
                <a:cubicBezTo>
                  <a:pt x="6098" y="3397"/>
                  <a:pt x="7969" y="2649"/>
                  <a:pt x="9839" y="2649"/>
                </a:cubicBezTo>
                <a:close/>
              </a:path>
            </a:pathLst>
          </a:custGeom>
          <a:gradFill>
            <a:gsLst>
              <a:gs pos="0">
                <a:schemeClr val="accent2"/>
              </a:gs>
              <a:gs pos="100000">
                <a:schemeClr val="accent1"/>
              </a:gs>
            </a:gsLst>
            <a:lin ang="5400000"/>
          </a:gradFill>
          <a:ln w="12700">
            <a:miter lim="400000"/>
          </a:ln>
        </p:spPr>
        <p:txBody>
          <a:bodyPr lIns="0" tIns="0" rIns="0" bIns="0" anchor="ctr"/>
          <a:lstStyle/>
          <a:p>
            <a:pPr marL="0" marR="0" lvl="0" indent="0" algn="ctr" defTabSz="8255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 kumimoji="0" sz="32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Helvetica Neue Medium"/>
              <a:sym typeface="Helvetica Neue Medium"/>
            </a:endParaRPr>
          </a:p>
        </p:txBody>
      </p:sp>
      <p:sp>
        <p:nvSpPr>
          <p:cNvPr id="228" name="Rounded Rectangle">
            <a:extLst>
              <a:ext uri="{FF2B5EF4-FFF2-40B4-BE49-F238E27FC236}">
                <a16:creationId xmlns:a16="http://schemas.microsoft.com/office/drawing/2014/main" id="{1BC6B882-1FF0-1A5A-B8AC-F3362ADD3329}"/>
              </a:ext>
            </a:extLst>
          </p:cNvPr>
          <p:cNvSpPr/>
          <p:nvPr/>
        </p:nvSpPr>
        <p:spPr>
          <a:xfrm>
            <a:off x="1413182" y="3302000"/>
            <a:ext cx="21616294" cy="8897388"/>
          </a:xfrm>
          <a:prstGeom prst="roundRect">
            <a:avLst>
              <a:gd name="adj" fmla="val 2897"/>
            </a:avLst>
          </a:prstGeom>
          <a:solidFill>
            <a:schemeClr val="accent4"/>
          </a:solidFill>
          <a:ln w="12700">
            <a:miter lim="400000"/>
          </a:ln>
          <a:effectLst>
            <a:outerShdw blurRad="558800" dist="71163" dir="5400000" rotWithShape="0">
              <a:srgbClr val="000000">
                <a:alpha val="19617"/>
              </a:srgbClr>
            </a:outerShdw>
          </a:effectLst>
        </p:spPr>
        <p:txBody>
          <a:bodyPr lIns="0" tIns="0" rIns="0" bIns="0" anchor="ctr"/>
          <a:lstStyle/>
          <a:p>
            <a:pPr marL="0" marR="0" lvl="0" indent="0" algn="ctr" defTabSz="8255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 kumimoji="0" sz="32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Helvetica Neue Medium"/>
              <a:sym typeface="Helvetica Neue Medium"/>
            </a:endParaRP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2F354A07-7569-D9D3-9269-C7B6A5B3DBEE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2586120" y="3126077"/>
            <a:ext cx="19105480" cy="9851289"/>
          </a:xfrm>
          <a:prstGeom prst="rect">
            <a:avLst/>
          </a:prstGeom>
        </p:spPr>
      </p:pic>
      <p:sp>
        <p:nvSpPr>
          <p:cNvPr id="5" name="文本框 4">
            <a:extLst>
              <a:ext uri="{FF2B5EF4-FFF2-40B4-BE49-F238E27FC236}">
                <a16:creationId xmlns:a16="http://schemas.microsoft.com/office/drawing/2014/main" id="{EAE7945D-73CD-ED2F-60F1-F47C205160F8}"/>
              </a:ext>
            </a:extLst>
          </p:cNvPr>
          <p:cNvSpPr txBox="1"/>
          <p:nvPr/>
        </p:nvSpPr>
        <p:spPr>
          <a:xfrm>
            <a:off x="17253750" y="759278"/>
            <a:ext cx="5642571" cy="933589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zh-CN" altLang="en-US" sz="5400" b="1" i="0" u="none" strike="noStrike" cap="none" spc="0" normalizeH="0" baseline="0" dirty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Helvetica Neue"/>
                <a:ea typeface="Helvetica Neue"/>
                <a:cs typeface="Helvetica Neue"/>
                <a:sym typeface="Helvetica Neue"/>
              </a:rPr>
              <a:t>向直径大的方向凸</a:t>
            </a:r>
          </a:p>
        </p:txBody>
      </p:sp>
    </p:spTree>
    <p:extLst>
      <p:ext uri="{BB962C8B-B14F-4D97-AF65-F5344CB8AC3E}">
        <p14:creationId xmlns:p14="http://schemas.microsoft.com/office/powerpoint/2010/main" val="1980963356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3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C62FB61-3C4C-7850-A031-0883B5A852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Shape">
            <a:extLst>
              <a:ext uri="{FF2B5EF4-FFF2-40B4-BE49-F238E27FC236}">
                <a16:creationId xmlns:a16="http://schemas.microsoft.com/office/drawing/2014/main" id="{297A2B99-C775-EE14-BAC3-B9577ECA0825}"/>
              </a:ext>
            </a:extLst>
          </p:cNvPr>
          <p:cNvSpPr/>
          <p:nvPr/>
        </p:nvSpPr>
        <p:spPr>
          <a:xfrm>
            <a:off x="6290541" y="12617233"/>
            <a:ext cx="2709718" cy="270939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9679" h="20595" extrusionOk="0">
                <a:moveTo>
                  <a:pt x="9839" y="0"/>
                </a:moveTo>
                <a:cubicBezTo>
                  <a:pt x="7321" y="0"/>
                  <a:pt x="4802" y="1006"/>
                  <a:pt x="2881" y="3017"/>
                </a:cubicBezTo>
                <a:cubicBezTo>
                  <a:pt x="-961" y="7038"/>
                  <a:pt x="-961" y="13557"/>
                  <a:pt x="2881" y="17578"/>
                </a:cubicBezTo>
                <a:cubicBezTo>
                  <a:pt x="6724" y="21600"/>
                  <a:pt x="12954" y="21600"/>
                  <a:pt x="16797" y="17578"/>
                </a:cubicBezTo>
                <a:cubicBezTo>
                  <a:pt x="20639" y="13557"/>
                  <a:pt x="20639" y="7038"/>
                  <a:pt x="16797" y="3017"/>
                </a:cubicBezTo>
                <a:cubicBezTo>
                  <a:pt x="14876" y="1006"/>
                  <a:pt x="12357" y="0"/>
                  <a:pt x="9839" y="0"/>
                </a:cubicBezTo>
                <a:close/>
                <a:moveTo>
                  <a:pt x="9839" y="2649"/>
                </a:moveTo>
                <a:cubicBezTo>
                  <a:pt x="11709" y="2649"/>
                  <a:pt x="13580" y="3397"/>
                  <a:pt x="15007" y="4890"/>
                </a:cubicBezTo>
                <a:cubicBezTo>
                  <a:pt x="17861" y="7877"/>
                  <a:pt x="17861" y="12718"/>
                  <a:pt x="15007" y="15705"/>
                </a:cubicBezTo>
                <a:cubicBezTo>
                  <a:pt x="12153" y="18692"/>
                  <a:pt x="7525" y="18692"/>
                  <a:pt x="4671" y="15705"/>
                </a:cubicBezTo>
                <a:cubicBezTo>
                  <a:pt x="1817" y="12718"/>
                  <a:pt x="1817" y="7877"/>
                  <a:pt x="4671" y="4890"/>
                </a:cubicBezTo>
                <a:cubicBezTo>
                  <a:pt x="6098" y="3397"/>
                  <a:pt x="7969" y="2649"/>
                  <a:pt x="9839" y="2649"/>
                </a:cubicBezTo>
                <a:close/>
              </a:path>
            </a:pathLst>
          </a:custGeom>
          <a:gradFill>
            <a:gsLst>
              <a:gs pos="0">
                <a:schemeClr val="accent2"/>
              </a:gs>
              <a:gs pos="100000">
                <a:schemeClr val="accent1"/>
              </a:gs>
            </a:gsLst>
            <a:lin ang="5400000"/>
          </a:gradFill>
          <a:ln w="12700">
            <a:miter lim="400000"/>
          </a:ln>
        </p:spPr>
        <p:txBody>
          <a:bodyPr lIns="0" tIns="0" rIns="0" bIns="0" anchor="ctr"/>
          <a:lstStyle/>
          <a:p>
            <a:pPr marL="0" marR="0" lvl="0" indent="0" algn="ctr" defTabSz="8255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 kumimoji="0" sz="32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Helvetica Neue Medium"/>
              <a:sym typeface="Helvetica Neue Medium"/>
            </a:endParaRPr>
          </a:p>
        </p:txBody>
      </p:sp>
      <p:sp>
        <p:nvSpPr>
          <p:cNvPr id="216" name="Shape">
            <a:extLst>
              <a:ext uri="{FF2B5EF4-FFF2-40B4-BE49-F238E27FC236}">
                <a16:creationId xmlns:a16="http://schemas.microsoft.com/office/drawing/2014/main" id="{243313D4-5A94-D06A-F199-701E714DC909}"/>
              </a:ext>
            </a:extLst>
          </p:cNvPr>
          <p:cNvSpPr/>
          <p:nvPr/>
        </p:nvSpPr>
        <p:spPr>
          <a:xfrm>
            <a:off x="14339439" y="2620192"/>
            <a:ext cx="6322300" cy="632257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800" y="0"/>
                </a:moveTo>
                <a:cubicBezTo>
                  <a:pt x="10787" y="0"/>
                  <a:pt x="10773" y="1"/>
                  <a:pt x="10759" y="1"/>
                </a:cubicBezTo>
                <a:lnTo>
                  <a:pt x="1" y="10760"/>
                </a:lnTo>
                <a:cubicBezTo>
                  <a:pt x="0" y="10900"/>
                  <a:pt x="3" y="11040"/>
                  <a:pt x="8" y="11181"/>
                </a:cubicBezTo>
                <a:lnTo>
                  <a:pt x="11180" y="9"/>
                </a:lnTo>
                <a:cubicBezTo>
                  <a:pt x="11054" y="4"/>
                  <a:pt x="10927" y="0"/>
                  <a:pt x="10800" y="0"/>
                </a:cubicBezTo>
                <a:close/>
                <a:moveTo>
                  <a:pt x="10211" y="17"/>
                </a:moveTo>
                <a:cubicBezTo>
                  <a:pt x="10057" y="25"/>
                  <a:pt x="9903" y="36"/>
                  <a:pt x="9748" y="51"/>
                </a:cubicBezTo>
                <a:lnTo>
                  <a:pt x="50" y="9749"/>
                </a:lnTo>
                <a:cubicBezTo>
                  <a:pt x="35" y="9903"/>
                  <a:pt x="25" y="10057"/>
                  <a:pt x="16" y="10212"/>
                </a:cubicBezTo>
                <a:lnTo>
                  <a:pt x="10211" y="17"/>
                </a:lnTo>
                <a:close/>
                <a:moveTo>
                  <a:pt x="11683" y="38"/>
                </a:moveTo>
                <a:lnTo>
                  <a:pt x="38" y="11684"/>
                </a:lnTo>
                <a:cubicBezTo>
                  <a:pt x="48" y="11814"/>
                  <a:pt x="62" y="11944"/>
                  <a:pt x="78" y="12075"/>
                </a:cubicBezTo>
                <a:lnTo>
                  <a:pt x="12074" y="78"/>
                </a:lnTo>
                <a:cubicBezTo>
                  <a:pt x="11944" y="63"/>
                  <a:pt x="11814" y="49"/>
                  <a:pt x="11683" y="38"/>
                </a:cubicBezTo>
                <a:close/>
                <a:moveTo>
                  <a:pt x="9136" y="131"/>
                </a:moveTo>
                <a:cubicBezTo>
                  <a:pt x="8960" y="158"/>
                  <a:pt x="8786" y="190"/>
                  <a:pt x="8611" y="226"/>
                </a:cubicBezTo>
                <a:lnTo>
                  <a:pt x="226" y="8611"/>
                </a:lnTo>
                <a:cubicBezTo>
                  <a:pt x="190" y="8786"/>
                  <a:pt x="157" y="8961"/>
                  <a:pt x="130" y="9137"/>
                </a:cubicBezTo>
                <a:lnTo>
                  <a:pt x="9136" y="131"/>
                </a:lnTo>
                <a:close/>
                <a:moveTo>
                  <a:pt x="12541" y="143"/>
                </a:moveTo>
                <a:lnTo>
                  <a:pt x="143" y="12541"/>
                </a:lnTo>
                <a:cubicBezTo>
                  <a:pt x="163" y="12663"/>
                  <a:pt x="183" y="12785"/>
                  <a:pt x="207" y="12906"/>
                </a:cubicBezTo>
                <a:lnTo>
                  <a:pt x="12906" y="208"/>
                </a:lnTo>
                <a:cubicBezTo>
                  <a:pt x="12785" y="184"/>
                  <a:pt x="12663" y="163"/>
                  <a:pt x="12541" y="143"/>
                </a:cubicBezTo>
                <a:close/>
                <a:moveTo>
                  <a:pt x="13343" y="303"/>
                </a:moveTo>
                <a:lnTo>
                  <a:pt x="303" y="13343"/>
                </a:lnTo>
                <a:cubicBezTo>
                  <a:pt x="330" y="13456"/>
                  <a:pt x="361" y="13569"/>
                  <a:pt x="392" y="13682"/>
                </a:cubicBezTo>
                <a:lnTo>
                  <a:pt x="13682" y="393"/>
                </a:lnTo>
                <a:cubicBezTo>
                  <a:pt x="13569" y="362"/>
                  <a:pt x="13456" y="331"/>
                  <a:pt x="13343" y="303"/>
                </a:cubicBezTo>
                <a:close/>
                <a:moveTo>
                  <a:pt x="7909" y="395"/>
                </a:moveTo>
                <a:cubicBezTo>
                  <a:pt x="7701" y="452"/>
                  <a:pt x="7495" y="515"/>
                  <a:pt x="7290" y="585"/>
                </a:cubicBezTo>
                <a:lnTo>
                  <a:pt x="584" y="7290"/>
                </a:lnTo>
                <a:cubicBezTo>
                  <a:pt x="514" y="7495"/>
                  <a:pt x="452" y="7702"/>
                  <a:pt x="394" y="7909"/>
                </a:cubicBezTo>
                <a:lnTo>
                  <a:pt x="7909" y="395"/>
                </a:lnTo>
                <a:close/>
                <a:moveTo>
                  <a:pt x="14094" y="515"/>
                </a:moveTo>
                <a:lnTo>
                  <a:pt x="514" y="14094"/>
                </a:lnTo>
                <a:cubicBezTo>
                  <a:pt x="549" y="14202"/>
                  <a:pt x="583" y="14310"/>
                  <a:pt x="620" y="14417"/>
                </a:cubicBezTo>
                <a:lnTo>
                  <a:pt x="14417" y="621"/>
                </a:lnTo>
                <a:cubicBezTo>
                  <a:pt x="14310" y="583"/>
                  <a:pt x="14202" y="549"/>
                  <a:pt x="14094" y="515"/>
                </a:cubicBezTo>
                <a:close/>
                <a:moveTo>
                  <a:pt x="14804" y="767"/>
                </a:moveTo>
                <a:lnTo>
                  <a:pt x="767" y="14804"/>
                </a:lnTo>
                <a:cubicBezTo>
                  <a:pt x="807" y="14905"/>
                  <a:pt x="851" y="15004"/>
                  <a:pt x="894" y="15104"/>
                </a:cubicBezTo>
                <a:lnTo>
                  <a:pt x="15104" y="895"/>
                </a:lnTo>
                <a:cubicBezTo>
                  <a:pt x="15004" y="852"/>
                  <a:pt x="14905" y="807"/>
                  <a:pt x="14804" y="767"/>
                </a:cubicBezTo>
                <a:close/>
                <a:moveTo>
                  <a:pt x="6411" y="932"/>
                </a:moveTo>
                <a:cubicBezTo>
                  <a:pt x="6118" y="1062"/>
                  <a:pt x="5831" y="1206"/>
                  <a:pt x="5549" y="1363"/>
                </a:cubicBezTo>
                <a:lnTo>
                  <a:pt x="1362" y="5549"/>
                </a:lnTo>
                <a:cubicBezTo>
                  <a:pt x="1205" y="5832"/>
                  <a:pt x="1061" y="6119"/>
                  <a:pt x="931" y="6411"/>
                </a:cubicBezTo>
                <a:lnTo>
                  <a:pt x="6411" y="932"/>
                </a:lnTo>
                <a:close/>
                <a:moveTo>
                  <a:pt x="15470" y="1061"/>
                </a:moveTo>
                <a:lnTo>
                  <a:pt x="1060" y="15471"/>
                </a:lnTo>
                <a:cubicBezTo>
                  <a:pt x="1106" y="15567"/>
                  <a:pt x="1153" y="15664"/>
                  <a:pt x="1202" y="15759"/>
                </a:cubicBezTo>
                <a:lnTo>
                  <a:pt x="15759" y="1203"/>
                </a:lnTo>
                <a:cubicBezTo>
                  <a:pt x="15663" y="1153"/>
                  <a:pt x="15567" y="1107"/>
                  <a:pt x="15470" y="1061"/>
                </a:cubicBezTo>
                <a:close/>
                <a:moveTo>
                  <a:pt x="16103" y="1391"/>
                </a:moveTo>
                <a:lnTo>
                  <a:pt x="1391" y="16103"/>
                </a:lnTo>
                <a:cubicBezTo>
                  <a:pt x="1442" y="16194"/>
                  <a:pt x="1494" y="16285"/>
                  <a:pt x="1549" y="16375"/>
                </a:cubicBezTo>
                <a:lnTo>
                  <a:pt x="16375" y="1549"/>
                </a:lnTo>
                <a:cubicBezTo>
                  <a:pt x="16285" y="1495"/>
                  <a:pt x="16194" y="1442"/>
                  <a:pt x="16103" y="1391"/>
                </a:cubicBezTo>
                <a:close/>
                <a:moveTo>
                  <a:pt x="16703" y="1754"/>
                </a:moveTo>
                <a:lnTo>
                  <a:pt x="1753" y="16703"/>
                </a:lnTo>
                <a:cubicBezTo>
                  <a:pt x="1809" y="16788"/>
                  <a:pt x="1869" y="16872"/>
                  <a:pt x="1928" y="16956"/>
                </a:cubicBezTo>
                <a:lnTo>
                  <a:pt x="16956" y="1928"/>
                </a:lnTo>
                <a:cubicBezTo>
                  <a:pt x="16872" y="1869"/>
                  <a:pt x="16788" y="1810"/>
                  <a:pt x="16703" y="1754"/>
                </a:cubicBezTo>
                <a:close/>
                <a:moveTo>
                  <a:pt x="17267" y="2151"/>
                </a:moveTo>
                <a:lnTo>
                  <a:pt x="2151" y="17267"/>
                </a:lnTo>
                <a:cubicBezTo>
                  <a:pt x="2212" y="17349"/>
                  <a:pt x="2274" y="17430"/>
                  <a:pt x="2338" y="17510"/>
                </a:cubicBezTo>
                <a:lnTo>
                  <a:pt x="17510" y="2338"/>
                </a:lnTo>
                <a:cubicBezTo>
                  <a:pt x="17430" y="2275"/>
                  <a:pt x="17349" y="2212"/>
                  <a:pt x="17267" y="2151"/>
                </a:cubicBezTo>
                <a:close/>
                <a:moveTo>
                  <a:pt x="3805" y="2574"/>
                </a:moveTo>
                <a:cubicBezTo>
                  <a:pt x="3586" y="2761"/>
                  <a:pt x="3370" y="2956"/>
                  <a:pt x="3163" y="3163"/>
                </a:cubicBezTo>
                <a:cubicBezTo>
                  <a:pt x="2955" y="3371"/>
                  <a:pt x="2761" y="3586"/>
                  <a:pt x="2574" y="3806"/>
                </a:cubicBezTo>
                <a:lnTo>
                  <a:pt x="3805" y="2574"/>
                </a:lnTo>
                <a:close/>
                <a:moveTo>
                  <a:pt x="17801" y="2579"/>
                </a:moveTo>
                <a:lnTo>
                  <a:pt x="2579" y="17801"/>
                </a:lnTo>
                <a:cubicBezTo>
                  <a:pt x="2645" y="17878"/>
                  <a:pt x="2709" y="17957"/>
                  <a:pt x="2777" y="18032"/>
                </a:cubicBezTo>
                <a:lnTo>
                  <a:pt x="18032" y="2777"/>
                </a:lnTo>
                <a:cubicBezTo>
                  <a:pt x="17957" y="2709"/>
                  <a:pt x="17878" y="2645"/>
                  <a:pt x="17801" y="2579"/>
                </a:cubicBezTo>
                <a:close/>
                <a:moveTo>
                  <a:pt x="18304" y="3036"/>
                </a:moveTo>
                <a:lnTo>
                  <a:pt x="3036" y="18304"/>
                </a:lnTo>
                <a:cubicBezTo>
                  <a:pt x="3079" y="18349"/>
                  <a:pt x="3119" y="18394"/>
                  <a:pt x="3163" y="18438"/>
                </a:cubicBezTo>
                <a:cubicBezTo>
                  <a:pt x="3191" y="18466"/>
                  <a:pt x="3222" y="18492"/>
                  <a:pt x="3250" y="18521"/>
                </a:cubicBezTo>
                <a:lnTo>
                  <a:pt x="18521" y="3251"/>
                </a:lnTo>
                <a:cubicBezTo>
                  <a:pt x="18492" y="3222"/>
                  <a:pt x="18466" y="3192"/>
                  <a:pt x="18438" y="3163"/>
                </a:cubicBezTo>
                <a:cubicBezTo>
                  <a:pt x="18394" y="3119"/>
                  <a:pt x="18348" y="3079"/>
                  <a:pt x="18304" y="3036"/>
                </a:cubicBezTo>
                <a:close/>
                <a:moveTo>
                  <a:pt x="18781" y="3523"/>
                </a:moveTo>
                <a:lnTo>
                  <a:pt x="3522" y="18781"/>
                </a:lnTo>
                <a:cubicBezTo>
                  <a:pt x="3598" y="18850"/>
                  <a:pt x="3676" y="18915"/>
                  <a:pt x="3753" y="18982"/>
                </a:cubicBezTo>
                <a:lnTo>
                  <a:pt x="18982" y="3753"/>
                </a:lnTo>
                <a:cubicBezTo>
                  <a:pt x="18915" y="3676"/>
                  <a:pt x="18850" y="3598"/>
                  <a:pt x="18781" y="3523"/>
                </a:cubicBezTo>
                <a:close/>
                <a:moveTo>
                  <a:pt x="19224" y="4041"/>
                </a:moveTo>
                <a:lnTo>
                  <a:pt x="4041" y="19224"/>
                </a:lnTo>
                <a:cubicBezTo>
                  <a:pt x="4121" y="19289"/>
                  <a:pt x="4202" y="19350"/>
                  <a:pt x="4283" y="19412"/>
                </a:cubicBezTo>
                <a:lnTo>
                  <a:pt x="19412" y="4283"/>
                </a:lnTo>
                <a:cubicBezTo>
                  <a:pt x="19350" y="4202"/>
                  <a:pt x="19289" y="4121"/>
                  <a:pt x="19224" y="4041"/>
                </a:cubicBezTo>
                <a:close/>
                <a:moveTo>
                  <a:pt x="19637" y="4591"/>
                </a:moveTo>
                <a:lnTo>
                  <a:pt x="4591" y="19637"/>
                </a:lnTo>
                <a:cubicBezTo>
                  <a:pt x="4675" y="19696"/>
                  <a:pt x="4758" y="19757"/>
                  <a:pt x="4843" y="19813"/>
                </a:cubicBezTo>
                <a:lnTo>
                  <a:pt x="19813" y="4844"/>
                </a:lnTo>
                <a:cubicBezTo>
                  <a:pt x="19757" y="4758"/>
                  <a:pt x="19696" y="4675"/>
                  <a:pt x="19637" y="4591"/>
                </a:cubicBezTo>
                <a:close/>
                <a:moveTo>
                  <a:pt x="20019" y="5172"/>
                </a:moveTo>
                <a:lnTo>
                  <a:pt x="5172" y="20019"/>
                </a:lnTo>
                <a:cubicBezTo>
                  <a:pt x="5261" y="20073"/>
                  <a:pt x="5351" y="20126"/>
                  <a:pt x="5441" y="20178"/>
                </a:cubicBezTo>
                <a:lnTo>
                  <a:pt x="20178" y="5441"/>
                </a:lnTo>
                <a:cubicBezTo>
                  <a:pt x="20126" y="5351"/>
                  <a:pt x="20073" y="5261"/>
                  <a:pt x="20019" y="5172"/>
                </a:cubicBezTo>
                <a:close/>
                <a:moveTo>
                  <a:pt x="20369" y="5782"/>
                </a:moveTo>
                <a:lnTo>
                  <a:pt x="5782" y="20369"/>
                </a:lnTo>
                <a:cubicBezTo>
                  <a:pt x="5877" y="20419"/>
                  <a:pt x="5974" y="20463"/>
                  <a:pt x="6071" y="20510"/>
                </a:cubicBezTo>
                <a:lnTo>
                  <a:pt x="20510" y="6071"/>
                </a:lnTo>
                <a:cubicBezTo>
                  <a:pt x="20463" y="5975"/>
                  <a:pt x="20419" y="5878"/>
                  <a:pt x="20369" y="5782"/>
                </a:cubicBezTo>
                <a:close/>
                <a:moveTo>
                  <a:pt x="20679" y="6434"/>
                </a:moveTo>
                <a:lnTo>
                  <a:pt x="6434" y="20679"/>
                </a:lnTo>
                <a:cubicBezTo>
                  <a:pt x="6534" y="20723"/>
                  <a:pt x="6633" y="20769"/>
                  <a:pt x="6734" y="20809"/>
                </a:cubicBezTo>
                <a:lnTo>
                  <a:pt x="20809" y="6735"/>
                </a:lnTo>
                <a:cubicBezTo>
                  <a:pt x="20769" y="6634"/>
                  <a:pt x="20723" y="6534"/>
                  <a:pt x="20679" y="6434"/>
                </a:cubicBezTo>
                <a:close/>
                <a:moveTo>
                  <a:pt x="20956" y="7121"/>
                </a:moveTo>
                <a:lnTo>
                  <a:pt x="7120" y="20956"/>
                </a:lnTo>
                <a:cubicBezTo>
                  <a:pt x="7226" y="20994"/>
                  <a:pt x="7333" y="21030"/>
                  <a:pt x="7439" y="21065"/>
                </a:cubicBezTo>
                <a:lnTo>
                  <a:pt x="21065" y="7439"/>
                </a:lnTo>
                <a:cubicBezTo>
                  <a:pt x="21030" y="7333"/>
                  <a:pt x="20994" y="7226"/>
                  <a:pt x="20956" y="7121"/>
                </a:cubicBezTo>
                <a:close/>
                <a:moveTo>
                  <a:pt x="21190" y="7848"/>
                </a:moveTo>
                <a:lnTo>
                  <a:pt x="7848" y="21190"/>
                </a:lnTo>
                <a:cubicBezTo>
                  <a:pt x="7960" y="21221"/>
                  <a:pt x="8073" y="21252"/>
                  <a:pt x="8186" y="21280"/>
                </a:cubicBezTo>
                <a:lnTo>
                  <a:pt x="21280" y="8186"/>
                </a:lnTo>
                <a:cubicBezTo>
                  <a:pt x="21252" y="8073"/>
                  <a:pt x="21221" y="7960"/>
                  <a:pt x="21190" y="7848"/>
                </a:cubicBezTo>
                <a:close/>
                <a:moveTo>
                  <a:pt x="21378" y="8623"/>
                </a:moveTo>
                <a:lnTo>
                  <a:pt x="8623" y="21378"/>
                </a:lnTo>
                <a:cubicBezTo>
                  <a:pt x="8743" y="21402"/>
                  <a:pt x="8863" y="21424"/>
                  <a:pt x="8984" y="21445"/>
                </a:cubicBezTo>
                <a:lnTo>
                  <a:pt x="21445" y="8984"/>
                </a:lnTo>
                <a:cubicBezTo>
                  <a:pt x="21424" y="8864"/>
                  <a:pt x="21402" y="8743"/>
                  <a:pt x="21378" y="8623"/>
                </a:cubicBezTo>
                <a:close/>
                <a:moveTo>
                  <a:pt x="21514" y="9448"/>
                </a:moveTo>
                <a:lnTo>
                  <a:pt x="9447" y="21514"/>
                </a:lnTo>
                <a:cubicBezTo>
                  <a:pt x="9576" y="21530"/>
                  <a:pt x="9704" y="21546"/>
                  <a:pt x="9833" y="21557"/>
                </a:cubicBezTo>
                <a:lnTo>
                  <a:pt x="21557" y="9834"/>
                </a:lnTo>
                <a:cubicBezTo>
                  <a:pt x="21546" y="9705"/>
                  <a:pt x="21530" y="9576"/>
                  <a:pt x="21514" y="9448"/>
                </a:cubicBezTo>
                <a:close/>
                <a:moveTo>
                  <a:pt x="21590" y="10333"/>
                </a:moveTo>
                <a:lnTo>
                  <a:pt x="10332" y="21590"/>
                </a:lnTo>
                <a:cubicBezTo>
                  <a:pt x="10473" y="21596"/>
                  <a:pt x="10613" y="21599"/>
                  <a:pt x="10753" y="21600"/>
                </a:cubicBezTo>
                <a:lnTo>
                  <a:pt x="21600" y="10754"/>
                </a:lnTo>
                <a:cubicBezTo>
                  <a:pt x="21599" y="10613"/>
                  <a:pt x="21596" y="10473"/>
                  <a:pt x="21590" y="10333"/>
                </a:cubicBezTo>
                <a:close/>
                <a:moveTo>
                  <a:pt x="21590" y="11296"/>
                </a:moveTo>
                <a:lnTo>
                  <a:pt x="11295" y="21590"/>
                </a:lnTo>
                <a:cubicBezTo>
                  <a:pt x="11449" y="21583"/>
                  <a:pt x="11603" y="21572"/>
                  <a:pt x="11757" y="21558"/>
                </a:cubicBezTo>
                <a:lnTo>
                  <a:pt x="21558" y="11757"/>
                </a:lnTo>
                <a:cubicBezTo>
                  <a:pt x="21572" y="11603"/>
                  <a:pt x="21583" y="11450"/>
                  <a:pt x="21590" y="11296"/>
                </a:cubicBezTo>
                <a:close/>
                <a:moveTo>
                  <a:pt x="21489" y="12358"/>
                </a:moveTo>
                <a:lnTo>
                  <a:pt x="12358" y="21489"/>
                </a:lnTo>
                <a:cubicBezTo>
                  <a:pt x="12531" y="21464"/>
                  <a:pt x="12703" y="21434"/>
                  <a:pt x="12876" y="21400"/>
                </a:cubicBezTo>
                <a:lnTo>
                  <a:pt x="21400" y="12876"/>
                </a:lnTo>
                <a:cubicBezTo>
                  <a:pt x="21434" y="12704"/>
                  <a:pt x="21464" y="12531"/>
                  <a:pt x="21489" y="12358"/>
                </a:cubicBezTo>
                <a:close/>
                <a:moveTo>
                  <a:pt x="21239" y="13569"/>
                </a:moveTo>
                <a:lnTo>
                  <a:pt x="13569" y="21239"/>
                </a:lnTo>
                <a:cubicBezTo>
                  <a:pt x="13774" y="21185"/>
                  <a:pt x="13978" y="21125"/>
                  <a:pt x="14181" y="21058"/>
                </a:cubicBezTo>
                <a:lnTo>
                  <a:pt x="21058" y="14181"/>
                </a:lnTo>
                <a:cubicBezTo>
                  <a:pt x="21125" y="13978"/>
                  <a:pt x="21185" y="13774"/>
                  <a:pt x="21239" y="13569"/>
                </a:cubicBezTo>
                <a:close/>
                <a:moveTo>
                  <a:pt x="20736" y="15035"/>
                </a:moveTo>
                <a:lnTo>
                  <a:pt x="15035" y="20736"/>
                </a:lnTo>
                <a:cubicBezTo>
                  <a:pt x="15310" y="20619"/>
                  <a:pt x="15581" y="20493"/>
                  <a:pt x="15848" y="20352"/>
                </a:cubicBezTo>
                <a:lnTo>
                  <a:pt x="20352" y="15848"/>
                </a:lnTo>
                <a:cubicBezTo>
                  <a:pt x="20493" y="15581"/>
                  <a:pt x="20619" y="15310"/>
                  <a:pt x="20736" y="15035"/>
                </a:cubicBezTo>
                <a:close/>
                <a:moveTo>
                  <a:pt x="19400" y="17332"/>
                </a:moveTo>
                <a:lnTo>
                  <a:pt x="17332" y="19400"/>
                </a:lnTo>
                <a:cubicBezTo>
                  <a:pt x="17716" y="19108"/>
                  <a:pt x="18087" y="18789"/>
                  <a:pt x="18438" y="18438"/>
                </a:cubicBezTo>
                <a:cubicBezTo>
                  <a:pt x="18788" y="18087"/>
                  <a:pt x="19107" y="17716"/>
                  <a:pt x="19400" y="17332"/>
                </a:cubicBezTo>
                <a:close/>
              </a:path>
            </a:pathLst>
          </a:custGeom>
          <a:solidFill>
            <a:schemeClr val="accent4"/>
          </a:solidFill>
          <a:ln w="12700">
            <a:miter lim="400000"/>
          </a:ln>
        </p:spPr>
        <p:txBody>
          <a:bodyPr lIns="0" tIns="0" rIns="0" bIns="0" anchor="ctr"/>
          <a:lstStyle/>
          <a:p>
            <a:pPr marL="0" marR="0" lvl="0" indent="0" algn="ctr" defTabSz="8255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 kumimoji="0" sz="32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Helvetica Neue Medium"/>
              <a:sym typeface="Helvetica Neue Medium"/>
            </a:endParaRPr>
          </a:p>
        </p:txBody>
      </p:sp>
      <p:sp>
        <p:nvSpPr>
          <p:cNvPr id="217" name="Shape">
            <a:extLst>
              <a:ext uri="{FF2B5EF4-FFF2-40B4-BE49-F238E27FC236}">
                <a16:creationId xmlns:a16="http://schemas.microsoft.com/office/drawing/2014/main" id="{3354584F-5392-EB5F-D8B0-ED12A6C8EE40}"/>
              </a:ext>
            </a:extLst>
          </p:cNvPr>
          <p:cNvSpPr/>
          <p:nvPr/>
        </p:nvSpPr>
        <p:spPr>
          <a:xfrm>
            <a:off x="5513585" y="9836851"/>
            <a:ext cx="2709536" cy="270965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800" y="0"/>
                </a:moveTo>
                <a:cubicBezTo>
                  <a:pt x="10787" y="0"/>
                  <a:pt x="10773" y="1"/>
                  <a:pt x="10759" y="1"/>
                </a:cubicBezTo>
                <a:lnTo>
                  <a:pt x="1" y="10760"/>
                </a:lnTo>
                <a:cubicBezTo>
                  <a:pt x="0" y="10900"/>
                  <a:pt x="3" y="11040"/>
                  <a:pt x="8" y="11181"/>
                </a:cubicBezTo>
                <a:lnTo>
                  <a:pt x="11180" y="9"/>
                </a:lnTo>
                <a:cubicBezTo>
                  <a:pt x="11054" y="4"/>
                  <a:pt x="10927" y="0"/>
                  <a:pt x="10800" y="0"/>
                </a:cubicBezTo>
                <a:close/>
                <a:moveTo>
                  <a:pt x="10211" y="17"/>
                </a:moveTo>
                <a:cubicBezTo>
                  <a:pt x="10057" y="25"/>
                  <a:pt x="9903" y="36"/>
                  <a:pt x="9748" y="51"/>
                </a:cubicBezTo>
                <a:lnTo>
                  <a:pt x="50" y="9749"/>
                </a:lnTo>
                <a:cubicBezTo>
                  <a:pt x="35" y="9903"/>
                  <a:pt x="25" y="10057"/>
                  <a:pt x="16" y="10212"/>
                </a:cubicBezTo>
                <a:lnTo>
                  <a:pt x="10211" y="17"/>
                </a:lnTo>
                <a:close/>
                <a:moveTo>
                  <a:pt x="11683" y="38"/>
                </a:moveTo>
                <a:lnTo>
                  <a:pt x="38" y="11684"/>
                </a:lnTo>
                <a:cubicBezTo>
                  <a:pt x="48" y="11814"/>
                  <a:pt x="62" y="11944"/>
                  <a:pt x="78" y="12075"/>
                </a:cubicBezTo>
                <a:lnTo>
                  <a:pt x="12074" y="78"/>
                </a:lnTo>
                <a:cubicBezTo>
                  <a:pt x="11944" y="63"/>
                  <a:pt x="11814" y="49"/>
                  <a:pt x="11683" y="38"/>
                </a:cubicBezTo>
                <a:close/>
                <a:moveTo>
                  <a:pt x="9136" y="131"/>
                </a:moveTo>
                <a:cubicBezTo>
                  <a:pt x="8960" y="158"/>
                  <a:pt x="8786" y="190"/>
                  <a:pt x="8611" y="226"/>
                </a:cubicBezTo>
                <a:lnTo>
                  <a:pt x="226" y="8611"/>
                </a:lnTo>
                <a:cubicBezTo>
                  <a:pt x="190" y="8786"/>
                  <a:pt x="157" y="8961"/>
                  <a:pt x="130" y="9137"/>
                </a:cubicBezTo>
                <a:lnTo>
                  <a:pt x="9136" y="131"/>
                </a:lnTo>
                <a:close/>
                <a:moveTo>
                  <a:pt x="12541" y="143"/>
                </a:moveTo>
                <a:lnTo>
                  <a:pt x="143" y="12541"/>
                </a:lnTo>
                <a:cubicBezTo>
                  <a:pt x="163" y="12663"/>
                  <a:pt x="183" y="12785"/>
                  <a:pt x="207" y="12906"/>
                </a:cubicBezTo>
                <a:lnTo>
                  <a:pt x="12906" y="208"/>
                </a:lnTo>
                <a:cubicBezTo>
                  <a:pt x="12785" y="184"/>
                  <a:pt x="12663" y="163"/>
                  <a:pt x="12541" y="143"/>
                </a:cubicBezTo>
                <a:close/>
                <a:moveTo>
                  <a:pt x="13343" y="303"/>
                </a:moveTo>
                <a:lnTo>
                  <a:pt x="303" y="13343"/>
                </a:lnTo>
                <a:cubicBezTo>
                  <a:pt x="330" y="13456"/>
                  <a:pt x="361" y="13569"/>
                  <a:pt x="392" y="13682"/>
                </a:cubicBezTo>
                <a:lnTo>
                  <a:pt x="13682" y="393"/>
                </a:lnTo>
                <a:cubicBezTo>
                  <a:pt x="13569" y="362"/>
                  <a:pt x="13456" y="331"/>
                  <a:pt x="13343" y="303"/>
                </a:cubicBezTo>
                <a:close/>
                <a:moveTo>
                  <a:pt x="7909" y="395"/>
                </a:moveTo>
                <a:cubicBezTo>
                  <a:pt x="7701" y="452"/>
                  <a:pt x="7495" y="515"/>
                  <a:pt x="7290" y="585"/>
                </a:cubicBezTo>
                <a:lnTo>
                  <a:pt x="584" y="7290"/>
                </a:lnTo>
                <a:cubicBezTo>
                  <a:pt x="514" y="7495"/>
                  <a:pt x="452" y="7702"/>
                  <a:pt x="394" y="7909"/>
                </a:cubicBezTo>
                <a:lnTo>
                  <a:pt x="7909" y="395"/>
                </a:lnTo>
                <a:close/>
                <a:moveTo>
                  <a:pt x="14094" y="515"/>
                </a:moveTo>
                <a:lnTo>
                  <a:pt x="514" y="14094"/>
                </a:lnTo>
                <a:cubicBezTo>
                  <a:pt x="549" y="14202"/>
                  <a:pt x="583" y="14310"/>
                  <a:pt x="620" y="14417"/>
                </a:cubicBezTo>
                <a:lnTo>
                  <a:pt x="14417" y="621"/>
                </a:lnTo>
                <a:cubicBezTo>
                  <a:pt x="14310" y="583"/>
                  <a:pt x="14202" y="549"/>
                  <a:pt x="14094" y="515"/>
                </a:cubicBezTo>
                <a:close/>
                <a:moveTo>
                  <a:pt x="14804" y="767"/>
                </a:moveTo>
                <a:lnTo>
                  <a:pt x="767" y="14804"/>
                </a:lnTo>
                <a:cubicBezTo>
                  <a:pt x="807" y="14905"/>
                  <a:pt x="851" y="15004"/>
                  <a:pt x="894" y="15104"/>
                </a:cubicBezTo>
                <a:lnTo>
                  <a:pt x="15104" y="895"/>
                </a:lnTo>
                <a:cubicBezTo>
                  <a:pt x="15004" y="852"/>
                  <a:pt x="14905" y="807"/>
                  <a:pt x="14804" y="767"/>
                </a:cubicBezTo>
                <a:close/>
                <a:moveTo>
                  <a:pt x="6411" y="932"/>
                </a:moveTo>
                <a:cubicBezTo>
                  <a:pt x="6118" y="1062"/>
                  <a:pt x="5831" y="1206"/>
                  <a:pt x="5549" y="1363"/>
                </a:cubicBezTo>
                <a:lnTo>
                  <a:pt x="1362" y="5549"/>
                </a:lnTo>
                <a:cubicBezTo>
                  <a:pt x="1205" y="5832"/>
                  <a:pt x="1061" y="6119"/>
                  <a:pt x="931" y="6411"/>
                </a:cubicBezTo>
                <a:lnTo>
                  <a:pt x="6411" y="932"/>
                </a:lnTo>
                <a:close/>
                <a:moveTo>
                  <a:pt x="15470" y="1061"/>
                </a:moveTo>
                <a:lnTo>
                  <a:pt x="1060" y="15471"/>
                </a:lnTo>
                <a:cubicBezTo>
                  <a:pt x="1106" y="15567"/>
                  <a:pt x="1153" y="15664"/>
                  <a:pt x="1202" y="15759"/>
                </a:cubicBezTo>
                <a:lnTo>
                  <a:pt x="15759" y="1203"/>
                </a:lnTo>
                <a:cubicBezTo>
                  <a:pt x="15663" y="1153"/>
                  <a:pt x="15567" y="1107"/>
                  <a:pt x="15470" y="1061"/>
                </a:cubicBezTo>
                <a:close/>
                <a:moveTo>
                  <a:pt x="16103" y="1391"/>
                </a:moveTo>
                <a:lnTo>
                  <a:pt x="1391" y="16103"/>
                </a:lnTo>
                <a:cubicBezTo>
                  <a:pt x="1442" y="16194"/>
                  <a:pt x="1494" y="16285"/>
                  <a:pt x="1548" y="16375"/>
                </a:cubicBezTo>
                <a:lnTo>
                  <a:pt x="16375" y="1549"/>
                </a:lnTo>
                <a:cubicBezTo>
                  <a:pt x="16285" y="1495"/>
                  <a:pt x="16194" y="1442"/>
                  <a:pt x="16103" y="1391"/>
                </a:cubicBezTo>
                <a:close/>
                <a:moveTo>
                  <a:pt x="16703" y="1754"/>
                </a:moveTo>
                <a:lnTo>
                  <a:pt x="1753" y="16703"/>
                </a:lnTo>
                <a:cubicBezTo>
                  <a:pt x="1809" y="16788"/>
                  <a:pt x="1869" y="16872"/>
                  <a:pt x="1928" y="16956"/>
                </a:cubicBezTo>
                <a:lnTo>
                  <a:pt x="16956" y="1928"/>
                </a:lnTo>
                <a:cubicBezTo>
                  <a:pt x="16872" y="1869"/>
                  <a:pt x="16788" y="1810"/>
                  <a:pt x="16703" y="1754"/>
                </a:cubicBezTo>
                <a:close/>
                <a:moveTo>
                  <a:pt x="17267" y="2151"/>
                </a:moveTo>
                <a:lnTo>
                  <a:pt x="2151" y="17267"/>
                </a:lnTo>
                <a:cubicBezTo>
                  <a:pt x="2212" y="17349"/>
                  <a:pt x="2274" y="17430"/>
                  <a:pt x="2338" y="17510"/>
                </a:cubicBezTo>
                <a:lnTo>
                  <a:pt x="17510" y="2338"/>
                </a:lnTo>
                <a:cubicBezTo>
                  <a:pt x="17430" y="2275"/>
                  <a:pt x="17349" y="2212"/>
                  <a:pt x="17267" y="2151"/>
                </a:cubicBezTo>
                <a:close/>
                <a:moveTo>
                  <a:pt x="3805" y="2574"/>
                </a:moveTo>
                <a:cubicBezTo>
                  <a:pt x="3586" y="2761"/>
                  <a:pt x="3370" y="2956"/>
                  <a:pt x="3163" y="3163"/>
                </a:cubicBezTo>
                <a:cubicBezTo>
                  <a:pt x="2955" y="3371"/>
                  <a:pt x="2761" y="3586"/>
                  <a:pt x="2574" y="3806"/>
                </a:cubicBezTo>
                <a:lnTo>
                  <a:pt x="3805" y="2574"/>
                </a:lnTo>
                <a:close/>
                <a:moveTo>
                  <a:pt x="17801" y="2579"/>
                </a:moveTo>
                <a:lnTo>
                  <a:pt x="2579" y="17801"/>
                </a:lnTo>
                <a:cubicBezTo>
                  <a:pt x="2645" y="17878"/>
                  <a:pt x="2709" y="17957"/>
                  <a:pt x="2777" y="18032"/>
                </a:cubicBezTo>
                <a:lnTo>
                  <a:pt x="18032" y="2777"/>
                </a:lnTo>
                <a:cubicBezTo>
                  <a:pt x="17957" y="2709"/>
                  <a:pt x="17878" y="2645"/>
                  <a:pt x="17801" y="2579"/>
                </a:cubicBezTo>
                <a:close/>
                <a:moveTo>
                  <a:pt x="18304" y="3036"/>
                </a:moveTo>
                <a:lnTo>
                  <a:pt x="3036" y="18304"/>
                </a:lnTo>
                <a:cubicBezTo>
                  <a:pt x="3079" y="18349"/>
                  <a:pt x="3119" y="18394"/>
                  <a:pt x="3163" y="18438"/>
                </a:cubicBezTo>
                <a:cubicBezTo>
                  <a:pt x="3191" y="18466"/>
                  <a:pt x="3222" y="18492"/>
                  <a:pt x="3250" y="18521"/>
                </a:cubicBezTo>
                <a:lnTo>
                  <a:pt x="18521" y="3251"/>
                </a:lnTo>
                <a:cubicBezTo>
                  <a:pt x="18492" y="3222"/>
                  <a:pt x="18466" y="3192"/>
                  <a:pt x="18438" y="3163"/>
                </a:cubicBezTo>
                <a:cubicBezTo>
                  <a:pt x="18394" y="3119"/>
                  <a:pt x="18348" y="3079"/>
                  <a:pt x="18304" y="3036"/>
                </a:cubicBezTo>
                <a:close/>
                <a:moveTo>
                  <a:pt x="18781" y="3523"/>
                </a:moveTo>
                <a:lnTo>
                  <a:pt x="3522" y="18781"/>
                </a:lnTo>
                <a:cubicBezTo>
                  <a:pt x="3598" y="18850"/>
                  <a:pt x="3676" y="18915"/>
                  <a:pt x="3753" y="18982"/>
                </a:cubicBezTo>
                <a:lnTo>
                  <a:pt x="18982" y="3753"/>
                </a:lnTo>
                <a:cubicBezTo>
                  <a:pt x="18915" y="3676"/>
                  <a:pt x="18850" y="3598"/>
                  <a:pt x="18781" y="3523"/>
                </a:cubicBezTo>
                <a:close/>
                <a:moveTo>
                  <a:pt x="19224" y="4041"/>
                </a:moveTo>
                <a:lnTo>
                  <a:pt x="4041" y="19224"/>
                </a:lnTo>
                <a:cubicBezTo>
                  <a:pt x="4121" y="19289"/>
                  <a:pt x="4202" y="19350"/>
                  <a:pt x="4283" y="19412"/>
                </a:cubicBezTo>
                <a:lnTo>
                  <a:pt x="19412" y="4283"/>
                </a:lnTo>
                <a:cubicBezTo>
                  <a:pt x="19350" y="4202"/>
                  <a:pt x="19289" y="4121"/>
                  <a:pt x="19224" y="4041"/>
                </a:cubicBezTo>
                <a:close/>
                <a:moveTo>
                  <a:pt x="19637" y="4591"/>
                </a:moveTo>
                <a:lnTo>
                  <a:pt x="4591" y="19637"/>
                </a:lnTo>
                <a:cubicBezTo>
                  <a:pt x="4675" y="19696"/>
                  <a:pt x="4758" y="19757"/>
                  <a:pt x="4843" y="19813"/>
                </a:cubicBezTo>
                <a:lnTo>
                  <a:pt x="19813" y="4844"/>
                </a:lnTo>
                <a:cubicBezTo>
                  <a:pt x="19757" y="4758"/>
                  <a:pt x="19696" y="4675"/>
                  <a:pt x="19637" y="4591"/>
                </a:cubicBezTo>
                <a:close/>
                <a:moveTo>
                  <a:pt x="20019" y="5172"/>
                </a:moveTo>
                <a:lnTo>
                  <a:pt x="5172" y="20019"/>
                </a:lnTo>
                <a:cubicBezTo>
                  <a:pt x="5261" y="20073"/>
                  <a:pt x="5351" y="20126"/>
                  <a:pt x="5441" y="20178"/>
                </a:cubicBezTo>
                <a:lnTo>
                  <a:pt x="20178" y="5441"/>
                </a:lnTo>
                <a:cubicBezTo>
                  <a:pt x="20126" y="5351"/>
                  <a:pt x="20073" y="5261"/>
                  <a:pt x="20019" y="5172"/>
                </a:cubicBezTo>
                <a:close/>
                <a:moveTo>
                  <a:pt x="20369" y="5782"/>
                </a:moveTo>
                <a:lnTo>
                  <a:pt x="5782" y="20369"/>
                </a:lnTo>
                <a:cubicBezTo>
                  <a:pt x="5877" y="20419"/>
                  <a:pt x="5974" y="20463"/>
                  <a:pt x="6071" y="20510"/>
                </a:cubicBezTo>
                <a:lnTo>
                  <a:pt x="20510" y="6071"/>
                </a:lnTo>
                <a:cubicBezTo>
                  <a:pt x="20463" y="5975"/>
                  <a:pt x="20419" y="5878"/>
                  <a:pt x="20369" y="5782"/>
                </a:cubicBezTo>
                <a:close/>
                <a:moveTo>
                  <a:pt x="20679" y="6434"/>
                </a:moveTo>
                <a:lnTo>
                  <a:pt x="6434" y="20679"/>
                </a:lnTo>
                <a:cubicBezTo>
                  <a:pt x="6534" y="20723"/>
                  <a:pt x="6633" y="20769"/>
                  <a:pt x="6734" y="20809"/>
                </a:cubicBezTo>
                <a:lnTo>
                  <a:pt x="20809" y="6735"/>
                </a:lnTo>
                <a:cubicBezTo>
                  <a:pt x="20769" y="6634"/>
                  <a:pt x="20723" y="6534"/>
                  <a:pt x="20679" y="6434"/>
                </a:cubicBezTo>
                <a:close/>
                <a:moveTo>
                  <a:pt x="20956" y="7121"/>
                </a:moveTo>
                <a:lnTo>
                  <a:pt x="7120" y="20956"/>
                </a:lnTo>
                <a:cubicBezTo>
                  <a:pt x="7226" y="20994"/>
                  <a:pt x="7333" y="21030"/>
                  <a:pt x="7439" y="21065"/>
                </a:cubicBezTo>
                <a:lnTo>
                  <a:pt x="21065" y="7439"/>
                </a:lnTo>
                <a:cubicBezTo>
                  <a:pt x="21030" y="7333"/>
                  <a:pt x="20994" y="7226"/>
                  <a:pt x="20956" y="7121"/>
                </a:cubicBezTo>
                <a:close/>
                <a:moveTo>
                  <a:pt x="21190" y="7848"/>
                </a:moveTo>
                <a:lnTo>
                  <a:pt x="7848" y="21190"/>
                </a:lnTo>
                <a:cubicBezTo>
                  <a:pt x="7960" y="21221"/>
                  <a:pt x="8073" y="21252"/>
                  <a:pt x="8186" y="21280"/>
                </a:cubicBezTo>
                <a:lnTo>
                  <a:pt x="21280" y="8186"/>
                </a:lnTo>
                <a:cubicBezTo>
                  <a:pt x="21252" y="8073"/>
                  <a:pt x="21221" y="7960"/>
                  <a:pt x="21190" y="7848"/>
                </a:cubicBezTo>
                <a:close/>
                <a:moveTo>
                  <a:pt x="21378" y="8623"/>
                </a:moveTo>
                <a:lnTo>
                  <a:pt x="8623" y="21378"/>
                </a:lnTo>
                <a:cubicBezTo>
                  <a:pt x="8743" y="21402"/>
                  <a:pt x="8863" y="21424"/>
                  <a:pt x="8984" y="21445"/>
                </a:cubicBezTo>
                <a:lnTo>
                  <a:pt x="21445" y="8984"/>
                </a:lnTo>
                <a:cubicBezTo>
                  <a:pt x="21424" y="8864"/>
                  <a:pt x="21402" y="8743"/>
                  <a:pt x="21378" y="8623"/>
                </a:cubicBezTo>
                <a:close/>
                <a:moveTo>
                  <a:pt x="21514" y="9448"/>
                </a:moveTo>
                <a:lnTo>
                  <a:pt x="9447" y="21514"/>
                </a:lnTo>
                <a:cubicBezTo>
                  <a:pt x="9576" y="21530"/>
                  <a:pt x="9704" y="21546"/>
                  <a:pt x="9833" y="21557"/>
                </a:cubicBezTo>
                <a:lnTo>
                  <a:pt x="21557" y="9834"/>
                </a:lnTo>
                <a:cubicBezTo>
                  <a:pt x="21546" y="9705"/>
                  <a:pt x="21530" y="9576"/>
                  <a:pt x="21514" y="9448"/>
                </a:cubicBezTo>
                <a:close/>
                <a:moveTo>
                  <a:pt x="21590" y="10333"/>
                </a:moveTo>
                <a:lnTo>
                  <a:pt x="10332" y="21590"/>
                </a:lnTo>
                <a:cubicBezTo>
                  <a:pt x="10473" y="21596"/>
                  <a:pt x="10613" y="21599"/>
                  <a:pt x="10753" y="21600"/>
                </a:cubicBezTo>
                <a:lnTo>
                  <a:pt x="21600" y="10754"/>
                </a:lnTo>
                <a:cubicBezTo>
                  <a:pt x="21599" y="10613"/>
                  <a:pt x="21596" y="10473"/>
                  <a:pt x="21590" y="10333"/>
                </a:cubicBezTo>
                <a:close/>
                <a:moveTo>
                  <a:pt x="21590" y="11296"/>
                </a:moveTo>
                <a:lnTo>
                  <a:pt x="11295" y="21590"/>
                </a:lnTo>
                <a:cubicBezTo>
                  <a:pt x="11449" y="21583"/>
                  <a:pt x="11603" y="21572"/>
                  <a:pt x="11757" y="21558"/>
                </a:cubicBezTo>
                <a:lnTo>
                  <a:pt x="21558" y="11757"/>
                </a:lnTo>
                <a:cubicBezTo>
                  <a:pt x="21572" y="11603"/>
                  <a:pt x="21583" y="11450"/>
                  <a:pt x="21590" y="11296"/>
                </a:cubicBezTo>
                <a:close/>
                <a:moveTo>
                  <a:pt x="21489" y="12358"/>
                </a:moveTo>
                <a:lnTo>
                  <a:pt x="12358" y="21489"/>
                </a:lnTo>
                <a:cubicBezTo>
                  <a:pt x="12531" y="21464"/>
                  <a:pt x="12703" y="21434"/>
                  <a:pt x="12876" y="21400"/>
                </a:cubicBezTo>
                <a:lnTo>
                  <a:pt x="21400" y="12876"/>
                </a:lnTo>
                <a:cubicBezTo>
                  <a:pt x="21434" y="12704"/>
                  <a:pt x="21464" y="12531"/>
                  <a:pt x="21489" y="12358"/>
                </a:cubicBezTo>
                <a:close/>
                <a:moveTo>
                  <a:pt x="21239" y="13569"/>
                </a:moveTo>
                <a:lnTo>
                  <a:pt x="13569" y="21239"/>
                </a:lnTo>
                <a:cubicBezTo>
                  <a:pt x="13774" y="21185"/>
                  <a:pt x="13978" y="21125"/>
                  <a:pt x="14181" y="21058"/>
                </a:cubicBezTo>
                <a:lnTo>
                  <a:pt x="21058" y="14181"/>
                </a:lnTo>
                <a:cubicBezTo>
                  <a:pt x="21125" y="13978"/>
                  <a:pt x="21185" y="13774"/>
                  <a:pt x="21239" y="13569"/>
                </a:cubicBezTo>
                <a:close/>
                <a:moveTo>
                  <a:pt x="20736" y="15035"/>
                </a:moveTo>
                <a:lnTo>
                  <a:pt x="15035" y="20736"/>
                </a:lnTo>
                <a:cubicBezTo>
                  <a:pt x="15310" y="20619"/>
                  <a:pt x="15581" y="20493"/>
                  <a:pt x="15848" y="20352"/>
                </a:cubicBezTo>
                <a:lnTo>
                  <a:pt x="20352" y="15848"/>
                </a:lnTo>
                <a:cubicBezTo>
                  <a:pt x="20493" y="15581"/>
                  <a:pt x="20619" y="15310"/>
                  <a:pt x="20736" y="15035"/>
                </a:cubicBezTo>
                <a:close/>
                <a:moveTo>
                  <a:pt x="19400" y="17332"/>
                </a:moveTo>
                <a:lnTo>
                  <a:pt x="17332" y="19400"/>
                </a:lnTo>
                <a:cubicBezTo>
                  <a:pt x="17716" y="19108"/>
                  <a:pt x="18087" y="18789"/>
                  <a:pt x="18438" y="18438"/>
                </a:cubicBezTo>
                <a:cubicBezTo>
                  <a:pt x="18788" y="18087"/>
                  <a:pt x="19107" y="17716"/>
                  <a:pt x="19400" y="17332"/>
                </a:cubicBezTo>
                <a:close/>
              </a:path>
            </a:pathLst>
          </a:custGeom>
          <a:solidFill>
            <a:schemeClr val="accent4"/>
          </a:solidFill>
          <a:ln w="12700">
            <a:miter lim="400000"/>
          </a:ln>
        </p:spPr>
        <p:txBody>
          <a:bodyPr lIns="0" tIns="0" rIns="0" bIns="0" anchor="ctr"/>
          <a:lstStyle/>
          <a:p>
            <a:pPr marL="0" marR="0" lvl="0" indent="0" algn="ctr" defTabSz="8255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 kumimoji="0" sz="32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Helvetica Neue Medium"/>
              <a:sym typeface="Helvetica Neue Medium"/>
            </a:endParaRPr>
          </a:p>
        </p:txBody>
      </p:sp>
      <p:sp>
        <p:nvSpPr>
          <p:cNvPr id="218" name="Shape">
            <a:extLst>
              <a:ext uri="{FF2B5EF4-FFF2-40B4-BE49-F238E27FC236}">
                <a16:creationId xmlns:a16="http://schemas.microsoft.com/office/drawing/2014/main" id="{904C56D7-2255-4EC1-3B8E-D13B99F2AA49}"/>
              </a:ext>
            </a:extLst>
          </p:cNvPr>
          <p:cNvSpPr/>
          <p:nvPr/>
        </p:nvSpPr>
        <p:spPr>
          <a:xfrm>
            <a:off x="1688166" y="791392"/>
            <a:ext cx="7163901" cy="716420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800" y="0"/>
                </a:moveTo>
                <a:cubicBezTo>
                  <a:pt x="10787" y="0"/>
                  <a:pt x="10773" y="1"/>
                  <a:pt x="10759" y="1"/>
                </a:cubicBezTo>
                <a:lnTo>
                  <a:pt x="1" y="10760"/>
                </a:lnTo>
                <a:cubicBezTo>
                  <a:pt x="0" y="10900"/>
                  <a:pt x="3" y="11040"/>
                  <a:pt x="8" y="11181"/>
                </a:cubicBezTo>
                <a:lnTo>
                  <a:pt x="11180" y="9"/>
                </a:lnTo>
                <a:cubicBezTo>
                  <a:pt x="11054" y="4"/>
                  <a:pt x="10927" y="0"/>
                  <a:pt x="10800" y="0"/>
                </a:cubicBezTo>
                <a:close/>
                <a:moveTo>
                  <a:pt x="10211" y="17"/>
                </a:moveTo>
                <a:cubicBezTo>
                  <a:pt x="10057" y="25"/>
                  <a:pt x="9903" y="36"/>
                  <a:pt x="9748" y="51"/>
                </a:cubicBezTo>
                <a:lnTo>
                  <a:pt x="50" y="9749"/>
                </a:lnTo>
                <a:cubicBezTo>
                  <a:pt x="35" y="9903"/>
                  <a:pt x="25" y="10057"/>
                  <a:pt x="16" y="10212"/>
                </a:cubicBezTo>
                <a:lnTo>
                  <a:pt x="10211" y="17"/>
                </a:lnTo>
                <a:close/>
                <a:moveTo>
                  <a:pt x="11683" y="38"/>
                </a:moveTo>
                <a:lnTo>
                  <a:pt x="38" y="11684"/>
                </a:lnTo>
                <a:cubicBezTo>
                  <a:pt x="48" y="11814"/>
                  <a:pt x="62" y="11944"/>
                  <a:pt x="78" y="12075"/>
                </a:cubicBezTo>
                <a:lnTo>
                  <a:pt x="12074" y="78"/>
                </a:lnTo>
                <a:cubicBezTo>
                  <a:pt x="11944" y="63"/>
                  <a:pt x="11814" y="49"/>
                  <a:pt x="11683" y="38"/>
                </a:cubicBezTo>
                <a:close/>
                <a:moveTo>
                  <a:pt x="9136" y="131"/>
                </a:moveTo>
                <a:cubicBezTo>
                  <a:pt x="8960" y="158"/>
                  <a:pt x="8786" y="190"/>
                  <a:pt x="8611" y="226"/>
                </a:cubicBezTo>
                <a:lnTo>
                  <a:pt x="226" y="8611"/>
                </a:lnTo>
                <a:cubicBezTo>
                  <a:pt x="190" y="8786"/>
                  <a:pt x="157" y="8961"/>
                  <a:pt x="130" y="9137"/>
                </a:cubicBezTo>
                <a:lnTo>
                  <a:pt x="9136" y="131"/>
                </a:lnTo>
                <a:close/>
                <a:moveTo>
                  <a:pt x="12541" y="143"/>
                </a:moveTo>
                <a:lnTo>
                  <a:pt x="143" y="12541"/>
                </a:lnTo>
                <a:cubicBezTo>
                  <a:pt x="163" y="12663"/>
                  <a:pt x="183" y="12785"/>
                  <a:pt x="207" y="12906"/>
                </a:cubicBezTo>
                <a:lnTo>
                  <a:pt x="12906" y="208"/>
                </a:lnTo>
                <a:cubicBezTo>
                  <a:pt x="12785" y="184"/>
                  <a:pt x="12663" y="163"/>
                  <a:pt x="12541" y="143"/>
                </a:cubicBezTo>
                <a:close/>
                <a:moveTo>
                  <a:pt x="13343" y="303"/>
                </a:moveTo>
                <a:lnTo>
                  <a:pt x="303" y="13343"/>
                </a:lnTo>
                <a:cubicBezTo>
                  <a:pt x="330" y="13456"/>
                  <a:pt x="361" y="13569"/>
                  <a:pt x="392" y="13682"/>
                </a:cubicBezTo>
                <a:lnTo>
                  <a:pt x="13682" y="393"/>
                </a:lnTo>
                <a:cubicBezTo>
                  <a:pt x="13569" y="362"/>
                  <a:pt x="13456" y="331"/>
                  <a:pt x="13343" y="303"/>
                </a:cubicBezTo>
                <a:close/>
                <a:moveTo>
                  <a:pt x="7909" y="395"/>
                </a:moveTo>
                <a:cubicBezTo>
                  <a:pt x="7701" y="452"/>
                  <a:pt x="7495" y="515"/>
                  <a:pt x="7290" y="585"/>
                </a:cubicBezTo>
                <a:lnTo>
                  <a:pt x="584" y="7290"/>
                </a:lnTo>
                <a:cubicBezTo>
                  <a:pt x="514" y="7495"/>
                  <a:pt x="452" y="7702"/>
                  <a:pt x="394" y="7909"/>
                </a:cubicBezTo>
                <a:lnTo>
                  <a:pt x="7909" y="395"/>
                </a:lnTo>
                <a:close/>
                <a:moveTo>
                  <a:pt x="14094" y="515"/>
                </a:moveTo>
                <a:lnTo>
                  <a:pt x="514" y="14094"/>
                </a:lnTo>
                <a:cubicBezTo>
                  <a:pt x="549" y="14202"/>
                  <a:pt x="583" y="14310"/>
                  <a:pt x="620" y="14417"/>
                </a:cubicBezTo>
                <a:lnTo>
                  <a:pt x="14417" y="621"/>
                </a:lnTo>
                <a:cubicBezTo>
                  <a:pt x="14310" y="583"/>
                  <a:pt x="14202" y="549"/>
                  <a:pt x="14094" y="515"/>
                </a:cubicBezTo>
                <a:close/>
                <a:moveTo>
                  <a:pt x="14804" y="767"/>
                </a:moveTo>
                <a:lnTo>
                  <a:pt x="767" y="14804"/>
                </a:lnTo>
                <a:cubicBezTo>
                  <a:pt x="807" y="14905"/>
                  <a:pt x="851" y="15004"/>
                  <a:pt x="894" y="15104"/>
                </a:cubicBezTo>
                <a:lnTo>
                  <a:pt x="15104" y="895"/>
                </a:lnTo>
                <a:cubicBezTo>
                  <a:pt x="15004" y="852"/>
                  <a:pt x="14905" y="807"/>
                  <a:pt x="14804" y="767"/>
                </a:cubicBezTo>
                <a:close/>
                <a:moveTo>
                  <a:pt x="6411" y="932"/>
                </a:moveTo>
                <a:cubicBezTo>
                  <a:pt x="6118" y="1062"/>
                  <a:pt x="5831" y="1206"/>
                  <a:pt x="5549" y="1363"/>
                </a:cubicBezTo>
                <a:lnTo>
                  <a:pt x="1362" y="5549"/>
                </a:lnTo>
                <a:cubicBezTo>
                  <a:pt x="1205" y="5832"/>
                  <a:pt x="1061" y="6119"/>
                  <a:pt x="931" y="6411"/>
                </a:cubicBezTo>
                <a:lnTo>
                  <a:pt x="6411" y="932"/>
                </a:lnTo>
                <a:close/>
                <a:moveTo>
                  <a:pt x="15470" y="1061"/>
                </a:moveTo>
                <a:lnTo>
                  <a:pt x="1060" y="15471"/>
                </a:lnTo>
                <a:cubicBezTo>
                  <a:pt x="1106" y="15567"/>
                  <a:pt x="1153" y="15664"/>
                  <a:pt x="1202" y="15759"/>
                </a:cubicBezTo>
                <a:lnTo>
                  <a:pt x="15759" y="1203"/>
                </a:lnTo>
                <a:cubicBezTo>
                  <a:pt x="15663" y="1153"/>
                  <a:pt x="15567" y="1107"/>
                  <a:pt x="15470" y="1061"/>
                </a:cubicBezTo>
                <a:close/>
                <a:moveTo>
                  <a:pt x="16103" y="1391"/>
                </a:moveTo>
                <a:lnTo>
                  <a:pt x="1391" y="16103"/>
                </a:lnTo>
                <a:cubicBezTo>
                  <a:pt x="1442" y="16194"/>
                  <a:pt x="1494" y="16285"/>
                  <a:pt x="1548" y="16375"/>
                </a:cubicBezTo>
                <a:lnTo>
                  <a:pt x="16375" y="1549"/>
                </a:lnTo>
                <a:cubicBezTo>
                  <a:pt x="16285" y="1495"/>
                  <a:pt x="16194" y="1442"/>
                  <a:pt x="16103" y="1391"/>
                </a:cubicBezTo>
                <a:close/>
                <a:moveTo>
                  <a:pt x="16703" y="1754"/>
                </a:moveTo>
                <a:lnTo>
                  <a:pt x="1753" y="16703"/>
                </a:lnTo>
                <a:cubicBezTo>
                  <a:pt x="1809" y="16788"/>
                  <a:pt x="1869" y="16872"/>
                  <a:pt x="1928" y="16956"/>
                </a:cubicBezTo>
                <a:lnTo>
                  <a:pt x="16956" y="1928"/>
                </a:lnTo>
                <a:cubicBezTo>
                  <a:pt x="16872" y="1869"/>
                  <a:pt x="16788" y="1810"/>
                  <a:pt x="16703" y="1754"/>
                </a:cubicBezTo>
                <a:close/>
                <a:moveTo>
                  <a:pt x="17267" y="2151"/>
                </a:moveTo>
                <a:lnTo>
                  <a:pt x="2151" y="17267"/>
                </a:lnTo>
                <a:cubicBezTo>
                  <a:pt x="2212" y="17349"/>
                  <a:pt x="2274" y="17430"/>
                  <a:pt x="2338" y="17510"/>
                </a:cubicBezTo>
                <a:lnTo>
                  <a:pt x="17510" y="2338"/>
                </a:lnTo>
                <a:cubicBezTo>
                  <a:pt x="17430" y="2275"/>
                  <a:pt x="17349" y="2212"/>
                  <a:pt x="17267" y="2151"/>
                </a:cubicBezTo>
                <a:close/>
                <a:moveTo>
                  <a:pt x="3805" y="2574"/>
                </a:moveTo>
                <a:cubicBezTo>
                  <a:pt x="3586" y="2761"/>
                  <a:pt x="3370" y="2956"/>
                  <a:pt x="3163" y="3163"/>
                </a:cubicBezTo>
                <a:cubicBezTo>
                  <a:pt x="2955" y="3371"/>
                  <a:pt x="2761" y="3586"/>
                  <a:pt x="2574" y="3806"/>
                </a:cubicBezTo>
                <a:lnTo>
                  <a:pt x="3805" y="2574"/>
                </a:lnTo>
                <a:close/>
                <a:moveTo>
                  <a:pt x="17801" y="2579"/>
                </a:moveTo>
                <a:lnTo>
                  <a:pt x="2579" y="17801"/>
                </a:lnTo>
                <a:cubicBezTo>
                  <a:pt x="2645" y="17878"/>
                  <a:pt x="2709" y="17957"/>
                  <a:pt x="2777" y="18032"/>
                </a:cubicBezTo>
                <a:lnTo>
                  <a:pt x="18032" y="2777"/>
                </a:lnTo>
                <a:cubicBezTo>
                  <a:pt x="17957" y="2709"/>
                  <a:pt x="17878" y="2645"/>
                  <a:pt x="17801" y="2579"/>
                </a:cubicBezTo>
                <a:close/>
                <a:moveTo>
                  <a:pt x="18304" y="3036"/>
                </a:moveTo>
                <a:lnTo>
                  <a:pt x="3036" y="18304"/>
                </a:lnTo>
                <a:cubicBezTo>
                  <a:pt x="3079" y="18349"/>
                  <a:pt x="3119" y="18394"/>
                  <a:pt x="3163" y="18438"/>
                </a:cubicBezTo>
                <a:cubicBezTo>
                  <a:pt x="3191" y="18466"/>
                  <a:pt x="3222" y="18492"/>
                  <a:pt x="3250" y="18521"/>
                </a:cubicBezTo>
                <a:lnTo>
                  <a:pt x="18521" y="3251"/>
                </a:lnTo>
                <a:cubicBezTo>
                  <a:pt x="18492" y="3222"/>
                  <a:pt x="18466" y="3192"/>
                  <a:pt x="18438" y="3163"/>
                </a:cubicBezTo>
                <a:cubicBezTo>
                  <a:pt x="18394" y="3119"/>
                  <a:pt x="18348" y="3079"/>
                  <a:pt x="18304" y="3036"/>
                </a:cubicBezTo>
                <a:close/>
                <a:moveTo>
                  <a:pt x="18781" y="3523"/>
                </a:moveTo>
                <a:lnTo>
                  <a:pt x="3522" y="18781"/>
                </a:lnTo>
                <a:cubicBezTo>
                  <a:pt x="3598" y="18850"/>
                  <a:pt x="3676" y="18915"/>
                  <a:pt x="3753" y="18982"/>
                </a:cubicBezTo>
                <a:lnTo>
                  <a:pt x="18982" y="3753"/>
                </a:lnTo>
                <a:cubicBezTo>
                  <a:pt x="18915" y="3676"/>
                  <a:pt x="18850" y="3598"/>
                  <a:pt x="18781" y="3523"/>
                </a:cubicBezTo>
                <a:close/>
                <a:moveTo>
                  <a:pt x="19224" y="4041"/>
                </a:moveTo>
                <a:lnTo>
                  <a:pt x="4041" y="19224"/>
                </a:lnTo>
                <a:cubicBezTo>
                  <a:pt x="4121" y="19289"/>
                  <a:pt x="4202" y="19350"/>
                  <a:pt x="4283" y="19412"/>
                </a:cubicBezTo>
                <a:lnTo>
                  <a:pt x="19412" y="4283"/>
                </a:lnTo>
                <a:cubicBezTo>
                  <a:pt x="19350" y="4202"/>
                  <a:pt x="19289" y="4121"/>
                  <a:pt x="19224" y="4041"/>
                </a:cubicBezTo>
                <a:close/>
                <a:moveTo>
                  <a:pt x="19637" y="4591"/>
                </a:moveTo>
                <a:lnTo>
                  <a:pt x="4591" y="19637"/>
                </a:lnTo>
                <a:cubicBezTo>
                  <a:pt x="4675" y="19696"/>
                  <a:pt x="4758" y="19757"/>
                  <a:pt x="4843" y="19813"/>
                </a:cubicBezTo>
                <a:lnTo>
                  <a:pt x="19813" y="4844"/>
                </a:lnTo>
                <a:cubicBezTo>
                  <a:pt x="19757" y="4758"/>
                  <a:pt x="19696" y="4675"/>
                  <a:pt x="19637" y="4591"/>
                </a:cubicBezTo>
                <a:close/>
                <a:moveTo>
                  <a:pt x="20019" y="5172"/>
                </a:moveTo>
                <a:lnTo>
                  <a:pt x="5172" y="20019"/>
                </a:lnTo>
                <a:cubicBezTo>
                  <a:pt x="5261" y="20073"/>
                  <a:pt x="5351" y="20126"/>
                  <a:pt x="5441" y="20178"/>
                </a:cubicBezTo>
                <a:lnTo>
                  <a:pt x="20178" y="5441"/>
                </a:lnTo>
                <a:cubicBezTo>
                  <a:pt x="20126" y="5351"/>
                  <a:pt x="20073" y="5261"/>
                  <a:pt x="20019" y="5172"/>
                </a:cubicBezTo>
                <a:close/>
                <a:moveTo>
                  <a:pt x="20369" y="5782"/>
                </a:moveTo>
                <a:lnTo>
                  <a:pt x="5782" y="20369"/>
                </a:lnTo>
                <a:cubicBezTo>
                  <a:pt x="5877" y="20419"/>
                  <a:pt x="5974" y="20463"/>
                  <a:pt x="6071" y="20510"/>
                </a:cubicBezTo>
                <a:lnTo>
                  <a:pt x="20510" y="6071"/>
                </a:lnTo>
                <a:cubicBezTo>
                  <a:pt x="20463" y="5975"/>
                  <a:pt x="20419" y="5878"/>
                  <a:pt x="20369" y="5782"/>
                </a:cubicBezTo>
                <a:close/>
                <a:moveTo>
                  <a:pt x="20679" y="6434"/>
                </a:moveTo>
                <a:lnTo>
                  <a:pt x="6434" y="20679"/>
                </a:lnTo>
                <a:cubicBezTo>
                  <a:pt x="6534" y="20723"/>
                  <a:pt x="6633" y="20769"/>
                  <a:pt x="6734" y="20809"/>
                </a:cubicBezTo>
                <a:lnTo>
                  <a:pt x="20809" y="6735"/>
                </a:lnTo>
                <a:cubicBezTo>
                  <a:pt x="20769" y="6634"/>
                  <a:pt x="20723" y="6534"/>
                  <a:pt x="20679" y="6434"/>
                </a:cubicBezTo>
                <a:close/>
                <a:moveTo>
                  <a:pt x="20956" y="7121"/>
                </a:moveTo>
                <a:lnTo>
                  <a:pt x="7120" y="20956"/>
                </a:lnTo>
                <a:cubicBezTo>
                  <a:pt x="7226" y="20994"/>
                  <a:pt x="7333" y="21030"/>
                  <a:pt x="7439" y="21065"/>
                </a:cubicBezTo>
                <a:lnTo>
                  <a:pt x="21065" y="7439"/>
                </a:lnTo>
                <a:cubicBezTo>
                  <a:pt x="21030" y="7333"/>
                  <a:pt x="20994" y="7226"/>
                  <a:pt x="20956" y="7121"/>
                </a:cubicBezTo>
                <a:close/>
                <a:moveTo>
                  <a:pt x="21190" y="7848"/>
                </a:moveTo>
                <a:lnTo>
                  <a:pt x="7848" y="21190"/>
                </a:lnTo>
                <a:cubicBezTo>
                  <a:pt x="7960" y="21221"/>
                  <a:pt x="8073" y="21252"/>
                  <a:pt x="8186" y="21280"/>
                </a:cubicBezTo>
                <a:lnTo>
                  <a:pt x="21280" y="8186"/>
                </a:lnTo>
                <a:cubicBezTo>
                  <a:pt x="21252" y="8073"/>
                  <a:pt x="21221" y="7960"/>
                  <a:pt x="21190" y="7848"/>
                </a:cubicBezTo>
                <a:close/>
                <a:moveTo>
                  <a:pt x="21378" y="8623"/>
                </a:moveTo>
                <a:lnTo>
                  <a:pt x="8623" y="21378"/>
                </a:lnTo>
                <a:cubicBezTo>
                  <a:pt x="8743" y="21402"/>
                  <a:pt x="8863" y="21424"/>
                  <a:pt x="8984" y="21445"/>
                </a:cubicBezTo>
                <a:lnTo>
                  <a:pt x="21445" y="8984"/>
                </a:lnTo>
                <a:cubicBezTo>
                  <a:pt x="21424" y="8864"/>
                  <a:pt x="21402" y="8743"/>
                  <a:pt x="21378" y="8623"/>
                </a:cubicBezTo>
                <a:close/>
                <a:moveTo>
                  <a:pt x="21514" y="9448"/>
                </a:moveTo>
                <a:lnTo>
                  <a:pt x="9447" y="21514"/>
                </a:lnTo>
                <a:cubicBezTo>
                  <a:pt x="9576" y="21530"/>
                  <a:pt x="9704" y="21546"/>
                  <a:pt x="9833" y="21557"/>
                </a:cubicBezTo>
                <a:lnTo>
                  <a:pt x="21557" y="9834"/>
                </a:lnTo>
                <a:cubicBezTo>
                  <a:pt x="21546" y="9705"/>
                  <a:pt x="21530" y="9576"/>
                  <a:pt x="21514" y="9448"/>
                </a:cubicBezTo>
                <a:close/>
                <a:moveTo>
                  <a:pt x="21590" y="10333"/>
                </a:moveTo>
                <a:lnTo>
                  <a:pt x="10332" y="21590"/>
                </a:lnTo>
                <a:cubicBezTo>
                  <a:pt x="10473" y="21596"/>
                  <a:pt x="10613" y="21599"/>
                  <a:pt x="10753" y="21600"/>
                </a:cubicBezTo>
                <a:lnTo>
                  <a:pt x="21600" y="10754"/>
                </a:lnTo>
                <a:cubicBezTo>
                  <a:pt x="21599" y="10613"/>
                  <a:pt x="21596" y="10473"/>
                  <a:pt x="21590" y="10333"/>
                </a:cubicBezTo>
                <a:close/>
                <a:moveTo>
                  <a:pt x="21590" y="11296"/>
                </a:moveTo>
                <a:lnTo>
                  <a:pt x="11295" y="21590"/>
                </a:lnTo>
                <a:cubicBezTo>
                  <a:pt x="11449" y="21583"/>
                  <a:pt x="11603" y="21572"/>
                  <a:pt x="11757" y="21558"/>
                </a:cubicBezTo>
                <a:lnTo>
                  <a:pt x="21558" y="11757"/>
                </a:lnTo>
                <a:cubicBezTo>
                  <a:pt x="21572" y="11603"/>
                  <a:pt x="21583" y="11450"/>
                  <a:pt x="21590" y="11296"/>
                </a:cubicBezTo>
                <a:close/>
                <a:moveTo>
                  <a:pt x="21489" y="12358"/>
                </a:moveTo>
                <a:lnTo>
                  <a:pt x="12358" y="21489"/>
                </a:lnTo>
                <a:cubicBezTo>
                  <a:pt x="12531" y="21464"/>
                  <a:pt x="12703" y="21434"/>
                  <a:pt x="12876" y="21400"/>
                </a:cubicBezTo>
                <a:lnTo>
                  <a:pt x="21400" y="12876"/>
                </a:lnTo>
                <a:cubicBezTo>
                  <a:pt x="21434" y="12704"/>
                  <a:pt x="21464" y="12531"/>
                  <a:pt x="21489" y="12358"/>
                </a:cubicBezTo>
                <a:close/>
                <a:moveTo>
                  <a:pt x="21239" y="13569"/>
                </a:moveTo>
                <a:lnTo>
                  <a:pt x="13569" y="21239"/>
                </a:lnTo>
                <a:cubicBezTo>
                  <a:pt x="13774" y="21185"/>
                  <a:pt x="13978" y="21125"/>
                  <a:pt x="14181" y="21058"/>
                </a:cubicBezTo>
                <a:lnTo>
                  <a:pt x="21058" y="14181"/>
                </a:lnTo>
                <a:cubicBezTo>
                  <a:pt x="21125" y="13978"/>
                  <a:pt x="21185" y="13774"/>
                  <a:pt x="21239" y="13569"/>
                </a:cubicBezTo>
                <a:close/>
                <a:moveTo>
                  <a:pt x="20736" y="15035"/>
                </a:moveTo>
                <a:lnTo>
                  <a:pt x="15035" y="20736"/>
                </a:lnTo>
                <a:cubicBezTo>
                  <a:pt x="15310" y="20619"/>
                  <a:pt x="15581" y="20493"/>
                  <a:pt x="15848" y="20352"/>
                </a:cubicBezTo>
                <a:lnTo>
                  <a:pt x="20352" y="15848"/>
                </a:lnTo>
                <a:cubicBezTo>
                  <a:pt x="20493" y="15581"/>
                  <a:pt x="20619" y="15310"/>
                  <a:pt x="20736" y="15035"/>
                </a:cubicBezTo>
                <a:close/>
                <a:moveTo>
                  <a:pt x="19400" y="17332"/>
                </a:moveTo>
                <a:lnTo>
                  <a:pt x="17332" y="19400"/>
                </a:lnTo>
                <a:cubicBezTo>
                  <a:pt x="17716" y="19108"/>
                  <a:pt x="18087" y="18789"/>
                  <a:pt x="18438" y="18438"/>
                </a:cubicBezTo>
                <a:cubicBezTo>
                  <a:pt x="18788" y="18087"/>
                  <a:pt x="19107" y="17716"/>
                  <a:pt x="19400" y="17332"/>
                </a:cubicBezTo>
                <a:close/>
              </a:path>
            </a:pathLst>
          </a:custGeom>
          <a:solidFill>
            <a:schemeClr val="accent4"/>
          </a:solidFill>
          <a:ln w="12700">
            <a:miter lim="400000"/>
          </a:ln>
        </p:spPr>
        <p:txBody>
          <a:bodyPr lIns="0" tIns="0" rIns="0" bIns="0" anchor="ctr"/>
          <a:lstStyle/>
          <a:p>
            <a:pPr marL="0" marR="0" lvl="0" indent="0" algn="ctr" defTabSz="8255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 kumimoji="0" sz="32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Helvetica Neue Medium"/>
              <a:sym typeface="Helvetica Neue Medium"/>
            </a:endParaRPr>
          </a:p>
        </p:txBody>
      </p:sp>
      <p:sp>
        <p:nvSpPr>
          <p:cNvPr id="219" name="Shape">
            <a:extLst>
              <a:ext uri="{FF2B5EF4-FFF2-40B4-BE49-F238E27FC236}">
                <a16:creationId xmlns:a16="http://schemas.microsoft.com/office/drawing/2014/main" id="{C58F9765-4189-CB74-D3F5-F151D4B24A4F}"/>
              </a:ext>
            </a:extLst>
          </p:cNvPr>
          <p:cNvSpPr/>
          <p:nvPr/>
        </p:nvSpPr>
        <p:spPr>
          <a:xfrm>
            <a:off x="11727838" y="12253507"/>
            <a:ext cx="4276957" cy="427713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800" y="0"/>
                </a:moveTo>
                <a:cubicBezTo>
                  <a:pt x="10787" y="0"/>
                  <a:pt x="10773" y="1"/>
                  <a:pt x="10759" y="1"/>
                </a:cubicBezTo>
                <a:lnTo>
                  <a:pt x="1" y="10760"/>
                </a:lnTo>
                <a:cubicBezTo>
                  <a:pt x="0" y="10900"/>
                  <a:pt x="3" y="11040"/>
                  <a:pt x="8" y="11181"/>
                </a:cubicBezTo>
                <a:lnTo>
                  <a:pt x="11180" y="9"/>
                </a:lnTo>
                <a:cubicBezTo>
                  <a:pt x="11054" y="4"/>
                  <a:pt x="10927" y="0"/>
                  <a:pt x="10800" y="0"/>
                </a:cubicBezTo>
                <a:close/>
                <a:moveTo>
                  <a:pt x="10211" y="17"/>
                </a:moveTo>
                <a:cubicBezTo>
                  <a:pt x="10057" y="25"/>
                  <a:pt x="9903" y="36"/>
                  <a:pt x="9748" y="51"/>
                </a:cubicBezTo>
                <a:lnTo>
                  <a:pt x="50" y="9749"/>
                </a:lnTo>
                <a:cubicBezTo>
                  <a:pt x="35" y="9903"/>
                  <a:pt x="25" y="10057"/>
                  <a:pt x="16" y="10212"/>
                </a:cubicBezTo>
                <a:lnTo>
                  <a:pt x="10211" y="17"/>
                </a:lnTo>
                <a:close/>
                <a:moveTo>
                  <a:pt x="11683" y="38"/>
                </a:moveTo>
                <a:lnTo>
                  <a:pt x="38" y="11684"/>
                </a:lnTo>
                <a:cubicBezTo>
                  <a:pt x="48" y="11814"/>
                  <a:pt x="62" y="11944"/>
                  <a:pt x="78" y="12075"/>
                </a:cubicBezTo>
                <a:lnTo>
                  <a:pt x="12074" y="78"/>
                </a:lnTo>
                <a:cubicBezTo>
                  <a:pt x="11944" y="63"/>
                  <a:pt x="11814" y="49"/>
                  <a:pt x="11683" y="38"/>
                </a:cubicBezTo>
                <a:close/>
                <a:moveTo>
                  <a:pt x="9136" y="131"/>
                </a:moveTo>
                <a:cubicBezTo>
                  <a:pt x="8960" y="158"/>
                  <a:pt x="8786" y="190"/>
                  <a:pt x="8611" y="226"/>
                </a:cubicBezTo>
                <a:lnTo>
                  <a:pt x="226" y="8611"/>
                </a:lnTo>
                <a:cubicBezTo>
                  <a:pt x="190" y="8786"/>
                  <a:pt x="157" y="8961"/>
                  <a:pt x="130" y="9137"/>
                </a:cubicBezTo>
                <a:lnTo>
                  <a:pt x="9136" y="131"/>
                </a:lnTo>
                <a:close/>
                <a:moveTo>
                  <a:pt x="12541" y="143"/>
                </a:moveTo>
                <a:lnTo>
                  <a:pt x="143" y="12541"/>
                </a:lnTo>
                <a:cubicBezTo>
                  <a:pt x="163" y="12663"/>
                  <a:pt x="183" y="12785"/>
                  <a:pt x="207" y="12906"/>
                </a:cubicBezTo>
                <a:lnTo>
                  <a:pt x="12906" y="208"/>
                </a:lnTo>
                <a:cubicBezTo>
                  <a:pt x="12785" y="184"/>
                  <a:pt x="12663" y="163"/>
                  <a:pt x="12541" y="143"/>
                </a:cubicBezTo>
                <a:close/>
                <a:moveTo>
                  <a:pt x="13343" y="303"/>
                </a:moveTo>
                <a:lnTo>
                  <a:pt x="303" y="13343"/>
                </a:lnTo>
                <a:cubicBezTo>
                  <a:pt x="330" y="13456"/>
                  <a:pt x="361" y="13569"/>
                  <a:pt x="392" y="13682"/>
                </a:cubicBezTo>
                <a:lnTo>
                  <a:pt x="13682" y="393"/>
                </a:lnTo>
                <a:cubicBezTo>
                  <a:pt x="13569" y="362"/>
                  <a:pt x="13456" y="331"/>
                  <a:pt x="13343" y="303"/>
                </a:cubicBezTo>
                <a:close/>
                <a:moveTo>
                  <a:pt x="7909" y="395"/>
                </a:moveTo>
                <a:cubicBezTo>
                  <a:pt x="7701" y="452"/>
                  <a:pt x="7495" y="515"/>
                  <a:pt x="7290" y="585"/>
                </a:cubicBezTo>
                <a:lnTo>
                  <a:pt x="584" y="7290"/>
                </a:lnTo>
                <a:cubicBezTo>
                  <a:pt x="514" y="7495"/>
                  <a:pt x="452" y="7702"/>
                  <a:pt x="394" y="7909"/>
                </a:cubicBezTo>
                <a:lnTo>
                  <a:pt x="7909" y="395"/>
                </a:lnTo>
                <a:close/>
                <a:moveTo>
                  <a:pt x="14094" y="515"/>
                </a:moveTo>
                <a:lnTo>
                  <a:pt x="514" y="14094"/>
                </a:lnTo>
                <a:cubicBezTo>
                  <a:pt x="549" y="14202"/>
                  <a:pt x="583" y="14310"/>
                  <a:pt x="620" y="14417"/>
                </a:cubicBezTo>
                <a:lnTo>
                  <a:pt x="14417" y="621"/>
                </a:lnTo>
                <a:cubicBezTo>
                  <a:pt x="14310" y="583"/>
                  <a:pt x="14202" y="549"/>
                  <a:pt x="14094" y="515"/>
                </a:cubicBezTo>
                <a:close/>
                <a:moveTo>
                  <a:pt x="14804" y="767"/>
                </a:moveTo>
                <a:lnTo>
                  <a:pt x="767" y="14804"/>
                </a:lnTo>
                <a:cubicBezTo>
                  <a:pt x="807" y="14905"/>
                  <a:pt x="851" y="15004"/>
                  <a:pt x="894" y="15104"/>
                </a:cubicBezTo>
                <a:lnTo>
                  <a:pt x="15104" y="895"/>
                </a:lnTo>
                <a:cubicBezTo>
                  <a:pt x="15004" y="852"/>
                  <a:pt x="14905" y="807"/>
                  <a:pt x="14804" y="767"/>
                </a:cubicBezTo>
                <a:close/>
                <a:moveTo>
                  <a:pt x="6411" y="932"/>
                </a:moveTo>
                <a:cubicBezTo>
                  <a:pt x="6118" y="1062"/>
                  <a:pt x="5831" y="1206"/>
                  <a:pt x="5549" y="1363"/>
                </a:cubicBezTo>
                <a:lnTo>
                  <a:pt x="1362" y="5549"/>
                </a:lnTo>
                <a:cubicBezTo>
                  <a:pt x="1205" y="5832"/>
                  <a:pt x="1061" y="6119"/>
                  <a:pt x="931" y="6411"/>
                </a:cubicBezTo>
                <a:lnTo>
                  <a:pt x="6411" y="932"/>
                </a:lnTo>
                <a:close/>
                <a:moveTo>
                  <a:pt x="15470" y="1061"/>
                </a:moveTo>
                <a:lnTo>
                  <a:pt x="1060" y="15471"/>
                </a:lnTo>
                <a:cubicBezTo>
                  <a:pt x="1106" y="15567"/>
                  <a:pt x="1153" y="15664"/>
                  <a:pt x="1202" y="15759"/>
                </a:cubicBezTo>
                <a:lnTo>
                  <a:pt x="15759" y="1203"/>
                </a:lnTo>
                <a:cubicBezTo>
                  <a:pt x="15663" y="1153"/>
                  <a:pt x="15567" y="1107"/>
                  <a:pt x="15470" y="1061"/>
                </a:cubicBezTo>
                <a:close/>
                <a:moveTo>
                  <a:pt x="16103" y="1391"/>
                </a:moveTo>
                <a:lnTo>
                  <a:pt x="1391" y="16103"/>
                </a:lnTo>
                <a:cubicBezTo>
                  <a:pt x="1442" y="16194"/>
                  <a:pt x="1494" y="16285"/>
                  <a:pt x="1549" y="16375"/>
                </a:cubicBezTo>
                <a:lnTo>
                  <a:pt x="16375" y="1549"/>
                </a:lnTo>
                <a:cubicBezTo>
                  <a:pt x="16285" y="1495"/>
                  <a:pt x="16194" y="1442"/>
                  <a:pt x="16103" y="1391"/>
                </a:cubicBezTo>
                <a:close/>
                <a:moveTo>
                  <a:pt x="16703" y="1754"/>
                </a:moveTo>
                <a:lnTo>
                  <a:pt x="1753" y="16703"/>
                </a:lnTo>
                <a:cubicBezTo>
                  <a:pt x="1809" y="16788"/>
                  <a:pt x="1869" y="16872"/>
                  <a:pt x="1928" y="16956"/>
                </a:cubicBezTo>
                <a:lnTo>
                  <a:pt x="16956" y="1928"/>
                </a:lnTo>
                <a:cubicBezTo>
                  <a:pt x="16872" y="1869"/>
                  <a:pt x="16788" y="1810"/>
                  <a:pt x="16703" y="1754"/>
                </a:cubicBezTo>
                <a:close/>
                <a:moveTo>
                  <a:pt x="17267" y="2151"/>
                </a:moveTo>
                <a:lnTo>
                  <a:pt x="2151" y="17267"/>
                </a:lnTo>
                <a:cubicBezTo>
                  <a:pt x="2212" y="17349"/>
                  <a:pt x="2274" y="17430"/>
                  <a:pt x="2338" y="17510"/>
                </a:cubicBezTo>
                <a:lnTo>
                  <a:pt x="17510" y="2338"/>
                </a:lnTo>
                <a:cubicBezTo>
                  <a:pt x="17430" y="2275"/>
                  <a:pt x="17349" y="2212"/>
                  <a:pt x="17267" y="2151"/>
                </a:cubicBezTo>
                <a:close/>
                <a:moveTo>
                  <a:pt x="3805" y="2574"/>
                </a:moveTo>
                <a:cubicBezTo>
                  <a:pt x="3586" y="2761"/>
                  <a:pt x="3370" y="2956"/>
                  <a:pt x="3163" y="3163"/>
                </a:cubicBezTo>
                <a:cubicBezTo>
                  <a:pt x="2955" y="3371"/>
                  <a:pt x="2761" y="3586"/>
                  <a:pt x="2574" y="3806"/>
                </a:cubicBezTo>
                <a:lnTo>
                  <a:pt x="3805" y="2574"/>
                </a:lnTo>
                <a:close/>
                <a:moveTo>
                  <a:pt x="17801" y="2579"/>
                </a:moveTo>
                <a:lnTo>
                  <a:pt x="2579" y="17801"/>
                </a:lnTo>
                <a:cubicBezTo>
                  <a:pt x="2645" y="17878"/>
                  <a:pt x="2709" y="17957"/>
                  <a:pt x="2777" y="18032"/>
                </a:cubicBezTo>
                <a:lnTo>
                  <a:pt x="18032" y="2777"/>
                </a:lnTo>
                <a:cubicBezTo>
                  <a:pt x="17957" y="2709"/>
                  <a:pt x="17878" y="2645"/>
                  <a:pt x="17801" y="2579"/>
                </a:cubicBezTo>
                <a:close/>
                <a:moveTo>
                  <a:pt x="18304" y="3036"/>
                </a:moveTo>
                <a:lnTo>
                  <a:pt x="3036" y="18304"/>
                </a:lnTo>
                <a:cubicBezTo>
                  <a:pt x="3079" y="18349"/>
                  <a:pt x="3119" y="18394"/>
                  <a:pt x="3163" y="18438"/>
                </a:cubicBezTo>
                <a:cubicBezTo>
                  <a:pt x="3191" y="18466"/>
                  <a:pt x="3222" y="18492"/>
                  <a:pt x="3250" y="18521"/>
                </a:cubicBezTo>
                <a:lnTo>
                  <a:pt x="18521" y="3251"/>
                </a:lnTo>
                <a:cubicBezTo>
                  <a:pt x="18492" y="3222"/>
                  <a:pt x="18466" y="3192"/>
                  <a:pt x="18438" y="3163"/>
                </a:cubicBezTo>
                <a:cubicBezTo>
                  <a:pt x="18394" y="3119"/>
                  <a:pt x="18348" y="3079"/>
                  <a:pt x="18304" y="3036"/>
                </a:cubicBezTo>
                <a:close/>
                <a:moveTo>
                  <a:pt x="18781" y="3523"/>
                </a:moveTo>
                <a:lnTo>
                  <a:pt x="3522" y="18781"/>
                </a:lnTo>
                <a:cubicBezTo>
                  <a:pt x="3598" y="18850"/>
                  <a:pt x="3676" y="18915"/>
                  <a:pt x="3753" y="18982"/>
                </a:cubicBezTo>
                <a:lnTo>
                  <a:pt x="18982" y="3753"/>
                </a:lnTo>
                <a:cubicBezTo>
                  <a:pt x="18915" y="3676"/>
                  <a:pt x="18850" y="3598"/>
                  <a:pt x="18781" y="3523"/>
                </a:cubicBezTo>
                <a:close/>
                <a:moveTo>
                  <a:pt x="19224" y="4041"/>
                </a:moveTo>
                <a:lnTo>
                  <a:pt x="4041" y="19224"/>
                </a:lnTo>
                <a:cubicBezTo>
                  <a:pt x="4121" y="19289"/>
                  <a:pt x="4202" y="19350"/>
                  <a:pt x="4283" y="19412"/>
                </a:cubicBezTo>
                <a:lnTo>
                  <a:pt x="19412" y="4283"/>
                </a:lnTo>
                <a:cubicBezTo>
                  <a:pt x="19350" y="4202"/>
                  <a:pt x="19289" y="4121"/>
                  <a:pt x="19224" y="4041"/>
                </a:cubicBezTo>
                <a:close/>
                <a:moveTo>
                  <a:pt x="19637" y="4591"/>
                </a:moveTo>
                <a:lnTo>
                  <a:pt x="4591" y="19637"/>
                </a:lnTo>
                <a:cubicBezTo>
                  <a:pt x="4675" y="19696"/>
                  <a:pt x="4758" y="19757"/>
                  <a:pt x="4843" y="19813"/>
                </a:cubicBezTo>
                <a:lnTo>
                  <a:pt x="19813" y="4844"/>
                </a:lnTo>
                <a:cubicBezTo>
                  <a:pt x="19757" y="4758"/>
                  <a:pt x="19696" y="4675"/>
                  <a:pt x="19637" y="4591"/>
                </a:cubicBezTo>
                <a:close/>
                <a:moveTo>
                  <a:pt x="20019" y="5172"/>
                </a:moveTo>
                <a:lnTo>
                  <a:pt x="5172" y="20019"/>
                </a:lnTo>
                <a:cubicBezTo>
                  <a:pt x="5261" y="20073"/>
                  <a:pt x="5351" y="20126"/>
                  <a:pt x="5441" y="20178"/>
                </a:cubicBezTo>
                <a:lnTo>
                  <a:pt x="20178" y="5441"/>
                </a:lnTo>
                <a:cubicBezTo>
                  <a:pt x="20126" y="5351"/>
                  <a:pt x="20073" y="5261"/>
                  <a:pt x="20019" y="5172"/>
                </a:cubicBezTo>
                <a:close/>
                <a:moveTo>
                  <a:pt x="20369" y="5782"/>
                </a:moveTo>
                <a:lnTo>
                  <a:pt x="5782" y="20369"/>
                </a:lnTo>
                <a:cubicBezTo>
                  <a:pt x="5877" y="20419"/>
                  <a:pt x="5974" y="20463"/>
                  <a:pt x="6071" y="20510"/>
                </a:cubicBezTo>
                <a:lnTo>
                  <a:pt x="20510" y="6071"/>
                </a:lnTo>
                <a:cubicBezTo>
                  <a:pt x="20463" y="5975"/>
                  <a:pt x="20419" y="5878"/>
                  <a:pt x="20369" y="5782"/>
                </a:cubicBezTo>
                <a:close/>
                <a:moveTo>
                  <a:pt x="20679" y="6434"/>
                </a:moveTo>
                <a:lnTo>
                  <a:pt x="6434" y="20679"/>
                </a:lnTo>
                <a:cubicBezTo>
                  <a:pt x="6534" y="20723"/>
                  <a:pt x="6633" y="20769"/>
                  <a:pt x="6734" y="20809"/>
                </a:cubicBezTo>
                <a:lnTo>
                  <a:pt x="20809" y="6735"/>
                </a:lnTo>
                <a:cubicBezTo>
                  <a:pt x="20769" y="6634"/>
                  <a:pt x="20723" y="6534"/>
                  <a:pt x="20679" y="6434"/>
                </a:cubicBezTo>
                <a:close/>
                <a:moveTo>
                  <a:pt x="20956" y="7121"/>
                </a:moveTo>
                <a:lnTo>
                  <a:pt x="7120" y="20956"/>
                </a:lnTo>
                <a:cubicBezTo>
                  <a:pt x="7226" y="20994"/>
                  <a:pt x="7333" y="21030"/>
                  <a:pt x="7439" y="21065"/>
                </a:cubicBezTo>
                <a:lnTo>
                  <a:pt x="21065" y="7439"/>
                </a:lnTo>
                <a:cubicBezTo>
                  <a:pt x="21030" y="7333"/>
                  <a:pt x="20994" y="7226"/>
                  <a:pt x="20956" y="7121"/>
                </a:cubicBezTo>
                <a:close/>
                <a:moveTo>
                  <a:pt x="21190" y="7848"/>
                </a:moveTo>
                <a:lnTo>
                  <a:pt x="7848" y="21190"/>
                </a:lnTo>
                <a:cubicBezTo>
                  <a:pt x="7960" y="21221"/>
                  <a:pt x="8073" y="21252"/>
                  <a:pt x="8186" y="21280"/>
                </a:cubicBezTo>
                <a:lnTo>
                  <a:pt x="21280" y="8186"/>
                </a:lnTo>
                <a:cubicBezTo>
                  <a:pt x="21252" y="8073"/>
                  <a:pt x="21221" y="7960"/>
                  <a:pt x="21190" y="7848"/>
                </a:cubicBezTo>
                <a:close/>
                <a:moveTo>
                  <a:pt x="21378" y="8623"/>
                </a:moveTo>
                <a:lnTo>
                  <a:pt x="8623" y="21378"/>
                </a:lnTo>
                <a:cubicBezTo>
                  <a:pt x="8743" y="21402"/>
                  <a:pt x="8863" y="21424"/>
                  <a:pt x="8984" y="21445"/>
                </a:cubicBezTo>
                <a:lnTo>
                  <a:pt x="21445" y="8984"/>
                </a:lnTo>
                <a:cubicBezTo>
                  <a:pt x="21424" y="8864"/>
                  <a:pt x="21402" y="8743"/>
                  <a:pt x="21378" y="8623"/>
                </a:cubicBezTo>
                <a:close/>
                <a:moveTo>
                  <a:pt x="21514" y="9448"/>
                </a:moveTo>
                <a:lnTo>
                  <a:pt x="9447" y="21514"/>
                </a:lnTo>
                <a:cubicBezTo>
                  <a:pt x="9576" y="21530"/>
                  <a:pt x="9704" y="21546"/>
                  <a:pt x="9833" y="21557"/>
                </a:cubicBezTo>
                <a:lnTo>
                  <a:pt x="21557" y="9834"/>
                </a:lnTo>
                <a:cubicBezTo>
                  <a:pt x="21546" y="9705"/>
                  <a:pt x="21530" y="9576"/>
                  <a:pt x="21514" y="9448"/>
                </a:cubicBezTo>
                <a:close/>
                <a:moveTo>
                  <a:pt x="21590" y="10333"/>
                </a:moveTo>
                <a:lnTo>
                  <a:pt x="10332" y="21590"/>
                </a:lnTo>
                <a:cubicBezTo>
                  <a:pt x="10473" y="21596"/>
                  <a:pt x="10613" y="21599"/>
                  <a:pt x="10753" y="21600"/>
                </a:cubicBezTo>
                <a:lnTo>
                  <a:pt x="21600" y="10754"/>
                </a:lnTo>
                <a:cubicBezTo>
                  <a:pt x="21599" y="10613"/>
                  <a:pt x="21596" y="10473"/>
                  <a:pt x="21590" y="10333"/>
                </a:cubicBezTo>
                <a:close/>
                <a:moveTo>
                  <a:pt x="21590" y="11296"/>
                </a:moveTo>
                <a:lnTo>
                  <a:pt x="11295" y="21590"/>
                </a:lnTo>
                <a:cubicBezTo>
                  <a:pt x="11449" y="21583"/>
                  <a:pt x="11603" y="21572"/>
                  <a:pt x="11757" y="21558"/>
                </a:cubicBezTo>
                <a:lnTo>
                  <a:pt x="21558" y="11757"/>
                </a:lnTo>
                <a:cubicBezTo>
                  <a:pt x="21572" y="11603"/>
                  <a:pt x="21583" y="11450"/>
                  <a:pt x="21590" y="11296"/>
                </a:cubicBezTo>
                <a:close/>
                <a:moveTo>
                  <a:pt x="21489" y="12358"/>
                </a:moveTo>
                <a:lnTo>
                  <a:pt x="12358" y="21489"/>
                </a:lnTo>
                <a:cubicBezTo>
                  <a:pt x="12531" y="21464"/>
                  <a:pt x="12703" y="21434"/>
                  <a:pt x="12876" y="21400"/>
                </a:cubicBezTo>
                <a:lnTo>
                  <a:pt x="21400" y="12876"/>
                </a:lnTo>
                <a:cubicBezTo>
                  <a:pt x="21434" y="12704"/>
                  <a:pt x="21464" y="12531"/>
                  <a:pt x="21489" y="12358"/>
                </a:cubicBezTo>
                <a:close/>
                <a:moveTo>
                  <a:pt x="21239" y="13569"/>
                </a:moveTo>
                <a:lnTo>
                  <a:pt x="13569" y="21239"/>
                </a:lnTo>
                <a:cubicBezTo>
                  <a:pt x="13774" y="21185"/>
                  <a:pt x="13978" y="21125"/>
                  <a:pt x="14181" y="21058"/>
                </a:cubicBezTo>
                <a:lnTo>
                  <a:pt x="21058" y="14181"/>
                </a:lnTo>
                <a:cubicBezTo>
                  <a:pt x="21125" y="13978"/>
                  <a:pt x="21185" y="13774"/>
                  <a:pt x="21239" y="13569"/>
                </a:cubicBezTo>
                <a:close/>
                <a:moveTo>
                  <a:pt x="20736" y="15035"/>
                </a:moveTo>
                <a:lnTo>
                  <a:pt x="15035" y="20736"/>
                </a:lnTo>
                <a:cubicBezTo>
                  <a:pt x="15310" y="20619"/>
                  <a:pt x="15581" y="20493"/>
                  <a:pt x="15848" y="20352"/>
                </a:cubicBezTo>
                <a:lnTo>
                  <a:pt x="20352" y="15848"/>
                </a:lnTo>
                <a:cubicBezTo>
                  <a:pt x="20493" y="15581"/>
                  <a:pt x="20619" y="15310"/>
                  <a:pt x="20736" y="15035"/>
                </a:cubicBezTo>
                <a:close/>
                <a:moveTo>
                  <a:pt x="19400" y="17332"/>
                </a:moveTo>
                <a:lnTo>
                  <a:pt x="17332" y="19400"/>
                </a:lnTo>
                <a:cubicBezTo>
                  <a:pt x="17716" y="19108"/>
                  <a:pt x="18087" y="18789"/>
                  <a:pt x="18438" y="18438"/>
                </a:cubicBezTo>
                <a:cubicBezTo>
                  <a:pt x="18788" y="18087"/>
                  <a:pt x="19107" y="17716"/>
                  <a:pt x="19400" y="17332"/>
                </a:cubicBezTo>
                <a:close/>
              </a:path>
            </a:pathLst>
          </a:custGeom>
          <a:solidFill>
            <a:schemeClr val="accent4"/>
          </a:solidFill>
          <a:ln w="12700">
            <a:miter lim="400000"/>
          </a:ln>
        </p:spPr>
        <p:txBody>
          <a:bodyPr lIns="0" tIns="0" rIns="0" bIns="0" anchor="ctr"/>
          <a:lstStyle/>
          <a:p>
            <a:pPr marL="0" marR="0" lvl="0" indent="0" algn="ctr" defTabSz="8255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 kumimoji="0" sz="32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Helvetica Neue Medium"/>
              <a:sym typeface="Helvetica Neue Medium"/>
            </a:endParaRPr>
          </a:p>
        </p:txBody>
      </p:sp>
      <p:sp>
        <p:nvSpPr>
          <p:cNvPr id="220" name="Shape">
            <a:extLst>
              <a:ext uri="{FF2B5EF4-FFF2-40B4-BE49-F238E27FC236}">
                <a16:creationId xmlns:a16="http://schemas.microsoft.com/office/drawing/2014/main" id="{883B1153-B00F-EA89-F4AC-02B7A682110D}"/>
              </a:ext>
            </a:extLst>
          </p:cNvPr>
          <p:cNvSpPr/>
          <p:nvPr/>
        </p:nvSpPr>
        <p:spPr>
          <a:xfrm>
            <a:off x="22467966" y="8316507"/>
            <a:ext cx="4276957" cy="427713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800" y="0"/>
                </a:moveTo>
                <a:cubicBezTo>
                  <a:pt x="10787" y="0"/>
                  <a:pt x="10773" y="1"/>
                  <a:pt x="10759" y="1"/>
                </a:cubicBezTo>
                <a:lnTo>
                  <a:pt x="1" y="10760"/>
                </a:lnTo>
                <a:cubicBezTo>
                  <a:pt x="0" y="10900"/>
                  <a:pt x="3" y="11040"/>
                  <a:pt x="8" y="11181"/>
                </a:cubicBezTo>
                <a:lnTo>
                  <a:pt x="11180" y="9"/>
                </a:lnTo>
                <a:cubicBezTo>
                  <a:pt x="11054" y="4"/>
                  <a:pt x="10927" y="0"/>
                  <a:pt x="10800" y="0"/>
                </a:cubicBezTo>
                <a:close/>
                <a:moveTo>
                  <a:pt x="10211" y="17"/>
                </a:moveTo>
                <a:cubicBezTo>
                  <a:pt x="10057" y="25"/>
                  <a:pt x="9903" y="36"/>
                  <a:pt x="9748" y="51"/>
                </a:cubicBezTo>
                <a:lnTo>
                  <a:pt x="50" y="9749"/>
                </a:lnTo>
                <a:cubicBezTo>
                  <a:pt x="35" y="9903"/>
                  <a:pt x="25" y="10057"/>
                  <a:pt x="16" y="10212"/>
                </a:cubicBezTo>
                <a:lnTo>
                  <a:pt x="10211" y="17"/>
                </a:lnTo>
                <a:close/>
                <a:moveTo>
                  <a:pt x="11683" y="38"/>
                </a:moveTo>
                <a:lnTo>
                  <a:pt x="38" y="11684"/>
                </a:lnTo>
                <a:cubicBezTo>
                  <a:pt x="48" y="11814"/>
                  <a:pt x="62" y="11944"/>
                  <a:pt x="78" y="12075"/>
                </a:cubicBezTo>
                <a:lnTo>
                  <a:pt x="12074" y="78"/>
                </a:lnTo>
                <a:cubicBezTo>
                  <a:pt x="11944" y="63"/>
                  <a:pt x="11814" y="49"/>
                  <a:pt x="11683" y="38"/>
                </a:cubicBezTo>
                <a:close/>
                <a:moveTo>
                  <a:pt x="9136" y="131"/>
                </a:moveTo>
                <a:cubicBezTo>
                  <a:pt x="8960" y="158"/>
                  <a:pt x="8786" y="190"/>
                  <a:pt x="8611" y="226"/>
                </a:cubicBezTo>
                <a:lnTo>
                  <a:pt x="226" y="8611"/>
                </a:lnTo>
                <a:cubicBezTo>
                  <a:pt x="190" y="8786"/>
                  <a:pt x="157" y="8961"/>
                  <a:pt x="130" y="9137"/>
                </a:cubicBezTo>
                <a:lnTo>
                  <a:pt x="9136" y="131"/>
                </a:lnTo>
                <a:close/>
                <a:moveTo>
                  <a:pt x="12541" y="143"/>
                </a:moveTo>
                <a:lnTo>
                  <a:pt x="143" y="12541"/>
                </a:lnTo>
                <a:cubicBezTo>
                  <a:pt x="163" y="12663"/>
                  <a:pt x="183" y="12785"/>
                  <a:pt x="207" y="12906"/>
                </a:cubicBezTo>
                <a:lnTo>
                  <a:pt x="12906" y="208"/>
                </a:lnTo>
                <a:cubicBezTo>
                  <a:pt x="12785" y="184"/>
                  <a:pt x="12663" y="163"/>
                  <a:pt x="12541" y="143"/>
                </a:cubicBezTo>
                <a:close/>
                <a:moveTo>
                  <a:pt x="13343" y="303"/>
                </a:moveTo>
                <a:lnTo>
                  <a:pt x="303" y="13343"/>
                </a:lnTo>
                <a:cubicBezTo>
                  <a:pt x="330" y="13456"/>
                  <a:pt x="361" y="13569"/>
                  <a:pt x="392" y="13682"/>
                </a:cubicBezTo>
                <a:lnTo>
                  <a:pt x="13682" y="393"/>
                </a:lnTo>
                <a:cubicBezTo>
                  <a:pt x="13569" y="362"/>
                  <a:pt x="13456" y="331"/>
                  <a:pt x="13343" y="303"/>
                </a:cubicBezTo>
                <a:close/>
                <a:moveTo>
                  <a:pt x="7909" y="395"/>
                </a:moveTo>
                <a:cubicBezTo>
                  <a:pt x="7701" y="452"/>
                  <a:pt x="7495" y="515"/>
                  <a:pt x="7290" y="585"/>
                </a:cubicBezTo>
                <a:lnTo>
                  <a:pt x="584" y="7290"/>
                </a:lnTo>
                <a:cubicBezTo>
                  <a:pt x="514" y="7495"/>
                  <a:pt x="452" y="7702"/>
                  <a:pt x="394" y="7909"/>
                </a:cubicBezTo>
                <a:lnTo>
                  <a:pt x="7909" y="395"/>
                </a:lnTo>
                <a:close/>
                <a:moveTo>
                  <a:pt x="14094" y="515"/>
                </a:moveTo>
                <a:lnTo>
                  <a:pt x="514" y="14094"/>
                </a:lnTo>
                <a:cubicBezTo>
                  <a:pt x="549" y="14202"/>
                  <a:pt x="583" y="14310"/>
                  <a:pt x="620" y="14417"/>
                </a:cubicBezTo>
                <a:lnTo>
                  <a:pt x="14417" y="621"/>
                </a:lnTo>
                <a:cubicBezTo>
                  <a:pt x="14310" y="583"/>
                  <a:pt x="14202" y="549"/>
                  <a:pt x="14094" y="515"/>
                </a:cubicBezTo>
                <a:close/>
                <a:moveTo>
                  <a:pt x="14804" y="767"/>
                </a:moveTo>
                <a:lnTo>
                  <a:pt x="767" y="14804"/>
                </a:lnTo>
                <a:cubicBezTo>
                  <a:pt x="807" y="14905"/>
                  <a:pt x="851" y="15004"/>
                  <a:pt x="894" y="15104"/>
                </a:cubicBezTo>
                <a:lnTo>
                  <a:pt x="15104" y="895"/>
                </a:lnTo>
                <a:cubicBezTo>
                  <a:pt x="15004" y="852"/>
                  <a:pt x="14905" y="807"/>
                  <a:pt x="14804" y="767"/>
                </a:cubicBezTo>
                <a:close/>
                <a:moveTo>
                  <a:pt x="6411" y="932"/>
                </a:moveTo>
                <a:cubicBezTo>
                  <a:pt x="6118" y="1062"/>
                  <a:pt x="5831" y="1206"/>
                  <a:pt x="5549" y="1363"/>
                </a:cubicBezTo>
                <a:lnTo>
                  <a:pt x="1362" y="5549"/>
                </a:lnTo>
                <a:cubicBezTo>
                  <a:pt x="1205" y="5832"/>
                  <a:pt x="1061" y="6119"/>
                  <a:pt x="931" y="6411"/>
                </a:cubicBezTo>
                <a:lnTo>
                  <a:pt x="6411" y="932"/>
                </a:lnTo>
                <a:close/>
                <a:moveTo>
                  <a:pt x="15470" y="1061"/>
                </a:moveTo>
                <a:lnTo>
                  <a:pt x="1060" y="15471"/>
                </a:lnTo>
                <a:cubicBezTo>
                  <a:pt x="1106" y="15567"/>
                  <a:pt x="1153" y="15664"/>
                  <a:pt x="1202" y="15759"/>
                </a:cubicBezTo>
                <a:lnTo>
                  <a:pt x="15759" y="1203"/>
                </a:lnTo>
                <a:cubicBezTo>
                  <a:pt x="15663" y="1153"/>
                  <a:pt x="15567" y="1107"/>
                  <a:pt x="15470" y="1061"/>
                </a:cubicBezTo>
                <a:close/>
                <a:moveTo>
                  <a:pt x="16103" y="1391"/>
                </a:moveTo>
                <a:lnTo>
                  <a:pt x="1391" y="16103"/>
                </a:lnTo>
                <a:cubicBezTo>
                  <a:pt x="1442" y="16194"/>
                  <a:pt x="1494" y="16285"/>
                  <a:pt x="1549" y="16375"/>
                </a:cubicBezTo>
                <a:lnTo>
                  <a:pt x="16375" y="1549"/>
                </a:lnTo>
                <a:cubicBezTo>
                  <a:pt x="16285" y="1495"/>
                  <a:pt x="16194" y="1442"/>
                  <a:pt x="16103" y="1391"/>
                </a:cubicBezTo>
                <a:close/>
                <a:moveTo>
                  <a:pt x="16703" y="1754"/>
                </a:moveTo>
                <a:lnTo>
                  <a:pt x="1753" y="16703"/>
                </a:lnTo>
                <a:cubicBezTo>
                  <a:pt x="1809" y="16788"/>
                  <a:pt x="1869" y="16872"/>
                  <a:pt x="1928" y="16956"/>
                </a:cubicBezTo>
                <a:lnTo>
                  <a:pt x="16956" y="1928"/>
                </a:lnTo>
                <a:cubicBezTo>
                  <a:pt x="16872" y="1869"/>
                  <a:pt x="16788" y="1810"/>
                  <a:pt x="16703" y="1754"/>
                </a:cubicBezTo>
                <a:close/>
                <a:moveTo>
                  <a:pt x="17267" y="2151"/>
                </a:moveTo>
                <a:lnTo>
                  <a:pt x="2151" y="17267"/>
                </a:lnTo>
                <a:cubicBezTo>
                  <a:pt x="2212" y="17349"/>
                  <a:pt x="2274" y="17430"/>
                  <a:pt x="2338" y="17510"/>
                </a:cubicBezTo>
                <a:lnTo>
                  <a:pt x="17510" y="2338"/>
                </a:lnTo>
                <a:cubicBezTo>
                  <a:pt x="17430" y="2275"/>
                  <a:pt x="17349" y="2212"/>
                  <a:pt x="17267" y="2151"/>
                </a:cubicBezTo>
                <a:close/>
                <a:moveTo>
                  <a:pt x="3805" y="2574"/>
                </a:moveTo>
                <a:cubicBezTo>
                  <a:pt x="3586" y="2761"/>
                  <a:pt x="3370" y="2956"/>
                  <a:pt x="3163" y="3163"/>
                </a:cubicBezTo>
                <a:cubicBezTo>
                  <a:pt x="2955" y="3371"/>
                  <a:pt x="2761" y="3586"/>
                  <a:pt x="2574" y="3806"/>
                </a:cubicBezTo>
                <a:lnTo>
                  <a:pt x="3805" y="2574"/>
                </a:lnTo>
                <a:close/>
                <a:moveTo>
                  <a:pt x="17801" y="2579"/>
                </a:moveTo>
                <a:lnTo>
                  <a:pt x="2579" y="17801"/>
                </a:lnTo>
                <a:cubicBezTo>
                  <a:pt x="2645" y="17878"/>
                  <a:pt x="2709" y="17957"/>
                  <a:pt x="2777" y="18032"/>
                </a:cubicBezTo>
                <a:lnTo>
                  <a:pt x="18032" y="2777"/>
                </a:lnTo>
                <a:cubicBezTo>
                  <a:pt x="17957" y="2709"/>
                  <a:pt x="17878" y="2645"/>
                  <a:pt x="17801" y="2579"/>
                </a:cubicBezTo>
                <a:close/>
                <a:moveTo>
                  <a:pt x="18304" y="3036"/>
                </a:moveTo>
                <a:lnTo>
                  <a:pt x="3036" y="18304"/>
                </a:lnTo>
                <a:cubicBezTo>
                  <a:pt x="3079" y="18349"/>
                  <a:pt x="3119" y="18394"/>
                  <a:pt x="3163" y="18438"/>
                </a:cubicBezTo>
                <a:cubicBezTo>
                  <a:pt x="3191" y="18466"/>
                  <a:pt x="3222" y="18492"/>
                  <a:pt x="3250" y="18521"/>
                </a:cubicBezTo>
                <a:lnTo>
                  <a:pt x="18521" y="3251"/>
                </a:lnTo>
                <a:cubicBezTo>
                  <a:pt x="18492" y="3222"/>
                  <a:pt x="18466" y="3192"/>
                  <a:pt x="18438" y="3163"/>
                </a:cubicBezTo>
                <a:cubicBezTo>
                  <a:pt x="18394" y="3119"/>
                  <a:pt x="18348" y="3079"/>
                  <a:pt x="18304" y="3036"/>
                </a:cubicBezTo>
                <a:close/>
                <a:moveTo>
                  <a:pt x="18781" y="3523"/>
                </a:moveTo>
                <a:lnTo>
                  <a:pt x="3522" y="18781"/>
                </a:lnTo>
                <a:cubicBezTo>
                  <a:pt x="3598" y="18850"/>
                  <a:pt x="3676" y="18915"/>
                  <a:pt x="3753" y="18982"/>
                </a:cubicBezTo>
                <a:lnTo>
                  <a:pt x="18982" y="3753"/>
                </a:lnTo>
                <a:cubicBezTo>
                  <a:pt x="18915" y="3676"/>
                  <a:pt x="18850" y="3598"/>
                  <a:pt x="18781" y="3523"/>
                </a:cubicBezTo>
                <a:close/>
                <a:moveTo>
                  <a:pt x="19224" y="4041"/>
                </a:moveTo>
                <a:lnTo>
                  <a:pt x="4041" y="19224"/>
                </a:lnTo>
                <a:cubicBezTo>
                  <a:pt x="4121" y="19289"/>
                  <a:pt x="4202" y="19350"/>
                  <a:pt x="4283" y="19412"/>
                </a:cubicBezTo>
                <a:lnTo>
                  <a:pt x="19412" y="4283"/>
                </a:lnTo>
                <a:cubicBezTo>
                  <a:pt x="19350" y="4202"/>
                  <a:pt x="19289" y="4121"/>
                  <a:pt x="19224" y="4041"/>
                </a:cubicBezTo>
                <a:close/>
                <a:moveTo>
                  <a:pt x="19637" y="4591"/>
                </a:moveTo>
                <a:lnTo>
                  <a:pt x="4591" y="19637"/>
                </a:lnTo>
                <a:cubicBezTo>
                  <a:pt x="4675" y="19696"/>
                  <a:pt x="4758" y="19757"/>
                  <a:pt x="4843" y="19813"/>
                </a:cubicBezTo>
                <a:lnTo>
                  <a:pt x="19813" y="4844"/>
                </a:lnTo>
                <a:cubicBezTo>
                  <a:pt x="19757" y="4758"/>
                  <a:pt x="19696" y="4675"/>
                  <a:pt x="19637" y="4591"/>
                </a:cubicBezTo>
                <a:close/>
                <a:moveTo>
                  <a:pt x="20019" y="5172"/>
                </a:moveTo>
                <a:lnTo>
                  <a:pt x="5172" y="20019"/>
                </a:lnTo>
                <a:cubicBezTo>
                  <a:pt x="5261" y="20073"/>
                  <a:pt x="5351" y="20126"/>
                  <a:pt x="5441" y="20178"/>
                </a:cubicBezTo>
                <a:lnTo>
                  <a:pt x="20178" y="5441"/>
                </a:lnTo>
                <a:cubicBezTo>
                  <a:pt x="20126" y="5351"/>
                  <a:pt x="20073" y="5261"/>
                  <a:pt x="20019" y="5172"/>
                </a:cubicBezTo>
                <a:close/>
                <a:moveTo>
                  <a:pt x="20369" y="5782"/>
                </a:moveTo>
                <a:lnTo>
                  <a:pt x="5782" y="20369"/>
                </a:lnTo>
                <a:cubicBezTo>
                  <a:pt x="5877" y="20419"/>
                  <a:pt x="5974" y="20463"/>
                  <a:pt x="6071" y="20510"/>
                </a:cubicBezTo>
                <a:lnTo>
                  <a:pt x="20510" y="6071"/>
                </a:lnTo>
                <a:cubicBezTo>
                  <a:pt x="20463" y="5975"/>
                  <a:pt x="20419" y="5878"/>
                  <a:pt x="20369" y="5782"/>
                </a:cubicBezTo>
                <a:close/>
                <a:moveTo>
                  <a:pt x="20679" y="6434"/>
                </a:moveTo>
                <a:lnTo>
                  <a:pt x="6434" y="20679"/>
                </a:lnTo>
                <a:cubicBezTo>
                  <a:pt x="6534" y="20723"/>
                  <a:pt x="6633" y="20769"/>
                  <a:pt x="6734" y="20809"/>
                </a:cubicBezTo>
                <a:lnTo>
                  <a:pt x="20809" y="6735"/>
                </a:lnTo>
                <a:cubicBezTo>
                  <a:pt x="20769" y="6634"/>
                  <a:pt x="20723" y="6534"/>
                  <a:pt x="20679" y="6434"/>
                </a:cubicBezTo>
                <a:close/>
                <a:moveTo>
                  <a:pt x="20956" y="7121"/>
                </a:moveTo>
                <a:lnTo>
                  <a:pt x="7120" y="20956"/>
                </a:lnTo>
                <a:cubicBezTo>
                  <a:pt x="7226" y="20994"/>
                  <a:pt x="7333" y="21030"/>
                  <a:pt x="7439" y="21065"/>
                </a:cubicBezTo>
                <a:lnTo>
                  <a:pt x="21065" y="7439"/>
                </a:lnTo>
                <a:cubicBezTo>
                  <a:pt x="21030" y="7333"/>
                  <a:pt x="20994" y="7226"/>
                  <a:pt x="20956" y="7121"/>
                </a:cubicBezTo>
                <a:close/>
                <a:moveTo>
                  <a:pt x="21190" y="7848"/>
                </a:moveTo>
                <a:lnTo>
                  <a:pt x="7848" y="21190"/>
                </a:lnTo>
                <a:cubicBezTo>
                  <a:pt x="7960" y="21221"/>
                  <a:pt x="8073" y="21252"/>
                  <a:pt x="8186" y="21280"/>
                </a:cubicBezTo>
                <a:lnTo>
                  <a:pt x="21280" y="8186"/>
                </a:lnTo>
                <a:cubicBezTo>
                  <a:pt x="21252" y="8073"/>
                  <a:pt x="21221" y="7960"/>
                  <a:pt x="21190" y="7848"/>
                </a:cubicBezTo>
                <a:close/>
                <a:moveTo>
                  <a:pt x="21378" y="8623"/>
                </a:moveTo>
                <a:lnTo>
                  <a:pt x="8623" y="21378"/>
                </a:lnTo>
                <a:cubicBezTo>
                  <a:pt x="8743" y="21402"/>
                  <a:pt x="8863" y="21424"/>
                  <a:pt x="8984" y="21445"/>
                </a:cubicBezTo>
                <a:lnTo>
                  <a:pt x="21445" y="8984"/>
                </a:lnTo>
                <a:cubicBezTo>
                  <a:pt x="21424" y="8864"/>
                  <a:pt x="21402" y="8743"/>
                  <a:pt x="21378" y="8623"/>
                </a:cubicBezTo>
                <a:close/>
                <a:moveTo>
                  <a:pt x="21514" y="9448"/>
                </a:moveTo>
                <a:lnTo>
                  <a:pt x="9447" y="21514"/>
                </a:lnTo>
                <a:cubicBezTo>
                  <a:pt x="9576" y="21530"/>
                  <a:pt x="9704" y="21546"/>
                  <a:pt x="9833" y="21557"/>
                </a:cubicBezTo>
                <a:lnTo>
                  <a:pt x="21557" y="9834"/>
                </a:lnTo>
                <a:cubicBezTo>
                  <a:pt x="21546" y="9705"/>
                  <a:pt x="21530" y="9576"/>
                  <a:pt x="21514" y="9448"/>
                </a:cubicBezTo>
                <a:close/>
                <a:moveTo>
                  <a:pt x="21590" y="10333"/>
                </a:moveTo>
                <a:lnTo>
                  <a:pt x="10332" y="21590"/>
                </a:lnTo>
                <a:cubicBezTo>
                  <a:pt x="10473" y="21596"/>
                  <a:pt x="10613" y="21599"/>
                  <a:pt x="10753" y="21600"/>
                </a:cubicBezTo>
                <a:lnTo>
                  <a:pt x="21600" y="10754"/>
                </a:lnTo>
                <a:cubicBezTo>
                  <a:pt x="21599" y="10613"/>
                  <a:pt x="21596" y="10473"/>
                  <a:pt x="21590" y="10333"/>
                </a:cubicBezTo>
                <a:close/>
                <a:moveTo>
                  <a:pt x="21590" y="11296"/>
                </a:moveTo>
                <a:lnTo>
                  <a:pt x="11295" y="21590"/>
                </a:lnTo>
                <a:cubicBezTo>
                  <a:pt x="11449" y="21583"/>
                  <a:pt x="11603" y="21572"/>
                  <a:pt x="11757" y="21558"/>
                </a:cubicBezTo>
                <a:lnTo>
                  <a:pt x="21558" y="11757"/>
                </a:lnTo>
                <a:cubicBezTo>
                  <a:pt x="21572" y="11603"/>
                  <a:pt x="21583" y="11450"/>
                  <a:pt x="21590" y="11296"/>
                </a:cubicBezTo>
                <a:close/>
                <a:moveTo>
                  <a:pt x="21489" y="12358"/>
                </a:moveTo>
                <a:lnTo>
                  <a:pt x="12358" y="21489"/>
                </a:lnTo>
                <a:cubicBezTo>
                  <a:pt x="12531" y="21464"/>
                  <a:pt x="12703" y="21434"/>
                  <a:pt x="12876" y="21400"/>
                </a:cubicBezTo>
                <a:lnTo>
                  <a:pt x="21400" y="12876"/>
                </a:lnTo>
                <a:cubicBezTo>
                  <a:pt x="21434" y="12704"/>
                  <a:pt x="21464" y="12531"/>
                  <a:pt x="21489" y="12358"/>
                </a:cubicBezTo>
                <a:close/>
                <a:moveTo>
                  <a:pt x="21239" y="13569"/>
                </a:moveTo>
                <a:lnTo>
                  <a:pt x="13569" y="21239"/>
                </a:lnTo>
                <a:cubicBezTo>
                  <a:pt x="13774" y="21185"/>
                  <a:pt x="13978" y="21125"/>
                  <a:pt x="14181" y="21058"/>
                </a:cubicBezTo>
                <a:lnTo>
                  <a:pt x="21058" y="14181"/>
                </a:lnTo>
                <a:cubicBezTo>
                  <a:pt x="21125" y="13978"/>
                  <a:pt x="21185" y="13774"/>
                  <a:pt x="21239" y="13569"/>
                </a:cubicBezTo>
                <a:close/>
                <a:moveTo>
                  <a:pt x="20736" y="15035"/>
                </a:moveTo>
                <a:lnTo>
                  <a:pt x="15035" y="20736"/>
                </a:lnTo>
                <a:cubicBezTo>
                  <a:pt x="15310" y="20619"/>
                  <a:pt x="15581" y="20493"/>
                  <a:pt x="15848" y="20352"/>
                </a:cubicBezTo>
                <a:lnTo>
                  <a:pt x="20352" y="15848"/>
                </a:lnTo>
                <a:cubicBezTo>
                  <a:pt x="20493" y="15581"/>
                  <a:pt x="20619" y="15310"/>
                  <a:pt x="20736" y="15035"/>
                </a:cubicBezTo>
                <a:close/>
                <a:moveTo>
                  <a:pt x="19400" y="17332"/>
                </a:moveTo>
                <a:lnTo>
                  <a:pt x="17332" y="19400"/>
                </a:lnTo>
                <a:cubicBezTo>
                  <a:pt x="17716" y="19108"/>
                  <a:pt x="18087" y="18789"/>
                  <a:pt x="18438" y="18438"/>
                </a:cubicBezTo>
                <a:cubicBezTo>
                  <a:pt x="18788" y="18087"/>
                  <a:pt x="19107" y="17716"/>
                  <a:pt x="19400" y="17332"/>
                </a:cubicBezTo>
                <a:close/>
              </a:path>
            </a:pathLst>
          </a:custGeom>
          <a:solidFill>
            <a:schemeClr val="accent4"/>
          </a:solidFill>
          <a:ln w="12700">
            <a:miter lim="400000"/>
          </a:ln>
        </p:spPr>
        <p:txBody>
          <a:bodyPr lIns="0" tIns="0" rIns="0" bIns="0" anchor="ctr"/>
          <a:lstStyle/>
          <a:p>
            <a:pPr marL="0" marR="0" lvl="0" indent="0" algn="ctr" defTabSz="8255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 kumimoji="0" sz="32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Helvetica Neue Medium"/>
              <a:sym typeface="Helvetica Neue Medium"/>
            </a:endParaRPr>
          </a:p>
        </p:txBody>
      </p:sp>
      <p:sp>
        <p:nvSpPr>
          <p:cNvPr id="221" name="Shape">
            <a:extLst>
              <a:ext uri="{FF2B5EF4-FFF2-40B4-BE49-F238E27FC236}">
                <a16:creationId xmlns:a16="http://schemas.microsoft.com/office/drawing/2014/main" id="{6586317F-D1AE-754C-4153-DEB400870C62}"/>
              </a:ext>
            </a:extLst>
          </p:cNvPr>
          <p:cNvSpPr/>
          <p:nvPr/>
        </p:nvSpPr>
        <p:spPr>
          <a:xfrm>
            <a:off x="-9782" y="-14685"/>
            <a:ext cx="5401449" cy="1371951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489" h="21600" extrusionOk="0">
                <a:moveTo>
                  <a:pt x="9876" y="0"/>
                </a:moveTo>
                <a:cubicBezTo>
                  <a:pt x="14909" y="1061"/>
                  <a:pt x="18164" y="3091"/>
                  <a:pt x="18448" y="5345"/>
                </a:cubicBezTo>
                <a:cubicBezTo>
                  <a:pt x="18695" y="7304"/>
                  <a:pt x="16642" y="9198"/>
                  <a:pt x="12885" y="10477"/>
                </a:cubicBezTo>
                <a:cubicBezTo>
                  <a:pt x="8651" y="11730"/>
                  <a:pt x="7084" y="13955"/>
                  <a:pt x="9071" y="15894"/>
                </a:cubicBezTo>
                <a:cubicBezTo>
                  <a:pt x="10355" y="17147"/>
                  <a:pt x="13013" y="18098"/>
                  <a:pt x="16290" y="18479"/>
                </a:cubicBezTo>
                <a:cubicBezTo>
                  <a:pt x="17951" y="18702"/>
                  <a:pt x="19367" y="19144"/>
                  <a:pt x="20305" y="19731"/>
                </a:cubicBezTo>
                <a:cubicBezTo>
                  <a:pt x="21193" y="20288"/>
                  <a:pt x="21600" y="20944"/>
                  <a:pt x="21463" y="21600"/>
                </a:cubicBezTo>
                <a:lnTo>
                  <a:pt x="0" y="21600"/>
                </a:lnTo>
                <a:lnTo>
                  <a:pt x="0" y="1"/>
                </a:lnTo>
                <a:lnTo>
                  <a:pt x="9876" y="0"/>
                </a:lnTo>
                <a:close/>
              </a:path>
            </a:pathLst>
          </a:custGeom>
          <a:solidFill>
            <a:schemeClr val="accent3"/>
          </a:solidFill>
          <a:ln w="12700">
            <a:miter lim="400000"/>
          </a:ln>
          <a:effectLst>
            <a:outerShdw blurRad="914400" dist="25400" dir="5400000" rotWithShape="0">
              <a:srgbClr val="000000">
                <a:alpha val="50000"/>
              </a:srgbClr>
            </a:outerShdw>
          </a:effectLst>
        </p:spPr>
        <p:txBody>
          <a:bodyPr lIns="50800" tIns="50800" rIns="50800" bIns="50800" anchor="ctr"/>
          <a:lstStyle/>
          <a:p>
            <a:pPr marL="0" marR="0" lvl="0" indent="0" algn="ctr" defTabSz="8255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3000" b="1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Helvetica Neue"/>
              <a:sym typeface="Helvetica Neue"/>
            </a:endParaRPr>
          </a:p>
        </p:txBody>
      </p:sp>
      <p:sp>
        <p:nvSpPr>
          <p:cNvPr id="222" name="Shape">
            <a:extLst>
              <a:ext uri="{FF2B5EF4-FFF2-40B4-BE49-F238E27FC236}">
                <a16:creationId xmlns:a16="http://schemas.microsoft.com/office/drawing/2014/main" id="{C3B29091-559F-9E9E-B98A-95214E15B045}"/>
              </a:ext>
            </a:extLst>
          </p:cNvPr>
          <p:cNvSpPr/>
          <p:nvPr/>
        </p:nvSpPr>
        <p:spPr>
          <a:xfrm>
            <a:off x="14077382" y="-26393"/>
            <a:ext cx="10315136" cy="10264133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490" h="20992" extrusionOk="0">
                <a:moveTo>
                  <a:pt x="22" y="0"/>
                </a:moveTo>
                <a:cubicBezTo>
                  <a:pt x="-110" y="1123"/>
                  <a:pt x="362" y="2232"/>
                  <a:pt x="1268" y="2930"/>
                </a:cubicBezTo>
                <a:cubicBezTo>
                  <a:pt x="2187" y="3637"/>
                  <a:pt x="3418" y="3817"/>
                  <a:pt x="4507" y="3403"/>
                </a:cubicBezTo>
                <a:cubicBezTo>
                  <a:pt x="6055" y="2610"/>
                  <a:pt x="7961" y="3061"/>
                  <a:pt x="8970" y="4460"/>
                </a:cubicBezTo>
                <a:cubicBezTo>
                  <a:pt x="9809" y="5622"/>
                  <a:pt x="9807" y="7178"/>
                  <a:pt x="8965" y="8338"/>
                </a:cubicBezTo>
                <a:cubicBezTo>
                  <a:pt x="6771" y="11924"/>
                  <a:pt x="7613" y="16550"/>
                  <a:pt x="10936" y="19169"/>
                </a:cubicBezTo>
                <a:cubicBezTo>
                  <a:pt x="14018" y="21597"/>
                  <a:pt x="18405" y="21600"/>
                  <a:pt x="21490" y="19175"/>
                </a:cubicBezTo>
                <a:lnTo>
                  <a:pt x="21490" y="35"/>
                </a:lnTo>
                <a:lnTo>
                  <a:pt x="22" y="0"/>
                </a:lnTo>
                <a:close/>
              </a:path>
            </a:pathLst>
          </a:custGeom>
          <a:solidFill>
            <a:schemeClr val="accent3"/>
          </a:solidFill>
          <a:ln w="12700">
            <a:miter lim="400000"/>
          </a:ln>
          <a:effectLst>
            <a:outerShdw blurRad="914400" dist="25400" dir="5400000" rotWithShape="0">
              <a:srgbClr val="000000">
                <a:alpha val="50000"/>
              </a:srgbClr>
            </a:outerShdw>
          </a:effectLst>
        </p:spPr>
        <p:txBody>
          <a:bodyPr lIns="50800" tIns="50800" rIns="50800" bIns="50800" anchor="ctr"/>
          <a:lstStyle/>
          <a:p>
            <a:pPr marL="0" marR="0" lvl="0" indent="0" algn="ctr" defTabSz="8255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3000" b="1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Helvetica Neue"/>
              <a:sym typeface="Helvetica Neue"/>
            </a:endParaRPr>
          </a:p>
        </p:txBody>
      </p:sp>
      <p:sp>
        <p:nvSpPr>
          <p:cNvPr id="223" name="Circle">
            <a:extLst>
              <a:ext uri="{FF2B5EF4-FFF2-40B4-BE49-F238E27FC236}">
                <a16:creationId xmlns:a16="http://schemas.microsoft.com/office/drawing/2014/main" id="{1AE9282E-252F-4B8F-A76F-88B547BC77B5}"/>
              </a:ext>
            </a:extLst>
          </p:cNvPr>
          <p:cNvSpPr/>
          <p:nvPr/>
        </p:nvSpPr>
        <p:spPr>
          <a:xfrm>
            <a:off x="17006264" y="352354"/>
            <a:ext cx="494973" cy="494972"/>
          </a:xfrm>
          <a:prstGeom prst="ellipse">
            <a:avLst/>
          </a:prstGeom>
          <a:gradFill>
            <a:gsLst>
              <a:gs pos="0">
                <a:schemeClr val="accent2"/>
              </a:gs>
              <a:gs pos="100000">
                <a:schemeClr val="accent1"/>
              </a:gs>
            </a:gsLst>
            <a:lin ang="5400000"/>
          </a:gradFill>
          <a:ln w="12700">
            <a:miter lim="400000"/>
          </a:ln>
        </p:spPr>
        <p:txBody>
          <a:bodyPr lIns="0" tIns="0" rIns="0" bIns="0" anchor="ctr"/>
          <a:lstStyle/>
          <a:p>
            <a:pPr marL="0" marR="0" lvl="0" indent="0" algn="ctr" defTabSz="8255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 kumimoji="0" sz="32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Helvetica Neue Medium"/>
              <a:sym typeface="Helvetica Neue Medium"/>
            </a:endParaRPr>
          </a:p>
        </p:txBody>
      </p:sp>
      <p:sp>
        <p:nvSpPr>
          <p:cNvPr id="224" name="Circle">
            <a:extLst>
              <a:ext uri="{FF2B5EF4-FFF2-40B4-BE49-F238E27FC236}">
                <a16:creationId xmlns:a16="http://schemas.microsoft.com/office/drawing/2014/main" id="{C2954C9E-8A58-2ABD-9279-744C8580EAF3}"/>
              </a:ext>
            </a:extLst>
          </p:cNvPr>
          <p:cNvSpPr/>
          <p:nvPr/>
        </p:nvSpPr>
        <p:spPr>
          <a:xfrm>
            <a:off x="-564062" y="1321716"/>
            <a:ext cx="1150610" cy="1150611"/>
          </a:xfrm>
          <a:prstGeom prst="ellipse">
            <a:avLst/>
          </a:prstGeom>
          <a:gradFill>
            <a:gsLst>
              <a:gs pos="0">
                <a:schemeClr val="accent2"/>
              </a:gs>
              <a:gs pos="100000">
                <a:schemeClr val="accent1"/>
              </a:gs>
            </a:gsLst>
            <a:lin ang="5400000"/>
          </a:gradFill>
          <a:ln w="12700">
            <a:miter lim="400000"/>
          </a:ln>
        </p:spPr>
        <p:txBody>
          <a:bodyPr lIns="0" tIns="0" rIns="0" bIns="0" anchor="ctr"/>
          <a:lstStyle/>
          <a:p>
            <a:pPr marL="0" marR="0" lvl="0" indent="0" algn="ctr" defTabSz="8255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 kumimoji="0" sz="32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Helvetica Neue Medium"/>
              <a:sym typeface="Helvetica Neue Medium"/>
            </a:endParaRPr>
          </a:p>
        </p:txBody>
      </p:sp>
      <p:sp>
        <p:nvSpPr>
          <p:cNvPr id="225" name="TOPIC #1 - $100 ANSWER">
            <a:extLst>
              <a:ext uri="{FF2B5EF4-FFF2-40B4-BE49-F238E27FC236}">
                <a16:creationId xmlns:a16="http://schemas.microsoft.com/office/drawing/2014/main" id="{1874EA15-7D8B-7EDE-5593-8A55C4B265B5}"/>
              </a:ext>
            </a:extLst>
          </p:cNvPr>
          <p:cNvSpPr txBox="1"/>
          <p:nvPr/>
        </p:nvSpPr>
        <p:spPr>
          <a:xfrm>
            <a:off x="1318646" y="1076284"/>
            <a:ext cx="23992454" cy="164147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50800" tIns="50800" rIns="50800" bIns="50800" anchor="ctr">
            <a:spAutoFit/>
          </a:bodyPr>
          <a:lstStyle/>
          <a:p>
            <a:pPr marL="0" marR="0" lvl="0" indent="0" algn="l" defTabSz="8255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0000" b="0">
                <a:solidFill>
                  <a:srgbClr val="F6C543"/>
                </a:solidFill>
                <a:latin typeface="Impact"/>
                <a:ea typeface="Impact"/>
                <a:cs typeface="Impact"/>
                <a:sym typeface="Impact"/>
              </a:defRPr>
            </a:pPr>
            <a:r>
              <a:rPr kumimoji="0" lang="en-US" altLang="zh-CN" sz="10000" b="0" i="0" u="none" strike="noStrike" kern="0" cap="none" spc="0" normalizeH="0" baseline="0" noProof="0" dirty="0">
                <a:ln>
                  <a:noFill/>
                </a:ln>
                <a:solidFill>
                  <a:srgbClr val="F6C542"/>
                </a:solidFill>
                <a:effectLst/>
                <a:uLnTx/>
                <a:uFillTx/>
                <a:latin typeface="Impact"/>
                <a:sym typeface="Impact"/>
              </a:rPr>
              <a:t>UNIT #3</a:t>
            </a:r>
            <a:r>
              <a:rPr kumimoji="0" lang="en-US" altLang="zh-CN" sz="10000" b="0" i="0" u="none" strike="noStrike" kern="0" cap="none" spc="0" normalizeH="0" baseline="0" noProof="0" dirty="0">
                <a:ln>
                  <a:noFill/>
                </a:ln>
                <a:solidFill>
                  <a:srgbClr val="F6C543"/>
                </a:solidFill>
                <a:effectLst/>
                <a:uLnTx/>
                <a:uFillTx/>
                <a:latin typeface="Impact"/>
                <a:sym typeface="Impact"/>
              </a:rPr>
              <a:t> </a:t>
            </a:r>
            <a:r>
              <a:rPr kumimoji="0" lang="en-US" altLang="zh-CN" sz="100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Impact"/>
                <a:sym typeface="Impact"/>
              </a:rPr>
              <a:t>–</a:t>
            </a:r>
            <a:r>
              <a:rPr kumimoji="0" lang="zh-CN" altLang="en-US" sz="9600" b="0" i="0" u="none" strike="noStrike" kern="0" cap="none" spc="0" normalizeH="0" baseline="0" noProof="0" dirty="0">
                <a:ln>
                  <a:noFill/>
                </a:ln>
                <a:solidFill>
                  <a:srgbClr val="F6C543"/>
                </a:solidFill>
                <a:effectLst/>
                <a:uLnTx/>
                <a:uFillTx/>
                <a:latin typeface="华文楷体" panose="02010600040101010101" pitchFamily="2" charset="-122"/>
                <a:ea typeface="华文楷体" panose="02010600040101010101" pitchFamily="2" charset="-122"/>
                <a:sym typeface="Impact"/>
              </a:rPr>
              <a:t>回转体的相贯线</a:t>
            </a:r>
            <a:endParaRPr kumimoji="0" lang="zh-CN" altLang="en-US" sz="100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华文楷体" panose="02010600040101010101" pitchFamily="2" charset="-122"/>
              <a:ea typeface="华文楷体" panose="02010600040101010101" pitchFamily="2" charset="-122"/>
              <a:sym typeface="Impact"/>
            </a:endParaRPr>
          </a:p>
        </p:txBody>
      </p:sp>
      <p:sp>
        <p:nvSpPr>
          <p:cNvPr id="226" name="Shape">
            <a:extLst>
              <a:ext uri="{FF2B5EF4-FFF2-40B4-BE49-F238E27FC236}">
                <a16:creationId xmlns:a16="http://schemas.microsoft.com/office/drawing/2014/main" id="{8F5A0707-2C92-BADB-BBD9-B7ECC9F6F830}"/>
              </a:ext>
            </a:extLst>
          </p:cNvPr>
          <p:cNvSpPr/>
          <p:nvPr/>
        </p:nvSpPr>
        <p:spPr>
          <a:xfrm>
            <a:off x="-306915" y="8239797"/>
            <a:ext cx="1046530" cy="104640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9679" h="20595" extrusionOk="0">
                <a:moveTo>
                  <a:pt x="9839" y="0"/>
                </a:moveTo>
                <a:cubicBezTo>
                  <a:pt x="7321" y="0"/>
                  <a:pt x="4802" y="1006"/>
                  <a:pt x="2881" y="3017"/>
                </a:cubicBezTo>
                <a:cubicBezTo>
                  <a:pt x="-961" y="7038"/>
                  <a:pt x="-961" y="13557"/>
                  <a:pt x="2881" y="17578"/>
                </a:cubicBezTo>
                <a:cubicBezTo>
                  <a:pt x="6724" y="21600"/>
                  <a:pt x="12954" y="21600"/>
                  <a:pt x="16797" y="17578"/>
                </a:cubicBezTo>
                <a:cubicBezTo>
                  <a:pt x="20639" y="13557"/>
                  <a:pt x="20639" y="7038"/>
                  <a:pt x="16797" y="3017"/>
                </a:cubicBezTo>
                <a:cubicBezTo>
                  <a:pt x="14876" y="1006"/>
                  <a:pt x="12357" y="0"/>
                  <a:pt x="9839" y="0"/>
                </a:cubicBezTo>
                <a:close/>
                <a:moveTo>
                  <a:pt x="9839" y="2649"/>
                </a:moveTo>
                <a:cubicBezTo>
                  <a:pt x="11709" y="2649"/>
                  <a:pt x="13580" y="3397"/>
                  <a:pt x="15007" y="4890"/>
                </a:cubicBezTo>
                <a:cubicBezTo>
                  <a:pt x="17861" y="7877"/>
                  <a:pt x="17861" y="12718"/>
                  <a:pt x="15007" y="15705"/>
                </a:cubicBezTo>
                <a:cubicBezTo>
                  <a:pt x="12153" y="18692"/>
                  <a:pt x="7525" y="18692"/>
                  <a:pt x="4671" y="15705"/>
                </a:cubicBezTo>
                <a:cubicBezTo>
                  <a:pt x="1817" y="12718"/>
                  <a:pt x="1817" y="7877"/>
                  <a:pt x="4671" y="4890"/>
                </a:cubicBezTo>
                <a:cubicBezTo>
                  <a:pt x="6098" y="3397"/>
                  <a:pt x="7969" y="2649"/>
                  <a:pt x="9839" y="2649"/>
                </a:cubicBezTo>
                <a:close/>
              </a:path>
            </a:pathLst>
          </a:custGeom>
          <a:gradFill>
            <a:gsLst>
              <a:gs pos="0">
                <a:schemeClr val="accent2"/>
              </a:gs>
              <a:gs pos="100000">
                <a:schemeClr val="accent1"/>
              </a:gs>
            </a:gsLst>
            <a:lin ang="5400000"/>
          </a:gradFill>
          <a:ln w="12700">
            <a:miter lim="400000"/>
          </a:ln>
        </p:spPr>
        <p:txBody>
          <a:bodyPr lIns="0" tIns="0" rIns="0" bIns="0" anchor="ctr"/>
          <a:lstStyle/>
          <a:p>
            <a:pPr marL="0" marR="0" lvl="0" indent="0" algn="ctr" defTabSz="8255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 kumimoji="0" sz="32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Helvetica Neue Medium"/>
              <a:sym typeface="Helvetica Neue Medium"/>
            </a:endParaRPr>
          </a:p>
        </p:txBody>
      </p:sp>
      <p:sp>
        <p:nvSpPr>
          <p:cNvPr id="227" name="Shape">
            <a:extLst>
              <a:ext uri="{FF2B5EF4-FFF2-40B4-BE49-F238E27FC236}">
                <a16:creationId xmlns:a16="http://schemas.microsoft.com/office/drawing/2014/main" id="{9E394F11-8CE0-0A06-3F7C-644EAB68F114}"/>
              </a:ext>
            </a:extLst>
          </p:cNvPr>
          <p:cNvSpPr/>
          <p:nvPr/>
        </p:nvSpPr>
        <p:spPr>
          <a:xfrm>
            <a:off x="19865947" y="2060686"/>
            <a:ext cx="2330506" cy="233022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9679" h="20595" extrusionOk="0">
                <a:moveTo>
                  <a:pt x="9839" y="0"/>
                </a:moveTo>
                <a:cubicBezTo>
                  <a:pt x="7321" y="0"/>
                  <a:pt x="4802" y="1006"/>
                  <a:pt x="2881" y="3017"/>
                </a:cubicBezTo>
                <a:cubicBezTo>
                  <a:pt x="-961" y="7038"/>
                  <a:pt x="-961" y="13557"/>
                  <a:pt x="2881" y="17578"/>
                </a:cubicBezTo>
                <a:cubicBezTo>
                  <a:pt x="6724" y="21600"/>
                  <a:pt x="12954" y="21600"/>
                  <a:pt x="16797" y="17578"/>
                </a:cubicBezTo>
                <a:cubicBezTo>
                  <a:pt x="20639" y="13557"/>
                  <a:pt x="20639" y="7038"/>
                  <a:pt x="16797" y="3017"/>
                </a:cubicBezTo>
                <a:cubicBezTo>
                  <a:pt x="14876" y="1006"/>
                  <a:pt x="12357" y="0"/>
                  <a:pt x="9839" y="0"/>
                </a:cubicBezTo>
                <a:close/>
                <a:moveTo>
                  <a:pt x="9839" y="2649"/>
                </a:moveTo>
                <a:cubicBezTo>
                  <a:pt x="11709" y="2649"/>
                  <a:pt x="13580" y="3397"/>
                  <a:pt x="15007" y="4890"/>
                </a:cubicBezTo>
                <a:cubicBezTo>
                  <a:pt x="17861" y="7877"/>
                  <a:pt x="17861" y="12718"/>
                  <a:pt x="15007" y="15705"/>
                </a:cubicBezTo>
                <a:cubicBezTo>
                  <a:pt x="12153" y="18692"/>
                  <a:pt x="7525" y="18692"/>
                  <a:pt x="4671" y="15705"/>
                </a:cubicBezTo>
                <a:cubicBezTo>
                  <a:pt x="1817" y="12718"/>
                  <a:pt x="1817" y="7877"/>
                  <a:pt x="4671" y="4890"/>
                </a:cubicBezTo>
                <a:cubicBezTo>
                  <a:pt x="6098" y="3397"/>
                  <a:pt x="7969" y="2649"/>
                  <a:pt x="9839" y="2649"/>
                </a:cubicBezTo>
                <a:close/>
              </a:path>
            </a:pathLst>
          </a:custGeom>
          <a:gradFill>
            <a:gsLst>
              <a:gs pos="0">
                <a:schemeClr val="accent2"/>
              </a:gs>
              <a:gs pos="100000">
                <a:schemeClr val="accent1"/>
              </a:gs>
            </a:gsLst>
            <a:lin ang="5400000"/>
          </a:gradFill>
          <a:ln w="12700">
            <a:miter lim="400000"/>
          </a:ln>
        </p:spPr>
        <p:txBody>
          <a:bodyPr lIns="0" tIns="0" rIns="0" bIns="0" anchor="ctr"/>
          <a:lstStyle/>
          <a:p>
            <a:pPr marL="0" marR="0" lvl="0" indent="0" algn="ctr" defTabSz="8255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 kumimoji="0" sz="32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Helvetica Neue Medium"/>
              <a:sym typeface="Helvetica Neue Medium"/>
            </a:endParaRPr>
          </a:p>
        </p:txBody>
      </p:sp>
      <p:sp>
        <p:nvSpPr>
          <p:cNvPr id="228" name="Rounded Rectangle">
            <a:extLst>
              <a:ext uri="{FF2B5EF4-FFF2-40B4-BE49-F238E27FC236}">
                <a16:creationId xmlns:a16="http://schemas.microsoft.com/office/drawing/2014/main" id="{EEE64644-3F58-4B29-2E78-4E40AD6B9E72}"/>
              </a:ext>
            </a:extLst>
          </p:cNvPr>
          <p:cNvSpPr/>
          <p:nvPr/>
        </p:nvSpPr>
        <p:spPr>
          <a:xfrm>
            <a:off x="1413182" y="3302000"/>
            <a:ext cx="21616294" cy="8897388"/>
          </a:xfrm>
          <a:prstGeom prst="roundRect">
            <a:avLst>
              <a:gd name="adj" fmla="val 2897"/>
            </a:avLst>
          </a:prstGeom>
          <a:solidFill>
            <a:schemeClr val="accent4"/>
          </a:solidFill>
          <a:ln w="12700">
            <a:miter lim="400000"/>
          </a:ln>
          <a:effectLst>
            <a:outerShdw blurRad="558800" dist="71163" dir="5400000" rotWithShape="0">
              <a:srgbClr val="000000">
                <a:alpha val="19617"/>
              </a:srgbClr>
            </a:outerShdw>
          </a:effectLst>
        </p:spPr>
        <p:txBody>
          <a:bodyPr lIns="0" tIns="0" rIns="0" bIns="0" anchor="ctr"/>
          <a:lstStyle/>
          <a:p>
            <a:pPr marL="0" marR="0" lvl="0" indent="0" algn="ctr" defTabSz="8255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 kumimoji="0" sz="32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Helvetica Neue Medium"/>
              <a:sym typeface="Helvetica Neue Medium"/>
            </a:endParaRPr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F5586EC2-B733-0B30-1679-2C0C957FA285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2428087" y="2792040"/>
            <a:ext cx="19850109" cy="101325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82261052"/>
      </p:ext>
    </p:extLst>
  </p:cSld>
  <p:clrMapOvr>
    <a:masterClrMapping/>
  </p:clrMapOvr>
  <p:transition spd="med"/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3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E317CAB-C741-4357-5E62-43ADB1D4D3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Shape">
            <a:extLst>
              <a:ext uri="{FF2B5EF4-FFF2-40B4-BE49-F238E27FC236}">
                <a16:creationId xmlns:a16="http://schemas.microsoft.com/office/drawing/2014/main" id="{858CB92A-CC43-FE06-6A29-F2532B48E97D}"/>
              </a:ext>
            </a:extLst>
          </p:cNvPr>
          <p:cNvSpPr/>
          <p:nvPr/>
        </p:nvSpPr>
        <p:spPr>
          <a:xfrm>
            <a:off x="6290541" y="12617233"/>
            <a:ext cx="2709718" cy="270939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9679" h="20595" extrusionOk="0">
                <a:moveTo>
                  <a:pt x="9839" y="0"/>
                </a:moveTo>
                <a:cubicBezTo>
                  <a:pt x="7321" y="0"/>
                  <a:pt x="4802" y="1006"/>
                  <a:pt x="2881" y="3017"/>
                </a:cubicBezTo>
                <a:cubicBezTo>
                  <a:pt x="-961" y="7038"/>
                  <a:pt x="-961" y="13557"/>
                  <a:pt x="2881" y="17578"/>
                </a:cubicBezTo>
                <a:cubicBezTo>
                  <a:pt x="6724" y="21600"/>
                  <a:pt x="12954" y="21600"/>
                  <a:pt x="16797" y="17578"/>
                </a:cubicBezTo>
                <a:cubicBezTo>
                  <a:pt x="20639" y="13557"/>
                  <a:pt x="20639" y="7038"/>
                  <a:pt x="16797" y="3017"/>
                </a:cubicBezTo>
                <a:cubicBezTo>
                  <a:pt x="14876" y="1006"/>
                  <a:pt x="12357" y="0"/>
                  <a:pt x="9839" y="0"/>
                </a:cubicBezTo>
                <a:close/>
                <a:moveTo>
                  <a:pt x="9839" y="2649"/>
                </a:moveTo>
                <a:cubicBezTo>
                  <a:pt x="11709" y="2649"/>
                  <a:pt x="13580" y="3397"/>
                  <a:pt x="15007" y="4890"/>
                </a:cubicBezTo>
                <a:cubicBezTo>
                  <a:pt x="17861" y="7877"/>
                  <a:pt x="17861" y="12718"/>
                  <a:pt x="15007" y="15705"/>
                </a:cubicBezTo>
                <a:cubicBezTo>
                  <a:pt x="12153" y="18692"/>
                  <a:pt x="7525" y="18692"/>
                  <a:pt x="4671" y="15705"/>
                </a:cubicBezTo>
                <a:cubicBezTo>
                  <a:pt x="1817" y="12718"/>
                  <a:pt x="1817" y="7877"/>
                  <a:pt x="4671" y="4890"/>
                </a:cubicBezTo>
                <a:cubicBezTo>
                  <a:pt x="6098" y="3397"/>
                  <a:pt x="7969" y="2649"/>
                  <a:pt x="9839" y="2649"/>
                </a:cubicBezTo>
                <a:close/>
              </a:path>
            </a:pathLst>
          </a:custGeom>
          <a:gradFill>
            <a:gsLst>
              <a:gs pos="0">
                <a:schemeClr val="accent2"/>
              </a:gs>
              <a:gs pos="100000">
                <a:schemeClr val="accent1"/>
              </a:gs>
            </a:gsLst>
            <a:lin ang="5400000"/>
          </a:gradFill>
          <a:ln w="12700">
            <a:miter lim="400000"/>
          </a:ln>
        </p:spPr>
        <p:txBody>
          <a:bodyPr lIns="0" tIns="0" rIns="0" bIns="0" anchor="ctr"/>
          <a:lstStyle/>
          <a:p>
            <a:pPr marL="0" marR="0" lvl="0" indent="0" algn="ctr" defTabSz="8255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 kumimoji="0" sz="32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Helvetica Neue Medium"/>
              <a:sym typeface="Helvetica Neue Medium"/>
            </a:endParaRPr>
          </a:p>
        </p:txBody>
      </p:sp>
      <p:sp>
        <p:nvSpPr>
          <p:cNvPr id="216" name="Shape">
            <a:extLst>
              <a:ext uri="{FF2B5EF4-FFF2-40B4-BE49-F238E27FC236}">
                <a16:creationId xmlns:a16="http://schemas.microsoft.com/office/drawing/2014/main" id="{6A5BEC9E-8D6C-468F-E5B4-3FF87F418F23}"/>
              </a:ext>
            </a:extLst>
          </p:cNvPr>
          <p:cNvSpPr/>
          <p:nvPr/>
        </p:nvSpPr>
        <p:spPr>
          <a:xfrm>
            <a:off x="14339439" y="2620192"/>
            <a:ext cx="6322300" cy="632257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800" y="0"/>
                </a:moveTo>
                <a:cubicBezTo>
                  <a:pt x="10787" y="0"/>
                  <a:pt x="10773" y="1"/>
                  <a:pt x="10759" y="1"/>
                </a:cubicBezTo>
                <a:lnTo>
                  <a:pt x="1" y="10760"/>
                </a:lnTo>
                <a:cubicBezTo>
                  <a:pt x="0" y="10900"/>
                  <a:pt x="3" y="11040"/>
                  <a:pt x="8" y="11181"/>
                </a:cubicBezTo>
                <a:lnTo>
                  <a:pt x="11180" y="9"/>
                </a:lnTo>
                <a:cubicBezTo>
                  <a:pt x="11054" y="4"/>
                  <a:pt x="10927" y="0"/>
                  <a:pt x="10800" y="0"/>
                </a:cubicBezTo>
                <a:close/>
                <a:moveTo>
                  <a:pt x="10211" y="17"/>
                </a:moveTo>
                <a:cubicBezTo>
                  <a:pt x="10057" y="25"/>
                  <a:pt x="9903" y="36"/>
                  <a:pt x="9748" y="51"/>
                </a:cubicBezTo>
                <a:lnTo>
                  <a:pt x="50" y="9749"/>
                </a:lnTo>
                <a:cubicBezTo>
                  <a:pt x="35" y="9903"/>
                  <a:pt x="25" y="10057"/>
                  <a:pt x="16" y="10212"/>
                </a:cubicBezTo>
                <a:lnTo>
                  <a:pt x="10211" y="17"/>
                </a:lnTo>
                <a:close/>
                <a:moveTo>
                  <a:pt x="11683" y="38"/>
                </a:moveTo>
                <a:lnTo>
                  <a:pt x="38" y="11684"/>
                </a:lnTo>
                <a:cubicBezTo>
                  <a:pt x="48" y="11814"/>
                  <a:pt x="62" y="11944"/>
                  <a:pt x="78" y="12075"/>
                </a:cubicBezTo>
                <a:lnTo>
                  <a:pt x="12074" y="78"/>
                </a:lnTo>
                <a:cubicBezTo>
                  <a:pt x="11944" y="63"/>
                  <a:pt x="11814" y="49"/>
                  <a:pt x="11683" y="38"/>
                </a:cubicBezTo>
                <a:close/>
                <a:moveTo>
                  <a:pt x="9136" y="131"/>
                </a:moveTo>
                <a:cubicBezTo>
                  <a:pt x="8960" y="158"/>
                  <a:pt x="8786" y="190"/>
                  <a:pt x="8611" y="226"/>
                </a:cubicBezTo>
                <a:lnTo>
                  <a:pt x="226" y="8611"/>
                </a:lnTo>
                <a:cubicBezTo>
                  <a:pt x="190" y="8786"/>
                  <a:pt x="157" y="8961"/>
                  <a:pt x="130" y="9137"/>
                </a:cubicBezTo>
                <a:lnTo>
                  <a:pt x="9136" y="131"/>
                </a:lnTo>
                <a:close/>
                <a:moveTo>
                  <a:pt x="12541" y="143"/>
                </a:moveTo>
                <a:lnTo>
                  <a:pt x="143" y="12541"/>
                </a:lnTo>
                <a:cubicBezTo>
                  <a:pt x="163" y="12663"/>
                  <a:pt x="183" y="12785"/>
                  <a:pt x="207" y="12906"/>
                </a:cubicBezTo>
                <a:lnTo>
                  <a:pt x="12906" y="208"/>
                </a:lnTo>
                <a:cubicBezTo>
                  <a:pt x="12785" y="184"/>
                  <a:pt x="12663" y="163"/>
                  <a:pt x="12541" y="143"/>
                </a:cubicBezTo>
                <a:close/>
                <a:moveTo>
                  <a:pt x="13343" y="303"/>
                </a:moveTo>
                <a:lnTo>
                  <a:pt x="303" y="13343"/>
                </a:lnTo>
                <a:cubicBezTo>
                  <a:pt x="330" y="13456"/>
                  <a:pt x="361" y="13569"/>
                  <a:pt x="392" y="13682"/>
                </a:cubicBezTo>
                <a:lnTo>
                  <a:pt x="13682" y="393"/>
                </a:lnTo>
                <a:cubicBezTo>
                  <a:pt x="13569" y="362"/>
                  <a:pt x="13456" y="331"/>
                  <a:pt x="13343" y="303"/>
                </a:cubicBezTo>
                <a:close/>
                <a:moveTo>
                  <a:pt x="7909" y="395"/>
                </a:moveTo>
                <a:cubicBezTo>
                  <a:pt x="7701" y="452"/>
                  <a:pt x="7495" y="515"/>
                  <a:pt x="7290" y="585"/>
                </a:cubicBezTo>
                <a:lnTo>
                  <a:pt x="584" y="7290"/>
                </a:lnTo>
                <a:cubicBezTo>
                  <a:pt x="514" y="7495"/>
                  <a:pt x="452" y="7702"/>
                  <a:pt x="394" y="7909"/>
                </a:cubicBezTo>
                <a:lnTo>
                  <a:pt x="7909" y="395"/>
                </a:lnTo>
                <a:close/>
                <a:moveTo>
                  <a:pt x="14094" y="515"/>
                </a:moveTo>
                <a:lnTo>
                  <a:pt x="514" y="14094"/>
                </a:lnTo>
                <a:cubicBezTo>
                  <a:pt x="549" y="14202"/>
                  <a:pt x="583" y="14310"/>
                  <a:pt x="620" y="14417"/>
                </a:cubicBezTo>
                <a:lnTo>
                  <a:pt x="14417" y="621"/>
                </a:lnTo>
                <a:cubicBezTo>
                  <a:pt x="14310" y="583"/>
                  <a:pt x="14202" y="549"/>
                  <a:pt x="14094" y="515"/>
                </a:cubicBezTo>
                <a:close/>
                <a:moveTo>
                  <a:pt x="14804" y="767"/>
                </a:moveTo>
                <a:lnTo>
                  <a:pt x="767" y="14804"/>
                </a:lnTo>
                <a:cubicBezTo>
                  <a:pt x="807" y="14905"/>
                  <a:pt x="851" y="15004"/>
                  <a:pt x="894" y="15104"/>
                </a:cubicBezTo>
                <a:lnTo>
                  <a:pt x="15104" y="895"/>
                </a:lnTo>
                <a:cubicBezTo>
                  <a:pt x="15004" y="852"/>
                  <a:pt x="14905" y="807"/>
                  <a:pt x="14804" y="767"/>
                </a:cubicBezTo>
                <a:close/>
                <a:moveTo>
                  <a:pt x="6411" y="932"/>
                </a:moveTo>
                <a:cubicBezTo>
                  <a:pt x="6118" y="1062"/>
                  <a:pt x="5831" y="1206"/>
                  <a:pt x="5549" y="1363"/>
                </a:cubicBezTo>
                <a:lnTo>
                  <a:pt x="1362" y="5549"/>
                </a:lnTo>
                <a:cubicBezTo>
                  <a:pt x="1205" y="5832"/>
                  <a:pt x="1061" y="6119"/>
                  <a:pt x="931" y="6411"/>
                </a:cubicBezTo>
                <a:lnTo>
                  <a:pt x="6411" y="932"/>
                </a:lnTo>
                <a:close/>
                <a:moveTo>
                  <a:pt x="15470" y="1061"/>
                </a:moveTo>
                <a:lnTo>
                  <a:pt x="1060" y="15471"/>
                </a:lnTo>
                <a:cubicBezTo>
                  <a:pt x="1106" y="15567"/>
                  <a:pt x="1153" y="15664"/>
                  <a:pt x="1202" y="15759"/>
                </a:cubicBezTo>
                <a:lnTo>
                  <a:pt x="15759" y="1203"/>
                </a:lnTo>
                <a:cubicBezTo>
                  <a:pt x="15663" y="1153"/>
                  <a:pt x="15567" y="1107"/>
                  <a:pt x="15470" y="1061"/>
                </a:cubicBezTo>
                <a:close/>
                <a:moveTo>
                  <a:pt x="16103" y="1391"/>
                </a:moveTo>
                <a:lnTo>
                  <a:pt x="1391" y="16103"/>
                </a:lnTo>
                <a:cubicBezTo>
                  <a:pt x="1442" y="16194"/>
                  <a:pt x="1494" y="16285"/>
                  <a:pt x="1549" y="16375"/>
                </a:cubicBezTo>
                <a:lnTo>
                  <a:pt x="16375" y="1549"/>
                </a:lnTo>
                <a:cubicBezTo>
                  <a:pt x="16285" y="1495"/>
                  <a:pt x="16194" y="1442"/>
                  <a:pt x="16103" y="1391"/>
                </a:cubicBezTo>
                <a:close/>
                <a:moveTo>
                  <a:pt x="16703" y="1754"/>
                </a:moveTo>
                <a:lnTo>
                  <a:pt x="1753" y="16703"/>
                </a:lnTo>
                <a:cubicBezTo>
                  <a:pt x="1809" y="16788"/>
                  <a:pt x="1869" y="16872"/>
                  <a:pt x="1928" y="16956"/>
                </a:cubicBezTo>
                <a:lnTo>
                  <a:pt x="16956" y="1928"/>
                </a:lnTo>
                <a:cubicBezTo>
                  <a:pt x="16872" y="1869"/>
                  <a:pt x="16788" y="1810"/>
                  <a:pt x="16703" y="1754"/>
                </a:cubicBezTo>
                <a:close/>
                <a:moveTo>
                  <a:pt x="17267" y="2151"/>
                </a:moveTo>
                <a:lnTo>
                  <a:pt x="2151" y="17267"/>
                </a:lnTo>
                <a:cubicBezTo>
                  <a:pt x="2212" y="17349"/>
                  <a:pt x="2274" y="17430"/>
                  <a:pt x="2338" y="17510"/>
                </a:cubicBezTo>
                <a:lnTo>
                  <a:pt x="17510" y="2338"/>
                </a:lnTo>
                <a:cubicBezTo>
                  <a:pt x="17430" y="2275"/>
                  <a:pt x="17349" y="2212"/>
                  <a:pt x="17267" y="2151"/>
                </a:cubicBezTo>
                <a:close/>
                <a:moveTo>
                  <a:pt x="3805" y="2574"/>
                </a:moveTo>
                <a:cubicBezTo>
                  <a:pt x="3586" y="2761"/>
                  <a:pt x="3370" y="2956"/>
                  <a:pt x="3163" y="3163"/>
                </a:cubicBezTo>
                <a:cubicBezTo>
                  <a:pt x="2955" y="3371"/>
                  <a:pt x="2761" y="3586"/>
                  <a:pt x="2574" y="3806"/>
                </a:cubicBezTo>
                <a:lnTo>
                  <a:pt x="3805" y="2574"/>
                </a:lnTo>
                <a:close/>
                <a:moveTo>
                  <a:pt x="17801" y="2579"/>
                </a:moveTo>
                <a:lnTo>
                  <a:pt x="2579" y="17801"/>
                </a:lnTo>
                <a:cubicBezTo>
                  <a:pt x="2645" y="17878"/>
                  <a:pt x="2709" y="17957"/>
                  <a:pt x="2777" y="18032"/>
                </a:cubicBezTo>
                <a:lnTo>
                  <a:pt x="18032" y="2777"/>
                </a:lnTo>
                <a:cubicBezTo>
                  <a:pt x="17957" y="2709"/>
                  <a:pt x="17878" y="2645"/>
                  <a:pt x="17801" y="2579"/>
                </a:cubicBezTo>
                <a:close/>
                <a:moveTo>
                  <a:pt x="18304" y="3036"/>
                </a:moveTo>
                <a:lnTo>
                  <a:pt x="3036" y="18304"/>
                </a:lnTo>
                <a:cubicBezTo>
                  <a:pt x="3079" y="18349"/>
                  <a:pt x="3119" y="18394"/>
                  <a:pt x="3163" y="18438"/>
                </a:cubicBezTo>
                <a:cubicBezTo>
                  <a:pt x="3191" y="18466"/>
                  <a:pt x="3222" y="18492"/>
                  <a:pt x="3250" y="18521"/>
                </a:cubicBezTo>
                <a:lnTo>
                  <a:pt x="18521" y="3251"/>
                </a:lnTo>
                <a:cubicBezTo>
                  <a:pt x="18492" y="3222"/>
                  <a:pt x="18466" y="3192"/>
                  <a:pt x="18438" y="3163"/>
                </a:cubicBezTo>
                <a:cubicBezTo>
                  <a:pt x="18394" y="3119"/>
                  <a:pt x="18348" y="3079"/>
                  <a:pt x="18304" y="3036"/>
                </a:cubicBezTo>
                <a:close/>
                <a:moveTo>
                  <a:pt x="18781" y="3523"/>
                </a:moveTo>
                <a:lnTo>
                  <a:pt x="3522" y="18781"/>
                </a:lnTo>
                <a:cubicBezTo>
                  <a:pt x="3598" y="18850"/>
                  <a:pt x="3676" y="18915"/>
                  <a:pt x="3753" y="18982"/>
                </a:cubicBezTo>
                <a:lnTo>
                  <a:pt x="18982" y="3753"/>
                </a:lnTo>
                <a:cubicBezTo>
                  <a:pt x="18915" y="3676"/>
                  <a:pt x="18850" y="3598"/>
                  <a:pt x="18781" y="3523"/>
                </a:cubicBezTo>
                <a:close/>
                <a:moveTo>
                  <a:pt x="19224" y="4041"/>
                </a:moveTo>
                <a:lnTo>
                  <a:pt x="4041" y="19224"/>
                </a:lnTo>
                <a:cubicBezTo>
                  <a:pt x="4121" y="19289"/>
                  <a:pt x="4202" y="19350"/>
                  <a:pt x="4283" y="19412"/>
                </a:cubicBezTo>
                <a:lnTo>
                  <a:pt x="19412" y="4283"/>
                </a:lnTo>
                <a:cubicBezTo>
                  <a:pt x="19350" y="4202"/>
                  <a:pt x="19289" y="4121"/>
                  <a:pt x="19224" y="4041"/>
                </a:cubicBezTo>
                <a:close/>
                <a:moveTo>
                  <a:pt x="19637" y="4591"/>
                </a:moveTo>
                <a:lnTo>
                  <a:pt x="4591" y="19637"/>
                </a:lnTo>
                <a:cubicBezTo>
                  <a:pt x="4675" y="19696"/>
                  <a:pt x="4758" y="19757"/>
                  <a:pt x="4843" y="19813"/>
                </a:cubicBezTo>
                <a:lnTo>
                  <a:pt x="19813" y="4844"/>
                </a:lnTo>
                <a:cubicBezTo>
                  <a:pt x="19757" y="4758"/>
                  <a:pt x="19696" y="4675"/>
                  <a:pt x="19637" y="4591"/>
                </a:cubicBezTo>
                <a:close/>
                <a:moveTo>
                  <a:pt x="20019" y="5172"/>
                </a:moveTo>
                <a:lnTo>
                  <a:pt x="5172" y="20019"/>
                </a:lnTo>
                <a:cubicBezTo>
                  <a:pt x="5261" y="20073"/>
                  <a:pt x="5351" y="20126"/>
                  <a:pt x="5441" y="20178"/>
                </a:cubicBezTo>
                <a:lnTo>
                  <a:pt x="20178" y="5441"/>
                </a:lnTo>
                <a:cubicBezTo>
                  <a:pt x="20126" y="5351"/>
                  <a:pt x="20073" y="5261"/>
                  <a:pt x="20019" y="5172"/>
                </a:cubicBezTo>
                <a:close/>
                <a:moveTo>
                  <a:pt x="20369" y="5782"/>
                </a:moveTo>
                <a:lnTo>
                  <a:pt x="5782" y="20369"/>
                </a:lnTo>
                <a:cubicBezTo>
                  <a:pt x="5877" y="20419"/>
                  <a:pt x="5974" y="20463"/>
                  <a:pt x="6071" y="20510"/>
                </a:cubicBezTo>
                <a:lnTo>
                  <a:pt x="20510" y="6071"/>
                </a:lnTo>
                <a:cubicBezTo>
                  <a:pt x="20463" y="5975"/>
                  <a:pt x="20419" y="5878"/>
                  <a:pt x="20369" y="5782"/>
                </a:cubicBezTo>
                <a:close/>
                <a:moveTo>
                  <a:pt x="20679" y="6434"/>
                </a:moveTo>
                <a:lnTo>
                  <a:pt x="6434" y="20679"/>
                </a:lnTo>
                <a:cubicBezTo>
                  <a:pt x="6534" y="20723"/>
                  <a:pt x="6633" y="20769"/>
                  <a:pt x="6734" y="20809"/>
                </a:cubicBezTo>
                <a:lnTo>
                  <a:pt x="20809" y="6735"/>
                </a:lnTo>
                <a:cubicBezTo>
                  <a:pt x="20769" y="6634"/>
                  <a:pt x="20723" y="6534"/>
                  <a:pt x="20679" y="6434"/>
                </a:cubicBezTo>
                <a:close/>
                <a:moveTo>
                  <a:pt x="20956" y="7121"/>
                </a:moveTo>
                <a:lnTo>
                  <a:pt x="7120" y="20956"/>
                </a:lnTo>
                <a:cubicBezTo>
                  <a:pt x="7226" y="20994"/>
                  <a:pt x="7333" y="21030"/>
                  <a:pt x="7439" y="21065"/>
                </a:cubicBezTo>
                <a:lnTo>
                  <a:pt x="21065" y="7439"/>
                </a:lnTo>
                <a:cubicBezTo>
                  <a:pt x="21030" y="7333"/>
                  <a:pt x="20994" y="7226"/>
                  <a:pt x="20956" y="7121"/>
                </a:cubicBezTo>
                <a:close/>
                <a:moveTo>
                  <a:pt x="21190" y="7848"/>
                </a:moveTo>
                <a:lnTo>
                  <a:pt x="7848" y="21190"/>
                </a:lnTo>
                <a:cubicBezTo>
                  <a:pt x="7960" y="21221"/>
                  <a:pt x="8073" y="21252"/>
                  <a:pt x="8186" y="21280"/>
                </a:cubicBezTo>
                <a:lnTo>
                  <a:pt x="21280" y="8186"/>
                </a:lnTo>
                <a:cubicBezTo>
                  <a:pt x="21252" y="8073"/>
                  <a:pt x="21221" y="7960"/>
                  <a:pt x="21190" y="7848"/>
                </a:cubicBezTo>
                <a:close/>
                <a:moveTo>
                  <a:pt x="21378" y="8623"/>
                </a:moveTo>
                <a:lnTo>
                  <a:pt x="8623" y="21378"/>
                </a:lnTo>
                <a:cubicBezTo>
                  <a:pt x="8743" y="21402"/>
                  <a:pt x="8863" y="21424"/>
                  <a:pt x="8984" y="21445"/>
                </a:cubicBezTo>
                <a:lnTo>
                  <a:pt x="21445" y="8984"/>
                </a:lnTo>
                <a:cubicBezTo>
                  <a:pt x="21424" y="8864"/>
                  <a:pt x="21402" y="8743"/>
                  <a:pt x="21378" y="8623"/>
                </a:cubicBezTo>
                <a:close/>
                <a:moveTo>
                  <a:pt x="21514" y="9448"/>
                </a:moveTo>
                <a:lnTo>
                  <a:pt x="9447" y="21514"/>
                </a:lnTo>
                <a:cubicBezTo>
                  <a:pt x="9576" y="21530"/>
                  <a:pt x="9704" y="21546"/>
                  <a:pt x="9833" y="21557"/>
                </a:cubicBezTo>
                <a:lnTo>
                  <a:pt x="21557" y="9834"/>
                </a:lnTo>
                <a:cubicBezTo>
                  <a:pt x="21546" y="9705"/>
                  <a:pt x="21530" y="9576"/>
                  <a:pt x="21514" y="9448"/>
                </a:cubicBezTo>
                <a:close/>
                <a:moveTo>
                  <a:pt x="21590" y="10333"/>
                </a:moveTo>
                <a:lnTo>
                  <a:pt x="10332" y="21590"/>
                </a:lnTo>
                <a:cubicBezTo>
                  <a:pt x="10473" y="21596"/>
                  <a:pt x="10613" y="21599"/>
                  <a:pt x="10753" y="21600"/>
                </a:cubicBezTo>
                <a:lnTo>
                  <a:pt x="21600" y="10754"/>
                </a:lnTo>
                <a:cubicBezTo>
                  <a:pt x="21599" y="10613"/>
                  <a:pt x="21596" y="10473"/>
                  <a:pt x="21590" y="10333"/>
                </a:cubicBezTo>
                <a:close/>
                <a:moveTo>
                  <a:pt x="21590" y="11296"/>
                </a:moveTo>
                <a:lnTo>
                  <a:pt x="11295" y="21590"/>
                </a:lnTo>
                <a:cubicBezTo>
                  <a:pt x="11449" y="21583"/>
                  <a:pt x="11603" y="21572"/>
                  <a:pt x="11757" y="21558"/>
                </a:cubicBezTo>
                <a:lnTo>
                  <a:pt x="21558" y="11757"/>
                </a:lnTo>
                <a:cubicBezTo>
                  <a:pt x="21572" y="11603"/>
                  <a:pt x="21583" y="11450"/>
                  <a:pt x="21590" y="11296"/>
                </a:cubicBezTo>
                <a:close/>
                <a:moveTo>
                  <a:pt x="21489" y="12358"/>
                </a:moveTo>
                <a:lnTo>
                  <a:pt x="12358" y="21489"/>
                </a:lnTo>
                <a:cubicBezTo>
                  <a:pt x="12531" y="21464"/>
                  <a:pt x="12703" y="21434"/>
                  <a:pt x="12876" y="21400"/>
                </a:cubicBezTo>
                <a:lnTo>
                  <a:pt x="21400" y="12876"/>
                </a:lnTo>
                <a:cubicBezTo>
                  <a:pt x="21434" y="12704"/>
                  <a:pt x="21464" y="12531"/>
                  <a:pt x="21489" y="12358"/>
                </a:cubicBezTo>
                <a:close/>
                <a:moveTo>
                  <a:pt x="21239" y="13569"/>
                </a:moveTo>
                <a:lnTo>
                  <a:pt x="13569" y="21239"/>
                </a:lnTo>
                <a:cubicBezTo>
                  <a:pt x="13774" y="21185"/>
                  <a:pt x="13978" y="21125"/>
                  <a:pt x="14181" y="21058"/>
                </a:cubicBezTo>
                <a:lnTo>
                  <a:pt x="21058" y="14181"/>
                </a:lnTo>
                <a:cubicBezTo>
                  <a:pt x="21125" y="13978"/>
                  <a:pt x="21185" y="13774"/>
                  <a:pt x="21239" y="13569"/>
                </a:cubicBezTo>
                <a:close/>
                <a:moveTo>
                  <a:pt x="20736" y="15035"/>
                </a:moveTo>
                <a:lnTo>
                  <a:pt x="15035" y="20736"/>
                </a:lnTo>
                <a:cubicBezTo>
                  <a:pt x="15310" y="20619"/>
                  <a:pt x="15581" y="20493"/>
                  <a:pt x="15848" y="20352"/>
                </a:cubicBezTo>
                <a:lnTo>
                  <a:pt x="20352" y="15848"/>
                </a:lnTo>
                <a:cubicBezTo>
                  <a:pt x="20493" y="15581"/>
                  <a:pt x="20619" y="15310"/>
                  <a:pt x="20736" y="15035"/>
                </a:cubicBezTo>
                <a:close/>
                <a:moveTo>
                  <a:pt x="19400" y="17332"/>
                </a:moveTo>
                <a:lnTo>
                  <a:pt x="17332" y="19400"/>
                </a:lnTo>
                <a:cubicBezTo>
                  <a:pt x="17716" y="19108"/>
                  <a:pt x="18087" y="18789"/>
                  <a:pt x="18438" y="18438"/>
                </a:cubicBezTo>
                <a:cubicBezTo>
                  <a:pt x="18788" y="18087"/>
                  <a:pt x="19107" y="17716"/>
                  <a:pt x="19400" y="17332"/>
                </a:cubicBezTo>
                <a:close/>
              </a:path>
            </a:pathLst>
          </a:custGeom>
          <a:solidFill>
            <a:schemeClr val="accent4"/>
          </a:solidFill>
          <a:ln w="12700">
            <a:miter lim="400000"/>
          </a:ln>
        </p:spPr>
        <p:txBody>
          <a:bodyPr lIns="0" tIns="0" rIns="0" bIns="0" anchor="ctr"/>
          <a:lstStyle/>
          <a:p>
            <a:pPr marL="0" marR="0" lvl="0" indent="0" algn="ctr" defTabSz="8255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 kumimoji="0" sz="32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Helvetica Neue Medium"/>
              <a:sym typeface="Helvetica Neue Medium"/>
            </a:endParaRPr>
          </a:p>
        </p:txBody>
      </p:sp>
      <p:sp>
        <p:nvSpPr>
          <p:cNvPr id="217" name="Shape">
            <a:extLst>
              <a:ext uri="{FF2B5EF4-FFF2-40B4-BE49-F238E27FC236}">
                <a16:creationId xmlns:a16="http://schemas.microsoft.com/office/drawing/2014/main" id="{79E572A7-3DCE-86F4-A814-B5C82BD2C8DD}"/>
              </a:ext>
            </a:extLst>
          </p:cNvPr>
          <p:cNvSpPr/>
          <p:nvPr/>
        </p:nvSpPr>
        <p:spPr>
          <a:xfrm>
            <a:off x="5513585" y="9836851"/>
            <a:ext cx="2709536" cy="270965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800" y="0"/>
                </a:moveTo>
                <a:cubicBezTo>
                  <a:pt x="10787" y="0"/>
                  <a:pt x="10773" y="1"/>
                  <a:pt x="10759" y="1"/>
                </a:cubicBezTo>
                <a:lnTo>
                  <a:pt x="1" y="10760"/>
                </a:lnTo>
                <a:cubicBezTo>
                  <a:pt x="0" y="10900"/>
                  <a:pt x="3" y="11040"/>
                  <a:pt x="8" y="11181"/>
                </a:cubicBezTo>
                <a:lnTo>
                  <a:pt x="11180" y="9"/>
                </a:lnTo>
                <a:cubicBezTo>
                  <a:pt x="11054" y="4"/>
                  <a:pt x="10927" y="0"/>
                  <a:pt x="10800" y="0"/>
                </a:cubicBezTo>
                <a:close/>
                <a:moveTo>
                  <a:pt x="10211" y="17"/>
                </a:moveTo>
                <a:cubicBezTo>
                  <a:pt x="10057" y="25"/>
                  <a:pt x="9903" y="36"/>
                  <a:pt x="9748" y="51"/>
                </a:cubicBezTo>
                <a:lnTo>
                  <a:pt x="50" y="9749"/>
                </a:lnTo>
                <a:cubicBezTo>
                  <a:pt x="35" y="9903"/>
                  <a:pt x="25" y="10057"/>
                  <a:pt x="16" y="10212"/>
                </a:cubicBezTo>
                <a:lnTo>
                  <a:pt x="10211" y="17"/>
                </a:lnTo>
                <a:close/>
                <a:moveTo>
                  <a:pt x="11683" y="38"/>
                </a:moveTo>
                <a:lnTo>
                  <a:pt x="38" y="11684"/>
                </a:lnTo>
                <a:cubicBezTo>
                  <a:pt x="48" y="11814"/>
                  <a:pt x="62" y="11944"/>
                  <a:pt x="78" y="12075"/>
                </a:cubicBezTo>
                <a:lnTo>
                  <a:pt x="12074" y="78"/>
                </a:lnTo>
                <a:cubicBezTo>
                  <a:pt x="11944" y="63"/>
                  <a:pt x="11814" y="49"/>
                  <a:pt x="11683" y="38"/>
                </a:cubicBezTo>
                <a:close/>
                <a:moveTo>
                  <a:pt x="9136" y="131"/>
                </a:moveTo>
                <a:cubicBezTo>
                  <a:pt x="8960" y="158"/>
                  <a:pt x="8786" y="190"/>
                  <a:pt x="8611" y="226"/>
                </a:cubicBezTo>
                <a:lnTo>
                  <a:pt x="226" y="8611"/>
                </a:lnTo>
                <a:cubicBezTo>
                  <a:pt x="190" y="8786"/>
                  <a:pt x="157" y="8961"/>
                  <a:pt x="130" y="9137"/>
                </a:cubicBezTo>
                <a:lnTo>
                  <a:pt x="9136" y="131"/>
                </a:lnTo>
                <a:close/>
                <a:moveTo>
                  <a:pt x="12541" y="143"/>
                </a:moveTo>
                <a:lnTo>
                  <a:pt x="143" y="12541"/>
                </a:lnTo>
                <a:cubicBezTo>
                  <a:pt x="163" y="12663"/>
                  <a:pt x="183" y="12785"/>
                  <a:pt x="207" y="12906"/>
                </a:cubicBezTo>
                <a:lnTo>
                  <a:pt x="12906" y="208"/>
                </a:lnTo>
                <a:cubicBezTo>
                  <a:pt x="12785" y="184"/>
                  <a:pt x="12663" y="163"/>
                  <a:pt x="12541" y="143"/>
                </a:cubicBezTo>
                <a:close/>
                <a:moveTo>
                  <a:pt x="13343" y="303"/>
                </a:moveTo>
                <a:lnTo>
                  <a:pt x="303" y="13343"/>
                </a:lnTo>
                <a:cubicBezTo>
                  <a:pt x="330" y="13456"/>
                  <a:pt x="361" y="13569"/>
                  <a:pt x="392" y="13682"/>
                </a:cubicBezTo>
                <a:lnTo>
                  <a:pt x="13682" y="393"/>
                </a:lnTo>
                <a:cubicBezTo>
                  <a:pt x="13569" y="362"/>
                  <a:pt x="13456" y="331"/>
                  <a:pt x="13343" y="303"/>
                </a:cubicBezTo>
                <a:close/>
                <a:moveTo>
                  <a:pt x="7909" y="395"/>
                </a:moveTo>
                <a:cubicBezTo>
                  <a:pt x="7701" y="452"/>
                  <a:pt x="7495" y="515"/>
                  <a:pt x="7290" y="585"/>
                </a:cubicBezTo>
                <a:lnTo>
                  <a:pt x="584" y="7290"/>
                </a:lnTo>
                <a:cubicBezTo>
                  <a:pt x="514" y="7495"/>
                  <a:pt x="452" y="7702"/>
                  <a:pt x="394" y="7909"/>
                </a:cubicBezTo>
                <a:lnTo>
                  <a:pt x="7909" y="395"/>
                </a:lnTo>
                <a:close/>
                <a:moveTo>
                  <a:pt x="14094" y="515"/>
                </a:moveTo>
                <a:lnTo>
                  <a:pt x="514" y="14094"/>
                </a:lnTo>
                <a:cubicBezTo>
                  <a:pt x="549" y="14202"/>
                  <a:pt x="583" y="14310"/>
                  <a:pt x="620" y="14417"/>
                </a:cubicBezTo>
                <a:lnTo>
                  <a:pt x="14417" y="621"/>
                </a:lnTo>
                <a:cubicBezTo>
                  <a:pt x="14310" y="583"/>
                  <a:pt x="14202" y="549"/>
                  <a:pt x="14094" y="515"/>
                </a:cubicBezTo>
                <a:close/>
                <a:moveTo>
                  <a:pt x="14804" y="767"/>
                </a:moveTo>
                <a:lnTo>
                  <a:pt x="767" y="14804"/>
                </a:lnTo>
                <a:cubicBezTo>
                  <a:pt x="807" y="14905"/>
                  <a:pt x="851" y="15004"/>
                  <a:pt x="894" y="15104"/>
                </a:cubicBezTo>
                <a:lnTo>
                  <a:pt x="15104" y="895"/>
                </a:lnTo>
                <a:cubicBezTo>
                  <a:pt x="15004" y="852"/>
                  <a:pt x="14905" y="807"/>
                  <a:pt x="14804" y="767"/>
                </a:cubicBezTo>
                <a:close/>
                <a:moveTo>
                  <a:pt x="6411" y="932"/>
                </a:moveTo>
                <a:cubicBezTo>
                  <a:pt x="6118" y="1062"/>
                  <a:pt x="5831" y="1206"/>
                  <a:pt x="5549" y="1363"/>
                </a:cubicBezTo>
                <a:lnTo>
                  <a:pt x="1362" y="5549"/>
                </a:lnTo>
                <a:cubicBezTo>
                  <a:pt x="1205" y="5832"/>
                  <a:pt x="1061" y="6119"/>
                  <a:pt x="931" y="6411"/>
                </a:cubicBezTo>
                <a:lnTo>
                  <a:pt x="6411" y="932"/>
                </a:lnTo>
                <a:close/>
                <a:moveTo>
                  <a:pt x="15470" y="1061"/>
                </a:moveTo>
                <a:lnTo>
                  <a:pt x="1060" y="15471"/>
                </a:lnTo>
                <a:cubicBezTo>
                  <a:pt x="1106" y="15567"/>
                  <a:pt x="1153" y="15664"/>
                  <a:pt x="1202" y="15759"/>
                </a:cubicBezTo>
                <a:lnTo>
                  <a:pt x="15759" y="1203"/>
                </a:lnTo>
                <a:cubicBezTo>
                  <a:pt x="15663" y="1153"/>
                  <a:pt x="15567" y="1107"/>
                  <a:pt x="15470" y="1061"/>
                </a:cubicBezTo>
                <a:close/>
                <a:moveTo>
                  <a:pt x="16103" y="1391"/>
                </a:moveTo>
                <a:lnTo>
                  <a:pt x="1391" y="16103"/>
                </a:lnTo>
                <a:cubicBezTo>
                  <a:pt x="1442" y="16194"/>
                  <a:pt x="1494" y="16285"/>
                  <a:pt x="1548" y="16375"/>
                </a:cubicBezTo>
                <a:lnTo>
                  <a:pt x="16375" y="1549"/>
                </a:lnTo>
                <a:cubicBezTo>
                  <a:pt x="16285" y="1495"/>
                  <a:pt x="16194" y="1442"/>
                  <a:pt x="16103" y="1391"/>
                </a:cubicBezTo>
                <a:close/>
                <a:moveTo>
                  <a:pt x="16703" y="1754"/>
                </a:moveTo>
                <a:lnTo>
                  <a:pt x="1753" y="16703"/>
                </a:lnTo>
                <a:cubicBezTo>
                  <a:pt x="1809" y="16788"/>
                  <a:pt x="1869" y="16872"/>
                  <a:pt x="1928" y="16956"/>
                </a:cubicBezTo>
                <a:lnTo>
                  <a:pt x="16956" y="1928"/>
                </a:lnTo>
                <a:cubicBezTo>
                  <a:pt x="16872" y="1869"/>
                  <a:pt x="16788" y="1810"/>
                  <a:pt x="16703" y="1754"/>
                </a:cubicBezTo>
                <a:close/>
                <a:moveTo>
                  <a:pt x="17267" y="2151"/>
                </a:moveTo>
                <a:lnTo>
                  <a:pt x="2151" y="17267"/>
                </a:lnTo>
                <a:cubicBezTo>
                  <a:pt x="2212" y="17349"/>
                  <a:pt x="2274" y="17430"/>
                  <a:pt x="2338" y="17510"/>
                </a:cubicBezTo>
                <a:lnTo>
                  <a:pt x="17510" y="2338"/>
                </a:lnTo>
                <a:cubicBezTo>
                  <a:pt x="17430" y="2275"/>
                  <a:pt x="17349" y="2212"/>
                  <a:pt x="17267" y="2151"/>
                </a:cubicBezTo>
                <a:close/>
                <a:moveTo>
                  <a:pt x="3805" y="2574"/>
                </a:moveTo>
                <a:cubicBezTo>
                  <a:pt x="3586" y="2761"/>
                  <a:pt x="3370" y="2956"/>
                  <a:pt x="3163" y="3163"/>
                </a:cubicBezTo>
                <a:cubicBezTo>
                  <a:pt x="2955" y="3371"/>
                  <a:pt x="2761" y="3586"/>
                  <a:pt x="2574" y="3806"/>
                </a:cubicBezTo>
                <a:lnTo>
                  <a:pt x="3805" y="2574"/>
                </a:lnTo>
                <a:close/>
                <a:moveTo>
                  <a:pt x="17801" y="2579"/>
                </a:moveTo>
                <a:lnTo>
                  <a:pt x="2579" y="17801"/>
                </a:lnTo>
                <a:cubicBezTo>
                  <a:pt x="2645" y="17878"/>
                  <a:pt x="2709" y="17957"/>
                  <a:pt x="2777" y="18032"/>
                </a:cubicBezTo>
                <a:lnTo>
                  <a:pt x="18032" y="2777"/>
                </a:lnTo>
                <a:cubicBezTo>
                  <a:pt x="17957" y="2709"/>
                  <a:pt x="17878" y="2645"/>
                  <a:pt x="17801" y="2579"/>
                </a:cubicBezTo>
                <a:close/>
                <a:moveTo>
                  <a:pt x="18304" y="3036"/>
                </a:moveTo>
                <a:lnTo>
                  <a:pt x="3036" y="18304"/>
                </a:lnTo>
                <a:cubicBezTo>
                  <a:pt x="3079" y="18349"/>
                  <a:pt x="3119" y="18394"/>
                  <a:pt x="3163" y="18438"/>
                </a:cubicBezTo>
                <a:cubicBezTo>
                  <a:pt x="3191" y="18466"/>
                  <a:pt x="3222" y="18492"/>
                  <a:pt x="3250" y="18521"/>
                </a:cubicBezTo>
                <a:lnTo>
                  <a:pt x="18521" y="3251"/>
                </a:lnTo>
                <a:cubicBezTo>
                  <a:pt x="18492" y="3222"/>
                  <a:pt x="18466" y="3192"/>
                  <a:pt x="18438" y="3163"/>
                </a:cubicBezTo>
                <a:cubicBezTo>
                  <a:pt x="18394" y="3119"/>
                  <a:pt x="18348" y="3079"/>
                  <a:pt x="18304" y="3036"/>
                </a:cubicBezTo>
                <a:close/>
                <a:moveTo>
                  <a:pt x="18781" y="3523"/>
                </a:moveTo>
                <a:lnTo>
                  <a:pt x="3522" y="18781"/>
                </a:lnTo>
                <a:cubicBezTo>
                  <a:pt x="3598" y="18850"/>
                  <a:pt x="3676" y="18915"/>
                  <a:pt x="3753" y="18982"/>
                </a:cubicBezTo>
                <a:lnTo>
                  <a:pt x="18982" y="3753"/>
                </a:lnTo>
                <a:cubicBezTo>
                  <a:pt x="18915" y="3676"/>
                  <a:pt x="18850" y="3598"/>
                  <a:pt x="18781" y="3523"/>
                </a:cubicBezTo>
                <a:close/>
                <a:moveTo>
                  <a:pt x="19224" y="4041"/>
                </a:moveTo>
                <a:lnTo>
                  <a:pt x="4041" y="19224"/>
                </a:lnTo>
                <a:cubicBezTo>
                  <a:pt x="4121" y="19289"/>
                  <a:pt x="4202" y="19350"/>
                  <a:pt x="4283" y="19412"/>
                </a:cubicBezTo>
                <a:lnTo>
                  <a:pt x="19412" y="4283"/>
                </a:lnTo>
                <a:cubicBezTo>
                  <a:pt x="19350" y="4202"/>
                  <a:pt x="19289" y="4121"/>
                  <a:pt x="19224" y="4041"/>
                </a:cubicBezTo>
                <a:close/>
                <a:moveTo>
                  <a:pt x="19637" y="4591"/>
                </a:moveTo>
                <a:lnTo>
                  <a:pt x="4591" y="19637"/>
                </a:lnTo>
                <a:cubicBezTo>
                  <a:pt x="4675" y="19696"/>
                  <a:pt x="4758" y="19757"/>
                  <a:pt x="4843" y="19813"/>
                </a:cubicBezTo>
                <a:lnTo>
                  <a:pt x="19813" y="4844"/>
                </a:lnTo>
                <a:cubicBezTo>
                  <a:pt x="19757" y="4758"/>
                  <a:pt x="19696" y="4675"/>
                  <a:pt x="19637" y="4591"/>
                </a:cubicBezTo>
                <a:close/>
                <a:moveTo>
                  <a:pt x="20019" y="5172"/>
                </a:moveTo>
                <a:lnTo>
                  <a:pt x="5172" y="20019"/>
                </a:lnTo>
                <a:cubicBezTo>
                  <a:pt x="5261" y="20073"/>
                  <a:pt x="5351" y="20126"/>
                  <a:pt x="5441" y="20178"/>
                </a:cubicBezTo>
                <a:lnTo>
                  <a:pt x="20178" y="5441"/>
                </a:lnTo>
                <a:cubicBezTo>
                  <a:pt x="20126" y="5351"/>
                  <a:pt x="20073" y="5261"/>
                  <a:pt x="20019" y="5172"/>
                </a:cubicBezTo>
                <a:close/>
                <a:moveTo>
                  <a:pt x="20369" y="5782"/>
                </a:moveTo>
                <a:lnTo>
                  <a:pt x="5782" y="20369"/>
                </a:lnTo>
                <a:cubicBezTo>
                  <a:pt x="5877" y="20419"/>
                  <a:pt x="5974" y="20463"/>
                  <a:pt x="6071" y="20510"/>
                </a:cubicBezTo>
                <a:lnTo>
                  <a:pt x="20510" y="6071"/>
                </a:lnTo>
                <a:cubicBezTo>
                  <a:pt x="20463" y="5975"/>
                  <a:pt x="20419" y="5878"/>
                  <a:pt x="20369" y="5782"/>
                </a:cubicBezTo>
                <a:close/>
                <a:moveTo>
                  <a:pt x="20679" y="6434"/>
                </a:moveTo>
                <a:lnTo>
                  <a:pt x="6434" y="20679"/>
                </a:lnTo>
                <a:cubicBezTo>
                  <a:pt x="6534" y="20723"/>
                  <a:pt x="6633" y="20769"/>
                  <a:pt x="6734" y="20809"/>
                </a:cubicBezTo>
                <a:lnTo>
                  <a:pt x="20809" y="6735"/>
                </a:lnTo>
                <a:cubicBezTo>
                  <a:pt x="20769" y="6634"/>
                  <a:pt x="20723" y="6534"/>
                  <a:pt x="20679" y="6434"/>
                </a:cubicBezTo>
                <a:close/>
                <a:moveTo>
                  <a:pt x="20956" y="7121"/>
                </a:moveTo>
                <a:lnTo>
                  <a:pt x="7120" y="20956"/>
                </a:lnTo>
                <a:cubicBezTo>
                  <a:pt x="7226" y="20994"/>
                  <a:pt x="7333" y="21030"/>
                  <a:pt x="7439" y="21065"/>
                </a:cubicBezTo>
                <a:lnTo>
                  <a:pt x="21065" y="7439"/>
                </a:lnTo>
                <a:cubicBezTo>
                  <a:pt x="21030" y="7333"/>
                  <a:pt x="20994" y="7226"/>
                  <a:pt x="20956" y="7121"/>
                </a:cubicBezTo>
                <a:close/>
                <a:moveTo>
                  <a:pt x="21190" y="7848"/>
                </a:moveTo>
                <a:lnTo>
                  <a:pt x="7848" y="21190"/>
                </a:lnTo>
                <a:cubicBezTo>
                  <a:pt x="7960" y="21221"/>
                  <a:pt x="8073" y="21252"/>
                  <a:pt x="8186" y="21280"/>
                </a:cubicBezTo>
                <a:lnTo>
                  <a:pt x="21280" y="8186"/>
                </a:lnTo>
                <a:cubicBezTo>
                  <a:pt x="21252" y="8073"/>
                  <a:pt x="21221" y="7960"/>
                  <a:pt x="21190" y="7848"/>
                </a:cubicBezTo>
                <a:close/>
                <a:moveTo>
                  <a:pt x="21378" y="8623"/>
                </a:moveTo>
                <a:lnTo>
                  <a:pt x="8623" y="21378"/>
                </a:lnTo>
                <a:cubicBezTo>
                  <a:pt x="8743" y="21402"/>
                  <a:pt x="8863" y="21424"/>
                  <a:pt x="8984" y="21445"/>
                </a:cubicBezTo>
                <a:lnTo>
                  <a:pt x="21445" y="8984"/>
                </a:lnTo>
                <a:cubicBezTo>
                  <a:pt x="21424" y="8864"/>
                  <a:pt x="21402" y="8743"/>
                  <a:pt x="21378" y="8623"/>
                </a:cubicBezTo>
                <a:close/>
                <a:moveTo>
                  <a:pt x="21514" y="9448"/>
                </a:moveTo>
                <a:lnTo>
                  <a:pt x="9447" y="21514"/>
                </a:lnTo>
                <a:cubicBezTo>
                  <a:pt x="9576" y="21530"/>
                  <a:pt x="9704" y="21546"/>
                  <a:pt x="9833" y="21557"/>
                </a:cubicBezTo>
                <a:lnTo>
                  <a:pt x="21557" y="9834"/>
                </a:lnTo>
                <a:cubicBezTo>
                  <a:pt x="21546" y="9705"/>
                  <a:pt x="21530" y="9576"/>
                  <a:pt x="21514" y="9448"/>
                </a:cubicBezTo>
                <a:close/>
                <a:moveTo>
                  <a:pt x="21590" y="10333"/>
                </a:moveTo>
                <a:lnTo>
                  <a:pt x="10332" y="21590"/>
                </a:lnTo>
                <a:cubicBezTo>
                  <a:pt x="10473" y="21596"/>
                  <a:pt x="10613" y="21599"/>
                  <a:pt x="10753" y="21600"/>
                </a:cubicBezTo>
                <a:lnTo>
                  <a:pt x="21600" y="10754"/>
                </a:lnTo>
                <a:cubicBezTo>
                  <a:pt x="21599" y="10613"/>
                  <a:pt x="21596" y="10473"/>
                  <a:pt x="21590" y="10333"/>
                </a:cubicBezTo>
                <a:close/>
                <a:moveTo>
                  <a:pt x="21590" y="11296"/>
                </a:moveTo>
                <a:lnTo>
                  <a:pt x="11295" y="21590"/>
                </a:lnTo>
                <a:cubicBezTo>
                  <a:pt x="11449" y="21583"/>
                  <a:pt x="11603" y="21572"/>
                  <a:pt x="11757" y="21558"/>
                </a:cubicBezTo>
                <a:lnTo>
                  <a:pt x="21558" y="11757"/>
                </a:lnTo>
                <a:cubicBezTo>
                  <a:pt x="21572" y="11603"/>
                  <a:pt x="21583" y="11450"/>
                  <a:pt x="21590" y="11296"/>
                </a:cubicBezTo>
                <a:close/>
                <a:moveTo>
                  <a:pt x="21489" y="12358"/>
                </a:moveTo>
                <a:lnTo>
                  <a:pt x="12358" y="21489"/>
                </a:lnTo>
                <a:cubicBezTo>
                  <a:pt x="12531" y="21464"/>
                  <a:pt x="12703" y="21434"/>
                  <a:pt x="12876" y="21400"/>
                </a:cubicBezTo>
                <a:lnTo>
                  <a:pt x="21400" y="12876"/>
                </a:lnTo>
                <a:cubicBezTo>
                  <a:pt x="21434" y="12704"/>
                  <a:pt x="21464" y="12531"/>
                  <a:pt x="21489" y="12358"/>
                </a:cubicBezTo>
                <a:close/>
                <a:moveTo>
                  <a:pt x="21239" y="13569"/>
                </a:moveTo>
                <a:lnTo>
                  <a:pt x="13569" y="21239"/>
                </a:lnTo>
                <a:cubicBezTo>
                  <a:pt x="13774" y="21185"/>
                  <a:pt x="13978" y="21125"/>
                  <a:pt x="14181" y="21058"/>
                </a:cubicBezTo>
                <a:lnTo>
                  <a:pt x="21058" y="14181"/>
                </a:lnTo>
                <a:cubicBezTo>
                  <a:pt x="21125" y="13978"/>
                  <a:pt x="21185" y="13774"/>
                  <a:pt x="21239" y="13569"/>
                </a:cubicBezTo>
                <a:close/>
                <a:moveTo>
                  <a:pt x="20736" y="15035"/>
                </a:moveTo>
                <a:lnTo>
                  <a:pt x="15035" y="20736"/>
                </a:lnTo>
                <a:cubicBezTo>
                  <a:pt x="15310" y="20619"/>
                  <a:pt x="15581" y="20493"/>
                  <a:pt x="15848" y="20352"/>
                </a:cubicBezTo>
                <a:lnTo>
                  <a:pt x="20352" y="15848"/>
                </a:lnTo>
                <a:cubicBezTo>
                  <a:pt x="20493" y="15581"/>
                  <a:pt x="20619" y="15310"/>
                  <a:pt x="20736" y="15035"/>
                </a:cubicBezTo>
                <a:close/>
                <a:moveTo>
                  <a:pt x="19400" y="17332"/>
                </a:moveTo>
                <a:lnTo>
                  <a:pt x="17332" y="19400"/>
                </a:lnTo>
                <a:cubicBezTo>
                  <a:pt x="17716" y="19108"/>
                  <a:pt x="18087" y="18789"/>
                  <a:pt x="18438" y="18438"/>
                </a:cubicBezTo>
                <a:cubicBezTo>
                  <a:pt x="18788" y="18087"/>
                  <a:pt x="19107" y="17716"/>
                  <a:pt x="19400" y="17332"/>
                </a:cubicBezTo>
                <a:close/>
              </a:path>
            </a:pathLst>
          </a:custGeom>
          <a:solidFill>
            <a:schemeClr val="accent4"/>
          </a:solidFill>
          <a:ln w="12700">
            <a:miter lim="400000"/>
          </a:ln>
        </p:spPr>
        <p:txBody>
          <a:bodyPr lIns="0" tIns="0" rIns="0" bIns="0" anchor="ctr"/>
          <a:lstStyle/>
          <a:p>
            <a:pPr marL="0" marR="0" lvl="0" indent="0" algn="ctr" defTabSz="8255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 kumimoji="0" sz="32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Helvetica Neue Medium"/>
              <a:sym typeface="Helvetica Neue Medium"/>
            </a:endParaRPr>
          </a:p>
        </p:txBody>
      </p:sp>
      <p:sp>
        <p:nvSpPr>
          <p:cNvPr id="218" name="Shape">
            <a:extLst>
              <a:ext uri="{FF2B5EF4-FFF2-40B4-BE49-F238E27FC236}">
                <a16:creationId xmlns:a16="http://schemas.microsoft.com/office/drawing/2014/main" id="{A203D9C2-D38F-1479-F599-0251BD75359A}"/>
              </a:ext>
            </a:extLst>
          </p:cNvPr>
          <p:cNvSpPr/>
          <p:nvPr/>
        </p:nvSpPr>
        <p:spPr>
          <a:xfrm>
            <a:off x="1688166" y="791392"/>
            <a:ext cx="7163901" cy="716420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800" y="0"/>
                </a:moveTo>
                <a:cubicBezTo>
                  <a:pt x="10787" y="0"/>
                  <a:pt x="10773" y="1"/>
                  <a:pt x="10759" y="1"/>
                </a:cubicBezTo>
                <a:lnTo>
                  <a:pt x="1" y="10760"/>
                </a:lnTo>
                <a:cubicBezTo>
                  <a:pt x="0" y="10900"/>
                  <a:pt x="3" y="11040"/>
                  <a:pt x="8" y="11181"/>
                </a:cubicBezTo>
                <a:lnTo>
                  <a:pt x="11180" y="9"/>
                </a:lnTo>
                <a:cubicBezTo>
                  <a:pt x="11054" y="4"/>
                  <a:pt x="10927" y="0"/>
                  <a:pt x="10800" y="0"/>
                </a:cubicBezTo>
                <a:close/>
                <a:moveTo>
                  <a:pt x="10211" y="17"/>
                </a:moveTo>
                <a:cubicBezTo>
                  <a:pt x="10057" y="25"/>
                  <a:pt x="9903" y="36"/>
                  <a:pt x="9748" y="51"/>
                </a:cubicBezTo>
                <a:lnTo>
                  <a:pt x="50" y="9749"/>
                </a:lnTo>
                <a:cubicBezTo>
                  <a:pt x="35" y="9903"/>
                  <a:pt x="25" y="10057"/>
                  <a:pt x="16" y="10212"/>
                </a:cubicBezTo>
                <a:lnTo>
                  <a:pt x="10211" y="17"/>
                </a:lnTo>
                <a:close/>
                <a:moveTo>
                  <a:pt x="11683" y="38"/>
                </a:moveTo>
                <a:lnTo>
                  <a:pt x="38" y="11684"/>
                </a:lnTo>
                <a:cubicBezTo>
                  <a:pt x="48" y="11814"/>
                  <a:pt x="62" y="11944"/>
                  <a:pt x="78" y="12075"/>
                </a:cubicBezTo>
                <a:lnTo>
                  <a:pt x="12074" y="78"/>
                </a:lnTo>
                <a:cubicBezTo>
                  <a:pt x="11944" y="63"/>
                  <a:pt x="11814" y="49"/>
                  <a:pt x="11683" y="38"/>
                </a:cubicBezTo>
                <a:close/>
                <a:moveTo>
                  <a:pt x="9136" y="131"/>
                </a:moveTo>
                <a:cubicBezTo>
                  <a:pt x="8960" y="158"/>
                  <a:pt x="8786" y="190"/>
                  <a:pt x="8611" y="226"/>
                </a:cubicBezTo>
                <a:lnTo>
                  <a:pt x="226" y="8611"/>
                </a:lnTo>
                <a:cubicBezTo>
                  <a:pt x="190" y="8786"/>
                  <a:pt x="157" y="8961"/>
                  <a:pt x="130" y="9137"/>
                </a:cubicBezTo>
                <a:lnTo>
                  <a:pt x="9136" y="131"/>
                </a:lnTo>
                <a:close/>
                <a:moveTo>
                  <a:pt x="12541" y="143"/>
                </a:moveTo>
                <a:lnTo>
                  <a:pt x="143" y="12541"/>
                </a:lnTo>
                <a:cubicBezTo>
                  <a:pt x="163" y="12663"/>
                  <a:pt x="183" y="12785"/>
                  <a:pt x="207" y="12906"/>
                </a:cubicBezTo>
                <a:lnTo>
                  <a:pt x="12906" y="208"/>
                </a:lnTo>
                <a:cubicBezTo>
                  <a:pt x="12785" y="184"/>
                  <a:pt x="12663" y="163"/>
                  <a:pt x="12541" y="143"/>
                </a:cubicBezTo>
                <a:close/>
                <a:moveTo>
                  <a:pt x="13343" y="303"/>
                </a:moveTo>
                <a:lnTo>
                  <a:pt x="303" y="13343"/>
                </a:lnTo>
                <a:cubicBezTo>
                  <a:pt x="330" y="13456"/>
                  <a:pt x="361" y="13569"/>
                  <a:pt x="392" y="13682"/>
                </a:cubicBezTo>
                <a:lnTo>
                  <a:pt x="13682" y="393"/>
                </a:lnTo>
                <a:cubicBezTo>
                  <a:pt x="13569" y="362"/>
                  <a:pt x="13456" y="331"/>
                  <a:pt x="13343" y="303"/>
                </a:cubicBezTo>
                <a:close/>
                <a:moveTo>
                  <a:pt x="7909" y="395"/>
                </a:moveTo>
                <a:cubicBezTo>
                  <a:pt x="7701" y="452"/>
                  <a:pt x="7495" y="515"/>
                  <a:pt x="7290" y="585"/>
                </a:cubicBezTo>
                <a:lnTo>
                  <a:pt x="584" y="7290"/>
                </a:lnTo>
                <a:cubicBezTo>
                  <a:pt x="514" y="7495"/>
                  <a:pt x="452" y="7702"/>
                  <a:pt x="394" y="7909"/>
                </a:cubicBezTo>
                <a:lnTo>
                  <a:pt x="7909" y="395"/>
                </a:lnTo>
                <a:close/>
                <a:moveTo>
                  <a:pt x="14094" y="515"/>
                </a:moveTo>
                <a:lnTo>
                  <a:pt x="514" y="14094"/>
                </a:lnTo>
                <a:cubicBezTo>
                  <a:pt x="549" y="14202"/>
                  <a:pt x="583" y="14310"/>
                  <a:pt x="620" y="14417"/>
                </a:cubicBezTo>
                <a:lnTo>
                  <a:pt x="14417" y="621"/>
                </a:lnTo>
                <a:cubicBezTo>
                  <a:pt x="14310" y="583"/>
                  <a:pt x="14202" y="549"/>
                  <a:pt x="14094" y="515"/>
                </a:cubicBezTo>
                <a:close/>
                <a:moveTo>
                  <a:pt x="14804" y="767"/>
                </a:moveTo>
                <a:lnTo>
                  <a:pt x="767" y="14804"/>
                </a:lnTo>
                <a:cubicBezTo>
                  <a:pt x="807" y="14905"/>
                  <a:pt x="851" y="15004"/>
                  <a:pt x="894" y="15104"/>
                </a:cubicBezTo>
                <a:lnTo>
                  <a:pt x="15104" y="895"/>
                </a:lnTo>
                <a:cubicBezTo>
                  <a:pt x="15004" y="852"/>
                  <a:pt x="14905" y="807"/>
                  <a:pt x="14804" y="767"/>
                </a:cubicBezTo>
                <a:close/>
                <a:moveTo>
                  <a:pt x="6411" y="932"/>
                </a:moveTo>
                <a:cubicBezTo>
                  <a:pt x="6118" y="1062"/>
                  <a:pt x="5831" y="1206"/>
                  <a:pt x="5549" y="1363"/>
                </a:cubicBezTo>
                <a:lnTo>
                  <a:pt x="1362" y="5549"/>
                </a:lnTo>
                <a:cubicBezTo>
                  <a:pt x="1205" y="5832"/>
                  <a:pt x="1061" y="6119"/>
                  <a:pt x="931" y="6411"/>
                </a:cubicBezTo>
                <a:lnTo>
                  <a:pt x="6411" y="932"/>
                </a:lnTo>
                <a:close/>
                <a:moveTo>
                  <a:pt x="15470" y="1061"/>
                </a:moveTo>
                <a:lnTo>
                  <a:pt x="1060" y="15471"/>
                </a:lnTo>
                <a:cubicBezTo>
                  <a:pt x="1106" y="15567"/>
                  <a:pt x="1153" y="15664"/>
                  <a:pt x="1202" y="15759"/>
                </a:cubicBezTo>
                <a:lnTo>
                  <a:pt x="15759" y="1203"/>
                </a:lnTo>
                <a:cubicBezTo>
                  <a:pt x="15663" y="1153"/>
                  <a:pt x="15567" y="1107"/>
                  <a:pt x="15470" y="1061"/>
                </a:cubicBezTo>
                <a:close/>
                <a:moveTo>
                  <a:pt x="16103" y="1391"/>
                </a:moveTo>
                <a:lnTo>
                  <a:pt x="1391" y="16103"/>
                </a:lnTo>
                <a:cubicBezTo>
                  <a:pt x="1442" y="16194"/>
                  <a:pt x="1494" y="16285"/>
                  <a:pt x="1548" y="16375"/>
                </a:cubicBezTo>
                <a:lnTo>
                  <a:pt x="16375" y="1549"/>
                </a:lnTo>
                <a:cubicBezTo>
                  <a:pt x="16285" y="1495"/>
                  <a:pt x="16194" y="1442"/>
                  <a:pt x="16103" y="1391"/>
                </a:cubicBezTo>
                <a:close/>
                <a:moveTo>
                  <a:pt x="16703" y="1754"/>
                </a:moveTo>
                <a:lnTo>
                  <a:pt x="1753" y="16703"/>
                </a:lnTo>
                <a:cubicBezTo>
                  <a:pt x="1809" y="16788"/>
                  <a:pt x="1869" y="16872"/>
                  <a:pt x="1928" y="16956"/>
                </a:cubicBezTo>
                <a:lnTo>
                  <a:pt x="16956" y="1928"/>
                </a:lnTo>
                <a:cubicBezTo>
                  <a:pt x="16872" y="1869"/>
                  <a:pt x="16788" y="1810"/>
                  <a:pt x="16703" y="1754"/>
                </a:cubicBezTo>
                <a:close/>
                <a:moveTo>
                  <a:pt x="17267" y="2151"/>
                </a:moveTo>
                <a:lnTo>
                  <a:pt x="2151" y="17267"/>
                </a:lnTo>
                <a:cubicBezTo>
                  <a:pt x="2212" y="17349"/>
                  <a:pt x="2274" y="17430"/>
                  <a:pt x="2338" y="17510"/>
                </a:cubicBezTo>
                <a:lnTo>
                  <a:pt x="17510" y="2338"/>
                </a:lnTo>
                <a:cubicBezTo>
                  <a:pt x="17430" y="2275"/>
                  <a:pt x="17349" y="2212"/>
                  <a:pt x="17267" y="2151"/>
                </a:cubicBezTo>
                <a:close/>
                <a:moveTo>
                  <a:pt x="3805" y="2574"/>
                </a:moveTo>
                <a:cubicBezTo>
                  <a:pt x="3586" y="2761"/>
                  <a:pt x="3370" y="2956"/>
                  <a:pt x="3163" y="3163"/>
                </a:cubicBezTo>
                <a:cubicBezTo>
                  <a:pt x="2955" y="3371"/>
                  <a:pt x="2761" y="3586"/>
                  <a:pt x="2574" y="3806"/>
                </a:cubicBezTo>
                <a:lnTo>
                  <a:pt x="3805" y="2574"/>
                </a:lnTo>
                <a:close/>
                <a:moveTo>
                  <a:pt x="17801" y="2579"/>
                </a:moveTo>
                <a:lnTo>
                  <a:pt x="2579" y="17801"/>
                </a:lnTo>
                <a:cubicBezTo>
                  <a:pt x="2645" y="17878"/>
                  <a:pt x="2709" y="17957"/>
                  <a:pt x="2777" y="18032"/>
                </a:cubicBezTo>
                <a:lnTo>
                  <a:pt x="18032" y="2777"/>
                </a:lnTo>
                <a:cubicBezTo>
                  <a:pt x="17957" y="2709"/>
                  <a:pt x="17878" y="2645"/>
                  <a:pt x="17801" y="2579"/>
                </a:cubicBezTo>
                <a:close/>
                <a:moveTo>
                  <a:pt x="18304" y="3036"/>
                </a:moveTo>
                <a:lnTo>
                  <a:pt x="3036" y="18304"/>
                </a:lnTo>
                <a:cubicBezTo>
                  <a:pt x="3079" y="18349"/>
                  <a:pt x="3119" y="18394"/>
                  <a:pt x="3163" y="18438"/>
                </a:cubicBezTo>
                <a:cubicBezTo>
                  <a:pt x="3191" y="18466"/>
                  <a:pt x="3222" y="18492"/>
                  <a:pt x="3250" y="18521"/>
                </a:cubicBezTo>
                <a:lnTo>
                  <a:pt x="18521" y="3251"/>
                </a:lnTo>
                <a:cubicBezTo>
                  <a:pt x="18492" y="3222"/>
                  <a:pt x="18466" y="3192"/>
                  <a:pt x="18438" y="3163"/>
                </a:cubicBezTo>
                <a:cubicBezTo>
                  <a:pt x="18394" y="3119"/>
                  <a:pt x="18348" y="3079"/>
                  <a:pt x="18304" y="3036"/>
                </a:cubicBezTo>
                <a:close/>
                <a:moveTo>
                  <a:pt x="18781" y="3523"/>
                </a:moveTo>
                <a:lnTo>
                  <a:pt x="3522" y="18781"/>
                </a:lnTo>
                <a:cubicBezTo>
                  <a:pt x="3598" y="18850"/>
                  <a:pt x="3676" y="18915"/>
                  <a:pt x="3753" y="18982"/>
                </a:cubicBezTo>
                <a:lnTo>
                  <a:pt x="18982" y="3753"/>
                </a:lnTo>
                <a:cubicBezTo>
                  <a:pt x="18915" y="3676"/>
                  <a:pt x="18850" y="3598"/>
                  <a:pt x="18781" y="3523"/>
                </a:cubicBezTo>
                <a:close/>
                <a:moveTo>
                  <a:pt x="19224" y="4041"/>
                </a:moveTo>
                <a:lnTo>
                  <a:pt x="4041" y="19224"/>
                </a:lnTo>
                <a:cubicBezTo>
                  <a:pt x="4121" y="19289"/>
                  <a:pt x="4202" y="19350"/>
                  <a:pt x="4283" y="19412"/>
                </a:cubicBezTo>
                <a:lnTo>
                  <a:pt x="19412" y="4283"/>
                </a:lnTo>
                <a:cubicBezTo>
                  <a:pt x="19350" y="4202"/>
                  <a:pt x="19289" y="4121"/>
                  <a:pt x="19224" y="4041"/>
                </a:cubicBezTo>
                <a:close/>
                <a:moveTo>
                  <a:pt x="19637" y="4591"/>
                </a:moveTo>
                <a:lnTo>
                  <a:pt x="4591" y="19637"/>
                </a:lnTo>
                <a:cubicBezTo>
                  <a:pt x="4675" y="19696"/>
                  <a:pt x="4758" y="19757"/>
                  <a:pt x="4843" y="19813"/>
                </a:cubicBezTo>
                <a:lnTo>
                  <a:pt x="19813" y="4844"/>
                </a:lnTo>
                <a:cubicBezTo>
                  <a:pt x="19757" y="4758"/>
                  <a:pt x="19696" y="4675"/>
                  <a:pt x="19637" y="4591"/>
                </a:cubicBezTo>
                <a:close/>
                <a:moveTo>
                  <a:pt x="20019" y="5172"/>
                </a:moveTo>
                <a:lnTo>
                  <a:pt x="5172" y="20019"/>
                </a:lnTo>
                <a:cubicBezTo>
                  <a:pt x="5261" y="20073"/>
                  <a:pt x="5351" y="20126"/>
                  <a:pt x="5441" y="20178"/>
                </a:cubicBezTo>
                <a:lnTo>
                  <a:pt x="20178" y="5441"/>
                </a:lnTo>
                <a:cubicBezTo>
                  <a:pt x="20126" y="5351"/>
                  <a:pt x="20073" y="5261"/>
                  <a:pt x="20019" y="5172"/>
                </a:cubicBezTo>
                <a:close/>
                <a:moveTo>
                  <a:pt x="20369" y="5782"/>
                </a:moveTo>
                <a:lnTo>
                  <a:pt x="5782" y="20369"/>
                </a:lnTo>
                <a:cubicBezTo>
                  <a:pt x="5877" y="20419"/>
                  <a:pt x="5974" y="20463"/>
                  <a:pt x="6071" y="20510"/>
                </a:cubicBezTo>
                <a:lnTo>
                  <a:pt x="20510" y="6071"/>
                </a:lnTo>
                <a:cubicBezTo>
                  <a:pt x="20463" y="5975"/>
                  <a:pt x="20419" y="5878"/>
                  <a:pt x="20369" y="5782"/>
                </a:cubicBezTo>
                <a:close/>
                <a:moveTo>
                  <a:pt x="20679" y="6434"/>
                </a:moveTo>
                <a:lnTo>
                  <a:pt x="6434" y="20679"/>
                </a:lnTo>
                <a:cubicBezTo>
                  <a:pt x="6534" y="20723"/>
                  <a:pt x="6633" y="20769"/>
                  <a:pt x="6734" y="20809"/>
                </a:cubicBezTo>
                <a:lnTo>
                  <a:pt x="20809" y="6735"/>
                </a:lnTo>
                <a:cubicBezTo>
                  <a:pt x="20769" y="6634"/>
                  <a:pt x="20723" y="6534"/>
                  <a:pt x="20679" y="6434"/>
                </a:cubicBezTo>
                <a:close/>
                <a:moveTo>
                  <a:pt x="20956" y="7121"/>
                </a:moveTo>
                <a:lnTo>
                  <a:pt x="7120" y="20956"/>
                </a:lnTo>
                <a:cubicBezTo>
                  <a:pt x="7226" y="20994"/>
                  <a:pt x="7333" y="21030"/>
                  <a:pt x="7439" y="21065"/>
                </a:cubicBezTo>
                <a:lnTo>
                  <a:pt x="21065" y="7439"/>
                </a:lnTo>
                <a:cubicBezTo>
                  <a:pt x="21030" y="7333"/>
                  <a:pt x="20994" y="7226"/>
                  <a:pt x="20956" y="7121"/>
                </a:cubicBezTo>
                <a:close/>
                <a:moveTo>
                  <a:pt x="21190" y="7848"/>
                </a:moveTo>
                <a:lnTo>
                  <a:pt x="7848" y="21190"/>
                </a:lnTo>
                <a:cubicBezTo>
                  <a:pt x="7960" y="21221"/>
                  <a:pt x="8073" y="21252"/>
                  <a:pt x="8186" y="21280"/>
                </a:cubicBezTo>
                <a:lnTo>
                  <a:pt x="21280" y="8186"/>
                </a:lnTo>
                <a:cubicBezTo>
                  <a:pt x="21252" y="8073"/>
                  <a:pt x="21221" y="7960"/>
                  <a:pt x="21190" y="7848"/>
                </a:cubicBezTo>
                <a:close/>
                <a:moveTo>
                  <a:pt x="21378" y="8623"/>
                </a:moveTo>
                <a:lnTo>
                  <a:pt x="8623" y="21378"/>
                </a:lnTo>
                <a:cubicBezTo>
                  <a:pt x="8743" y="21402"/>
                  <a:pt x="8863" y="21424"/>
                  <a:pt x="8984" y="21445"/>
                </a:cubicBezTo>
                <a:lnTo>
                  <a:pt x="21445" y="8984"/>
                </a:lnTo>
                <a:cubicBezTo>
                  <a:pt x="21424" y="8864"/>
                  <a:pt x="21402" y="8743"/>
                  <a:pt x="21378" y="8623"/>
                </a:cubicBezTo>
                <a:close/>
                <a:moveTo>
                  <a:pt x="21514" y="9448"/>
                </a:moveTo>
                <a:lnTo>
                  <a:pt x="9447" y="21514"/>
                </a:lnTo>
                <a:cubicBezTo>
                  <a:pt x="9576" y="21530"/>
                  <a:pt x="9704" y="21546"/>
                  <a:pt x="9833" y="21557"/>
                </a:cubicBezTo>
                <a:lnTo>
                  <a:pt x="21557" y="9834"/>
                </a:lnTo>
                <a:cubicBezTo>
                  <a:pt x="21546" y="9705"/>
                  <a:pt x="21530" y="9576"/>
                  <a:pt x="21514" y="9448"/>
                </a:cubicBezTo>
                <a:close/>
                <a:moveTo>
                  <a:pt x="21590" y="10333"/>
                </a:moveTo>
                <a:lnTo>
                  <a:pt x="10332" y="21590"/>
                </a:lnTo>
                <a:cubicBezTo>
                  <a:pt x="10473" y="21596"/>
                  <a:pt x="10613" y="21599"/>
                  <a:pt x="10753" y="21600"/>
                </a:cubicBezTo>
                <a:lnTo>
                  <a:pt x="21600" y="10754"/>
                </a:lnTo>
                <a:cubicBezTo>
                  <a:pt x="21599" y="10613"/>
                  <a:pt x="21596" y="10473"/>
                  <a:pt x="21590" y="10333"/>
                </a:cubicBezTo>
                <a:close/>
                <a:moveTo>
                  <a:pt x="21590" y="11296"/>
                </a:moveTo>
                <a:lnTo>
                  <a:pt x="11295" y="21590"/>
                </a:lnTo>
                <a:cubicBezTo>
                  <a:pt x="11449" y="21583"/>
                  <a:pt x="11603" y="21572"/>
                  <a:pt x="11757" y="21558"/>
                </a:cubicBezTo>
                <a:lnTo>
                  <a:pt x="21558" y="11757"/>
                </a:lnTo>
                <a:cubicBezTo>
                  <a:pt x="21572" y="11603"/>
                  <a:pt x="21583" y="11450"/>
                  <a:pt x="21590" y="11296"/>
                </a:cubicBezTo>
                <a:close/>
                <a:moveTo>
                  <a:pt x="21489" y="12358"/>
                </a:moveTo>
                <a:lnTo>
                  <a:pt x="12358" y="21489"/>
                </a:lnTo>
                <a:cubicBezTo>
                  <a:pt x="12531" y="21464"/>
                  <a:pt x="12703" y="21434"/>
                  <a:pt x="12876" y="21400"/>
                </a:cubicBezTo>
                <a:lnTo>
                  <a:pt x="21400" y="12876"/>
                </a:lnTo>
                <a:cubicBezTo>
                  <a:pt x="21434" y="12704"/>
                  <a:pt x="21464" y="12531"/>
                  <a:pt x="21489" y="12358"/>
                </a:cubicBezTo>
                <a:close/>
                <a:moveTo>
                  <a:pt x="21239" y="13569"/>
                </a:moveTo>
                <a:lnTo>
                  <a:pt x="13569" y="21239"/>
                </a:lnTo>
                <a:cubicBezTo>
                  <a:pt x="13774" y="21185"/>
                  <a:pt x="13978" y="21125"/>
                  <a:pt x="14181" y="21058"/>
                </a:cubicBezTo>
                <a:lnTo>
                  <a:pt x="21058" y="14181"/>
                </a:lnTo>
                <a:cubicBezTo>
                  <a:pt x="21125" y="13978"/>
                  <a:pt x="21185" y="13774"/>
                  <a:pt x="21239" y="13569"/>
                </a:cubicBezTo>
                <a:close/>
                <a:moveTo>
                  <a:pt x="20736" y="15035"/>
                </a:moveTo>
                <a:lnTo>
                  <a:pt x="15035" y="20736"/>
                </a:lnTo>
                <a:cubicBezTo>
                  <a:pt x="15310" y="20619"/>
                  <a:pt x="15581" y="20493"/>
                  <a:pt x="15848" y="20352"/>
                </a:cubicBezTo>
                <a:lnTo>
                  <a:pt x="20352" y="15848"/>
                </a:lnTo>
                <a:cubicBezTo>
                  <a:pt x="20493" y="15581"/>
                  <a:pt x="20619" y="15310"/>
                  <a:pt x="20736" y="15035"/>
                </a:cubicBezTo>
                <a:close/>
                <a:moveTo>
                  <a:pt x="19400" y="17332"/>
                </a:moveTo>
                <a:lnTo>
                  <a:pt x="17332" y="19400"/>
                </a:lnTo>
                <a:cubicBezTo>
                  <a:pt x="17716" y="19108"/>
                  <a:pt x="18087" y="18789"/>
                  <a:pt x="18438" y="18438"/>
                </a:cubicBezTo>
                <a:cubicBezTo>
                  <a:pt x="18788" y="18087"/>
                  <a:pt x="19107" y="17716"/>
                  <a:pt x="19400" y="17332"/>
                </a:cubicBezTo>
                <a:close/>
              </a:path>
            </a:pathLst>
          </a:custGeom>
          <a:solidFill>
            <a:schemeClr val="accent4"/>
          </a:solidFill>
          <a:ln w="12700">
            <a:miter lim="400000"/>
          </a:ln>
        </p:spPr>
        <p:txBody>
          <a:bodyPr lIns="0" tIns="0" rIns="0" bIns="0" anchor="ctr"/>
          <a:lstStyle/>
          <a:p>
            <a:pPr marL="0" marR="0" lvl="0" indent="0" algn="ctr" defTabSz="8255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 kumimoji="0" sz="32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Helvetica Neue Medium"/>
              <a:sym typeface="Helvetica Neue Medium"/>
            </a:endParaRPr>
          </a:p>
        </p:txBody>
      </p:sp>
      <p:sp>
        <p:nvSpPr>
          <p:cNvPr id="219" name="Shape">
            <a:extLst>
              <a:ext uri="{FF2B5EF4-FFF2-40B4-BE49-F238E27FC236}">
                <a16:creationId xmlns:a16="http://schemas.microsoft.com/office/drawing/2014/main" id="{1C631ED2-B4AC-35FB-A3C8-B1E7C8AA3BB1}"/>
              </a:ext>
            </a:extLst>
          </p:cNvPr>
          <p:cNvSpPr/>
          <p:nvPr/>
        </p:nvSpPr>
        <p:spPr>
          <a:xfrm>
            <a:off x="11727838" y="12253507"/>
            <a:ext cx="4276957" cy="427713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800" y="0"/>
                </a:moveTo>
                <a:cubicBezTo>
                  <a:pt x="10787" y="0"/>
                  <a:pt x="10773" y="1"/>
                  <a:pt x="10759" y="1"/>
                </a:cubicBezTo>
                <a:lnTo>
                  <a:pt x="1" y="10760"/>
                </a:lnTo>
                <a:cubicBezTo>
                  <a:pt x="0" y="10900"/>
                  <a:pt x="3" y="11040"/>
                  <a:pt x="8" y="11181"/>
                </a:cubicBezTo>
                <a:lnTo>
                  <a:pt x="11180" y="9"/>
                </a:lnTo>
                <a:cubicBezTo>
                  <a:pt x="11054" y="4"/>
                  <a:pt x="10927" y="0"/>
                  <a:pt x="10800" y="0"/>
                </a:cubicBezTo>
                <a:close/>
                <a:moveTo>
                  <a:pt x="10211" y="17"/>
                </a:moveTo>
                <a:cubicBezTo>
                  <a:pt x="10057" y="25"/>
                  <a:pt x="9903" y="36"/>
                  <a:pt x="9748" y="51"/>
                </a:cubicBezTo>
                <a:lnTo>
                  <a:pt x="50" y="9749"/>
                </a:lnTo>
                <a:cubicBezTo>
                  <a:pt x="35" y="9903"/>
                  <a:pt x="25" y="10057"/>
                  <a:pt x="16" y="10212"/>
                </a:cubicBezTo>
                <a:lnTo>
                  <a:pt x="10211" y="17"/>
                </a:lnTo>
                <a:close/>
                <a:moveTo>
                  <a:pt x="11683" y="38"/>
                </a:moveTo>
                <a:lnTo>
                  <a:pt x="38" y="11684"/>
                </a:lnTo>
                <a:cubicBezTo>
                  <a:pt x="48" y="11814"/>
                  <a:pt x="62" y="11944"/>
                  <a:pt x="78" y="12075"/>
                </a:cubicBezTo>
                <a:lnTo>
                  <a:pt x="12074" y="78"/>
                </a:lnTo>
                <a:cubicBezTo>
                  <a:pt x="11944" y="63"/>
                  <a:pt x="11814" y="49"/>
                  <a:pt x="11683" y="38"/>
                </a:cubicBezTo>
                <a:close/>
                <a:moveTo>
                  <a:pt x="9136" y="131"/>
                </a:moveTo>
                <a:cubicBezTo>
                  <a:pt x="8960" y="158"/>
                  <a:pt x="8786" y="190"/>
                  <a:pt x="8611" y="226"/>
                </a:cubicBezTo>
                <a:lnTo>
                  <a:pt x="226" y="8611"/>
                </a:lnTo>
                <a:cubicBezTo>
                  <a:pt x="190" y="8786"/>
                  <a:pt x="157" y="8961"/>
                  <a:pt x="130" y="9137"/>
                </a:cubicBezTo>
                <a:lnTo>
                  <a:pt x="9136" y="131"/>
                </a:lnTo>
                <a:close/>
                <a:moveTo>
                  <a:pt x="12541" y="143"/>
                </a:moveTo>
                <a:lnTo>
                  <a:pt x="143" y="12541"/>
                </a:lnTo>
                <a:cubicBezTo>
                  <a:pt x="163" y="12663"/>
                  <a:pt x="183" y="12785"/>
                  <a:pt x="207" y="12906"/>
                </a:cubicBezTo>
                <a:lnTo>
                  <a:pt x="12906" y="208"/>
                </a:lnTo>
                <a:cubicBezTo>
                  <a:pt x="12785" y="184"/>
                  <a:pt x="12663" y="163"/>
                  <a:pt x="12541" y="143"/>
                </a:cubicBezTo>
                <a:close/>
                <a:moveTo>
                  <a:pt x="13343" y="303"/>
                </a:moveTo>
                <a:lnTo>
                  <a:pt x="303" y="13343"/>
                </a:lnTo>
                <a:cubicBezTo>
                  <a:pt x="330" y="13456"/>
                  <a:pt x="361" y="13569"/>
                  <a:pt x="392" y="13682"/>
                </a:cubicBezTo>
                <a:lnTo>
                  <a:pt x="13682" y="393"/>
                </a:lnTo>
                <a:cubicBezTo>
                  <a:pt x="13569" y="362"/>
                  <a:pt x="13456" y="331"/>
                  <a:pt x="13343" y="303"/>
                </a:cubicBezTo>
                <a:close/>
                <a:moveTo>
                  <a:pt x="7909" y="395"/>
                </a:moveTo>
                <a:cubicBezTo>
                  <a:pt x="7701" y="452"/>
                  <a:pt x="7495" y="515"/>
                  <a:pt x="7290" y="585"/>
                </a:cubicBezTo>
                <a:lnTo>
                  <a:pt x="584" y="7290"/>
                </a:lnTo>
                <a:cubicBezTo>
                  <a:pt x="514" y="7495"/>
                  <a:pt x="452" y="7702"/>
                  <a:pt x="394" y="7909"/>
                </a:cubicBezTo>
                <a:lnTo>
                  <a:pt x="7909" y="395"/>
                </a:lnTo>
                <a:close/>
                <a:moveTo>
                  <a:pt x="14094" y="515"/>
                </a:moveTo>
                <a:lnTo>
                  <a:pt x="514" y="14094"/>
                </a:lnTo>
                <a:cubicBezTo>
                  <a:pt x="549" y="14202"/>
                  <a:pt x="583" y="14310"/>
                  <a:pt x="620" y="14417"/>
                </a:cubicBezTo>
                <a:lnTo>
                  <a:pt x="14417" y="621"/>
                </a:lnTo>
                <a:cubicBezTo>
                  <a:pt x="14310" y="583"/>
                  <a:pt x="14202" y="549"/>
                  <a:pt x="14094" y="515"/>
                </a:cubicBezTo>
                <a:close/>
                <a:moveTo>
                  <a:pt x="14804" y="767"/>
                </a:moveTo>
                <a:lnTo>
                  <a:pt x="767" y="14804"/>
                </a:lnTo>
                <a:cubicBezTo>
                  <a:pt x="807" y="14905"/>
                  <a:pt x="851" y="15004"/>
                  <a:pt x="894" y="15104"/>
                </a:cubicBezTo>
                <a:lnTo>
                  <a:pt x="15104" y="895"/>
                </a:lnTo>
                <a:cubicBezTo>
                  <a:pt x="15004" y="852"/>
                  <a:pt x="14905" y="807"/>
                  <a:pt x="14804" y="767"/>
                </a:cubicBezTo>
                <a:close/>
                <a:moveTo>
                  <a:pt x="6411" y="932"/>
                </a:moveTo>
                <a:cubicBezTo>
                  <a:pt x="6118" y="1062"/>
                  <a:pt x="5831" y="1206"/>
                  <a:pt x="5549" y="1363"/>
                </a:cubicBezTo>
                <a:lnTo>
                  <a:pt x="1362" y="5549"/>
                </a:lnTo>
                <a:cubicBezTo>
                  <a:pt x="1205" y="5832"/>
                  <a:pt x="1061" y="6119"/>
                  <a:pt x="931" y="6411"/>
                </a:cubicBezTo>
                <a:lnTo>
                  <a:pt x="6411" y="932"/>
                </a:lnTo>
                <a:close/>
                <a:moveTo>
                  <a:pt x="15470" y="1061"/>
                </a:moveTo>
                <a:lnTo>
                  <a:pt x="1060" y="15471"/>
                </a:lnTo>
                <a:cubicBezTo>
                  <a:pt x="1106" y="15567"/>
                  <a:pt x="1153" y="15664"/>
                  <a:pt x="1202" y="15759"/>
                </a:cubicBezTo>
                <a:lnTo>
                  <a:pt x="15759" y="1203"/>
                </a:lnTo>
                <a:cubicBezTo>
                  <a:pt x="15663" y="1153"/>
                  <a:pt x="15567" y="1107"/>
                  <a:pt x="15470" y="1061"/>
                </a:cubicBezTo>
                <a:close/>
                <a:moveTo>
                  <a:pt x="16103" y="1391"/>
                </a:moveTo>
                <a:lnTo>
                  <a:pt x="1391" y="16103"/>
                </a:lnTo>
                <a:cubicBezTo>
                  <a:pt x="1442" y="16194"/>
                  <a:pt x="1494" y="16285"/>
                  <a:pt x="1549" y="16375"/>
                </a:cubicBezTo>
                <a:lnTo>
                  <a:pt x="16375" y="1549"/>
                </a:lnTo>
                <a:cubicBezTo>
                  <a:pt x="16285" y="1495"/>
                  <a:pt x="16194" y="1442"/>
                  <a:pt x="16103" y="1391"/>
                </a:cubicBezTo>
                <a:close/>
                <a:moveTo>
                  <a:pt x="16703" y="1754"/>
                </a:moveTo>
                <a:lnTo>
                  <a:pt x="1753" y="16703"/>
                </a:lnTo>
                <a:cubicBezTo>
                  <a:pt x="1809" y="16788"/>
                  <a:pt x="1869" y="16872"/>
                  <a:pt x="1928" y="16956"/>
                </a:cubicBezTo>
                <a:lnTo>
                  <a:pt x="16956" y="1928"/>
                </a:lnTo>
                <a:cubicBezTo>
                  <a:pt x="16872" y="1869"/>
                  <a:pt x="16788" y="1810"/>
                  <a:pt x="16703" y="1754"/>
                </a:cubicBezTo>
                <a:close/>
                <a:moveTo>
                  <a:pt x="17267" y="2151"/>
                </a:moveTo>
                <a:lnTo>
                  <a:pt x="2151" y="17267"/>
                </a:lnTo>
                <a:cubicBezTo>
                  <a:pt x="2212" y="17349"/>
                  <a:pt x="2274" y="17430"/>
                  <a:pt x="2338" y="17510"/>
                </a:cubicBezTo>
                <a:lnTo>
                  <a:pt x="17510" y="2338"/>
                </a:lnTo>
                <a:cubicBezTo>
                  <a:pt x="17430" y="2275"/>
                  <a:pt x="17349" y="2212"/>
                  <a:pt x="17267" y="2151"/>
                </a:cubicBezTo>
                <a:close/>
                <a:moveTo>
                  <a:pt x="3805" y="2574"/>
                </a:moveTo>
                <a:cubicBezTo>
                  <a:pt x="3586" y="2761"/>
                  <a:pt x="3370" y="2956"/>
                  <a:pt x="3163" y="3163"/>
                </a:cubicBezTo>
                <a:cubicBezTo>
                  <a:pt x="2955" y="3371"/>
                  <a:pt x="2761" y="3586"/>
                  <a:pt x="2574" y="3806"/>
                </a:cubicBezTo>
                <a:lnTo>
                  <a:pt x="3805" y="2574"/>
                </a:lnTo>
                <a:close/>
                <a:moveTo>
                  <a:pt x="17801" y="2579"/>
                </a:moveTo>
                <a:lnTo>
                  <a:pt x="2579" y="17801"/>
                </a:lnTo>
                <a:cubicBezTo>
                  <a:pt x="2645" y="17878"/>
                  <a:pt x="2709" y="17957"/>
                  <a:pt x="2777" y="18032"/>
                </a:cubicBezTo>
                <a:lnTo>
                  <a:pt x="18032" y="2777"/>
                </a:lnTo>
                <a:cubicBezTo>
                  <a:pt x="17957" y="2709"/>
                  <a:pt x="17878" y="2645"/>
                  <a:pt x="17801" y="2579"/>
                </a:cubicBezTo>
                <a:close/>
                <a:moveTo>
                  <a:pt x="18304" y="3036"/>
                </a:moveTo>
                <a:lnTo>
                  <a:pt x="3036" y="18304"/>
                </a:lnTo>
                <a:cubicBezTo>
                  <a:pt x="3079" y="18349"/>
                  <a:pt x="3119" y="18394"/>
                  <a:pt x="3163" y="18438"/>
                </a:cubicBezTo>
                <a:cubicBezTo>
                  <a:pt x="3191" y="18466"/>
                  <a:pt x="3222" y="18492"/>
                  <a:pt x="3250" y="18521"/>
                </a:cubicBezTo>
                <a:lnTo>
                  <a:pt x="18521" y="3251"/>
                </a:lnTo>
                <a:cubicBezTo>
                  <a:pt x="18492" y="3222"/>
                  <a:pt x="18466" y="3192"/>
                  <a:pt x="18438" y="3163"/>
                </a:cubicBezTo>
                <a:cubicBezTo>
                  <a:pt x="18394" y="3119"/>
                  <a:pt x="18348" y="3079"/>
                  <a:pt x="18304" y="3036"/>
                </a:cubicBezTo>
                <a:close/>
                <a:moveTo>
                  <a:pt x="18781" y="3523"/>
                </a:moveTo>
                <a:lnTo>
                  <a:pt x="3522" y="18781"/>
                </a:lnTo>
                <a:cubicBezTo>
                  <a:pt x="3598" y="18850"/>
                  <a:pt x="3676" y="18915"/>
                  <a:pt x="3753" y="18982"/>
                </a:cubicBezTo>
                <a:lnTo>
                  <a:pt x="18982" y="3753"/>
                </a:lnTo>
                <a:cubicBezTo>
                  <a:pt x="18915" y="3676"/>
                  <a:pt x="18850" y="3598"/>
                  <a:pt x="18781" y="3523"/>
                </a:cubicBezTo>
                <a:close/>
                <a:moveTo>
                  <a:pt x="19224" y="4041"/>
                </a:moveTo>
                <a:lnTo>
                  <a:pt x="4041" y="19224"/>
                </a:lnTo>
                <a:cubicBezTo>
                  <a:pt x="4121" y="19289"/>
                  <a:pt x="4202" y="19350"/>
                  <a:pt x="4283" y="19412"/>
                </a:cubicBezTo>
                <a:lnTo>
                  <a:pt x="19412" y="4283"/>
                </a:lnTo>
                <a:cubicBezTo>
                  <a:pt x="19350" y="4202"/>
                  <a:pt x="19289" y="4121"/>
                  <a:pt x="19224" y="4041"/>
                </a:cubicBezTo>
                <a:close/>
                <a:moveTo>
                  <a:pt x="19637" y="4591"/>
                </a:moveTo>
                <a:lnTo>
                  <a:pt x="4591" y="19637"/>
                </a:lnTo>
                <a:cubicBezTo>
                  <a:pt x="4675" y="19696"/>
                  <a:pt x="4758" y="19757"/>
                  <a:pt x="4843" y="19813"/>
                </a:cubicBezTo>
                <a:lnTo>
                  <a:pt x="19813" y="4844"/>
                </a:lnTo>
                <a:cubicBezTo>
                  <a:pt x="19757" y="4758"/>
                  <a:pt x="19696" y="4675"/>
                  <a:pt x="19637" y="4591"/>
                </a:cubicBezTo>
                <a:close/>
                <a:moveTo>
                  <a:pt x="20019" y="5172"/>
                </a:moveTo>
                <a:lnTo>
                  <a:pt x="5172" y="20019"/>
                </a:lnTo>
                <a:cubicBezTo>
                  <a:pt x="5261" y="20073"/>
                  <a:pt x="5351" y="20126"/>
                  <a:pt x="5441" y="20178"/>
                </a:cubicBezTo>
                <a:lnTo>
                  <a:pt x="20178" y="5441"/>
                </a:lnTo>
                <a:cubicBezTo>
                  <a:pt x="20126" y="5351"/>
                  <a:pt x="20073" y="5261"/>
                  <a:pt x="20019" y="5172"/>
                </a:cubicBezTo>
                <a:close/>
                <a:moveTo>
                  <a:pt x="20369" y="5782"/>
                </a:moveTo>
                <a:lnTo>
                  <a:pt x="5782" y="20369"/>
                </a:lnTo>
                <a:cubicBezTo>
                  <a:pt x="5877" y="20419"/>
                  <a:pt x="5974" y="20463"/>
                  <a:pt x="6071" y="20510"/>
                </a:cubicBezTo>
                <a:lnTo>
                  <a:pt x="20510" y="6071"/>
                </a:lnTo>
                <a:cubicBezTo>
                  <a:pt x="20463" y="5975"/>
                  <a:pt x="20419" y="5878"/>
                  <a:pt x="20369" y="5782"/>
                </a:cubicBezTo>
                <a:close/>
                <a:moveTo>
                  <a:pt x="20679" y="6434"/>
                </a:moveTo>
                <a:lnTo>
                  <a:pt x="6434" y="20679"/>
                </a:lnTo>
                <a:cubicBezTo>
                  <a:pt x="6534" y="20723"/>
                  <a:pt x="6633" y="20769"/>
                  <a:pt x="6734" y="20809"/>
                </a:cubicBezTo>
                <a:lnTo>
                  <a:pt x="20809" y="6735"/>
                </a:lnTo>
                <a:cubicBezTo>
                  <a:pt x="20769" y="6634"/>
                  <a:pt x="20723" y="6534"/>
                  <a:pt x="20679" y="6434"/>
                </a:cubicBezTo>
                <a:close/>
                <a:moveTo>
                  <a:pt x="20956" y="7121"/>
                </a:moveTo>
                <a:lnTo>
                  <a:pt x="7120" y="20956"/>
                </a:lnTo>
                <a:cubicBezTo>
                  <a:pt x="7226" y="20994"/>
                  <a:pt x="7333" y="21030"/>
                  <a:pt x="7439" y="21065"/>
                </a:cubicBezTo>
                <a:lnTo>
                  <a:pt x="21065" y="7439"/>
                </a:lnTo>
                <a:cubicBezTo>
                  <a:pt x="21030" y="7333"/>
                  <a:pt x="20994" y="7226"/>
                  <a:pt x="20956" y="7121"/>
                </a:cubicBezTo>
                <a:close/>
                <a:moveTo>
                  <a:pt x="21190" y="7848"/>
                </a:moveTo>
                <a:lnTo>
                  <a:pt x="7848" y="21190"/>
                </a:lnTo>
                <a:cubicBezTo>
                  <a:pt x="7960" y="21221"/>
                  <a:pt x="8073" y="21252"/>
                  <a:pt x="8186" y="21280"/>
                </a:cubicBezTo>
                <a:lnTo>
                  <a:pt x="21280" y="8186"/>
                </a:lnTo>
                <a:cubicBezTo>
                  <a:pt x="21252" y="8073"/>
                  <a:pt x="21221" y="7960"/>
                  <a:pt x="21190" y="7848"/>
                </a:cubicBezTo>
                <a:close/>
                <a:moveTo>
                  <a:pt x="21378" y="8623"/>
                </a:moveTo>
                <a:lnTo>
                  <a:pt x="8623" y="21378"/>
                </a:lnTo>
                <a:cubicBezTo>
                  <a:pt x="8743" y="21402"/>
                  <a:pt x="8863" y="21424"/>
                  <a:pt x="8984" y="21445"/>
                </a:cubicBezTo>
                <a:lnTo>
                  <a:pt x="21445" y="8984"/>
                </a:lnTo>
                <a:cubicBezTo>
                  <a:pt x="21424" y="8864"/>
                  <a:pt x="21402" y="8743"/>
                  <a:pt x="21378" y="8623"/>
                </a:cubicBezTo>
                <a:close/>
                <a:moveTo>
                  <a:pt x="21514" y="9448"/>
                </a:moveTo>
                <a:lnTo>
                  <a:pt x="9447" y="21514"/>
                </a:lnTo>
                <a:cubicBezTo>
                  <a:pt x="9576" y="21530"/>
                  <a:pt x="9704" y="21546"/>
                  <a:pt x="9833" y="21557"/>
                </a:cubicBezTo>
                <a:lnTo>
                  <a:pt x="21557" y="9834"/>
                </a:lnTo>
                <a:cubicBezTo>
                  <a:pt x="21546" y="9705"/>
                  <a:pt x="21530" y="9576"/>
                  <a:pt x="21514" y="9448"/>
                </a:cubicBezTo>
                <a:close/>
                <a:moveTo>
                  <a:pt x="21590" y="10333"/>
                </a:moveTo>
                <a:lnTo>
                  <a:pt x="10332" y="21590"/>
                </a:lnTo>
                <a:cubicBezTo>
                  <a:pt x="10473" y="21596"/>
                  <a:pt x="10613" y="21599"/>
                  <a:pt x="10753" y="21600"/>
                </a:cubicBezTo>
                <a:lnTo>
                  <a:pt x="21600" y="10754"/>
                </a:lnTo>
                <a:cubicBezTo>
                  <a:pt x="21599" y="10613"/>
                  <a:pt x="21596" y="10473"/>
                  <a:pt x="21590" y="10333"/>
                </a:cubicBezTo>
                <a:close/>
                <a:moveTo>
                  <a:pt x="21590" y="11296"/>
                </a:moveTo>
                <a:lnTo>
                  <a:pt x="11295" y="21590"/>
                </a:lnTo>
                <a:cubicBezTo>
                  <a:pt x="11449" y="21583"/>
                  <a:pt x="11603" y="21572"/>
                  <a:pt x="11757" y="21558"/>
                </a:cubicBezTo>
                <a:lnTo>
                  <a:pt x="21558" y="11757"/>
                </a:lnTo>
                <a:cubicBezTo>
                  <a:pt x="21572" y="11603"/>
                  <a:pt x="21583" y="11450"/>
                  <a:pt x="21590" y="11296"/>
                </a:cubicBezTo>
                <a:close/>
                <a:moveTo>
                  <a:pt x="21489" y="12358"/>
                </a:moveTo>
                <a:lnTo>
                  <a:pt x="12358" y="21489"/>
                </a:lnTo>
                <a:cubicBezTo>
                  <a:pt x="12531" y="21464"/>
                  <a:pt x="12703" y="21434"/>
                  <a:pt x="12876" y="21400"/>
                </a:cubicBezTo>
                <a:lnTo>
                  <a:pt x="21400" y="12876"/>
                </a:lnTo>
                <a:cubicBezTo>
                  <a:pt x="21434" y="12704"/>
                  <a:pt x="21464" y="12531"/>
                  <a:pt x="21489" y="12358"/>
                </a:cubicBezTo>
                <a:close/>
                <a:moveTo>
                  <a:pt x="21239" y="13569"/>
                </a:moveTo>
                <a:lnTo>
                  <a:pt x="13569" y="21239"/>
                </a:lnTo>
                <a:cubicBezTo>
                  <a:pt x="13774" y="21185"/>
                  <a:pt x="13978" y="21125"/>
                  <a:pt x="14181" y="21058"/>
                </a:cubicBezTo>
                <a:lnTo>
                  <a:pt x="21058" y="14181"/>
                </a:lnTo>
                <a:cubicBezTo>
                  <a:pt x="21125" y="13978"/>
                  <a:pt x="21185" y="13774"/>
                  <a:pt x="21239" y="13569"/>
                </a:cubicBezTo>
                <a:close/>
                <a:moveTo>
                  <a:pt x="20736" y="15035"/>
                </a:moveTo>
                <a:lnTo>
                  <a:pt x="15035" y="20736"/>
                </a:lnTo>
                <a:cubicBezTo>
                  <a:pt x="15310" y="20619"/>
                  <a:pt x="15581" y="20493"/>
                  <a:pt x="15848" y="20352"/>
                </a:cubicBezTo>
                <a:lnTo>
                  <a:pt x="20352" y="15848"/>
                </a:lnTo>
                <a:cubicBezTo>
                  <a:pt x="20493" y="15581"/>
                  <a:pt x="20619" y="15310"/>
                  <a:pt x="20736" y="15035"/>
                </a:cubicBezTo>
                <a:close/>
                <a:moveTo>
                  <a:pt x="19400" y="17332"/>
                </a:moveTo>
                <a:lnTo>
                  <a:pt x="17332" y="19400"/>
                </a:lnTo>
                <a:cubicBezTo>
                  <a:pt x="17716" y="19108"/>
                  <a:pt x="18087" y="18789"/>
                  <a:pt x="18438" y="18438"/>
                </a:cubicBezTo>
                <a:cubicBezTo>
                  <a:pt x="18788" y="18087"/>
                  <a:pt x="19107" y="17716"/>
                  <a:pt x="19400" y="17332"/>
                </a:cubicBezTo>
                <a:close/>
              </a:path>
            </a:pathLst>
          </a:custGeom>
          <a:solidFill>
            <a:schemeClr val="accent4"/>
          </a:solidFill>
          <a:ln w="12700">
            <a:miter lim="400000"/>
          </a:ln>
        </p:spPr>
        <p:txBody>
          <a:bodyPr lIns="0" tIns="0" rIns="0" bIns="0" anchor="ctr"/>
          <a:lstStyle/>
          <a:p>
            <a:pPr marL="0" marR="0" lvl="0" indent="0" algn="ctr" defTabSz="8255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 kumimoji="0" sz="32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Helvetica Neue Medium"/>
              <a:sym typeface="Helvetica Neue Medium"/>
            </a:endParaRPr>
          </a:p>
        </p:txBody>
      </p:sp>
      <p:sp>
        <p:nvSpPr>
          <p:cNvPr id="220" name="Shape">
            <a:extLst>
              <a:ext uri="{FF2B5EF4-FFF2-40B4-BE49-F238E27FC236}">
                <a16:creationId xmlns:a16="http://schemas.microsoft.com/office/drawing/2014/main" id="{B1F9B6F5-4B5B-EA02-4B3F-FA91E8A5395D}"/>
              </a:ext>
            </a:extLst>
          </p:cNvPr>
          <p:cNvSpPr/>
          <p:nvPr/>
        </p:nvSpPr>
        <p:spPr>
          <a:xfrm>
            <a:off x="22467966" y="8316507"/>
            <a:ext cx="4276957" cy="427713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800" y="0"/>
                </a:moveTo>
                <a:cubicBezTo>
                  <a:pt x="10787" y="0"/>
                  <a:pt x="10773" y="1"/>
                  <a:pt x="10759" y="1"/>
                </a:cubicBezTo>
                <a:lnTo>
                  <a:pt x="1" y="10760"/>
                </a:lnTo>
                <a:cubicBezTo>
                  <a:pt x="0" y="10900"/>
                  <a:pt x="3" y="11040"/>
                  <a:pt x="8" y="11181"/>
                </a:cubicBezTo>
                <a:lnTo>
                  <a:pt x="11180" y="9"/>
                </a:lnTo>
                <a:cubicBezTo>
                  <a:pt x="11054" y="4"/>
                  <a:pt x="10927" y="0"/>
                  <a:pt x="10800" y="0"/>
                </a:cubicBezTo>
                <a:close/>
                <a:moveTo>
                  <a:pt x="10211" y="17"/>
                </a:moveTo>
                <a:cubicBezTo>
                  <a:pt x="10057" y="25"/>
                  <a:pt x="9903" y="36"/>
                  <a:pt x="9748" y="51"/>
                </a:cubicBezTo>
                <a:lnTo>
                  <a:pt x="50" y="9749"/>
                </a:lnTo>
                <a:cubicBezTo>
                  <a:pt x="35" y="9903"/>
                  <a:pt x="25" y="10057"/>
                  <a:pt x="16" y="10212"/>
                </a:cubicBezTo>
                <a:lnTo>
                  <a:pt x="10211" y="17"/>
                </a:lnTo>
                <a:close/>
                <a:moveTo>
                  <a:pt x="11683" y="38"/>
                </a:moveTo>
                <a:lnTo>
                  <a:pt x="38" y="11684"/>
                </a:lnTo>
                <a:cubicBezTo>
                  <a:pt x="48" y="11814"/>
                  <a:pt x="62" y="11944"/>
                  <a:pt x="78" y="12075"/>
                </a:cubicBezTo>
                <a:lnTo>
                  <a:pt x="12074" y="78"/>
                </a:lnTo>
                <a:cubicBezTo>
                  <a:pt x="11944" y="63"/>
                  <a:pt x="11814" y="49"/>
                  <a:pt x="11683" y="38"/>
                </a:cubicBezTo>
                <a:close/>
                <a:moveTo>
                  <a:pt x="9136" y="131"/>
                </a:moveTo>
                <a:cubicBezTo>
                  <a:pt x="8960" y="158"/>
                  <a:pt x="8786" y="190"/>
                  <a:pt x="8611" y="226"/>
                </a:cubicBezTo>
                <a:lnTo>
                  <a:pt x="226" y="8611"/>
                </a:lnTo>
                <a:cubicBezTo>
                  <a:pt x="190" y="8786"/>
                  <a:pt x="157" y="8961"/>
                  <a:pt x="130" y="9137"/>
                </a:cubicBezTo>
                <a:lnTo>
                  <a:pt x="9136" y="131"/>
                </a:lnTo>
                <a:close/>
                <a:moveTo>
                  <a:pt x="12541" y="143"/>
                </a:moveTo>
                <a:lnTo>
                  <a:pt x="143" y="12541"/>
                </a:lnTo>
                <a:cubicBezTo>
                  <a:pt x="163" y="12663"/>
                  <a:pt x="183" y="12785"/>
                  <a:pt x="207" y="12906"/>
                </a:cubicBezTo>
                <a:lnTo>
                  <a:pt x="12906" y="208"/>
                </a:lnTo>
                <a:cubicBezTo>
                  <a:pt x="12785" y="184"/>
                  <a:pt x="12663" y="163"/>
                  <a:pt x="12541" y="143"/>
                </a:cubicBezTo>
                <a:close/>
                <a:moveTo>
                  <a:pt x="13343" y="303"/>
                </a:moveTo>
                <a:lnTo>
                  <a:pt x="303" y="13343"/>
                </a:lnTo>
                <a:cubicBezTo>
                  <a:pt x="330" y="13456"/>
                  <a:pt x="361" y="13569"/>
                  <a:pt x="392" y="13682"/>
                </a:cubicBezTo>
                <a:lnTo>
                  <a:pt x="13682" y="393"/>
                </a:lnTo>
                <a:cubicBezTo>
                  <a:pt x="13569" y="362"/>
                  <a:pt x="13456" y="331"/>
                  <a:pt x="13343" y="303"/>
                </a:cubicBezTo>
                <a:close/>
                <a:moveTo>
                  <a:pt x="7909" y="395"/>
                </a:moveTo>
                <a:cubicBezTo>
                  <a:pt x="7701" y="452"/>
                  <a:pt x="7495" y="515"/>
                  <a:pt x="7290" y="585"/>
                </a:cubicBezTo>
                <a:lnTo>
                  <a:pt x="584" y="7290"/>
                </a:lnTo>
                <a:cubicBezTo>
                  <a:pt x="514" y="7495"/>
                  <a:pt x="452" y="7702"/>
                  <a:pt x="394" y="7909"/>
                </a:cubicBezTo>
                <a:lnTo>
                  <a:pt x="7909" y="395"/>
                </a:lnTo>
                <a:close/>
                <a:moveTo>
                  <a:pt x="14094" y="515"/>
                </a:moveTo>
                <a:lnTo>
                  <a:pt x="514" y="14094"/>
                </a:lnTo>
                <a:cubicBezTo>
                  <a:pt x="549" y="14202"/>
                  <a:pt x="583" y="14310"/>
                  <a:pt x="620" y="14417"/>
                </a:cubicBezTo>
                <a:lnTo>
                  <a:pt x="14417" y="621"/>
                </a:lnTo>
                <a:cubicBezTo>
                  <a:pt x="14310" y="583"/>
                  <a:pt x="14202" y="549"/>
                  <a:pt x="14094" y="515"/>
                </a:cubicBezTo>
                <a:close/>
                <a:moveTo>
                  <a:pt x="14804" y="767"/>
                </a:moveTo>
                <a:lnTo>
                  <a:pt x="767" y="14804"/>
                </a:lnTo>
                <a:cubicBezTo>
                  <a:pt x="807" y="14905"/>
                  <a:pt x="851" y="15004"/>
                  <a:pt x="894" y="15104"/>
                </a:cubicBezTo>
                <a:lnTo>
                  <a:pt x="15104" y="895"/>
                </a:lnTo>
                <a:cubicBezTo>
                  <a:pt x="15004" y="852"/>
                  <a:pt x="14905" y="807"/>
                  <a:pt x="14804" y="767"/>
                </a:cubicBezTo>
                <a:close/>
                <a:moveTo>
                  <a:pt x="6411" y="932"/>
                </a:moveTo>
                <a:cubicBezTo>
                  <a:pt x="6118" y="1062"/>
                  <a:pt x="5831" y="1206"/>
                  <a:pt x="5549" y="1363"/>
                </a:cubicBezTo>
                <a:lnTo>
                  <a:pt x="1362" y="5549"/>
                </a:lnTo>
                <a:cubicBezTo>
                  <a:pt x="1205" y="5832"/>
                  <a:pt x="1061" y="6119"/>
                  <a:pt x="931" y="6411"/>
                </a:cubicBezTo>
                <a:lnTo>
                  <a:pt x="6411" y="932"/>
                </a:lnTo>
                <a:close/>
                <a:moveTo>
                  <a:pt x="15470" y="1061"/>
                </a:moveTo>
                <a:lnTo>
                  <a:pt x="1060" y="15471"/>
                </a:lnTo>
                <a:cubicBezTo>
                  <a:pt x="1106" y="15567"/>
                  <a:pt x="1153" y="15664"/>
                  <a:pt x="1202" y="15759"/>
                </a:cubicBezTo>
                <a:lnTo>
                  <a:pt x="15759" y="1203"/>
                </a:lnTo>
                <a:cubicBezTo>
                  <a:pt x="15663" y="1153"/>
                  <a:pt x="15567" y="1107"/>
                  <a:pt x="15470" y="1061"/>
                </a:cubicBezTo>
                <a:close/>
                <a:moveTo>
                  <a:pt x="16103" y="1391"/>
                </a:moveTo>
                <a:lnTo>
                  <a:pt x="1391" y="16103"/>
                </a:lnTo>
                <a:cubicBezTo>
                  <a:pt x="1442" y="16194"/>
                  <a:pt x="1494" y="16285"/>
                  <a:pt x="1549" y="16375"/>
                </a:cubicBezTo>
                <a:lnTo>
                  <a:pt x="16375" y="1549"/>
                </a:lnTo>
                <a:cubicBezTo>
                  <a:pt x="16285" y="1495"/>
                  <a:pt x="16194" y="1442"/>
                  <a:pt x="16103" y="1391"/>
                </a:cubicBezTo>
                <a:close/>
                <a:moveTo>
                  <a:pt x="16703" y="1754"/>
                </a:moveTo>
                <a:lnTo>
                  <a:pt x="1753" y="16703"/>
                </a:lnTo>
                <a:cubicBezTo>
                  <a:pt x="1809" y="16788"/>
                  <a:pt x="1869" y="16872"/>
                  <a:pt x="1928" y="16956"/>
                </a:cubicBezTo>
                <a:lnTo>
                  <a:pt x="16956" y="1928"/>
                </a:lnTo>
                <a:cubicBezTo>
                  <a:pt x="16872" y="1869"/>
                  <a:pt x="16788" y="1810"/>
                  <a:pt x="16703" y="1754"/>
                </a:cubicBezTo>
                <a:close/>
                <a:moveTo>
                  <a:pt x="17267" y="2151"/>
                </a:moveTo>
                <a:lnTo>
                  <a:pt x="2151" y="17267"/>
                </a:lnTo>
                <a:cubicBezTo>
                  <a:pt x="2212" y="17349"/>
                  <a:pt x="2274" y="17430"/>
                  <a:pt x="2338" y="17510"/>
                </a:cubicBezTo>
                <a:lnTo>
                  <a:pt x="17510" y="2338"/>
                </a:lnTo>
                <a:cubicBezTo>
                  <a:pt x="17430" y="2275"/>
                  <a:pt x="17349" y="2212"/>
                  <a:pt x="17267" y="2151"/>
                </a:cubicBezTo>
                <a:close/>
                <a:moveTo>
                  <a:pt x="3805" y="2574"/>
                </a:moveTo>
                <a:cubicBezTo>
                  <a:pt x="3586" y="2761"/>
                  <a:pt x="3370" y="2956"/>
                  <a:pt x="3163" y="3163"/>
                </a:cubicBezTo>
                <a:cubicBezTo>
                  <a:pt x="2955" y="3371"/>
                  <a:pt x="2761" y="3586"/>
                  <a:pt x="2574" y="3806"/>
                </a:cubicBezTo>
                <a:lnTo>
                  <a:pt x="3805" y="2574"/>
                </a:lnTo>
                <a:close/>
                <a:moveTo>
                  <a:pt x="17801" y="2579"/>
                </a:moveTo>
                <a:lnTo>
                  <a:pt x="2579" y="17801"/>
                </a:lnTo>
                <a:cubicBezTo>
                  <a:pt x="2645" y="17878"/>
                  <a:pt x="2709" y="17957"/>
                  <a:pt x="2777" y="18032"/>
                </a:cubicBezTo>
                <a:lnTo>
                  <a:pt x="18032" y="2777"/>
                </a:lnTo>
                <a:cubicBezTo>
                  <a:pt x="17957" y="2709"/>
                  <a:pt x="17878" y="2645"/>
                  <a:pt x="17801" y="2579"/>
                </a:cubicBezTo>
                <a:close/>
                <a:moveTo>
                  <a:pt x="18304" y="3036"/>
                </a:moveTo>
                <a:lnTo>
                  <a:pt x="3036" y="18304"/>
                </a:lnTo>
                <a:cubicBezTo>
                  <a:pt x="3079" y="18349"/>
                  <a:pt x="3119" y="18394"/>
                  <a:pt x="3163" y="18438"/>
                </a:cubicBezTo>
                <a:cubicBezTo>
                  <a:pt x="3191" y="18466"/>
                  <a:pt x="3222" y="18492"/>
                  <a:pt x="3250" y="18521"/>
                </a:cubicBezTo>
                <a:lnTo>
                  <a:pt x="18521" y="3251"/>
                </a:lnTo>
                <a:cubicBezTo>
                  <a:pt x="18492" y="3222"/>
                  <a:pt x="18466" y="3192"/>
                  <a:pt x="18438" y="3163"/>
                </a:cubicBezTo>
                <a:cubicBezTo>
                  <a:pt x="18394" y="3119"/>
                  <a:pt x="18348" y="3079"/>
                  <a:pt x="18304" y="3036"/>
                </a:cubicBezTo>
                <a:close/>
                <a:moveTo>
                  <a:pt x="18781" y="3523"/>
                </a:moveTo>
                <a:lnTo>
                  <a:pt x="3522" y="18781"/>
                </a:lnTo>
                <a:cubicBezTo>
                  <a:pt x="3598" y="18850"/>
                  <a:pt x="3676" y="18915"/>
                  <a:pt x="3753" y="18982"/>
                </a:cubicBezTo>
                <a:lnTo>
                  <a:pt x="18982" y="3753"/>
                </a:lnTo>
                <a:cubicBezTo>
                  <a:pt x="18915" y="3676"/>
                  <a:pt x="18850" y="3598"/>
                  <a:pt x="18781" y="3523"/>
                </a:cubicBezTo>
                <a:close/>
                <a:moveTo>
                  <a:pt x="19224" y="4041"/>
                </a:moveTo>
                <a:lnTo>
                  <a:pt x="4041" y="19224"/>
                </a:lnTo>
                <a:cubicBezTo>
                  <a:pt x="4121" y="19289"/>
                  <a:pt x="4202" y="19350"/>
                  <a:pt x="4283" y="19412"/>
                </a:cubicBezTo>
                <a:lnTo>
                  <a:pt x="19412" y="4283"/>
                </a:lnTo>
                <a:cubicBezTo>
                  <a:pt x="19350" y="4202"/>
                  <a:pt x="19289" y="4121"/>
                  <a:pt x="19224" y="4041"/>
                </a:cubicBezTo>
                <a:close/>
                <a:moveTo>
                  <a:pt x="19637" y="4591"/>
                </a:moveTo>
                <a:lnTo>
                  <a:pt x="4591" y="19637"/>
                </a:lnTo>
                <a:cubicBezTo>
                  <a:pt x="4675" y="19696"/>
                  <a:pt x="4758" y="19757"/>
                  <a:pt x="4843" y="19813"/>
                </a:cubicBezTo>
                <a:lnTo>
                  <a:pt x="19813" y="4844"/>
                </a:lnTo>
                <a:cubicBezTo>
                  <a:pt x="19757" y="4758"/>
                  <a:pt x="19696" y="4675"/>
                  <a:pt x="19637" y="4591"/>
                </a:cubicBezTo>
                <a:close/>
                <a:moveTo>
                  <a:pt x="20019" y="5172"/>
                </a:moveTo>
                <a:lnTo>
                  <a:pt x="5172" y="20019"/>
                </a:lnTo>
                <a:cubicBezTo>
                  <a:pt x="5261" y="20073"/>
                  <a:pt x="5351" y="20126"/>
                  <a:pt x="5441" y="20178"/>
                </a:cubicBezTo>
                <a:lnTo>
                  <a:pt x="20178" y="5441"/>
                </a:lnTo>
                <a:cubicBezTo>
                  <a:pt x="20126" y="5351"/>
                  <a:pt x="20073" y="5261"/>
                  <a:pt x="20019" y="5172"/>
                </a:cubicBezTo>
                <a:close/>
                <a:moveTo>
                  <a:pt x="20369" y="5782"/>
                </a:moveTo>
                <a:lnTo>
                  <a:pt x="5782" y="20369"/>
                </a:lnTo>
                <a:cubicBezTo>
                  <a:pt x="5877" y="20419"/>
                  <a:pt x="5974" y="20463"/>
                  <a:pt x="6071" y="20510"/>
                </a:cubicBezTo>
                <a:lnTo>
                  <a:pt x="20510" y="6071"/>
                </a:lnTo>
                <a:cubicBezTo>
                  <a:pt x="20463" y="5975"/>
                  <a:pt x="20419" y="5878"/>
                  <a:pt x="20369" y="5782"/>
                </a:cubicBezTo>
                <a:close/>
                <a:moveTo>
                  <a:pt x="20679" y="6434"/>
                </a:moveTo>
                <a:lnTo>
                  <a:pt x="6434" y="20679"/>
                </a:lnTo>
                <a:cubicBezTo>
                  <a:pt x="6534" y="20723"/>
                  <a:pt x="6633" y="20769"/>
                  <a:pt x="6734" y="20809"/>
                </a:cubicBezTo>
                <a:lnTo>
                  <a:pt x="20809" y="6735"/>
                </a:lnTo>
                <a:cubicBezTo>
                  <a:pt x="20769" y="6634"/>
                  <a:pt x="20723" y="6534"/>
                  <a:pt x="20679" y="6434"/>
                </a:cubicBezTo>
                <a:close/>
                <a:moveTo>
                  <a:pt x="20956" y="7121"/>
                </a:moveTo>
                <a:lnTo>
                  <a:pt x="7120" y="20956"/>
                </a:lnTo>
                <a:cubicBezTo>
                  <a:pt x="7226" y="20994"/>
                  <a:pt x="7333" y="21030"/>
                  <a:pt x="7439" y="21065"/>
                </a:cubicBezTo>
                <a:lnTo>
                  <a:pt x="21065" y="7439"/>
                </a:lnTo>
                <a:cubicBezTo>
                  <a:pt x="21030" y="7333"/>
                  <a:pt x="20994" y="7226"/>
                  <a:pt x="20956" y="7121"/>
                </a:cubicBezTo>
                <a:close/>
                <a:moveTo>
                  <a:pt x="21190" y="7848"/>
                </a:moveTo>
                <a:lnTo>
                  <a:pt x="7848" y="21190"/>
                </a:lnTo>
                <a:cubicBezTo>
                  <a:pt x="7960" y="21221"/>
                  <a:pt x="8073" y="21252"/>
                  <a:pt x="8186" y="21280"/>
                </a:cubicBezTo>
                <a:lnTo>
                  <a:pt x="21280" y="8186"/>
                </a:lnTo>
                <a:cubicBezTo>
                  <a:pt x="21252" y="8073"/>
                  <a:pt x="21221" y="7960"/>
                  <a:pt x="21190" y="7848"/>
                </a:cubicBezTo>
                <a:close/>
                <a:moveTo>
                  <a:pt x="21378" y="8623"/>
                </a:moveTo>
                <a:lnTo>
                  <a:pt x="8623" y="21378"/>
                </a:lnTo>
                <a:cubicBezTo>
                  <a:pt x="8743" y="21402"/>
                  <a:pt x="8863" y="21424"/>
                  <a:pt x="8984" y="21445"/>
                </a:cubicBezTo>
                <a:lnTo>
                  <a:pt x="21445" y="8984"/>
                </a:lnTo>
                <a:cubicBezTo>
                  <a:pt x="21424" y="8864"/>
                  <a:pt x="21402" y="8743"/>
                  <a:pt x="21378" y="8623"/>
                </a:cubicBezTo>
                <a:close/>
                <a:moveTo>
                  <a:pt x="21514" y="9448"/>
                </a:moveTo>
                <a:lnTo>
                  <a:pt x="9447" y="21514"/>
                </a:lnTo>
                <a:cubicBezTo>
                  <a:pt x="9576" y="21530"/>
                  <a:pt x="9704" y="21546"/>
                  <a:pt x="9833" y="21557"/>
                </a:cubicBezTo>
                <a:lnTo>
                  <a:pt x="21557" y="9834"/>
                </a:lnTo>
                <a:cubicBezTo>
                  <a:pt x="21546" y="9705"/>
                  <a:pt x="21530" y="9576"/>
                  <a:pt x="21514" y="9448"/>
                </a:cubicBezTo>
                <a:close/>
                <a:moveTo>
                  <a:pt x="21590" y="10333"/>
                </a:moveTo>
                <a:lnTo>
                  <a:pt x="10332" y="21590"/>
                </a:lnTo>
                <a:cubicBezTo>
                  <a:pt x="10473" y="21596"/>
                  <a:pt x="10613" y="21599"/>
                  <a:pt x="10753" y="21600"/>
                </a:cubicBezTo>
                <a:lnTo>
                  <a:pt x="21600" y="10754"/>
                </a:lnTo>
                <a:cubicBezTo>
                  <a:pt x="21599" y="10613"/>
                  <a:pt x="21596" y="10473"/>
                  <a:pt x="21590" y="10333"/>
                </a:cubicBezTo>
                <a:close/>
                <a:moveTo>
                  <a:pt x="21590" y="11296"/>
                </a:moveTo>
                <a:lnTo>
                  <a:pt x="11295" y="21590"/>
                </a:lnTo>
                <a:cubicBezTo>
                  <a:pt x="11449" y="21583"/>
                  <a:pt x="11603" y="21572"/>
                  <a:pt x="11757" y="21558"/>
                </a:cubicBezTo>
                <a:lnTo>
                  <a:pt x="21558" y="11757"/>
                </a:lnTo>
                <a:cubicBezTo>
                  <a:pt x="21572" y="11603"/>
                  <a:pt x="21583" y="11450"/>
                  <a:pt x="21590" y="11296"/>
                </a:cubicBezTo>
                <a:close/>
                <a:moveTo>
                  <a:pt x="21489" y="12358"/>
                </a:moveTo>
                <a:lnTo>
                  <a:pt x="12358" y="21489"/>
                </a:lnTo>
                <a:cubicBezTo>
                  <a:pt x="12531" y="21464"/>
                  <a:pt x="12703" y="21434"/>
                  <a:pt x="12876" y="21400"/>
                </a:cubicBezTo>
                <a:lnTo>
                  <a:pt x="21400" y="12876"/>
                </a:lnTo>
                <a:cubicBezTo>
                  <a:pt x="21434" y="12704"/>
                  <a:pt x="21464" y="12531"/>
                  <a:pt x="21489" y="12358"/>
                </a:cubicBezTo>
                <a:close/>
                <a:moveTo>
                  <a:pt x="21239" y="13569"/>
                </a:moveTo>
                <a:lnTo>
                  <a:pt x="13569" y="21239"/>
                </a:lnTo>
                <a:cubicBezTo>
                  <a:pt x="13774" y="21185"/>
                  <a:pt x="13978" y="21125"/>
                  <a:pt x="14181" y="21058"/>
                </a:cubicBezTo>
                <a:lnTo>
                  <a:pt x="21058" y="14181"/>
                </a:lnTo>
                <a:cubicBezTo>
                  <a:pt x="21125" y="13978"/>
                  <a:pt x="21185" y="13774"/>
                  <a:pt x="21239" y="13569"/>
                </a:cubicBezTo>
                <a:close/>
                <a:moveTo>
                  <a:pt x="20736" y="15035"/>
                </a:moveTo>
                <a:lnTo>
                  <a:pt x="15035" y="20736"/>
                </a:lnTo>
                <a:cubicBezTo>
                  <a:pt x="15310" y="20619"/>
                  <a:pt x="15581" y="20493"/>
                  <a:pt x="15848" y="20352"/>
                </a:cubicBezTo>
                <a:lnTo>
                  <a:pt x="20352" y="15848"/>
                </a:lnTo>
                <a:cubicBezTo>
                  <a:pt x="20493" y="15581"/>
                  <a:pt x="20619" y="15310"/>
                  <a:pt x="20736" y="15035"/>
                </a:cubicBezTo>
                <a:close/>
                <a:moveTo>
                  <a:pt x="19400" y="17332"/>
                </a:moveTo>
                <a:lnTo>
                  <a:pt x="17332" y="19400"/>
                </a:lnTo>
                <a:cubicBezTo>
                  <a:pt x="17716" y="19108"/>
                  <a:pt x="18087" y="18789"/>
                  <a:pt x="18438" y="18438"/>
                </a:cubicBezTo>
                <a:cubicBezTo>
                  <a:pt x="18788" y="18087"/>
                  <a:pt x="19107" y="17716"/>
                  <a:pt x="19400" y="17332"/>
                </a:cubicBezTo>
                <a:close/>
              </a:path>
            </a:pathLst>
          </a:custGeom>
          <a:solidFill>
            <a:schemeClr val="accent4"/>
          </a:solidFill>
          <a:ln w="12700">
            <a:miter lim="400000"/>
          </a:ln>
        </p:spPr>
        <p:txBody>
          <a:bodyPr lIns="0" tIns="0" rIns="0" bIns="0" anchor="ctr"/>
          <a:lstStyle/>
          <a:p>
            <a:pPr marL="0" marR="0" lvl="0" indent="0" algn="ctr" defTabSz="8255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 kumimoji="0" sz="32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Helvetica Neue Medium"/>
              <a:sym typeface="Helvetica Neue Medium"/>
            </a:endParaRPr>
          </a:p>
        </p:txBody>
      </p:sp>
      <p:sp>
        <p:nvSpPr>
          <p:cNvPr id="221" name="Shape">
            <a:extLst>
              <a:ext uri="{FF2B5EF4-FFF2-40B4-BE49-F238E27FC236}">
                <a16:creationId xmlns:a16="http://schemas.microsoft.com/office/drawing/2014/main" id="{E4CBCF5F-EC7F-74D3-1C82-7BE040890AC0}"/>
              </a:ext>
            </a:extLst>
          </p:cNvPr>
          <p:cNvSpPr/>
          <p:nvPr/>
        </p:nvSpPr>
        <p:spPr>
          <a:xfrm>
            <a:off x="-9782" y="-14685"/>
            <a:ext cx="5401449" cy="1371951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489" h="21600" extrusionOk="0">
                <a:moveTo>
                  <a:pt x="9876" y="0"/>
                </a:moveTo>
                <a:cubicBezTo>
                  <a:pt x="14909" y="1061"/>
                  <a:pt x="18164" y="3091"/>
                  <a:pt x="18448" y="5345"/>
                </a:cubicBezTo>
                <a:cubicBezTo>
                  <a:pt x="18695" y="7304"/>
                  <a:pt x="16642" y="9198"/>
                  <a:pt x="12885" y="10477"/>
                </a:cubicBezTo>
                <a:cubicBezTo>
                  <a:pt x="8651" y="11730"/>
                  <a:pt x="7084" y="13955"/>
                  <a:pt x="9071" y="15894"/>
                </a:cubicBezTo>
                <a:cubicBezTo>
                  <a:pt x="10355" y="17147"/>
                  <a:pt x="13013" y="18098"/>
                  <a:pt x="16290" y="18479"/>
                </a:cubicBezTo>
                <a:cubicBezTo>
                  <a:pt x="17951" y="18702"/>
                  <a:pt x="19367" y="19144"/>
                  <a:pt x="20305" y="19731"/>
                </a:cubicBezTo>
                <a:cubicBezTo>
                  <a:pt x="21193" y="20288"/>
                  <a:pt x="21600" y="20944"/>
                  <a:pt x="21463" y="21600"/>
                </a:cubicBezTo>
                <a:lnTo>
                  <a:pt x="0" y="21600"/>
                </a:lnTo>
                <a:lnTo>
                  <a:pt x="0" y="1"/>
                </a:lnTo>
                <a:lnTo>
                  <a:pt x="9876" y="0"/>
                </a:lnTo>
                <a:close/>
              </a:path>
            </a:pathLst>
          </a:custGeom>
          <a:solidFill>
            <a:schemeClr val="accent3"/>
          </a:solidFill>
          <a:ln w="12700">
            <a:miter lim="400000"/>
          </a:ln>
          <a:effectLst>
            <a:outerShdw blurRad="914400" dist="25400" dir="5400000" rotWithShape="0">
              <a:srgbClr val="000000">
                <a:alpha val="50000"/>
              </a:srgbClr>
            </a:outerShdw>
          </a:effectLst>
        </p:spPr>
        <p:txBody>
          <a:bodyPr lIns="50800" tIns="50800" rIns="50800" bIns="50800" anchor="ctr"/>
          <a:lstStyle/>
          <a:p>
            <a:pPr marL="0" marR="0" lvl="0" indent="0" algn="ctr" defTabSz="8255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3000" b="1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Helvetica Neue"/>
              <a:sym typeface="Helvetica Neue"/>
            </a:endParaRPr>
          </a:p>
        </p:txBody>
      </p:sp>
      <p:sp>
        <p:nvSpPr>
          <p:cNvPr id="222" name="Shape">
            <a:extLst>
              <a:ext uri="{FF2B5EF4-FFF2-40B4-BE49-F238E27FC236}">
                <a16:creationId xmlns:a16="http://schemas.microsoft.com/office/drawing/2014/main" id="{9C745D14-146E-6D45-B996-01C8B87BC2CB}"/>
              </a:ext>
            </a:extLst>
          </p:cNvPr>
          <p:cNvSpPr/>
          <p:nvPr/>
        </p:nvSpPr>
        <p:spPr>
          <a:xfrm>
            <a:off x="14077382" y="-26393"/>
            <a:ext cx="10315136" cy="10264133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490" h="20992" extrusionOk="0">
                <a:moveTo>
                  <a:pt x="22" y="0"/>
                </a:moveTo>
                <a:cubicBezTo>
                  <a:pt x="-110" y="1123"/>
                  <a:pt x="362" y="2232"/>
                  <a:pt x="1268" y="2930"/>
                </a:cubicBezTo>
                <a:cubicBezTo>
                  <a:pt x="2187" y="3637"/>
                  <a:pt x="3418" y="3817"/>
                  <a:pt x="4507" y="3403"/>
                </a:cubicBezTo>
                <a:cubicBezTo>
                  <a:pt x="6055" y="2610"/>
                  <a:pt x="7961" y="3061"/>
                  <a:pt x="8970" y="4460"/>
                </a:cubicBezTo>
                <a:cubicBezTo>
                  <a:pt x="9809" y="5622"/>
                  <a:pt x="9807" y="7178"/>
                  <a:pt x="8965" y="8338"/>
                </a:cubicBezTo>
                <a:cubicBezTo>
                  <a:pt x="6771" y="11924"/>
                  <a:pt x="7613" y="16550"/>
                  <a:pt x="10936" y="19169"/>
                </a:cubicBezTo>
                <a:cubicBezTo>
                  <a:pt x="14018" y="21597"/>
                  <a:pt x="18405" y="21600"/>
                  <a:pt x="21490" y="19175"/>
                </a:cubicBezTo>
                <a:lnTo>
                  <a:pt x="21490" y="35"/>
                </a:lnTo>
                <a:lnTo>
                  <a:pt x="22" y="0"/>
                </a:lnTo>
                <a:close/>
              </a:path>
            </a:pathLst>
          </a:custGeom>
          <a:solidFill>
            <a:schemeClr val="accent3"/>
          </a:solidFill>
          <a:ln w="12700">
            <a:miter lim="400000"/>
          </a:ln>
          <a:effectLst>
            <a:outerShdw blurRad="914400" dist="25400" dir="5400000" rotWithShape="0">
              <a:srgbClr val="000000">
                <a:alpha val="50000"/>
              </a:srgbClr>
            </a:outerShdw>
          </a:effectLst>
        </p:spPr>
        <p:txBody>
          <a:bodyPr lIns="50800" tIns="50800" rIns="50800" bIns="50800" anchor="ctr"/>
          <a:lstStyle/>
          <a:p>
            <a:pPr marL="0" marR="0" lvl="0" indent="0" algn="ctr" defTabSz="8255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3000" b="1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Helvetica Neue"/>
              <a:sym typeface="Helvetica Neue"/>
            </a:endParaRPr>
          </a:p>
        </p:txBody>
      </p:sp>
      <p:sp>
        <p:nvSpPr>
          <p:cNvPr id="223" name="Circle">
            <a:extLst>
              <a:ext uri="{FF2B5EF4-FFF2-40B4-BE49-F238E27FC236}">
                <a16:creationId xmlns:a16="http://schemas.microsoft.com/office/drawing/2014/main" id="{9B93DAD4-FDA6-4BAF-618B-C337F45CED45}"/>
              </a:ext>
            </a:extLst>
          </p:cNvPr>
          <p:cNvSpPr/>
          <p:nvPr/>
        </p:nvSpPr>
        <p:spPr>
          <a:xfrm>
            <a:off x="17006264" y="352354"/>
            <a:ext cx="494973" cy="494972"/>
          </a:xfrm>
          <a:prstGeom prst="ellipse">
            <a:avLst/>
          </a:prstGeom>
          <a:gradFill>
            <a:gsLst>
              <a:gs pos="0">
                <a:schemeClr val="accent2"/>
              </a:gs>
              <a:gs pos="100000">
                <a:schemeClr val="accent1"/>
              </a:gs>
            </a:gsLst>
            <a:lin ang="5400000"/>
          </a:gradFill>
          <a:ln w="12700">
            <a:miter lim="400000"/>
          </a:ln>
        </p:spPr>
        <p:txBody>
          <a:bodyPr lIns="0" tIns="0" rIns="0" bIns="0" anchor="ctr"/>
          <a:lstStyle/>
          <a:p>
            <a:pPr marL="0" marR="0" lvl="0" indent="0" algn="ctr" defTabSz="8255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 kumimoji="0" sz="32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Helvetica Neue Medium"/>
              <a:sym typeface="Helvetica Neue Medium"/>
            </a:endParaRPr>
          </a:p>
        </p:txBody>
      </p:sp>
      <p:sp>
        <p:nvSpPr>
          <p:cNvPr id="224" name="Circle">
            <a:extLst>
              <a:ext uri="{FF2B5EF4-FFF2-40B4-BE49-F238E27FC236}">
                <a16:creationId xmlns:a16="http://schemas.microsoft.com/office/drawing/2014/main" id="{4DA01744-2C28-E363-25AC-6C1E198BAF32}"/>
              </a:ext>
            </a:extLst>
          </p:cNvPr>
          <p:cNvSpPr/>
          <p:nvPr/>
        </p:nvSpPr>
        <p:spPr>
          <a:xfrm>
            <a:off x="-564062" y="1321716"/>
            <a:ext cx="1150610" cy="1150611"/>
          </a:xfrm>
          <a:prstGeom prst="ellipse">
            <a:avLst/>
          </a:prstGeom>
          <a:gradFill>
            <a:gsLst>
              <a:gs pos="0">
                <a:schemeClr val="accent2"/>
              </a:gs>
              <a:gs pos="100000">
                <a:schemeClr val="accent1"/>
              </a:gs>
            </a:gsLst>
            <a:lin ang="5400000"/>
          </a:gradFill>
          <a:ln w="12700">
            <a:miter lim="400000"/>
          </a:ln>
        </p:spPr>
        <p:txBody>
          <a:bodyPr lIns="0" tIns="0" rIns="0" bIns="0" anchor="ctr"/>
          <a:lstStyle/>
          <a:p>
            <a:pPr marL="0" marR="0" lvl="0" indent="0" algn="ctr" defTabSz="8255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 kumimoji="0" sz="32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Helvetica Neue Medium"/>
              <a:sym typeface="Helvetica Neue Medium"/>
            </a:endParaRPr>
          </a:p>
        </p:txBody>
      </p:sp>
      <p:sp>
        <p:nvSpPr>
          <p:cNvPr id="225" name="TOPIC #1 - $100 ANSWER">
            <a:extLst>
              <a:ext uri="{FF2B5EF4-FFF2-40B4-BE49-F238E27FC236}">
                <a16:creationId xmlns:a16="http://schemas.microsoft.com/office/drawing/2014/main" id="{1A60DF17-96AF-F606-A5A7-7D56992F9D54}"/>
              </a:ext>
            </a:extLst>
          </p:cNvPr>
          <p:cNvSpPr txBox="1"/>
          <p:nvPr/>
        </p:nvSpPr>
        <p:spPr>
          <a:xfrm>
            <a:off x="1318646" y="1076284"/>
            <a:ext cx="23992454" cy="164147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50800" tIns="50800" rIns="50800" bIns="50800" anchor="ctr">
            <a:spAutoFit/>
          </a:bodyPr>
          <a:lstStyle/>
          <a:p>
            <a:pPr lvl="0" algn="l">
              <a:defRPr sz="10000" b="0">
                <a:solidFill>
                  <a:srgbClr val="F6C543"/>
                </a:solidFill>
                <a:latin typeface="Impact"/>
                <a:ea typeface="Impact"/>
                <a:cs typeface="Impact"/>
                <a:sym typeface="Impact"/>
              </a:defRPr>
            </a:pPr>
            <a:r>
              <a:rPr kumimoji="0" lang="en-US" altLang="zh-CN" sz="10000" b="0" i="0" u="none" strike="noStrike" kern="0" cap="none" spc="0" normalizeH="0" baseline="0" noProof="0" dirty="0">
                <a:ln>
                  <a:noFill/>
                </a:ln>
                <a:solidFill>
                  <a:srgbClr val="F6C542"/>
                </a:solidFill>
                <a:effectLst/>
                <a:uLnTx/>
                <a:uFillTx/>
                <a:latin typeface="Impact"/>
                <a:sym typeface="Impact"/>
              </a:rPr>
              <a:t>UNIT #3</a:t>
            </a:r>
            <a:r>
              <a:rPr kumimoji="0" lang="en-US" altLang="zh-CN" sz="10000" b="0" i="0" u="none" strike="noStrike" kern="0" cap="none" spc="0" normalizeH="0" baseline="0" noProof="0" dirty="0">
                <a:ln>
                  <a:noFill/>
                </a:ln>
                <a:solidFill>
                  <a:srgbClr val="F6C543"/>
                </a:solidFill>
                <a:effectLst/>
                <a:uLnTx/>
                <a:uFillTx/>
                <a:latin typeface="Impact"/>
                <a:sym typeface="Impact"/>
              </a:rPr>
              <a:t> </a:t>
            </a:r>
            <a:r>
              <a:rPr kumimoji="0" lang="en-US" altLang="zh-CN" sz="100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Impact"/>
                <a:sym typeface="Impact"/>
              </a:rPr>
              <a:t>–</a:t>
            </a:r>
            <a:r>
              <a:rPr lang="zh-CN" altLang="en-US" sz="9600" b="0" dirty="0">
                <a:solidFill>
                  <a:srgbClr val="F6C543"/>
                </a:solidFill>
                <a:latin typeface="华文楷体" panose="02010600040101010101" pitchFamily="2" charset="-122"/>
                <a:ea typeface="华文楷体" panose="02010600040101010101" pitchFamily="2" charset="-122"/>
                <a:sym typeface="Impact"/>
              </a:rPr>
              <a:t>回转体的相贯线</a:t>
            </a:r>
            <a:endParaRPr kumimoji="0" lang="zh-CN" altLang="en-US" sz="100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华文楷体" panose="02010600040101010101" pitchFamily="2" charset="-122"/>
              <a:ea typeface="华文楷体" panose="02010600040101010101" pitchFamily="2" charset="-122"/>
              <a:sym typeface="Impact"/>
            </a:endParaRPr>
          </a:p>
        </p:txBody>
      </p:sp>
      <p:sp>
        <p:nvSpPr>
          <p:cNvPr id="226" name="Shape">
            <a:extLst>
              <a:ext uri="{FF2B5EF4-FFF2-40B4-BE49-F238E27FC236}">
                <a16:creationId xmlns:a16="http://schemas.microsoft.com/office/drawing/2014/main" id="{1E1581F1-2848-2AE3-F6E9-1B426F612835}"/>
              </a:ext>
            </a:extLst>
          </p:cNvPr>
          <p:cNvSpPr/>
          <p:nvPr/>
        </p:nvSpPr>
        <p:spPr>
          <a:xfrm>
            <a:off x="-306915" y="8239797"/>
            <a:ext cx="1046530" cy="104640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9679" h="20595" extrusionOk="0">
                <a:moveTo>
                  <a:pt x="9839" y="0"/>
                </a:moveTo>
                <a:cubicBezTo>
                  <a:pt x="7321" y="0"/>
                  <a:pt x="4802" y="1006"/>
                  <a:pt x="2881" y="3017"/>
                </a:cubicBezTo>
                <a:cubicBezTo>
                  <a:pt x="-961" y="7038"/>
                  <a:pt x="-961" y="13557"/>
                  <a:pt x="2881" y="17578"/>
                </a:cubicBezTo>
                <a:cubicBezTo>
                  <a:pt x="6724" y="21600"/>
                  <a:pt x="12954" y="21600"/>
                  <a:pt x="16797" y="17578"/>
                </a:cubicBezTo>
                <a:cubicBezTo>
                  <a:pt x="20639" y="13557"/>
                  <a:pt x="20639" y="7038"/>
                  <a:pt x="16797" y="3017"/>
                </a:cubicBezTo>
                <a:cubicBezTo>
                  <a:pt x="14876" y="1006"/>
                  <a:pt x="12357" y="0"/>
                  <a:pt x="9839" y="0"/>
                </a:cubicBezTo>
                <a:close/>
                <a:moveTo>
                  <a:pt x="9839" y="2649"/>
                </a:moveTo>
                <a:cubicBezTo>
                  <a:pt x="11709" y="2649"/>
                  <a:pt x="13580" y="3397"/>
                  <a:pt x="15007" y="4890"/>
                </a:cubicBezTo>
                <a:cubicBezTo>
                  <a:pt x="17861" y="7877"/>
                  <a:pt x="17861" y="12718"/>
                  <a:pt x="15007" y="15705"/>
                </a:cubicBezTo>
                <a:cubicBezTo>
                  <a:pt x="12153" y="18692"/>
                  <a:pt x="7525" y="18692"/>
                  <a:pt x="4671" y="15705"/>
                </a:cubicBezTo>
                <a:cubicBezTo>
                  <a:pt x="1817" y="12718"/>
                  <a:pt x="1817" y="7877"/>
                  <a:pt x="4671" y="4890"/>
                </a:cubicBezTo>
                <a:cubicBezTo>
                  <a:pt x="6098" y="3397"/>
                  <a:pt x="7969" y="2649"/>
                  <a:pt x="9839" y="2649"/>
                </a:cubicBezTo>
                <a:close/>
              </a:path>
            </a:pathLst>
          </a:custGeom>
          <a:gradFill>
            <a:gsLst>
              <a:gs pos="0">
                <a:schemeClr val="accent2"/>
              </a:gs>
              <a:gs pos="100000">
                <a:schemeClr val="accent1"/>
              </a:gs>
            </a:gsLst>
            <a:lin ang="5400000"/>
          </a:gradFill>
          <a:ln w="12700">
            <a:miter lim="400000"/>
          </a:ln>
        </p:spPr>
        <p:txBody>
          <a:bodyPr lIns="0" tIns="0" rIns="0" bIns="0" anchor="ctr"/>
          <a:lstStyle/>
          <a:p>
            <a:pPr marL="0" marR="0" lvl="0" indent="0" algn="ctr" defTabSz="8255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 kumimoji="0" sz="32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Helvetica Neue Medium"/>
              <a:sym typeface="Helvetica Neue Medium"/>
            </a:endParaRPr>
          </a:p>
        </p:txBody>
      </p:sp>
      <p:sp>
        <p:nvSpPr>
          <p:cNvPr id="227" name="Shape">
            <a:extLst>
              <a:ext uri="{FF2B5EF4-FFF2-40B4-BE49-F238E27FC236}">
                <a16:creationId xmlns:a16="http://schemas.microsoft.com/office/drawing/2014/main" id="{C3D9B10D-1199-D312-7C71-95847BB535B0}"/>
              </a:ext>
            </a:extLst>
          </p:cNvPr>
          <p:cNvSpPr/>
          <p:nvPr/>
        </p:nvSpPr>
        <p:spPr>
          <a:xfrm>
            <a:off x="19865947" y="2060686"/>
            <a:ext cx="2330506" cy="233022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9679" h="20595" extrusionOk="0">
                <a:moveTo>
                  <a:pt x="9839" y="0"/>
                </a:moveTo>
                <a:cubicBezTo>
                  <a:pt x="7321" y="0"/>
                  <a:pt x="4802" y="1006"/>
                  <a:pt x="2881" y="3017"/>
                </a:cubicBezTo>
                <a:cubicBezTo>
                  <a:pt x="-961" y="7038"/>
                  <a:pt x="-961" y="13557"/>
                  <a:pt x="2881" y="17578"/>
                </a:cubicBezTo>
                <a:cubicBezTo>
                  <a:pt x="6724" y="21600"/>
                  <a:pt x="12954" y="21600"/>
                  <a:pt x="16797" y="17578"/>
                </a:cubicBezTo>
                <a:cubicBezTo>
                  <a:pt x="20639" y="13557"/>
                  <a:pt x="20639" y="7038"/>
                  <a:pt x="16797" y="3017"/>
                </a:cubicBezTo>
                <a:cubicBezTo>
                  <a:pt x="14876" y="1006"/>
                  <a:pt x="12357" y="0"/>
                  <a:pt x="9839" y="0"/>
                </a:cubicBezTo>
                <a:close/>
                <a:moveTo>
                  <a:pt x="9839" y="2649"/>
                </a:moveTo>
                <a:cubicBezTo>
                  <a:pt x="11709" y="2649"/>
                  <a:pt x="13580" y="3397"/>
                  <a:pt x="15007" y="4890"/>
                </a:cubicBezTo>
                <a:cubicBezTo>
                  <a:pt x="17861" y="7877"/>
                  <a:pt x="17861" y="12718"/>
                  <a:pt x="15007" y="15705"/>
                </a:cubicBezTo>
                <a:cubicBezTo>
                  <a:pt x="12153" y="18692"/>
                  <a:pt x="7525" y="18692"/>
                  <a:pt x="4671" y="15705"/>
                </a:cubicBezTo>
                <a:cubicBezTo>
                  <a:pt x="1817" y="12718"/>
                  <a:pt x="1817" y="7877"/>
                  <a:pt x="4671" y="4890"/>
                </a:cubicBezTo>
                <a:cubicBezTo>
                  <a:pt x="6098" y="3397"/>
                  <a:pt x="7969" y="2649"/>
                  <a:pt x="9839" y="2649"/>
                </a:cubicBezTo>
                <a:close/>
              </a:path>
            </a:pathLst>
          </a:custGeom>
          <a:gradFill>
            <a:gsLst>
              <a:gs pos="0">
                <a:schemeClr val="accent2"/>
              </a:gs>
              <a:gs pos="100000">
                <a:schemeClr val="accent1"/>
              </a:gs>
            </a:gsLst>
            <a:lin ang="5400000"/>
          </a:gradFill>
          <a:ln w="12700">
            <a:miter lim="400000"/>
          </a:ln>
        </p:spPr>
        <p:txBody>
          <a:bodyPr lIns="0" tIns="0" rIns="0" bIns="0" anchor="ctr"/>
          <a:lstStyle/>
          <a:p>
            <a:pPr marL="0" marR="0" lvl="0" indent="0" algn="ctr" defTabSz="8255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 kumimoji="0" sz="32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Helvetica Neue Medium"/>
              <a:sym typeface="Helvetica Neue Medium"/>
            </a:endParaRPr>
          </a:p>
        </p:txBody>
      </p:sp>
      <p:sp>
        <p:nvSpPr>
          <p:cNvPr id="228" name="Rounded Rectangle">
            <a:extLst>
              <a:ext uri="{FF2B5EF4-FFF2-40B4-BE49-F238E27FC236}">
                <a16:creationId xmlns:a16="http://schemas.microsoft.com/office/drawing/2014/main" id="{248A6865-77C9-CB30-32A7-780BAC33E10F}"/>
              </a:ext>
            </a:extLst>
          </p:cNvPr>
          <p:cNvSpPr/>
          <p:nvPr/>
        </p:nvSpPr>
        <p:spPr>
          <a:xfrm>
            <a:off x="1413182" y="3302000"/>
            <a:ext cx="21616294" cy="8897388"/>
          </a:xfrm>
          <a:prstGeom prst="roundRect">
            <a:avLst>
              <a:gd name="adj" fmla="val 2897"/>
            </a:avLst>
          </a:prstGeom>
          <a:solidFill>
            <a:schemeClr val="accent4"/>
          </a:solidFill>
          <a:ln w="12700">
            <a:miter lim="400000"/>
          </a:ln>
          <a:effectLst>
            <a:outerShdw blurRad="558800" dist="71163" dir="5400000" rotWithShape="0">
              <a:srgbClr val="000000">
                <a:alpha val="19617"/>
              </a:srgbClr>
            </a:outerShdw>
          </a:effectLst>
        </p:spPr>
        <p:txBody>
          <a:bodyPr lIns="0" tIns="0" rIns="0" bIns="0" anchor="ctr"/>
          <a:lstStyle/>
          <a:p>
            <a:pPr marL="0" marR="0" lvl="0" indent="0" algn="ctr" defTabSz="8255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 kumimoji="0" sz="32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Helvetica Neue Medium"/>
              <a:sym typeface="Helvetica Neue Medium"/>
            </a:endParaRP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E26A0067-5F22-1FA0-2182-BCE4F998BBD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75221" y="3208047"/>
            <a:ext cx="10028787" cy="9360199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97BF906F-C575-FE9A-CAB2-24C48803DE8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146425" y="3208047"/>
            <a:ext cx="10572868" cy="91744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6265347"/>
      </p:ext>
    </p:extLst>
  </p:cSld>
  <p:clrMapOvr>
    <a:masterClrMapping/>
  </p:clrMapOvr>
  <p:transition spd="med"/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3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19A71C3-F09E-5892-2EB9-FF734D48E3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Shape">
            <a:extLst>
              <a:ext uri="{FF2B5EF4-FFF2-40B4-BE49-F238E27FC236}">
                <a16:creationId xmlns:a16="http://schemas.microsoft.com/office/drawing/2014/main" id="{9695A2C7-3957-5B0E-D03C-400515ACDC92}"/>
              </a:ext>
            </a:extLst>
          </p:cNvPr>
          <p:cNvSpPr/>
          <p:nvPr/>
        </p:nvSpPr>
        <p:spPr>
          <a:xfrm>
            <a:off x="6290541" y="12617233"/>
            <a:ext cx="2709718" cy="270939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9679" h="20595" extrusionOk="0">
                <a:moveTo>
                  <a:pt x="9839" y="0"/>
                </a:moveTo>
                <a:cubicBezTo>
                  <a:pt x="7321" y="0"/>
                  <a:pt x="4802" y="1006"/>
                  <a:pt x="2881" y="3017"/>
                </a:cubicBezTo>
                <a:cubicBezTo>
                  <a:pt x="-961" y="7038"/>
                  <a:pt x="-961" y="13557"/>
                  <a:pt x="2881" y="17578"/>
                </a:cubicBezTo>
                <a:cubicBezTo>
                  <a:pt x="6724" y="21600"/>
                  <a:pt x="12954" y="21600"/>
                  <a:pt x="16797" y="17578"/>
                </a:cubicBezTo>
                <a:cubicBezTo>
                  <a:pt x="20639" y="13557"/>
                  <a:pt x="20639" y="7038"/>
                  <a:pt x="16797" y="3017"/>
                </a:cubicBezTo>
                <a:cubicBezTo>
                  <a:pt x="14876" y="1006"/>
                  <a:pt x="12357" y="0"/>
                  <a:pt x="9839" y="0"/>
                </a:cubicBezTo>
                <a:close/>
                <a:moveTo>
                  <a:pt x="9839" y="2649"/>
                </a:moveTo>
                <a:cubicBezTo>
                  <a:pt x="11709" y="2649"/>
                  <a:pt x="13580" y="3397"/>
                  <a:pt x="15007" y="4890"/>
                </a:cubicBezTo>
                <a:cubicBezTo>
                  <a:pt x="17861" y="7877"/>
                  <a:pt x="17861" y="12718"/>
                  <a:pt x="15007" y="15705"/>
                </a:cubicBezTo>
                <a:cubicBezTo>
                  <a:pt x="12153" y="18692"/>
                  <a:pt x="7525" y="18692"/>
                  <a:pt x="4671" y="15705"/>
                </a:cubicBezTo>
                <a:cubicBezTo>
                  <a:pt x="1817" y="12718"/>
                  <a:pt x="1817" y="7877"/>
                  <a:pt x="4671" y="4890"/>
                </a:cubicBezTo>
                <a:cubicBezTo>
                  <a:pt x="6098" y="3397"/>
                  <a:pt x="7969" y="2649"/>
                  <a:pt x="9839" y="2649"/>
                </a:cubicBezTo>
                <a:close/>
              </a:path>
            </a:pathLst>
          </a:custGeom>
          <a:gradFill>
            <a:gsLst>
              <a:gs pos="0">
                <a:schemeClr val="accent2"/>
              </a:gs>
              <a:gs pos="100000">
                <a:schemeClr val="accent1"/>
              </a:gs>
            </a:gsLst>
            <a:lin ang="5400000"/>
          </a:gradFill>
          <a:ln w="12700">
            <a:miter lim="400000"/>
          </a:ln>
        </p:spPr>
        <p:txBody>
          <a:bodyPr lIns="0" tIns="0" rIns="0" bIns="0" anchor="ctr"/>
          <a:lstStyle/>
          <a:p>
            <a:pPr marL="0" marR="0" lvl="0" indent="0" algn="ctr" defTabSz="8255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 kumimoji="0" sz="32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Helvetica Neue Medium"/>
              <a:sym typeface="Helvetica Neue Medium"/>
            </a:endParaRPr>
          </a:p>
        </p:txBody>
      </p:sp>
      <p:sp>
        <p:nvSpPr>
          <p:cNvPr id="196" name="Shape">
            <a:extLst>
              <a:ext uri="{FF2B5EF4-FFF2-40B4-BE49-F238E27FC236}">
                <a16:creationId xmlns:a16="http://schemas.microsoft.com/office/drawing/2014/main" id="{C0A86F6E-B102-E10D-FC62-00B1A559895D}"/>
              </a:ext>
            </a:extLst>
          </p:cNvPr>
          <p:cNvSpPr/>
          <p:nvPr/>
        </p:nvSpPr>
        <p:spPr>
          <a:xfrm>
            <a:off x="14339439" y="2620192"/>
            <a:ext cx="6322300" cy="632257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800" y="0"/>
                </a:moveTo>
                <a:cubicBezTo>
                  <a:pt x="10787" y="0"/>
                  <a:pt x="10773" y="1"/>
                  <a:pt x="10759" y="1"/>
                </a:cubicBezTo>
                <a:lnTo>
                  <a:pt x="1" y="10760"/>
                </a:lnTo>
                <a:cubicBezTo>
                  <a:pt x="0" y="10900"/>
                  <a:pt x="3" y="11040"/>
                  <a:pt x="8" y="11181"/>
                </a:cubicBezTo>
                <a:lnTo>
                  <a:pt x="11180" y="9"/>
                </a:lnTo>
                <a:cubicBezTo>
                  <a:pt x="11054" y="4"/>
                  <a:pt x="10927" y="0"/>
                  <a:pt x="10800" y="0"/>
                </a:cubicBezTo>
                <a:close/>
                <a:moveTo>
                  <a:pt x="10211" y="17"/>
                </a:moveTo>
                <a:cubicBezTo>
                  <a:pt x="10057" y="25"/>
                  <a:pt x="9903" y="36"/>
                  <a:pt x="9748" y="51"/>
                </a:cubicBezTo>
                <a:lnTo>
                  <a:pt x="50" y="9749"/>
                </a:lnTo>
                <a:cubicBezTo>
                  <a:pt x="35" y="9903"/>
                  <a:pt x="25" y="10057"/>
                  <a:pt x="16" y="10212"/>
                </a:cubicBezTo>
                <a:lnTo>
                  <a:pt x="10211" y="17"/>
                </a:lnTo>
                <a:close/>
                <a:moveTo>
                  <a:pt x="11683" y="38"/>
                </a:moveTo>
                <a:lnTo>
                  <a:pt x="38" y="11684"/>
                </a:lnTo>
                <a:cubicBezTo>
                  <a:pt x="48" y="11814"/>
                  <a:pt x="62" y="11944"/>
                  <a:pt x="78" y="12075"/>
                </a:cubicBezTo>
                <a:lnTo>
                  <a:pt x="12074" y="78"/>
                </a:lnTo>
                <a:cubicBezTo>
                  <a:pt x="11944" y="63"/>
                  <a:pt x="11814" y="49"/>
                  <a:pt x="11683" y="38"/>
                </a:cubicBezTo>
                <a:close/>
                <a:moveTo>
                  <a:pt x="9136" y="131"/>
                </a:moveTo>
                <a:cubicBezTo>
                  <a:pt x="8960" y="158"/>
                  <a:pt x="8786" y="190"/>
                  <a:pt x="8611" y="226"/>
                </a:cubicBezTo>
                <a:lnTo>
                  <a:pt x="226" y="8611"/>
                </a:lnTo>
                <a:cubicBezTo>
                  <a:pt x="190" y="8786"/>
                  <a:pt x="157" y="8961"/>
                  <a:pt x="130" y="9137"/>
                </a:cubicBezTo>
                <a:lnTo>
                  <a:pt x="9136" y="131"/>
                </a:lnTo>
                <a:close/>
                <a:moveTo>
                  <a:pt x="12541" y="143"/>
                </a:moveTo>
                <a:lnTo>
                  <a:pt x="143" y="12541"/>
                </a:lnTo>
                <a:cubicBezTo>
                  <a:pt x="163" y="12663"/>
                  <a:pt x="183" y="12785"/>
                  <a:pt x="207" y="12906"/>
                </a:cubicBezTo>
                <a:lnTo>
                  <a:pt x="12906" y="208"/>
                </a:lnTo>
                <a:cubicBezTo>
                  <a:pt x="12785" y="184"/>
                  <a:pt x="12663" y="163"/>
                  <a:pt x="12541" y="143"/>
                </a:cubicBezTo>
                <a:close/>
                <a:moveTo>
                  <a:pt x="13343" y="303"/>
                </a:moveTo>
                <a:lnTo>
                  <a:pt x="303" y="13343"/>
                </a:lnTo>
                <a:cubicBezTo>
                  <a:pt x="330" y="13456"/>
                  <a:pt x="361" y="13569"/>
                  <a:pt x="392" y="13682"/>
                </a:cubicBezTo>
                <a:lnTo>
                  <a:pt x="13682" y="393"/>
                </a:lnTo>
                <a:cubicBezTo>
                  <a:pt x="13569" y="362"/>
                  <a:pt x="13456" y="331"/>
                  <a:pt x="13343" y="303"/>
                </a:cubicBezTo>
                <a:close/>
                <a:moveTo>
                  <a:pt x="7909" y="395"/>
                </a:moveTo>
                <a:cubicBezTo>
                  <a:pt x="7701" y="452"/>
                  <a:pt x="7495" y="515"/>
                  <a:pt x="7290" y="585"/>
                </a:cubicBezTo>
                <a:lnTo>
                  <a:pt x="584" y="7290"/>
                </a:lnTo>
                <a:cubicBezTo>
                  <a:pt x="514" y="7495"/>
                  <a:pt x="452" y="7702"/>
                  <a:pt x="394" y="7909"/>
                </a:cubicBezTo>
                <a:lnTo>
                  <a:pt x="7909" y="395"/>
                </a:lnTo>
                <a:close/>
                <a:moveTo>
                  <a:pt x="14094" y="515"/>
                </a:moveTo>
                <a:lnTo>
                  <a:pt x="514" y="14094"/>
                </a:lnTo>
                <a:cubicBezTo>
                  <a:pt x="549" y="14202"/>
                  <a:pt x="583" y="14310"/>
                  <a:pt x="620" y="14417"/>
                </a:cubicBezTo>
                <a:lnTo>
                  <a:pt x="14417" y="621"/>
                </a:lnTo>
                <a:cubicBezTo>
                  <a:pt x="14310" y="583"/>
                  <a:pt x="14202" y="549"/>
                  <a:pt x="14094" y="515"/>
                </a:cubicBezTo>
                <a:close/>
                <a:moveTo>
                  <a:pt x="14804" y="767"/>
                </a:moveTo>
                <a:lnTo>
                  <a:pt x="767" y="14804"/>
                </a:lnTo>
                <a:cubicBezTo>
                  <a:pt x="807" y="14905"/>
                  <a:pt x="851" y="15004"/>
                  <a:pt x="894" y="15104"/>
                </a:cubicBezTo>
                <a:lnTo>
                  <a:pt x="15104" y="895"/>
                </a:lnTo>
                <a:cubicBezTo>
                  <a:pt x="15004" y="852"/>
                  <a:pt x="14905" y="807"/>
                  <a:pt x="14804" y="767"/>
                </a:cubicBezTo>
                <a:close/>
                <a:moveTo>
                  <a:pt x="6411" y="932"/>
                </a:moveTo>
                <a:cubicBezTo>
                  <a:pt x="6118" y="1062"/>
                  <a:pt x="5831" y="1206"/>
                  <a:pt x="5549" y="1363"/>
                </a:cubicBezTo>
                <a:lnTo>
                  <a:pt x="1362" y="5549"/>
                </a:lnTo>
                <a:cubicBezTo>
                  <a:pt x="1205" y="5832"/>
                  <a:pt x="1061" y="6119"/>
                  <a:pt x="931" y="6411"/>
                </a:cubicBezTo>
                <a:lnTo>
                  <a:pt x="6411" y="932"/>
                </a:lnTo>
                <a:close/>
                <a:moveTo>
                  <a:pt x="15470" y="1061"/>
                </a:moveTo>
                <a:lnTo>
                  <a:pt x="1060" y="15471"/>
                </a:lnTo>
                <a:cubicBezTo>
                  <a:pt x="1106" y="15567"/>
                  <a:pt x="1153" y="15664"/>
                  <a:pt x="1202" y="15759"/>
                </a:cubicBezTo>
                <a:lnTo>
                  <a:pt x="15759" y="1203"/>
                </a:lnTo>
                <a:cubicBezTo>
                  <a:pt x="15663" y="1153"/>
                  <a:pt x="15567" y="1107"/>
                  <a:pt x="15470" y="1061"/>
                </a:cubicBezTo>
                <a:close/>
                <a:moveTo>
                  <a:pt x="16103" y="1391"/>
                </a:moveTo>
                <a:lnTo>
                  <a:pt x="1391" y="16103"/>
                </a:lnTo>
                <a:cubicBezTo>
                  <a:pt x="1442" y="16194"/>
                  <a:pt x="1494" y="16285"/>
                  <a:pt x="1549" y="16375"/>
                </a:cubicBezTo>
                <a:lnTo>
                  <a:pt x="16375" y="1549"/>
                </a:lnTo>
                <a:cubicBezTo>
                  <a:pt x="16285" y="1495"/>
                  <a:pt x="16194" y="1442"/>
                  <a:pt x="16103" y="1391"/>
                </a:cubicBezTo>
                <a:close/>
                <a:moveTo>
                  <a:pt x="16703" y="1754"/>
                </a:moveTo>
                <a:lnTo>
                  <a:pt x="1753" y="16703"/>
                </a:lnTo>
                <a:cubicBezTo>
                  <a:pt x="1809" y="16788"/>
                  <a:pt x="1869" y="16872"/>
                  <a:pt x="1928" y="16956"/>
                </a:cubicBezTo>
                <a:lnTo>
                  <a:pt x="16956" y="1928"/>
                </a:lnTo>
                <a:cubicBezTo>
                  <a:pt x="16872" y="1869"/>
                  <a:pt x="16788" y="1810"/>
                  <a:pt x="16703" y="1754"/>
                </a:cubicBezTo>
                <a:close/>
                <a:moveTo>
                  <a:pt x="17267" y="2151"/>
                </a:moveTo>
                <a:lnTo>
                  <a:pt x="2151" y="17267"/>
                </a:lnTo>
                <a:cubicBezTo>
                  <a:pt x="2212" y="17349"/>
                  <a:pt x="2274" y="17430"/>
                  <a:pt x="2338" y="17510"/>
                </a:cubicBezTo>
                <a:lnTo>
                  <a:pt x="17510" y="2338"/>
                </a:lnTo>
                <a:cubicBezTo>
                  <a:pt x="17430" y="2275"/>
                  <a:pt x="17349" y="2212"/>
                  <a:pt x="17267" y="2151"/>
                </a:cubicBezTo>
                <a:close/>
                <a:moveTo>
                  <a:pt x="3805" y="2574"/>
                </a:moveTo>
                <a:cubicBezTo>
                  <a:pt x="3586" y="2761"/>
                  <a:pt x="3370" y="2956"/>
                  <a:pt x="3163" y="3163"/>
                </a:cubicBezTo>
                <a:cubicBezTo>
                  <a:pt x="2955" y="3371"/>
                  <a:pt x="2761" y="3586"/>
                  <a:pt x="2574" y="3806"/>
                </a:cubicBezTo>
                <a:lnTo>
                  <a:pt x="3805" y="2574"/>
                </a:lnTo>
                <a:close/>
                <a:moveTo>
                  <a:pt x="17801" y="2579"/>
                </a:moveTo>
                <a:lnTo>
                  <a:pt x="2579" y="17801"/>
                </a:lnTo>
                <a:cubicBezTo>
                  <a:pt x="2645" y="17878"/>
                  <a:pt x="2709" y="17957"/>
                  <a:pt x="2777" y="18032"/>
                </a:cubicBezTo>
                <a:lnTo>
                  <a:pt x="18032" y="2777"/>
                </a:lnTo>
                <a:cubicBezTo>
                  <a:pt x="17957" y="2709"/>
                  <a:pt x="17878" y="2645"/>
                  <a:pt x="17801" y="2579"/>
                </a:cubicBezTo>
                <a:close/>
                <a:moveTo>
                  <a:pt x="18304" y="3036"/>
                </a:moveTo>
                <a:lnTo>
                  <a:pt x="3036" y="18304"/>
                </a:lnTo>
                <a:cubicBezTo>
                  <a:pt x="3079" y="18349"/>
                  <a:pt x="3119" y="18394"/>
                  <a:pt x="3163" y="18438"/>
                </a:cubicBezTo>
                <a:cubicBezTo>
                  <a:pt x="3191" y="18466"/>
                  <a:pt x="3222" y="18492"/>
                  <a:pt x="3250" y="18521"/>
                </a:cubicBezTo>
                <a:lnTo>
                  <a:pt x="18521" y="3251"/>
                </a:lnTo>
                <a:cubicBezTo>
                  <a:pt x="18492" y="3222"/>
                  <a:pt x="18466" y="3192"/>
                  <a:pt x="18438" y="3163"/>
                </a:cubicBezTo>
                <a:cubicBezTo>
                  <a:pt x="18394" y="3119"/>
                  <a:pt x="18348" y="3079"/>
                  <a:pt x="18304" y="3036"/>
                </a:cubicBezTo>
                <a:close/>
                <a:moveTo>
                  <a:pt x="18781" y="3523"/>
                </a:moveTo>
                <a:lnTo>
                  <a:pt x="3522" y="18781"/>
                </a:lnTo>
                <a:cubicBezTo>
                  <a:pt x="3598" y="18850"/>
                  <a:pt x="3676" y="18915"/>
                  <a:pt x="3753" y="18982"/>
                </a:cubicBezTo>
                <a:lnTo>
                  <a:pt x="18982" y="3753"/>
                </a:lnTo>
                <a:cubicBezTo>
                  <a:pt x="18915" y="3676"/>
                  <a:pt x="18850" y="3598"/>
                  <a:pt x="18781" y="3523"/>
                </a:cubicBezTo>
                <a:close/>
                <a:moveTo>
                  <a:pt x="19224" y="4041"/>
                </a:moveTo>
                <a:lnTo>
                  <a:pt x="4041" y="19224"/>
                </a:lnTo>
                <a:cubicBezTo>
                  <a:pt x="4121" y="19289"/>
                  <a:pt x="4202" y="19350"/>
                  <a:pt x="4283" y="19412"/>
                </a:cubicBezTo>
                <a:lnTo>
                  <a:pt x="19412" y="4283"/>
                </a:lnTo>
                <a:cubicBezTo>
                  <a:pt x="19350" y="4202"/>
                  <a:pt x="19289" y="4121"/>
                  <a:pt x="19224" y="4041"/>
                </a:cubicBezTo>
                <a:close/>
                <a:moveTo>
                  <a:pt x="19637" y="4591"/>
                </a:moveTo>
                <a:lnTo>
                  <a:pt x="4591" y="19637"/>
                </a:lnTo>
                <a:cubicBezTo>
                  <a:pt x="4675" y="19696"/>
                  <a:pt x="4758" y="19757"/>
                  <a:pt x="4843" y="19813"/>
                </a:cubicBezTo>
                <a:lnTo>
                  <a:pt x="19813" y="4844"/>
                </a:lnTo>
                <a:cubicBezTo>
                  <a:pt x="19757" y="4758"/>
                  <a:pt x="19696" y="4675"/>
                  <a:pt x="19637" y="4591"/>
                </a:cubicBezTo>
                <a:close/>
                <a:moveTo>
                  <a:pt x="20019" y="5172"/>
                </a:moveTo>
                <a:lnTo>
                  <a:pt x="5172" y="20019"/>
                </a:lnTo>
                <a:cubicBezTo>
                  <a:pt x="5261" y="20073"/>
                  <a:pt x="5351" y="20126"/>
                  <a:pt x="5441" y="20178"/>
                </a:cubicBezTo>
                <a:lnTo>
                  <a:pt x="20178" y="5441"/>
                </a:lnTo>
                <a:cubicBezTo>
                  <a:pt x="20126" y="5351"/>
                  <a:pt x="20073" y="5261"/>
                  <a:pt x="20019" y="5172"/>
                </a:cubicBezTo>
                <a:close/>
                <a:moveTo>
                  <a:pt x="20369" y="5782"/>
                </a:moveTo>
                <a:lnTo>
                  <a:pt x="5782" y="20369"/>
                </a:lnTo>
                <a:cubicBezTo>
                  <a:pt x="5877" y="20419"/>
                  <a:pt x="5974" y="20463"/>
                  <a:pt x="6071" y="20510"/>
                </a:cubicBezTo>
                <a:lnTo>
                  <a:pt x="20510" y="6071"/>
                </a:lnTo>
                <a:cubicBezTo>
                  <a:pt x="20463" y="5975"/>
                  <a:pt x="20419" y="5878"/>
                  <a:pt x="20369" y="5782"/>
                </a:cubicBezTo>
                <a:close/>
                <a:moveTo>
                  <a:pt x="20679" y="6434"/>
                </a:moveTo>
                <a:lnTo>
                  <a:pt x="6434" y="20679"/>
                </a:lnTo>
                <a:cubicBezTo>
                  <a:pt x="6534" y="20723"/>
                  <a:pt x="6633" y="20769"/>
                  <a:pt x="6734" y="20809"/>
                </a:cubicBezTo>
                <a:lnTo>
                  <a:pt x="20809" y="6735"/>
                </a:lnTo>
                <a:cubicBezTo>
                  <a:pt x="20769" y="6634"/>
                  <a:pt x="20723" y="6534"/>
                  <a:pt x="20679" y="6434"/>
                </a:cubicBezTo>
                <a:close/>
                <a:moveTo>
                  <a:pt x="20956" y="7121"/>
                </a:moveTo>
                <a:lnTo>
                  <a:pt x="7120" y="20956"/>
                </a:lnTo>
                <a:cubicBezTo>
                  <a:pt x="7226" y="20994"/>
                  <a:pt x="7333" y="21030"/>
                  <a:pt x="7439" y="21065"/>
                </a:cubicBezTo>
                <a:lnTo>
                  <a:pt x="21065" y="7439"/>
                </a:lnTo>
                <a:cubicBezTo>
                  <a:pt x="21030" y="7333"/>
                  <a:pt x="20994" y="7226"/>
                  <a:pt x="20956" y="7121"/>
                </a:cubicBezTo>
                <a:close/>
                <a:moveTo>
                  <a:pt x="21190" y="7848"/>
                </a:moveTo>
                <a:lnTo>
                  <a:pt x="7848" y="21190"/>
                </a:lnTo>
                <a:cubicBezTo>
                  <a:pt x="7960" y="21221"/>
                  <a:pt x="8073" y="21252"/>
                  <a:pt x="8186" y="21280"/>
                </a:cubicBezTo>
                <a:lnTo>
                  <a:pt x="21280" y="8186"/>
                </a:lnTo>
                <a:cubicBezTo>
                  <a:pt x="21252" y="8073"/>
                  <a:pt x="21221" y="7960"/>
                  <a:pt x="21190" y="7848"/>
                </a:cubicBezTo>
                <a:close/>
                <a:moveTo>
                  <a:pt x="21378" y="8623"/>
                </a:moveTo>
                <a:lnTo>
                  <a:pt x="8623" y="21378"/>
                </a:lnTo>
                <a:cubicBezTo>
                  <a:pt x="8743" y="21402"/>
                  <a:pt x="8863" y="21424"/>
                  <a:pt x="8984" y="21445"/>
                </a:cubicBezTo>
                <a:lnTo>
                  <a:pt x="21445" y="8984"/>
                </a:lnTo>
                <a:cubicBezTo>
                  <a:pt x="21424" y="8864"/>
                  <a:pt x="21402" y="8743"/>
                  <a:pt x="21378" y="8623"/>
                </a:cubicBezTo>
                <a:close/>
                <a:moveTo>
                  <a:pt x="21514" y="9448"/>
                </a:moveTo>
                <a:lnTo>
                  <a:pt x="9447" y="21514"/>
                </a:lnTo>
                <a:cubicBezTo>
                  <a:pt x="9576" y="21530"/>
                  <a:pt x="9704" y="21546"/>
                  <a:pt x="9833" y="21557"/>
                </a:cubicBezTo>
                <a:lnTo>
                  <a:pt x="21557" y="9834"/>
                </a:lnTo>
                <a:cubicBezTo>
                  <a:pt x="21546" y="9705"/>
                  <a:pt x="21530" y="9576"/>
                  <a:pt x="21514" y="9448"/>
                </a:cubicBezTo>
                <a:close/>
                <a:moveTo>
                  <a:pt x="21590" y="10333"/>
                </a:moveTo>
                <a:lnTo>
                  <a:pt x="10332" y="21590"/>
                </a:lnTo>
                <a:cubicBezTo>
                  <a:pt x="10473" y="21596"/>
                  <a:pt x="10613" y="21599"/>
                  <a:pt x="10753" y="21600"/>
                </a:cubicBezTo>
                <a:lnTo>
                  <a:pt x="21600" y="10754"/>
                </a:lnTo>
                <a:cubicBezTo>
                  <a:pt x="21599" y="10613"/>
                  <a:pt x="21596" y="10473"/>
                  <a:pt x="21590" y="10333"/>
                </a:cubicBezTo>
                <a:close/>
                <a:moveTo>
                  <a:pt x="21590" y="11296"/>
                </a:moveTo>
                <a:lnTo>
                  <a:pt x="11295" y="21590"/>
                </a:lnTo>
                <a:cubicBezTo>
                  <a:pt x="11449" y="21583"/>
                  <a:pt x="11603" y="21572"/>
                  <a:pt x="11757" y="21558"/>
                </a:cubicBezTo>
                <a:lnTo>
                  <a:pt x="21558" y="11757"/>
                </a:lnTo>
                <a:cubicBezTo>
                  <a:pt x="21572" y="11603"/>
                  <a:pt x="21583" y="11450"/>
                  <a:pt x="21590" y="11296"/>
                </a:cubicBezTo>
                <a:close/>
                <a:moveTo>
                  <a:pt x="21489" y="12358"/>
                </a:moveTo>
                <a:lnTo>
                  <a:pt x="12358" y="21489"/>
                </a:lnTo>
                <a:cubicBezTo>
                  <a:pt x="12531" y="21464"/>
                  <a:pt x="12703" y="21434"/>
                  <a:pt x="12876" y="21400"/>
                </a:cubicBezTo>
                <a:lnTo>
                  <a:pt x="21400" y="12876"/>
                </a:lnTo>
                <a:cubicBezTo>
                  <a:pt x="21434" y="12704"/>
                  <a:pt x="21464" y="12531"/>
                  <a:pt x="21489" y="12358"/>
                </a:cubicBezTo>
                <a:close/>
                <a:moveTo>
                  <a:pt x="21239" y="13569"/>
                </a:moveTo>
                <a:lnTo>
                  <a:pt x="13569" y="21239"/>
                </a:lnTo>
                <a:cubicBezTo>
                  <a:pt x="13774" y="21185"/>
                  <a:pt x="13978" y="21125"/>
                  <a:pt x="14181" y="21058"/>
                </a:cubicBezTo>
                <a:lnTo>
                  <a:pt x="21058" y="14181"/>
                </a:lnTo>
                <a:cubicBezTo>
                  <a:pt x="21125" y="13978"/>
                  <a:pt x="21185" y="13774"/>
                  <a:pt x="21239" y="13569"/>
                </a:cubicBezTo>
                <a:close/>
                <a:moveTo>
                  <a:pt x="20736" y="15035"/>
                </a:moveTo>
                <a:lnTo>
                  <a:pt x="15035" y="20736"/>
                </a:lnTo>
                <a:cubicBezTo>
                  <a:pt x="15310" y="20619"/>
                  <a:pt x="15581" y="20493"/>
                  <a:pt x="15848" y="20352"/>
                </a:cubicBezTo>
                <a:lnTo>
                  <a:pt x="20352" y="15848"/>
                </a:lnTo>
                <a:cubicBezTo>
                  <a:pt x="20493" y="15581"/>
                  <a:pt x="20619" y="15310"/>
                  <a:pt x="20736" y="15035"/>
                </a:cubicBezTo>
                <a:close/>
                <a:moveTo>
                  <a:pt x="19400" y="17332"/>
                </a:moveTo>
                <a:lnTo>
                  <a:pt x="17332" y="19400"/>
                </a:lnTo>
                <a:cubicBezTo>
                  <a:pt x="17716" y="19108"/>
                  <a:pt x="18087" y="18789"/>
                  <a:pt x="18438" y="18438"/>
                </a:cubicBezTo>
                <a:cubicBezTo>
                  <a:pt x="18788" y="18087"/>
                  <a:pt x="19107" y="17716"/>
                  <a:pt x="19400" y="17332"/>
                </a:cubicBezTo>
                <a:close/>
              </a:path>
            </a:pathLst>
          </a:custGeom>
          <a:solidFill>
            <a:schemeClr val="accent4"/>
          </a:solidFill>
          <a:ln w="12700">
            <a:miter lim="400000"/>
          </a:ln>
        </p:spPr>
        <p:txBody>
          <a:bodyPr lIns="0" tIns="0" rIns="0" bIns="0" anchor="ctr"/>
          <a:lstStyle/>
          <a:p>
            <a:pPr marL="0" marR="0" lvl="0" indent="0" algn="ctr" defTabSz="8255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 kumimoji="0" sz="32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Helvetica Neue Medium"/>
              <a:sym typeface="Helvetica Neue Medium"/>
            </a:endParaRPr>
          </a:p>
        </p:txBody>
      </p:sp>
      <p:sp>
        <p:nvSpPr>
          <p:cNvPr id="197" name="Shape">
            <a:extLst>
              <a:ext uri="{FF2B5EF4-FFF2-40B4-BE49-F238E27FC236}">
                <a16:creationId xmlns:a16="http://schemas.microsoft.com/office/drawing/2014/main" id="{A26D89EA-467D-4F3A-19EF-EA69788A6E34}"/>
              </a:ext>
            </a:extLst>
          </p:cNvPr>
          <p:cNvSpPr/>
          <p:nvPr/>
        </p:nvSpPr>
        <p:spPr>
          <a:xfrm>
            <a:off x="5513585" y="9836851"/>
            <a:ext cx="2709536" cy="270965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800" y="0"/>
                </a:moveTo>
                <a:cubicBezTo>
                  <a:pt x="10787" y="0"/>
                  <a:pt x="10773" y="1"/>
                  <a:pt x="10759" y="1"/>
                </a:cubicBezTo>
                <a:lnTo>
                  <a:pt x="1" y="10760"/>
                </a:lnTo>
                <a:cubicBezTo>
                  <a:pt x="0" y="10900"/>
                  <a:pt x="3" y="11040"/>
                  <a:pt x="8" y="11181"/>
                </a:cubicBezTo>
                <a:lnTo>
                  <a:pt x="11180" y="9"/>
                </a:lnTo>
                <a:cubicBezTo>
                  <a:pt x="11054" y="4"/>
                  <a:pt x="10927" y="0"/>
                  <a:pt x="10800" y="0"/>
                </a:cubicBezTo>
                <a:close/>
                <a:moveTo>
                  <a:pt x="10211" y="17"/>
                </a:moveTo>
                <a:cubicBezTo>
                  <a:pt x="10057" y="25"/>
                  <a:pt x="9903" y="36"/>
                  <a:pt x="9748" y="51"/>
                </a:cubicBezTo>
                <a:lnTo>
                  <a:pt x="50" y="9749"/>
                </a:lnTo>
                <a:cubicBezTo>
                  <a:pt x="35" y="9903"/>
                  <a:pt x="25" y="10057"/>
                  <a:pt x="16" y="10212"/>
                </a:cubicBezTo>
                <a:lnTo>
                  <a:pt x="10211" y="17"/>
                </a:lnTo>
                <a:close/>
                <a:moveTo>
                  <a:pt x="11683" y="38"/>
                </a:moveTo>
                <a:lnTo>
                  <a:pt x="38" y="11684"/>
                </a:lnTo>
                <a:cubicBezTo>
                  <a:pt x="48" y="11814"/>
                  <a:pt x="62" y="11944"/>
                  <a:pt x="78" y="12075"/>
                </a:cubicBezTo>
                <a:lnTo>
                  <a:pt x="12074" y="78"/>
                </a:lnTo>
                <a:cubicBezTo>
                  <a:pt x="11944" y="63"/>
                  <a:pt x="11814" y="49"/>
                  <a:pt x="11683" y="38"/>
                </a:cubicBezTo>
                <a:close/>
                <a:moveTo>
                  <a:pt x="9136" y="131"/>
                </a:moveTo>
                <a:cubicBezTo>
                  <a:pt x="8960" y="158"/>
                  <a:pt x="8786" y="190"/>
                  <a:pt x="8611" y="226"/>
                </a:cubicBezTo>
                <a:lnTo>
                  <a:pt x="226" y="8611"/>
                </a:lnTo>
                <a:cubicBezTo>
                  <a:pt x="190" y="8786"/>
                  <a:pt x="157" y="8961"/>
                  <a:pt x="130" y="9137"/>
                </a:cubicBezTo>
                <a:lnTo>
                  <a:pt x="9136" y="131"/>
                </a:lnTo>
                <a:close/>
                <a:moveTo>
                  <a:pt x="12541" y="143"/>
                </a:moveTo>
                <a:lnTo>
                  <a:pt x="143" y="12541"/>
                </a:lnTo>
                <a:cubicBezTo>
                  <a:pt x="163" y="12663"/>
                  <a:pt x="183" y="12785"/>
                  <a:pt x="207" y="12906"/>
                </a:cubicBezTo>
                <a:lnTo>
                  <a:pt x="12906" y="208"/>
                </a:lnTo>
                <a:cubicBezTo>
                  <a:pt x="12785" y="184"/>
                  <a:pt x="12663" y="163"/>
                  <a:pt x="12541" y="143"/>
                </a:cubicBezTo>
                <a:close/>
                <a:moveTo>
                  <a:pt x="13343" y="303"/>
                </a:moveTo>
                <a:lnTo>
                  <a:pt x="303" y="13343"/>
                </a:lnTo>
                <a:cubicBezTo>
                  <a:pt x="330" y="13456"/>
                  <a:pt x="361" y="13569"/>
                  <a:pt x="392" y="13682"/>
                </a:cubicBezTo>
                <a:lnTo>
                  <a:pt x="13682" y="393"/>
                </a:lnTo>
                <a:cubicBezTo>
                  <a:pt x="13569" y="362"/>
                  <a:pt x="13456" y="331"/>
                  <a:pt x="13343" y="303"/>
                </a:cubicBezTo>
                <a:close/>
                <a:moveTo>
                  <a:pt x="7909" y="395"/>
                </a:moveTo>
                <a:cubicBezTo>
                  <a:pt x="7701" y="452"/>
                  <a:pt x="7495" y="515"/>
                  <a:pt x="7290" y="585"/>
                </a:cubicBezTo>
                <a:lnTo>
                  <a:pt x="584" y="7290"/>
                </a:lnTo>
                <a:cubicBezTo>
                  <a:pt x="514" y="7495"/>
                  <a:pt x="452" y="7702"/>
                  <a:pt x="394" y="7909"/>
                </a:cubicBezTo>
                <a:lnTo>
                  <a:pt x="7909" y="395"/>
                </a:lnTo>
                <a:close/>
                <a:moveTo>
                  <a:pt x="14094" y="515"/>
                </a:moveTo>
                <a:lnTo>
                  <a:pt x="514" y="14094"/>
                </a:lnTo>
                <a:cubicBezTo>
                  <a:pt x="549" y="14202"/>
                  <a:pt x="583" y="14310"/>
                  <a:pt x="620" y="14417"/>
                </a:cubicBezTo>
                <a:lnTo>
                  <a:pt x="14417" y="621"/>
                </a:lnTo>
                <a:cubicBezTo>
                  <a:pt x="14310" y="583"/>
                  <a:pt x="14202" y="549"/>
                  <a:pt x="14094" y="515"/>
                </a:cubicBezTo>
                <a:close/>
                <a:moveTo>
                  <a:pt x="14804" y="767"/>
                </a:moveTo>
                <a:lnTo>
                  <a:pt x="767" y="14804"/>
                </a:lnTo>
                <a:cubicBezTo>
                  <a:pt x="807" y="14905"/>
                  <a:pt x="851" y="15004"/>
                  <a:pt x="894" y="15104"/>
                </a:cubicBezTo>
                <a:lnTo>
                  <a:pt x="15104" y="895"/>
                </a:lnTo>
                <a:cubicBezTo>
                  <a:pt x="15004" y="852"/>
                  <a:pt x="14905" y="807"/>
                  <a:pt x="14804" y="767"/>
                </a:cubicBezTo>
                <a:close/>
                <a:moveTo>
                  <a:pt x="6411" y="932"/>
                </a:moveTo>
                <a:cubicBezTo>
                  <a:pt x="6118" y="1062"/>
                  <a:pt x="5831" y="1206"/>
                  <a:pt x="5549" y="1363"/>
                </a:cubicBezTo>
                <a:lnTo>
                  <a:pt x="1362" y="5549"/>
                </a:lnTo>
                <a:cubicBezTo>
                  <a:pt x="1205" y="5832"/>
                  <a:pt x="1061" y="6119"/>
                  <a:pt x="931" y="6411"/>
                </a:cubicBezTo>
                <a:lnTo>
                  <a:pt x="6411" y="932"/>
                </a:lnTo>
                <a:close/>
                <a:moveTo>
                  <a:pt x="15470" y="1061"/>
                </a:moveTo>
                <a:lnTo>
                  <a:pt x="1060" y="15471"/>
                </a:lnTo>
                <a:cubicBezTo>
                  <a:pt x="1106" y="15567"/>
                  <a:pt x="1153" y="15664"/>
                  <a:pt x="1202" y="15759"/>
                </a:cubicBezTo>
                <a:lnTo>
                  <a:pt x="15759" y="1203"/>
                </a:lnTo>
                <a:cubicBezTo>
                  <a:pt x="15663" y="1153"/>
                  <a:pt x="15567" y="1107"/>
                  <a:pt x="15470" y="1061"/>
                </a:cubicBezTo>
                <a:close/>
                <a:moveTo>
                  <a:pt x="16103" y="1391"/>
                </a:moveTo>
                <a:lnTo>
                  <a:pt x="1391" y="16103"/>
                </a:lnTo>
                <a:cubicBezTo>
                  <a:pt x="1442" y="16194"/>
                  <a:pt x="1494" y="16285"/>
                  <a:pt x="1548" y="16375"/>
                </a:cubicBezTo>
                <a:lnTo>
                  <a:pt x="16375" y="1549"/>
                </a:lnTo>
                <a:cubicBezTo>
                  <a:pt x="16285" y="1495"/>
                  <a:pt x="16194" y="1442"/>
                  <a:pt x="16103" y="1391"/>
                </a:cubicBezTo>
                <a:close/>
                <a:moveTo>
                  <a:pt x="16703" y="1754"/>
                </a:moveTo>
                <a:lnTo>
                  <a:pt x="1753" y="16703"/>
                </a:lnTo>
                <a:cubicBezTo>
                  <a:pt x="1809" y="16788"/>
                  <a:pt x="1869" y="16872"/>
                  <a:pt x="1928" y="16956"/>
                </a:cubicBezTo>
                <a:lnTo>
                  <a:pt x="16956" y="1928"/>
                </a:lnTo>
                <a:cubicBezTo>
                  <a:pt x="16872" y="1869"/>
                  <a:pt x="16788" y="1810"/>
                  <a:pt x="16703" y="1754"/>
                </a:cubicBezTo>
                <a:close/>
                <a:moveTo>
                  <a:pt x="17267" y="2151"/>
                </a:moveTo>
                <a:lnTo>
                  <a:pt x="2151" y="17267"/>
                </a:lnTo>
                <a:cubicBezTo>
                  <a:pt x="2212" y="17349"/>
                  <a:pt x="2274" y="17430"/>
                  <a:pt x="2338" y="17510"/>
                </a:cubicBezTo>
                <a:lnTo>
                  <a:pt x="17510" y="2338"/>
                </a:lnTo>
                <a:cubicBezTo>
                  <a:pt x="17430" y="2275"/>
                  <a:pt x="17349" y="2212"/>
                  <a:pt x="17267" y="2151"/>
                </a:cubicBezTo>
                <a:close/>
                <a:moveTo>
                  <a:pt x="3805" y="2574"/>
                </a:moveTo>
                <a:cubicBezTo>
                  <a:pt x="3586" y="2761"/>
                  <a:pt x="3370" y="2956"/>
                  <a:pt x="3163" y="3163"/>
                </a:cubicBezTo>
                <a:cubicBezTo>
                  <a:pt x="2955" y="3371"/>
                  <a:pt x="2761" y="3586"/>
                  <a:pt x="2574" y="3806"/>
                </a:cubicBezTo>
                <a:lnTo>
                  <a:pt x="3805" y="2574"/>
                </a:lnTo>
                <a:close/>
                <a:moveTo>
                  <a:pt x="17801" y="2579"/>
                </a:moveTo>
                <a:lnTo>
                  <a:pt x="2579" y="17801"/>
                </a:lnTo>
                <a:cubicBezTo>
                  <a:pt x="2645" y="17878"/>
                  <a:pt x="2709" y="17957"/>
                  <a:pt x="2777" y="18032"/>
                </a:cubicBezTo>
                <a:lnTo>
                  <a:pt x="18032" y="2777"/>
                </a:lnTo>
                <a:cubicBezTo>
                  <a:pt x="17957" y="2709"/>
                  <a:pt x="17878" y="2645"/>
                  <a:pt x="17801" y="2579"/>
                </a:cubicBezTo>
                <a:close/>
                <a:moveTo>
                  <a:pt x="18304" y="3036"/>
                </a:moveTo>
                <a:lnTo>
                  <a:pt x="3036" y="18304"/>
                </a:lnTo>
                <a:cubicBezTo>
                  <a:pt x="3079" y="18349"/>
                  <a:pt x="3119" y="18394"/>
                  <a:pt x="3163" y="18438"/>
                </a:cubicBezTo>
                <a:cubicBezTo>
                  <a:pt x="3191" y="18466"/>
                  <a:pt x="3222" y="18492"/>
                  <a:pt x="3250" y="18521"/>
                </a:cubicBezTo>
                <a:lnTo>
                  <a:pt x="18521" y="3251"/>
                </a:lnTo>
                <a:cubicBezTo>
                  <a:pt x="18492" y="3222"/>
                  <a:pt x="18466" y="3192"/>
                  <a:pt x="18438" y="3163"/>
                </a:cubicBezTo>
                <a:cubicBezTo>
                  <a:pt x="18394" y="3119"/>
                  <a:pt x="18348" y="3079"/>
                  <a:pt x="18304" y="3036"/>
                </a:cubicBezTo>
                <a:close/>
                <a:moveTo>
                  <a:pt x="18781" y="3523"/>
                </a:moveTo>
                <a:lnTo>
                  <a:pt x="3522" y="18781"/>
                </a:lnTo>
                <a:cubicBezTo>
                  <a:pt x="3598" y="18850"/>
                  <a:pt x="3676" y="18915"/>
                  <a:pt x="3753" y="18982"/>
                </a:cubicBezTo>
                <a:lnTo>
                  <a:pt x="18982" y="3753"/>
                </a:lnTo>
                <a:cubicBezTo>
                  <a:pt x="18915" y="3676"/>
                  <a:pt x="18850" y="3598"/>
                  <a:pt x="18781" y="3523"/>
                </a:cubicBezTo>
                <a:close/>
                <a:moveTo>
                  <a:pt x="19224" y="4041"/>
                </a:moveTo>
                <a:lnTo>
                  <a:pt x="4041" y="19224"/>
                </a:lnTo>
                <a:cubicBezTo>
                  <a:pt x="4121" y="19289"/>
                  <a:pt x="4202" y="19350"/>
                  <a:pt x="4283" y="19412"/>
                </a:cubicBezTo>
                <a:lnTo>
                  <a:pt x="19412" y="4283"/>
                </a:lnTo>
                <a:cubicBezTo>
                  <a:pt x="19350" y="4202"/>
                  <a:pt x="19289" y="4121"/>
                  <a:pt x="19224" y="4041"/>
                </a:cubicBezTo>
                <a:close/>
                <a:moveTo>
                  <a:pt x="19637" y="4591"/>
                </a:moveTo>
                <a:lnTo>
                  <a:pt x="4591" y="19637"/>
                </a:lnTo>
                <a:cubicBezTo>
                  <a:pt x="4675" y="19696"/>
                  <a:pt x="4758" y="19757"/>
                  <a:pt x="4843" y="19813"/>
                </a:cubicBezTo>
                <a:lnTo>
                  <a:pt x="19813" y="4844"/>
                </a:lnTo>
                <a:cubicBezTo>
                  <a:pt x="19757" y="4758"/>
                  <a:pt x="19696" y="4675"/>
                  <a:pt x="19637" y="4591"/>
                </a:cubicBezTo>
                <a:close/>
                <a:moveTo>
                  <a:pt x="20019" y="5172"/>
                </a:moveTo>
                <a:lnTo>
                  <a:pt x="5172" y="20019"/>
                </a:lnTo>
                <a:cubicBezTo>
                  <a:pt x="5261" y="20073"/>
                  <a:pt x="5351" y="20126"/>
                  <a:pt x="5441" y="20178"/>
                </a:cubicBezTo>
                <a:lnTo>
                  <a:pt x="20178" y="5441"/>
                </a:lnTo>
                <a:cubicBezTo>
                  <a:pt x="20126" y="5351"/>
                  <a:pt x="20073" y="5261"/>
                  <a:pt x="20019" y="5172"/>
                </a:cubicBezTo>
                <a:close/>
                <a:moveTo>
                  <a:pt x="20369" y="5782"/>
                </a:moveTo>
                <a:lnTo>
                  <a:pt x="5782" y="20369"/>
                </a:lnTo>
                <a:cubicBezTo>
                  <a:pt x="5877" y="20419"/>
                  <a:pt x="5974" y="20463"/>
                  <a:pt x="6071" y="20510"/>
                </a:cubicBezTo>
                <a:lnTo>
                  <a:pt x="20510" y="6071"/>
                </a:lnTo>
                <a:cubicBezTo>
                  <a:pt x="20463" y="5975"/>
                  <a:pt x="20419" y="5878"/>
                  <a:pt x="20369" y="5782"/>
                </a:cubicBezTo>
                <a:close/>
                <a:moveTo>
                  <a:pt x="20679" y="6434"/>
                </a:moveTo>
                <a:lnTo>
                  <a:pt x="6434" y="20679"/>
                </a:lnTo>
                <a:cubicBezTo>
                  <a:pt x="6534" y="20723"/>
                  <a:pt x="6633" y="20769"/>
                  <a:pt x="6734" y="20809"/>
                </a:cubicBezTo>
                <a:lnTo>
                  <a:pt x="20809" y="6735"/>
                </a:lnTo>
                <a:cubicBezTo>
                  <a:pt x="20769" y="6634"/>
                  <a:pt x="20723" y="6534"/>
                  <a:pt x="20679" y="6434"/>
                </a:cubicBezTo>
                <a:close/>
                <a:moveTo>
                  <a:pt x="20956" y="7121"/>
                </a:moveTo>
                <a:lnTo>
                  <a:pt x="7120" y="20956"/>
                </a:lnTo>
                <a:cubicBezTo>
                  <a:pt x="7226" y="20994"/>
                  <a:pt x="7333" y="21030"/>
                  <a:pt x="7439" y="21065"/>
                </a:cubicBezTo>
                <a:lnTo>
                  <a:pt x="21065" y="7439"/>
                </a:lnTo>
                <a:cubicBezTo>
                  <a:pt x="21030" y="7333"/>
                  <a:pt x="20994" y="7226"/>
                  <a:pt x="20956" y="7121"/>
                </a:cubicBezTo>
                <a:close/>
                <a:moveTo>
                  <a:pt x="21190" y="7848"/>
                </a:moveTo>
                <a:lnTo>
                  <a:pt x="7848" y="21190"/>
                </a:lnTo>
                <a:cubicBezTo>
                  <a:pt x="7960" y="21221"/>
                  <a:pt x="8073" y="21252"/>
                  <a:pt x="8186" y="21280"/>
                </a:cubicBezTo>
                <a:lnTo>
                  <a:pt x="21280" y="8186"/>
                </a:lnTo>
                <a:cubicBezTo>
                  <a:pt x="21252" y="8073"/>
                  <a:pt x="21221" y="7960"/>
                  <a:pt x="21190" y="7848"/>
                </a:cubicBezTo>
                <a:close/>
                <a:moveTo>
                  <a:pt x="21378" y="8623"/>
                </a:moveTo>
                <a:lnTo>
                  <a:pt x="8623" y="21378"/>
                </a:lnTo>
                <a:cubicBezTo>
                  <a:pt x="8743" y="21402"/>
                  <a:pt x="8863" y="21424"/>
                  <a:pt x="8984" y="21445"/>
                </a:cubicBezTo>
                <a:lnTo>
                  <a:pt x="21445" y="8984"/>
                </a:lnTo>
                <a:cubicBezTo>
                  <a:pt x="21424" y="8864"/>
                  <a:pt x="21402" y="8743"/>
                  <a:pt x="21378" y="8623"/>
                </a:cubicBezTo>
                <a:close/>
                <a:moveTo>
                  <a:pt x="21514" y="9448"/>
                </a:moveTo>
                <a:lnTo>
                  <a:pt x="9447" y="21514"/>
                </a:lnTo>
                <a:cubicBezTo>
                  <a:pt x="9576" y="21530"/>
                  <a:pt x="9704" y="21546"/>
                  <a:pt x="9833" y="21557"/>
                </a:cubicBezTo>
                <a:lnTo>
                  <a:pt x="21557" y="9834"/>
                </a:lnTo>
                <a:cubicBezTo>
                  <a:pt x="21546" y="9705"/>
                  <a:pt x="21530" y="9576"/>
                  <a:pt x="21514" y="9448"/>
                </a:cubicBezTo>
                <a:close/>
                <a:moveTo>
                  <a:pt x="21590" y="10333"/>
                </a:moveTo>
                <a:lnTo>
                  <a:pt x="10332" y="21590"/>
                </a:lnTo>
                <a:cubicBezTo>
                  <a:pt x="10473" y="21596"/>
                  <a:pt x="10613" y="21599"/>
                  <a:pt x="10753" y="21600"/>
                </a:cubicBezTo>
                <a:lnTo>
                  <a:pt x="21600" y="10754"/>
                </a:lnTo>
                <a:cubicBezTo>
                  <a:pt x="21599" y="10613"/>
                  <a:pt x="21596" y="10473"/>
                  <a:pt x="21590" y="10333"/>
                </a:cubicBezTo>
                <a:close/>
                <a:moveTo>
                  <a:pt x="21590" y="11296"/>
                </a:moveTo>
                <a:lnTo>
                  <a:pt x="11295" y="21590"/>
                </a:lnTo>
                <a:cubicBezTo>
                  <a:pt x="11449" y="21583"/>
                  <a:pt x="11603" y="21572"/>
                  <a:pt x="11757" y="21558"/>
                </a:cubicBezTo>
                <a:lnTo>
                  <a:pt x="21558" y="11757"/>
                </a:lnTo>
                <a:cubicBezTo>
                  <a:pt x="21572" y="11603"/>
                  <a:pt x="21583" y="11450"/>
                  <a:pt x="21590" y="11296"/>
                </a:cubicBezTo>
                <a:close/>
                <a:moveTo>
                  <a:pt x="21489" y="12358"/>
                </a:moveTo>
                <a:lnTo>
                  <a:pt x="12358" y="21489"/>
                </a:lnTo>
                <a:cubicBezTo>
                  <a:pt x="12531" y="21464"/>
                  <a:pt x="12703" y="21434"/>
                  <a:pt x="12876" y="21400"/>
                </a:cubicBezTo>
                <a:lnTo>
                  <a:pt x="21400" y="12876"/>
                </a:lnTo>
                <a:cubicBezTo>
                  <a:pt x="21434" y="12704"/>
                  <a:pt x="21464" y="12531"/>
                  <a:pt x="21489" y="12358"/>
                </a:cubicBezTo>
                <a:close/>
                <a:moveTo>
                  <a:pt x="21239" y="13569"/>
                </a:moveTo>
                <a:lnTo>
                  <a:pt x="13569" y="21239"/>
                </a:lnTo>
                <a:cubicBezTo>
                  <a:pt x="13774" y="21185"/>
                  <a:pt x="13978" y="21125"/>
                  <a:pt x="14181" y="21058"/>
                </a:cubicBezTo>
                <a:lnTo>
                  <a:pt x="21058" y="14181"/>
                </a:lnTo>
                <a:cubicBezTo>
                  <a:pt x="21125" y="13978"/>
                  <a:pt x="21185" y="13774"/>
                  <a:pt x="21239" y="13569"/>
                </a:cubicBezTo>
                <a:close/>
                <a:moveTo>
                  <a:pt x="20736" y="15035"/>
                </a:moveTo>
                <a:lnTo>
                  <a:pt x="15035" y="20736"/>
                </a:lnTo>
                <a:cubicBezTo>
                  <a:pt x="15310" y="20619"/>
                  <a:pt x="15581" y="20493"/>
                  <a:pt x="15848" y="20352"/>
                </a:cubicBezTo>
                <a:lnTo>
                  <a:pt x="20352" y="15848"/>
                </a:lnTo>
                <a:cubicBezTo>
                  <a:pt x="20493" y="15581"/>
                  <a:pt x="20619" y="15310"/>
                  <a:pt x="20736" y="15035"/>
                </a:cubicBezTo>
                <a:close/>
                <a:moveTo>
                  <a:pt x="19400" y="17332"/>
                </a:moveTo>
                <a:lnTo>
                  <a:pt x="17332" y="19400"/>
                </a:lnTo>
                <a:cubicBezTo>
                  <a:pt x="17716" y="19108"/>
                  <a:pt x="18087" y="18789"/>
                  <a:pt x="18438" y="18438"/>
                </a:cubicBezTo>
                <a:cubicBezTo>
                  <a:pt x="18788" y="18087"/>
                  <a:pt x="19107" y="17716"/>
                  <a:pt x="19400" y="17332"/>
                </a:cubicBezTo>
                <a:close/>
              </a:path>
            </a:pathLst>
          </a:custGeom>
          <a:solidFill>
            <a:schemeClr val="accent4"/>
          </a:solidFill>
          <a:ln w="12700">
            <a:miter lim="400000"/>
          </a:ln>
        </p:spPr>
        <p:txBody>
          <a:bodyPr lIns="0" tIns="0" rIns="0" bIns="0" anchor="ctr"/>
          <a:lstStyle/>
          <a:p>
            <a:pPr marL="0" marR="0" lvl="0" indent="0" algn="ctr" defTabSz="8255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 kumimoji="0" sz="32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Helvetica Neue Medium"/>
              <a:sym typeface="Helvetica Neue Medium"/>
            </a:endParaRPr>
          </a:p>
        </p:txBody>
      </p:sp>
      <p:sp>
        <p:nvSpPr>
          <p:cNvPr id="198" name="Shape">
            <a:extLst>
              <a:ext uri="{FF2B5EF4-FFF2-40B4-BE49-F238E27FC236}">
                <a16:creationId xmlns:a16="http://schemas.microsoft.com/office/drawing/2014/main" id="{C922B250-9D4E-725A-F2B4-01F65C20CD90}"/>
              </a:ext>
            </a:extLst>
          </p:cNvPr>
          <p:cNvSpPr/>
          <p:nvPr/>
        </p:nvSpPr>
        <p:spPr>
          <a:xfrm>
            <a:off x="1688166" y="791392"/>
            <a:ext cx="7163901" cy="716420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800" y="0"/>
                </a:moveTo>
                <a:cubicBezTo>
                  <a:pt x="10787" y="0"/>
                  <a:pt x="10773" y="1"/>
                  <a:pt x="10759" y="1"/>
                </a:cubicBezTo>
                <a:lnTo>
                  <a:pt x="1" y="10760"/>
                </a:lnTo>
                <a:cubicBezTo>
                  <a:pt x="0" y="10900"/>
                  <a:pt x="3" y="11040"/>
                  <a:pt x="8" y="11181"/>
                </a:cubicBezTo>
                <a:lnTo>
                  <a:pt x="11180" y="9"/>
                </a:lnTo>
                <a:cubicBezTo>
                  <a:pt x="11054" y="4"/>
                  <a:pt x="10927" y="0"/>
                  <a:pt x="10800" y="0"/>
                </a:cubicBezTo>
                <a:close/>
                <a:moveTo>
                  <a:pt x="10211" y="17"/>
                </a:moveTo>
                <a:cubicBezTo>
                  <a:pt x="10057" y="25"/>
                  <a:pt x="9903" y="36"/>
                  <a:pt x="9748" y="51"/>
                </a:cubicBezTo>
                <a:lnTo>
                  <a:pt x="50" y="9749"/>
                </a:lnTo>
                <a:cubicBezTo>
                  <a:pt x="35" y="9903"/>
                  <a:pt x="25" y="10057"/>
                  <a:pt x="16" y="10212"/>
                </a:cubicBezTo>
                <a:lnTo>
                  <a:pt x="10211" y="17"/>
                </a:lnTo>
                <a:close/>
                <a:moveTo>
                  <a:pt x="11683" y="38"/>
                </a:moveTo>
                <a:lnTo>
                  <a:pt x="38" y="11684"/>
                </a:lnTo>
                <a:cubicBezTo>
                  <a:pt x="48" y="11814"/>
                  <a:pt x="62" y="11944"/>
                  <a:pt x="78" y="12075"/>
                </a:cubicBezTo>
                <a:lnTo>
                  <a:pt x="12074" y="78"/>
                </a:lnTo>
                <a:cubicBezTo>
                  <a:pt x="11944" y="63"/>
                  <a:pt x="11814" y="49"/>
                  <a:pt x="11683" y="38"/>
                </a:cubicBezTo>
                <a:close/>
                <a:moveTo>
                  <a:pt x="9136" y="131"/>
                </a:moveTo>
                <a:cubicBezTo>
                  <a:pt x="8960" y="158"/>
                  <a:pt x="8786" y="190"/>
                  <a:pt x="8611" y="226"/>
                </a:cubicBezTo>
                <a:lnTo>
                  <a:pt x="226" y="8611"/>
                </a:lnTo>
                <a:cubicBezTo>
                  <a:pt x="190" y="8786"/>
                  <a:pt x="157" y="8961"/>
                  <a:pt x="130" y="9137"/>
                </a:cubicBezTo>
                <a:lnTo>
                  <a:pt x="9136" y="131"/>
                </a:lnTo>
                <a:close/>
                <a:moveTo>
                  <a:pt x="12541" y="143"/>
                </a:moveTo>
                <a:lnTo>
                  <a:pt x="143" y="12541"/>
                </a:lnTo>
                <a:cubicBezTo>
                  <a:pt x="163" y="12663"/>
                  <a:pt x="183" y="12785"/>
                  <a:pt x="207" y="12906"/>
                </a:cubicBezTo>
                <a:lnTo>
                  <a:pt x="12906" y="208"/>
                </a:lnTo>
                <a:cubicBezTo>
                  <a:pt x="12785" y="184"/>
                  <a:pt x="12663" y="163"/>
                  <a:pt x="12541" y="143"/>
                </a:cubicBezTo>
                <a:close/>
                <a:moveTo>
                  <a:pt x="13343" y="303"/>
                </a:moveTo>
                <a:lnTo>
                  <a:pt x="303" y="13343"/>
                </a:lnTo>
                <a:cubicBezTo>
                  <a:pt x="330" y="13456"/>
                  <a:pt x="361" y="13569"/>
                  <a:pt x="392" y="13682"/>
                </a:cubicBezTo>
                <a:lnTo>
                  <a:pt x="13682" y="393"/>
                </a:lnTo>
                <a:cubicBezTo>
                  <a:pt x="13569" y="362"/>
                  <a:pt x="13456" y="331"/>
                  <a:pt x="13343" y="303"/>
                </a:cubicBezTo>
                <a:close/>
                <a:moveTo>
                  <a:pt x="7909" y="395"/>
                </a:moveTo>
                <a:cubicBezTo>
                  <a:pt x="7701" y="452"/>
                  <a:pt x="7495" y="515"/>
                  <a:pt x="7290" y="585"/>
                </a:cubicBezTo>
                <a:lnTo>
                  <a:pt x="584" y="7290"/>
                </a:lnTo>
                <a:cubicBezTo>
                  <a:pt x="514" y="7495"/>
                  <a:pt x="452" y="7702"/>
                  <a:pt x="394" y="7909"/>
                </a:cubicBezTo>
                <a:lnTo>
                  <a:pt x="7909" y="395"/>
                </a:lnTo>
                <a:close/>
                <a:moveTo>
                  <a:pt x="14094" y="515"/>
                </a:moveTo>
                <a:lnTo>
                  <a:pt x="514" y="14094"/>
                </a:lnTo>
                <a:cubicBezTo>
                  <a:pt x="549" y="14202"/>
                  <a:pt x="583" y="14310"/>
                  <a:pt x="620" y="14417"/>
                </a:cubicBezTo>
                <a:lnTo>
                  <a:pt x="14417" y="621"/>
                </a:lnTo>
                <a:cubicBezTo>
                  <a:pt x="14310" y="583"/>
                  <a:pt x="14202" y="549"/>
                  <a:pt x="14094" y="515"/>
                </a:cubicBezTo>
                <a:close/>
                <a:moveTo>
                  <a:pt x="14804" y="767"/>
                </a:moveTo>
                <a:lnTo>
                  <a:pt x="767" y="14804"/>
                </a:lnTo>
                <a:cubicBezTo>
                  <a:pt x="807" y="14905"/>
                  <a:pt x="851" y="15004"/>
                  <a:pt x="894" y="15104"/>
                </a:cubicBezTo>
                <a:lnTo>
                  <a:pt x="15104" y="895"/>
                </a:lnTo>
                <a:cubicBezTo>
                  <a:pt x="15004" y="852"/>
                  <a:pt x="14905" y="807"/>
                  <a:pt x="14804" y="767"/>
                </a:cubicBezTo>
                <a:close/>
                <a:moveTo>
                  <a:pt x="6411" y="932"/>
                </a:moveTo>
                <a:cubicBezTo>
                  <a:pt x="6118" y="1062"/>
                  <a:pt x="5831" y="1206"/>
                  <a:pt x="5549" y="1363"/>
                </a:cubicBezTo>
                <a:lnTo>
                  <a:pt x="1362" y="5549"/>
                </a:lnTo>
                <a:cubicBezTo>
                  <a:pt x="1205" y="5832"/>
                  <a:pt x="1061" y="6119"/>
                  <a:pt x="931" y="6411"/>
                </a:cubicBezTo>
                <a:lnTo>
                  <a:pt x="6411" y="932"/>
                </a:lnTo>
                <a:close/>
                <a:moveTo>
                  <a:pt x="15470" y="1061"/>
                </a:moveTo>
                <a:lnTo>
                  <a:pt x="1060" y="15471"/>
                </a:lnTo>
                <a:cubicBezTo>
                  <a:pt x="1106" y="15567"/>
                  <a:pt x="1153" y="15664"/>
                  <a:pt x="1202" y="15759"/>
                </a:cubicBezTo>
                <a:lnTo>
                  <a:pt x="15759" y="1203"/>
                </a:lnTo>
                <a:cubicBezTo>
                  <a:pt x="15663" y="1153"/>
                  <a:pt x="15567" y="1107"/>
                  <a:pt x="15470" y="1061"/>
                </a:cubicBezTo>
                <a:close/>
                <a:moveTo>
                  <a:pt x="16103" y="1391"/>
                </a:moveTo>
                <a:lnTo>
                  <a:pt x="1391" y="16103"/>
                </a:lnTo>
                <a:cubicBezTo>
                  <a:pt x="1442" y="16194"/>
                  <a:pt x="1494" y="16285"/>
                  <a:pt x="1548" y="16375"/>
                </a:cubicBezTo>
                <a:lnTo>
                  <a:pt x="16375" y="1549"/>
                </a:lnTo>
                <a:cubicBezTo>
                  <a:pt x="16285" y="1495"/>
                  <a:pt x="16194" y="1442"/>
                  <a:pt x="16103" y="1391"/>
                </a:cubicBezTo>
                <a:close/>
                <a:moveTo>
                  <a:pt x="16703" y="1754"/>
                </a:moveTo>
                <a:lnTo>
                  <a:pt x="1753" y="16703"/>
                </a:lnTo>
                <a:cubicBezTo>
                  <a:pt x="1809" y="16788"/>
                  <a:pt x="1869" y="16872"/>
                  <a:pt x="1928" y="16956"/>
                </a:cubicBezTo>
                <a:lnTo>
                  <a:pt x="16956" y="1928"/>
                </a:lnTo>
                <a:cubicBezTo>
                  <a:pt x="16872" y="1869"/>
                  <a:pt x="16788" y="1810"/>
                  <a:pt x="16703" y="1754"/>
                </a:cubicBezTo>
                <a:close/>
                <a:moveTo>
                  <a:pt x="17267" y="2151"/>
                </a:moveTo>
                <a:lnTo>
                  <a:pt x="2151" y="17267"/>
                </a:lnTo>
                <a:cubicBezTo>
                  <a:pt x="2212" y="17349"/>
                  <a:pt x="2274" y="17430"/>
                  <a:pt x="2338" y="17510"/>
                </a:cubicBezTo>
                <a:lnTo>
                  <a:pt x="17510" y="2338"/>
                </a:lnTo>
                <a:cubicBezTo>
                  <a:pt x="17430" y="2275"/>
                  <a:pt x="17349" y="2212"/>
                  <a:pt x="17267" y="2151"/>
                </a:cubicBezTo>
                <a:close/>
                <a:moveTo>
                  <a:pt x="3805" y="2574"/>
                </a:moveTo>
                <a:cubicBezTo>
                  <a:pt x="3586" y="2761"/>
                  <a:pt x="3370" y="2956"/>
                  <a:pt x="3163" y="3163"/>
                </a:cubicBezTo>
                <a:cubicBezTo>
                  <a:pt x="2955" y="3371"/>
                  <a:pt x="2761" y="3586"/>
                  <a:pt x="2574" y="3806"/>
                </a:cubicBezTo>
                <a:lnTo>
                  <a:pt x="3805" y="2574"/>
                </a:lnTo>
                <a:close/>
                <a:moveTo>
                  <a:pt x="17801" y="2579"/>
                </a:moveTo>
                <a:lnTo>
                  <a:pt x="2579" y="17801"/>
                </a:lnTo>
                <a:cubicBezTo>
                  <a:pt x="2645" y="17878"/>
                  <a:pt x="2709" y="17957"/>
                  <a:pt x="2777" y="18032"/>
                </a:cubicBezTo>
                <a:lnTo>
                  <a:pt x="18032" y="2777"/>
                </a:lnTo>
                <a:cubicBezTo>
                  <a:pt x="17957" y="2709"/>
                  <a:pt x="17878" y="2645"/>
                  <a:pt x="17801" y="2579"/>
                </a:cubicBezTo>
                <a:close/>
                <a:moveTo>
                  <a:pt x="18304" y="3036"/>
                </a:moveTo>
                <a:lnTo>
                  <a:pt x="3036" y="18304"/>
                </a:lnTo>
                <a:cubicBezTo>
                  <a:pt x="3079" y="18349"/>
                  <a:pt x="3119" y="18394"/>
                  <a:pt x="3163" y="18438"/>
                </a:cubicBezTo>
                <a:cubicBezTo>
                  <a:pt x="3191" y="18466"/>
                  <a:pt x="3222" y="18492"/>
                  <a:pt x="3250" y="18521"/>
                </a:cubicBezTo>
                <a:lnTo>
                  <a:pt x="18521" y="3251"/>
                </a:lnTo>
                <a:cubicBezTo>
                  <a:pt x="18492" y="3222"/>
                  <a:pt x="18466" y="3192"/>
                  <a:pt x="18438" y="3163"/>
                </a:cubicBezTo>
                <a:cubicBezTo>
                  <a:pt x="18394" y="3119"/>
                  <a:pt x="18348" y="3079"/>
                  <a:pt x="18304" y="3036"/>
                </a:cubicBezTo>
                <a:close/>
                <a:moveTo>
                  <a:pt x="18781" y="3523"/>
                </a:moveTo>
                <a:lnTo>
                  <a:pt x="3522" y="18781"/>
                </a:lnTo>
                <a:cubicBezTo>
                  <a:pt x="3598" y="18850"/>
                  <a:pt x="3676" y="18915"/>
                  <a:pt x="3753" y="18982"/>
                </a:cubicBezTo>
                <a:lnTo>
                  <a:pt x="18982" y="3753"/>
                </a:lnTo>
                <a:cubicBezTo>
                  <a:pt x="18915" y="3676"/>
                  <a:pt x="18850" y="3598"/>
                  <a:pt x="18781" y="3523"/>
                </a:cubicBezTo>
                <a:close/>
                <a:moveTo>
                  <a:pt x="19224" y="4041"/>
                </a:moveTo>
                <a:lnTo>
                  <a:pt x="4041" y="19224"/>
                </a:lnTo>
                <a:cubicBezTo>
                  <a:pt x="4121" y="19289"/>
                  <a:pt x="4202" y="19350"/>
                  <a:pt x="4283" y="19412"/>
                </a:cubicBezTo>
                <a:lnTo>
                  <a:pt x="19412" y="4283"/>
                </a:lnTo>
                <a:cubicBezTo>
                  <a:pt x="19350" y="4202"/>
                  <a:pt x="19289" y="4121"/>
                  <a:pt x="19224" y="4041"/>
                </a:cubicBezTo>
                <a:close/>
                <a:moveTo>
                  <a:pt x="19637" y="4591"/>
                </a:moveTo>
                <a:lnTo>
                  <a:pt x="4591" y="19637"/>
                </a:lnTo>
                <a:cubicBezTo>
                  <a:pt x="4675" y="19696"/>
                  <a:pt x="4758" y="19757"/>
                  <a:pt x="4843" y="19813"/>
                </a:cubicBezTo>
                <a:lnTo>
                  <a:pt x="19813" y="4844"/>
                </a:lnTo>
                <a:cubicBezTo>
                  <a:pt x="19757" y="4758"/>
                  <a:pt x="19696" y="4675"/>
                  <a:pt x="19637" y="4591"/>
                </a:cubicBezTo>
                <a:close/>
                <a:moveTo>
                  <a:pt x="20019" y="5172"/>
                </a:moveTo>
                <a:lnTo>
                  <a:pt x="5172" y="20019"/>
                </a:lnTo>
                <a:cubicBezTo>
                  <a:pt x="5261" y="20073"/>
                  <a:pt x="5351" y="20126"/>
                  <a:pt x="5441" y="20178"/>
                </a:cubicBezTo>
                <a:lnTo>
                  <a:pt x="20178" y="5441"/>
                </a:lnTo>
                <a:cubicBezTo>
                  <a:pt x="20126" y="5351"/>
                  <a:pt x="20073" y="5261"/>
                  <a:pt x="20019" y="5172"/>
                </a:cubicBezTo>
                <a:close/>
                <a:moveTo>
                  <a:pt x="20369" y="5782"/>
                </a:moveTo>
                <a:lnTo>
                  <a:pt x="5782" y="20369"/>
                </a:lnTo>
                <a:cubicBezTo>
                  <a:pt x="5877" y="20419"/>
                  <a:pt x="5974" y="20463"/>
                  <a:pt x="6071" y="20510"/>
                </a:cubicBezTo>
                <a:lnTo>
                  <a:pt x="20510" y="6071"/>
                </a:lnTo>
                <a:cubicBezTo>
                  <a:pt x="20463" y="5975"/>
                  <a:pt x="20419" y="5878"/>
                  <a:pt x="20369" y="5782"/>
                </a:cubicBezTo>
                <a:close/>
                <a:moveTo>
                  <a:pt x="20679" y="6434"/>
                </a:moveTo>
                <a:lnTo>
                  <a:pt x="6434" y="20679"/>
                </a:lnTo>
                <a:cubicBezTo>
                  <a:pt x="6534" y="20723"/>
                  <a:pt x="6633" y="20769"/>
                  <a:pt x="6734" y="20809"/>
                </a:cubicBezTo>
                <a:lnTo>
                  <a:pt x="20809" y="6735"/>
                </a:lnTo>
                <a:cubicBezTo>
                  <a:pt x="20769" y="6634"/>
                  <a:pt x="20723" y="6534"/>
                  <a:pt x="20679" y="6434"/>
                </a:cubicBezTo>
                <a:close/>
                <a:moveTo>
                  <a:pt x="20956" y="7121"/>
                </a:moveTo>
                <a:lnTo>
                  <a:pt x="7120" y="20956"/>
                </a:lnTo>
                <a:cubicBezTo>
                  <a:pt x="7226" y="20994"/>
                  <a:pt x="7333" y="21030"/>
                  <a:pt x="7439" y="21065"/>
                </a:cubicBezTo>
                <a:lnTo>
                  <a:pt x="21065" y="7439"/>
                </a:lnTo>
                <a:cubicBezTo>
                  <a:pt x="21030" y="7333"/>
                  <a:pt x="20994" y="7226"/>
                  <a:pt x="20956" y="7121"/>
                </a:cubicBezTo>
                <a:close/>
                <a:moveTo>
                  <a:pt x="21190" y="7848"/>
                </a:moveTo>
                <a:lnTo>
                  <a:pt x="7848" y="21190"/>
                </a:lnTo>
                <a:cubicBezTo>
                  <a:pt x="7960" y="21221"/>
                  <a:pt x="8073" y="21252"/>
                  <a:pt x="8186" y="21280"/>
                </a:cubicBezTo>
                <a:lnTo>
                  <a:pt x="21280" y="8186"/>
                </a:lnTo>
                <a:cubicBezTo>
                  <a:pt x="21252" y="8073"/>
                  <a:pt x="21221" y="7960"/>
                  <a:pt x="21190" y="7848"/>
                </a:cubicBezTo>
                <a:close/>
                <a:moveTo>
                  <a:pt x="21378" y="8623"/>
                </a:moveTo>
                <a:lnTo>
                  <a:pt x="8623" y="21378"/>
                </a:lnTo>
                <a:cubicBezTo>
                  <a:pt x="8743" y="21402"/>
                  <a:pt x="8863" y="21424"/>
                  <a:pt x="8984" y="21445"/>
                </a:cubicBezTo>
                <a:lnTo>
                  <a:pt x="21445" y="8984"/>
                </a:lnTo>
                <a:cubicBezTo>
                  <a:pt x="21424" y="8864"/>
                  <a:pt x="21402" y="8743"/>
                  <a:pt x="21378" y="8623"/>
                </a:cubicBezTo>
                <a:close/>
                <a:moveTo>
                  <a:pt x="21514" y="9448"/>
                </a:moveTo>
                <a:lnTo>
                  <a:pt x="9447" y="21514"/>
                </a:lnTo>
                <a:cubicBezTo>
                  <a:pt x="9576" y="21530"/>
                  <a:pt x="9704" y="21546"/>
                  <a:pt x="9833" y="21557"/>
                </a:cubicBezTo>
                <a:lnTo>
                  <a:pt x="21557" y="9834"/>
                </a:lnTo>
                <a:cubicBezTo>
                  <a:pt x="21546" y="9705"/>
                  <a:pt x="21530" y="9576"/>
                  <a:pt x="21514" y="9448"/>
                </a:cubicBezTo>
                <a:close/>
                <a:moveTo>
                  <a:pt x="21590" y="10333"/>
                </a:moveTo>
                <a:lnTo>
                  <a:pt x="10332" y="21590"/>
                </a:lnTo>
                <a:cubicBezTo>
                  <a:pt x="10473" y="21596"/>
                  <a:pt x="10613" y="21599"/>
                  <a:pt x="10753" y="21600"/>
                </a:cubicBezTo>
                <a:lnTo>
                  <a:pt x="21600" y="10754"/>
                </a:lnTo>
                <a:cubicBezTo>
                  <a:pt x="21599" y="10613"/>
                  <a:pt x="21596" y="10473"/>
                  <a:pt x="21590" y="10333"/>
                </a:cubicBezTo>
                <a:close/>
                <a:moveTo>
                  <a:pt x="21590" y="11296"/>
                </a:moveTo>
                <a:lnTo>
                  <a:pt x="11295" y="21590"/>
                </a:lnTo>
                <a:cubicBezTo>
                  <a:pt x="11449" y="21583"/>
                  <a:pt x="11603" y="21572"/>
                  <a:pt x="11757" y="21558"/>
                </a:cubicBezTo>
                <a:lnTo>
                  <a:pt x="21558" y="11757"/>
                </a:lnTo>
                <a:cubicBezTo>
                  <a:pt x="21572" y="11603"/>
                  <a:pt x="21583" y="11450"/>
                  <a:pt x="21590" y="11296"/>
                </a:cubicBezTo>
                <a:close/>
                <a:moveTo>
                  <a:pt x="21489" y="12358"/>
                </a:moveTo>
                <a:lnTo>
                  <a:pt x="12358" y="21489"/>
                </a:lnTo>
                <a:cubicBezTo>
                  <a:pt x="12531" y="21464"/>
                  <a:pt x="12703" y="21434"/>
                  <a:pt x="12876" y="21400"/>
                </a:cubicBezTo>
                <a:lnTo>
                  <a:pt x="21400" y="12876"/>
                </a:lnTo>
                <a:cubicBezTo>
                  <a:pt x="21434" y="12704"/>
                  <a:pt x="21464" y="12531"/>
                  <a:pt x="21489" y="12358"/>
                </a:cubicBezTo>
                <a:close/>
                <a:moveTo>
                  <a:pt x="21239" y="13569"/>
                </a:moveTo>
                <a:lnTo>
                  <a:pt x="13569" y="21239"/>
                </a:lnTo>
                <a:cubicBezTo>
                  <a:pt x="13774" y="21185"/>
                  <a:pt x="13978" y="21125"/>
                  <a:pt x="14181" y="21058"/>
                </a:cubicBezTo>
                <a:lnTo>
                  <a:pt x="21058" y="14181"/>
                </a:lnTo>
                <a:cubicBezTo>
                  <a:pt x="21125" y="13978"/>
                  <a:pt x="21185" y="13774"/>
                  <a:pt x="21239" y="13569"/>
                </a:cubicBezTo>
                <a:close/>
                <a:moveTo>
                  <a:pt x="20736" y="15035"/>
                </a:moveTo>
                <a:lnTo>
                  <a:pt x="15035" y="20736"/>
                </a:lnTo>
                <a:cubicBezTo>
                  <a:pt x="15310" y="20619"/>
                  <a:pt x="15581" y="20493"/>
                  <a:pt x="15848" y="20352"/>
                </a:cubicBezTo>
                <a:lnTo>
                  <a:pt x="20352" y="15848"/>
                </a:lnTo>
                <a:cubicBezTo>
                  <a:pt x="20493" y="15581"/>
                  <a:pt x="20619" y="15310"/>
                  <a:pt x="20736" y="15035"/>
                </a:cubicBezTo>
                <a:close/>
                <a:moveTo>
                  <a:pt x="19400" y="17332"/>
                </a:moveTo>
                <a:lnTo>
                  <a:pt x="17332" y="19400"/>
                </a:lnTo>
                <a:cubicBezTo>
                  <a:pt x="17716" y="19108"/>
                  <a:pt x="18087" y="18789"/>
                  <a:pt x="18438" y="18438"/>
                </a:cubicBezTo>
                <a:cubicBezTo>
                  <a:pt x="18788" y="18087"/>
                  <a:pt x="19107" y="17716"/>
                  <a:pt x="19400" y="17332"/>
                </a:cubicBezTo>
                <a:close/>
              </a:path>
            </a:pathLst>
          </a:custGeom>
          <a:solidFill>
            <a:schemeClr val="accent4"/>
          </a:solidFill>
          <a:ln w="12700">
            <a:miter lim="400000"/>
          </a:ln>
        </p:spPr>
        <p:txBody>
          <a:bodyPr lIns="0" tIns="0" rIns="0" bIns="0" anchor="ctr"/>
          <a:lstStyle/>
          <a:p>
            <a:pPr marL="0" marR="0" lvl="0" indent="0" algn="ctr" defTabSz="8255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 kumimoji="0" sz="32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Helvetica Neue Medium"/>
              <a:sym typeface="Helvetica Neue Medium"/>
            </a:endParaRPr>
          </a:p>
        </p:txBody>
      </p:sp>
      <p:sp>
        <p:nvSpPr>
          <p:cNvPr id="199" name="Shape">
            <a:extLst>
              <a:ext uri="{FF2B5EF4-FFF2-40B4-BE49-F238E27FC236}">
                <a16:creationId xmlns:a16="http://schemas.microsoft.com/office/drawing/2014/main" id="{6A32D7A6-9003-6F01-AA75-7A3E38601AC9}"/>
              </a:ext>
            </a:extLst>
          </p:cNvPr>
          <p:cNvSpPr/>
          <p:nvPr/>
        </p:nvSpPr>
        <p:spPr>
          <a:xfrm>
            <a:off x="11727838" y="12253507"/>
            <a:ext cx="4276957" cy="427713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800" y="0"/>
                </a:moveTo>
                <a:cubicBezTo>
                  <a:pt x="10787" y="0"/>
                  <a:pt x="10773" y="1"/>
                  <a:pt x="10759" y="1"/>
                </a:cubicBezTo>
                <a:lnTo>
                  <a:pt x="1" y="10760"/>
                </a:lnTo>
                <a:cubicBezTo>
                  <a:pt x="0" y="10900"/>
                  <a:pt x="3" y="11040"/>
                  <a:pt x="8" y="11181"/>
                </a:cubicBezTo>
                <a:lnTo>
                  <a:pt x="11180" y="9"/>
                </a:lnTo>
                <a:cubicBezTo>
                  <a:pt x="11054" y="4"/>
                  <a:pt x="10927" y="0"/>
                  <a:pt x="10800" y="0"/>
                </a:cubicBezTo>
                <a:close/>
                <a:moveTo>
                  <a:pt x="10211" y="17"/>
                </a:moveTo>
                <a:cubicBezTo>
                  <a:pt x="10057" y="25"/>
                  <a:pt x="9903" y="36"/>
                  <a:pt x="9748" y="51"/>
                </a:cubicBezTo>
                <a:lnTo>
                  <a:pt x="50" y="9749"/>
                </a:lnTo>
                <a:cubicBezTo>
                  <a:pt x="35" y="9903"/>
                  <a:pt x="25" y="10057"/>
                  <a:pt x="16" y="10212"/>
                </a:cubicBezTo>
                <a:lnTo>
                  <a:pt x="10211" y="17"/>
                </a:lnTo>
                <a:close/>
                <a:moveTo>
                  <a:pt x="11683" y="38"/>
                </a:moveTo>
                <a:lnTo>
                  <a:pt x="38" y="11684"/>
                </a:lnTo>
                <a:cubicBezTo>
                  <a:pt x="48" y="11814"/>
                  <a:pt x="62" y="11944"/>
                  <a:pt x="78" y="12075"/>
                </a:cubicBezTo>
                <a:lnTo>
                  <a:pt x="12074" y="78"/>
                </a:lnTo>
                <a:cubicBezTo>
                  <a:pt x="11944" y="63"/>
                  <a:pt x="11814" y="49"/>
                  <a:pt x="11683" y="38"/>
                </a:cubicBezTo>
                <a:close/>
                <a:moveTo>
                  <a:pt x="9136" y="131"/>
                </a:moveTo>
                <a:cubicBezTo>
                  <a:pt x="8960" y="158"/>
                  <a:pt x="8786" y="190"/>
                  <a:pt x="8611" y="226"/>
                </a:cubicBezTo>
                <a:lnTo>
                  <a:pt x="226" y="8611"/>
                </a:lnTo>
                <a:cubicBezTo>
                  <a:pt x="190" y="8786"/>
                  <a:pt x="157" y="8961"/>
                  <a:pt x="130" y="9137"/>
                </a:cubicBezTo>
                <a:lnTo>
                  <a:pt x="9136" y="131"/>
                </a:lnTo>
                <a:close/>
                <a:moveTo>
                  <a:pt x="12541" y="143"/>
                </a:moveTo>
                <a:lnTo>
                  <a:pt x="143" y="12541"/>
                </a:lnTo>
                <a:cubicBezTo>
                  <a:pt x="163" y="12663"/>
                  <a:pt x="183" y="12785"/>
                  <a:pt x="207" y="12906"/>
                </a:cubicBezTo>
                <a:lnTo>
                  <a:pt x="12906" y="208"/>
                </a:lnTo>
                <a:cubicBezTo>
                  <a:pt x="12785" y="184"/>
                  <a:pt x="12663" y="163"/>
                  <a:pt x="12541" y="143"/>
                </a:cubicBezTo>
                <a:close/>
                <a:moveTo>
                  <a:pt x="13343" y="303"/>
                </a:moveTo>
                <a:lnTo>
                  <a:pt x="303" y="13343"/>
                </a:lnTo>
                <a:cubicBezTo>
                  <a:pt x="330" y="13456"/>
                  <a:pt x="361" y="13569"/>
                  <a:pt x="392" y="13682"/>
                </a:cubicBezTo>
                <a:lnTo>
                  <a:pt x="13682" y="393"/>
                </a:lnTo>
                <a:cubicBezTo>
                  <a:pt x="13569" y="362"/>
                  <a:pt x="13456" y="331"/>
                  <a:pt x="13343" y="303"/>
                </a:cubicBezTo>
                <a:close/>
                <a:moveTo>
                  <a:pt x="7909" y="395"/>
                </a:moveTo>
                <a:cubicBezTo>
                  <a:pt x="7701" y="452"/>
                  <a:pt x="7495" y="515"/>
                  <a:pt x="7290" y="585"/>
                </a:cubicBezTo>
                <a:lnTo>
                  <a:pt x="584" y="7290"/>
                </a:lnTo>
                <a:cubicBezTo>
                  <a:pt x="514" y="7495"/>
                  <a:pt x="452" y="7702"/>
                  <a:pt x="394" y="7909"/>
                </a:cubicBezTo>
                <a:lnTo>
                  <a:pt x="7909" y="395"/>
                </a:lnTo>
                <a:close/>
                <a:moveTo>
                  <a:pt x="14094" y="515"/>
                </a:moveTo>
                <a:lnTo>
                  <a:pt x="514" y="14094"/>
                </a:lnTo>
                <a:cubicBezTo>
                  <a:pt x="549" y="14202"/>
                  <a:pt x="583" y="14310"/>
                  <a:pt x="620" y="14417"/>
                </a:cubicBezTo>
                <a:lnTo>
                  <a:pt x="14417" y="621"/>
                </a:lnTo>
                <a:cubicBezTo>
                  <a:pt x="14310" y="583"/>
                  <a:pt x="14202" y="549"/>
                  <a:pt x="14094" y="515"/>
                </a:cubicBezTo>
                <a:close/>
                <a:moveTo>
                  <a:pt x="14804" y="767"/>
                </a:moveTo>
                <a:lnTo>
                  <a:pt x="767" y="14804"/>
                </a:lnTo>
                <a:cubicBezTo>
                  <a:pt x="807" y="14905"/>
                  <a:pt x="851" y="15004"/>
                  <a:pt x="894" y="15104"/>
                </a:cubicBezTo>
                <a:lnTo>
                  <a:pt x="15104" y="895"/>
                </a:lnTo>
                <a:cubicBezTo>
                  <a:pt x="15004" y="852"/>
                  <a:pt x="14905" y="807"/>
                  <a:pt x="14804" y="767"/>
                </a:cubicBezTo>
                <a:close/>
                <a:moveTo>
                  <a:pt x="6411" y="932"/>
                </a:moveTo>
                <a:cubicBezTo>
                  <a:pt x="6118" y="1062"/>
                  <a:pt x="5831" y="1206"/>
                  <a:pt x="5549" y="1363"/>
                </a:cubicBezTo>
                <a:lnTo>
                  <a:pt x="1362" y="5549"/>
                </a:lnTo>
                <a:cubicBezTo>
                  <a:pt x="1205" y="5832"/>
                  <a:pt x="1061" y="6119"/>
                  <a:pt x="931" y="6411"/>
                </a:cubicBezTo>
                <a:lnTo>
                  <a:pt x="6411" y="932"/>
                </a:lnTo>
                <a:close/>
                <a:moveTo>
                  <a:pt x="15470" y="1061"/>
                </a:moveTo>
                <a:lnTo>
                  <a:pt x="1060" y="15471"/>
                </a:lnTo>
                <a:cubicBezTo>
                  <a:pt x="1106" y="15567"/>
                  <a:pt x="1153" y="15664"/>
                  <a:pt x="1202" y="15759"/>
                </a:cubicBezTo>
                <a:lnTo>
                  <a:pt x="15759" y="1203"/>
                </a:lnTo>
                <a:cubicBezTo>
                  <a:pt x="15663" y="1153"/>
                  <a:pt x="15567" y="1107"/>
                  <a:pt x="15470" y="1061"/>
                </a:cubicBezTo>
                <a:close/>
                <a:moveTo>
                  <a:pt x="16103" y="1391"/>
                </a:moveTo>
                <a:lnTo>
                  <a:pt x="1391" y="16103"/>
                </a:lnTo>
                <a:cubicBezTo>
                  <a:pt x="1442" y="16194"/>
                  <a:pt x="1494" y="16285"/>
                  <a:pt x="1549" y="16375"/>
                </a:cubicBezTo>
                <a:lnTo>
                  <a:pt x="16375" y="1549"/>
                </a:lnTo>
                <a:cubicBezTo>
                  <a:pt x="16285" y="1495"/>
                  <a:pt x="16194" y="1442"/>
                  <a:pt x="16103" y="1391"/>
                </a:cubicBezTo>
                <a:close/>
                <a:moveTo>
                  <a:pt x="16703" y="1754"/>
                </a:moveTo>
                <a:lnTo>
                  <a:pt x="1753" y="16703"/>
                </a:lnTo>
                <a:cubicBezTo>
                  <a:pt x="1809" y="16788"/>
                  <a:pt x="1869" y="16872"/>
                  <a:pt x="1928" y="16956"/>
                </a:cubicBezTo>
                <a:lnTo>
                  <a:pt x="16956" y="1928"/>
                </a:lnTo>
                <a:cubicBezTo>
                  <a:pt x="16872" y="1869"/>
                  <a:pt x="16788" y="1810"/>
                  <a:pt x="16703" y="1754"/>
                </a:cubicBezTo>
                <a:close/>
                <a:moveTo>
                  <a:pt x="17267" y="2151"/>
                </a:moveTo>
                <a:lnTo>
                  <a:pt x="2151" y="17267"/>
                </a:lnTo>
                <a:cubicBezTo>
                  <a:pt x="2212" y="17349"/>
                  <a:pt x="2274" y="17430"/>
                  <a:pt x="2338" y="17510"/>
                </a:cubicBezTo>
                <a:lnTo>
                  <a:pt x="17510" y="2338"/>
                </a:lnTo>
                <a:cubicBezTo>
                  <a:pt x="17430" y="2275"/>
                  <a:pt x="17349" y="2212"/>
                  <a:pt x="17267" y="2151"/>
                </a:cubicBezTo>
                <a:close/>
                <a:moveTo>
                  <a:pt x="3805" y="2574"/>
                </a:moveTo>
                <a:cubicBezTo>
                  <a:pt x="3586" y="2761"/>
                  <a:pt x="3370" y="2956"/>
                  <a:pt x="3163" y="3163"/>
                </a:cubicBezTo>
                <a:cubicBezTo>
                  <a:pt x="2955" y="3371"/>
                  <a:pt x="2761" y="3586"/>
                  <a:pt x="2574" y="3806"/>
                </a:cubicBezTo>
                <a:lnTo>
                  <a:pt x="3805" y="2574"/>
                </a:lnTo>
                <a:close/>
                <a:moveTo>
                  <a:pt x="17801" y="2579"/>
                </a:moveTo>
                <a:lnTo>
                  <a:pt x="2579" y="17801"/>
                </a:lnTo>
                <a:cubicBezTo>
                  <a:pt x="2645" y="17878"/>
                  <a:pt x="2709" y="17957"/>
                  <a:pt x="2777" y="18032"/>
                </a:cubicBezTo>
                <a:lnTo>
                  <a:pt x="18032" y="2777"/>
                </a:lnTo>
                <a:cubicBezTo>
                  <a:pt x="17957" y="2709"/>
                  <a:pt x="17878" y="2645"/>
                  <a:pt x="17801" y="2579"/>
                </a:cubicBezTo>
                <a:close/>
                <a:moveTo>
                  <a:pt x="18304" y="3036"/>
                </a:moveTo>
                <a:lnTo>
                  <a:pt x="3036" y="18304"/>
                </a:lnTo>
                <a:cubicBezTo>
                  <a:pt x="3079" y="18349"/>
                  <a:pt x="3119" y="18394"/>
                  <a:pt x="3163" y="18438"/>
                </a:cubicBezTo>
                <a:cubicBezTo>
                  <a:pt x="3191" y="18466"/>
                  <a:pt x="3222" y="18492"/>
                  <a:pt x="3250" y="18521"/>
                </a:cubicBezTo>
                <a:lnTo>
                  <a:pt x="18521" y="3251"/>
                </a:lnTo>
                <a:cubicBezTo>
                  <a:pt x="18492" y="3222"/>
                  <a:pt x="18466" y="3192"/>
                  <a:pt x="18438" y="3163"/>
                </a:cubicBezTo>
                <a:cubicBezTo>
                  <a:pt x="18394" y="3119"/>
                  <a:pt x="18348" y="3079"/>
                  <a:pt x="18304" y="3036"/>
                </a:cubicBezTo>
                <a:close/>
                <a:moveTo>
                  <a:pt x="18781" y="3523"/>
                </a:moveTo>
                <a:lnTo>
                  <a:pt x="3522" y="18781"/>
                </a:lnTo>
                <a:cubicBezTo>
                  <a:pt x="3598" y="18850"/>
                  <a:pt x="3676" y="18915"/>
                  <a:pt x="3753" y="18982"/>
                </a:cubicBezTo>
                <a:lnTo>
                  <a:pt x="18982" y="3753"/>
                </a:lnTo>
                <a:cubicBezTo>
                  <a:pt x="18915" y="3676"/>
                  <a:pt x="18850" y="3598"/>
                  <a:pt x="18781" y="3523"/>
                </a:cubicBezTo>
                <a:close/>
                <a:moveTo>
                  <a:pt x="19224" y="4041"/>
                </a:moveTo>
                <a:lnTo>
                  <a:pt x="4041" y="19224"/>
                </a:lnTo>
                <a:cubicBezTo>
                  <a:pt x="4121" y="19289"/>
                  <a:pt x="4202" y="19350"/>
                  <a:pt x="4283" y="19412"/>
                </a:cubicBezTo>
                <a:lnTo>
                  <a:pt x="19412" y="4283"/>
                </a:lnTo>
                <a:cubicBezTo>
                  <a:pt x="19350" y="4202"/>
                  <a:pt x="19289" y="4121"/>
                  <a:pt x="19224" y="4041"/>
                </a:cubicBezTo>
                <a:close/>
                <a:moveTo>
                  <a:pt x="19637" y="4591"/>
                </a:moveTo>
                <a:lnTo>
                  <a:pt x="4591" y="19637"/>
                </a:lnTo>
                <a:cubicBezTo>
                  <a:pt x="4675" y="19696"/>
                  <a:pt x="4758" y="19757"/>
                  <a:pt x="4843" y="19813"/>
                </a:cubicBezTo>
                <a:lnTo>
                  <a:pt x="19813" y="4844"/>
                </a:lnTo>
                <a:cubicBezTo>
                  <a:pt x="19757" y="4758"/>
                  <a:pt x="19696" y="4675"/>
                  <a:pt x="19637" y="4591"/>
                </a:cubicBezTo>
                <a:close/>
                <a:moveTo>
                  <a:pt x="20019" y="5172"/>
                </a:moveTo>
                <a:lnTo>
                  <a:pt x="5172" y="20019"/>
                </a:lnTo>
                <a:cubicBezTo>
                  <a:pt x="5261" y="20073"/>
                  <a:pt x="5351" y="20126"/>
                  <a:pt x="5441" y="20178"/>
                </a:cubicBezTo>
                <a:lnTo>
                  <a:pt x="20178" y="5441"/>
                </a:lnTo>
                <a:cubicBezTo>
                  <a:pt x="20126" y="5351"/>
                  <a:pt x="20073" y="5261"/>
                  <a:pt x="20019" y="5172"/>
                </a:cubicBezTo>
                <a:close/>
                <a:moveTo>
                  <a:pt x="20369" y="5782"/>
                </a:moveTo>
                <a:lnTo>
                  <a:pt x="5782" y="20369"/>
                </a:lnTo>
                <a:cubicBezTo>
                  <a:pt x="5877" y="20419"/>
                  <a:pt x="5974" y="20463"/>
                  <a:pt x="6071" y="20510"/>
                </a:cubicBezTo>
                <a:lnTo>
                  <a:pt x="20510" y="6071"/>
                </a:lnTo>
                <a:cubicBezTo>
                  <a:pt x="20463" y="5975"/>
                  <a:pt x="20419" y="5878"/>
                  <a:pt x="20369" y="5782"/>
                </a:cubicBezTo>
                <a:close/>
                <a:moveTo>
                  <a:pt x="20679" y="6434"/>
                </a:moveTo>
                <a:lnTo>
                  <a:pt x="6434" y="20679"/>
                </a:lnTo>
                <a:cubicBezTo>
                  <a:pt x="6534" y="20723"/>
                  <a:pt x="6633" y="20769"/>
                  <a:pt x="6734" y="20809"/>
                </a:cubicBezTo>
                <a:lnTo>
                  <a:pt x="20809" y="6735"/>
                </a:lnTo>
                <a:cubicBezTo>
                  <a:pt x="20769" y="6634"/>
                  <a:pt x="20723" y="6534"/>
                  <a:pt x="20679" y="6434"/>
                </a:cubicBezTo>
                <a:close/>
                <a:moveTo>
                  <a:pt x="20956" y="7121"/>
                </a:moveTo>
                <a:lnTo>
                  <a:pt x="7120" y="20956"/>
                </a:lnTo>
                <a:cubicBezTo>
                  <a:pt x="7226" y="20994"/>
                  <a:pt x="7333" y="21030"/>
                  <a:pt x="7439" y="21065"/>
                </a:cubicBezTo>
                <a:lnTo>
                  <a:pt x="21065" y="7439"/>
                </a:lnTo>
                <a:cubicBezTo>
                  <a:pt x="21030" y="7333"/>
                  <a:pt x="20994" y="7226"/>
                  <a:pt x="20956" y="7121"/>
                </a:cubicBezTo>
                <a:close/>
                <a:moveTo>
                  <a:pt x="21190" y="7848"/>
                </a:moveTo>
                <a:lnTo>
                  <a:pt x="7848" y="21190"/>
                </a:lnTo>
                <a:cubicBezTo>
                  <a:pt x="7960" y="21221"/>
                  <a:pt x="8073" y="21252"/>
                  <a:pt x="8186" y="21280"/>
                </a:cubicBezTo>
                <a:lnTo>
                  <a:pt x="21280" y="8186"/>
                </a:lnTo>
                <a:cubicBezTo>
                  <a:pt x="21252" y="8073"/>
                  <a:pt x="21221" y="7960"/>
                  <a:pt x="21190" y="7848"/>
                </a:cubicBezTo>
                <a:close/>
                <a:moveTo>
                  <a:pt x="21378" y="8623"/>
                </a:moveTo>
                <a:lnTo>
                  <a:pt x="8623" y="21378"/>
                </a:lnTo>
                <a:cubicBezTo>
                  <a:pt x="8743" y="21402"/>
                  <a:pt x="8863" y="21424"/>
                  <a:pt x="8984" y="21445"/>
                </a:cubicBezTo>
                <a:lnTo>
                  <a:pt x="21445" y="8984"/>
                </a:lnTo>
                <a:cubicBezTo>
                  <a:pt x="21424" y="8864"/>
                  <a:pt x="21402" y="8743"/>
                  <a:pt x="21378" y="8623"/>
                </a:cubicBezTo>
                <a:close/>
                <a:moveTo>
                  <a:pt x="21514" y="9448"/>
                </a:moveTo>
                <a:lnTo>
                  <a:pt x="9447" y="21514"/>
                </a:lnTo>
                <a:cubicBezTo>
                  <a:pt x="9576" y="21530"/>
                  <a:pt x="9704" y="21546"/>
                  <a:pt x="9833" y="21557"/>
                </a:cubicBezTo>
                <a:lnTo>
                  <a:pt x="21557" y="9834"/>
                </a:lnTo>
                <a:cubicBezTo>
                  <a:pt x="21546" y="9705"/>
                  <a:pt x="21530" y="9576"/>
                  <a:pt x="21514" y="9448"/>
                </a:cubicBezTo>
                <a:close/>
                <a:moveTo>
                  <a:pt x="21590" y="10333"/>
                </a:moveTo>
                <a:lnTo>
                  <a:pt x="10332" y="21590"/>
                </a:lnTo>
                <a:cubicBezTo>
                  <a:pt x="10473" y="21596"/>
                  <a:pt x="10613" y="21599"/>
                  <a:pt x="10753" y="21600"/>
                </a:cubicBezTo>
                <a:lnTo>
                  <a:pt x="21600" y="10754"/>
                </a:lnTo>
                <a:cubicBezTo>
                  <a:pt x="21599" y="10613"/>
                  <a:pt x="21596" y="10473"/>
                  <a:pt x="21590" y="10333"/>
                </a:cubicBezTo>
                <a:close/>
                <a:moveTo>
                  <a:pt x="21590" y="11296"/>
                </a:moveTo>
                <a:lnTo>
                  <a:pt x="11295" y="21590"/>
                </a:lnTo>
                <a:cubicBezTo>
                  <a:pt x="11449" y="21583"/>
                  <a:pt x="11603" y="21572"/>
                  <a:pt x="11757" y="21558"/>
                </a:cubicBezTo>
                <a:lnTo>
                  <a:pt x="21558" y="11757"/>
                </a:lnTo>
                <a:cubicBezTo>
                  <a:pt x="21572" y="11603"/>
                  <a:pt x="21583" y="11450"/>
                  <a:pt x="21590" y="11296"/>
                </a:cubicBezTo>
                <a:close/>
                <a:moveTo>
                  <a:pt x="21489" y="12358"/>
                </a:moveTo>
                <a:lnTo>
                  <a:pt x="12358" y="21489"/>
                </a:lnTo>
                <a:cubicBezTo>
                  <a:pt x="12531" y="21464"/>
                  <a:pt x="12703" y="21434"/>
                  <a:pt x="12876" y="21400"/>
                </a:cubicBezTo>
                <a:lnTo>
                  <a:pt x="21400" y="12876"/>
                </a:lnTo>
                <a:cubicBezTo>
                  <a:pt x="21434" y="12704"/>
                  <a:pt x="21464" y="12531"/>
                  <a:pt x="21489" y="12358"/>
                </a:cubicBezTo>
                <a:close/>
                <a:moveTo>
                  <a:pt x="21239" y="13569"/>
                </a:moveTo>
                <a:lnTo>
                  <a:pt x="13569" y="21239"/>
                </a:lnTo>
                <a:cubicBezTo>
                  <a:pt x="13774" y="21185"/>
                  <a:pt x="13978" y="21125"/>
                  <a:pt x="14181" y="21058"/>
                </a:cubicBezTo>
                <a:lnTo>
                  <a:pt x="21058" y="14181"/>
                </a:lnTo>
                <a:cubicBezTo>
                  <a:pt x="21125" y="13978"/>
                  <a:pt x="21185" y="13774"/>
                  <a:pt x="21239" y="13569"/>
                </a:cubicBezTo>
                <a:close/>
                <a:moveTo>
                  <a:pt x="20736" y="15035"/>
                </a:moveTo>
                <a:lnTo>
                  <a:pt x="15035" y="20736"/>
                </a:lnTo>
                <a:cubicBezTo>
                  <a:pt x="15310" y="20619"/>
                  <a:pt x="15581" y="20493"/>
                  <a:pt x="15848" y="20352"/>
                </a:cubicBezTo>
                <a:lnTo>
                  <a:pt x="20352" y="15848"/>
                </a:lnTo>
                <a:cubicBezTo>
                  <a:pt x="20493" y="15581"/>
                  <a:pt x="20619" y="15310"/>
                  <a:pt x="20736" y="15035"/>
                </a:cubicBezTo>
                <a:close/>
                <a:moveTo>
                  <a:pt x="19400" y="17332"/>
                </a:moveTo>
                <a:lnTo>
                  <a:pt x="17332" y="19400"/>
                </a:lnTo>
                <a:cubicBezTo>
                  <a:pt x="17716" y="19108"/>
                  <a:pt x="18087" y="18789"/>
                  <a:pt x="18438" y="18438"/>
                </a:cubicBezTo>
                <a:cubicBezTo>
                  <a:pt x="18788" y="18087"/>
                  <a:pt x="19107" y="17716"/>
                  <a:pt x="19400" y="17332"/>
                </a:cubicBezTo>
                <a:close/>
              </a:path>
            </a:pathLst>
          </a:custGeom>
          <a:solidFill>
            <a:schemeClr val="accent4"/>
          </a:solidFill>
          <a:ln w="12700">
            <a:miter lim="400000"/>
          </a:ln>
        </p:spPr>
        <p:txBody>
          <a:bodyPr lIns="0" tIns="0" rIns="0" bIns="0" anchor="ctr"/>
          <a:lstStyle/>
          <a:p>
            <a:pPr marL="0" marR="0" lvl="0" indent="0" algn="ctr" defTabSz="8255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 kumimoji="0" sz="32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Helvetica Neue Medium"/>
              <a:sym typeface="Helvetica Neue Medium"/>
            </a:endParaRPr>
          </a:p>
        </p:txBody>
      </p:sp>
      <p:sp>
        <p:nvSpPr>
          <p:cNvPr id="200" name="Shape">
            <a:extLst>
              <a:ext uri="{FF2B5EF4-FFF2-40B4-BE49-F238E27FC236}">
                <a16:creationId xmlns:a16="http://schemas.microsoft.com/office/drawing/2014/main" id="{9CDD8F8A-DC7D-C718-5CBA-50EEF9E2AD44}"/>
              </a:ext>
            </a:extLst>
          </p:cNvPr>
          <p:cNvSpPr/>
          <p:nvPr/>
        </p:nvSpPr>
        <p:spPr>
          <a:xfrm>
            <a:off x="22467966" y="8316507"/>
            <a:ext cx="4276957" cy="427713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800" y="0"/>
                </a:moveTo>
                <a:cubicBezTo>
                  <a:pt x="10787" y="0"/>
                  <a:pt x="10773" y="1"/>
                  <a:pt x="10759" y="1"/>
                </a:cubicBezTo>
                <a:lnTo>
                  <a:pt x="1" y="10760"/>
                </a:lnTo>
                <a:cubicBezTo>
                  <a:pt x="0" y="10900"/>
                  <a:pt x="3" y="11040"/>
                  <a:pt x="8" y="11181"/>
                </a:cubicBezTo>
                <a:lnTo>
                  <a:pt x="11180" y="9"/>
                </a:lnTo>
                <a:cubicBezTo>
                  <a:pt x="11054" y="4"/>
                  <a:pt x="10927" y="0"/>
                  <a:pt x="10800" y="0"/>
                </a:cubicBezTo>
                <a:close/>
                <a:moveTo>
                  <a:pt x="10211" y="17"/>
                </a:moveTo>
                <a:cubicBezTo>
                  <a:pt x="10057" y="25"/>
                  <a:pt x="9903" y="36"/>
                  <a:pt x="9748" y="51"/>
                </a:cubicBezTo>
                <a:lnTo>
                  <a:pt x="50" y="9749"/>
                </a:lnTo>
                <a:cubicBezTo>
                  <a:pt x="35" y="9903"/>
                  <a:pt x="25" y="10057"/>
                  <a:pt x="16" y="10212"/>
                </a:cubicBezTo>
                <a:lnTo>
                  <a:pt x="10211" y="17"/>
                </a:lnTo>
                <a:close/>
                <a:moveTo>
                  <a:pt x="11683" y="38"/>
                </a:moveTo>
                <a:lnTo>
                  <a:pt x="38" y="11684"/>
                </a:lnTo>
                <a:cubicBezTo>
                  <a:pt x="48" y="11814"/>
                  <a:pt x="62" y="11944"/>
                  <a:pt x="78" y="12075"/>
                </a:cubicBezTo>
                <a:lnTo>
                  <a:pt x="12074" y="78"/>
                </a:lnTo>
                <a:cubicBezTo>
                  <a:pt x="11944" y="63"/>
                  <a:pt x="11814" y="49"/>
                  <a:pt x="11683" y="38"/>
                </a:cubicBezTo>
                <a:close/>
                <a:moveTo>
                  <a:pt x="9136" y="131"/>
                </a:moveTo>
                <a:cubicBezTo>
                  <a:pt x="8960" y="158"/>
                  <a:pt x="8786" y="190"/>
                  <a:pt x="8611" y="226"/>
                </a:cubicBezTo>
                <a:lnTo>
                  <a:pt x="226" y="8611"/>
                </a:lnTo>
                <a:cubicBezTo>
                  <a:pt x="190" y="8786"/>
                  <a:pt x="157" y="8961"/>
                  <a:pt x="130" y="9137"/>
                </a:cubicBezTo>
                <a:lnTo>
                  <a:pt x="9136" y="131"/>
                </a:lnTo>
                <a:close/>
                <a:moveTo>
                  <a:pt x="12541" y="143"/>
                </a:moveTo>
                <a:lnTo>
                  <a:pt x="143" y="12541"/>
                </a:lnTo>
                <a:cubicBezTo>
                  <a:pt x="163" y="12663"/>
                  <a:pt x="183" y="12785"/>
                  <a:pt x="207" y="12906"/>
                </a:cubicBezTo>
                <a:lnTo>
                  <a:pt x="12906" y="208"/>
                </a:lnTo>
                <a:cubicBezTo>
                  <a:pt x="12785" y="184"/>
                  <a:pt x="12663" y="163"/>
                  <a:pt x="12541" y="143"/>
                </a:cubicBezTo>
                <a:close/>
                <a:moveTo>
                  <a:pt x="13343" y="303"/>
                </a:moveTo>
                <a:lnTo>
                  <a:pt x="303" y="13343"/>
                </a:lnTo>
                <a:cubicBezTo>
                  <a:pt x="330" y="13456"/>
                  <a:pt x="361" y="13569"/>
                  <a:pt x="392" y="13682"/>
                </a:cubicBezTo>
                <a:lnTo>
                  <a:pt x="13682" y="393"/>
                </a:lnTo>
                <a:cubicBezTo>
                  <a:pt x="13569" y="362"/>
                  <a:pt x="13456" y="331"/>
                  <a:pt x="13343" y="303"/>
                </a:cubicBezTo>
                <a:close/>
                <a:moveTo>
                  <a:pt x="7909" y="395"/>
                </a:moveTo>
                <a:cubicBezTo>
                  <a:pt x="7701" y="452"/>
                  <a:pt x="7495" y="515"/>
                  <a:pt x="7290" y="585"/>
                </a:cubicBezTo>
                <a:lnTo>
                  <a:pt x="584" y="7290"/>
                </a:lnTo>
                <a:cubicBezTo>
                  <a:pt x="514" y="7495"/>
                  <a:pt x="452" y="7702"/>
                  <a:pt x="394" y="7909"/>
                </a:cubicBezTo>
                <a:lnTo>
                  <a:pt x="7909" y="395"/>
                </a:lnTo>
                <a:close/>
                <a:moveTo>
                  <a:pt x="14094" y="515"/>
                </a:moveTo>
                <a:lnTo>
                  <a:pt x="514" y="14094"/>
                </a:lnTo>
                <a:cubicBezTo>
                  <a:pt x="549" y="14202"/>
                  <a:pt x="583" y="14310"/>
                  <a:pt x="620" y="14417"/>
                </a:cubicBezTo>
                <a:lnTo>
                  <a:pt x="14417" y="621"/>
                </a:lnTo>
                <a:cubicBezTo>
                  <a:pt x="14310" y="583"/>
                  <a:pt x="14202" y="549"/>
                  <a:pt x="14094" y="515"/>
                </a:cubicBezTo>
                <a:close/>
                <a:moveTo>
                  <a:pt x="14804" y="767"/>
                </a:moveTo>
                <a:lnTo>
                  <a:pt x="767" y="14804"/>
                </a:lnTo>
                <a:cubicBezTo>
                  <a:pt x="807" y="14905"/>
                  <a:pt x="851" y="15004"/>
                  <a:pt x="894" y="15104"/>
                </a:cubicBezTo>
                <a:lnTo>
                  <a:pt x="15104" y="895"/>
                </a:lnTo>
                <a:cubicBezTo>
                  <a:pt x="15004" y="852"/>
                  <a:pt x="14905" y="807"/>
                  <a:pt x="14804" y="767"/>
                </a:cubicBezTo>
                <a:close/>
                <a:moveTo>
                  <a:pt x="6411" y="932"/>
                </a:moveTo>
                <a:cubicBezTo>
                  <a:pt x="6118" y="1062"/>
                  <a:pt x="5831" y="1206"/>
                  <a:pt x="5549" y="1363"/>
                </a:cubicBezTo>
                <a:lnTo>
                  <a:pt x="1362" y="5549"/>
                </a:lnTo>
                <a:cubicBezTo>
                  <a:pt x="1205" y="5832"/>
                  <a:pt x="1061" y="6119"/>
                  <a:pt x="931" y="6411"/>
                </a:cubicBezTo>
                <a:lnTo>
                  <a:pt x="6411" y="932"/>
                </a:lnTo>
                <a:close/>
                <a:moveTo>
                  <a:pt x="15470" y="1061"/>
                </a:moveTo>
                <a:lnTo>
                  <a:pt x="1060" y="15471"/>
                </a:lnTo>
                <a:cubicBezTo>
                  <a:pt x="1106" y="15567"/>
                  <a:pt x="1153" y="15664"/>
                  <a:pt x="1202" y="15759"/>
                </a:cubicBezTo>
                <a:lnTo>
                  <a:pt x="15759" y="1203"/>
                </a:lnTo>
                <a:cubicBezTo>
                  <a:pt x="15663" y="1153"/>
                  <a:pt x="15567" y="1107"/>
                  <a:pt x="15470" y="1061"/>
                </a:cubicBezTo>
                <a:close/>
                <a:moveTo>
                  <a:pt x="16103" y="1391"/>
                </a:moveTo>
                <a:lnTo>
                  <a:pt x="1391" y="16103"/>
                </a:lnTo>
                <a:cubicBezTo>
                  <a:pt x="1442" y="16194"/>
                  <a:pt x="1494" y="16285"/>
                  <a:pt x="1549" y="16375"/>
                </a:cubicBezTo>
                <a:lnTo>
                  <a:pt x="16375" y="1549"/>
                </a:lnTo>
                <a:cubicBezTo>
                  <a:pt x="16285" y="1495"/>
                  <a:pt x="16194" y="1442"/>
                  <a:pt x="16103" y="1391"/>
                </a:cubicBezTo>
                <a:close/>
                <a:moveTo>
                  <a:pt x="16703" y="1754"/>
                </a:moveTo>
                <a:lnTo>
                  <a:pt x="1753" y="16703"/>
                </a:lnTo>
                <a:cubicBezTo>
                  <a:pt x="1809" y="16788"/>
                  <a:pt x="1869" y="16872"/>
                  <a:pt x="1928" y="16956"/>
                </a:cubicBezTo>
                <a:lnTo>
                  <a:pt x="16956" y="1928"/>
                </a:lnTo>
                <a:cubicBezTo>
                  <a:pt x="16872" y="1869"/>
                  <a:pt x="16788" y="1810"/>
                  <a:pt x="16703" y="1754"/>
                </a:cubicBezTo>
                <a:close/>
                <a:moveTo>
                  <a:pt x="17267" y="2151"/>
                </a:moveTo>
                <a:lnTo>
                  <a:pt x="2151" y="17267"/>
                </a:lnTo>
                <a:cubicBezTo>
                  <a:pt x="2212" y="17349"/>
                  <a:pt x="2274" y="17430"/>
                  <a:pt x="2338" y="17510"/>
                </a:cubicBezTo>
                <a:lnTo>
                  <a:pt x="17510" y="2338"/>
                </a:lnTo>
                <a:cubicBezTo>
                  <a:pt x="17430" y="2275"/>
                  <a:pt x="17349" y="2212"/>
                  <a:pt x="17267" y="2151"/>
                </a:cubicBezTo>
                <a:close/>
                <a:moveTo>
                  <a:pt x="3805" y="2574"/>
                </a:moveTo>
                <a:cubicBezTo>
                  <a:pt x="3586" y="2761"/>
                  <a:pt x="3370" y="2956"/>
                  <a:pt x="3163" y="3163"/>
                </a:cubicBezTo>
                <a:cubicBezTo>
                  <a:pt x="2955" y="3371"/>
                  <a:pt x="2761" y="3586"/>
                  <a:pt x="2574" y="3806"/>
                </a:cubicBezTo>
                <a:lnTo>
                  <a:pt x="3805" y="2574"/>
                </a:lnTo>
                <a:close/>
                <a:moveTo>
                  <a:pt x="17801" y="2579"/>
                </a:moveTo>
                <a:lnTo>
                  <a:pt x="2579" y="17801"/>
                </a:lnTo>
                <a:cubicBezTo>
                  <a:pt x="2645" y="17878"/>
                  <a:pt x="2709" y="17957"/>
                  <a:pt x="2777" y="18032"/>
                </a:cubicBezTo>
                <a:lnTo>
                  <a:pt x="18032" y="2777"/>
                </a:lnTo>
                <a:cubicBezTo>
                  <a:pt x="17957" y="2709"/>
                  <a:pt x="17878" y="2645"/>
                  <a:pt x="17801" y="2579"/>
                </a:cubicBezTo>
                <a:close/>
                <a:moveTo>
                  <a:pt x="18304" y="3036"/>
                </a:moveTo>
                <a:lnTo>
                  <a:pt x="3036" y="18304"/>
                </a:lnTo>
                <a:cubicBezTo>
                  <a:pt x="3079" y="18349"/>
                  <a:pt x="3119" y="18394"/>
                  <a:pt x="3163" y="18438"/>
                </a:cubicBezTo>
                <a:cubicBezTo>
                  <a:pt x="3191" y="18466"/>
                  <a:pt x="3222" y="18492"/>
                  <a:pt x="3250" y="18521"/>
                </a:cubicBezTo>
                <a:lnTo>
                  <a:pt x="18521" y="3251"/>
                </a:lnTo>
                <a:cubicBezTo>
                  <a:pt x="18492" y="3222"/>
                  <a:pt x="18466" y="3192"/>
                  <a:pt x="18438" y="3163"/>
                </a:cubicBezTo>
                <a:cubicBezTo>
                  <a:pt x="18394" y="3119"/>
                  <a:pt x="18348" y="3079"/>
                  <a:pt x="18304" y="3036"/>
                </a:cubicBezTo>
                <a:close/>
                <a:moveTo>
                  <a:pt x="18781" y="3523"/>
                </a:moveTo>
                <a:lnTo>
                  <a:pt x="3522" y="18781"/>
                </a:lnTo>
                <a:cubicBezTo>
                  <a:pt x="3598" y="18850"/>
                  <a:pt x="3676" y="18915"/>
                  <a:pt x="3753" y="18982"/>
                </a:cubicBezTo>
                <a:lnTo>
                  <a:pt x="18982" y="3753"/>
                </a:lnTo>
                <a:cubicBezTo>
                  <a:pt x="18915" y="3676"/>
                  <a:pt x="18850" y="3598"/>
                  <a:pt x="18781" y="3523"/>
                </a:cubicBezTo>
                <a:close/>
                <a:moveTo>
                  <a:pt x="19224" y="4041"/>
                </a:moveTo>
                <a:lnTo>
                  <a:pt x="4041" y="19224"/>
                </a:lnTo>
                <a:cubicBezTo>
                  <a:pt x="4121" y="19289"/>
                  <a:pt x="4202" y="19350"/>
                  <a:pt x="4283" y="19412"/>
                </a:cubicBezTo>
                <a:lnTo>
                  <a:pt x="19412" y="4283"/>
                </a:lnTo>
                <a:cubicBezTo>
                  <a:pt x="19350" y="4202"/>
                  <a:pt x="19289" y="4121"/>
                  <a:pt x="19224" y="4041"/>
                </a:cubicBezTo>
                <a:close/>
                <a:moveTo>
                  <a:pt x="19637" y="4591"/>
                </a:moveTo>
                <a:lnTo>
                  <a:pt x="4591" y="19637"/>
                </a:lnTo>
                <a:cubicBezTo>
                  <a:pt x="4675" y="19696"/>
                  <a:pt x="4758" y="19757"/>
                  <a:pt x="4843" y="19813"/>
                </a:cubicBezTo>
                <a:lnTo>
                  <a:pt x="19813" y="4844"/>
                </a:lnTo>
                <a:cubicBezTo>
                  <a:pt x="19757" y="4758"/>
                  <a:pt x="19696" y="4675"/>
                  <a:pt x="19637" y="4591"/>
                </a:cubicBezTo>
                <a:close/>
                <a:moveTo>
                  <a:pt x="20019" y="5172"/>
                </a:moveTo>
                <a:lnTo>
                  <a:pt x="5172" y="20019"/>
                </a:lnTo>
                <a:cubicBezTo>
                  <a:pt x="5261" y="20073"/>
                  <a:pt x="5351" y="20126"/>
                  <a:pt x="5441" y="20178"/>
                </a:cubicBezTo>
                <a:lnTo>
                  <a:pt x="20178" y="5441"/>
                </a:lnTo>
                <a:cubicBezTo>
                  <a:pt x="20126" y="5351"/>
                  <a:pt x="20073" y="5261"/>
                  <a:pt x="20019" y="5172"/>
                </a:cubicBezTo>
                <a:close/>
                <a:moveTo>
                  <a:pt x="20369" y="5782"/>
                </a:moveTo>
                <a:lnTo>
                  <a:pt x="5782" y="20369"/>
                </a:lnTo>
                <a:cubicBezTo>
                  <a:pt x="5877" y="20419"/>
                  <a:pt x="5974" y="20463"/>
                  <a:pt x="6071" y="20510"/>
                </a:cubicBezTo>
                <a:lnTo>
                  <a:pt x="20510" y="6071"/>
                </a:lnTo>
                <a:cubicBezTo>
                  <a:pt x="20463" y="5975"/>
                  <a:pt x="20419" y="5878"/>
                  <a:pt x="20369" y="5782"/>
                </a:cubicBezTo>
                <a:close/>
                <a:moveTo>
                  <a:pt x="20679" y="6434"/>
                </a:moveTo>
                <a:lnTo>
                  <a:pt x="6434" y="20679"/>
                </a:lnTo>
                <a:cubicBezTo>
                  <a:pt x="6534" y="20723"/>
                  <a:pt x="6633" y="20769"/>
                  <a:pt x="6734" y="20809"/>
                </a:cubicBezTo>
                <a:lnTo>
                  <a:pt x="20809" y="6735"/>
                </a:lnTo>
                <a:cubicBezTo>
                  <a:pt x="20769" y="6634"/>
                  <a:pt x="20723" y="6534"/>
                  <a:pt x="20679" y="6434"/>
                </a:cubicBezTo>
                <a:close/>
                <a:moveTo>
                  <a:pt x="20956" y="7121"/>
                </a:moveTo>
                <a:lnTo>
                  <a:pt x="7120" y="20956"/>
                </a:lnTo>
                <a:cubicBezTo>
                  <a:pt x="7226" y="20994"/>
                  <a:pt x="7333" y="21030"/>
                  <a:pt x="7439" y="21065"/>
                </a:cubicBezTo>
                <a:lnTo>
                  <a:pt x="21065" y="7439"/>
                </a:lnTo>
                <a:cubicBezTo>
                  <a:pt x="21030" y="7333"/>
                  <a:pt x="20994" y="7226"/>
                  <a:pt x="20956" y="7121"/>
                </a:cubicBezTo>
                <a:close/>
                <a:moveTo>
                  <a:pt x="21190" y="7848"/>
                </a:moveTo>
                <a:lnTo>
                  <a:pt x="7848" y="21190"/>
                </a:lnTo>
                <a:cubicBezTo>
                  <a:pt x="7960" y="21221"/>
                  <a:pt x="8073" y="21252"/>
                  <a:pt x="8186" y="21280"/>
                </a:cubicBezTo>
                <a:lnTo>
                  <a:pt x="21280" y="8186"/>
                </a:lnTo>
                <a:cubicBezTo>
                  <a:pt x="21252" y="8073"/>
                  <a:pt x="21221" y="7960"/>
                  <a:pt x="21190" y="7848"/>
                </a:cubicBezTo>
                <a:close/>
                <a:moveTo>
                  <a:pt x="21378" y="8623"/>
                </a:moveTo>
                <a:lnTo>
                  <a:pt x="8623" y="21378"/>
                </a:lnTo>
                <a:cubicBezTo>
                  <a:pt x="8743" y="21402"/>
                  <a:pt x="8863" y="21424"/>
                  <a:pt x="8984" y="21445"/>
                </a:cubicBezTo>
                <a:lnTo>
                  <a:pt x="21445" y="8984"/>
                </a:lnTo>
                <a:cubicBezTo>
                  <a:pt x="21424" y="8864"/>
                  <a:pt x="21402" y="8743"/>
                  <a:pt x="21378" y="8623"/>
                </a:cubicBezTo>
                <a:close/>
                <a:moveTo>
                  <a:pt x="21514" y="9448"/>
                </a:moveTo>
                <a:lnTo>
                  <a:pt x="9447" y="21514"/>
                </a:lnTo>
                <a:cubicBezTo>
                  <a:pt x="9576" y="21530"/>
                  <a:pt x="9704" y="21546"/>
                  <a:pt x="9833" y="21557"/>
                </a:cubicBezTo>
                <a:lnTo>
                  <a:pt x="21557" y="9834"/>
                </a:lnTo>
                <a:cubicBezTo>
                  <a:pt x="21546" y="9705"/>
                  <a:pt x="21530" y="9576"/>
                  <a:pt x="21514" y="9448"/>
                </a:cubicBezTo>
                <a:close/>
                <a:moveTo>
                  <a:pt x="21590" y="10333"/>
                </a:moveTo>
                <a:lnTo>
                  <a:pt x="10332" y="21590"/>
                </a:lnTo>
                <a:cubicBezTo>
                  <a:pt x="10473" y="21596"/>
                  <a:pt x="10613" y="21599"/>
                  <a:pt x="10753" y="21600"/>
                </a:cubicBezTo>
                <a:lnTo>
                  <a:pt x="21600" y="10754"/>
                </a:lnTo>
                <a:cubicBezTo>
                  <a:pt x="21599" y="10613"/>
                  <a:pt x="21596" y="10473"/>
                  <a:pt x="21590" y="10333"/>
                </a:cubicBezTo>
                <a:close/>
                <a:moveTo>
                  <a:pt x="21590" y="11296"/>
                </a:moveTo>
                <a:lnTo>
                  <a:pt x="11295" y="21590"/>
                </a:lnTo>
                <a:cubicBezTo>
                  <a:pt x="11449" y="21583"/>
                  <a:pt x="11603" y="21572"/>
                  <a:pt x="11757" y="21558"/>
                </a:cubicBezTo>
                <a:lnTo>
                  <a:pt x="21558" y="11757"/>
                </a:lnTo>
                <a:cubicBezTo>
                  <a:pt x="21572" y="11603"/>
                  <a:pt x="21583" y="11450"/>
                  <a:pt x="21590" y="11296"/>
                </a:cubicBezTo>
                <a:close/>
                <a:moveTo>
                  <a:pt x="21489" y="12358"/>
                </a:moveTo>
                <a:lnTo>
                  <a:pt x="12358" y="21489"/>
                </a:lnTo>
                <a:cubicBezTo>
                  <a:pt x="12531" y="21464"/>
                  <a:pt x="12703" y="21434"/>
                  <a:pt x="12876" y="21400"/>
                </a:cubicBezTo>
                <a:lnTo>
                  <a:pt x="21400" y="12876"/>
                </a:lnTo>
                <a:cubicBezTo>
                  <a:pt x="21434" y="12704"/>
                  <a:pt x="21464" y="12531"/>
                  <a:pt x="21489" y="12358"/>
                </a:cubicBezTo>
                <a:close/>
                <a:moveTo>
                  <a:pt x="21239" y="13569"/>
                </a:moveTo>
                <a:lnTo>
                  <a:pt x="13569" y="21239"/>
                </a:lnTo>
                <a:cubicBezTo>
                  <a:pt x="13774" y="21185"/>
                  <a:pt x="13978" y="21125"/>
                  <a:pt x="14181" y="21058"/>
                </a:cubicBezTo>
                <a:lnTo>
                  <a:pt x="21058" y="14181"/>
                </a:lnTo>
                <a:cubicBezTo>
                  <a:pt x="21125" y="13978"/>
                  <a:pt x="21185" y="13774"/>
                  <a:pt x="21239" y="13569"/>
                </a:cubicBezTo>
                <a:close/>
                <a:moveTo>
                  <a:pt x="20736" y="15035"/>
                </a:moveTo>
                <a:lnTo>
                  <a:pt x="15035" y="20736"/>
                </a:lnTo>
                <a:cubicBezTo>
                  <a:pt x="15310" y="20619"/>
                  <a:pt x="15581" y="20493"/>
                  <a:pt x="15848" y="20352"/>
                </a:cubicBezTo>
                <a:lnTo>
                  <a:pt x="20352" y="15848"/>
                </a:lnTo>
                <a:cubicBezTo>
                  <a:pt x="20493" y="15581"/>
                  <a:pt x="20619" y="15310"/>
                  <a:pt x="20736" y="15035"/>
                </a:cubicBezTo>
                <a:close/>
                <a:moveTo>
                  <a:pt x="19400" y="17332"/>
                </a:moveTo>
                <a:lnTo>
                  <a:pt x="17332" y="19400"/>
                </a:lnTo>
                <a:cubicBezTo>
                  <a:pt x="17716" y="19108"/>
                  <a:pt x="18087" y="18789"/>
                  <a:pt x="18438" y="18438"/>
                </a:cubicBezTo>
                <a:cubicBezTo>
                  <a:pt x="18788" y="18087"/>
                  <a:pt x="19107" y="17716"/>
                  <a:pt x="19400" y="17332"/>
                </a:cubicBezTo>
                <a:close/>
              </a:path>
            </a:pathLst>
          </a:custGeom>
          <a:solidFill>
            <a:schemeClr val="accent4"/>
          </a:solidFill>
          <a:ln w="12700">
            <a:miter lim="400000"/>
          </a:ln>
        </p:spPr>
        <p:txBody>
          <a:bodyPr lIns="0" tIns="0" rIns="0" bIns="0" anchor="ctr"/>
          <a:lstStyle/>
          <a:p>
            <a:pPr marL="0" marR="0" lvl="0" indent="0" algn="ctr" defTabSz="8255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 kumimoji="0" sz="32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Helvetica Neue Medium"/>
              <a:sym typeface="Helvetica Neue Medium"/>
            </a:endParaRPr>
          </a:p>
        </p:txBody>
      </p:sp>
      <p:sp>
        <p:nvSpPr>
          <p:cNvPr id="201" name="Shape">
            <a:extLst>
              <a:ext uri="{FF2B5EF4-FFF2-40B4-BE49-F238E27FC236}">
                <a16:creationId xmlns:a16="http://schemas.microsoft.com/office/drawing/2014/main" id="{1163E6DE-AD02-223C-A6E4-6F45CA9D0F3B}"/>
              </a:ext>
            </a:extLst>
          </p:cNvPr>
          <p:cNvSpPr/>
          <p:nvPr/>
        </p:nvSpPr>
        <p:spPr>
          <a:xfrm>
            <a:off x="-9782" y="-14685"/>
            <a:ext cx="5401449" cy="1371951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489" h="21600" extrusionOk="0">
                <a:moveTo>
                  <a:pt x="9876" y="0"/>
                </a:moveTo>
                <a:cubicBezTo>
                  <a:pt x="14909" y="1061"/>
                  <a:pt x="18164" y="3091"/>
                  <a:pt x="18448" y="5345"/>
                </a:cubicBezTo>
                <a:cubicBezTo>
                  <a:pt x="18695" y="7304"/>
                  <a:pt x="16642" y="9198"/>
                  <a:pt x="12885" y="10477"/>
                </a:cubicBezTo>
                <a:cubicBezTo>
                  <a:pt x="8651" y="11730"/>
                  <a:pt x="7084" y="13955"/>
                  <a:pt x="9071" y="15894"/>
                </a:cubicBezTo>
                <a:cubicBezTo>
                  <a:pt x="10355" y="17147"/>
                  <a:pt x="13013" y="18098"/>
                  <a:pt x="16290" y="18479"/>
                </a:cubicBezTo>
                <a:cubicBezTo>
                  <a:pt x="17951" y="18702"/>
                  <a:pt x="19367" y="19144"/>
                  <a:pt x="20305" y="19731"/>
                </a:cubicBezTo>
                <a:cubicBezTo>
                  <a:pt x="21193" y="20288"/>
                  <a:pt x="21600" y="20944"/>
                  <a:pt x="21463" y="21600"/>
                </a:cubicBezTo>
                <a:lnTo>
                  <a:pt x="0" y="21600"/>
                </a:lnTo>
                <a:lnTo>
                  <a:pt x="0" y="1"/>
                </a:lnTo>
                <a:lnTo>
                  <a:pt x="9876" y="0"/>
                </a:lnTo>
                <a:close/>
              </a:path>
            </a:pathLst>
          </a:custGeom>
          <a:solidFill>
            <a:schemeClr val="accent3"/>
          </a:solidFill>
          <a:ln w="12700">
            <a:miter lim="400000"/>
          </a:ln>
          <a:effectLst>
            <a:outerShdw blurRad="914400" dist="25400" dir="5400000" rotWithShape="0">
              <a:srgbClr val="000000">
                <a:alpha val="50000"/>
              </a:srgbClr>
            </a:outerShdw>
          </a:effectLst>
        </p:spPr>
        <p:txBody>
          <a:bodyPr lIns="50800" tIns="50800" rIns="50800" bIns="50800" anchor="ctr"/>
          <a:lstStyle/>
          <a:p>
            <a:pPr marL="0" marR="0" lvl="0" indent="0" algn="ctr" defTabSz="8255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3000" b="1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Helvetica Neue"/>
              <a:sym typeface="Helvetica Neue"/>
            </a:endParaRPr>
          </a:p>
        </p:txBody>
      </p:sp>
      <p:sp>
        <p:nvSpPr>
          <p:cNvPr id="202" name="Shape">
            <a:extLst>
              <a:ext uri="{FF2B5EF4-FFF2-40B4-BE49-F238E27FC236}">
                <a16:creationId xmlns:a16="http://schemas.microsoft.com/office/drawing/2014/main" id="{8050B53A-4EF3-65CD-151E-09A9537F23AB}"/>
              </a:ext>
            </a:extLst>
          </p:cNvPr>
          <p:cNvSpPr/>
          <p:nvPr/>
        </p:nvSpPr>
        <p:spPr>
          <a:xfrm>
            <a:off x="14077382" y="-26393"/>
            <a:ext cx="10315136" cy="10264133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490" h="20992" extrusionOk="0">
                <a:moveTo>
                  <a:pt x="22" y="0"/>
                </a:moveTo>
                <a:cubicBezTo>
                  <a:pt x="-110" y="1123"/>
                  <a:pt x="362" y="2232"/>
                  <a:pt x="1268" y="2930"/>
                </a:cubicBezTo>
                <a:cubicBezTo>
                  <a:pt x="2187" y="3637"/>
                  <a:pt x="3418" y="3817"/>
                  <a:pt x="4507" y="3403"/>
                </a:cubicBezTo>
                <a:cubicBezTo>
                  <a:pt x="6055" y="2610"/>
                  <a:pt x="7961" y="3061"/>
                  <a:pt x="8970" y="4460"/>
                </a:cubicBezTo>
                <a:cubicBezTo>
                  <a:pt x="9809" y="5622"/>
                  <a:pt x="9807" y="7178"/>
                  <a:pt x="8965" y="8338"/>
                </a:cubicBezTo>
                <a:cubicBezTo>
                  <a:pt x="6771" y="11924"/>
                  <a:pt x="7613" y="16550"/>
                  <a:pt x="10936" y="19169"/>
                </a:cubicBezTo>
                <a:cubicBezTo>
                  <a:pt x="14018" y="21597"/>
                  <a:pt x="18405" y="21600"/>
                  <a:pt x="21490" y="19175"/>
                </a:cubicBezTo>
                <a:lnTo>
                  <a:pt x="21490" y="35"/>
                </a:lnTo>
                <a:lnTo>
                  <a:pt x="22" y="0"/>
                </a:lnTo>
                <a:close/>
              </a:path>
            </a:pathLst>
          </a:custGeom>
          <a:solidFill>
            <a:schemeClr val="accent3"/>
          </a:solidFill>
          <a:ln w="12700">
            <a:miter lim="400000"/>
          </a:ln>
          <a:effectLst>
            <a:outerShdw blurRad="914400" dist="25400" dir="5400000" rotWithShape="0">
              <a:srgbClr val="000000">
                <a:alpha val="50000"/>
              </a:srgbClr>
            </a:outerShdw>
          </a:effectLst>
        </p:spPr>
        <p:txBody>
          <a:bodyPr lIns="50800" tIns="50800" rIns="50800" bIns="50800" anchor="ctr"/>
          <a:lstStyle/>
          <a:p>
            <a:pPr marL="0" marR="0" lvl="0" indent="0" algn="ctr" defTabSz="8255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3000" b="1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Helvetica Neue"/>
              <a:sym typeface="Helvetica Neue"/>
            </a:endParaRPr>
          </a:p>
        </p:txBody>
      </p:sp>
      <p:sp>
        <p:nvSpPr>
          <p:cNvPr id="203" name="Circle">
            <a:extLst>
              <a:ext uri="{FF2B5EF4-FFF2-40B4-BE49-F238E27FC236}">
                <a16:creationId xmlns:a16="http://schemas.microsoft.com/office/drawing/2014/main" id="{420FB088-D22E-95D2-53A9-06B18DE35BA9}"/>
              </a:ext>
            </a:extLst>
          </p:cNvPr>
          <p:cNvSpPr/>
          <p:nvPr/>
        </p:nvSpPr>
        <p:spPr>
          <a:xfrm>
            <a:off x="17006264" y="352354"/>
            <a:ext cx="494973" cy="494972"/>
          </a:xfrm>
          <a:prstGeom prst="ellipse">
            <a:avLst/>
          </a:prstGeom>
          <a:gradFill>
            <a:gsLst>
              <a:gs pos="0">
                <a:schemeClr val="accent2"/>
              </a:gs>
              <a:gs pos="100000">
                <a:schemeClr val="accent1"/>
              </a:gs>
            </a:gsLst>
            <a:lin ang="5400000"/>
          </a:gradFill>
          <a:ln w="12700">
            <a:miter lim="400000"/>
          </a:ln>
        </p:spPr>
        <p:txBody>
          <a:bodyPr lIns="0" tIns="0" rIns="0" bIns="0" anchor="ctr"/>
          <a:lstStyle/>
          <a:p>
            <a:pPr marL="0" marR="0" lvl="0" indent="0" algn="ctr" defTabSz="8255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 kumimoji="0" sz="32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Helvetica Neue Medium"/>
              <a:sym typeface="Helvetica Neue Medium"/>
            </a:endParaRPr>
          </a:p>
        </p:txBody>
      </p:sp>
      <p:sp>
        <p:nvSpPr>
          <p:cNvPr id="204" name="Circle">
            <a:extLst>
              <a:ext uri="{FF2B5EF4-FFF2-40B4-BE49-F238E27FC236}">
                <a16:creationId xmlns:a16="http://schemas.microsoft.com/office/drawing/2014/main" id="{96A75551-C7F6-A6DD-4478-681484D3737A}"/>
              </a:ext>
            </a:extLst>
          </p:cNvPr>
          <p:cNvSpPr/>
          <p:nvPr/>
        </p:nvSpPr>
        <p:spPr>
          <a:xfrm>
            <a:off x="-564062" y="1321716"/>
            <a:ext cx="1150610" cy="1150611"/>
          </a:xfrm>
          <a:prstGeom prst="ellipse">
            <a:avLst/>
          </a:prstGeom>
          <a:gradFill>
            <a:gsLst>
              <a:gs pos="0">
                <a:schemeClr val="accent2"/>
              </a:gs>
              <a:gs pos="100000">
                <a:schemeClr val="accent1"/>
              </a:gs>
            </a:gsLst>
            <a:lin ang="5400000"/>
          </a:gradFill>
          <a:ln w="12700">
            <a:miter lim="400000"/>
          </a:ln>
        </p:spPr>
        <p:txBody>
          <a:bodyPr lIns="0" tIns="0" rIns="0" bIns="0" anchor="ctr"/>
          <a:lstStyle/>
          <a:p>
            <a:pPr marL="0" marR="0" lvl="0" indent="0" algn="ctr" defTabSz="8255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 kumimoji="0" sz="32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Helvetica Neue Medium"/>
              <a:sym typeface="Helvetica Neue Medium"/>
            </a:endParaRPr>
          </a:p>
        </p:txBody>
      </p:sp>
      <p:sp>
        <p:nvSpPr>
          <p:cNvPr id="205" name="TOPIC #1 - $100">
            <a:extLst>
              <a:ext uri="{FF2B5EF4-FFF2-40B4-BE49-F238E27FC236}">
                <a16:creationId xmlns:a16="http://schemas.microsoft.com/office/drawing/2014/main" id="{BE13B968-D069-ABF0-5FB0-80C31DB90DB3}"/>
              </a:ext>
            </a:extLst>
          </p:cNvPr>
          <p:cNvSpPr txBox="1"/>
          <p:nvPr/>
        </p:nvSpPr>
        <p:spPr>
          <a:xfrm>
            <a:off x="1318646" y="1076284"/>
            <a:ext cx="19014054" cy="164147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50800" tIns="50800" rIns="50800" bIns="50800" anchor="ctr">
            <a:spAutoFit/>
          </a:bodyPr>
          <a:lstStyle/>
          <a:p>
            <a:pPr marL="0" marR="0" lvl="0" indent="0" algn="l" defTabSz="8255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0000" b="0">
                <a:solidFill>
                  <a:srgbClr val="F6C543"/>
                </a:solidFill>
                <a:latin typeface="Impact"/>
                <a:ea typeface="Impact"/>
                <a:cs typeface="Impact"/>
                <a:sym typeface="Impact"/>
              </a:defRPr>
            </a:pPr>
            <a:r>
              <a:rPr kumimoji="0" lang="en-US" altLang="zh-CN" sz="10000" b="0" i="0" u="none" strike="noStrike" kern="0" cap="none" spc="0" normalizeH="0" baseline="0" noProof="0" dirty="0">
                <a:ln>
                  <a:noFill/>
                </a:ln>
                <a:solidFill>
                  <a:srgbClr val="F6C542"/>
                </a:solidFill>
                <a:effectLst/>
                <a:uLnTx/>
                <a:uFillTx/>
                <a:latin typeface="Impact"/>
                <a:sym typeface="Impact"/>
              </a:rPr>
              <a:t>UNIT</a:t>
            </a:r>
            <a:r>
              <a:rPr kumimoji="0" sz="10000" b="0" i="0" u="none" strike="noStrike" kern="0" cap="none" spc="0" normalizeH="0" baseline="0" noProof="0" dirty="0">
                <a:ln>
                  <a:noFill/>
                </a:ln>
                <a:solidFill>
                  <a:srgbClr val="F6C542"/>
                </a:solidFill>
                <a:effectLst/>
                <a:uLnTx/>
                <a:uFillTx/>
                <a:latin typeface="Impact"/>
                <a:sym typeface="Impact"/>
              </a:rPr>
              <a:t> #</a:t>
            </a:r>
            <a:r>
              <a:rPr lang="en-US" sz="10000" b="0" dirty="0">
                <a:solidFill>
                  <a:srgbClr val="F6C542"/>
                </a:solidFill>
                <a:latin typeface="Impact"/>
                <a:sym typeface="Impact"/>
              </a:rPr>
              <a:t>4</a:t>
            </a:r>
            <a:r>
              <a:rPr kumimoji="0" lang="en-US" sz="10000" b="0" i="0" u="none" strike="noStrike" kern="0" cap="none" spc="0" normalizeH="0" baseline="0" noProof="0" dirty="0">
                <a:ln>
                  <a:noFill/>
                </a:ln>
                <a:solidFill>
                  <a:srgbClr val="F6C542"/>
                </a:solidFill>
                <a:effectLst/>
                <a:uLnTx/>
                <a:uFillTx/>
                <a:latin typeface="Impact"/>
                <a:sym typeface="Impact"/>
              </a:rPr>
              <a:t> </a:t>
            </a:r>
            <a:r>
              <a:rPr kumimoji="0" lang="en-US" altLang="zh-CN" sz="100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Impact"/>
                <a:sym typeface="Impact"/>
              </a:rPr>
              <a:t>–</a:t>
            </a:r>
            <a:r>
              <a:rPr kumimoji="0" sz="100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Impact"/>
                <a:sym typeface="Impact"/>
              </a:rPr>
              <a:t> </a:t>
            </a:r>
            <a:r>
              <a:rPr kumimoji="0" lang="zh-CN" altLang="en-US" sz="100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华文楷体" panose="02010600040101010101" pitchFamily="2" charset="-122"/>
                <a:ea typeface="华文楷体" panose="02010600040101010101" pitchFamily="2" charset="-122"/>
                <a:sym typeface="Impact"/>
              </a:rPr>
              <a:t>组合体的视图</a:t>
            </a:r>
            <a:endParaRPr kumimoji="0" sz="100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华文楷体" panose="02010600040101010101" pitchFamily="2" charset="-122"/>
              <a:ea typeface="华文楷体" panose="02010600040101010101" pitchFamily="2" charset="-122"/>
              <a:sym typeface="Impact"/>
            </a:endParaRPr>
          </a:p>
        </p:txBody>
      </p:sp>
      <p:sp>
        <p:nvSpPr>
          <p:cNvPr id="206" name="Shape">
            <a:extLst>
              <a:ext uri="{FF2B5EF4-FFF2-40B4-BE49-F238E27FC236}">
                <a16:creationId xmlns:a16="http://schemas.microsoft.com/office/drawing/2014/main" id="{51440AC2-C14A-30B0-867B-B868A6E106A4}"/>
              </a:ext>
            </a:extLst>
          </p:cNvPr>
          <p:cNvSpPr/>
          <p:nvPr/>
        </p:nvSpPr>
        <p:spPr>
          <a:xfrm>
            <a:off x="-306915" y="8239797"/>
            <a:ext cx="1046530" cy="104640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9679" h="20595" extrusionOk="0">
                <a:moveTo>
                  <a:pt x="9839" y="0"/>
                </a:moveTo>
                <a:cubicBezTo>
                  <a:pt x="7321" y="0"/>
                  <a:pt x="4802" y="1006"/>
                  <a:pt x="2881" y="3017"/>
                </a:cubicBezTo>
                <a:cubicBezTo>
                  <a:pt x="-961" y="7038"/>
                  <a:pt x="-961" y="13557"/>
                  <a:pt x="2881" y="17578"/>
                </a:cubicBezTo>
                <a:cubicBezTo>
                  <a:pt x="6724" y="21600"/>
                  <a:pt x="12954" y="21600"/>
                  <a:pt x="16797" y="17578"/>
                </a:cubicBezTo>
                <a:cubicBezTo>
                  <a:pt x="20639" y="13557"/>
                  <a:pt x="20639" y="7038"/>
                  <a:pt x="16797" y="3017"/>
                </a:cubicBezTo>
                <a:cubicBezTo>
                  <a:pt x="14876" y="1006"/>
                  <a:pt x="12357" y="0"/>
                  <a:pt x="9839" y="0"/>
                </a:cubicBezTo>
                <a:close/>
                <a:moveTo>
                  <a:pt x="9839" y="2649"/>
                </a:moveTo>
                <a:cubicBezTo>
                  <a:pt x="11709" y="2649"/>
                  <a:pt x="13580" y="3397"/>
                  <a:pt x="15007" y="4890"/>
                </a:cubicBezTo>
                <a:cubicBezTo>
                  <a:pt x="17861" y="7877"/>
                  <a:pt x="17861" y="12718"/>
                  <a:pt x="15007" y="15705"/>
                </a:cubicBezTo>
                <a:cubicBezTo>
                  <a:pt x="12153" y="18692"/>
                  <a:pt x="7525" y="18692"/>
                  <a:pt x="4671" y="15705"/>
                </a:cubicBezTo>
                <a:cubicBezTo>
                  <a:pt x="1817" y="12718"/>
                  <a:pt x="1817" y="7877"/>
                  <a:pt x="4671" y="4890"/>
                </a:cubicBezTo>
                <a:cubicBezTo>
                  <a:pt x="6098" y="3397"/>
                  <a:pt x="7969" y="2649"/>
                  <a:pt x="9839" y="2649"/>
                </a:cubicBezTo>
                <a:close/>
              </a:path>
            </a:pathLst>
          </a:custGeom>
          <a:gradFill>
            <a:gsLst>
              <a:gs pos="0">
                <a:schemeClr val="accent2"/>
              </a:gs>
              <a:gs pos="100000">
                <a:schemeClr val="accent1"/>
              </a:gs>
            </a:gsLst>
            <a:lin ang="5400000"/>
          </a:gradFill>
          <a:ln w="12700">
            <a:miter lim="400000"/>
          </a:ln>
        </p:spPr>
        <p:txBody>
          <a:bodyPr lIns="0" tIns="0" rIns="0" bIns="0" anchor="ctr"/>
          <a:lstStyle/>
          <a:p>
            <a:pPr marL="0" marR="0" lvl="0" indent="0" algn="ctr" defTabSz="8255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 kumimoji="0" sz="32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Helvetica Neue Medium"/>
              <a:sym typeface="Helvetica Neue Medium"/>
            </a:endParaRPr>
          </a:p>
        </p:txBody>
      </p:sp>
      <p:sp>
        <p:nvSpPr>
          <p:cNvPr id="207" name="Shape">
            <a:extLst>
              <a:ext uri="{FF2B5EF4-FFF2-40B4-BE49-F238E27FC236}">
                <a16:creationId xmlns:a16="http://schemas.microsoft.com/office/drawing/2014/main" id="{26D128B0-1610-9F8E-5417-198F018FCFF6}"/>
              </a:ext>
            </a:extLst>
          </p:cNvPr>
          <p:cNvSpPr/>
          <p:nvPr/>
        </p:nvSpPr>
        <p:spPr>
          <a:xfrm>
            <a:off x="19865947" y="2060686"/>
            <a:ext cx="2330506" cy="233022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9679" h="20595" extrusionOk="0">
                <a:moveTo>
                  <a:pt x="9839" y="0"/>
                </a:moveTo>
                <a:cubicBezTo>
                  <a:pt x="7321" y="0"/>
                  <a:pt x="4802" y="1006"/>
                  <a:pt x="2881" y="3017"/>
                </a:cubicBezTo>
                <a:cubicBezTo>
                  <a:pt x="-961" y="7038"/>
                  <a:pt x="-961" y="13557"/>
                  <a:pt x="2881" y="17578"/>
                </a:cubicBezTo>
                <a:cubicBezTo>
                  <a:pt x="6724" y="21600"/>
                  <a:pt x="12954" y="21600"/>
                  <a:pt x="16797" y="17578"/>
                </a:cubicBezTo>
                <a:cubicBezTo>
                  <a:pt x="20639" y="13557"/>
                  <a:pt x="20639" y="7038"/>
                  <a:pt x="16797" y="3017"/>
                </a:cubicBezTo>
                <a:cubicBezTo>
                  <a:pt x="14876" y="1006"/>
                  <a:pt x="12357" y="0"/>
                  <a:pt x="9839" y="0"/>
                </a:cubicBezTo>
                <a:close/>
                <a:moveTo>
                  <a:pt x="9839" y="2649"/>
                </a:moveTo>
                <a:cubicBezTo>
                  <a:pt x="11709" y="2649"/>
                  <a:pt x="13580" y="3397"/>
                  <a:pt x="15007" y="4890"/>
                </a:cubicBezTo>
                <a:cubicBezTo>
                  <a:pt x="17861" y="7877"/>
                  <a:pt x="17861" y="12718"/>
                  <a:pt x="15007" y="15705"/>
                </a:cubicBezTo>
                <a:cubicBezTo>
                  <a:pt x="12153" y="18692"/>
                  <a:pt x="7525" y="18692"/>
                  <a:pt x="4671" y="15705"/>
                </a:cubicBezTo>
                <a:cubicBezTo>
                  <a:pt x="1817" y="12718"/>
                  <a:pt x="1817" y="7877"/>
                  <a:pt x="4671" y="4890"/>
                </a:cubicBezTo>
                <a:cubicBezTo>
                  <a:pt x="6098" y="3397"/>
                  <a:pt x="7969" y="2649"/>
                  <a:pt x="9839" y="2649"/>
                </a:cubicBezTo>
                <a:close/>
              </a:path>
            </a:pathLst>
          </a:custGeom>
          <a:gradFill>
            <a:gsLst>
              <a:gs pos="0">
                <a:schemeClr val="accent2"/>
              </a:gs>
              <a:gs pos="100000">
                <a:schemeClr val="accent1"/>
              </a:gs>
            </a:gsLst>
            <a:lin ang="5400000"/>
          </a:gradFill>
          <a:ln w="12700">
            <a:miter lim="400000"/>
          </a:ln>
        </p:spPr>
        <p:txBody>
          <a:bodyPr lIns="0" tIns="0" rIns="0" bIns="0" anchor="ctr"/>
          <a:lstStyle/>
          <a:p>
            <a:pPr marL="0" marR="0" lvl="0" indent="0" algn="ctr" defTabSz="8255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 kumimoji="0" sz="32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Helvetica Neue Medium"/>
              <a:sym typeface="Helvetica Neue Medium"/>
            </a:endParaRPr>
          </a:p>
        </p:txBody>
      </p:sp>
      <p:sp>
        <p:nvSpPr>
          <p:cNvPr id="208" name="Rounded Rectangle">
            <a:extLst>
              <a:ext uri="{FF2B5EF4-FFF2-40B4-BE49-F238E27FC236}">
                <a16:creationId xmlns:a16="http://schemas.microsoft.com/office/drawing/2014/main" id="{C95DE9D0-8ECE-D9DA-8AF6-B3B64E977A76}"/>
              </a:ext>
            </a:extLst>
          </p:cNvPr>
          <p:cNvSpPr/>
          <p:nvPr/>
        </p:nvSpPr>
        <p:spPr>
          <a:xfrm>
            <a:off x="1413182" y="3302000"/>
            <a:ext cx="21616294" cy="8897388"/>
          </a:xfrm>
          <a:prstGeom prst="roundRect">
            <a:avLst>
              <a:gd name="adj" fmla="val 2897"/>
            </a:avLst>
          </a:prstGeom>
          <a:solidFill>
            <a:schemeClr val="accent4"/>
          </a:solidFill>
          <a:ln w="12700">
            <a:miter lim="400000"/>
          </a:ln>
          <a:effectLst>
            <a:outerShdw blurRad="558800" dist="71163" dir="5400000" rotWithShape="0">
              <a:srgbClr val="000000">
                <a:alpha val="19617"/>
              </a:srgbClr>
            </a:outerShdw>
          </a:effectLst>
        </p:spPr>
        <p:txBody>
          <a:bodyPr lIns="0" tIns="0" rIns="0" bIns="0" anchor="ctr"/>
          <a:lstStyle/>
          <a:p>
            <a:pPr marL="0" marR="0" lvl="0" indent="0" algn="ctr" defTabSz="8255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 kumimoji="0" sz="32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Helvetica Neue Medium"/>
              <a:sym typeface="Helvetica Neue Medium"/>
            </a:endParaRPr>
          </a:p>
        </p:txBody>
      </p:sp>
      <p:sp>
        <p:nvSpPr>
          <p:cNvPr id="209" name="Type question here?">
            <a:extLst>
              <a:ext uri="{FF2B5EF4-FFF2-40B4-BE49-F238E27FC236}">
                <a16:creationId xmlns:a16="http://schemas.microsoft.com/office/drawing/2014/main" id="{FAC23EA9-D73A-35FA-9FB3-EAAA221AFE66}"/>
              </a:ext>
            </a:extLst>
          </p:cNvPr>
          <p:cNvSpPr txBox="1"/>
          <p:nvPr/>
        </p:nvSpPr>
        <p:spPr>
          <a:xfrm>
            <a:off x="6553586" y="5220726"/>
            <a:ext cx="11335485" cy="453457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>
            <a:lvl1pPr>
              <a:defRPr sz="8000" b="0">
                <a:solidFill>
                  <a:srgbClr val="FEFFFF"/>
                </a:solidFill>
                <a:latin typeface="Impact"/>
                <a:ea typeface="Impact"/>
                <a:cs typeface="Impact"/>
                <a:sym typeface="Impact"/>
              </a:defRPr>
            </a:lvl1pPr>
          </a:lstStyle>
          <a:p>
            <a:pPr marL="0" marR="0" lvl="0" indent="0" algn="l" defTabSz="8255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200" b="0" i="0" u="none" strike="noStrike" kern="0" cap="none" spc="0" normalizeH="0" baseline="0" noProof="0" dirty="0">
                <a:ln>
                  <a:noFill/>
                </a:ln>
                <a:solidFill>
                  <a:srgbClr val="FEFFFF"/>
                </a:solidFill>
                <a:effectLst/>
                <a:uLnTx/>
                <a:uFillTx/>
                <a:latin typeface="华文楷体" panose="02010600040101010101" pitchFamily="2" charset="-122"/>
                <a:ea typeface="华文楷体" panose="02010600040101010101" pitchFamily="2" charset="-122"/>
                <a:sym typeface="Impact"/>
              </a:rPr>
              <a:t>1</a:t>
            </a:r>
            <a:r>
              <a:rPr kumimoji="0" lang="en-US" altLang="zh-CN" sz="7200" b="0" i="0" u="none" strike="noStrike" kern="0" cap="none" spc="0" normalizeH="0" baseline="0" noProof="0" dirty="0">
                <a:ln>
                  <a:noFill/>
                </a:ln>
                <a:solidFill>
                  <a:srgbClr val="FEFFFF"/>
                </a:solidFill>
                <a:effectLst/>
                <a:uLnTx/>
                <a:uFillTx/>
                <a:latin typeface="华文楷体" panose="02010600040101010101" pitchFamily="2" charset="-122"/>
                <a:ea typeface="华文楷体" panose="02010600040101010101" pitchFamily="2" charset="-122"/>
                <a:sym typeface="Impact"/>
              </a:rPr>
              <a:t>.</a:t>
            </a:r>
            <a:r>
              <a:rPr kumimoji="0" lang="zh-CN" altLang="en-US" sz="7200" b="0" i="0" u="none" strike="noStrike" kern="0" cap="none" spc="0" normalizeH="0" baseline="0" noProof="0" dirty="0">
                <a:ln>
                  <a:noFill/>
                </a:ln>
                <a:solidFill>
                  <a:srgbClr val="FEFFFF"/>
                </a:solidFill>
                <a:effectLst/>
                <a:uLnTx/>
                <a:uFillTx/>
                <a:latin typeface="华文楷体" panose="02010600040101010101" pitchFamily="2" charset="-122"/>
                <a:ea typeface="华文楷体" panose="02010600040101010101" pitchFamily="2" charset="-122"/>
                <a:sym typeface="Impact"/>
              </a:rPr>
              <a:t>概述</a:t>
            </a:r>
            <a:endParaRPr kumimoji="0" lang="en-US" altLang="zh-CN" sz="7200" b="0" i="0" u="none" strike="noStrike" kern="0" cap="none" spc="0" normalizeH="0" baseline="0" noProof="0" dirty="0">
              <a:ln>
                <a:noFill/>
              </a:ln>
              <a:solidFill>
                <a:srgbClr val="FEFFFF"/>
              </a:solidFill>
              <a:effectLst/>
              <a:uLnTx/>
              <a:uFillTx/>
              <a:latin typeface="华文楷体" panose="02010600040101010101" pitchFamily="2" charset="-122"/>
              <a:ea typeface="华文楷体" panose="02010600040101010101" pitchFamily="2" charset="-122"/>
              <a:sym typeface="Impact"/>
            </a:endParaRPr>
          </a:p>
          <a:p>
            <a:pPr marL="0" marR="0" lvl="0" indent="0" algn="l" defTabSz="8255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200" b="0" i="0" u="none" strike="noStrike" kern="0" cap="none" spc="0" normalizeH="0" baseline="0" noProof="0" dirty="0">
                <a:ln>
                  <a:noFill/>
                </a:ln>
                <a:solidFill>
                  <a:srgbClr val="FEFFFF"/>
                </a:solidFill>
                <a:effectLst/>
                <a:uLnTx/>
                <a:uFillTx/>
                <a:latin typeface="华文楷体" panose="02010600040101010101" pitchFamily="2" charset="-122"/>
                <a:ea typeface="华文楷体" panose="02010600040101010101" pitchFamily="2" charset="-122"/>
                <a:sym typeface="Impact"/>
              </a:rPr>
              <a:t>2.</a:t>
            </a:r>
            <a:r>
              <a:rPr kumimoji="0" lang="zh-CN" altLang="en-US" sz="7200" b="0" i="0" u="none" strike="noStrike" kern="0" cap="none" spc="0" normalizeH="0" baseline="0" noProof="0" dirty="0">
                <a:ln>
                  <a:noFill/>
                </a:ln>
                <a:solidFill>
                  <a:srgbClr val="FEFFFF"/>
                </a:solidFill>
                <a:effectLst/>
                <a:uLnTx/>
                <a:uFillTx/>
                <a:latin typeface="华文楷体" panose="02010600040101010101" pitchFamily="2" charset="-122"/>
                <a:ea typeface="华文楷体" panose="02010600040101010101" pitchFamily="2" charset="-122"/>
                <a:sym typeface="Impact"/>
              </a:rPr>
              <a:t>画组合体的视图</a:t>
            </a:r>
            <a:endParaRPr kumimoji="0" lang="en-US" altLang="zh-CN" sz="7200" b="0" i="0" u="none" strike="noStrike" kern="0" cap="none" spc="0" normalizeH="0" baseline="0" noProof="0" dirty="0">
              <a:ln>
                <a:noFill/>
              </a:ln>
              <a:solidFill>
                <a:srgbClr val="FEFFFF"/>
              </a:solidFill>
              <a:effectLst/>
              <a:uLnTx/>
              <a:uFillTx/>
              <a:latin typeface="华文楷体" panose="02010600040101010101" pitchFamily="2" charset="-122"/>
              <a:ea typeface="华文楷体" panose="02010600040101010101" pitchFamily="2" charset="-122"/>
              <a:sym typeface="Impact"/>
            </a:endParaRPr>
          </a:p>
          <a:p>
            <a:pPr marL="0" marR="0" lvl="0" indent="0" algn="l" defTabSz="8255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200" b="0" i="0" u="none" strike="noStrike" kern="0" cap="none" spc="0" normalizeH="0" baseline="0" noProof="0" dirty="0">
                <a:ln>
                  <a:noFill/>
                </a:ln>
                <a:solidFill>
                  <a:srgbClr val="FEFFFF"/>
                </a:solidFill>
                <a:effectLst/>
                <a:uLnTx/>
                <a:uFillTx/>
                <a:latin typeface="华文楷体" panose="02010600040101010101" pitchFamily="2" charset="-122"/>
                <a:ea typeface="华文楷体" panose="02010600040101010101" pitchFamily="2" charset="-122"/>
                <a:sym typeface="Impact"/>
              </a:rPr>
              <a:t>3</a:t>
            </a:r>
            <a:r>
              <a:rPr kumimoji="0" lang="en-US" altLang="zh-CN" sz="7200" b="0" i="0" u="none" strike="noStrike" kern="0" cap="none" spc="0" normalizeH="0" baseline="0" noProof="0" dirty="0">
                <a:ln>
                  <a:noFill/>
                </a:ln>
                <a:solidFill>
                  <a:srgbClr val="FEFFFF"/>
                </a:solidFill>
                <a:effectLst/>
                <a:uLnTx/>
                <a:uFillTx/>
                <a:latin typeface="华文楷体" panose="02010600040101010101" pitchFamily="2" charset="-122"/>
                <a:ea typeface="华文楷体" panose="02010600040101010101" pitchFamily="2" charset="-122"/>
                <a:sym typeface="Impact"/>
              </a:rPr>
              <a:t>.</a:t>
            </a:r>
            <a:r>
              <a:rPr kumimoji="0" lang="zh-CN" altLang="en-US" sz="7200" b="0" i="0" u="none" strike="noStrike" kern="0" cap="none" spc="0" normalizeH="0" baseline="0" noProof="0" dirty="0">
                <a:ln>
                  <a:noFill/>
                </a:ln>
                <a:solidFill>
                  <a:srgbClr val="FEFFFF"/>
                </a:solidFill>
                <a:effectLst/>
                <a:uLnTx/>
                <a:uFillTx/>
                <a:latin typeface="华文楷体" panose="02010600040101010101" pitchFamily="2" charset="-122"/>
                <a:ea typeface="华文楷体" panose="02010600040101010101" pitchFamily="2" charset="-122"/>
                <a:sym typeface="Impact"/>
              </a:rPr>
              <a:t>组合体的尺寸标注</a:t>
            </a:r>
            <a:endParaRPr kumimoji="0" lang="en-US" altLang="zh-CN" sz="7200" b="0" i="0" u="none" strike="noStrike" kern="0" cap="none" spc="0" normalizeH="0" baseline="0" noProof="0" dirty="0">
              <a:ln>
                <a:noFill/>
              </a:ln>
              <a:solidFill>
                <a:srgbClr val="FEFFFF"/>
              </a:solidFill>
              <a:effectLst/>
              <a:uLnTx/>
              <a:uFillTx/>
              <a:latin typeface="华文楷体" panose="02010600040101010101" pitchFamily="2" charset="-122"/>
              <a:ea typeface="华文楷体" panose="02010600040101010101" pitchFamily="2" charset="-122"/>
              <a:sym typeface="Impact"/>
            </a:endParaRPr>
          </a:p>
          <a:p>
            <a:pPr marL="0" marR="0" lvl="0" indent="0" algn="l" defTabSz="8255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200" b="0" i="0" u="none" strike="noStrike" kern="0" cap="none" spc="0" normalizeH="0" baseline="0" noProof="0" dirty="0">
                <a:ln>
                  <a:noFill/>
                </a:ln>
                <a:solidFill>
                  <a:srgbClr val="FEFFFF"/>
                </a:solidFill>
                <a:effectLst/>
                <a:uLnTx/>
                <a:uFillTx/>
                <a:latin typeface="华文楷体" panose="02010600040101010101" pitchFamily="2" charset="-122"/>
                <a:ea typeface="华文楷体" panose="02010600040101010101" pitchFamily="2" charset="-122"/>
                <a:sym typeface="Impact"/>
              </a:rPr>
              <a:t>4</a:t>
            </a:r>
            <a:r>
              <a:rPr kumimoji="0" lang="en-US" altLang="zh-CN" sz="7200" b="0" i="0" u="none" strike="noStrike" kern="0" cap="none" spc="0" normalizeH="0" baseline="0" noProof="0" dirty="0">
                <a:ln>
                  <a:noFill/>
                </a:ln>
                <a:solidFill>
                  <a:srgbClr val="FEFFFF"/>
                </a:solidFill>
                <a:effectLst/>
                <a:uLnTx/>
                <a:uFillTx/>
                <a:latin typeface="华文楷体" panose="02010600040101010101" pitchFamily="2" charset="-122"/>
                <a:ea typeface="华文楷体" panose="02010600040101010101" pitchFamily="2" charset="-122"/>
                <a:sym typeface="Impact"/>
              </a:rPr>
              <a:t>.</a:t>
            </a:r>
            <a:r>
              <a:rPr kumimoji="0" lang="zh-CN" altLang="en-US" sz="7200" b="0" i="0" u="none" strike="noStrike" kern="0" cap="none" spc="0" normalizeH="0" baseline="0" noProof="0" dirty="0">
                <a:ln>
                  <a:noFill/>
                </a:ln>
                <a:solidFill>
                  <a:srgbClr val="FEFFFF"/>
                </a:solidFill>
                <a:effectLst/>
                <a:uLnTx/>
                <a:uFillTx/>
                <a:latin typeface="华文楷体" panose="02010600040101010101" pitchFamily="2" charset="-122"/>
                <a:ea typeface="华文楷体" panose="02010600040101010101" pitchFamily="2" charset="-122"/>
                <a:sym typeface="Impact"/>
              </a:rPr>
              <a:t>组合体的视图</a:t>
            </a:r>
            <a:endParaRPr kumimoji="0" lang="en-US" altLang="zh-CN" sz="7200" b="0" i="0" u="none" strike="noStrike" kern="0" cap="none" spc="0" normalizeH="0" baseline="0" noProof="0" dirty="0">
              <a:ln>
                <a:noFill/>
              </a:ln>
              <a:solidFill>
                <a:srgbClr val="FEFFFF"/>
              </a:solidFill>
              <a:effectLst/>
              <a:uLnTx/>
              <a:uFillTx/>
              <a:latin typeface="华文楷体" panose="02010600040101010101" pitchFamily="2" charset="-122"/>
              <a:ea typeface="华文楷体" panose="02010600040101010101" pitchFamily="2" charset="-122"/>
              <a:sym typeface="Impact"/>
            </a:endParaRPr>
          </a:p>
        </p:txBody>
      </p:sp>
    </p:spTree>
    <p:extLst>
      <p:ext uri="{BB962C8B-B14F-4D97-AF65-F5344CB8AC3E}">
        <p14:creationId xmlns:p14="http://schemas.microsoft.com/office/powerpoint/2010/main" val="14743881"/>
      </p:ext>
    </p:extLst>
  </p:cSld>
  <p:clrMapOvr>
    <a:masterClrMapping/>
  </p:clrMapOvr>
  <p:transition spd="med"/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3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DD820E3-62C4-6EFE-1A24-D28A4F58C0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Shape">
            <a:extLst>
              <a:ext uri="{FF2B5EF4-FFF2-40B4-BE49-F238E27FC236}">
                <a16:creationId xmlns:a16="http://schemas.microsoft.com/office/drawing/2014/main" id="{5C1E74DC-000D-E958-145F-0AC2D14F4D4A}"/>
              </a:ext>
            </a:extLst>
          </p:cNvPr>
          <p:cNvSpPr/>
          <p:nvPr/>
        </p:nvSpPr>
        <p:spPr>
          <a:xfrm>
            <a:off x="6290541" y="12617233"/>
            <a:ext cx="2709718" cy="270939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9679" h="20595" extrusionOk="0">
                <a:moveTo>
                  <a:pt x="9839" y="0"/>
                </a:moveTo>
                <a:cubicBezTo>
                  <a:pt x="7321" y="0"/>
                  <a:pt x="4802" y="1006"/>
                  <a:pt x="2881" y="3017"/>
                </a:cubicBezTo>
                <a:cubicBezTo>
                  <a:pt x="-961" y="7038"/>
                  <a:pt x="-961" y="13557"/>
                  <a:pt x="2881" y="17578"/>
                </a:cubicBezTo>
                <a:cubicBezTo>
                  <a:pt x="6724" y="21600"/>
                  <a:pt x="12954" y="21600"/>
                  <a:pt x="16797" y="17578"/>
                </a:cubicBezTo>
                <a:cubicBezTo>
                  <a:pt x="20639" y="13557"/>
                  <a:pt x="20639" y="7038"/>
                  <a:pt x="16797" y="3017"/>
                </a:cubicBezTo>
                <a:cubicBezTo>
                  <a:pt x="14876" y="1006"/>
                  <a:pt x="12357" y="0"/>
                  <a:pt x="9839" y="0"/>
                </a:cubicBezTo>
                <a:close/>
                <a:moveTo>
                  <a:pt x="9839" y="2649"/>
                </a:moveTo>
                <a:cubicBezTo>
                  <a:pt x="11709" y="2649"/>
                  <a:pt x="13580" y="3397"/>
                  <a:pt x="15007" y="4890"/>
                </a:cubicBezTo>
                <a:cubicBezTo>
                  <a:pt x="17861" y="7877"/>
                  <a:pt x="17861" y="12718"/>
                  <a:pt x="15007" y="15705"/>
                </a:cubicBezTo>
                <a:cubicBezTo>
                  <a:pt x="12153" y="18692"/>
                  <a:pt x="7525" y="18692"/>
                  <a:pt x="4671" y="15705"/>
                </a:cubicBezTo>
                <a:cubicBezTo>
                  <a:pt x="1817" y="12718"/>
                  <a:pt x="1817" y="7877"/>
                  <a:pt x="4671" y="4890"/>
                </a:cubicBezTo>
                <a:cubicBezTo>
                  <a:pt x="6098" y="3397"/>
                  <a:pt x="7969" y="2649"/>
                  <a:pt x="9839" y="2649"/>
                </a:cubicBezTo>
                <a:close/>
              </a:path>
            </a:pathLst>
          </a:custGeom>
          <a:gradFill>
            <a:gsLst>
              <a:gs pos="0">
                <a:schemeClr val="accent2"/>
              </a:gs>
              <a:gs pos="100000">
                <a:schemeClr val="accent1"/>
              </a:gs>
            </a:gsLst>
            <a:lin ang="5400000"/>
          </a:gradFill>
          <a:ln w="12700">
            <a:miter lim="400000"/>
          </a:ln>
        </p:spPr>
        <p:txBody>
          <a:bodyPr lIns="0" tIns="0" rIns="0" bIns="0" anchor="ctr"/>
          <a:lstStyle/>
          <a:p>
            <a:pPr marL="0" marR="0" lvl="0" indent="0" algn="ctr" defTabSz="8255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 kumimoji="0" sz="32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Helvetica Neue Medium"/>
              <a:sym typeface="Helvetica Neue Medium"/>
            </a:endParaRPr>
          </a:p>
        </p:txBody>
      </p:sp>
      <p:sp>
        <p:nvSpPr>
          <p:cNvPr id="216" name="Shape">
            <a:extLst>
              <a:ext uri="{FF2B5EF4-FFF2-40B4-BE49-F238E27FC236}">
                <a16:creationId xmlns:a16="http://schemas.microsoft.com/office/drawing/2014/main" id="{E587F678-56AC-9F11-93B6-6AD8150AF21A}"/>
              </a:ext>
            </a:extLst>
          </p:cNvPr>
          <p:cNvSpPr/>
          <p:nvPr/>
        </p:nvSpPr>
        <p:spPr>
          <a:xfrm>
            <a:off x="14339439" y="2620192"/>
            <a:ext cx="6322300" cy="632257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800" y="0"/>
                </a:moveTo>
                <a:cubicBezTo>
                  <a:pt x="10787" y="0"/>
                  <a:pt x="10773" y="1"/>
                  <a:pt x="10759" y="1"/>
                </a:cubicBezTo>
                <a:lnTo>
                  <a:pt x="1" y="10760"/>
                </a:lnTo>
                <a:cubicBezTo>
                  <a:pt x="0" y="10900"/>
                  <a:pt x="3" y="11040"/>
                  <a:pt x="8" y="11181"/>
                </a:cubicBezTo>
                <a:lnTo>
                  <a:pt x="11180" y="9"/>
                </a:lnTo>
                <a:cubicBezTo>
                  <a:pt x="11054" y="4"/>
                  <a:pt x="10927" y="0"/>
                  <a:pt x="10800" y="0"/>
                </a:cubicBezTo>
                <a:close/>
                <a:moveTo>
                  <a:pt x="10211" y="17"/>
                </a:moveTo>
                <a:cubicBezTo>
                  <a:pt x="10057" y="25"/>
                  <a:pt x="9903" y="36"/>
                  <a:pt x="9748" y="51"/>
                </a:cubicBezTo>
                <a:lnTo>
                  <a:pt x="50" y="9749"/>
                </a:lnTo>
                <a:cubicBezTo>
                  <a:pt x="35" y="9903"/>
                  <a:pt x="25" y="10057"/>
                  <a:pt x="16" y="10212"/>
                </a:cubicBezTo>
                <a:lnTo>
                  <a:pt x="10211" y="17"/>
                </a:lnTo>
                <a:close/>
                <a:moveTo>
                  <a:pt x="11683" y="38"/>
                </a:moveTo>
                <a:lnTo>
                  <a:pt x="38" y="11684"/>
                </a:lnTo>
                <a:cubicBezTo>
                  <a:pt x="48" y="11814"/>
                  <a:pt x="62" y="11944"/>
                  <a:pt x="78" y="12075"/>
                </a:cubicBezTo>
                <a:lnTo>
                  <a:pt x="12074" y="78"/>
                </a:lnTo>
                <a:cubicBezTo>
                  <a:pt x="11944" y="63"/>
                  <a:pt x="11814" y="49"/>
                  <a:pt x="11683" y="38"/>
                </a:cubicBezTo>
                <a:close/>
                <a:moveTo>
                  <a:pt x="9136" y="131"/>
                </a:moveTo>
                <a:cubicBezTo>
                  <a:pt x="8960" y="158"/>
                  <a:pt x="8786" y="190"/>
                  <a:pt x="8611" y="226"/>
                </a:cubicBezTo>
                <a:lnTo>
                  <a:pt x="226" y="8611"/>
                </a:lnTo>
                <a:cubicBezTo>
                  <a:pt x="190" y="8786"/>
                  <a:pt x="157" y="8961"/>
                  <a:pt x="130" y="9137"/>
                </a:cubicBezTo>
                <a:lnTo>
                  <a:pt x="9136" y="131"/>
                </a:lnTo>
                <a:close/>
                <a:moveTo>
                  <a:pt x="12541" y="143"/>
                </a:moveTo>
                <a:lnTo>
                  <a:pt x="143" y="12541"/>
                </a:lnTo>
                <a:cubicBezTo>
                  <a:pt x="163" y="12663"/>
                  <a:pt x="183" y="12785"/>
                  <a:pt x="207" y="12906"/>
                </a:cubicBezTo>
                <a:lnTo>
                  <a:pt x="12906" y="208"/>
                </a:lnTo>
                <a:cubicBezTo>
                  <a:pt x="12785" y="184"/>
                  <a:pt x="12663" y="163"/>
                  <a:pt x="12541" y="143"/>
                </a:cubicBezTo>
                <a:close/>
                <a:moveTo>
                  <a:pt x="13343" y="303"/>
                </a:moveTo>
                <a:lnTo>
                  <a:pt x="303" y="13343"/>
                </a:lnTo>
                <a:cubicBezTo>
                  <a:pt x="330" y="13456"/>
                  <a:pt x="361" y="13569"/>
                  <a:pt x="392" y="13682"/>
                </a:cubicBezTo>
                <a:lnTo>
                  <a:pt x="13682" y="393"/>
                </a:lnTo>
                <a:cubicBezTo>
                  <a:pt x="13569" y="362"/>
                  <a:pt x="13456" y="331"/>
                  <a:pt x="13343" y="303"/>
                </a:cubicBezTo>
                <a:close/>
                <a:moveTo>
                  <a:pt x="7909" y="395"/>
                </a:moveTo>
                <a:cubicBezTo>
                  <a:pt x="7701" y="452"/>
                  <a:pt x="7495" y="515"/>
                  <a:pt x="7290" y="585"/>
                </a:cubicBezTo>
                <a:lnTo>
                  <a:pt x="584" y="7290"/>
                </a:lnTo>
                <a:cubicBezTo>
                  <a:pt x="514" y="7495"/>
                  <a:pt x="452" y="7702"/>
                  <a:pt x="394" y="7909"/>
                </a:cubicBezTo>
                <a:lnTo>
                  <a:pt x="7909" y="395"/>
                </a:lnTo>
                <a:close/>
                <a:moveTo>
                  <a:pt x="14094" y="515"/>
                </a:moveTo>
                <a:lnTo>
                  <a:pt x="514" y="14094"/>
                </a:lnTo>
                <a:cubicBezTo>
                  <a:pt x="549" y="14202"/>
                  <a:pt x="583" y="14310"/>
                  <a:pt x="620" y="14417"/>
                </a:cubicBezTo>
                <a:lnTo>
                  <a:pt x="14417" y="621"/>
                </a:lnTo>
                <a:cubicBezTo>
                  <a:pt x="14310" y="583"/>
                  <a:pt x="14202" y="549"/>
                  <a:pt x="14094" y="515"/>
                </a:cubicBezTo>
                <a:close/>
                <a:moveTo>
                  <a:pt x="14804" y="767"/>
                </a:moveTo>
                <a:lnTo>
                  <a:pt x="767" y="14804"/>
                </a:lnTo>
                <a:cubicBezTo>
                  <a:pt x="807" y="14905"/>
                  <a:pt x="851" y="15004"/>
                  <a:pt x="894" y="15104"/>
                </a:cubicBezTo>
                <a:lnTo>
                  <a:pt x="15104" y="895"/>
                </a:lnTo>
                <a:cubicBezTo>
                  <a:pt x="15004" y="852"/>
                  <a:pt x="14905" y="807"/>
                  <a:pt x="14804" y="767"/>
                </a:cubicBezTo>
                <a:close/>
                <a:moveTo>
                  <a:pt x="6411" y="932"/>
                </a:moveTo>
                <a:cubicBezTo>
                  <a:pt x="6118" y="1062"/>
                  <a:pt x="5831" y="1206"/>
                  <a:pt x="5549" y="1363"/>
                </a:cubicBezTo>
                <a:lnTo>
                  <a:pt x="1362" y="5549"/>
                </a:lnTo>
                <a:cubicBezTo>
                  <a:pt x="1205" y="5832"/>
                  <a:pt x="1061" y="6119"/>
                  <a:pt x="931" y="6411"/>
                </a:cubicBezTo>
                <a:lnTo>
                  <a:pt x="6411" y="932"/>
                </a:lnTo>
                <a:close/>
                <a:moveTo>
                  <a:pt x="15470" y="1061"/>
                </a:moveTo>
                <a:lnTo>
                  <a:pt x="1060" y="15471"/>
                </a:lnTo>
                <a:cubicBezTo>
                  <a:pt x="1106" y="15567"/>
                  <a:pt x="1153" y="15664"/>
                  <a:pt x="1202" y="15759"/>
                </a:cubicBezTo>
                <a:lnTo>
                  <a:pt x="15759" y="1203"/>
                </a:lnTo>
                <a:cubicBezTo>
                  <a:pt x="15663" y="1153"/>
                  <a:pt x="15567" y="1107"/>
                  <a:pt x="15470" y="1061"/>
                </a:cubicBezTo>
                <a:close/>
                <a:moveTo>
                  <a:pt x="16103" y="1391"/>
                </a:moveTo>
                <a:lnTo>
                  <a:pt x="1391" y="16103"/>
                </a:lnTo>
                <a:cubicBezTo>
                  <a:pt x="1442" y="16194"/>
                  <a:pt x="1494" y="16285"/>
                  <a:pt x="1549" y="16375"/>
                </a:cubicBezTo>
                <a:lnTo>
                  <a:pt x="16375" y="1549"/>
                </a:lnTo>
                <a:cubicBezTo>
                  <a:pt x="16285" y="1495"/>
                  <a:pt x="16194" y="1442"/>
                  <a:pt x="16103" y="1391"/>
                </a:cubicBezTo>
                <a:close/>
                <a:moveTo>
                  <a:pt x="16703" y="1754"/>
                </a:moveTo>
                <a:lnTo>
                  <a:pt x="1753" y="16703"/>
                </a:lnTo>
                <a:cubicBezTo>
                  <a:pt x="1809" y="16788"/>
                  <a:pt x="1869" y="16872"/>
                  <a:pt x="1928" y="16956"/>
                </a:cubicBezTo>
                <a:lnTo>
                  <a:pt x="16956" y="1928"/>
                </a:lnTo>
                <a:cubicBezTo>
                  <a:pt x="16872" y="1869"/>
                  <a:pt x="16788" y="1810"/>
                  <a:pt x="16703" y="1754"/>
                </a:cubicBezTo>
                <a:close/>
                <a:moveTo>
                  <a:pt x="17267" y="2151"/>
                </a:moveTo>
                <a:lnTo>
                  <a:pt x="2151" y="17267"/>
                </a:lnTo>
                <a:cubicBezTo>
                  <a:pt x="2212" y="17349"/>
                  <a:pt x="2274" y="17430"/>
                  <a:pt x="2338" y="17510"/>
                </a:cubicBezTo>
                <a:lnTo>
                  <a:pt x="17510" y="2338"/>
                </a:lnTo>
                <a:cubicBezTo>
                  <a:pt x="17430" y="2275"/>
                  <a:pt x="17349" y="2212"/>
                  <a:pt x="17267" y="2151"/>
                </a:cubicBezTo>
                <a:close/>
                <a:moveTo>
                  <a:pt x="3805" y="2574"/>
                </a:moveTo>
                <a:cubicBezTo>
                  <a:pt x="3586" y="2761"/>
                  <a:pt x="3370" y="2956"/>
                  <a:pt x="3163" y="3163"/>
                </a:cubicBezTo>
                <a:cubicBezTo>
                  <a:pt x="2955" y="3371"/>
                  <a:pt x="2761" y="3586"/>
                  <a:pt x="2574" y="3806"/>
                </a:cubicBezTo>
                <a:lnTo>
                  <a:pt x="3805" y="2574"/>
                </a:lnTo>
                <a:close/>
                <a:moveTo>
                  <a:pt x="17801" y="2579"/>
                </a:moveTo>
                <a:lnTo>
                  <a:pt x="2579" y="17801"/>
                </a:lnTo>
                <a:cubicBezTo>
                  <a:pt x="2645" y="17878"/>
                  <a:pt x="2709" y="17957"/>
                  <a:pt x="2777" y="18032"/>
                </a:cubicBezTo>
                <a:lnTo>
                  <a:pt x="18032" y="2777"/>
                </a:lnTo>
                <a:cubicBezTo>
                  <a:pt x="17957" y="2709"/>
                  <a:pt x="17878" y="2645"/>
                  <a:pt x="17801" y="2579"/>
                </a:cubicBezTo>
                <a:close/>
                <a:moveTo>
                  <a:pt x="18304" y="3036"/>
                </a:moveTo>
                <a:lnTo>
                  <a:pt x="3036" y="18304"/>
                </a:lnTo>
                <a:cubicBezTo>
                  <a:pt x="3079" y="18349"/>
                  <a:pt x="3119" y="18394"/>
                  <a:pt x="3163" y="18438"/>
                </a:cubicBezTo>
                <a:cubicBezTo>
                  <a:pt x="3191" y="18466"/>
                  <a:pt x="3222" y="18492"/>
                  <a:pt x="3250" y="18521"/>
                </a:cubicBezTo>
                <a:lnTo>
                  <a:pt x="18521" y="3251"/>
                </a:lnTo>
                <a:cubicBezTo>
                  <a:pt x="18492" y="3222"/>
                  <a:pt x="18466" y="3192"/>
                  <a:pt x="18438" y="3163"/>
                </a:cubicBezTo>
                <a:cubicBezTo>
                  <a:pt x="18394" y="3119"/>
                  <a:pt x="18348" y="3079"/>
                  <a:pt x="18304" y="3036"/>
                </a:cubicBezTo>
                <a:close/>
                <a:moveTo>
                  <a:pt x="18781" y="3523"/>
                </a:moveTo>
                <a:lnTo>
                  <a:pt x="3522" y="18781"/>
                </a:lnTo>
                <a:cubicBezTo>
                  <a:pt x="3598" y="18850"/>
                  <a:pt x="3676" y="18915"/>
                  <a:pt x="3753" y="18982"/>
                </a:cubicBezTo>
                <a:lnTo>
                  <a:pt x="18982" y="3753"/>
                </a:lnTo>
                <a:cubicBezTo>
                  <a:pt x="18915" y="3676"/>
                  <a:pt x="18850" y="3598"/>
                  <a:pt x="18781" y="3523"/>
                </a:cubicBezTo>
                <a:close/>
                <a:moveTo>
                  <a:pt x="19224" y="4041"/>
                </a:moveTo>
                <a:lnTo>
                  <a:pt x="4041" y="19224"/>
                </a:lnTo>
                <a:cubicBezTo>
                  <a:pt x="4121" y="19289"/>
                  <a:pt x="4202" y="19350"/>
                  <a:pt x="4283" y="19412"/>
                </a:cubicBezTo>
                <a:lnTo>
                  <a:pt x="19412" y="4283"/>
                </a:lnTo>
                <a:cubicBezTo>
                  <a:pt x="19350" y="4202"/>
                  <a:pt x="19289" y="4121"/>
                  <a:pt x="19224" y="4041"/>
                </a:cubicBezTo>
                <a:close/>
                <a:moveTo>
                  <a:pt x="19637" y="4591"/>
                </a:moveTo>
                <a:lnTo>
                  <a:pt x="4591" y="19637"/>
                </a:lnTo>
                <a:cubicBezTo>
                  <a:pt x="4675" y="19696"/>
                  <a:pt x="4758" y="19757"/>
                  <a:pt x="4843" y="19813"/>
                </a:cubicBezTo>
                <a:lnTo>
                  <a:pt x="19813" y="4844"/>
                </a:lnTo>
                <a:cubicBezTo>
                  <a:pt x="19757" y="4758"/>
                  <a:pt x="19696" y="4675"/>
                  <a:pt x="19637" y="4591"/>
                </a:cubicBezTo>
                <a:close/>
                <a:moveTo>
                  <a:pt x="20019" y="5172"/>
                </a:moveTo>
                <a:lnTo>
                  <a:pt x="5172" y="20019"/>
                </a:lnTo>
                <a:cubicBezTo>
                  <a:pt x="5261" y="20073"/>
                  <a:pt x="5351" y="20126"/>
                  <a:pt x="5441" y="20178"/>
                </a:cubicBezTo>
                <a:lnTo>
                  <a:pt x="20178" y="5441"/>
                </a:lnTo>
                <a:cubicBezTo>
                  <a:pt x="20126" y="5351"/>
                  <a:pt x="20073" y="5261"/>
                  <a:pt x="20019" y="5172"/>
                </a:cubicBezTo>
                <a:close/>
                <a:moveTo>
                  <a:pt x="20369" y="5782"/>
                </a:moveTo>
                <a:lnTo>
                  <a:pt x="5782" y="20369"/>
                </a:lnTo>
                <a:cubicBezTo>
                  <a:pt x="5877" y="20419"/>
                  <a:pt x="5974" y="20463"/>
                  <a:pt x="6071" y="20510"/>
                </a:cubicBezTo>
                <a:lnTo>
                  <a:pt x="20510" y="6071"/>
                </a:lnTo>
                <a:cubicBezTo>
                  <a:pt x="20463" y="5975"/>
                  <a:pt x="20419" y="5878"/>
                  <a:pt x="20369" y="5782"/>
                </a:cubicBezTo>
                <a:close/>
                <a:moveTo>
                  <a:pt x="20679" y="6434"/>
                </a:moveTo>
                <a:lnTo>
                  <a:pt x="6434" y="20679"/>
                </a:lnTo>
                <a:cubicBezTo>
                  <a:pt x="6534" y="20723"/>
                  <a:pt x="6633" y="20769"/>
                  <a:pt x="6734" y="20809"/>
                </a:cubicBezTo>
                <a:lnTo>
                  <a:pt x="20809" y="6735"/>
                </a:lnTo>
                <a:cubicBezTo>
                  <a:pt x="20769" y="6634"/>
                  <a:pt x="20723" y="6534"/>
                  <a:pt x="20679" y="6434"/>
                </a:cubicBezTo>
                <a:close/>
                <a:moveTo>
                  <a:pt x="20956" y="7121"/>
                </a:moveTo>
                <a:lnTo>
                  <a:pt x="7120" y="20956"/>
                </a:lnTo>
                <a:cubicBezTo>
                  <a:pt x="7226" y="20994"/>
                  <a:pt x="7333" y="21030"/>
                  <a:pt x="7439" y="21065"/>
                </a:cubicBezTo>
                <a:lnTo>
                  <a:pt x="21065" y="7439"/>
                </a:lnTo>
                <a:cubicBezTo>
                  <a:pt x="21030" y="7333"/>
                  <a:pt x="20994" y="7226"/>
                  <a:pt x="20956" y="7121"/>
                </a:cubicBezTo>
                <a:close/>
                <a:moveTo>
                  <a:pt x="21190" y="7848"/>
                </a:moveTo>
                <a:lnTo>
                  <a:pt x="7848" y="21190"/>
                </a:lnTo>
                <a:cubicBezTo>
                  <a:pt x="7960" y="21221"/>
                  <a:pt x="8073" y="21252"/>
                  <a:pt x="8186" y="21280"/>
                </a:cubicBezTo>
                <a:lnTo>
                  <a:pt x="21280" y="8186"/>
                </a:lnTo>
                <a:cubicBezTo>
                  <a:pt x="21252" y="8073"/>
                  <a:pt x="21221" y="7960"/>
                  <a:pt x="21190" y="7848"/>
                </a:cubicBezTo>
                <a:close/>
                <a:moveTo>
                  <a:pt x="21378" y="8623"/>
                </a:moveTo>
                <a:lnTo>
                  <a:pt x="8623" y="21378"/>
                </a:lnTo>
                <a:cubicBezTo>
                  <a:pt x="8743" y="21402"/>
                  <a:pt x="8863" y="21424"/>
                  <a:pt x="8984" y="21445"/>
                </a:cubicBezTo>
                <a:lnTo>
                  <a:pt x="21445" y="8984"/>
                </a:lnTo>
                <a:cubicBezTo>
                  <a:pt x="21424" y="8864"/>
                  <a:pt x="21402" y="8743"/>
                  <a:pt x="21378" y="8623"/>
                </a:cubicBezTo>
                <a:close/>
                <a:moveTo>
                  <a:pt x="21514" y="9448"/>
                </a:moveTo>
                <a:lnTo>
                  <a:pt x="9447" y="21514"/>
                </a:lnTo>
                <a:cubicBezTo>
                  <a:pt x="9576" y="21530"/>
                  <a:pt x="9704" y="21546"/>
                  <a:pt x="9833" y="21557"/>
                </a:cubicBezTo>
                <a:lnTo>
                  <a:pt x="21557" y="9834"/>
                </a:lnTo>
                <a:cubicBezTo>
                  <a:pt x="21546" y="9705"/>
                  <a:pt x="21530" y="9576"/>
                  <a:pt x="21514" y="9448"/>
                </a:cubicBezTo>
                <a:close/>
                <a:moveTo>
                  <a:pt x="21590" y="10333"/>
                </a:moveTo>
                <a:lnTo>
                  <a:pt x="10332" y="21590"/>
                </a:lnTo>
                <a:cubicBezTo>
                  <a:pt x="10473" y="21596"/>
                  <a:pt x="10613" y="21599"/>
                  <a:pt x="10753" y="21600"/>
                </a:cubicBezTo>
                <a:lnTo>
                  <a:pt x="21600" y="10754"/>
                </a:lnTo>
                <a:cubicBezTo>
                  <a:pt x="21599" y="10613"/>
                  <a:pt x="21596" y="10473"/>
                  <a:pt x="21590" y="10333"/>
                </a:cubicBezTo>
                <a:close/>
                <a:moveTo>
                  <a:pt x="21590" y="11296"/>
                </a:moveTo>
                <a:lnTo>
                  <a:pt x="11295" y="21590"/>
                </a:lnTo>
                <a:cubicBezTo>
                  <a:pt x="11449" y="21583"/>
                  <a:pt x="11603" y="21572"/>
                  <a:pt x="11757" y="21558"/>
                </a:cubicBezTo>
                <a:lnTo>
                  <a:pt x="21558" y="11757"/>
                </a:lnTo>
                <a:cubicBezTo>
                  <a:pt x="21572" y="11603"/>
                  <a:pt x="21583" y="11450"/>
                  <a:pt x="21590" y="11296"/>
                </a:cubicBezTo>
                <a:close/>
                <a:moveTo>
                  <a:pt x="21489" y="12358"/>
                </a:moveTo>
                <a:lnTo>
                  <a:pt x="12358" y="21489"/>
                </a:lnTo>
                <a:cubicBezTo>
                  <a:pt x="12531" y="21464"/>
                  <a:pt x="12703" y="21434"/>
                  <a:pt x="12876" y="21400"/>
                </a:cubicBezTo>
                <a:lnTo>
                  <a:pt x="21400" y="12876"/>
                </a:lnTo>
                <a:cubicBezTo>
                  <a:pt x="21434" y="12704"/>
                  <a:pt x="21464" y="12531"/>
                  <a:pt x="21489" y="12358"/>
                </a:cubicBezTo>
                <a:close/>
                <a:moveTo>
                  <a:pt x="21239" y="13569"/>
                </a:moveTo>
                <a:lnTo>
                  <a:pt x="13569" y="21239"/>
                </a:lnTo>
                <a:cubicBezTo>
                  <a:pt x="13774" y="21185"/>
                  <a:pt x="13978" y="21125"/>
                  <a:pt x="14181" y="21058"/>
                </a:cubicBezTo>
                <a:lnTo>
                  <a:pt x="21058" y="14181"/>
                </a:lnTo>
                <a:cubicBezTo>
                  <a:pt x="21125" y="13978"/>
                  <a:pt x="21185" y="13774"/>
                  <a:pt x="21239" y="13569"/>
                </a:cubicBezTo>
                <a:close/>
                <a:moveTo>
                  <a:pt x="20736" y="15035"/>
                </a:moveTo>
                <a:lnTo>
                  <a:pt x="15035" y="20736"/>
                </a:lnTo>
                <a:cubicBezTo>
                  <a:pt x="15310" y="20619"/>
                  <a:pt x="15581" y="20493"/>
                  <a:pt x="15848" y="20352"/>
                </a:cubicBezTo>
                <a:lnTo>
                  <a:pt x="20352" y="15848"/>
                </a:lnTo>
                <a:cubicBezTo>
                  <a:pt x="20493" y="15581"/>
                  <a:pt x="20619" y="15310"/>
                  <a:pt x="20736" y="15035"/>
                </a:cubicBezTo>
                <a:close/>
                <a:moveTo>
                  <a:pt x="19400" y="17332"/>
                </a:moveTo>
                <a:lnTo>
                  <a:pt x="17332" y="19400"/>
                </a:lnTo>
                <a:cubicBezTo>
                  <a:pt x="17716" y="19108"/>
                  <a:pt x="18087" y="18789"/>
                  <a:pt x="18438" y="18438"/>
                </a:cubicBezTo>
                <a:cubicBezTo>
                  <a:pt x="18788" y="18087"/>
                  <a:pt x="19107" y="17716"/>
                  <a:pt x="19400" y="17332"/>
                </a:cubicBezTo>
                <a:close/>
              </a:path>
            </a:pathLst>
          </a:custGeom>
          <a:solidFill>
            <a:schemeClr val="accent4"/>
          </a:solidFill>
          <a:ln w="12700">
            <a:miter lim="400000"/>
          </a:ln>
        </p:spPr>
        <p:txBody>
          <a:bodyPr lIns="0" tIns="0" rIns="0" bIns="0" anchor="ctr"/>
          <a:lstStyle/>
          <a:p>
            <a:pPr marL="0" marR="0" lvl="0" indent="0" algn="ctr" defTabSz="8255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 kumimoji="0" sz="32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Helvetica Neue Medium"/>
              <a:sym typeface="Helvetica Neue Medium"/>
            </a:endParaRPr>
          </a:p>
        </p:txBody>
      </p:sp>
      <p:sp>
        <p:nvSpPr>
          <p:cNvPr id="217" name="Shape">
            <a:extLst>
              <a:ext uri="{FF2B5EF4-FFF2-40B4-BE49-F238E27FC236}">
                <a16:creationId xmlns:a16="http://schemas.microsoft.com/office/drawing/2014/main" id="{FCA8A268-5179-51A3-D381-E2785C56187A}"/>
              </a:ext>
            </a:extLst>
          </p:cNvPr>
          <p:cNvSpPr/>
          <p:nvPr/>
        </p:nvSpPr>
        <p:spPr>
          <a:xfrm>
            <a:off x="5513585" y="9836851"/>
            <a:ext cx="2709536" cy="270965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800" y="0"/>
                </a:moveTo>
                <a:cubicBezTo>
                  <a:pt x="10787" y="0"/>
                  <a:pt x="10773" y="1"/>
                  <a:pt x="10759" y="1"/>
                </a:cubicBezTo>
                <a:lnTo>
                  <a:pt x="1" y="10760"/>
                </a:lnTo>
                <a:cubicBezTo>
                  <a:pt x="0" y="10900"/>
                  <a:pt x="3" y="11040"/>
                  <a:pt x="8" y="11181"/>
                </a:cubicBezTo>
                <a:lnTo>
                  <a:pt x="11180" y="9"/>
                </a:lnTo>
                <a:cubicBezTo>
                  <a:pt x="11054" y="4"/>
                  <a:pt x="10927" y="0"/>
                  <a:pt x="10800" y="0"/>
                </a:cubicBezTo>
                <a:close/>
                <a:moveTo>
                  <a:pt x="10211" y="17"/>
                </a:moveTo>
                <a:cubicBezTo>
                  <a:pt x="10057" y="25"/>
                  <a:pt x="9903" y="36"/>
                  <a:pt x="9748" y="51"/>
                </a:cubicBezTo>
                <a:lnTo>
                  <a:pt x="50" y="9749"/>
                </a:lnTo>
                <a:cubicBezTo>
                  <a:pt x="35" y="9903"/>
                  <a:pt x="25" y="10057"/>
                  <a:pt x="16" y="10212"/>
                </a:cubicBezTo>
                <a:lnTo>
                  <a:pt x="10211" y="17"/>
                </a:lnTo>
                <a:close/>
                <a:moveTo>
                  <a:pt x="11683" y="38"/>
                </a:moveTo>
                <a:lnTo>
                  <a:pt x="38" y="11684"/>
                </a:lnTo>
                <a:cubicBezTo>
                  <a:pt x="48" y="11814"/>
                  <a:pt x="62" y="11944"/>
                  <a:pt x="78" y="12075"/>
                </a:cubicBezTo>
                <a:lnTo>
                  <a:pt x="12074" y="78"/>
                </a:lnTo>
                <a:cubicBezTo>
                  <a:pt x="11944" y="63"/>
                  <a:pt x="11814" y="49"/>
                  <a:pt x="11683" y="38"/>
                </a:cubicBezTo>
                <a:close/>
                <a:moveTo>
                  <a:pt x="9136" y="131"/>
                </a:moveTo>
                <a:cubicBezTo>
                  <a:pt x="8960" y="158"/>
                  <a:pt x="8786" y="190"/>
                  <a:pt x="8611" y="226"/>
                </a:cubicBezTo>
                <a:lnTo>
                  <a:pt x="226" y="8611"/>
                </a:lnTo>
                <a:cubicBezTo>
                  <a:pt x="190" y="8786"/>
                  <a:pt x="157" y="8961"/>
                  <a:pt x="130" y="9137"/>
                </a:cubicBezTo>
                <a:lnTo>
                  <a:pt x="9136" y="131"/>
                </a:lnTo>
                <a:close/>
                <a:moveTo>
                  <a:pt x="12541" y="143"/>
                </a:moveTo>
                <a:lnTo>
                  <a:pt x="143" y="12541"/>
                </a:lnTo>
                <a:cubicBezTo>
                  <a:pt x="163" y="12663"/>
                  <a:pt x="183" y="12785"/>
                  <a:pt x="207" y="12906"/>
                </a:cubicBezTo>
                <a:lnTo>
                  <a:pt x="12906" y="208"/>
                </a:lnTo>
                <a:cubicBezTo>
                  <a:pt x="12785" y="184"/>
                  <a:pt x="12663" y="163"/>
                  <a:pt x="12541" y="143"/>
                </a:cubicBezTo>
                <a:close/>
                <a:moveTo>
                  <a:pt x="13343" y="303"/>
                </a:moveTo>
                <a:lnTo>
                  <a:pt x="303" y="13343"/>
                </a:lnTo>
                <a:cubicBezTo>
                  <a:pt x="330" y="13456"/>
                  <a:pt x="361" y="13569"/>
                  <a:pt x="392" y="13682"/>
                </a:cubicBezTo>
                <a:lnTo>
                  <a:pt x="13682" y="393"/>
                </a:lnTo>
                <a:cubicBezTo>
                  <a:pt x="13569" y="362"/>
                  <a:pt x="13456" y="331"/>
                  <a:pt x="13343" y="303"/>
                </a:cubicBezTo>
                <a:close/>
                <a:moveTo>
                  <a:pt x="7909" y="395"/>
                </a:moveTo>
                <a:cubicBezTo>
                  <a:pt x="7701" y="452"/>
                  <a:pt x="7495" y="515"/>
                  <a:pt x="7290" y="585"/>
                </a:cubicBezTo>
                <a:lnTo>
                  <a:pt x="584" y="7290"/>
                </a:lnTo>
                <a:cubicBezTo>
                  <a:pt x="514" y="7495"/>
                  <a:pt x="452" y="7702"/>
                  <a:pt x="394" y="7909"/>
                </a:cubicBezTo>
                <a:lnTo>
                  <a:pt x="7909" y="395"/>
                </a:lnTo>
                <a:close/>
                <a:moveTo>
                  <a:pt x="14094" y="515"/>
                </a:moveTo>
                <a:lnTo>
                  <a:pt x="514" y="14094"/>
                </a:lnTo>
                <a:cubicBezTo>
                  <a:pt x="549" y="14202"/>
                  <a:pt x="583" y="14310"/>
                  <a:pt x="620" y="14417"/>
                </a:cubicBezTo>
                <a:lnTo>
                  <a:pt x="14417" y="621"/>
                </a:lnTo>
                <a:cubicBezTo>
                  <a:pt x="14310" y="583"/>
                  <a:pt x="14202" y="549"/>
                  <a:pt x="14094" y="515"/>
                </a:cubicBezTo>
                <a:close/>
                <a:moveTo>
                  <a:pt x="14804" y="767"/>
                </a:moveTo>
                <a:lnTo>
                  <a:pt x="767" y="14804"/>
                </a:lnTo>
                <a:cubicBezTo>
                  <a:pt x="807" y="14905"/>
                  <a:pt x="851" y="15004"/>
                  <a:pt x="894" y="15104"/>
                </a:cubicBezTo>
                <a:lnTo>
                  <a:pt x="15104" y="895"/>
                </a:lnTo>
                <a:cubicBezTo>
                  <a:pt x="15004" y="852"/>
                  <a:pt x="14905" y="807"/>
                  <a:pt x="14804" y="767"/>
                </a:cubicBezTo>
                <a:close/>
                <a:moveTo>
                  <a:pt x="6411" y="932"/>
                </a:moveTo>
                <a:cubicBezTo>
                  <a:pt x="6118" y="1062"/>
                  <a:pt x="5831" y="1206"/>
                  <a:pt x="5549" y="1363"/>
                </a:cubicBezTo>
                <a:lnTo>
                  <a:pt x="1362" y="5549"/>
                </a:lnTo>
                <a:cubicBezTo>
                  <a:pt x="1205" y="5832"/>
                  <a:pt x="1061" y="6119"/>
                  <a:pt x="931" y="6411"/>
                </a:cubicBezTo>
                <a:lnTo>
                  <a:pt x="6411" y="932"/>
                </a:lnTo>
                <a:close/>
                <a:moveTo>
                  <a:pt x="15470" y="1061"/>
                </a:moveTo>
                <a:lnTo>
                  <a:pt x="1060" y="15471"/>
                </a:lnTo>
                <a:cubicBezTo>
                  <a:pt x="1106" y="15567"/>
                  <a:pt x="1153" y="15664"/>
                  <a:pt x="1202" y="15759"/>
                </a:cubicBezTo>
                <a:lnTo>
                  <a:pt x="15759" y="1203"/>
                </a:lnTo>
                <a:cubicBezTo>
                  <a:pt x="15663" y="1153"/>
                  <a:pt x="15567" y="1107"/>
                  <a:pt x="15470" y="1061"/>
                </a:cubicBezTo>
                <a:close/>
                <a:moveTo>
                  <a:pt x="16103" y="1391"/>
                </a:moveTo>
                <a:lnTo>
                  <a:pt x="1391" y="16103"/>
                </a:lnTo>
                <a:cubicBezTo>
                  <a:pt x="1442" y="16194"/>
                  <a:pt x="1494" y="16285"/>
                  <a:pt x="1548" y="16375"/>
                </a:cubicBezTo>
                <a:lnTo>
                  <a:pt x="16375" y="1549"/>
                </a:lnTo>
                <a:cubicBezTo>
                  <a:pt x="16285" y="1495"/>
                  <a:pt x="16194" y="1442"/>
                  <a:pt x="16103" y="1391"/>
                </a:cubicBezTo>
                <a:close/>
                <a:moveTo>
                  <a:pt x="16703" y="1754"/>
                </a:moveTo>
                <a:lnTo>
                  <a:pt x="1753" y="16703"/>
                </a:lnTo>
                <a:cubicBezTo>
                  <a:pt x="1809" y="16788"/>
                  <a:pt x="1869" y="16872"/>
                  <a:pt x="1928" y="16956"/>
                </a:cubicBezTo>
                <a:lnTo>
                  <a:pt x="16956" y="1928"/>
                </a:lnTo>
                <a:cubicBezTo>
                  <a:pt x="16872" y="1869"/>
                  <a:pt x="16788" y="1810"/>
                  <a:pt x="16703" y="1754"/>
                </a:cubicBezTo>
                <a:close/>
                <a:moveTo>
                  <a:pt x="17267" y="2151"/>
                </a:moveTo>
                <a:lnTo>
                  <a:pt x="2151" y="17267"/>
                </a:lnTo>
                <a:cubicBezTo>
                  <a:pt x="2212" y="17349"/>
                  <a:pt x="2274" y="17430"/>
                  <a:pt x="2338" y="17510"/>
                </a:cubicBezTo>
                <a:lnTo>
                  <a:pt x="17510" y="2338"/>
                </a:lnTo>
                <a:cubicBezTo>
                  <a:pt x="17430" y="2275"/>
                  <a:pt x="17349" y="2212"/>
                  <a:pt x="17267" y="2151"/>
                </a:cubicBezTo>
                <a:close/>
                <a:moveTo>
                  <a:pt x="3805" y="2574"/>
                </a:moveTo>
                <a:cubicBezTo>
                  <a:pt x="3586" y="2761"/>
                  <a:pt x="3370" y="2956"/>
                  <a:pt x="3163" y="3163"/>
                </a:cubicBezTo>
                <a:cubicBezTo>
                  <a:pt x="2955" y="3371"/>
                  <a:pt x="2761" y="3586"/>
                  <a:pt x="2574" y="3806"/>
                </a:cubicBezTo>
                <a:lnTo>
                  <a:pt x="3805" y="2574"/>
                </a:lnTo>
                <a:close/>
                <a:moveTo>
                  <a:pt x="17801" y="2579"/>
                </a:moveTo>
                <a:lnTo>
                  <a:pt x="2579" y="17801"/>
                </a:lnTo>
                <a:cubicBezTo>
                  <a:pt x="2645" y="17878"/>
                  <a:pt x="2709" y="17957"/>
                  <a:pt x="2777" y="18032"/>
                </a:cubicBezTo>
                <a:lnTo>
                  <a:pt x="18032" y="2777"/>
                </a:lnTo>
                <a:cubicBezTo>
                  <a:pt x="17957" y="2709"/>
                  <a:pt x="17878" y="2645"/>
                  <a:pt x="17801" y="2579"/>
                </a:cubicBezTo>
                <a:close/>
                <a:moveTo>
                  <a:pt x="18304" y="3036"/>
                </a:moveTo>
                <a:lnTo>
                  <a:pt x="3036" y="18304"/>
                </a:lnTo>
                <a:cubicBezTo>
                  <a:pt x="3079" y="18349"/>
                  <a:pt x="3119" y="18394"/>
                  <a:pt x="3163" y="18438"/>
                </a:cubicBezTo>
                <a:cubicBezTo>
                  <a:pt x="3191" y="18466"/>
                  <a:pt x="3222" y="18492"/>
                  <a:pt x="3250" y="18521"/>
                </a:cubicBezTo>
                <a:lnTo>
                  <a:pt x="18521" y="3251"/>
                </a:lnTo>
                <a:cubicBezTo>
                  <a:pt x="18492" y="3222"/>
                  <a:pt x="18466" y="3192"/>
                  <a:pt x="18438" y="3163"/>
                </a:cubicBezTo>
                <a:cubicBezTo>
                  <a:pt x="18394" y="3119"/>
                  <a:pt x="18348" y="3079"/>
                  <a:pt x="18304" y="3036"/>
                </a:cubicBezTo>
                <a:close/>
                <a:moveTo>
                  <a:pt x="18781" y="3523"/>
                </a:moveTo>
                <a:lnTo>
                  <a:pt x="3522" y="18781"/>
                </a:lnTo>
                <a:cubicBezTo>
                  <a:pt x="3598" y="18850"/>
                  <a:pt x="3676" y="18915"/>
                  <a:pt x="3753" y="18982"/>
                </a:cubicBezTo>
                <a:lnTo>
                  <a:pt x="18982" y="3753"/>
                </a:lnTo>
                <a:cubicBezTo>
                  <a:pt x="18915" y="3676"/>
                  <a:pt x="18850" y="3598"/>
                  <a:pt x="18781" y="3523"/>
                </a:cubicBezTo>
                <a:close/>
                <a:moveTo>
                  <a:pt x="19224" y="4041"/>
                </a:moveTo>
                <a:lnTo>
                  <a:pt x="4041" y="19224"/>
                </a:lnTo>
                <a:cubicBezTo>
                  <a:pt x="4121" y="19289"/>
                  <a:pt x="4202" y="19350"/>
                  <a:pt x="4283" y="19412"/>
                </a:cubicBezTo>
                <a:lnTo>
                  <a:pt x="19412" y="4283"/>
                </a:lnTo>
                <a:cubicBezTo>
                  <a:pt x="19350" y="4202"/>
                  <a:pt x="19289" y="4121"/>
                  <a:pt x="19224" y="4041"/>
                </a:cubicBezTo>
                <a:close/>
                <a:moveTo>
                  <a:pt x="19637" y="4591"/>
                </a:moveTo>
                <a:lnTo>
                  <a:pt x="4591" y="19637"/>
                </a:lnTo>
                <a:cubicBezTo>
                  <a:pt x="4675" y="19696"/>
                  <a:pt x="4758" y="19757"/>
                  <a:pt x="4843" y="19813"/>
                </a:cubicBezTo>
                <a:lnTo>
                  <a:pt x="19813" y="4844"/>
                </a:lnTo>
                <a:cubicBezTo>
                  <a:pt x="19757" y="4758"/>
                  <a:pt x="19696" y="4675"/>
                  <a:pt x="19637" y="4591"/>
                </a:cubicBezTo>
                <a:close/>
                <a:moveTo>
                  <a:pt x="20019" y="5172"/>
                </a:moveTo>
                <a:lnTo>
                  <a:pt x="5172" y="20019"/>
                </a:lnTo>
                <a:cubicBezTo>
                  <a:pt x="5261" y="20073"/>
                  <a:pt x="5351" y="20126"/>
                  <a:pt x="5441" y="20178"/>
                </a:cubicBezTo>
                <a:lnTo>
                  <a:pt x="20178" y="5441"/>
                </a:lnTo>
                <a:cubicBezTo>
                  <a:pt x="20126" y="5351"/>
                  <a:pt x="20073" y="5261"/>
                  <a:pt x="20019" y="5172"/>
                </a:cubicBezTo>
                <a:close/>
                <a:moveTo>
                  <a:pt x="20369" y="5782"/>
                </a:moveTo>
                <a:lnTo>
                  <a:pt x="5782" y="20369"/>
                </a:lnTo>
                <a:cubicBezTo>
                  <a:pt x="5877" y="20419"/>
                  <a:pt x="5974" y="20463"/>
                  <a:pt x="6071" y="20510"/>
                </a:cubicBezTo>
                <a:lnTo>
                  <a:pt x="20510" y="6071"/>
                </a:lnTo>
                <a:cubicBezTo>
                  <a:pt x="20463" y="5975"/>
                  <a:pt x="20419" y="5878"/>
                  <a:pt x="20369" y="5782"/>
                </a:cubicBezTo>
                <a:close/>
                <a:moveTo>
                  <a:pt x="20679" y="6434"/>
                </a:moveTo>
                <a:lnTo>
                  <a:pt x="6434" y="20679"/>
                </a:lnTo>
                <a:cubicBezTo>
                  <a:pt x="6534" y="20723"/>
                  <a:pt x="6633" y="20769"/>
                  <a:pt x="6734" y="20809"/>
                </a:cubicBezTo>
                <a:lnTo>
                  <a:pt x="20809" y="6735"/>
                </a:lnTo>
                <a:cubicBezTo>
                  <a:pt x="20769" y="6634"/>
                  <a:pt x="20723" y="6534"/>
                  <a:pt x="20679" y="6434"/>
                </a:cubicBezTo>
                <a:close/>
                <a:moveTo>
                  <a:pt x="20956" y="7121"/>
                </a:moveTo>
                <a:lnTo>
                  <a:pt x="7120" y="20956"/>
                </a:lnTo>
                <a:cubicBezTo>
                  <a:pt x="7226" y="20994"/>
                  <a:pt x="7333" y="21030"/>
                  <a:pt x="7439" y="21065"/>
                </a:cubicBezTo>
                <a:lnTo>
                  <a:pt x="21065" y="7439"/>
                </a:lnTo>
                <a:cubicBezTo>
                  <a:pt x="21030" y="7333"/>
                  <a:pt x="20994" y="7226"/>
                  <a:pt x="20956" y="7121"/>
                </a:cubicBezTo>
                <a:close/>
                <a:moveTo>
                  <a:pt x="21190" y="7848"/>
                </a:moveTo>
                <a:lnTo>
                  <a:pt x="7848" y="21190"/>
                </a:lnTo>
                <a:cubicBezTo>
                  <a:pt x="7960" y="21221"/>
                  <a:pt x="8073" y="21252"/>
                  <a:pt x="8186" y="21280"/>
                </a:cubicBezTo>
                <a:lnTo>
                  <a:pt x="21280" y="8186"/>
                </a:lnTo>
                <a:cubicBezTo>
                  <a:pt x="21252" y="8073"/>
                  <a:pt x="21221" y="7960"/>
                  <a:pt x="21190" y="7848"/>
                </a:cubicBezTo>
                <a:close/>
                <a:moveTo>
                  <a:pt x="21378" y="8623"/>
                </a:moveTo>
                <a:lnTo>
                  <a:pt x="8623" y="21378"/>
                </a:lnTo>
                <a:cubicBezTo>
                  <a:pt x="8743" y="21402"/>
                  <a:pt x="8863" y="21424"/>
                  <a:pt x="8984" y="21445"/>
                </a:cubicBezTo>
                <a:lnTo>
                  <a:pt x="21445" y="8984"/>
                </a:lnTo>
                <a:cubicBezTo>
                  <a:pt x="21424" y="8864"/>
                  <a:pt x="21402" y="8743"/>
                  <a:pt x="21378" y="8623"/>
                </a:cubicBezTo>
                <a:close/>
                <a:moveTo>
                  <a:pt x="21514" y="9448"/>
                </a:moveTo>
                <a:lnTo>
                  <a:pt x="9447" y="21514"/>
                </a:lnTo>
                <a:cubicBezTo>
                  <a:pt x="9576" y="21530"/>
                  <a:pt x="9704" y="21546"/>
                  <a:pt x="9833" y="21557"/>
                </a:cubicBezTo>
                <a:lnTo>
                  <a:pt x="21557" y="9834"/>
                </a:lnTo>
                <a:cubicBezTo>
                  <a:pt x="21546" y="9705"/>
                  <a:pt x="21530" y="9576"/>
                  <a:pt x="21514" y="9448"/>
                </a:cubicBezTo>
                <a:close/>
                <a:moveTo>
                  <a:pt x="21590" y="10333"/>
                </a:moveTo>
                <a:lnTo>
                  <a:pt x="10332" y="21590"/>
                </a:lnTo>
                <a:cubicBezTo>
                  <a:pt x="10473" y="21596"/>
                  <a:pt x="10613" y="21599"/>
                  <a:pt x="10753" y="21600"/>
                </a:cubicBezTo>
                <a:lnTo>
                  <a:pt x="21600" y="10754"/>
                </a:lnTo>
                <a:cubicBezTo>
                  <a:pt x="21599" y="10613"/>
                  <a:pt x="21596" y="10473"/>
                  <a:pt x="21590" y="10333"/>
                </a:cubicBezTo>
                <a:close/>
                <a:moveTo>
                  <a:pt x="21590" y="11296"/>
                </a:moveTo>
                <a:lnTo>
                  <a:pt x="11295" y="21590"/>
                </a:lnTo>
                <a:cubicBezTo>
                  <a:pt x="11449" y="21583"/>
                  <a:pt x="11603" y="21572"/>
                  <a:pt x="11757" y="21558"/>
                </a:cubicBezTo>
                <a:lnTo>
                  <a:pt x="21558" y="11757"/>
                </a:lnTo>
                <a:cubicBezTo>
                  <a:pt x="21572" y="11603"/>
                  <a:pt x="21583" y="11450"/>
                  <a:pt x="21590" y="11296"/>
                </a:cubicBezTo>
                <a:close/>
                <a:moveTo>
                  <a:pt x="21489" y="12358"/>
                </a:moveTo>
                <a:lnTo>
                  <a:pt x="12358" y="21489"/>
                </a:lnTo>
                <a:cubicBezTo>
                  <a:pt x="12531" y="21464"/>
                  <a:pt x="12703" y="21434"/>
                  <a:pt x="12876" y="21400"/>
                </a:cubicBezTo>
                <a:lnTo>
                  <a:pt x="21400" y="12876"/>
                </a:lnTo>
                <a:cubicBezTo>
                  <a:pt x="21434" y="12704"/>
                  <a:pt x="21464" y="12531"/>
                  <a:pt x="21489" y="12358"/>
                </a:cubicBezTo>
                <a:close/>
                <a:moveTo>
                  <a:pt x="21239" y="13569"/>
                </a:moveTo>
                <a:lnTo>
                  <a:pt x="13569" y="21239"/>
                </a:lnTo>
                <a:cubicBezTo>
                  <a:pt x="13774" y="21185"/>
                  <a:pt x="13978" y="21125"/>
                  <a:pt x="14181" y="21058"/>
                </a:cubicBezTo>
                <a:lnTo>
                  <a:pt x="21058" y="14181"/>
                </a:lnTo>
                <a:cubicBezTo>
                  <a:pt x="21125" y="13978"/>
                  <a:pt x="21185" y="13774"/>
                  <a:pt x="21239" y="13569"/>
                </a:cubicBezTo>
                <a:close/>
                <a:moveTo>
                  <a:pt x="20736" y="15035"/>
                </a:moveTo>
                <a:lnTo>
                  <a:pt x="15035" y="20736"/>
                </a:lnTo>
                <a:cubicBezTo>
                  <a:pt x="15310" y="20619"/>
                  <a:pt x="15581" y="20493"/>
                  <a:pt x="15848" y="20352"/>
                </a:cubicBezTo>
                <a:lnTo>
                  <a:pt x="20352" y="15848"/>
                </a:lnTo>
                <a:cubicBezTo>
                  <a:pt x="20493" y="15581"/>
                  <a:pt x="20619" y="15310"/>
                  <a:pt x="20736" y="15035"/>
                </a:cubicBezTo>
                <a:close/>
                <a:moveTo>
                  <a:pt x="19400" y="17332"/>
                </a:moveTo>
                <a:lnTo>
                  <a:pt x="17332" y="19400"/>
                </a:lnTo>
                <a:cubicBezTo>
                  <a:pt x="17716" y="19108"/>
                  <a:pt x="18087" y="18789"/>
                  <a:pt x="18438" y="18438"/>
                </a:cubicBezTo>
                <a:cubicBezTo>
                  <a:pt x="18788" y="18087"/>
                  <a:pt x="19107" y="17716"/>
                  <a:pt x="19400" y="17332"/>
                </a:cubicBezTo>
                <a:close/>
              </a:path>
            </a:pathLst>
          </a:custGeom>
          <a:solidFill>
            <a:schemeClr val="accent4"/>
          </a:solidFill>
          <a:ln w="12700">
            <a:miter lim="400000"/>
          </a:ln>
        </p:spPr>
        <p:txBody>
          <a:bodyPr lIns="0" tIns="0" rIns="0" bIns="0" anchor="ctr"/>
          <a:lstStyle/>
          <a:p>
            <a:pPr marL="0" marR="0" lvl="0" indent="0" algn="ctr" defTabSz="8255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 kumimoji="0" sz="32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Helvetica Neue Medium"/>
              <a:sym typeface="Helvetica Neue Medium"/>
            </a:endParaRPr>
          </a:p>
        </p:txBody>
      </p:sp>
      <p:sp>
        <p:nvSpPr>
          <p:cNvPr id="218" name="Shape">
            <a:extLst>
              <a:ext uri="{FF2B5EF4-FFF2-40B4-BE49-F238E27FC236}">
                <a16:creationId xmlns:a16="http://schemas.microsoft.com/office/drawing/2014/main" id="{3C0CCF83-BE6A-B21A-5955-F47257778DCD}"/>
              </a:ext>
            </a:extLst>
          </p:cNvPr>
          <p:cNvSpPr/>
          <p:nvPr/>
        </p:nvSpPr>
        <p:spPr>
          <a:xfrm>
            <a:off x="1688166" y="791392"/>
            <a:ext cx="7163901" cy="716420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800" y="0"/>
                </a:moveTo>
                <a:cubicBezTo>
                  <a:pt x="10787" y="0"/>
                  <a:pt x="10773" y="1"/>
                  <a:pt x="10759" y="1"/>
                </a:cubicBezTo>
                <a:lnTo>
                  <a:pt x="1" y="10760"/>
                </a:lnTo>
                <a:cubicBezTo>
                  <a:pt x="0" y="10900"/>
                  <a:pt x="3" y="11040"/>
                  <a:pt x="8" y="11181"/>
                </a:cubicBezTo>
                <a:lnTo>
                  <a:pt x="11180" y="9"/>
                </a:lnTo>
                <a:cubicBezTo>
                  <a:pt x="11054" y="4"/>
                  <a:pt x="10927" y="0"/>
                  <a:pt x="10800" y="0"/>
                </a:cubicBezTo>
                <a:close/>
                <a:moveTo>
                  <a:pt x="10211" y="17"/>
                </a:moveTo>
                <a:cubicBezTo>
                  <a:pt x="10057" y="25"/>
                  <a:pt x="9903" y="36"/>
                  <a:pt x="9748" y="51"/>
                </a:cubicBezTo>
                <a:lnTo>
                  <a:pt x="50" y="9749"/>
                </a:lnTo>
                <a:cubicBezTo>
                  <a:pt x="35" y="9903"/>
                  <a:pt x="25" y="10057"/>
                  <a:pt x="16" y="10212"/>
                </a:cubicBezTo>
                <a:lnTo>
                  <a:pt x="10211" y="17"/>
                </a:lnTo>
                <a:close/>
                <a:moveTo>
                  <a:pt x="11683" y="38"/>
                </a:moveTo>
                <a:lnTo>
                  <a:pt x="38" y="11684"/>
                </a:lnTo>
                <a:cubicBezTo>
                  <a:pt x="48" y="11814"/>
                  <a:pt x="62" y="11944"/>
                  <a:pt x="78" y="12075"/>
                </a:cubicBezTo>
                <a:lnTo>
                  <a:pt x="12074" y="78"/>
                </a:lnTo>
                <a:cubicBezTo>
                  <a:pt x="11944" y="63"/>
                  <a:pt x="11814" y="49"/>
                  <a:pt x="11683" y="38"/>
                </a:cubicBezTo>
                <a:close/>
                <a:moveTo>
                  <a:pt x="9136" y="131"/>
                </a:moveTo>
                <a:cubicBezTo>
                  <a:pt x="8960" y="158"/>
                  <a:pt x="8786" y="190"/>
                  <a:pt x="8611" y="226"/>
                </a:cubicBezTo>
                <a:lnTo>
                  <a:pt x="226" y="8611"/>
                </a:lnTo>
                <a:cubicBezTo>
                  <a:pt x="190" y="8786"/>
                  <a:pt x="157" y="8961"/>
                  <a:pt x="130" y="9137"/>
                </a:cubicBezTo>
                <a:lnTo>
                  <a:pt x="9136" y="131"/>
                </a:lnTo>
                <a:close/>
                <a:moveTo>
                  <a:pt x="12541" y="143"/>
                </a:moveTo>
                <a:lnTo>
                  <a:pt x="143" y="12541"/>
                </a:lnTo>
                <a:cubicBezTo>
                  <a:pt x="163" y="12663"/>
                  <a:pt x="183" y="12785"/>
                  <a:pt x="207" y="12906"/>
                </a:cubicBezTo>
                <a:lnTo>
                  <a:pt x="12906" y="208"/>
                </a:lnTo>
                <a:cubicBezTo>
                  <a:pt x="12785" y="184"/>
                  <a:pt x="12663" y="163"/>
                  <a:pt x="12541" y="143"/>
                </a:cubicBezTo>
                <a:close/>
                <a:moveTo>
                  <a:pt x="13343" y="303"/>
                </a:moveTo>
                <a:lnTo>
                  <a:pt x="303" y="13343"/>
                </a:lnTo>
                <a:cubicBezTo>
                  <a:pt x="330" y="13456"/>
                  <a:pt x="361" y="13569"/>
                  <a:pt x="392" y="13682"/>
                </a:cubicBezTo>
                <a:lnTo>
                  <a:pt x="13682" y="393"/>
                </a:lnTo>
                <a:cubicBezTo>
                  <a:pt x="13569" y="362"/>
                  <a:pt x="13456" y="331"/>
                  <a:pt x="13343" y="303"/>
                </a:cubicBezTo>
                <a:close/>
                <a:moveTo>
                  <a:pt x="7909" y="395"/>
                </a:moveTo>
                <a:cubicBezTo>
                  <a:pt x="7701" y="452"/>
                  <a:pt x="7495" y="515"/>
                  <a:pt x="7290" y="585"/>
                </a:cubicBezTo>
                <a:lnTo>
                  <a:pt x="584" y="7290"/>
                </a:lnTo>
                <a:cubicBezTo>
                  <a:pt x="514" y="7495"/>
                  <a:pt x="452" y="7702"/>
                  <a:pt x="394" y="7909"/>
                </a:cubicBezTo>
                <a:lnTo>
                  <a:pt x="7909" y="395"/>
                </a:lnTo>
                <a:close/>
                <a:moveTo>
                  <a:pt x="14094" y="515"/>
                </a:moveTo>
                <a:lnTo>
                  <a:pt x="514" y="14094"/>
                </a:lnTo>
                <a:cubicBezTo>
                  <a:pt x="549" y="14202"/>
                  <a:pt x="583" y="14310"/>
                  <a:pt x="620" y="14417"/>
                </a:cubicBezTo>
                <a:lnTo>
                  <a:pt x="14417" y="621"/>
                </a:lnTo>
                <a:cubicBezTo>
                  <a:pt x="14310" y="583"/>
                  <a:pt x="14202" y="549"/>
                  <a:pt x="14094" y="515"/>
                </a:cubicBezTo>
                <a:close/>
                <a:moveTo>
                  <a:pt x="14804" y="767"/>
                </a:moveTo>
                <a:lnTo>
                  <a:pt x="767" y="14804"/>
                </a:lnTo>
                <a:cubicBezTo>
                  <a:pt x="807" y="14905"/>
                  <a:pt x="851" y="15004"/>
                  <a:pt x="894" y="15104"/>
                </a:cubicBezTo>
                <a:lnTo>
                  <a:pt x="15104" y="895"/>
                </a:lnTo>
                <a:cubicBezTo>
                  <a:pt x="15004" y="852"/>
                  <a:pt x="14905" y="807"/>
                  <a:pt x="14804" y="767"/>
                </a:cubicBezTo>
                <a:close/>
                <a:moveTo>
                  <a:pt x="6411" y="932"/>
                </a:moveTo>
                <a:cubicBezTo>
                  <a:pt x="6118" y="1062"/>
                  <a:pt x="5831" y="1206"/>
                  <a:pt x="5549" y="1363"/>
                </a:cubicBezTo>
                <a:lnTo>
                  <a:pt x="1362" y="5549"/>
                </a:lnTo>
                <a:cubicBezTo>
                  <a:pt x="1205" y="5832"/>
                  <a:pt x="1061" y="6119"/>
                  <a:pt x="931" y="6411"/>
                </a:cubicBezTo>
                <a:lnTo>
                  <a:pt x="6411" y="932"/>
                </a:lnTo>
                <a:close/>
                <a:moveTo>
                  <a:pt x="15470" y="1061"/>
                </a:moveTo>
                <a:lnTo>
                  <a:pt x="1060" y="15471"/>
                </a:lnTo>
                <a:cubicBezTo>
                  <a:pt x="1106" y="15567"/>
                  <a:pt x="1153" y="15664"/>
                  <a:pt x="1202" y="15759"/>
                </a:cubicBezTo>
                <a:lnTo>
                  <a:pt x="15759" y="1203"/>
                </a:lnTo>
                <a:cubicBezTo>
                  <a:pt x="15663" y="1153"/>
                  <a:pt x="15567" y="1107"/>
                  <a:pt x="15470" y="1061"/>
                </a:cubicBezTo>
                <a:close/>
                <a:moveTo>
                  <a:pt x="16103" y="1391"/>
                </a:moveTo>
                <a:lnTo>
                  <a:pt x="1391" y="16103"/>
                </a:lnTo>
                <a:cubicBezTo>
                  <a:pt x="1442" y="16194"/>
                  <a:pt x="1494" y="16285"/>
                  <a:pt x="1548" y="16375"/>
                </a:cubicBezTo>
                <a:lnTo>
                  <a:pt x="16375" y="1549"/>
                </a:lnTo>
                <a:cubicBezTo>
                  <a:pt x="16285" y="1495"/>
                  <a:pt x="16194" y="1442"/>
                  <a:pt x="16103" y="1391"/>
                </a:cubicBezTo>
                <a:close/>
                <a:moveTo>
                  <a:pt x="16703" y="1754"/>
                </a:moveTo>
                <a:lnTo>
                  <a:pt x="1753" y="16703"/>
                </a:lnTo>
                <a:cubicBezTo>
                  <a:pt x="1809" y="16788"/>
                  <a:pt x="1869" y="16872"/>
                  <a:pt x="1928" y="16956"/>
                </a:cubicBezTo>
                <a:lnTo>
                  <a:pt x="16956" y="1928"/>
                </a:lnTo>
                <a:cubicBezTo>
                  <a:pt x="16872" y="1869"/>
                  <a:pt x="16788" y="1810"/>
                  <a:pt x="16703" y="1754"/>
                </a:cubicBezTo>
                <a:close/>
                <a:moveTo>
                  <a:pt x="17267" y="2151"/>
                </a:moveTo>
                <a:lnTo>
                  <a:pt x="2151" y="17267"/>
                </a:lnTo>
                <a:cubicBezTo>
                  <a:pt x="2212" y="17349"/>
                  <a:pt x="2274" y="17430"/>
                  <a:pt x="2338" y="17510"/>
                </a:cubicBezTo>
                <a:lnTo>
                  <a:pt x="17510" y="2338"/>
                </a:lnTo>
                <a:cubicBezTo>
                  <a:pt x="17430" y="2275"/>
                  <a:pt x="17349" y="2212"/>
                  <a:pt x="17267" y="2151"/>
                </a:cubicBezTo>
                <a:close/>
                <a:moveTo>
                  <a:pt x="3805" y="2574"/>
                </a:moveTo>
                <a:cubicBezTo>
                  <a:pt x="3586" y="2761"/>
                  <a:pt x="3370" y="2956"/>
                  <a:pt x="3163" y="3163"/>
                </a:cubicBezTo>
                <a:cubicBezTo>
                  <a:pt x="2955" y="3371"/>
                  <a:pt x="2761" y="3586"/>
                  <a:pt x="2574" y="3806"/>
                </a:cubicBezTo>
                <a:lnTo>
                  <a:pt x="3805" y="2574"/>
                </a:lnTo>
                <a:close/>
                <a:moveTo>
                  <a:pt x="17801" y="2579"/>
                </a:moveTo>
                <a:lnTo>
                  <a:pt x="2579" y="17801"/>
                </a:lnTo>
                <a:cubicBezTo>
                  <a:pt x="2645" y="17878"/>
                  <a:pt x="2709" y="17957"/>
                  <a:pt x="2777" y="18032"/>
                </a:cubicBezTo>
                <a:lnTo>
                  <a:pt x="18032" y="2777"/>
                </a:lnTo>
                <a:cubicBezTo>
                  <a:pt x="17957" y="2709"/>
                  <a:pt x="17878" y="2645"/>
                  <a:pt x="17801" y="2579"/>
                </a:cubicBezTo>
                <a:close/>
                <a:moveTo>
                  <a:pt x="18304" y="3036"/>
                </a:moveTo>
                <a:lnTo>
                  <a:pt x="3036" y="18304"/>
                </a:lnTo>
                <a:cubicBezTo>
                  <a:pt x="3079" y="18349"/>
                  <a:pt x="3119" y="18394"/>
                  <a:pt x="3163" y="18438"/>
                </a:cubicBezTo>
                <a:cubicBezTo>
                  <a:pt x="3191" y="18466"/>
                  <a:pt x="3222" y="18492"/>
                  <a:pt x="3250" y="18521"/>
                </a:cubicBezTo>
                <a:lnTo>
                  <a:pt x="18521" y="3251"/>
                </a:lnTo>
                <a:cubicBezTo>
                  <a:pt x="18492" y="3222"/>
                  <a:pt x="18466" y="3192"/>
                  <a:pt x="18438" y="3163"/>
                </a:cubicBezTo>
                <a:cubicBezTo>
                  <a:pt x="18394" y="3119"/>
                  <a:pt x="18348" y="3079"/>
                  <a:pt x="18304" y="3036"/>
                </a:cubicBezTo>
                <a:close/>
                <a:moveTo>
                  <a:pt x="18781" y="3523"/>
                </a:moveTo>
                <a:lnTo>
                  <a:pt x="3522" y="18781"/>
                </a:lnTo>
                <a:cubicBezTo>
                  <a:pt x="3598" y="18850"/>
                  <a:pt x="3676" y="18915"/>
                  <a:pt x="3753" y="18982"/>
                </a:cubicBezTo>
                <a:lnTo>
                  <a:pt x="18982" y="3753"/>
                </a:lnTo>
                <a:cubicBezTo>
                  <a:pt x="18915" y="3676"/>
                  <a:pt x="18850" y="3598"/>
                  <a:pt x="18781" y="3523"/>
                </a:cubicBezTo>
                <a:close/>
                <a:moveTo>
                  <a:pt x="19224" y="4041"/>
                </a:moveTo>
                <a:lnTo>
                  <a:pt x="4041" y="19224"/>
                </a:lnTo>
                <a:cubicBezTo>
                  <a:pt x="4121" y="19289"/>
                  <a:pt x="4202" y="19350"/>
                  <a:pt x="4283" y="19412"/>
                </a:cubicBezTo>
                <a:lnTo>
                  <a:pt x="19412" y="4283"/>
                </a:lnTo>
                <a:cubicBezTo>
                  <a:pt x="19350" y="4202"/>
                  <a:pt x="19289" y="4121"/>
                  <a:pt x="19224" y="4041"/>
                </a:cubicBezTo>
                <a:close/>
                <a:moveTo>
                  <a:pt x="19637" y="4591"/>
                </a:moveTo>
                <a:lnTo>
                  <a:pt x="4591" y="19637"/>
                </a:lnTo>
                <a:cubicBezTo>
                  <a:pt x="4675" y="19696"/>
                  <a:pt x="4758" y="19757"/>
                  <a:pt x="4843" y="19813"/>
                </a:cubicBezTo>
                <a:lnTo>
                  <a:pt x="19813" y="4844"/>
                </a:lnTo>
                <a:cubicBezTo>
                  <a:pt x="19757" y="4758"/>
                  <a:pt x="19696" y="4675"/>
                  <a:pt x="19637" y="4591"/>
                </a:cubicBezTo>
                <a:close/>
                <a:moveTo>
                  <a:pt x="20019" y="5172"/>
                </a:moveTo>
                <a:lnTo>
                  <a:pt x="5172" y="20019"/>
                </a:lnTo>
                <a:cubicBezTo>
                  <a:pt x="5261" y="20073"/>
                  <a:pt x="5351" y="20126"/>
                  <a:pt x="5441" y="20178"/>
                </a:cubicBezTo>
                <a:lnTo>
                  <a:pt x="20178" y="5441"/>
                </a:lnTo>
                <a:cubicBezTo>
                  <a:pt x="20126" y="5351"/>
                  <a:pt x="20073" y="5261"/>
                  <a:pt x="20019" y="5172"/>
                </a:cubicBezTo>
                <a:close/>
                <a:moveTo>
                  <a:pt x="20369" y="5782"/>
                </a:moveTo>
                <a:lnTo>
                  <a:pt x="5782" y="20369"/>
                </a:lnTo>
                <a:cubicBezTo>
                  <a:pt x="5877" y="20419"/>
                  <a:pt x="5974" y="20463"/>
                  <a:pt x="6071" y="20510"/>
                </a:cubicBezTo>
                <a:lnTo>
                  <a:pt x="20510" y="6071"/>
                </a:lnTo>
                <a:cubicBezTo>
                  <a:pt x="20463" y="5975"/>
                  <a:pt x="20419" y="5878"/>
                  <a:pt x="20369" y="5782"/>
                </a:cubicBezTo>
                <a:close/>
                <a:moveTo>
                  <a:pt x="20679" y="6434"/>
                </a:moveTo>
                <a:lnTo>
                  <a:pt x="6434" y="20679"/>
                </a:lnTo>
                <a:cubicBezTo>
                  <a:pt x="6534" y="20723"/>
                  <a:pt x="6633" y="20769"/>
                  <a:pt x="6734" y="20809"/>
                </a:cubicBezTo>
                <a:lnTo>
                  <a:pt x="20809" y="6735"/>
                </a:lnTo>
                <a:cubicBezTo>
                  <a:pt x="20769" y="6634"/>
                  <a:pt x="20723" y="6534"/>
                  <a:pt x="20679" y="6434"/>
                </a:cubicBezTo>
                <a:close/>
                <a:moveTo>
                  <a:pt x="20956" y="7121"/>
                </a:moveTo>
                <a:lnTo>
                  <a:pt x="7120" y="20956"/>
                </a:lnTo>
                <a:cubicBezTo>
                  <a:pt x="7226" y="20994"/>
                  <a:pt x="7333" y="21030"/>
                  <a:pt x="7439" y="21065"/>
                </a:cubicBezTo>
                <a:lnTo>
                  <a:pt x="21065" y="7439"/>
                </a:lnTo>
                <a:cubicBezTo>
                  <a:pt x="21030" y="7333"/>
                  <a:pt x="20994" y="7226"/>
                  <a:pt x="20956" y="7121"/>
                </a:cubicBezTo>
                <a:close/>
                <a:moveTo>
                  <a:pt x="21190" y="7848"/>
                </a:moveTo>
                <a:lnTo>
                  <a:pt x="7848" y="21190"/>
                </a:lnTo>
                <a:cubicBezTo>
                  <a:pt x="7960" y="21221"/>
                  <a:pt x="8073" y="21252"/>
                  <a:pt x="8186" y="21280"/>
                </a:cubicBezTo>
                <a:lnTo>
                  <a:pt x="21280" y="8186"/>
                </a:lnTo>
                <a:cubicBezTo>
                  <a:pt x="21252" y="8073"/>
                  <a:pt x="21221" y="7960"/>
                  <a:pt x="21190" y="7848"/>
                </a:cubicBezTo>
                <a:close/>
                <a:moveTo>
                  <a:pt x="21378" y="8623"/>
                </a:moveTo>
                <a:lnTo>
                  <a:pt x="8623" y="21378"/>
                </a:lnTo>
                <a:cubicBezTo>
                  <a:pt x="8743" y="21402"/>
                  <a:pt x="8863" y="21424"/>
                  <a:pt x="8984" y="21445"/>
                </a:cubicBezTo>
                <a:lnTo>
                  <a:pt x="21445" y="8984"/>
                </a:lnTo>
                <a:cubicBezTo>
                  <a:pt x="21424" y="8864"/>
                  <a:pt x="21402" y="8743"/>
                  <a:pt x="21378" y="8623"/>
                </a:cubicBezTo>
                <a:close/>
                <a:moveTo>
                  <a:pt x="21514" y="9448"/>
                </a:moveTo>
                <a:lnTo>
                  <a:pt x="9447" y="21514"/>
                </a:lnTo>
                <a:cubicBezTo>
                  <a:pt x="9576" y="21530"/>
                  <a:pt x="9704" y="21546"/>
                  <a:pt x="9833" y="21557"/>
                </a:cubicBezTo>
                <a:lnTo>
                  <a:pt x="21557" y="9834"/>
                </a:lnTo>
                <a:cubicBezTo>
                  <a:pt x="21546" y="9705"/>
                  <a:pt x="21530" y="9576"/>
                  <a:pt x="21514" y="9448"/>
                </a:cubicBezTo>
                <a:close/>
                <a:moveTo>
                  <a:pt x="21590" y="10333"/>
                </a:moveTo>
                <a:lnTo>
                  <a:pt x="10332" y="21590"/>
                </a:lnTo>
                <a:cubicBezTo>
                  <a:pt x="10473" y="21596"/>
                  <a:pt x="10613" y="21599"/>
                  <a:pt x="10753" y="21600"/>
                </a:cubicBezTo>
                <a:lnTo>
                  <a:pt x="21600" y="10754"/>
                </a:lnTo>
                <a:cubicBezTo>
                  <a:pt x="21599" y="10613"/>
                  <a:pt x="21596" y="10473"/>
                  <a:pt x="21590" y="10333"/>
                </a:cubicBezTo>
                <a:close/>
                <a:moveTo>
                  <a:pt x="21590" y="11296"/>
                </a:moveTo>
                <a:lnTo>
                  <a:pt x="11295" y="21590"/>
                </a:lnTo>
                <a:cubicBezTo>
                  <a:pt x="11449" y="21583"/>
                  <a:pt x="11603" y="21572"/>
                  <a:pt x="11757" y="21558"/>
                </a:cubicBezTo>
                <a:lnTo>
                  <a:pt x="21558" y="11757"/>
                </a:lnTo>
                <a:cubicBezTo>
                  <a:pt x="21572" y="11603"/>
                  <a:pt x="21583" y="11450"/>
                  <a:pt x="21590" y="11296"/>
                </a:cubicBezTo>
                <a:close/>
                <a:moveTo>
                  <a:pt x="21489" y="12358"/>
                </a:moveTo>
                <a:lnTo>
                  <a:pt x="12358" y="21489"/>
                </a:lnTo>
                <a:cubicBezTo>
                  <a:pt x="12531" y="21464"/>
                  <a:pt x="12703" y="21434"/>
                  <a:pt x="12876" y="21400"/>
                </a:cubicBezTo>
                <a:lnTo>
                  <a:pt x="21400" y="12876"/>
                </a:lnTo>
                <a:cubicBezTo>
                  <a:pt x="21434" y="12704"/>
                  <a:pt x="21464" y="12531"/>
                  <a:pt x="21489" y="12358"/>
                </a:cubicBezTo>
                <a:close/>
                <a:moveTo>
                  <a:pt x="21239" y="13569"/>
                </a:moveTo>
                <a:lnTo>
                  <a:pt x="13569" y="21239"/>
                </a:lnTo>
                <a:cubicBezTo>
                  <a:pt x="13774" y="21185"/>
                  <a:pt x="13978" y="21125"/>
                  <a:pt x="14181" y="21058"/>
                </a:cubicBezTo>
                <a:lnTo>
                  <a:pt x="21058" y="14181"/>
                </a:lnTo>
                <a:cubicBezTo>
                  <a:pt x="21125" y="13978"/>
                  <a:pt x="21185" y="13774"/>
                  <a:pt x="21239" y="13569"/>
                </a:cubicBezTo>
                <a:close/>
                <a:moveTo>
                  <a:pt x="20736" y="15035"/>
                </a:moveTo>
                <a:lnTo>
                  <a:pt x="15035" y="20736"/>
                </a:lnTo>
                <a:cubicBezTo>
                  <a:pt x="15310" y="20619"/>
                  <a:pt x="15581" y="20493"/>
                  <a:pt x="15848" y="20352"/>
                </a:cubicBezTo>
                <a:lnTo>
                  <a:pt x="20352" y="15848"/>
                </a:lnTo>
                <a:cubicBezTo>
                  <a:pt x="20493" y="15581"/>
                  <a:pt x="20619" y="15310"/>
                  <a:pt x="20736" y="15035"/>
                </a:cubicBezTo>
                <a:close/>
                <a:moveTo>
                  <a:pt x="19400" y="17332"/>
                </a:moveTo>
                <a:lnTo>
                  <a:pt x="17332" y="19400"/>
                </a:lnTo>
                <a:cubicBezTo>
                  <a:pt x="17716" y="19108"/>
                  <a:pt x="18087" y="18789"/>
                  <a:pt x="18438" y="18438"/>
                </a:cubicBezTo>
                <a:cubicBezTo>
                  <a:pt x="18788" y="18087"/>
                  <a:pt x="19107" y="17716"/>
                  <a:pt x="19400" y="17332"/>
                </a:cubicBezTo>
                <a:close/>
              </a:path>
            </a:pathLst>
          </a:custGeom>
          <a:solidFill>
            <a:schemeClr val="accent4"/>
          </a:solidFill>
          <a:ln w="12700">
            <a:miter lim="400000"/>
          </a:ln>
        </p:spPr>
        <p:txBody>
          <a:bodyPr lIns="0" tIns="0" rIns="0" bIns="0" anchor="ctr"/>
          <a:lstStyle/>
          <a:p>
            <a:pPr marL="0" marR="0" lvl="0" indent="0" algn="ctr" defTabSz="8255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 kumimoji="0" sz="32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Helvetica Neue Medium"/>
              <a:sym typeface="Helvetica Neue Medium"/>
            </a:endParaRPr>
          </a:p>
        </p:txBody>
      </p:sp>
      <p:sp>
        <p:nvSpPr>
          <p:cNvPr id="219" name="Shape">
            <a:extLst>
              <a:ext uri="{FF2B5EF4-FFF2-40B4-BE49-F238E27FC236}">
                <a16:creationId xmlns:a16="http://schemas.microsoft.com/office/drawing/2014/main" id="{C8EB85AB-6934-BC63-BA96-80DA08433217}"/>
              </a:ext>
            </a:extLst>
          </p:cNvPr>
          <p:cNvSpPr/>
          <p:nvPr/>
        </p:nvSpPr>
        <p:spPr>
          <a:xfrm>
            <a:off x="11727838" y="12253507"/>
            <a:ext cx="4276957" cy="427713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800" y="0"/>
                </a:moveTo>
                <a:cubicBezTo>
                  <a:pt x="10787" y="0"/>
                  <a:pt x="10773" y="1"/>
                  <a:pt x="10759" y="1"/>
                </a:cubicBezTo>
                <a:lnTo>
                  <a:pt x="1" y="10760"/>
                </a:lnTo>
                <a:cubicBezTo>
                  <a:pt x="0" y="10900"/>
                  <a:pt x="3" y="11040"/>
                  <a:pt x="8" y="11181"/>
                </a:cubicBezTo>
                <a:lnTo>
                  <a:pt x="11180" y="9"/>
                </a:lnTo>
                <a:cubicBezTo>
                  <a:pt x="11054" y="4"/>
                  <a:pt x="10927" y="0"/>
                  <a:pt x="10800" y="0"/>
                </a:cubicBezTo>
                <a:close/>
                <a:moveTo>
                  <a:pt x="10211" y="17"/>
                </a:moveTo>
                <a:cubicBezTo>
                  <a:pt x="10057" y="25"/>
                  <a:pt x="9903" y="36"/>
                  <a:pt x="9748" y="51"/>
                </a:cubicBezTo>
                <a:lnTo>
                  <a:pt x="50" y="9749"/>
                </a:lnTo>
                <a:cubicBezTo>
                  <a:pt x="35" y="9903"/>
                  <a:pt x="25" y="10057"/>
                  <a:pt x="16" y="10212"/>
                </a:cubicBezTo>
                <a:lnTo>
                  <a:pt x="10211" y="17"/>
                </a:lnTo>
                <a:close/>
                <a:moveTo>
                  <a:pt x="11683" y="38"/>
                </a:moveTo>
                <a:lnTo>
                  <a:pt x="38" y="11684"/>
                </a:lnTo>
                <a:cubicBezTo>
                  <a:pt x="48" y="11814"/>
                  <a:pt x="62" y="11944"/>
                  <a:pt x="78" y="12075"/>
                </a:cubicBezTo>
                <a:lnTo>
                  <a:pt x="12074" y="78"/>
                </a:lnTo>
                <a:cubicBezTo>
                  <a:pt x="11944" y="63"/>
                  <a:pt x="11814" y="49"/>
                  <a:pt x="11683" y="38"/>
                </a:cubicBezTo>
                <a:close/>
                <a:moveTo>
                  <a:pt x="9136" y="131"/>
                </a:moveTo>
                <a:cubicBezTo>
                  <a:pt x="8960" y="158"/>
                  <a:pt x="8786" y="190"/>
                  <a:pt x="8611" y="226"/>
                </a:cubicBezTo>
                <a:lnTo>
                  <a:pt x="226" y="8611"/>
                </a:lnTo>
                <a:cubicBezTo>
                  <a:pt x="190" y="8786"/>
                  <a:pt x="157" y="8961"/>
                  <a:pt x="130" y="9137"/>
                </a:cubicBezTo>
                <a:lnTo>
                  <a:pt x="9136" y="131"/>
                </a:lnTo>
                <a:close/>
                <a:moveTo>
                  <a:pt x="12541" y="143"/>
                </a:moveTo>
                <a:lnTo>
                  <a:pt x="143" y="12541"/>
                </a:lnTo>
                <a:cubicBezTo>
                  <a:pt x="163" y="12663"/>
                  <a:pt x="183" y="12785"/>
                  <a:pt x="207" y="12906"/>
                </a:cubicBezTo>
                <a:lnTo>
                  <a:pt x="12906" y="208"/>
                </a:lnTo>
                <a:cubicBezTo>
                  <a:pt x="12785" y="184"/>
                  <a:pt x="12663" y="163"/>
                  <a:pt x="12541" y="143"/>
                </a:cubicBezTo>
                <a:close/>
                <a:moveTo>
                  <a:pt x="13343" y="303"/>
                </a:moveTo>
                <a:lnTo>
                  <a:pt x="303" y="13343"/>
                </a:lnTo>
                <a:cubicBezTo>
                  <a:pt x="330" y="13456"/>
                  <a:pt x="361" y="13569"/>
                  <a:pt x="392" y="13682"/>
                </a:cubicBezTo>
                <a:lnTo>
                  <a:pt x="13682" y="393"/>
                </a:lnTo>
                <a:cubicBezTo>
                  <a:pt x="13569" y="362"/>
                  <a:pt x="13456" y="331"/>
                  <a:pt x="13343" y="303"/>
                </a:cubicBezTo>
                <a:close/>
                <a:moveTo>
                  <a:pt x="7909" y="395"/>
                </a:moveTo>
                <a:cubicBezTo>
                  <a:pt x="7701" y="452"/>
                  <a:pt x="7495" y="515"/>
                  <a:pt x="7290" y="585"/>
                </a:cubicBezTo>
                <a:lnTo>
                  <a:pt x="584" y="7290"/>
                </a:lnTo>
                <a:cubicBezTo>
                  <a:pt x="514" y="7495"/>
                  <a:pt x="452" y="7702"/>
                  <a:pt x="394" y="7909"/>
                </a:cubicBezTo>
                <a:lnTo>
                  <a:pt x="7909" y="395"/>
                </a:lnTo>
                <a:close/>
                <a:moveTo>
                  <a:pt x="14094" y="515"/>
                </a:moveTo>
                <a:lnTo>
                  <a:pt x="514" y="14094"/>
                </a:lnTo>
                <a:cubicBezTo>
                  <a:pt x="549" y="14202"/>
                  <a:pt x="583" y="14310"/>
                  <a:pt x="620" y="14417"/>
                </a:cubicBezTo>
                <a:lnTo>
                  <a:pt x="14417" y="621"/>
                </a:lnTo>
                <a:cubicBezTo>
                  <a:pt x="14310" y="583"/>
                  <a:pt x="14202" y="549"/>
                  <a:pt x="14094" y="515"/>
                </a:cubicBezTo>
                <a:close/>
                <a:moveTo>
                  <a:pt x="14804" y="767"/>
                </a:moveTo>
                <a:lnTo>
                  <a:pt x="767" y="14804"/>
                </a:lnTo>
                <a:cubicBezTo>
                  <a:pt x="807" y="14905"/>
                  <a:pt x="851" y="15004"/>
                  <a:pt x="894" y="15104"/>
                </a:cubicBezTo>
                <a:lnTo>
                  <a:pt x="15104" y="895"/>
                </a:lnTo>
                <a:cubicBezTo>
                  <a:pt x="15004" y="852"/>
                  <a:pt x="14905" y="807"/>
                  <a:pt x="14804" y="767"/>
                </a:cubicBezTo>
                <a:close/>
                <a:moveTo>
                  <a:pt x="6411" y="932"/>
                </a:moveTo>
                <a:cubicBezTo>
                  <a:pt x="6118" y="1062"/>
                  <a:pt x="5831" y="1206"/>
                  <a:pt x="5549" y="1363"/>
                </a:cubicBezTo>
                <a:lnTo>
                  <a:pt x="1362" y="5549"/>
                </a:lnTo>
                <a:cubicBezTo>
                  <a:pt x="1205" y="5832"/>
                  <a:pt x="1061" y="6119"/>
                  <a:pt x="931" y="6411"/>
                </a:cubicBezTo>
                <a:lnTo>
                  <a:pt x="6411" y="932"/>
                </a:lnTo>
                <a:close/>
                <a:moveTo>
                  <a:pt x="15470" y="1061"/>
                </a:moveTo>
                <a:lnTo>
                  <a:pt x="1060" y="15471"/>
                </a:lnTo>
                <a:cubicBezTo>
                  <a:pt x="1106" y="15567"/>
                  <a:pt x="1153" y="15664"/>
                  <a:pt x="1202" y="15759"/>
                </a:cubicBezTo>
                <a:lnTo>
                  <a:pt x="15759" y="1203"/>
                </a:lnTo>
                <a:cubicBezTo>
                  <a:pt x="15663" y="1153"/>
                  <a:pt x="15567" y="1107"/>
                  <a:pt x="15470" y="1061"/>
                </a:cubicBezTo>
                <a:close/>
                <a:moveTo>
                  <a:pt x="16103" y="1391"/>
                </a:moveTo>
                <a:lnTo>
                  <a:pt x="1391" y="16103"/>
                </a:lnTo>
                <a:cubicBezTo>
                  <a:pt x="1442" y="16194"/>
                  <a:pt x="1494" y="16285"/>
                  <a:pt x="1549" y="16375"/>
                </a:cubicBezTo>
                <a:lnTo>
                  <a:pt x="16375" y="1549"/>
                </a:lnTo>
                <a:cubicBezTo>
                  <a:pt x="16285" y="1495"/>
                  <a:pt x="16194" y="1442"/>
                  <a:pt x="16103" y="1391"/>
                </a:cubicBezTo>
                <a:close/>
                <a:moveTo>
                  <a:pt x="16703" y="1754"/>
                </a:moveTo>
                <a:lnTo>
                  <a:pt x="1753" y="16703"/>
                </a:lnTo>
                <a:cubicBezTo>
                  <a:pt x="1809" y="16788"/>
                  <a:pt x="1869" y="16872"/>
                  <a:pt x="1928" y="16956"/>
                </a:cubicBezTo>
                <a:lnTo>
                  <a:pt x="16956" y="1928"/>
                </a:lnTo>
                <a:cubicBezTo>
                  <a:pt x="16872" y="1869"/>
                  <a:pt x="16788" y="1810"/>
                  <a:pt x="16703" y="1754"/>
                </a:cubicBezTo>
                <a:close/>
                <a:moveTo>
                  <a:pt x="17267" y="2151"/>
                </a:moveTo>
                <a:lnTo>
                  <a:pt x="2151" y="17267"/>
                </a:lnTo>
                <a:cubicBezTo>
                  <a:pt x="2212" y="17349"/>
                  <a:pt x="2274" y="17430"/>
                  <a:pt x="2338" y="17510"/>
                </a:cubicBezTo>
                <a:lnTo>
                  <a:pt x="17510" y="2338"/>
                </a:lnTo>
                <a:cubicBezTo>
                  <a:pt x="17430" y="2275"/>
                  <a:pt x="17349" y="2212"/>
                  <a:pt x="17267" y="2151"/>
                </a:cubicBezTo>
                <a:close/>
                <a:moveTo>
                  <a:pt x="3805" y="2574"/>
                </a:moveTo>
                <a:cubicBezTo>
                  <a:pt x="3586" y="2761"/>
                  <a:pt x="3370" y="2956"/>
                  <a:pt x="3163" y="3163"/>
                </a:cubicBezTo>
                <a:cubicBezTo>
                  <a:pt x="2955" y="3371"/>
                  <a:pt x="2761" y="3586"/>
                  <a:pt x="2574" y="3806"/>
                </a:cubicBezTo>
                <a:lnTo>
                  <a:pt x="3805" y="2574"/>
                </a:lnTo>
                <a:close/>
                <a:moveTo>
                  <a:pt x="17801" y="2579"/>
                </a:moveTo>
                <a:lnTo>
                  <a:pt x="2579" y="17801"/>
                </a:lnTo>
                <a:cubicBezTo>
                  <a:pt x="2645" y="17878"/>
                  <a:pt x="2709" y="17957"/>
                  <a:pt x="2777" y="18032"/>
                </a:cubicBezTo>
                <a:lnTo>
                  <a:pt x="18032" y="2777"/>
                </a:lnTo>
                <a:cubicBezTo>
                  <a:pt x="17957" y="2709"/>
                  <a:pt x="17878" y="2645"/>
                  <a:pt x="17801" y="2579"/>
                </a:cubicBezTo>
                <a:close/>
                <a:moveTo>
                  <a:pt x="18304" y="3036"/>
                </a:moveTo>
                <a:lnTo>
                  <a:pt x="3036" y="18304"/>
                </a:lnTo>
                <a:cubicBezTo>
                  <a:pt x="3079" y="18349"/>
                  <a:pt x="3119" y="18394"/>
                  <a:pt x="3163" y="18438"/>
                </a:cubicBezTo>
                <a:cubicBezTo>
                  <a:pt x="3191" y="18466"/>
                  <a:pt x="3222" y="18492"/>
                  <a:pt x="3250" y="18521"/>
                </a:cubicBezTo>
                <a:lnTo>
                  <a:pt x="18521" y="3251"/>
                </a:lnTo>
                <a:cubicBezTo>
                  <a:pt x="18492" y="3222"/>
                  <a:pt x="18466" y="3192"/>
                  <a:pt x="18438" y="3163"/>
                </a:cubicBezTo>
                <a:cubicBezTo>
                  <a:pt x="18394" y="3119"/>
                  <a:pt x="18348" y="3079"/>
                  <a:pt x="18304" y="3036"/>
                </a:cubicBezTo>
                <a:close/>
                <a:moveTo>
                  <a:pt x="18781" y="3523"/>
                </a:moveTo>
                <a:lnTo>
                  <a:pt x="3522" y="18781"/>
                </a:lnTo>
                <a:cubicBezTo>
                  <a:pt x="3598" y="18850"/>
                  <a:pt x="3676" y="18915"/>
                  <a:pt x="3753" y="18982"/>
                </a:cubicBezTo>
                <a:lnTo>
                  <a:pt x="18982" y="3753"/>
                </a:lnTo>
                <a:cubicBezTo>
                  <a:pt x="18915" y="3676"/>
                  <a:pt x="18850" y="3598"/>
                  <a:pt x="18781" y="3523"/>
                </a:cubicBezTo>
                <a:close/>
                <a:moveTo>
                  <a:pt x="19224" y="4041"/>
                </a:moveTo>
                <a:lnTo>
                  <a:pt x="4041" y="19224"/>
                </a:lnTo>
                <a:cubicBezTo>
                  <a:pt x="4121" y="19289"/>
                  <a:pt x="4202" y="19350"/>
                  <a:pt x="4283" y="19412"/>
                </a:cubicBezTo>
                <a:lnTo>
                  <a:pt x="19412" y="4283"/>
                </a:lnTo>
                <a:cubicBezTo>
                  <a:pt x="19350" y="4202"/>
                  <a:pt x="19289" y="4121"/>
                  <a:pt x="19224" y="4041"/>
                </a:cubicBezTo>
                <a:close/>
                <a:moveTo>
                  <a:pt x="19637" y="4591"/>
                </a:moveTo>
                <a:lnTo>
                  <a:pt x="4591" y="19637"/>
                </a:lnTo>
                <a:cubicBezTo>
                  <a:pt x="4675" y="19696"/>
                  <a:pt x="4758" y="19757"/>
                  <a:pt x="4843" y="19813"/>
                </a:cubicBezTo>
                <a:lnTo>
                  <a:pt x="19813" y="4844"/>
                </a:lnTo>
                <a:cubicBezTo>
                  <a:pt x="19757" y="4758"/>
                  <a:pt x="19696" y="4675"/>
                  <a:pt x="19637" y="4591"/>
                </a:cubicBezTo>
                <a:close/>
                <a:moveTo>
                  <a:pt x="20019" y="5172"/>
                </a:moveTo>
                <a:lnTo>
                  <a:pt x="5172" y="20019"/>
                </a:lnTo>
                <a:cubicBezTo>
                  <a:pt x="5261" y="20073"/>
                  <a:pt x="5351" y="20126"/>
                  <a:pt x="5441" y="20178"/>
                </a:cubicBezTo>
                <a:lnTo>
                  <a:pt x="20178" y="5441"/>
                </a:lnTo>
                <a:cubicBezTo>
                  <a:pt x="20126" y="5351"/>
                  <a:pt x="20073" y="5261"/>
                  <a:pt x="20019" y="5172"/>
                </a:cubicBezTo>
                <a:close/>
                <a:moveTo>
                  <a:pt x="20369" y="5782"/>
                </a:moveTo>
                <a:lnTo>
                  <a:pt x="5782" y="20369"/>
                </a:lnTo>
                <a:cubicBezTo>
                  <a:pt x="5877" y="20419"/>
                  <a:pt x="5974" y="20463"/>
                  <a:pt x="6071" y="20510"/>
                </a:cubicBezTo>
                <a:lnTo>
                  <a:pt x="20510" y="6071"/>
                </a:lnTo>
                <a:cubicBezTo>
                  <a:pt x="20463" y="5975"/>
                  <a:pt x="20419" y="5878"/>
                  <a:pt x="20369" y="5782"/>
                </a:cubicBezTo>
                <a:close/>
                <a:moveTo>
                  <a:pt x="20679" y="6434"/>
                </a:moveTo>
                <a:lnTo>
                  <a:pt x="6434" y="20679"/>
                </a:lnTo>
                <a:cubicBezTo>
                  <a:pt x="6534" y="20723"/>
                  <a:pt x="6633" y="20769"/>
                  <a:pt x="6734" y="20809"/>
                </a:cubicBezTo>
                <a:lnTo>
                  <a:pt x="20809" y="6735"/>
                </a:lnTo>
                <a:cubicBezTo>
                  <a:pt x="20769" y="6634"/>
                  <a:pt x="20723" y="6534"/>
                  <a:pt x="20679" y="6434"/>
                </a:cubicBezTo>
                <a:close/>
                <a:moveTo>
                  <a:pt x="20956" y="7121"/>
                </a:moveTo>
                <a:lnTo>
                  <a:pt x="7120" y="20956"/>
                </a:lnTo>
                <a:cubicBezTo>
                  <a:pt x="7226" y="20994"/>
                  <a:pt x="7333" y="21030"/>
                  <a:pt x="7439" y="21065"/>
                </a:cubicBezTo>
                <a:lnTo>
                  <a:pt x="21065" y="7439"/>
                </a:lnTo>
                <a:cubicBezTo>
                  <a:pt x="21030" y="7333"/>
                  <a:pt x="20994" y="7226"/>
                  <a:pt x="20956" y="7121"/>
                </a:cubicBezTo>
                <a:close/>
                <a:moveTo>
                  <a:pt x="21190" y="7848"/>
                </a:moveTo>
                <a:lnTo>
                  <a:pt x="7848" y="21190"/>
                </a:lnTo>
                <a:cubicBezTo>
                  <a:pt x="7960" y="21221"/>
                  <a:pt x="8073" y="21252"/>
                  <a:pt x="8186" y="21280"/>
                </a:cubicBezTo>
                <a:lnTo>
                  <a:pt x="21280" y="8186"/>
                </a:lnTo>
                <a:cubicBezTo>
                  <a:pt x="21252" y="8073"/>
                  <a:pt x="21221" y="7960"/>
                  <a:pt x="21190" y="7848"/>
                </a:cubicBezTo>
                <a:close/>
                <a:moveTo>
                  <a:pt x="21378" y="8623"/>
                </a:moveTo>
                <a:lnTo>
                  <a:pt x="8623" y="21378"/>
                </a:lnTo>
                <a:cubicBezTo>
                  <a:pt x="8743" y="21402"/>
                  <a:pt x="8863" y="21424"/>
                  <a:pt x="8984" y="21445"/>
                </a:cubicBezTo>
                <a:lnTo>
                  <a:pt x="21445" y="8984"/>
                </a:lnTo>
                <a:cubicBezTo>
                  <a:pt x="21424" y="8864"/>
                  <a:pt x="21402" y="8743"/>
                  <a:pt x="21378" y="8623"/>
                </a:cubicBezTo>
                <a:close/>
                <a:moveTo>
                  <a:pt x="21514" y="9448"/>
                </a:moveTo>
                <a:lnTo>
                  <a:pt x="9447" y="21514"/>
                </a:lnTo>
                <a:cubicBezTo>
                  <a:pt x="9576" y="21530"/>
                  <a:pt x="9704" y="21546"/>
                  <a:pt x="9833" y="21557"/>
                </a:cubicBezTo>
                <a:lnTo>
                  <a:pt x="21557" y="9834"/>
                </a:lnTo>
                <a:cubicBezTo>
                  <a:pt x="21546" y="9705"/>
                  <a:pt x="21530" y="9576"/>
                  <a:pt x="21514" y="9448"/>
                </a:cubicBezTo>
                <a:close/>
                <a:moveTo>
                  <a:pt x="21590" y="10333"/>
                </a:moveTo>
                <a:lnTo>
                  <a:pt x="10332" y="21590"/>
                </a:lnTo>
                <a:cubicBezTo>
                  <a:pt x="10473" y="21596"/>
                  <a:pt x="10613" y="21599"/>
                  <a:pt x="10753" y="21600"/>
                </a:cubicBezTo>
                <a:lnTo>
                  <a:pt x="21600" y="10754"/>
                </a:lnTo>
                <a:cubicBezTo>
                  <a:pt x="21599" y="10613"/>
                  <a:pt x="21596" y="10473"/>
                  <a:pt x="21590" y="10333"/>
                </a:cubicBezTo>
                <a:close/>
                <a:moveTo>
                  <a:pt x="21590" y="11296"/>
                </a:moveTo>
                <a:lnTo>
                  <a:pt x="11295" y="21590"/>
                </a:lnTo>
                <a:cubicBezTo>
                  <a:pt x="11449" y="21583"/>
                  <a:pt x="11603" y="21572"/>
                  <a:pt x="11757" y="21558"/>
                </a:cubicBezTo>
                <a:lnTo>
                  <a:pt x="21558" y="11757"/>
                </a:lnTo>
                <a:cubicBezTo>
                  <a:pt x="21572" y="11603"/>
                  <a:pt x="21583" y="11450"/>
                  <a:pt x="21590" y="11296"/>
                </a:cubicBezTo>
                <a:close/>
                <a:moveTo>
                  <a:pt x="21489" y="12358"/>
                </a:moveTo>
                <a:lnTo>
                  <a:pt x="12358" y="21489"/>
                </a:lnTo>
                <a:cubicBezTo>
                  <a:pt x="12531" y="21464"/>
                  <a:pt x="12703" y="21434"/>
                  <a:pt x="12876" y="21400"/>
                </a:cubicBezTo>
                <a:lnTo>
                  <a:pt x="21400" y="12876"/>
                </a:lnTo>
                <a:cubicBezTo>
                  <a:pt x="21434" y="12704"/>
                  <a:pt x="21464" y="12531"/>
                  <a:pt x="21489" y="12358"/>
                </a:cubicBezTo>
                <a:close/>
                <a:moveTo>
                  <a:pt x="21239" y="13569"/>
                </a:moveTo>
                <a:lnTo>
                  <a:pt x="13569" y="21239"/>
                </a:lnTo>
                <a:cubicBezTo>
                  <a:pt x="13774" y="21185"/>
                  <a:pt x="13978" y="21125"/>
                  <a:pt x="14181" y="21058"/>
                </a:cubicBezTo>
                <a:lnTo>
                  <a:pt x="21058" y="14181"/>
                </a:lnTo>
                <a:cubicBezTo>
                  <a:pt x="21125" y="13978"/>
                  <a:pt x="21185" y="13774"/>
                  <a:pt x="21239" y="13569"/>
                </a:cubicBezTo>
                <a:close/>
                <a:moveTo>
                  <a:pt x="20736" y="15035"/>
                </a:moveTo>
                <a:lnTo>
                  <a:pt x="15035" y="20736"/>
                </a:lnTo>
                <a:cubicBezTo>
                  <a:pt x="15310" y="20619"/>
                  <a:pt x="15581" y="20493"/>
                  <a:pt x="15848" y="20352"/>
                </a:cubicBezTo>
                <a:lnTo>
                  <a:pt x="20352" y="15848"/>
                </a:lnTo>
                <a:cubicBezTo>
                  <a:pt x="20493" y="15581"/>
                  <a:pt x="20619" y="15310"/>
                  <a:pt x="20736" y="15035"/>
                </a:cubicBezTo>
                <a:close/>
                <a:moveTo>
                  <a:pt x="19400" y="17332"/>
                </a:moveTo>
                <a:lnTo>
                  <a:pt x="17332" y="19400"/>
                </a:lnTo>
                <a:cubicBezTo>
                  <a:pt x="17716" y="19108"/>
                  <a:pt x="18087" y="18789"/>
                  <a:pt x="18438" y="18438"/>
                </a:cubicBezTo>
                <a:cubicBezTo>
                  <a:pt x="18788" y="18087"/>
                  <a:pt x="19107" y="17716"/>
                  <a:pt x="19400" y="17332"/>
                </a:cubicBezTo>
                <a:close/>
              </a:path>
            </a:pathLst>
          </a:custGeom>
          <a:solidFill>
            <a:schemeClr val="accent4"/>
          </a:solidFill>
          <a:ln w="12700">
            <a:miter lim="400000"/>
          </a:ln>
        </p:spPr>
        <p:txBody>
          <a:bodyPr lIns="0" tIns="0" rIns="0" bIns="0" anchor="ctr"/>
          <a:lstStyle/>
          <a:p>
            <a:pPr marL="0" marR="0" lvl="0" indent="0" algn="ctr" defTabSz="8255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 kumimoji="0" sz="32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Helvetica Neue Medium"/>
              <a:sym typeface="Helvetica Neue Medium"/>
            </a:endParaRPr>
          </a:p>
        </p:txBody>
      </p:sp>
      <p:sp>
        <p:nvSpPr>
          <p:cNvPr id="220" name="Shape">
            <a:extLst>
              <a:ext uri="{FF2B5EF4-FFF2-40B4-BE49-F238E27FC236}">
                <a16:creationId xmlns:a16="http://schemas.microsoft.com/office/drawing/2014/main" id="{D5EC44A4-117E-89D5-F49C-47240C905BDF}"/>
              </a:ext>
            </a:extLst>
          </p:cNvPr>
          <p:cNvSpPr/>
          <p:nvPr/>
        </p:nvSpPr>
        <p:spPr>
          <a:xfrm>
            <a:off x="22467966" y="8316507"/>
            <a:ext cx="4276957" cy="427713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800" y="0"/>
                </a:moveTo>
                <a:cubicBezTo>
                  <a:pt x="10787" y="0"/>
                  <a:pt x="10773" y="1"/>
                  <a:pt x="10759" y="1"/>
                </a:cubicBezTo>
                <a:lnTo>
                  <a:pt x="1" y="10760"/>
                </a:lnTo>
                <a:cubicBezTo>
                  <a:pt x="0" y="10900"/>
                  <a:pt x="3" y="11040"/>
                  <a:pt x="8" y="11181"/>
                </a:cubicBezTo>
                <a:lnTo>
                  <a:pt x="11180" y="9"/>
                </a:lnTo>
                <a:cubicBezTo>
                  <a:pt x="11054" y="4"/>
                  <a:pt x="10927" y="0"/>
                  <a:pt x="10800" y="0"/>
                </a:cubicBezTo>
                <a:close/>
                <a:moveTo>
                  <a:pt x="10211" y="17"/>
                </a:moveTo>
                <a:cubicBezTo>
                  <a:pt x="10057" y="25"/>
                  <a:pt x="9903" y="36"/>
                  <a:pt x="9748" y="51"/>
                </a:cubicBezTo>
                <a:lnTo>
                  <a:pt x="50" y="9749"/>
                </a:lnTo>
                <a:cubicBezTo>
                  <a:pt x="35" y="9903"/>
                  <a:pt x="25" y="10057"/>
                  <a:pt x="16" y="10212"/>
                </a:cubicBezTo>
                <a:lnTo>
                  <a:pt x="10211" y="17"/>
                </a:lnTo>
                <a:close/>
                <a:moveTo>
                  <a:pt x="11683" y="38"/>
                </a:moveTo>
                <a:lnTo>
                  <a:pt x="38" y="11684"/>
                </a:lnTo>
                <a:cubicBezTo>
                  <a:pt x="48" y="11814"/>
                  <a:pt x="62" y="11944"/>
                  <a:pt x="78" y="12075"/>
                </a:cubicBezTo>
                <a:lnTo>
                  <a:pt x="12074" y="78"/>
                </a:lnTo>
                <a:cubicBezTo>
                  <a:pt x="11944" y="63"/>
                  <a:pt x="11814" y="49"/>
                  <a:pt x="11683" y="38"/>
                </a:cubicBezTo>
                <a:close/>
                <a:moveTo>
                  <a:pt x="9136" y="131"/>
                </a:moveTo>
                <a:cubicBezTo>
                  <a:pt x="8960" y="158"/>
                  <a:pt x="8786" y="190"/>
                  <a:pt x="8611" y="226"/>
                </a:cubicBezTo>
                <a:lnTo>
                  <a:pt x="226" y="8611"/>
                </a:lnTo>
                <a:cubicBezTo>
                  <a:pt x="190" y="8786"/>
                  <a:pt x="157" y="8961"/>
                  <a:pt x="130" y="9137"/>
                </a:cubicBezTo>
                <a:lnTo>
                  <a:pt x="9136" y="131"/>
                </a:lnTo>
                <a:close/>
                <a:moveTo>
                  <a:pt x="12541" y="143"/>
                </a:moveTo>
                <a:lnTo>
                  <a:pt x="143" y="12541"/>
                </a:lnTo>
                <a:cubicBezTo>
                  <a:pt x="163" y="12663"/>
                  <a:pt x="183" y="12785"/>
                  <a:pt x="207" y="12906"/>
                </a:cubicBezTo>
                <a:lnTo>
                  <a:pt x="12906" y="208"/>
                </a:lnTo>
                <a:cubicBezTo>
                  <a:pt x="12785" y="184"/>
                  <a:pt x="12663" y="163"/>
                  <a:pt x="12541" y="143"/>
                </a:cubicBezTo>
                <a:close/>
                <a:moveTo>
                  <a:pt x="13343" y="303"/>
                </a:moveTo>
                <a:lnTo>
                  <a:pt x="303" y="13343"/>
                </a:lnTo>
                <a:cubicBezTo>
                  <a:pt x="330" y="13456"/>
                  <a:pt x="361" y="13569"/>
                  <a:pt x="392" y="13682"/>
                </a:cubicBezTo>
                <a:lnTo>
                  <a:pt x="13682" y="393"/>
                </a:lnTo>
                <a:cubicBezTo>
                  <a:pt x="13569" y="362"/>
                  <a:pt x="13456" y="331"/>
                  <a:pt x="13343" y="303"/>
                </a:cubicBezTo>
                <a:close/>
                <a:moveTo>
                  <a:pt x="7909" y="395"/>
                </a:moveTo>
                <a:cubicBezTo>
                  <a:pt x="7701" y="452"/>
                  <a:pt x="7495" y="515"/>
                  <a:pt x="7290" y="585"/>
                </a:cubicBezTo>
                <a:lnTo>
                  <a:pt x="584" y="7290"/>
                </a:lnTo>
                <a:cubicBezTo>
                  <a:pt x="514" y="7495"/>
                  <a:pt x="452" y="7702"/>
                  <a:pt x="394" y="7909"/>
                </a:cubicBezTo>
                <a:lnTo>
                  <a:pt x="7909" y="395"/>
                </a:lnTo>
                <a:close/>
                <a:moveTo>
                  <a:pt x="14094" y="515"/>
                </a:moveTo>
                <a:lnTo>
                  <a:pt x="514" y="14094"/>
                </a:lnTo>
                <a:cubicBezTo>
                  <a:pt x="549" y="14202"/>
                  <a:pt x="583" y="14310"/>
                  <a:pt x="620" y="14417"/>
                </a:cubicBezTo>
                <a:lnTo>
                  <a:pt x="14417" y="621"/>
                </a:lnTo>
                <a:cubicBezTo>
                  <a:pt x="14310" y="583"/>
                  <a:pt x="14202" y="549"/>
                  <a:pt x="14094" y="515"/>
                </a:cubicBezTo>
                <a:close/>
                <a:moveTo>
                  <a:pt x="14804" y="767"/>
                </a:moveTo>
                <a:lnTo>
                  <a:pt x="767" y="14804"/>
                </a:lnTo>
                <a:cubicBezTo>
                  <a:pt x="807" y="14905"/>
                  <a:pt x="851" y="15004"/>
                  <a:pt x="894" y="15104"/>
                </a:cubicBezTo>
                <a:lnTo>
                  <a:pt x="15104" y="895"/>
                </a:lnTo>
                <a:cubicBezTo>
                  <a:pt x="15004" y="852"/>
                  <a:pt x="14905" y="807"/>
                  <a:pt x="14804" y="767"/>
                </a:cubicBezTo>
                <a:close/>
                <a:moveTo>
                  <a:pt x="6411" y="932"/>
                </a:moveTo>
                <a:cubicBezTo>
                  <a:pt x="6118" y="1062"/>
                  <a:pt x="5831" y="1206"/>
                  <a:pt x="5549" y="1363"/>
                </a:cubicBezTo>
                <a:lnTo>
                  <a:pt x="1362" y="5549"/>
                </a:lnTo>
                <a:cubicBezTo>
                  <a:pt x="1205" y="5832"/>
                  <a:pt x="1061" y="6119"/>
                  <a:pt x="931" y="6411"/>
                </a:cubicBezTo>
                <a:lnTo>
                  <a:pt x="6411" y="932"/>
                </a:lnTo>
                <a:close/>
                <a:moveTo>
                  <a:pt x="15470" y="1061"/>
                </a:moveTo>
                <a:lnTo>
                  <a:pt x="1060" y="15471"/>
                </a:lnTo>
                <a:cubicBezTo>
                  <a:pt x="1106" y="15567"/>
                  <a:pt x="1153" y="15664"/>
                  <a:pt x="1202" y="15759"/>
                </a:cubicBezTo>
                <a:lnTo>
                  <a:pt x="15759" y="1203"/>
                </a:lnTo>
                <a:cubicBezTo>
                  <a:pt x="15663" y="1153"/>
                  <a:pt x="15567" y="1107"/>
                  <a:pt x="15470" y="1061"/>
                </a:cubicBezTo>
                <a:close/>
                <a:moveTo>
                  <a:pt x="16103" y="1391"/>
                </a:moveTo>
                <a:lnTo>
                  <a:pt x="1391" y="16103"/>
                </a:lnTo>
                <a:cubicBezTo>
                  <a:pt x="1442" y="16194"/>
                  <a:pt x="1494" y="16285"/>
                  <a:pt x="1549" y="16375"/>
                </a:cubicBezTo>
                <a:lnTo>
                  <a:pt x="16375" y="1549"/>
                </a:lnTo>
                <a:cubicBezTo>
                  <a:pt x="16285" y="1495"/>
                  <a:pt x="16194" y="1442"/>
                  <a:pt x="16103" y="1391"/>
                </a:cubicBezTo>
                <a:close/>
                <a:moveTo>
                  <a:pt x="16703" y="1754"/>
                </a:moveTo>
                <a:lnTo>
                  <a:pt x="1753" y="16703"/>
                </a:lnTo>
                <a:cubicBezTo>
                  <a:pt x="1809" y="16788"/>
                  <a:pt x="1869" y="16872"/>
                  <a:pt x="1928" y="16956"/>
                </a:cubicBezTo>
                <a:lnTo>
                  <a:pt x="16956" y="1928"/>
                </a:lnTo>
                <a:cubicBezTo>
                  <a:pt x="16872" y="1869"/>
                  <a:pt x="16788" y="1810"/>
                  <a:pt x="16703" y="1754"/>
                </a:cubicBezTo>
                <a:close/>
                <a:moveTo>
                  <a:pt x="17267" y="2151"/>
                </a:moveTo>
                <a:lnTo>
                  <a:pt x="2151" y="17267"/>
                </a:lnTo>
                <a:cubicBezTo>
                  <a:pt x="2212" y="17349"/>
                  <a:pt x="2274" y="17430"/>
                  <a:pt x="2338" y="17510"/>
                </a:cubicBezTo>
                <a:lnTo>
                  <a:pt x="17510" y="2338"/>
                </a:lnTo>
                <a:cubicBezTo>
                  <a:pt x="17430" y="2275"/>
                  <a:pt x="17349" y="2212"/>
                  <a:pt x="17267" y="2151"/>
                </a:cubicBezTo>
                <a:close/>
                <a:moveTo>
                  <a:pt x="3805" y="2574"/>
                </a:moveTo>
                <a:cubicBezTo>
                  <a:pt x="3586" y="2761"/>
                  <a:pt x="3370" y="2956"/>
                  <a:pt x="3163" y="3163"/>
                </a:cubicBezTo>
                <a:cubicBezTo>
                  <a:pt x="2955" y="3371"/>
                  <a:pt x="2761" y="3586"/>
                  <a:pt x="2574" y="3806"/>
                </a:cubicBezTo>
                <a:lnTo>
                  <a:pt x="3805" y="2574"/>
                </a:lnTo>
                <a:close/>
                <a:moveTo>
                  <a:pt x="17801" y="2579"/>
                </a:moveTo>
                <a:lnTo>
                  <a:pt x="2579" y="17801"/>
                </a:lnTo>
                <a:cubicBezTo>
                  <a:pt x="2645" y="17878"/>
                  <a:pt x="2709" y="17957"/>
                  <a:pt x="2777" y="18032"/>
                </a:cubicBezTo>
                <a:lnTo>
                  <a:pt x="18032" y="2777"/>
                </a:lnTo>
                <a:cubicBezTo>
                  <a:pt x="17957" y="2709"/>
                  <a:pt x="17878" y="2645"/>
                  <a:pt x="17801" y="2579"/>
                </a:cubicBezTo>
                <a:close/>
                <a:moveTo>
                  <a:pt x="18304" y="3036"/>
                </a:moveTo>
                <a:lnTo>
                  <a:pt x="3036" y="18304"/>
                </a:lnTo>
                <a:cubicBezTo>
                  <a:pt x="3079" y="18349"/>
                  <a:pt x="3119" y="18394"/>
                  <a:pt x="3163" y="18438"/>
                </a:cubicBezTo>
                <a:cubicBezTo>
                  <a:pt x="3191" y="18466"/>
                  <a:pt x="3222" y="18492"/>
                  <a:pt x="3250" y="18521"/>
                </a:cubicBezTo>
                <a:lnTo>
                  <a:pt x="18521" y="3251"/>
                </a:lnTo>
                <a:cubicBezTo>
                  <a:pt x="18492" y="3222"/>
                  <a:pt x="18466" y="3192"/>
                  <a:pt x="18438" y="3163"/>
                </a:cubicBezTo>
                <a:cubicBezTo>
                  <a:pt x="18394" y="3119"/>
                  <a:pt x="18348" y="3079"/>
                  <a:pt x="18304" y="3036"/>
                </a:cubicBezTo>
                <a:close/>
                <a:moveTo>
                  <a:pt x="18781" y="3523"/>
                </a:moveTo>
                <a:lnTo>
                  <a:pt x="3522" y="18781"/>
                </a:lnTo>
                <a:cubicBezTo>
                  <a:pt x="3598" y="18850"/>
                  <a:pt x="3676" y="18915"/>
                  <a:pt x="3753" y="18982"/>
                </a:cubicBezTo>
                <a:lnTo>
                  <a:pt x="18982" y="3753"/>
                </a:lnTo>
                <a:cubicBezTo>
                  <a:pt x="18915" y="3676"/>
                  <a:pt x="18850" y="3598"/>
                  <a:pt x="18781" y="3523"/>
                </a:cubicBezTo>
                <a:close/>
                <a:moveTo>
                  <a:pt x="19224" y="4041"/>
                </a:moveTo>
                <a:lnTo>
                  <a:pt x="4041" y="19224"/>
                </a:lnTo>
                <a:cubicBezTo>
                  <a:pt x="4121" y="19289"/>
                  <a:pt x="4202" y="19350"/>
                  <a:pt x="4283" y="19412"/>
                </a:cubicBezTo>
                <a:lnTo>
                  <a:pt x="19412" y="4283"/>
                </a:lnTo>
                <a:cubicBezTo>
                  <a:pt x="19350" y="4202"/>
                  <a:pt x="19289" y="4121"/>
                  <a:pt x="19224" y="4041"/>
                </a:cubicBezTo>
                <a:close/>
                <a:moveTo>
                  <a:pt x="19637" y="4591"/>
                </a:moveTo>
                <a:lnTo>
                  <a:pt x="4591" y="19637"/>
                </a:lnTo>
                <a:cubicBezTo>
                  <a:pt x="4675" y="19696"/>
                  <a:pt x="4758" y="19757"/>
                  <a:pt x="4843" y="19813"/>
                </a:cubicBezTo>
                <a:lnTo>
                  <a:pt x="19813" y="4844"/>
                </a:lnTo>
                <a:cubicBezTo>
                  <a:pt x="19757" y="4758"/>
                  <a:pt x="19696" y="4675"/>
                  <a:pt x="19637" y="4591"/>
                </a:cubicBezTo>
                <a:close/>
                <a:moveTo>
                  <a:pt x="20019" y="5172"/>
                </a:moveTo>
                <a:lnTo>
                  <a:pt x="5172" y="20019"/>
                </a:lnTo>
                <a:cubicBezTo>
                  <a:pt x="5261" y="20073"/>
                  <a:pt x="5351" y="20126"/>
                  <a:pt x="5441" y="20178"/>
                </a:cubicBezTo>
                <a:lnTo>
                  <a:pt x="20178" y="5441"/>
                </a:lnTo>
                <a:cubicBezTo>
                  <a:pt x="20126" y="5351"/>
                  <a:pt x="20073" y="5261"/>
                  <a:pt x="20019" y="5172"/>
                </a:cubicBezTo>
                <a:close/>
                <a:moveTo>
                  <a:pt x="20369" y="5782"/>
                </a:moveTo>
                <a:lnTo>
                  <a:pt x="5782" y="20369"/>
                </a:lnTo>
                <a:cubicBezTo>
                  <a:pt x="5877" y="20419"/>
                  <a:pt x="5974" y="20463"/>
                  <a:pt x="6071" y="20510"/>
                </a:cubicBezTo>
                <a:lnTo>
                  <a:pt x="20510" y="6071"/>
                </a:lnTo>
                <a:cubicBezTo>
                  <a:pt x="20463" y="5975"/>
                  <a:pt x="20419" y="5878"/>
                  <a:pt x="20369" y="5782"/>
                </a:cubicBezTo>
                <a:close/>
                <a:moveTo>
                  <a:pt x="20679" y="6434"/>
                </a:moveTo>
                <a:lnTo>
                  <a:pt x="6434" y="20679"/>
                </a:lnTo>
                <a:cubicBezTo>
                  <a:pt x="6534" y="20723"/>
                  <a:pt x="6633" y="20769"/>
                  <a:pt x="6734" y="20809"/>
                </a:cubicBezTo>
                <a:lnTo>
                  <a:pt x="20809" y="6735"/>
                </a:lnTo>
                <a:cubicBezTo>
                  <a:pt x="20769" y="6634"/>
                  <a:pt x="20723" y="6534"/>
                  <a:pt x="20679" y="6434"/>
                </a:cubicBezTo>
                <a:close/>
                <a:moveTo>
                  <a:pt x="20956" y="7121"/>
                </a:moveTo>
                <a:lnTo>
                  <a:pt x="7120" y="20956"/>
                </a:lnTo>
                <a:cubicBezTo>
                  <a:pt x="7226" y="20994"/>
                  <a:pt x="7333" y="21030"/>
                  <a:pt x="7439" y="21065"/>
                </a:cubicBezTo>
                <a:lnTo>
                  <a:pt x="21065" y="7439"/>
                </a:lnTo>
                <a:cubicBezTo>
                  <a:pt x="21030" y="7333"/>
                  <a:pt x="20994" y="7226"/>
                  <a:pt x="20956" y="7121"/>
                </a:cubicBezTo>
                <a:close/>
                <a:moveTo>
                  <a:pt x="21190" y="7848"/>
                </a:moveTo>
                <a:lnTo>
                  <a:pt x="7848" y="21190"/>
                </a:lnTo>
                <a:cubicBezTo>
                  <a:pt x="7960" y="21221"/>
                  <a:pt x="8073" y="21252"/>
                  <a:pt x="8186" y="21280"/>
                </a:cubicBezTo>
                <a:lnTo>
                  <a:pt x="21280" y="8186"/>
                </a:lnTo>
                <a:cubicBezTo>
                  <a:pt x="21252" y="8073"/>
                  <a:pt x="21221" y="7960"/>
                  <a:pt x="21190" y="7848"/>
                </a:cubicBezTo>
                <a:close/>
                <a:moveTo>
                  <a:pt x="21378" y="8623"/>
                </a:moveTo>
                <a:lnTo>
                  <a:pt x="8623" y="21378"/>
                </a:lnTo>
                <a:cubicBezTo>
                  <a:pt x="8743" y="21402"/>
                  <a:pt x="8863" y="21424"/>
                  <a:pt x="8984" y="21445"/>
                </a:cubicBezTo>
                <a:lnTo>
                  <a:pt x="21445" y="8984"/>
                </a:lnTo>
                <a:cubicBezTo>
                  <a:pt x="21424" y="8864"/>
                  <a:pt x="21402" y="8743"/>
                  <a:pt x="21378" y="8623"/>
                </a:cubicBezTo>
                <a:close/>
                <a:moveTo>
                  <a:pt x="21514" y="9448"/>
                </a:moveTo>
                <a:lnTo>
                  <a:pt x="9447" y="21514"/>
                </a:lnTo>
                <a:cubicBezTo>
                  <a:pt x="9576" y="21530"/>
                  <a:pt x="9704" y="21546"/>
                  <a:pt x="9833" y="21557"/>
                </a:cubicBezTo>
                <a:lnTo>
                  <a:pt x="21557" y="9834"/>
                </a:lnTo>
                <a:cubicBezTo>
                  <a:pt x="21546" y="9705"/>
                  <a:pt x="21530" y="9576"/>
                  <a:pt x="21514" y="9448"/>
                </a:cubicBezTo>
                <a:close/>
                <a:moveTo>
                  <a:pt x="21590" y="10333"/>
                </a:moveTo>
                <a:lnTo>
                  <a:pt x="10332" y="21590"/>
                </a:lnTo>
                <a:cubicBezTo>
                  <a:pt x="10473" y="21596"/>
                  <a:pt x="10613" y="21599"/>
                  <a:pt x="10753" y="21600"/>
                </a:cubicBezTo>
                <a:lnTo>
                  <a:pt x="21600" y="10754"/>
                </a:lnTo>
                <a:cubicBezTo>
                  <a:pt x="21599" y="10613"/>
                  <a:pt x="21596" y="10473"/>
                  <a:pt x="21590" y="10333"/>
                </a:cubicBezTo>
                <a:close/>
                <a:moveTo>
                  <a:pt x="21590" y="11296"/>
                </a:moveTo>
                <a:lnTo>
                  <a:pt x="11295" y="21590"/>
                </a:lnTo>
                <a:cubicBezTo>
                  <a:pt x="11449" y="21583"/>
                  <a:pt x="11603" y="21572"/>
                  <a:pt x="11757" y="21558"/>
                </a:cubicBezTo>
                <a:lnTo>
                  <a:pt x="21558" y="11757"/>
                </a:lnTo>
                <a:cubicBezTo>
                  <a:pt x="21572" y="11603"/>
                  <a:pt x="21583" y="11450"/>
                  <a:pt x="21590" y="11296"/>
                </a:cubicBezTo>
                <a:close/>
                <a:moveTo>
                  <a:pt x="21489" y="12358"/>
                </a:moveTo>
                <a:lnTo>
                  <a:pt x="12358" y="21489"/>
                </a:lnTo>
                <a:cubicBezTo>
                  <a:pt x="12531" y="21464"/>
                  <a:pt x="12703" y="21434"/>
                  <a:pt x="12876" y="21400"/>
                </a:cubicBezTo>
                <a:lnTo>
                  <a:pt x="21400" y="12876"/>
                </a:lnTo>
                <a:cubicBezTo>
                  <a:pt x="21434" y="12704"/>
                  <a:pt x="21464" y="12531"/>
                  <a:pt x="21489" y="12358"/>
                </a:cubicBezTo>
                <a:close/>
                <a:moveTo>
                  <a:pt x="21239" y="13569"/>
                </a:moveTo>
                <a:lnTo>
                  <a:pt x="13569" y="21239"/>
                </a:lnTo>
                <a:cubicBezTo>
                  <a:pt x="13774" y="21185"/>
                  <a:pt x="13978" y="21125"/>
                  <a:pt x="14181" y="21058"/>
                </a:cubicBezTo>
                <a:lnTo>
                  <a:pt x="21058" y="14181"/>
                </a:lnTo>
                <a:cubicBezTo>
                  <a:pt x="21125" y="13978"/>
                  <a:pt x="21185" y="13774"/>
                  <a:pt x="21239" y="13569"/>
                </a:cubicBezTo>
                <a:close/>
                <a:moveTo>
                  <a:pt x="20736" y="15035"/>
                </a:moveTo>
                <a:lnTo>
                  <a:pt x="15035" y="20736"/>
                </a:lnTo>
                <a:cubicBezTo>
                  <a:pt x="15310" y="20619"/>
                  <a:pt x="15581" y="20493"/>
                  <a:pt x="15848" y="20352"/>
                </a:cubicBezTo>
                <a:lnTo>
                  <a:pt x="20352" y="15848"/>
                </a:lnTo>
                <a:cubicBezTo>
                  <a:pt x="20493" y="15581"/>
                  <a:pt x="20619" y="15310"/>
                  <a:pt x="20736" y="15035"/>
                </a:cubicBezTo>
                <a:close/>
                <a:moveTo>
                  <a:pt x="19400" y="17332"/>
                </a:moveTo>
                <a:lnTo>
                  <a:pt x="17332" y="19400"/>
                </a:lnTo>
                <a:cubicBezTo>
                  <a:pt x="17716" y="19108"/>
                  <a:pt x="18087" y="18789"/>
                  <a:pt x="18438" y="18438"/>
                </a:cubicBezTo>
                <a:cubicBezTo>
                  <a:pt x="18788" y="18087"/>
                  <a:pt x="19107" y="17716"/>
                  <a:pt x="19400" y="17332"/>
                </a:cubicBezTo>
                <a:close/>
              </a:path>
            </a:pathLst>
          </a:custGeom>
          <a:solidFill>
            <a:schemeClr val="accent4"/>
          </a:solidFill>
          <a:ln w="12700">
            <a:miter lim="400000"/>
          </a:ln>
        </p:spPr>
        <p:txBody>
          <a:bodyPr lIns="0" tIns="0" rIns="0" bIns="0" anchor="ctr"/>
          <a:lstStyle/>
          <a:p>
            <a:pPr marL="0" marR="0" lvl="0" indent="0" algn="ctr" defTabSz="8255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 kumimoji="0" sz="32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Helvetica Neue Medium"/>
              <a:sym typeface="Helvetica Neue Medium"/>
            </a:endParaRPr>
          </a:p>
        </p:txBody>
      </p:sp>
      <p:sp>
        <p:nvSpPr>
          <p:cNvPr id="221" name="Shape">
            <a:extLst>
              <a:ext uri="{FF2B5EF4-FFF2-40B4-BE49-F238E27FC236}">
                <a16:creationId xmlns:a16="http://schemas.microsoft.com/office/drawing/2014/main" id="{6010999A-256B-5C32-B829-DE3F344BB8C1}"/>
              </a:ext>
            </a:extLst>
          </p:cNvPr>
          <p:cNvSpPr/>
          <p:nvPr/>
        </p:nvSpPr>
        <p:spPr>
          <a:xfrm>
            <a:off x="-9782" y="-14685"/>
            <a:ext cx="5401449" cy="1371951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489" h="21600" extrusionOk="0">
                <a:moveTo>
                  <a:pt x="9876" y="0"/>
                </a:moveTo>
                <a:cubicBezTo>
                  <a:pt x="14909" y="1061"/>
                  <a:pt x="18164" y="3091"/>
                  <a:pt x="18448" y="5345"/>
                </a:cubicBezTo>
                <a:cubicBezTo>
                  <a:pt x="18695" y="7304"/>
                  <a:pt x="16642" y="9198"/>
                  <a:pt x="12885" y="10477"/>
                </a:cubicBezTo>
                <a:cubicBezTo>
                  <a:pt x="8651" y="11730"/>
                  <a:pt x="7084" y="13955"/>
                  <a:pt x="9071" y="15894"/>
                </a:cubicBezTo>
                <a:cubicBezTo>
                  <a:pt x="10355" y="17147"/>
                  <a:pt x="13013" y="18098"/>
                  <a:pt x="16290" y="18479"/>
                </a:cubicBezTo>
                <a:cubicBezTo>
                  <a:pt x="17951" y="18702"/>
                  <a:pt x="19367" y="19144"/>
                  <a:pt x="20305" y="19731"/>
                </a:cubicBezTo>
                <a:cubicBezTo>
                  <a:pt x="21193" y="20288"/>
                  <a:pt x="21600" y="20944"/>
                  <a:pt x="21463" y="21600"/>
                </a:cubicBezTo>
                <a:lnTo>
                  <a:pt x="0" y="21600"/>
                </a:lnTo>
                <a:lnTo>
                  <a:pt x="0" y="1"/>
                </a:lnTo>
                <a:lnTo>
                  <a:pt x="9876" y="0"/>
                </a:lnTo>
                <a:close/>
              </a:path>
            </a:pathLst>
          </a:custGeom>
          <a:solidFill>
            <a:schemeClr val="accent3"/>
          </a:solidFill>
          <a:ln w="12700">
            <a:miter lim="400000"/>
          </a:ln>
          <a:effectLst>
            <a:outerShdw blurRad="914400" dist="25400" dir="5400000" rotWithShape="0">
              <a:srgbClr val="000000">
                <a:alpha val="50000"/>
              </a:srgbClr>
            </a:outerShdw>
          </a:effectLst>
        </p:spPr>
        <p:txBody>
          <a:bodyPr lIns="50800" tIns="50800" rIns="50800" bIns="50800" anchor="ctr"/>
          <a:lstStyle/>
          <a:p>
            <a:pPr marL="0" marR="0" lvl="0" indent="0" algn="ctr" defTabSz="8255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3000" b="1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Helvetica Neue"/>
              <a:sym typeface="Helvetica Neue"/>
            </a:endParaRPr>
          </a:p>
        </p:txBody>
      </p:sp>
      <p:sp>
        <p:nvSpPr>
          <p:cNvPr id="222" name="Shape">
            <a:extLst>
              <a:ext uri="{FF2B5EF4-FFF2-40B4-BE49-F238E27FC236}">
                <a16:creationId xmlns:a16="http://schemas.microsoft.com/office/drawing/2014/main" id="{D0C1E7C8-DF89-FEB8-2E49-FE6F29EEF4DB}"/>
              </a:ext>
            </a:extLst>
          </p:cNvPr>
          <p:cNvSpPr/>
          <p:nvPr/>
        </p:nvSpPr>
        <p:spPr>
          <a:xfrm>
            <a:off x="14077382" y="-26393"/>
            <a:ext cx="10315136" cy="10264133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490" h="20992" extrusionOk="0">
                <a:moveTo>
                  <a:pt x="22" y="0"/>
                </a:moveTo>
                <a:cubicBezTo>
                  <a:pt x="-110" y="1123"/>
                  <a:pt x="362" y="2232"/>
                  <a:pt x="1268" y="2930"/>
                </a:cubicBezTo>
                <a:cubicBezTo>
                  <a:pt x="2187" y="3637"/>
                  <a:pt x="3418" y="3817"/>
                  <a:pt x="4507" y="3403"/>
                </a:cubicBezTo>
                <a:cubicBezTo>
                  <a:pt x="6055" y="2610"/>
                  <a:pt x="7961" y="3061"/>
                  <a:pt x="8970" y="4460"/>
                </a:cubicBezTo>
                <a:cubicBezTo>
                  <a:pt x="9809" y="5622"/>
                  <a:pt x="9807" y="7178"/>
                  <a:pt x="8965" y="8338"/>
                </a:cubicBezTo>
                <a:cubicBezTo>
                  <a:pt x="6771" y="11924"/>
                  <a:pt x="7613" y="16550"/>
                  <a:pt x="10936" y="19169"/>
                </a:cubicBezTo>
                <a:cubicBezTo>
                  <a:pt x="14018" y="21597"/>
                  <a:pt x="18405" y="21600"/>
                  <a:pt x="21490" y="19175"/>
                </a:cubicBezTo>
                <a:lnTo>
                  <a:pt x="21490" y="35"/>
                </a:lnTo>
                <a:lnTo>
                  <a:pt x="22" y="0"/>
                </a:lnTo>
                <a:close/>
              </a:path>
            </a:pathLst>
          </a:custGeom>
          <a:solidFill>
            <a:schemeClr val="accent3"/>
          </a:solidFill>
          <a:ln w="12700">
            <a:miter lim="400000"/>
          </a:ln>
          <a:effectLst>
            <a:outerShdw blurRad="914400" dist="25400" dir="5400000" rotWithShape="0">
              <a:srgbClr val="000000">
                <a:alpha val="50000"/>
              </a:srgbClr>
            </a:outerShdw>
          </a:effectLst>
        </p:spPr>
        <p:txBody>
          <a:bodyPr lIns="50800" tIns="50800" rIns="50800" bIns="50800" anchor="ctr"/>
          <a:lstStyle/>
          <a:p>
            <a:pPr marL="0" marR="0" lvl="0" indent="0" algn="ctr" defTabSz="8255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3000" b="1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Helvetica Neue"/>
              <a:sym typeface="Helvetica Neue"/>
            </a:endParaRPr>
          </a:p>
        </p:txBody>
      </p:sp>
      <p:sp>
        <p:nvSpPr>
          <p:cNvPr id="223" name="Circle">
            <a:extLst>
              <a:ext uri="{FF2B5EF4-FFF2-40B4-BE49-F238E27FC236}">
                <a16:creationId xmlns:a16="http://schemas.microsoft.com/office/drawing/2014/main" id="{2D61CC95-7ADF-4294-F7D2-8FFA3E1CCCE2}"/>
              </a:ext>
            </a:extLst>
          </p:cNvPr>
          <p:cNvSpPr/>
          <p:nvPr/>
        </p:nvSpPr>
        <p:spPr>
          <a:xfrm>
            <a:off x="17006264" y="352354"/>
            <a:ext cx="494973" cy="494972"/>
          </a:xfrm>
          <a:prstGeom prst="ellipse">
            <a:avLst/>
          </a:prstGeom>
          <a:gradFill>
            <a:gsLst>
              <a:gs pos="0">
                <a:schemeClr val="accent2"/>
              </a:gs>
              <a:gs pos="100000">
                <a:schemeClr val="accent1"/>
              </a:gs>
            </a:gsLst>
            <a:lin ang="5400000"/>
          </a:gradFill>
          <a:ln w="12700">
            <a:miter lim="400000"/>
          </a:ln>
        </p:spPr>
        <p:txBody>
          <a:bodyPr lIns="0" tIns="0" rIns="0" bIns="0" anchor="ctr"/>
          <a:lstStyle/>
          <a:p>
            <a:pPr marL="0" marR="0" lvl="0" indent="0" algn="ctr" defTabSz="8255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 kumimoji="0" sz="32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Helvetica Neue Medium"/>
              <a:sym typeface="Helvetica Neue Medium"/>
            </a:endParaRPr>
          </a:p>
        </p:txBody>
      </p:sp>
      <p:sp>
        <p:nvSpPr>
          <p:cNvPr id="224" name="Circle">
            <a:extLst>
              <a:ext uri="{FF2B5EF4-FFF2-40B4-BE49-F238E27FC236}">
                <a16:creationId xmlns:a16="http://schemas.microsoft.com/office/drawing/2014/main" id="{61FEC25C-0AAB-C221-57F5-FEAF5B42EEED}"/>
              </a:ext>
            </a:extLst>
          </p:cNvPr>
          <p:cNvSpPr/>
          <p:nvPr/>
        </p:nvSpPr>
        <p:spPr>
          <a:xfrm>
            <a:off x="-564062" y="1321716"/>
            <a:ext cx="1150610" cy="1150611"/>
          </a:xfrm>
          <a:prstGeom prst="ellipse">
            <a:avLst/>
          </a:prstGeom>
          <a:gradFill>
            <a:gsLst>
              <a:gs pos="0">
                <a:schemeClr val="accent2"/>
              </a:gs>
              <a:gs pos="100000">
                <a:schemeClr val="accent1"/>
              </a:gs>
            </a:gsLst>
            <a:lin ang="5400000"/>
          </a:gradFill>
          <a:ln w="12700">
            <a:miter lim="400000"/>
          </a:ln>
        </p:spPr>
        <p:txBody>
          <a:bodyPr lIns="0" tIns="0" rIns="0" bIns="0" anchor="ctr"/>
          <a:lstStyle/>
          <a:p>
            <a:pPr marL="0" marR="0" lvl="0" indent="0" algn="ctr" defTabSz="8255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 kumimoji="0" sz="32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Helvetica Neue Medium"/>
              <a:sym typeface="Helvetica Neue Medium"/>
            </a:endParaRPr>
          </a:p>
        </p:txBody>
      </p:sp>
      <p:sp>
        <p:nvSpPr>
          <p:cNvPr id="225" name="TOPIC #1 - $100 ANSWER">
            <a:extLst>
              <a:ext uri="{FF2B5EF4-FFF2-40B4-BE49-F238E27FC236}">
                <a16:creationId xmlns:a16="http://schemas.microsoft.com/office/drawing/2014/main" id="{9A2BB5D6-6D51-9545-C450-0FB92070D4F5}"/>
              </a:ext>
            </a:extLst>
          </p:cNvPr>
          <p:cNvSpPr txBox="1"/>
          <p:nvPr/>
        </p:nvSpPr>
        <p:spPr>
          <a:xfrm>
            <a:off x="1318646" y="1076284"/>
            <a:ext cx="23992454" cy="164147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50800" tIns="50800" rIns="50800" bIns="50800" anchor="ctr">
            <a:spAutoFit/>
          </a:bodyPr>
          <a:lstStyle/>
          <a:p>
            <a:pPr lvl="0" algn="l">
              <a:defRPr sz="10000" b="0">
                <a:solidFill>
                  <a:srgbClr val="F6C543"/>
                </a:solidFill>
                <a:latin typeface="Impact"/>
                <a:ea typeface="Impact"/>
                <a:cs typeface="Impact"/>
                <a:sym typeface="Impact"/>
              </a:defRPr>
            </a:pPr>
            <a:r>
              <a:rPr lang="en-US" altLang="zh-CN" sz="10000" b="0" dirty="0">
                <a:solidFill>
                  <a:srgbClr val="F6C542"/>
                </a:solidFill>
                <a:latin typeface="Impact"/>
                <a:sym typeface="Impact"/>
              </a:rPr>
              <a:t>UNIT #</a:t>
            </a:r>
            <a:r>
              <a:rPr lang="en-US" altLang="zh-CN" sz="10000" b="0" dirty="0">
                <a:solidFill>
                  <a:srgbClr val="F6C543"/>
                </a:solidFill>
                <a:latin typeface="Impact"/>
                <a:sym typeface="Impact"/>
              </a:rPr>
              <a:t> </a:t>
            </a:r>
            <a:r>
              <a:rPr kumimoji="0" lang="en-US" altLang="zh-CN" sz="10000" b="0" i="0" u="none" strike="noStrike" kern="0" cap="none" spc="0" normalizeH="0" baseline="0" noProof="0" dirty="0">
                <a:ln>
                  <a:noFill/>
                </a:ln>
                <a:solidFill>
                  <a:srgbClr val="F6C542"/>
                </a:solidFill>
                <a:effectLst/>
                <a:uLnTx/>
                <a:uFillTx/>
                <a:latin typeface="Impact"/>
                <a:sym typeface="Impact"/>
              </a:rPr>
              <a:t>4 </a:t>
            </a:r>
            <a:r>
              <a:rPr kumimoji="0" lang="en-US" altLang="zh-CN" sz="100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Impact"/>
                <a:sym typeface="Impact"/>
              </a:rPr>
              <a:t>–</a:t>
            </a:r>
            <a:r>
              <a:rPr kumimoji="0" lang="zh-CN" altLang="en-US" sz="10000" b="0" i="0" u="none" strike="noStrike" kern="0" cap="none" spc="0" normalizeH="0" baseline="0" noProof="0" dirty="0">
                <a:ln>
                  <a:noFill/>
                </a:ln>
                <a:solidFill>
                  <a:srgbClr val="F6C543"/>
                </a:solidFill>
                <a:effectLst/>
                <a:uLnTx/>
                <a:uFillTx/>
                <a:latin typeface="华文楷体" panose="02010600040101010101" pitchFamily="2" charset="-122"/>
                <a:ea typeface="华文楷体" panose="02010600040101010101" pitchFamily="2" charset="-122"/>
                <a:sym typeface="Impact"/>
              </a:rPr>
              <a:t>组合体视图</a:t>
            </a:r>
            <a:endParaRPr kumimoji="0" lang="zh-CN" altLang="en-US" sz="100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华文楷体" panose="02010600040101010101" pitchFamily="2" charset="-122"/>
              <a:ea typeface="华文楷体" panose="02010600040101010101" pitchFamily="2" charset="-122"/>
              <a:sym typeface="Impact"/>
            </a:endParaRPr>
          </a:p>
        </p:txBody>
      </p:sp>
      <p:sp>
        <p:nvSpPr>
          <p:cNvPr id="226" name="Shape">
            <a:extLst>
              <a:ext uri="{FF2B5EF4-FFF2-40B4-BE49-F238E27FC236}">
                <a16:creationId xmlns:a16="http://schemas.microsoft.com/office/drawing/2014/main" id="{11D83BB9-2A32-1271-94FD-D375F9227A47}"/>
              </a:ext>
            </a:extLst>
          </p:cNvPr>
          <p:cNvSpPr/>
          <p:nvPr/>
        </p:nvSpPr>
        <p:spPr>
          <a:xfrm>
            <a:off x="-306915" y="8239797"/>
            <a:ext cx="1046530" cy="104640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9679" h="20595" extrusionOk="0">
                <a:moveTo>
                  <a:pt x="9839" y="0"/>
                </a:moveTo>
                <a:cubicBezTo>
                  <a:pt x="7321" y="0"/>
                  <a:pt x="4802" y="1006"/>
                  <a:pt x="2881" y="3017"/>
                </a:cubicBezTo>
                <a:cubicBezTo>
                  <a:pt x="-961" y="7038"/>
                  <a:pt x="-961" y="13557"/>
                  <a:pt x="2881" y="17578"/>
                </a:cubicBezTo>
                <a:cubicBezTo>
                  <a:pt x="6724" y="21600"/>
                  <a:pt x="12954" y="21600"/>
                  <a:pt x="16797" y="17578"/>
                </a:cubicBezTo>
                <a:cubicBezTo>
                  <a:pt x="20639" y="13557"/>
                  <a:pt x="20639" y="7038"/>
                  <a:pt x="16797" y="3017"/>
                </a:cubicBezTo>
                <a:cubicBezTo>
                  <a:pt x="14876" y="1006"/>
                  <a:pt x="12357" y="0"/>
                  <a:pt x="9839" y="0"/>
                </a:cubicBezTo>
                <a:close/>
                <a:moveTo>
                  <a:pt x="9839" y="2649"/>
                </a:moveTo>
                <a:cubicBezTo>
                  <a:pt x="11709" y="2649"/>
                  <a:pt x="13580" y="3397"/>
                  <a:pt x="15007" y="4890"/>
                </a:cubicBezTo>
                <a:cubicBezTo>
                  <a:pt x="17861" y="7877"/>
                  <a:pt x="17861" y="12718"/>
                  <a:pt x="15007" y="15705"/>
                </a:cubicBezTo>
                <a:cubicBezTo>
                  <a:pt x="12153" y="18692"/>
                  <a:pt x="7525" y="18692"/>
                  <a:pt x="4671" y="15705"/>
                </a:cubicBezTo>
                <a:cubicBezTo>
                  <a:pt x="1817" y="12718"/>
                  <a:pt x="1817" y="7877"/>
                  <a:pt x="4671" y="4890"/>
                </a:cubicBezTo>
                <a:cubicBezTo>
                  <a:pt x="6098" y="3397"/>
                  <a:pt x="7969" y="2649"/>
                  <a:pt x="9839" y="2649"/>
                </a:cubicBezTo>
                <a:close/>
              </a:path>
            </a:pathLst>
          </a:custGeom>
          <a:gradFill>
            <a:gsLst>
              <a:gs pos="0">
                <a:schemeClr val="accent2"/>
              </a:gs>
              <a:gs pos="100000">
                <a:schemeClr val="accent1"/>
              </a:gs>
            </a:gsLst>
            <a:lin ang="5400000"/>
          </a:gradFill>
          <a:ln w="12700">
            <a:miter lim="400000"/>
          </a:ln>
        </p:spPr>
        <p:txBody>
          <a:bodyPr lIns="0" tIns="0" rIns="0" bIns="0" anchor="ctr"/>
          <a:lstStyle/>
          <a:p>
            <a:pPr marL="0" marR="0" lvl="0" indent="0" algn="ctr" defTabSz="8255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 kumimoji="0" sz="32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Helvetica Neue Medium"/>
              <a:sym typeface="Helvetica Neue Medium"/>
            </a:endParaRPr>
          </a:p>
        </p:txBody>
      </p:sp>
      <p:sp>
        <p:nvSpPr>
          <p:cNvPr id="227" name="Shape">
            <a:extLst>
              <a:ext uri="{FF2B5EF4-FFF2-40B4-BE49-F238E27FC236}">
                <a16:creationId xmlns:a16="http://schemas.microsoft.com/office/drawing/2014/main" id="{3A1E582C-F793-93F3-7445-B4DA49DBA6F5}"/>
              </a:ext>
            </a:extLst>
          </p:cNvPr>
          <p:cNvSpPr/>
          <p:nvPr/>
        </p:nvSpPr>
        <p:spPr>
          <a:xfrm>
            <a:off x="19865947" y="2060686"/>
            <a:ext cx="2330506" cy="233022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9679" h="20595" extrusionOk="0">
                <a:moveTo>
                  <a:pt x="9839" y="0"/>
                </a:moveTo>
                <a:cubicBezTo>
                  <a:pt x="7321" y="0"/>
                  <a:pt x="4802" y="1006"/>
                  <a:pt x="2881" y="3017"/>
                </a:cubicBezTo>
                <a:cubicBezTo>
                  <a:pt x="-961" y="7038"/>
                  <a:pt x="-961" y="13557"/>
                  <a:pt x="2881" y="17578"/>
                </a:cubicBezTo>
                <a:cubicBezTo>
                  <a:pt x="6724" y="21600"/>
                  <a:pt x="12954" y="21600"/>
                  <a:pt x="16797" y="17578"/>
                </a:cubicBezTo>
                <a:cubicBezTo>
                  <a:pt x="20639" y="13557"/>
                  <a:pt x="20639" y="7038"/>
                  <a:pt x="16797" y="3017"/>
                </a:cubicBezTo>
                <a:cubicBezTo>
                  <a:pt x="14876" y="1006"/>
                  <a:pt x="12357" y="0"/>
                  <a:pt x="9839" y="0"/>
                </a:cubicBezTo>
                <a:close/>
                <a:moveTo>
                  <a:pt x="9839" y="2649"/>
                </a:moveTo>
                <a:cubicBezTo>
                  <a:pt x="11709" y="2649"/>
                  <a:pt x="13580" y="3397"/>
                  <a:pt x="15007" y="4890"/>
                </a:cubicBezTo>
                <a:cubicBezTo>
                  <a:pt x="17861" y="7877"/>
                  <a:pt x="17861" y="12718"/>
                  <a:pt x="15007" y="15705"/>
                </a:cubicBezTo>
                <a:cubicBezTo>
                  <a:pt x="12153" y="18692"/>
                  <a:pt x="7525" y="18692"/>
                  <a:pt x="4671" y="15705"/>
                </a:cubicBezTo>
                <a:cubicBezTo>
                  <a:pt x="1817" y="12718"/>
                  <a:pt x="1817" y="7877"/>
                  <a:pt x="4671" y="4890"/>
                </a:cubicBezTo>
                <a:cubicBezTo>
                  <a:pt x="6098" y="3397"/>
                  <a:pt x="7969" y="2649"/>
                  <a:pt x="9839" y="2649"/>
                </a:cubicBezTo>
                <a:close/>
              </a:path>
            </a:pathLst>
          </a:custGeom>
          <a:gradFill>
            <a:gsLst>
              <a:gs pos="0">
                <a:schemeClr val="accent2"/>
              </a:gs>
              <a:gs pos="100000">
                <a:schemeClr val="accent1"/>
              </a:gs>
            </a:gsLst>
            <a:lin ang="5400000"/>
          </a:gradFill>
          <a:ln w="12700">
            <a:miter lim="400000"/>
          </a:ln>
        </p:spPr>
        <p:txBody>
          <a:bodyPr lIns="0" tIns="0" rIns="0" bIns="0" anchor="ctr"/>
          <a:lstStyle/>
          <a:p>
            <a:pPr marL="0" marR="0" lvl="0" indent="0" algn="ctr" defTabSz="8255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 kumimoji="0" sz="32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Helvetica Neue Medium"/>
              <a:sym typeface="Helvetica Neue Medium"/>
            </a:endParaRPr>
          </a:p>
        </p:txBody>
      </p:sp>
      <p:sp>
        <p:nvSpPr>
          <p:cNvPr id="228" name="Rounded Rectangle">
            <a:extLst>
              <a:ext uri="{FF2B5EF4-FFF2-40B4-BE49-F238E27FC236}">
                <a16:creationId xmlns:a16="http://schemas.microsoft.com/office/drawing/2014/main" id="{5C44438B-3DE1-9FB7-B302-D95ECD8E89CF}"/>
              </a:ext>
            </a:extLst>
          </p:cNvPr>
          <p:cNvSpPr/>
          <p:nvPr/>
        </p:nvSpPr>
        <p:spPr>
          <a:xfrm>
            <a:off x="1413182" y="3302000"/>
            <a:ext cx="21616294" cy="8897388"/>
          </a:xfrm>
          <a:prstGeom prst="roundRect">
            <a:avLst>
              <a:gd name="adj" fmla="val 2897"/>
            </a:avLst>
          </a:prstGeom>
          <a:solidFill>
            <a:schemeClr val="accent4"/>
          </a:solidFill>
          <a:ln w="12700">
            <a:miter lim="400000"/>
          </a:ln>
          <a:effectLst>
            <a:outerShdw blurRad="558800" dist="71163" dir="5400000" rotWithShape="0">
              <a:srgbClr val="000000">
                <a:alpha val="19617"/>
              </a:srgbClr>
            </a:outerShdw>
          </a:effectLst>
        </p:spPr>
        <p:txBody>
          <a:bodyPr lIns="0" tIns="0" rIns="0" bIns="0" anchor="ctr"/>
          <a:lstStyle/>
          <a:p>
            <a:pPr marL="0" marR="0" lvl="0" indent="0" algn="ctr" defTabSz="8255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 kumimoji="0" sz="32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Helvetica Neue Medium"/>
              <a:sym typeface="Helvetica Neue Medium"/>
            </a:endParaRP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714DA3E7-4DA4-FDB8-AA79-A712C292542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54157" y="3931088"/>
            <a:ext cx="19302327" cy="81879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83374672"/>
      </p:ext>
    </p:extLst>
  </p:cSld>
  <p:clrMapOvr>
    <a:masterClrMapping/>
  </p:clrMapOvr>
  <p:transition spd="med"/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3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78AEA04-BE29-6078-96E1-C9FF5720F0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Shape">
            <a:extLst>
              <a:ext uri="{FF2B5EF4-FFF2-40B4-BE49-F238E27FC236}">
                <a16:creationId xmlns:a16="http://schemas.microsoft.com/office/drawing/2014/main" id="{8C8B10E4-326B-7862-D80F-4C13E97A40DB}"/>
              </a:ext>
            </a:extLst>
          </p:cNvPr>
          <p:cNvSpPr/>
          <p:nvPr/>
        </p:nvSpPr>
        <p:spPr>
          <a:xfrm>
            <a:off x="6290541" y="12617233"/>
            <a:ext cx="2709718" cy="270939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9679" h="20595" extrusionOk="0">
                <a:moveTo>
                  <a:pt x="9839" y="0"/>
                </a:moveTo>
                <a:cubicBezTo>
                  <a:pt x="7321" y="0"/>
                  <a:pt x="4802" y="1006"/>
                  <a:pt x="2881" y="3017"/>
                </a:cubicBezTo>
                <a:cubicBezTo>
                  <a:pt x="-961" y="7038"/>
                  <a:pt x="-961" y="13557"/>
                  <a:pt x="2881" y="17578"/>
                </a:cubicBezTo>
                <a:cubicBezTo>
                  <a:pt x="6724" y="21600"/>
                  <a:pt x="12954" y="21600"/>
                  <a:pt x="16797" y="17578"/>
                </a:cubicBezTo>
                <a:cubicBezTo>
                  <a:pt x="20639" y="13557"/>
                  <a:pt x="20639" y="7038"/>
                  <a:pt x="16797" y="3017"/>
                </a:cubicBezTo>
                <a:cubicBezTo>
                  <a:pt x="14876" y="1006"/>
                  <a:pt x="12357" y="0"/>
                  <a:pt x="9839" y="0"/>
                </a:cubicBezTo>
                <a:close/>
                <a:moveTo>
                  <a:pt x="9839" y="2649"/>
                </a:moveTo>
                <a:cubicBezTo>
                  <a:pt x="11709" y="2649"/>
                  <a:pt x="13580" y="3397"/>
                  <a:pt x="15007" y="4890"/>
                </a:cubicBezTo>
                <a:cubicBezTo>
                  <a:pt x="17861" y="7877"/>
                  <a:pt x="17861" y="12718"/>
                  <a:pt x="15007" y="15705"/>
                </a:cubicBezTo>
                <a:cubicBezTo>
                  <a:pt x="12153" y="18692"/>
                  <a:pt x="7525" y="18692"/>
                  <a:pt x="4671" y="15705"/>
                </a:cubicBezTo>
                <a:cubicBezTo>
                  <a:pt x="1817" y="12718"/>
                  <a:pt x="1817" y="7877"/>
                  <a:pt x="4671" y="4890"/>
                </a:cubicBezTo>
                <a:cubicBezTo>
                  <a:pt x="6098" y="3397"/>
                  <a:pt x="7969" y="2649"/>
                  <a:pt x="9839" y="2649"/>
                </a:cubicBezTo>
                <a:close/>
              </a:path>
            </a:pathLst>
          </a:custGeom>
          <a:gradFill>
            <a:gsLst>
              <a:gs pos="0">
                <a:schemeClr val="accent2"/>
              </a:gs>
              <a:gs pos="100000">
                <a:schemeClr val="accent1"/>
              </a:gs>
            </a:gsLst>
            <a:lin ang="5400000"/>
          </a:gradFill>
          <a:ln w="12700">
            <a:miter lim="400000"/>
          </a:ln>
        </p:spPr>
        <p:txBody>
          <a:bodyPr lIns="0" tIns="0" rIns="0" bIns="0" anchor="ctr"/>
          <a:lstStyle/>
          <a:p>
            <a:pPr marL="0" marR="0" lvl="0" indent="0" algn="ctr" defTabSz="8255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 kumimoji="0" sz="32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Helvetica Neue Medium"/>
              <a:sym typeface="Helvetica Neue Medium"/>
            </a:endParaRPr>
          </a:p>
        </p:txBody>
      </p:sp>
      <p:sp>
        <p:nvSpPr>
          <p:cNvPr id="216" name="Shape">
            <a:extLst>
              <a:ext uri="{FF2B5EF4-FFF2-40B4-BE49-F238E27FC236}">
                <a16:creationId xmlns:a16="http://schemas.microsoft.com/office/drawing/2014/main" id="{84BF2EC9-09F4-55FE-3C7A-51EF9AD7DCF1}"/>
              </a:ext>
            </a:extLst>
          </p:cNvPr>
          <p:cNvSpPr/>
          <p:nvPr/>
        </p:nvSpPr>
        <p:spPr>
          <a:xfrm>
            <a:off x="14339439" y="2620192"/>
            <a:ext cx="6322300" cy="632257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800" y="0"/>
                </a:moveTo>
                <a:cubicBezTo>
                  <a:pt x="10787" y="0"/>
                  <a:pt x="10773" y="1"/>
                  <a:pt x="10759" y="1"/>
                </a:cubicBezTo>
                <a:lnTo>
                  <a:pt x="1" y="10760"/>
                </a:lnTo>
                <a:cubicBezTo>
                  <a:pt x="0" y="10900"/>
                  <a:pt x="3" y="11040"/>
                  <a:pt x="8" y="11181"/>
                </a:cubicBezTo>
                <a:lnTo>
                  <a:pt x="11180" y="9"/>
                </a:lnTo>
                <a:cubicBezTo>
                  <a:pt x="11054" y="4"/>
                  <a:pt x="10927" y="0"/>
                  <a:pt x="10800" y="0"/>
                </a:cubicBezTo>
                <a:close/>
                <a:moveTo>
                  <a:pt x="10211" y="17"/>
                </a:moveTo>
                <a:cubicBezTo>
                  <a:pt x="10057" y="25"/>
                  <a:pt x="9903" y="36"/>
                  <a:pt x="9748" y="51"/>
                </a:cubicBezTo>
                <a:lnTo>
                  <a:pt x="50" y="9749"/>
                </a:lnTo>
                <a:cubicBezTo>
                  <a:pt x="35" y="9903"/>
                  <a:pt x="25" y="10057"/>
                  <a:pt x="16" y="10212"/>
                </a:cubicBezTo>
                <a:lnTo>
                  <a:pt x="10211" y="17"/>
                </a:lnTo>
                <a:close/>
                <a:moveTo>
                  <a:pt x="11683" y="38"/>
                </a:moveTo>
                <a:lnTo>
                  <a:pt x="38" y="11684"/>
                </a:lnTo>
                <a:cubicBezTo>
                  <a:pt x="48" y="11814"/>
                  <a:pt x="62" y="11944"/>
                  <a:pt x="78" y="12075"/>
                </a:cubicBezTo>
                <a:lnTo>
                  <a:pt x="12074" y="78"/>
                </a:lnTo>
                <a:cubicBezTo>
                  <a:pt x="11944" y="63"/>
                  <a:pt x="11814" y="49"/>
                  <a:pt x="11683" y="38"/>
                </a:cubicBezTo>
                <a:close/>
                <a:moveTo>
                  <a:pt x="9136" y="131"/>
                </a:moveTo>
                <a:cubicBezTo>
                  <a:pt x="8960" y="158"/>
                  <a:pt x="8786" y="190"/>
                  <a:pt x="8611" y="226"/>
                </a:cubicBezTo>
                <a:lnTo>
                  <a:pt x="226" y="8611"/>
                </a:lnTo>
                <a:cubicBezTo>
                  <a:pt x="190" y="8786"/>
                  <a:pt x="157" y="8961"/>
                  <a:pt x="130" y="9137"/>
                </a:cubicBezTo>
                <a:lnTo>
                  <a:pt x="9136" y="131"/>
                </a:lnTo>
                <a:close/>
                <a:moveTo>
                  <a:pt x="12541" y="143"/>
                </a:moveTo>
                <a:lnTo>
                  <a:pt x="143" y="12541"/>
                </a:lnTo>
                <a:cubicBezTo>
                  <a:pt x="163" y="12663"/>
                  <a:pt x="183" y="12785"/>
                  <a:pt x="207" y="12906"/>
                </a:cubicBezTo>
                <a:lnTo>
                  <a:pt x="12906" y="208"/>
                </a:lnTo>
                <a:cubicBezTo>
                  <a:pt x="12785" y="184"/>
                  <a:pt x="12663" y="163"/>
                  <a:pt x="12541" y="143"/>
                </a:cubicBezTo>
                <a:close/>
                <a:moveTo>
                  <a:pt x="13343" y="303"/>
                </a:moveTo>
                <a:lnTo>
                  <a:pt x="303" y="13343"/>
                </a:lnTo>
                <a:cubicBezTo>
                  <a:pt x="330" y="13456"/>
                  <a:pt x="361" y="13569"/>
                  <a:pt x="392" y="13682"/>
                </a:cubicBezTo>
                <a:lnTo>
                  <a:pt x="13682" y="393"/>
                </a:lnTo>
                <a:cubicBezTo>
                  <a:pt x="13569" y="362"/>
                  <a:pt x="13456" y="331"/>
                  <a:pt x="13343" y="303"/>
                </a:cubicBezTo>
                <a:close/>
                <a:moveTo>
                  <a:pt x="7909" y="395"/>
                </a:moveTo>
                <a:cubicBezTo>
                  <a:pt x="7701" y="452"/>
                  <a:pt x="7495" y="515"/>
                  <a:pt x="7290" y="585"/>
                </a:cubicBezTo>
                <a:lnTo>
                  <a:pt x="584" y="7290"/>
                </a:lnTo>
                <a:cubicBezTo>
                  <a:pt x="514" y="7495"/>
                  <a:pt x="452" y="7702"/>
                  <a:pt x="394" y="7909"/>
                </a:cubicBezTo>
                <a:lnTo>
                  <a:pt x="7909" y="395"/>
                </a:lnTo>
                <a:close/>
                <a:moveTo>
                  <a:pt x="14094" y="515"/>
                </a:moveTo>
                <a:lnTo>
                  <a:pt x="514" y="14094"/>
                </a:lnTo>
                <a:cubicBezTo>
                  <a:pt x="549" y="14202"/>
                  <a:pt x="583" y="14310"/>
                  <a:pt x="620" y="14417"/>
                </a:cubicBezTo>
                <a:lnTo>
                  <a:pt x="14417" y="621"/>
                </a:lnTo>
                <a:cubicBezTo>
                  <a:pt x="14310" y="583"/>
                  <a:pt x="14202" y="549"/>
                  <a:pt x="14094" y="515"/>
                </a:cubicBezTo>
                <a:close/>
                <a:moveTo>
                  <a:pt x="14804" y="767"/>
                </a:moveTo>
                <a:lnTo>
                  <a:pt x="767" y="14804"/>
                </a:lnTo>
                <a:cubicBezTo>
                  <a:pt x="807" y="14905"/>
                  <a:pt x="851" y="15004"/>
                  <a:pt x="894" y="15104"/>
                </a:cubicBezTo>
                <a:lnTo>
                  <a:pt x="15104" y="895"/>
                </a:lnTo>
                <a:cubicBezTo>
                  <a:pt x="15004" y="852"/>
                  <a:pt x="14905" y="807"/>
                  <a:pt x="14804" y="767"/>
                </a:cubicBezTo>
                <a:close/>
                <a:moveTo>
                  <a:pt x="6411" y="932"/>
                </a:moveTo>
                <a:cubicBezTo>
                  <a:pt x="6118" y="1062"/>
                  <a:pt x="5831" y="1206"/>
                  <a:pt x="5549" y="1363"/>
                </a:cubicBezTo>
                <a:lnTo>
                  <a:pt x="1362" y="5549"/>
                </a:lnTo>
                <a:cubicBezTo>
                  <a:pt x="1205" y="5832"/>
                  <a:pt x="1061" y="6119"/>
                  <a:pt x="931" y="6411"/>
                </a:cubicBezTo>
                <a:lnTo>
                  <a:pt x="6411" y="932"/>
                </a:lnTo>
                <a:close/>
                <a:moveTo>
                  <a:pt x="15470" y="1061"/>
                </a:moveTo>
                <a:lnTo>
                  <a:pt x="1060" y="15471"/>
                </a:lnTo>
                <a:cubicBezTo>
                  <a:pt x="1106" y="15567"/>
                  <a:pt x="1153" y="15664"/>
                  <a:pt x="1202" y="15759"/>
                </a:cubicBezTo>
                <a:lnTo>
                  <a:pt x="15759" y="1203"/>
                </a:lnTo>
                <a:cubicBezTo>
                  <a:pt x="15663" y="1153"/>
                  <a:pt x="15567" y="1107"/>
                  <a:pt x="15470" y="1061"/>
                </a:cubicBezTo>
                <a:close/>
                <a:moveTo>
                  <a:pt x="16103" y="1391"/>
                </a:moveTo>
                <a:lnTo>
                  <a:pt x="1391" y="16103"/>
                </a:lnTo>
                <a:cubicBezTo>
                  <a:pt x="1442" y="16194"/>
                  <a:pt x="1494" y="16285"/>
                  <a:pt x="1549" y="16375"/>
                </a:cubicBezTo>
                <a:lnTo>
                  <a:pt x="16375" y="1549"/>
                </a:lnTo>
                <a:cubicBezTo>
                  <a:pt x="16285" y="1495"/>
                  <a:pt x="16194" y="1442"/>
                  <a:pt x="16103" y="1391"/>
                </a:cubicBezTo>
                <a:close/>
                <a:moveTo>
                  <a:pt x="16703" y="1754"/>
                </a:moveTo>
                <a:lnTo>
                  <a:pt x="1753" y="16703"/>
                </a:lnTo>
                <a:cubicBezTo>
                  <a:pt x="1809" y="16788"/>
                  <a:pt x="1869" y="16872"/>
                  <a:pt x="1928" y="16956"/>
                </a:cubicBezTo>
                <a:lnTo>
                  <a:pt x="16956" y="1928"/>
                </a:lnTo>
                <a:cubicBezTo>
                  <a:pt x="16872" y="1869"/>
                  <a:pt x="16788" y="1810"/>
                  <a:pt x="16703" y="1754"/>
                </a:cubicBezTo>
                <a:close/>
                <a:moveTo>
                  <a:pt x="17267" y="2151"/>
                </a:moveTo>
                <a:lnTo>
                  <a:pt x="2151" y="17267"/>
                </a:lnTo>
                <a:cubicBezTo>
                  <a:pt x="2212" y="17349"/>
                  <a:pt x="2274" y="17430"/>
                  <a:pt x="2338" y="17510"/>
                </a:cubicBezTo>
                <a:lnTo>
                  <a:pt x="17510" y="2338"/>
                </a:lnTo>
                <a:cubicBezTo>
                  <a:pt x="17430" y="2275"/>
                  <a:pt x="17349" y="2212"/>
                  <a:pt x="17267" y="2151"/>
                </a:cubicBezTo>
                <a:close/>
                <a:moveTo>
                  <a:pt x="3805" y="2574"/>
                </a:moveTo>
                <a:cubicBezTo>
                  <a:pt x="3586" y="2761"/>
                  <a:pt x="3370" y="2956"/>
                  <a:pt x="3163" y="3163"/>
                </a:cubicBezTo>
                <a:cubicBezTo>
                  <a:pt x="2955" y="3371"/>
                  <a:pt x="2761" y="3586"/>
                  <a:pt x="2574" y="3806"/>
                </a:cubicBezTo>
                <a:lnTo>
                  <a:pt x="3805" y="2574"/>
                </a:lnTo>
                <a:close/>
                <a:moveTo>
                  <a:pt x="17801" y="2579"/>
                </a:moveTo>
                <a:lnTo>
                  <a:pt x="2579" y="17801"/>
                </a:lnTo>
                <a:cubicBezTo>
                  <a:pt x="2645" y="17878"/>
                  <a:pt x="2709" y="17957"/>
                  <a:pt x="2777" y="18032"/>
                </a:cubicBezTo>
                <a:lnTo>
                  <a:pt x="18032" y="2777"/>
                </a:lnTo>
                <a:cubicBezTo>
                  <a:pt x="17957" y="2709"/>
                  <a:pt x="17878" y="2645"/>
                  <a:pt x="17801" y="2579"/>
                </a:cubicBezTo>
                <a:close/>
                <a:moveTo>
                  <a:pt x="18304" y="3036"/>
                </a:moveTo>
                <a:lnTo>
                  <a:pt x="3036" y="18304"/>
                </a:lnTo>
                <a:cubicBezTo>
                  <a:pt x="3079" y="18349"/>
                  <a:pt x="3119" y="18394"/>
                  <a:pt x="3163" y="18438"/>
                </a:cubicBezTo>
                <a:cubicBezTo>
                  <a:pt x="3191" y="18466"/>
                  <a:pt x="3222" y="18492"/>
                  <a:pt x="3250" y="18521"/>
                </a:cubicBezTo>
                <a:lnTo>
                  <a:pt x="18521" y="3251"/>
                </a:lnTo>
                <a:cubicBezTo>
                  <a:pt x="18492" y="3222"/>
                  <a:pt x="18466" y="3192"/>
                  <a:pt x="18438" y="3163"/>
                </a:cubicBezTo>
                <a:cubicBezTo>
                  <a:pt x="18394" y="3119"/>
                  <a:pt x="18348" y="3079"/>
                  <a:pt x="18304" y="3036"/>
                </a:cubicBezTo>
                <a:close/>
                <a:moveTo>
                  <a:pt x="18781" y="3523"/>
                </a:moveTo>
                <a:lnTo>
                  <a:pt x="3522" y="18781"/>
                </a:lnTo>
                <a:cubicBezTo>
                  <a:pt x="3598" y="18850"/>
                  <a:pt x="3676" y="18915"/>
                  <a:pt x="3753" y="18982"/>
                </a:cubicBezTo>
                <a:lnTo>
                  <a:pt x="18982" y="3753"/>
                </a:lnTo>
                <a:cubicBezTo>
                  <a:pt x="18915" y="3676"/>
                  <a:pt x="18850" y="3598"/>
                  <a:pt x="18781" y="3523"/>
                </a:cubicBezTo>
                <a:close/>
                <a:moveTo>
                  <a:pt x="19224" y="4041"/>
                </a:moveTo>
                <a:lnTo>
                  <a:pt x="4041" y="19224"/>
                </a:lnTo>
                <a:cubicBezTo>
                  <a:pt x="4121" y="19289"/>
                  <a:pt x="4202" y="19350"/>
                  <a:pt x="4283" y="19412"/>
                </a:cubicBezTo>
                <a:lnTo>
                  <a:pt x="19412" y="4283"/>
                </a:lnTo>
                <a:cubicBezTo>
                  <a:pt x="19350" y="4202"/>
                  <a:pt x="19289" y="4121"/>
                  <a:pt x="19224" y="4041"/>
                </a:cubicBezTo>
                <a:close/>
                <a:moveTo>
                  <a:pt x="19637" y="4591"/>
                </a:moveTo>
                <a:lnTo>
                  <a:pt x="4591" y="19637"/>
                </a:lnTo>
                <a:cubicBezTo>
                  <a:pt x="4675" y="19696"/>
                  <a:pt x="4758" y="19757"/>
                  <a:pt x="4843" y="19813"/>
                </a:cubicBezTo>
                <a:lnTo>
                  <a:pt x="19813" y="4844"/>
                </a:lnTo>
                <a:cubicBezTo>
                  <a:pt x="19757" y="4758"/>
                  <a:pt x="19696" y="4675"/>
                  <a:pt x="19637" y="4591"/>
                </a:cubicBezTo>
                <a:close/>
                <a:moveTo>
                  <a:pt x="20019" y="5172"/>
                </a:moveTo>
                <a:lnTo>
                  <a:pt x="5172" y="20019"/>
                </a:lnTo>
                <a:cubicBezTo>
                  <a:pt x="5261" y="20073"/>
                  <a:pt x="5351" y="20126"/>
                  <a:pt x="5441" y="20178"/>
                </a:cubicBezTo>
                <a:lnTo>
                  <a:pt x="20178" y="5441"/>
                </a:lnTo>
                <a:cubicBezTo>
                  <a:pt x="20126" y="5351"/>
                  <a:pt x="20073" y="5261"/>
                  <a:pt x="20019" y="5172"/>
                </a:cubicBezTo>
                <a:close/>
                <a:moveTo>
                  <a:pt x="20369" y="5782"/>
                </a:moveTo>
                <a:lnTo>
                  <a:pt x="5782" y="20369"/>
                </a:lnTo>
                <a:cubicBezTo>
                  <a:pt x="5877" y="20419"/>
                  <a:pt x="5974" y="20463"/>
                  <a:pt x="6071" y="20510"/>
                </a:cubicBezTo>
                <a:lnTo>
                  <a:pt x="20510" y="6071"/>
                </a:lnTo>
                <a:cubicBezTo>
                  <a:pt x="20463" y="5975"/>
                  <a:pt x="20419" y="5878"/>
                  <a:pt x="20369" y="5782"/>
                </a:cubicBezTo>
                <a:close/>
                <a:moveTo>
                  <a:pt x="20679" y="6434"/>
                </a:moveTo>
                <a:lnTo>
                  <a:pt x="6434" y="20679"/>
                </a:lnTo>
                <a:cubicBezTo>
                  <a:pt x="6534" y="20723"/>
                  <a:pt x="6633" y="20769"/>
                  <a:pt x="6734" y="20809"/>
                </a:cubicBezTo>
                <a:lnTo>
                  <a:pt x="20809" y="6735"/>
                </a:lnTo>
                <a:cubicBezTo>
                  <a:pt x="20769" y="6634"/>
                  <a:pt x="20723" y="6534"/>
                  <a:pt x="20679" y="6434"/>
                </a:cubicBezTo>
                <a:close/>
                <a:moveTo>
                  <a:pt x="20956" y="7121"/>
                </a:moveTo>
                <a:lnTo>
                  <a:pt x="7120" y="20956"/>
                </a:lnTo>
                <a:cubicBezTo>
                  <a:pt x="7226" y="20994"/>
                  <a:pt x="7333" y="21030"/>
                  <a:pt x="7439" y="21065"/>
                </a:cubicBezTo>
                <a:lnTo>
                  <a:pt x="21065" y="7439"/>
                </a:lnTo>
                <a:cubicBezTo>
                  <a:pt x="21030" y="7333"/>
                  <a:pt x="20994" y="7226"/>
                  <a:pt x="20956" y="7121"/>
                </a:cubicBezTo>
                <a:close/>
                <a:moveTo>
                  <a:pt x="21190" y="7848"/>
                </a:moveTo>
                <a:lnTo>
                  <a:pt x="7848" y="21190"/>
                </a:lnTo>
                <a:cubicBezTo>
                  <a:pt x="7960" y="21221"/>
                  <a:pt x="8073" y="21252"/>
                  <a:pt x="8186" y="21280"/>
                </a:cubicBezTo>
                <a:lnTo>
                  <a:pt x="21280" y="8186"/>
                </a:lnTo>
                <a:cubicBezTo>
                  <a:pt x="21252" y="8073"/>
                  <a:pt x="21221" y="7960"/>
                  <a:pt x="21190" y="7848"/>
                </a:cubicBezTo>
                <a:close/>
                <a:moveTo>
                  <a:pt x="21378" y="8623"/>
                </a:moveTo>
                <a:lnTo>
                  <a:pt x="8623" y="21378"/>
                </a:lnTo>
                <a:cubicBezTo>
                  <a:pt x="8743" y="21402"/>
                  <a:pt x="8863" y="21424"/>
                  <a:pt x="8984" y="21445"/>
                </a:cubicBezTo>
                <a:lnTo>
                  <a:pt x="21445" y="8984"/>
                </a:lnTo>
                <a:cubicBezTo>
                  <a:pt x="21424" y="8864"/>
                  <a:pt x="21402" y="8743"/>
                  <a:pt x="21378" y="8623"/>
                </a:cubicBezTo>
                <a:close/>
                <a:moveTo>
                  <a:pt x="21514" y="9448"/>
                </a:moveTo>
                <a:lnTo>
                  <a:pt x="9447" y="21514"/>
                </a:lnTo>
                <a:cubicBezTo>
                  <a:pt x="9576" y="21530"/>
                  <a:pt x="9704" y="21546"/>
                  <a:pt x="9833" y="21557"/>
                </a:cubicBezTo>
                <a:lnTo>
                  <a:pt x="21557" y="9834"/>
                </a:lnTo>
                <a:cubicBezTo>
                  <a:pt x="21546" y="9705"/>
                  <a:pt x="21530" y="9576"/>
                  <a:pt x="21514" y="9448"/>
                </a:cubicBezTo>
                <a:close/>
                <a:moveTo>
                  <a:pt x="21590" y="10333"/>
                </a:moveTo>
                <a:lnTo>
                  <a:pt x="10332" y="21590"/>
                </a:lnTo>
                <a:cubicBezTo>
                  <a:pt x="10473" y="21596"/>
                  <a:pt x="10613" y="21599"/>
                  <a:pt x="10753" y="21600"/>
                </a:cubicBezTo>
                <a:lnTo>
                  <a:pt x="21600" y="10754"/>
                </a:lnTo>
                <a:cubicBezTo>
                  <a:pt x="21599" y="10613"/>
                  <a:pt x="21596" y="10473"/>
                  <a:pt x="21590" y="10333"/>
                </a:cubicBezTo>
                <a:close/>
                <a:moveTo>
                  <a:pt x="21590" y="11296"/>
                </a:moveTo>
                <a:lnTo>
                  <a:pt x="11295" y="21590"/>
                </a:lnTo>
                <a:cubicBezTo>
                  <a:pt x="11449" y="21583"/>
                  <a:pt x="11603" y="21572"/>
                  <a:pt x="11757" y="21558"/>
                </a:cubicBezTo>
                <a:lnTo>
                  <a:pt x="21558" y="11757"/>
                </a:lnTo>
                <a:cubicBezTo>
                  <a:pt x="21572" y="11603"/>
                  <a:pt x="21583" y="11450"/>
                  <a:pt x="21590" y="11296"/>
                </a:cubicBezTo>
                <a:close/>
                <a:moveTo>
                  <a:pt x="21489" y="12358"/>
                </a:moveTo>
                <a:lnTo>
                  <a:pt x="12358" y="21489"/>
                </a:lnTo>
                <a:cubicBezTo>
                  <a:pt x="12531" y="21464"/>
                  <a:pt x="12703" y="21434"/>
                  <a:pt x="12876" y="21400"/>
                </a:cubicBezTo>
                <a:lnTo>
                  <a:pt x="21400" y="12876"/>
                </a:lnTo>
                <a:cubicBezTo>
                  <a:pt x="21434" y="12704"/>
                  <a:pt x="21464" y="12531"/>
                  <a:pt x="21489" y="12358"/>
                </a:cubicBezTo>
                <a:close/>
                <a:moveTo>
                  <a:pt x="21239" y="13569"/>
                </a:moveTo>
                <a:lnTo>
                  <a:pt x="13569" y="21239"/>
                </a:lnTo>
                <a:cubicBezTo>
                  <a:pt x="13774" y="21185"/>
                  <a:pt x="13978" y="21125"/>
                  <a:pt x="14181" y="21058"/>
                </a:cubicBezTo>
                <a:lnTo>
                  <a:pt x="21058" y="14181"/>
                </a:lnTo>
                <a:cubicBezTo>
                  <a:pt x="21125" y="13978"/>
                  <a:pt x="21185" y="13774"/>
                  <a:pt x="21239" y="13569"/>
                </a:cubicBezTo>
                <a:close/>
                <a:moveTo>
                  <a:pt x="20736" y="15035"/>
                </a:moveTo>
                <a:lnTo>
                  <a:pt x="15035" y="20736"/>
                </a:lnTo>
                <a:cubicBezTo>
                  <a:pt x="15310" y="20619"/>
                  <a:pt x="15581" y="20493"/>
                  <a:pt x="15848" y="20352"/>
                </a:cubicBezTo>
                <a:lnTo>
                  <a:pt x="20352" y="15848"/>
                </a:lnTo>
                <a:cubicBezTo>
                  <a:pt x="20493" y="15581"/>
                  <a:pt x="20619" y="15310"/>
                  <a:pt x="20736" y="15035"/>
                </a:cubicBezTo>
                <a:close/>
                <a:moveTo>
                  <a:pt x="19400" y="17332"/>
                </a:moveTo>
                <a:lnTo>
                  <a:pt x="17332" y="19400"/>
                </a:lnTo>
                <a:cubicBezTo>
                  <a:pt x="17716" y="19108"/>
                  <a:pt x="18087" y="18789"/>
                  <a:pt x="18438" y="18438"/>
                </a:cubicBezTo>
                <a:cubicBezTo>
                  <a:pt x="18788" y="18087"/>
                  <a:pt x="19107" y="17716"/>
                  <a:pt x="19400" y="17332"/>
                </a:cubicBezTo>
                <a:close/>
              </a:path>
            </a:pathLst>
          </a:custGeom>
          <a:solidFill>
            <a:schemeClr val="accent4"/>
          </a:solidFill>
          <a:ln w="12700">
            <a:miter lim="400000"/>
          </a:ln>
        </p:spPr>
        <p:txBody>
          <a:bodyPr lIns="0" tIns="0" rIns="0" bIns="0" anchor="ctr"/>
          <a:lstStyle/>
          <a:p>
            <a:pPr marL="0" marR="0" lvl="0" indent="0" algn="ctr" defTabSz="8255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 kumimoji="0" sz="32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Helvetica Neue Medium"/>
              <a:sym typeface="Helvetica Neue Medium"/>
            </a:endParaRPr>
          </a:p>
        </p:txBody>
      </p:sp>
      <p:sp>
        <p:nvSpPr>
          <p:cNvPr id="217" name="Shape">
            <a:extLst>
              <a:ext uri="{FF2B5EF4-FFF2-40B4-BE49-F238E27FC236}">
                <a16:creationId xmlns:a16="http://schemas.microsoft.com/office/drawing/2014/main" id="{BACFC207-15FE-575A-E7F6-964ABEAD4A0D}"/>
              </a:ext>
            </a:extLst>
          </p:cNvPr>
          <p:cNvSpPr/>
          <p:nvPr/>
        </p:nvSpPr>
        <p:spPr>
          <a:xfrm>
            <a:off x="5513585" y="9836851"/>
            <a:ext cx="2709536" cy="270965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800" y="0"/>
                </a:moveTo>
                <a:cubicBezTo>
                  <a:pt x="10787" y="0"/>
                  <a:pt x="10773" y="1"/>
                  <a:pt x="10759" y="1"/>
                </a:cubicBezTo>
                <a:lnTo>
                  <a:pt x="1" y="10760"/>
                </a:lnTo>
                <a:cubicBezTo>
                  <a:pt x="0" y="10900"/>
                  <a:pt x="3" y="11040"/>
                  <a:pt x="8" y="11181"/>
                </a:cubicBezTo>
                <a:lnTo>
                  <a:pt x="11180" y="9"/>
                </a:lnTo>
                <a:cubicBezTo>
                  <a:pt x="11054" y="4"/>
                  <a:pt x="10927" y="0"/>
                  <a:pt x="10800" y="0"/>
                </a:cubicBezTo>
                <a:close/>
                <a:moveTo>
                  <a:pt x="10211" y="17"/>
                </a:moveTo>
                <a:cubicBezTo>
                  <a:pt x="10057" y="25"/>
                  <a:pt x="9903" y="36"/>
                  <a:pt x="9748" y="51"/>
                </a:cubicBezTo>
                <a:lnTo>
                  <a:pt x="50" y="9749"/>
                </a:lnTo>
                <a:cubicBezTo>
                  <a:pt x="35" y="9903"/>
                  <a:pt x="25" y="10057"/>
                  <a:pt x="16" y="10212"/>
                </a:cubicBezTo>
                <a:lnTo>
                  <a:pt x="10211" y="17"/>
                </a:lnTo>
                <a:close/>
                <a:moveTo>
                  <a:pt x="11683" y="38"/>
                </a:moveTo>
                <a:lnTo>
                  <a:pt x="38" y="11684"/>
                </a:lnTo>
                <a:cubicBezTo>
                  <a:pt x="48" y="11814"/>
                  <a:pt x="62" y="11944"/>
                  <a:pt x="78" y="12075"/>
                </a:cubicBezTo>
                <a:lnTo>
                  <a:pt x="12074" y="78"/>
                </a:lnTo>
                <a:cubicBezTo>
                  <a:pt x="11944" y="63"/>
                  <a:pt x="11814" y="49"/>
                  <a:pt x="11683" y="38"/>
                </a:cubicBezTo>
                <a:close/>
                <a:moveTo>
                  <a:pt x="9136" y="131"/>
                </a:moveTo>
                <a:cubicBezTo>
                  <a:pt x="8960" y="158"/>
                  <a:pt x="8786" y="190"/>
                  <a:pt x="8611" y="226"/>
                </a:cubicBezTo>
                <a:lnTo>
                  <a:pt x="226" y="8611"/>
                </a:lnTo>
                <a:cubicBezTo>
                  <a:pt x="190" y="8786"/>
                  <a:pt x="157" y="8961"/>
                  <a:pt x="130" y="9137"/>
                </a:cubicBezTo>
                <a:lnTo>
                  <a:pt x="9136" y="131"/>
                </a:lnTo>
                <a:close/>
                <a:moveTo>
                  <a:pt x="12541" y="143"/>
                </a:moveTo>
                <a:lnTo>
                  <a:pt x="143" y="12541"/>
                </a:lnTo>
                <a:cubicBezTo>
                  <a:pt x="163" y="12663"/>
                  <a:pt x="183" y="12785"/>
                  <a:pt x="207" y="12906"/>
                </a:cubicBezTo>
                <a:lnTo>
                  <a:pt x="12906" y="208"/>
                </a:lnTo>
                <a:cubicBezTo>
                  <a:pt x="12785" y="184"/>
                  <a:pt x="12663" y="163"/>
                  <a:pt x="12541" y="143"/>
                </a:cubicBezTo>
                <a:close/>
                <a:moveTo>
                  <a:pt x="13343" y="303"/>
                </a:moveTo>
                <a:lnTo>
                  <a:pt x="303" y="13343"/>
                </a:lnTo>
                <a:cubicBezTo>
                  <a:pt x="330" y="13456"/>
                  <a:pt x="361" y="13569"/>
                  <a:pt x="392" y="13682"/>
                </a:cubicBezTo>
                <a:lnTo>
                  <a:pt x="13682" y="393"/>
                </a:lnTo>
                <a:cubicBezTo>
                  <a:pt x="13569" y="362"/>
                  <a:pt x="13456" y="331"/>
                  <a:pt x="13343" y="303"/>
                </a:cubicBezTo>
                <a:close/>
                <a:moveTo>
                  <a:pt x="7909" y="395"/>
                </a:moveTo>
                <a:cubicBezTo>
                  <a:pt x="7701" y="452"/>
                  <a:pt x="7495" y="515"/>
                  <a:pt x="7290" y="585"/>
                </a:cubicBezTo>
                <a:lnTo>
                  <a:pt x="584" y="7290"/>
                </a:lnTo>
                <a:cubicBezTo>
                  <a:pt x="514" y="7495"/>
                  <a:pt x="452" y="7702"/>
                  <a:pt x="394" y="7909"/>
                </a:cubicBezTo>
                <a:lnTo>
                  <a:pt x="7909" y="395"/>
                </a:lnTo>
                <a:close/>
                <a:moveTo>
                  <a:pt x="14094" y="515"/>
                </a:moveTo>
                <a:lnTo>
                  <a:pt x="514" y="14094"/>
                </a:lnTo>
                <a:cubicBezTo>
                  <a:pt x="549" y="14202"/>
                  <a:pt x="583" y="14310"/>
                  <a:pt x="620" y="14417"/>
                </a:cubicBezTo>
                <a:lnTo>
                  <a:pt x="14417" y="621"/>
                </a:lnTo>
                <a:cubicBezTo>
                  <a:pt x="14310" y="583"/>
                  <a:pt x="14202" y="549"/>
                  <a:pt x="14094" y="515"/>
                </a:cubicBezTo>
                <a:close/>
                <a:moveTo>
                  <a:pt x="14804" y="767"/>
                </a:moveTo>
                <a:lnTo>
                  <a:pt x="767" y="14804"/>
                </a:lnTo>
                <a:cubicBezTo>
                  <a:pt x="807" y="14905"/>
                  <a:pt x="851" y="15004"/>
                  <a:pt x="894" y="15104"/>
                </a:cubicBezTo>
                <a:lnTo>
                  <a:pt x="15104" y="895"/>
                </a:lnTo>
                <a:cubicBezTo>
                  <a:pt x="15004" y="852"/>
                  <a:pt x="14905" y="807"/>
                  <a:pt x="14804" y="767"/>
                </a:cubicBezTo>
                <a:close/>
                <a:moveTo>
                  <a:pt x="6411" y="932"/>
                </a:moveTo>
                <a:cubicBezTo>
                  <a:pt x="6118" y="1062"/>
                  <a:pt x="5831" y="1206"/>
                  <a:pt x="5549" y="1363"/>
                </a:cubicBezTo>
                <a:lnTo>
                  <a:pt x="1362" y="5549"/>
                </a:lnTo>
                <a:cubicBezTo>
                  <a:pt x="1205" y="5832"/>
                  <a:pt x="1061" y="6119"/>
                  <a:pt x="931" y="6411"/>
                </a:cubicBezTo>
                <a:lnTo>
                  <a:pt x="6411" y="932"/>
                </a:lnTo>
                <a:close/>
                <a:moveTo>
                  <a:pt x="15470" y="1061"/>
                </a:moveTo>
                <a:lnTo>
                  <a:pt x="1060" y="15471"/>
                </a:lnTo>
                <a:cubicBezTo>
                  <a:pt x="1106" y="15567"/>
                  <a:pt x="1153" y="15664"/>
                  <a:pt x="1202" y="15759"/>
                </a:cubicBezTo>
                <a:lnTo>
                  <a:pt x="15759" y="1203"/>
                </a:lnTo>
                <a:cubicBezTo>
                  <a:pt x="15663" y="1153"/>
                  <a:pt x="15567" y="1107"/>
                  <a:pt x="15470" y="1061"/>
                </a:cubicBezTo>
                <a:close/>
                <a:moveTo>
                  <a:pt x="16103" y="1391"/>
                </a:moveTo>
                <a:lnTo>
                  <a:pt x="1391" y="16103"/>
                </a:lnTo>
                <a:cubicBezTo>
                  <a:pt x="1442" y="16194"/>
                  <a:pt x="1494" y="16285"/>
                  <a:pt x="1548" y="16375"/>
                </a:cubicBezTo>
                <a:lnTo>
                  <a:pt x="16375" y="1549"/>
                </a:lnTo>
                <a:cubicBezTo>
                  <a:pt x="16285" y="1495"/>
                  <a:pt x="16194" y="1442"/>
                  <a:pt x="16103" y="1391"/>
                </a:cubicBezTo>
                <a:close/>
                <a:moveTo>
                  <a:pt x="16703" y="1754"/>
                </a:moveTo>
                <a:lnTo>
                  <a:pt x="1753" y="16703"/>
                </a:lnTo>
                <a:cubicBezTo>
                  <a:pt x="1809" y="16788"/>
                  <a:pt x="1869" y="16872"/>
                  <a:pt x="1928" y="16956"/>
                </a:cubicBezTo>
                <a:lnTo>
                  <a:pt x="16956" y="1928"/>
                </a:lnTo>
                <a:cubicBezTo>
                  <a:pt x="16872" y="1869"/>
                  <a:pt x="16788" y="1810"/>
                  <a:pt x="16703" y="1754"/>
                </a:cubicBezTo>
                <a:close/>
                <a:moveTo>
                  <a:pt x="17267" y="2151"/>
                </a:moveTo>
                <a:lnTo>
                  <a:pt x="2151" y="17267"/>
                </a:lnTo>
                <a:cubicBezTo>
                  <a:pt x="2212" y="17349"/>
                  <a:pt x="2274" y="17430"/>
                  <a:pt x="2338" y="17510"/>
                </a:cubicBezTo>
                <a:lnTo>
                  <a:pt x="17510" y="2338"/>
                </a:lnTo>
                <a:cubicBezTo>
                  <a:pt x="17430" y="2275"/>
                  <a:pt x="17349" y="2212"/>
                  <a:pt x="17267" y="2151"/>
                </a:cubicBezTo>
                <a:close/>
                <a:moveTo>
                  <a:pt x="3805" y="2574"/>
                </a:moveTo>
                <a:cubicBezTo>
                  <a:pt x="3586" y="2761"/>
                  <a:pt x="3370" y="2956"/>
                  <a:pt x="3163" y="3163"/>
                </a:cubicBezTo>
                <a:cubicBezTo>
                  <a:pt x="2955" y="3371"/>
                  <a:pt x="2761" y="3586"/>
                  <a:pt x="2574" y="3806"/>
                </a:cubicBezTo>
                <a:lnTo>
                  <a:pt x="3805" y="2574"/>
                </a:lnTo>
                <a:close/>
                <a:moveTo>
                  <a:pt x="17801" y="2579"/>
                </a:moveTo>
                <a:lnTo>
                  <a:pt x="2579" y="17801"/>
                </a:lnTo>
                <a:cubicBezTo>
                  <a:pt x="2645" y="17878"/>
                  <a:pt x="2709" y="17957"/>
                  <a:pt x="2777" y="18032"/>
                </a:cubicBezTo>
                <a:lnTo>
                  <a:pt x="18032" y="2777"/>
                </a:lnTo>
                <a:cubicBezTo>
                  <a:pt x="17957" y="2709"/>
                  <a:pt x="17878" y="2645"/>
                  <a:pt x="17801" y="2579"/>
                </a:cubicBezTo>
                <a:close/>
                <a:moveTo>
                  <a:pt x="18304" y="3036"/>
                </a:moveTo>
                <a:lnTo>
                  <a:pt x="3036" y="18304"/>
                </a:lnTo>
                <a:cubicBezTo>
                  <a:pt x="3079" y="18349"/>
                  <a:pt x="3119" y="18394"/>
                  <a:pt x="3163" y="18438"/>
                </a:cubicBezTo>
                <a:cubicBezTo>
                  <a:pt x="3191" y="18466"/>
                  <a:pt x="3222" y="18492"/>
                  <a:pt x="3250" y="18521"/>
                </a:cubicBezTo>
                <a:lnTo>
                  <a:pt x="18521" y="3251"/>
                </a:lnTo>
                <a:cubicBezTo>
                  <a:pt x="18492" y="3222"/>
                  <a:pt x="18466" y="3192"/>
                  <a:pt x="18438" y="3163"/>
                </a:cubicBezTo>
                <a:cubicBezTo>
                  <a:pt x="18394" y="3119"/>
                  <a:pt x="18348" y="3079"/>
                  <a:pt x="18304" y="3036"/>
                </a:cubicBezTo>
                <a:close/>
                <a:moveTo>
                  <a:pt x="18781" y="3523"/>
                </a:moveTo>
                <a:lnTo>
                  <a:pt x="3522" y="18781"/>
                </a:lnTo>
                <a:cubicBezTo>
                  <a:pt x="3598" y="18850"/>
                  <a:pt x="3676" y="18915"/>
                  <a:pt x="3753" y="18982"/>
                </a:cubicBezTo>
                <a:lnTo>
                  <a:pt x="18982" y="3753"/>
                </a:lnTo>
                <a:cubicBezTo>
                  <a:pt x="18915" y="3676"/>
                  <a:pt x="18850" y="3598"/>
                  <a:pt x="18781" y="3523"/>
                </a:cubicBezTo>
                <a:close/>
                <a:moveTo>
                  <a:pt x="19224" y="4041"/>
                </a:moveTo>
                <a:lnTo>
                  <a:pt x="4041" y="19224"/>
                </a:lnTo>
                <a:cubicBezTo>
                  <a:pt x="4121" y="19289"/>
                  <a:pt x="4202" y="19350"/>
                  <a:pt x="4283" y="19412"/>
                </a:cubicBezTo>
                <a:lnTo>
                  <a:pt x="19412" y="4283"/>
                </a:lnTo>
                <a:cubicBezTo>
                  <a:pt x="19350" y="4202"/>
                  <a:pt x="19289" y="4121"/>
                  <a:pt x="19224" y="4041"/>
                </a:cubicBezTo>
                <a:close/>
                <a:moveTo>
                  <a:pt x="19637" y="4591"/>
                </a:moveTo>
                <a:lnTo>
                  <a:pt x="4591" y="19637"/>
                </a:lnTo>
                <a:cubicBezTo>
                  <a:pt x="4675" y="19696"/>
                  <a:pt x="4758" y="19757"/>
                  <a:pt x="4843" y="19813"/>
                </a:cubicBezTo>
                <a:lnTo>
                  <a:pt x="19813" y="4844"/>
                </a:lnTo>
                <a:cubicBezTo>
                  <a:pt x="19757" y="4758"/>
                  <a:pt x="19696" y="4675"/>
                  <a:pt x="19637" y="4591"/>
                </a:cubicBezTo>
                <a:close/>
                <a:moveTo>
                  <a:pt x="20019" y="5172"/>
                </a:moveTo>
                <a:lnTo>
                  <a:pt x="5172" y="20019"/>
                </a:lnTo>
                <a:cubicBezTo>
                  <a:pt x="5261" y="20073"/>
                  <a:pt x="5351" y="20126"/>
                  <a:pt x="5441" y="20178"/>
                </a:cubicBezTo>
                <a:lnTo>
                  <a:pt x="20178" y="5441"/>
                </a:lnTo>
                <a:cubicBezTo>
                  <a:pt x="20126" y="5351"/>
                  <a:pt x="20073" y="5261"/>
                  <a:pt x="20019" y="5172"/>
                </a:cubicBezTo>
                <a:close/>
                <a:moveTo>
                  <a:pt x="20369" y="5782"/>
                </a:moveTo>
                <a:lnTo>
                  <a:pt x="5782" y="20369"/>
                </a:lnTo>
                <a:cubicBezTo>
                  <a:pt x="5877" y="20419"/>
                  <a:pt x="5974" y="20463"/>
                  <a:pt x="6071" y="20510"/>
                </a:cubicBezTo>
                <a:lnTo>
                  <a:pt x="20510" y="6071"/>
                </a:lnTo>
                <a:cubicBezTo>
                  <a:pt x="20463" y="5975"/>
                  <a:pt x="20419" y="5878"/>
                  <a:pt x="20369" y="5782"/>
                </a:cubicBezTo>
                <a:close/>
                <a:moveTo>
                  <a:pt x="20679" y="6434"/>
                </a:moveTo>
                <a:lnTo>
                  <a:pt x="6434" y="20679"/>
                </a:lnTo>
                <a:cubicBezTo>
                  <a:pt x="6534" y="20723"/>
                  <a:pt x="6633" y="20769"/>
                  <a:pt x="6734" y="20809"/>
                </a:cubicBezTo>
                <a:lnTo>
                  <a:pt x="20809" y="6735"/>
                </a:lnTo>
                <a:cubicBezTo>
                  <a:pt x="20769" y="6634"/>
                  <a:pt x="20723" y="6534"/>
                  <a:pt x="20679" y="6434"/>
                </a:cubicBezTo>
                <a:close/>
                <a:moveTo>
                  <a:pt x="20956" y="7121"/>
                </a:moveTo>
                <a:lnTo>
                  <a:pt x="7120" y="20956"/>
                </a:lnTo>
                <a:cubicBezTo>
                  <a:pt x="7226" y="20994"/>
                  <a:pt x="7333" y="21030"/>
                  <a:pt x="7439" y="21065"/>
                </a:cubicBezTo>
                <a:lnTo>
                  <a:pt x="21065" y="7439"/>
                </a:lnTo>
                <a:cubicBezTo>
                  <a:pt x="21030" y="7333"/>
                  <a:pt x="20994" y="7226"/>
                  <a:pt x="20956" y="7121"/>
                </a:cubicBezTo>
                <a:close/>
                <a:moveTo>
                  <a:pt x="21190" y="7848"/>
                </a:moveTo>
                <a:lnTo>
                  <a:pt x="7848" y="21190"/>
                </a:lnTo>
                <a:cubicBezTo>
                  <a:pt x="7960" y="21221"/>
                  <a:pt x="8073" y="21252"/>
                  <a:pt x="8186" y="21280"/>
                </a:cubicBezTo>
                <a:lnTo>
                  <a:pt x="21280" y="8186"/>
                </a:lnTo>
                <a:cubicBezTo>
                  <a:pt x="21252" y="8073"/>
                  <a:pt x="21221" y="7960"/>
                  <a:pt x="21190" y="7848"/>
                </a:cubicBezTo>
                <a:close/>
                <a:moveTo>
                  <a:pt x="21378" y="8623"/>
                </a:moveTo>
                <a:lnTo>
                  <a:pt x="8623" y="21378"/>
                </a:lnTo>
                <a:cubicBezTo>
                  <a:pt x="8743" y="21402"/>
                  <a:pt x="8863" y="21424"/>
                  <a:pt x="8984" y="21445"/>
                </a:cubicBezTo>
                <a:lnTo>
                  <a:pt x="21445" y="8984"/>
                </a:lnTo>
                <a:cubicBezTo>
                  <a:pt x="21424" y="8864"/>
                  <a:pt x="21402" y="8743"/>
                  <a:pt x="21378" y="8623"/>
                </a:cubicBezTo>
                <a:close/>
                <a:moveTo>
                  <a:pt x="21514" y="9448"/>
                </a:moveTo>
                <a:lnTo>
                  <a:pt x="9447" y="21514"/>
                </a:lnTo>
                <a:cubicBezTo>
                  <a:pt x="9576" y="21530"/>
                  <a:pt x="9704" y="21546"/>
                  <a:pt x="9833" y="21557"/>
                </a:cubicBezTo>
                <a:lnTo>
                  <a:pt x="21557" y="9834"/>
                </a:lnTo>
                <a:cubicBezTo>
                  <a:pt x="21546" y="9705"/>
                  <a:pt x="21530" y="9576"/>
                  <a:pt x="21514" y="9448"/>
                </a:cubicBezTo>
                <a:close/>
                <a:moveTo>
                  <a:pt x="21590" y="10333"/>
                </a:moveTo>
                <a:lnTo>
                  <a:pt x="10332" y="21590"/>
                </a:lnTo>
                <a:cubicBezTo>
                  <a:pt x="10473" y="21596"/>
                  <a:pt x="10613" y="21599"/>
                  <a:pt x="10753" y="21600"/>
                </a:cubicBezTo>
                <a:lnTo>
                  <a:pt x="21600" y="10754"/>
                </a:lnTo>
                <a:cubicBezTo>
                  <a:pt x="21599" y="10613"/>
                  <a:pt x="21596" y="10473"/>
                  <a:pt x="21590" y="10333"/>
                </a:cubicBezTo>
                <a:close/>
                <a:moveTo>
                  <a:pt x="21590" y="11296"/>
                </a:moveTo>
                <a:lnTo>
                  <a:pt x="11295" y="21590"/>
                </a:lnTo>
                <a:cubicBezTo>
                  <a:pt x="11449" y="21583"/>
                  <a:pt x="11603" y="21572"/>
                  <a:pt x="11757" y="21558"/>
                </a:cubicBezTo>
                <a:lnTo>
                  <a:pt x="21558" y="11757"/>
                </a:lnTo>
                <a:cubicBezTo>
                  <a:pt x="21572" y="11603"/>
                  <a:pt x="21583" y="11450"/>
                  <a:pt x="21590" y="11296"/>
                </a:cubicBezTo>
                <a:close/>
                <a:moveTo>
                  <a:pt x="21489" y="12358"/>
                </a:moveTo>
                <a:lnTo>
                  <a:pt x="12358" y="21489"/>
                </a:lnTo>
                <a:cubicBezTo>
                  <a:pt x="12531" y="21464"/>
                  <a:pt x="12703" y="21434"/>
                  <a:pt x="12876" y="21400"/>
                </a:cubicBezTo>
                <a:lnTo>
                  <a:pt x="21400" y="12876"/>
                </a:lnTo>
                <a:cubicBezTo>
                  <a:pt x="21434" y="12704"/>
                  <a:pt x="21464" y="12531"/>
                  <a:pt x="21489" y="12358"/>
                </a:cubicBezTo>
                <a:close/>
                <a:moveTo>
                  <a:pt x="21239" y="13569"/>
                </a:moveTo>
                <a:lnTo>
                  <a:pt x="13569" y="21239"/>
                </a:lnTo>
                <a:cubicBezTo>
                  <a:pt x="13774" y="21185"/>
                  <a:pt x="13978" y="21125"/>
                  <a:pt x="14181" y="21058"/>
                </a:cubicBezTo>
                <a:lnTo>
                  <a:pt x="21058" y="14181"/>
                </a:lnTo>
                <a:cubicBezTo>
                  <a:pt x="21125" y="13978"/>
                  <a:pt x="21185" y="13774"/>
                  <a:pt x="21239" y="13569"/>
                </a:cubicBezTo>
                <a:close/>
                <a:moveTo>
                  <a:pt x="20736" y="15035"/>
                </a:moveTo>
                <a:lnTo>
                  <a:pt x="15035" y="20736"/>
                </a:lnTo>
                <a:cubicBezTo>
                  <a:pt x="15310" y="20619"/>
                  <a:pt x="15581" y="20493"/>
                  <a:pt x="15848" y="20352"/>
                </a:cubicBezTo>
                <a:lnTo>
                  <a:pt x="20352" y="15848"/>
                </a:lnTo>
                <a:cubicBezTo>
                  <a:pt x="20493" y="15581"/>
                  <a:pt x="20619" y="15310"/>
                  <a:pt x="20736" y="15035"/>
                </a:cubicBezTo>
                <a:close/>
                <a:moveTo>
                  <a:pt x="19400" y="17332"/>
                </a:moveTo>
                <a:lnTo>
                  <a:pt x="17332" y="19400"/>
                </a:lnTo>
                <a:cubicBezTo>
                  <a:pt x="17716" y="19108"/>
                  <a:pt x="18087" y="18789"/>
                  <a:pt x="18438" y="18438"/>
                </a:cubicBezTo>
                <a:cubicBezTo>
                  <a:pt x="18788" y="18087"/>
                  <a:pt x="19107" y="17716"/>
                  <a:pt x="19400" y="17332"/>
                </a:cubicBezTo>
                <a:close/>
              </a:path>
            </a:pathLst>
          </a:custGeom>
          <a:solidFill>
            <a:schemeClr val="accent4"/>
          </a:solidFill>
          <a:ln w="12700">
            <a:miter lim="400000"/>
          </a:ln>
        </p:spPr>
        <p:txBody>
          <a:bodyPr lIns="0" tIns="0" rIns="0" bIns="0" anchor="ctr"/>
          <a:lstStyle/>
          <a:p>
            <a:pPr marL="0" marR="0" lvl="0" indent="0" algn="ctr" defTabSz="8255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 kumimoji="0" sz="32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Helvetica Neue Medium"/>
              <a:sym typeface="Helvetica Neue Medium"/>
            </a:endParaRPr>
          </a:p>
        </p:txBody>
      </p:sp>
      <p:sp>
        <p:nvSpPr>
          <p:cNvPr id="218" name="Shape">
            <a:extLst>
              <a:ext uri="{FF2B5EF4-FFF2-40B4-BE49-F238E27FC236}">
                <a16:creationId xmlns:a16="http://schemas.microsoft.com/office/drawing/2014/main" id="{880E04AC-3978-C95B-4102-777534C8557F}"/>
              </a:ext>
            </a:extLst>
          </p:cNvPr>
          <p:cNvSpPr/>
          <p:nvPr/>
        </p:nvSpPr>
        <p:spPr>
          <a:xfrm>
            <a:off x="1688166" y="791392"/>
            <a:ext cx="7163901" cy="716420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800" y="0"/>
                </a:moveTo>
                <a:cubicBezTo>
                  <a:pt x="10787" y="0"/>
                  <a:pt x="10773" y="1"/>
                  <a:pt x="10759" y="1"/>
                </a:cubicBezTo>
                <a:lnTo>
                  <a:pt x="1" y="10760"/>
                </a:lnTo>
                <a:cubicBezTo>
                  <a:pt x="0" y="10900"/>
                  <a:pt x="3" y="11040"/>
                  <a:pt x="8" y="11181"/>
                </a:cubicBezTo>
                <a:lnTo>
                  <a:pt x="11180" y="9"/>
                </a:lnTo>
                <a:cubicBezTo>
                  <a:pt x="11054" y="4"/>
                  <a:pt x="10927" y="0"/>
                  <a:pt x="10800" y="0"/>
                </a:cubicBezTo>
                <a:close/>
                <a:moveTo>
                  <a:pt x="10211" y="17"/>
                </a:moveTo>
                <a:cubicBezTo>
                  <a:pt x="10057" y="25"/>
                  <a:pt x="9903" y="36"/>
                  <a:pt x="9748" y="51"/>
                </a:cubicBezTo>
                <a:lnTo>
                  <a:pt x="50" y="9749"/>
                </a:lnTo>
                <a:cubicBezTo>
                  <a:pt x="35" y="9903"/>
                  <a:pt x="25" y="10057"/>
                  <a:pt x="16" y="10212"/>
                </a:cubicBezTo>
                <a:lnTo>
                  <a:pt x="10211" y="17"/>
                </a:lnTo>
                <a:close/>
                <a:moveTo>
                  <a:pt x="11683" y="38"/>
                </a:moveTo>
                <a:lnTo>
                  <a:pt x="38" y="11684"/>
                </a:lnTo>
                <a:cubicBezTo>
                  <a:pt x="48" y="11814"/>
                  <a:pt x="62" y="11944"/>
                  <a:pt x="78" y="12075"/>
                </a:cubicBezTo>
                <a:lnTo>
                  <a:pt x="12074" y="78"/>
                </a:lnTo>
                <a:cubicBezTo>
                  <a:pt x="11944" y="63"/>
                  <a:pt x="11814" y="49"/>
                  <a:pt x="11683" y="38"/>
                </a:cubicBezTo>
                <a:close/>
                <a:moveTo>
                  <a:pt x="9136" y="131"/>
                </a:moveTo>
                <a:cubicBezTo>
                  <a:pt x="8960" y="158"/>
                  <a:pt x="8786" y="190"/>
                  <a:pt x="8611" y="226"/>
                </a:cubicBezTo>
                <a:lnTo>
                  <a:pt x="226" y="8611"/>
                </a:lnTo>
                <a:cubicBezTo>
                  <a:pt x="190" y="8786"/>
                  <a:pt x="157" y="8961"/>
                  <a:pt x="130" y="9137"/>
                </a:cubicBezTo>
                <a:lnTo>
                  <a:pt x="9136" y="131"/>
                </a:lnTo>
                <a:close/>
                <a:moveTo>
                  <a:pt x="12541" y="143"/>
                </a:moveTo>
                <a:lnTo>
                  <a:pt x="143" y="12541"/>
                </a:lnTo>
                <a:cubicBezTo>
                  <a:pt x="163" y="12663"/>
                  <a:pt x="183" y="12785"/>
                  <a:pt x="207" y="12906"/>
                </a:cubicBezTo>
                <a:lnTo>
                  <a:pt x="12906" y="208"/>
                </a:lnTo>
                <a:cubicBezTo>
                  <a:pt x="12785" y="184"/>
                  <a:pt x="12663" y="163"/>
                  <a:pt x="12541" y="143"/>
                </a:cubicBezTo>
                <a:close/>
                <a:moveTo>
                  <a:pt x="13343" y="303"/>
                </a:moveTo>
                <a:lnTo>
                  <a:pt x="303" y="13343"/>
                </a:lnTo>
                <a:cubicBezTo>
                  <a:pt x="330" y="13456"/>
                  <a:pt x="361" y="13569"/>
                  <a:pt x="392" y="13682"/>
                </a:cubicBezTo>
                <a:lnTo>
                  <a:pt x="13682" y="393"/>
                </a:lnTo>
                <a:cubicBezTo>
                  <a:pt x="13569" y="362"/>
                  <a:pt x="13456" y="331"/>
                  <a:pt x="13343" y="303"/>
                </a:cubicBezTo>
                <a:close/>
                <a:moveTo>
                  <a:pt x="7909" y="395"/>
                </a:moveTo>
                <a:cubicBezTo>
                  <a:pt x="7701" y="452"/>
                  <a:pt x="7495" y="515"/>
                  <a:pt x="7290" y="585"/>
                </a:cubicBezTo>
                <a:lnTo>
                  <a:pt x="584" y="7290"/>
                </a:lnTo>
                <a:cubicBezTo>
                  <a:pt x="514" y="7495"/>
                  <a:pt x="452" y="7702"/>
                  <a:pt x="394" y="7909"/>
                </a:cubicBezTo>
                <a:lnTo>
                  <a:pt x="7909" y="395"/>
                </a:lnTo>
                <a:close/>
                <a:moveTo>
                  <a:pt x="14094" y="515"/>
                </a:moveTo>
                <a:lnTo>
                  <a:pt x="514" y="14094"/>
                </a:lnTo>
                <a:cubicBezTo>
                  <a:pt x="549" y="14202"/>
                  <a:pt x="583" y="14310"/>
                  <a:pt x="620" y="14417"/>
                </a:cubicBezTo>
                <a:lnTo>
                  <a:pt x="14417" y="621"/>
                </a:lnTo>
                <a:cubicBezTo>
                  <a:pt x="14310" y="583"/>
                  <a:pt x="14202" y="549"/>
                  <a:pt x="14094" y="515"/>
                </a:cubicBezTo>
                <a:close/>
                <a:moveTo>
                  <a:pt x="14804" y="767"/>
                </a:moveTo>
                <a:lnTo>
                  <a:pt x="767" y="14804"/>
                </a:lnTo>
                <a:cubicBezTo>
                  <a:pt x="807" y="14905"/>
                  <a:pt x="851" y="15004"/>
                  <a:pt x="894" y="15104"/>
                </a:cubicBezTo>
                <a:lnTo>
                  <a:pt x="15104" y="895"/>
                </a:lnTo>
                <a:cubicBezTo>
                  <a:pt x="15004" y="852"/>
                  <a:pt x="14905" y="807"/>
                  <a:pt x="14804" y="767"/>
                </a:cubicBezTo>
                <a:close/>
                <a:moveTo>
                  <a:pt x="6411" y="932"/>
                </a:moveTo>
                <a:cubicBezTo>
                  <a:pt x="6118" y="1062"/>
                  <a:pt x="5831" y="1206"/>
                  <a:pt x="5549" y="1363"/>
                </a:cubicBezTo>
                <a:lnTo>
                  <a:pt x="1362" y="5549"/>
                </a:lnTo>
                <a:cubicBezTo>
                  <a:pt x="1205" y="5832"/>
                  <a:pt x="1061" y="6119"/>
                  <a:pt x="931" y="6411"/>
                </a:cubicBezTo>
                <a:lnTo>
                  <a:pt x="6411" y="932"/>
                </a:lnTo>
                <a:close/>
                <a:moveTo>
                  <a:pt x="15470" y="1061"/>
                </a:moveTo>
                <a:lnTo>
                  <a:pt x="1060" y="15471"/>
                </a:lnTo>
                <a:cubicBezTo>
                  <a:pt x="1106" y="15567"/>
                  <a:pt x="1153" y="15664"/>
                  <a:pt x="1202" y="15759"/>
                </a:cubicBezTo>
                <a:lnTo>
                  <a:pt x="15759" y="1203"/>
                </a:lnTo>
                <a:cubicBezTo>
                  <a:pt x="15663" y="1153"/>
                  <a:pt x="15567" y="1107"/>
                  <a:pt x="15470" y="1061"/>
                </a:cubicBezTo>
                <a:close/>
                <a:moveTo>
                  <a:pt x="16103" y="1391"/>
                </a:moveTo>
                <a:lnTo>
                  <a:pt x="1391" y="16103"/>
                </a:lnTo>
                <a:cubicBezTo>
                  <a:pt x="1442" y="16194"/>
                  <a:pt x="1494" y="16285"/>
                  <a:pt x="1548" y="16375"/>
                </a:cubicBezTo>
                <a:lnTo>
                  <a:pt x="16375" y="1549"/>
                </a:lnTo>
                <a:cubicBezTo>
                  <a:pt x="16285" y="1495"/>
                  <a:pt x="16194" y="1442"/>
                  <a:pt x="16103" y="1391"/>
                </a:cubicBezTo>
                <a:close/>
                <a:moveTo>
                  <a:pt x="16703" y="1754"/>
                </a:moveTo>
                <a:lnTo>
                  <a:pt x="1753" y="16703"/>
                </a:lnTo>
                <a:cubicBezTo>
                  <a:pt x="1809" y="16788"/>
                  <a:pt x="1869" y="16872"/>
                  <a:pt x="1928" y="16956"/>
                </a:cubicBezTo>
                <a:lnTo>
                  <a:pt x="16956" y="1928"/>
                </a:lnTo>
                <a:cubicBezTo>
                  <a:pt x="16872" y="1869"/>
                  <a:pt x="16788" y="1810"/>
                  <a:pt x="16703" y="1754"/>
                </a:cubicBezTo>
                <a:close/>
                <a:moveTo>
                  <a:pt x="17267" y="2151"/>
                </a:moveTo>
                <a:lnTo>
                  <a:pt x="2151" y="17267"/>
                </a:lnTo>
                <a:cubicBezTo>
                  <a:pt x="2212" y="17349"/>
                  <a:pt x="2274" y="17430"/>
                  <a:pt x="2338" y="17510"/>
                </a:cubicBezTo>
                <a:lnTo>
                  <a:pt x="17510" y="2338"/>
                </a:lnTo>
                <a:cubicBezTo>
                  <a:pt x="17430" y="2275"/>
                  <a:pt x="17349" y="2212"/>
                  <a:pt x="17267" y="2151"/>
                </a:cubicBezTo>
                <a:close/>
                <a:moveTo>
                  <a:pt x="3805" y="2574"/>
                </a:moveTo>
                <a:cubicBezTo>
                  <a:pt x="3586" y="2761"/>
                  <a:pt x="3370" y="2956"/>
                  <a:pt x="3163" y="3163"/>
                </a:cubicBezTo>
                <a:cubicBezTo>
                  <a:pt x="2955" y="3371"/>
                  <a:pt x="2761" y="3586"/>
                  <a:pt x="2574" y="3806"/>
                </a:cubicBezTo>
                <a:lnTo>
                  <a:pt x="3805" y="2574"/>
                </a:lnTo>
                <a:close/>
                <a:moveTo>
                  <a:pt x="17801" y="2579"/>
                </a:moveTo>
                <a:lnTo>
                  <a:pt x="2579" y="17801"/>
                </a:lnTo>
                <a:cubicBezTo>
                  <a:pt x="2645" y="17878"/>
                  <a:pt x="2709" y="17957"/>
                  <a:pt x="2777" y="18032"/>
                </a:cubicBezTo>
                <a:lnTo>
                  <a:pt x="18032" y="2777"/>
                </a:lnTo>
                <a:cubicBezTo>
                  <a:pt x="17957" y="2709"/>
                  <a:pt x="17878" y="2645"/>
                  <a:pt x="17801" y="2579"/>
                </a:cubicBezTo>
                <a:close/>
                <a:moveTo>
                  <a:pt x="18304" y="3036"/>
                </a:moveTo>
                <a:lnTo>
                  <a:pt x="3036" y="18304"/>
                </a:lnTo>
                <a:cubicBezTo>
                  <a:pt x="3079" y="18349"/>
                  <a:pt x="3119" y="18394"/>
                  <a:pt x="3163" y="18438"/>
                </a:cubicBezTo>
                <a:cubicBezTo>
                  <a:pt x="3191" y="18466"/>
                  <a:pt x="3222" y="18492"/>
                  <a:pt x="3250" y="18521"/>
                </a:cubicBezTo>
                <a:lnTo>
                  <a:pt x="18521" y="3251"/>
                </a:lnTo>
                <a:cubicBezTo>
                  <a:pt x="18492" y="3222"/>
                  <a:pt x="18466" y="3192"/>
                  <a:pt x="18438" y="3163"/>
                </a:cubicBezTo>
                <a:cubicBezTo>
                  <a:pt x="18394" y="3119"/>
                  <a:pt x="18348" y="3079"/>
                  <a:pt x="18304" y="3036"/>
                </a:cubicBezTo>
                <a:close/>
                <a:moveTo>
                  <a:pt x="18781" y="3523"/>
                </a:moveTo>
                <a:lnTo>
                  <a:pt x="3522" y="18781"/>
                </a:lnTo>
                <a:cubicBezTo>
                  <a:pt x="3598" y="18850"/>
                  <a:pt x="3676" y="18915"/>
                  <a:pt x="3753" y="18982"/>
                </a:cubicBezTo>
                <a:lnTo>
                  <a:pt x="18982" y="3753"/>
                </a:lnTo>
                <a:cubicBezTo>
                  <a:pt x="18915" y="3676"/>
                  <a:pt x="18850" y="3598"/>
                  <a:pt x="18781" y="3523"/>
                </a:cubicBezTo>
                <a:close/>
                <a:moveTo>
                  <a:pt x="19224" y="4041"/>
                </a:moveTo>
                <a:lnTo>
                  <a:pt x="4041" y="19224"/>
                </a:lnTo>
                <a:cubicBezTo>
                  <a:pt x="4121" y="19289"/>
                  <a:pt x="4202" y="19350"/>
                  <a:pt x="4283" y="19412"/>
                </a:cubicBezTo>
                <a:lnTo>
                  <a:pt x="19412" y="4283"/>
                </a:lnTo>
                <a:cubicBezTo>
                  <a:pt x="19350" y="4202"/>
                  <a:pt x="19289" y="4121"/>
                  <a:pt x="19224" y="4041"/>
                </a:cubicBezTo>
                <a:close/>
                <a:moveTo>
                  <a:pt x="19637" y="4591"/>
                </a:moveTo>
                <a:lnTo>
                  <a:pt x="4591" y="19637"/>
                </a:lnTo>
                <a:cubicBezTo>
                  <a:pt x="4675" y="19696"/>
                  <a:pt x="4758" y="19757"/>
                  <a:pt x="4843" y="19813"/>
                </a:cubicBezTo>
                <a:lnTo>
                  <a:pt x="19813" y="4844"/>
                </a:lnTo>
                <a:cubicBezTo>
                  <a:pt x="19757" y="4758"/>
                  <a:pt x="19696" y="4675"/>
                  <a:pt x="19637" y="4591"/>
                </a:cubicBezTo>
                <a:close/>
                <a:moveTo>
                  <a:pt x="20019" y="5172"/>
                </a:moveTo>
                <a:lnTo>
                  <a:pt x="5172" y="20019"/>
                </a:lnTo>
                <a:cubicBezTo>
                  <a:pt x="5261" y="20073"/>
                  <a:pt x="5351" y="20126"/>
                  <a:pt x="5441" y="20178"/>
                </a:cubicBezTo>
                <a:lnTo>
                  <a:pt x="20178" y="5441"/>
                </a:lnTo>
                <a:cubicBezTo>
                  <a:pt x="20126" y="5351"/>
                  <a:pt x="20073" y="5261"/>
                  <a:pt x="20019" y="5172"/>
                </a:cubicBezTo>
                <a:close/>
                <a:moveTo>
                  <a:pt x="20369" y="5782"/>
                </a:moveTo>
                <a:lnTo>
                  <a:pt x="5782" y="20369"/>
                </a:lnTo>
                <a:cubicBezTo>
                  <a:pt x="5877" y="20419"/>
                  <a:pt x="5974" y="20463"/>
                  <a:pt x="6071" y="20510"/>
                </a:cubicBezTo>
                <a:lnTo>
                  <a:pt x="20510" y="6071"/>
                </a:lnTo>
                <a:cubicBezTo>
                  <a:pt x="20463" y="5975"/>
                  <a:pt x="20419" y="5878"/>
                  <a:pt x="20369" y="5782"/>
                </a:cubicBezTo>
                <a:close/>
                <a:moveTo>
                  <a:pt x="20679" y="6434"/>
                </a:moveTo>
                <a:lnTo>
                  <a:pt x="6434" y="20679"/>
                </a:lnTo>
                <a:cubicBezTo>
                  <a:pt x="6534" y="20723"/>
                  <a:pt x="6633" y="20769"/>
                  <a:pt x="6734" y="20809"/>
                </a:cubicBezTo>
                <a:lnTo>
                  <a:pt x="20809" y="6735"/>
                </a:lnTo>
                <a:cubicBezTo>
                  <a:pt x="20769" y="6634"/>
                  <a:pt x="20723" y="6534"/>
                  <a:pt x="20679" y="6434"/>
                </a:cubicBezTo>
                <a:close/>
                <a:moveTo>
                  <a:pt x="20956" y="7121"/>
                </a:moveTo>
                <a:lnTo>
                  <a:pt x="7120" y="20956"/>
                </a:lnTo>
                <a:cubicBezTo>
                  <a:pt x="7226" y="20994"/>
                  <a:pt x="7333" y="21030"/>
                  <a:pt x="7439" y="21065"/>
                </a:cubicBezTo>
                <a:lnTo>
                  <a:pt x="21065" y="7439"/>
                </a:lnTo>
                <a:cubicBezTo>
                  <a:pt x="21030" y="7333"/>
                  <a:pt x="20994" y="7226"/>
                  <a:pt x="20956" y="7121"/>
                </a:cubicBezTo>
                <a:close/>
                <a:moveTo>
                  <a:pt x="21190" y="7848"/>
                </a:moveTo>
                <a:lnTo>
                  <a:pt x="7848" y="21190"/>
                </a:lnTo>
                <a:cubicBezTo>
                  <a:pt x="7960" y="21221"/>
                  <a:pt x="8073" y="21252"/>
                  <a:pt x="8186" y="21280"/>
                </a:cubicBezTo>
                <a:lnTo>
                  <a:pt x="21280" y="8186"/>
                </a:lnTo>
                <a:cubicBezTo>
                  <a:pt x="21252" y="8073"/>
                  <a:pt x="21221" y="7960"/>
                  <a:pt x="21190" y="7848"/>
                </a:cubicBezTo>
                <a:close/>
                <a:moveTo>
                  <a:pt x="21378" y="8623"/>
                </a:moveTo>
                <a:lnTo>
                  <a:pt x="8623" y="21378"/>
                </a:lnTo>
                <a:cubicBezTo>
                  <a:pt x="8743" y="21402"/>
                  <a:pt x="8863" y="21424"/>
                  <a:pt x="8984" y="21445"/>
                </a:cubicBezTo>
                <a:lnTo>
                  <a:pt x="21445" y="8984"/>
                </a:lnTo>
                <a:cubicBezTo>
                  <a:pt x="21424" y="8864"/>
                  <a:pt x="21402" y="8743"/>
                  <a:pt x="21378" y="8623"/>
                </a:cubicBezTo>
                <a:close/>
                <a:moveTo>
                  <a:pt x="21514" y="9448"/>
                </a:moveTo>
                <a:lnTo>
                  <a:pt x="9447" y="21514"/>
                </a:lnTo>
                <a:cubicBezTo>
                  <a:pt x="9576" y="21530"/>
                  <a:pt x="9704" y="21546"/>
                  <a:pt x="9833" y="21557"/>
                </a:cubicBezTo>
                <a:lnTo>
                  <a:pt x="21557" y="9834"/>
                </a:lnTo>
                <a:cubicBezTo>
                  <a:pt x="21546" y="9705"/>
                  <a:pt x="21530" y="9576"/>
                  <a:pt x="21514" y="9448"/>
                </a:cubicBezTo>
                <a:close/>
                <a:moveTo>
                  <a:pt x="21590" y="10333"/>
                </a:moveTo>
                <a:lnTo>
                  <a:pt x="10332" y="21590"/>
                </a:lnTo>
                <a:cubicBezTo>
                  <a:pt x="10473" y="21596"/>
                  <a:pt x="10613" y="21599"/>
                  <a:pt x="10753" y="21600"/>
                </a:cubicBezTo>
                <a:lnTo>
                  <a:pt x="21600" y="10754"/>
                </a:lnTo>
                <a:cubicBezTo>
                  <a:pt x="21599" y="10613"/>
                  <a:pt x="21596" y="10473"/>
                  <a:pt x="21590" y="10333"/>
                </a:cubicBezTo>
                <a:close/>
                <a:moveTo>
                  <a:pt x="21590" y="11296"/>
                </a:moveTo>
                <a:lnTo>
                  <a:pt x="11295" y="21590"/>
                </a:lnTo>
                <a:cubicBezTo>
                  <a:pt x="11449" y="21583"/>
                  <a:pt x="11603" y="21572"/>
                  <a:pt x="11757" y="21558"/>
                </a:cubicBezTo>
                <a:lnTo>
                  <a:pt x="21558" y="11757"/>
                </a:lnTo>
                <a:cubicBezTo>
                  <a:pt x="21572" y="11603"/>
                  <a:pt x="21583" y="11450"/>
                  <a:pt x="21590" y="11296"/>
                </a:cubicBezTo>
                <a:close/>
                <a:moveTo>
                  <a:pt x="21489" y="12358"/>
                </a:moveTo>
                <a:lnTo>
                  <a:pt x="12358" y="21489"/>
                </a:lnTo>
                <a:cubicBezTo>
                  <a:pt x="12531" y="21464"/>
                  <a:pt x="12703" y="21434"/>
                  <a:pt x="12876" y="21400"/>
                </a:cubicBezTo>
                <a:lnTo>
                  <a:pt x="21400" y="12876"/>
                </a:lnTo>
                <a:cubicBezTo>
                  <a:pt x="21434" y="12704"/>
                  <a:pt x="21464" y="12531"/>
                  <a:pt x="21489" y="12358"/>
                </a:cubicBezTo>
                <a:close/>
                <a:moveTo>
                  <a:pt x="21239" y="13569"/>
                </a:moveTo>
                <a:lnTo>
                  <a:pt x="13569" y="21239"/>
                </a:lnTo>
                <a:cubicBezTo>
                  <a:pt x="13774" y="21185"/>
                  <a:pt x="13978" y="21125"/>
                  <a:pt x="14181" y="21058"/>
                </a:cubicBezTo>
                <a:lnTo>
                  <a:pt x="21058" y="14181"/>
                </a:lnTo>
                <a:cubicBezTo>
                  <a:pt x="21125" y="13978"/>
                  <a:pt x="21185" y="13774"/>
                  <a:pt x="21239" y="13569"/>
                </a:cubicBezTo>
                <a:close/>
                <a:moveTo>
                  <a:pt x="20736" y="15035"/>
                </a:moveTo>
                <a:lnTo>
                  <a:pt x="15035" y="20736"/>
                </a:lnTo>
                <a:cubicBezTo>
                  <a:pt x="15310" y="20619"/>
                  <a:pt x="15581" y="20493"/>
                  <a:pt x="15848" y="20352"/>
                </a:cubicBezTo>
                <a:lnTo>
                  <a:pt x="20352" y="15848"/>
                </a:lnTo>
                <a:cubicBezTo>
                  <a:pt x="20493" y="15581"/>
                  <a:pt x="20619" y="15310"/>
                  <a:pt x="20736" y="15035"/>
                </a:cubicBezTo>
                <a:close/>
                <a:moveTo>
                  <a:pt x="19400" y="17332"/>
                </a:moveTo>
                <a:lnTo>
                  <a:pt x="17332" y="19400"/>
                </a:lnTo>
                <a:cubicBezTo>
                  <a:pt x="17716" y="19108"/>
                  <a:pt x="18087" y="18789"/>
                  <a:pt x="18438" y="18438"/>
                </a:cubicBezTo>
                <a:cubicBezTo>
                  <a:pt x="18788" y="18087"/>
                  <a:pt x="19107" y="17716"/>
                  <a:pt x="19400" y="17332"/>
                </a:cubicBezTo>
                <a:close/>
              </a:path>
            </a:pathLst>
          </a:custGeom>
          <a:solidFill>
            <a:schemeClr val="accent4"/>
          </a:solidFill>
          <a:ln w="12700">
            <a:miter lim="400000"/>
          </a:ln>
        </p:spPr>
        <p:txBody>
          <a:bodyPr lIns="0" tIns="0" rIns="0" bIns="0" anchor="ctr"/>
          <a:lstStyle/>
          <a:p>
            <a:pPr marL="0" marR="0" lvl="0" indent="0" algn="ctr" defTabSz="8255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 kumimoji="0" sz="32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Helvetica Neue Medium"/>
              <a:sym typeface="Helvetica Neue Medium"/>
            </a:endParaRPr>
          </a:p>
        </p:txBody>
      </p:sp>
      <p:sp>
        <p:nvSpPr>
          <p:cNvPr id="219" name="Shape">
            <a:extLst>
              <a:ext uri="{FF2B5EF4-FFF2-40B4-BE49-F238E27FC236}">
                <a16:creationId xmlns:a16="http://schemas.microsoft.com/office/drawing/2014/main" id="{D607676B-C919-1963-2818-F9D5986E7E83}"/>
              </a:ext>
            </a:extLst>
          </p:cNvPr>
          <p:cNvSpPr/>
          <p:nvPr/>
        </p:nvSpPr>
        <p:spPr>
          <a:xfrm>
            <a:off x="11727838" y="12253507"/>
            <a:ext cx="4276957" cy="427713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800" y="0"/>
                </a:moveTo>
                <a:cubicBezTo>
                  <a:pt x="10787" y="0"/>
                  <a:pt x="10773" y="1"/>
                  <a:pt x="10759" y="1"/>
                </a:cubicBezTo>
                <a:lnTo>
                  <a:pt x="1" y="10760"/>
                </a:lnTo>
                <a:cubicBezTo>
                  <a:pt x="0" y="10900"/>
                  <a:pt x="3" y="11040"/>
                  <a:pt x="8" y="11181"/>
                </a:cubicBezTo>
                <a:lnTo>
                  <a:pt x="11180" y="9"/>
                </a:lnTo>
                <a:cubicBezTo>
                  <a:pt x="11054" y="4"/>
                  <a:pt x="10927" y="0"/>
                  <a:pt x="10800" y="0"/>
                </a:cubicBezTo>
                <a:close/>
                <a:moveTo>
                  <a:pt x="10211" y="17"/>
                </a:moveTo>
                <a:cubicBezTo>
                  <a:pt x="10057" y="25"/>
                  <a:pt x="9903" y="36"/>
                  <a:pt x="9748" y="51"/>
                </a:cubicBezTo>
                <a:lnTo>
                  <a:pt x="50" y="9749"/>
                </a:lnTo>
                <a:cubicBezTo>
                  <a:pt x="35" y="9903"/>
                  <a:pt x="25" y="10057"/>
                  <a:pt x="16" y="10212"/>
                </a:cubicBezTo>
                <a:lnTo>
                  <a:pt x="10211" y="17"/>
                </a:lnTo>
                <a:close/>
                <a:moveTo>
                  <a:pt x="11683" y="38"/>
                </a:moveTo>
                <a:lnTo>
                  <a:pt x="38" y="11684"/>
                </a:lnTo>
                <a:cubicBezTo>
                  <a:pt x="48" y="11814"/>
                  <a:pt x="62" y="11944"/>
                  <a:pt x="78" y="12075"/>
                </a:cubicBezTo>
                <a:lnTo>
                  <a:pt x="12074" y="78"/>
                </a:lnTo>
                <a:cubicBezTo>
                  <a:pt x="11944" y="63"/>
                  <a:pt x="11814" y="49"/>
                  <a:pt x="11683" y="38"/>
                </a:cubicBezTo>
                <a:close/>
                <a:moveTo>
                  <a:pt x="9136" y="131"/>
                </a:moveTo>
                <a:cubicBezTo>
                  <a:pt x="8960" y="158"/>
                  <a:pt x="8786" y="190"/>
                  <a:pt x="8611" y="226"/>
                </a:cubicBezTo>
                <a:lnTo>
                  <a:pt x="226" y="8611"/>
                </a:lnTo>
                <a:cubicBezTo>
                  <a:pt x="190" y="8786"/>
                  <a:pt x="157" y="8961"/>
                  <a:pt x="130" y="9137"/>
                </a:cubicBezTo>
                <a:lnTo>
                  <a:pt x="9136" y="131"/>
                </a:lnTo>
                <a:close/>
                <a:moveTo>
                  <a:pt x="12541" y="143"/>
                </a:moveTo>
                <a:lnTo>
                  <a:pt x="143" y="12541"/>
                </a:lnTo>
                <a:cubicBezTo>
                  <a:pt x="163" y="12663"/>
                  <a:pt x="183" y="12785"/>
                  <a:pt x="207" y="12906"/>
                </a:cubicBezTo>
                <a:lnTo>
                  <a:pt x="12906" y="208"/>
                </a:lnTo>
                <a:cubicBezTo>
                  <a:pt x="12785" y="184"/>
                  <a:pt x="12663" y="163"/>
                  <a:pt x="12541" y="143"/>
                </a:cubicBezTo>
                <a:close/>
                <a:moveTo>
                  <a:pt x="13343" y="303"/>
                </a:moveTo>
                <a:lnTo>
                  <a:pt x="303" y="13343"/>
                </a:lnTo>
                <a:cubicBezTo>
                  <a:pt x="330" y="13456"/>
                  <a:pt x="361" y="13569"/>
                  <a:pt x="392" y="13682"/>
                </a:cubicBezTo>
                <a:lnTo>
                  <a:pt x="13682" y="393"/>
                </a:lnTo>
                <a:cubicBezTo>
                  <a:pt x="13569" y="362"/>
                  <a:pt x="13456" y="331"/>
                  <a:pt x="13343" y="303"/>
                </a:cubicBezTo>
                <a:close/>
                <a:moveTo>
                  <a:pt x="7909" y="395"/>
                </a:moveTo>
                <a:cubicBezTo>
                  <a:pt x="7701" y="452"/>
                  <a:pt x="7495" y="515"/>
                  <a:pt x="7290" y="585"/>
                </a:cubicBezTo>
                <a:lnTo>
                  <a:pt x="584" y="7290"/>
                </a:lnTo>
                <a:cubicBezTo>
                  <a:pt x="514" y="7495"/>
                  <a:pt x="452" y="7702"/>
                  <a:pt x="394" y="7909"/>
                </a:cubicBezTo>
                <a:lnTo>
                  <a:pt x="7909" y="395"/>
                </a:lnTo>
                <a:close/>
                <a:moveTo>
                  <a:pt x="14094" y="515"/>
                </a:moveTo>
                <a:lnTo>
                  <a:pt x="514" y="14094"/>
                </a:lnTo>
                <a:cubicBezTo>
                  <a:pt x="549" y="14202"/>
                  <a:pt x="583" y="14310"/>
                  <a:pt x="620" y="14417"/>
                </a:cubicBezTo>
                <a:lnTo>
                  <a:pt x="14417" y="621"/>
                </a:lnTo>
                <a:cubicBezTo>
                  <a:pt x="14310" y="583"/>
                  <a:pt x="14202" y="549"/>
                  <a:pt x="14094" y="515"/>
                </a:cubicBezTo>
                <a:close/>
                <a:moveTo>
                  <a:pt x="14804" y="767"/>
                </a:moveTo>
                <a:lnTo>
                  <a:pt x="767" y="14804"/>
                </a:lnTo>
                <a:cubicBezTo>
                  <a:pt x="807" y="14905"/>
                  <a:pt x="851" y="15004"/>
                  <a:pt x="894" y="15104"/>
                </a:cubicBezTo>
                <a:lnTo>
                  <a:pt x="15104" y="895"/>
                </a:lnTo>
                <a:cubicBezTo>
                  <a:pt x="15004" y="852"/>
                  <a:pt x="14905" y="807"/>
                  <a:pt x="14804" y="767"/>
                </a:cubicBezTo>
                <a:close/>
                <a:moveTo>
                  <a:pt x="6411" y="932"/>
                </a:moveTo>
                <a:cubicBezTo>
                  <a:pt x="6118" y="1062"/>
                  <a:pt x="5831" y="1206"/>
                  <a:pt x="5549" y="1363"/>
                </a:cubicBezTo>
                <a:lnTo>
                  <a:pt x="1362" y="5549"/>
                </a:lnTo>
                <a:cubicBezTo>
                  <a:pt x="1205" y="5832"/>
                  <a:pt x="1061" y="6119"/>
                  <a:pt x="931" y="6411"/>
                </a:cubicBezTo>
                <a:lnTo>
                  <a:pt x="6411" y="932"/>
                </a:lnTo>
                <a:close/>
                <a:moveTo>
                  <a:pt x="15470" y="1061"/>
                </a:moveTo>
                <a:lnTo>
                  <a:pt x="1060" y="15471"/>
                </a:lnTo>
                <a:cubicBezTo>
                  <a:pt x="1106" y="15567"/>
                  <a:pt x="1153" y="15664"/>
                  <a:pt x="1202" y="15759"/>
                </a:cubicBezTo>
                <a:lnTo>
                  <a:pt x="15759" y="1203"/>
                </a:lnTo>
                <a:cubicBezTo>
                  <a:pt x="15663" y="1153"/>
                  <a:pt x="15567" y="1107"/>
                  <a:pt x="15470" y="1061"/>
                </a:cubicBezTo>
                <a:close/>
                <a:moveTo>
                  <a:pt x="16103" y="1391"/>
                </a:moveTo>
                <a:lnTo>
                  <a:pt x="1391" y="16103"/>
                </a:lnTo>
                <a:cubicBezTo>
                  <a:pt x="1442" y="16194"/>
                  <a:pt x="1494" y="16285"/>
                  <a:pt x="1549" y="16375"/>
                </a:cubicBezTo>
                <a:lnTo>
                  <a:pt x="16375" y="1549"/>
                </a:lnTo>
                <a:cubicBezTo>
                  <a:pt x="16285" y="1495"/>
                  <a:pt x="16194" y="1442"/>
                  <a:pt x="16103" y="1391"/>
                </a:cubicBezTo>
                <a:close/>
                <a:moveTo>
                  <a:pt x="16703" y="1754"/>
                </a:moveTo>
                <a:lnTo>
                  <a:pt x="1753" y="16703"/>
                </a:lnTo>
                <a:cubicBezTo>
                  <a:pt x="1809" y="16788"/>
                  <a:pt x="1869" y="16872"/>
                  <a:pt x="1928" y="16956"/>
                </a:cubicBezTo>
                <a:lnTo>
                  <a:pt x="16956" y="1928"/>
                </a:lnTo>
                <a:cubicBezTo>
                  <a:pt x="16872" y="1869"/>
                  <a:pt x="16788" y="1810"/>
                  <a:pt x="16703" y="1754"/>
                </a:cubicBezTo>
                <a:close/>
                <a:moveTo>
                  <a:pt x="17267" y="2151"/>
                </a:moveTo>
                <a:lnTo>
                  <a:pt x="2151" y="17267"/>
                </a:lnTo>
                <a:cubicBezTo>
                  <a:pt x="2212" y="17349"/>
                  <a:pt x="2274" y="17430"/>
                  <a:pt x="2338" y="17510"/>
                </a:cubicBezTo>
                <a:lnTo>
                  <a:pt x="17510" y="2338"/>
                </a:lnTo>
                <a:cubicBezTo>
                  <a:pt x="17430" y="2275"/>
                  <a:pt x="17349" y="2212"/>
                  <a:pt x="17267" y="2151"/>
                </a:cubicBezTo>
                <a:close/>
                <a:moveTo>
                  <a:pt x="3805" y="2574"/>
                </a:moveTo>
                <a:cubicBezTo>
                  <a:pt x="3586" y="2761"/>
                  <a:pt x="3370" y="2956"/>
                  <a:pt x="3163" y="3163"/>
                </a:cubicBezTo>
                <a:cubicBezTo>
                  <a:pt x="2955" y="3371"/>
                  <a:pt x="2761" y="3586"/>
                  <a:pt x="2574" y="3806"/>
                </a:cubicBezTo>
                <a:lnTo>
                  <a:pt x="3805" y="2574"/>
                </a:lnTo>
                <a:close/>
                <a:moveTo>
                  <a:pt x="17801" y="2579"/>
                </a:moveTo>
                <a:lnTo>
                  <a:pt x="2579" y="17801"/>
                </a:lnTo>
                <a:cubicBezTo>
                  <a:pt x="2645" y="17878"/>
                  <a:pt x="2709" y="17957"/>
                  <a:pt x="2777" y="18032"/>
                </a:cubicBezTo>
                <a:lnTo>
                  <a:pt x="18032" y="2777"/>
                </a:lnTo>
                <a:cubicBezTo>
                  <a:pt x="17957" y="2709"/>
                  <a:pt x="17878" y="2645"/>
                  <a:pt x="17801" y="2579"/>
                </a:cubicBezTo>
                <a:close/>
                <a:moveTo>
                  <a:pt x="18304" y="3036"/>
                </a:moveTo>
                <a:lnTo>
                  <a:pt x="3036" y="18304"/>
                </a:lnTo>
                <a:cubicBezTo>
                  <a:pt x="3079" y="18349"/>
                  <a:pt x="3119" y="18394"/>
                  <a:pt x="3163" y="18438"/>
                </a:cubicBezTo>
                <a:cubicBezTo>
                  <a:pt x="3191" y="18466"/>
                  <a:pt x="3222" y="18492"/>
                  <a:pt x="3250" y="18521"/>
                </a:cubicBezTo>
                <a:lnTo>
                  <a:pt x="18521" y="3251"/>
                </a:lnTo>
                <a:cubicBezTo>
                  <a:pt x="18492" y="3222"/>
                  <a:pt x="18466" y="3192"/>
                  <a:pt x="18438" y="3163"/>
                </a:cubicBezTo>
                <a:cubicBezTo>
                  <a:pt x="18394" y="3119"/>
                  <a:pt x="18348" y="3079"/>
                  <a:pt x="18304" y="3036"/>
                </a:cubicBezTo>
                <a:close/>
                <a:moveTo>
                  <a:pt x="18781" y="3523"/>
                </a:moveTo>
                <a:lnTo>
                  <a:pt x="3522" y="18781"/>
                </a:lnTo>
                <a:cubicBezTo>
                  <a:pt x="3598" y="18850"/>
                  <a:pt x="3676" y="18915"/>
                  <a:pt x="3753" y="18982"/>
                </a:cubicBezTo>
                <a:lnTo>
                  <a:pt x="18982" y="3753"/>
                </a:lnTo>
                <a:cubicBezTo>
                  <a:pt x="18915" y="3676"/>
                  <a:pt x="18850" y="3598"/>
                  <a:pt x="18781" y="3523"/>
                </a:cubicBezTo>
                <a:close/>
                <a:moveTo>
                  <a:pt x="19224" y="4041"/>
                </a:moveTo>
                <a:lnTo>
                  <a:pt x="4041" y="19224"/>
                </a:lnTo>
                <a:cubicBezTo>
                  <a:pt x="4121" y="19289"/>
                  <a:pt x="4202" y="19350"/>
                  <a:pt x="4283" y="19412"/>
                </a:cubicBezTo>
                <a:lnTo>
                  <a:pt x="19412" y="4283"/>
                </a:lnTo>
                <a:cubicBezTo>
                  <a:pt x="19350" y="4202"/>
                  <a:pt x="19289" y="4121"/>
                  <a:pt x="19224" y="4041"/>
                </a:cubicBezTo>
                <a:close/>
                <a:moveTo>
                  <a:pt x="19637" y="4591"/>
                </a:moveTo>
                <a:lnTo>
                  <a:pt x="4591" y="19637"/>
                </a:lnTo>
                <a:cubicBezTo>
                  <a:pt x="4675" y="19696"/>
                  <a:pt x="4758" y="19757"/>
                  <a:pt x="4843" y="19813"/>
                </a:cubicBezTo>
                <a:lnTo>
                  <a:pt x="19813" y="4844"/>
                </a:lnTo>
                <a:cubicBezTo>
                  <a:pt x="19757" y="4758"/>
                  <a:pt x="19696" y="4675"/>
                  <a:pt x="19637" y="4591"/>
                </a:cubicBezTo>
                <a:close/>
                <a:moveTo>
                  <a:pt x="20019" y="5172"/>
                </a:moveTo>
                <a:lnTo>
                  <a:pt x="5172" y="20019"/>
                </a:lnTo>
                <a:cubicBezTo>
                  <a:pt x="5261" y="20073"/>
                  <a:pt x="5351" y="20126"/>
                  <a:pt x="5441" y="20178"/>
                </a:cubicBezTo>
                <a:lnTo>
                  <a:pt x="20178" y="5441"/>
                </a:lnTo>
                <a:cubicBezTo>
                  <a:pt x="20126" y="5351"/>
                  <a:pt x="20073" y="5261"/>
                  <a:pt x="20019" y="5172"/>
                </a:cubicBezTo>
                <a:close/>
                <a:moveTo>
                  <a:pt x="20369" y="5782"/>
                </a:moveTo>
                <a:lnTo>
                  <a:pt x="5782" y="20369"/>
                </a:lnTo>
                <a:cubicBezTo>
                  <a:pt x="5877" y="20419"/>
                  <a:pt x="5974" y="20463"/>
                  <a:pt x="6071" y="20510"/>
                </a:cubicBezTo>
                <a:lnTo>
                  <a:pt x="20510" y="6071"/>
                </a:lnTo>
                <a:cubicBezTo>
                  <a:pt x="20463" y="5975"/>
                  <a:pt x="20419" y="5878"/>
                  <a:pt x="20369" y="5782"/>
                </a:cubicBezTo>
                <a:close/>
                <a:moveTo>
                  <a:pt x="20679" y="6434"/>
                </a:moveTo>
                <a:lnTo>
                  <a:pt x="6434" y="20679"/>
                </a:lnTo>
                <a:cubicBezTo>
                  <a:pt x="6534" y="20723"/>
                  <a:pt x="6633" y="20769"/>
                  <a:pt x="6734" y="20809"/>
                </a:cubicBezTo>
                <a:lnTo>
                  <a:pt x="20809" y="6735"/>
                </a:lnTo>
                <a:cubicBezTo>
                  <a:pt x="20769" y="6634"/>
                  <a:pt x="20723" y="6534"/>
                  <a:pt x="20679" y="6434"/>
                </a:cubicBezTo>
                <a:close/>
                <a:moveTo>
                  <a:pt x="20956" y="7121"/>
                </a:moveTo>
                <a:lnTo>
                  <a:pt x="7120" y="20956"/>
                </a:lnTo>
                <a:cubicBezTo>
                  <a:pt x="7226" y="20994"/>
                  <a:pt x="7333" y="21030"/>
                  <a:pt x="7439" y="21065"/>
                </a:cubicBezTo>
                <a:lnTo>
                  <a:pt x="21065" y="7439"/>
                </a:lnTo>
                <a:cubicBezTo>
                  <a:pt x="21030" y="7333"/>
                  <a:pt x="20994" y="7226"/>
                  <a:pt x="20956" y="7121"/>
                </a:cubicBezTo>
                <a:close/>
                <a:moveTo>
                  <a:pt x="21190" y="7848"/>
                </a:moveTo>
                <a:lnTo>
                  <a:pt x="7848" y="21190"/>
                </a:lnTo>
                <a:cubicBezTo>
                  <a:pt x="7960" y="21221"/>
                  <a:pt x="8073" y="21252"/>
                  <a:pt x="8186" y="21280"/>
                </a:cubicBezTo>
                <a:lnTo>
                  <a:pt x="21280" y="8186"/>
                </a:lnTo>
                <a:cubicBezTo>
                  <a:pt x="21252" y="8073"/>
                  <a:pt x="21221" y="7960"/>
                  <a:pt x="21190" y="7848"/>
                </a:cubicBezTo>
                <a:close/>
                <a:moveTo>
                  <a:pt x="21378" y="8623"/>
                </a:moveTo>
                <a:lnTo>
                  <a:pt x="8623" y="21378"/>
                </a:lnTo>
                <a:cubicBezTo>
                  <a:pt x="8743" y="21402"/>
                  <a:pt x="8863" y="21424"/>
                  <a:pt x="8984" y="21445"/>
                </a:cubicBezTo>
                <a:lnTo>
                  <a:pt x="21445" y="8984"/>
                </a:lnTo>
                <a:cubicBezTo>
                  <a:pt x="21424" y="8864"/>
                  <a:pt x="21402" y="8743"/>
                  <a:pt x="21378" y="8623"/>
                </a:cubicBezTo>
                <a:close/>
                <a:moveTo>
                  <a:pt x="21514" y="9448"/>
                </a:moveTo>
                <a:lnTo>
                  <a:pt x="9447" y="21514"/>
                </a:lnTo>
                <a:cubicBezTo>
                  <a:pt x="9576" y="21530"/>
                  <a:pt x="9704" y="21546"/>
                  <a:pt x="9833" y="21557"/>
                </a:cubicBezTo>
                <a:lnTo>
                  <a:pt x="21557" y="9834"/>
                </a:lnTo>
                <a:cubicBezTo>
                  <a:pt x="21546" y="9705"/>
                  <a:pt x="21530" y="9576"/>
                  <a:pt x="21514" y="9448"/>
                </a:cubicBezTo>
                <a:close/>
                <a:moveTo>
                  <a:pt x="21590" y="10333"/>
                </a:moveTo>
                <a:lnTo>
                  <a:pt x="10332" y="21590"/>
                </a:lnTo>
                <a:cubicBezTo>
                  <a:pt x="10473" y="21596"/>
                  <a:pt x="10613" y="21599"/>
                  <a:pt x="10753" y="21600"/>
                </a:cubicBezTo>
                <a:lnTo>
                  <a:pt x="21600" y="10754"/>
                </a:lnTo>
                <a:cubicBezTo>
                  <a:pt x="21599" y="10613"/>
                  <a:pt x="21596" y="10473"/>
                  <a:pt x="21590" y="10333"/>
                </a:cubicBezTo>
                <a:close/>
                <a:moveTo>
                  <a:pt x="21590" y="11296"/>
                </a:moveTo>
                <a:lnTo>
                  <a:pt x="11295" y="21590"/>
                </a:lnTo>
                <a:cubicBezTo>
                  <a:pt x="11449" y="21583"/>
                  <a:pt x="11603" y="21572"/>
                  <a:pt x="11757" y="21558"/>
                </a:cubicBezTo>
                <a:lnTo>
                  <a:pt x="21558" y="11757"/>
                </a:lnTo>
                <a:cubicBezTo>
                  <a:pt x="21572" y="11603"/>
                  <a:pt x="21583" y="11450"/>
                  <a:pt x="21590" y="11296"/>
                </a:cubicBezTo>
                <a:close/>
                <a:moveTo>
                  <a:pt x="21489" y="12358"/>
                </a:moveTo>
                <a:lnTo>
                  <a:pt x="12358" y="21489"/>
                </a:lnTo>
                <a:cubicBezTo>
                  <a:pt x="12531" y="21464"/>
                  <a:pt x="12703" y="21434"/>
                  <a:pt x="12876" y="21400"/>
                </a:cubicBezTo>
                <a:lnTo>
                  <a:pt x="21400" y="12876"/>
                </a:lnTo>
                <a:cubicBezTo>
                  <a:pt x="21434" y="12704"/>
                  <a:pt x="21464" y="12531"/>
                  <a:pt x="21489" y="12358"/>
                </a:cubicBezTo>
                <a:close/>
                <a:moveTo>
                  <a:pt x="21239" y="13569"/>
                </a:moveTo>
                <a:lnTo>
                  <a:pt x="13569" y="21239"/>
                </a:lnTo>
                <a:cubicBezTo>
                  <a:pt x="13774" y="21185"/>
                  <a:pt x="13978" y="21125"/>
                  <a:pt x="14181" y="21058"/>
                </a:cubicBezTo>
                <a:lnTo>
                  <a:pt x="21058" y="14181"/>
                </a:lnTo>
                <a:cubicBezTo>
                  <a:pt x="21125" y="13978"/>
                  <a:pt x="21185" y="13774"/>
                  <a:pt x="21239" y="13569"/>
                </a:cubicBezTo>
                <a:close/>
                <a:moveTo>
                  <a:pt x="20736" y="15035"/>
                </a:moveTo>
                <a:lnTo>
                  <a:pt x="15035" y="20736"/>
                </a:lnTo>
                <a:cubicBezTo>
                  <a:pt x="15310" y="20619"/>
                  <a:pt x="15581" y="20493"/>
                  <a:pt x="15848" y="20352"/>
                </a:cubicBezTo>
                <a:lnTo>
                  <a:pt x="20352" y="15848"/>
                </a:lnTo>
                <a:cubicBezTo>
                  <a:pt x="20493" y="15581"/>
                  <a:pt x="20619" y="15310"/>
                  <a:pt x="20736" y="15035"/>
                </a:cubicBezTo>
                <a:close/>
                <a:moveTo>
                  <a:pt x="19400" y="17332"/>
                </a:moveTo>
                <a:lnTo>
                  <a:pt x="17332" y="19400"/>
                </a:lnTo>
                <a:cubicBezTo>
                  <a:pt x="17716" y="19108"/>
                  <a:pt x="18087" y="18789"/>
                  <a:pt x="18438" y="18438"/>
                </a:cubicBezTo>
                <a:cubicBezTo>
                  <a:pt x="18788" y="18087"/>
                  <a:pt x="19107" y="17716"/>
                  <a:pt x="19400" y="17332"/>
                </a:cubicBezTo>
                <a:close/>
              </a:path>
            </a:pathLst>
          </a:custGeom>
          <a:solidFill>
            <a:schemeClr val="accent4"/>
          </a:solidFill>
          <a:ln w="12700">
            <a:miter lim="400000"/>
          </a:ln>
        </p:spPr>
        <p:txBody>
          <a:bodyPr lIns="0" tIns="0" rIns="0" bIns="0" anchor="ctr"/>
          <a:lstStyle/>
          <a:p>
            <a:pPr marL="0" marR="0" lvl="0" indent="0" algn="ctr" defTabSz="8255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 kumimoji="0" sz="32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Helvetica Neue Medium"/>
              <a:sym typeface="Helvetica Neue Medium"/>
            </a:endParaRPr>
          </a:p>
        </p:txBody>
      </p:sp>
      <p:sp>
        <p:nvSpPr>
          <p:cNvPr id="220" name="Shape">
            <a:extLst>
              <a:ext uri="{FF2B5EF4-FFF2-40B4-BE49-F238E27FC236}">
                <a16:creationId xmlns:a16="http://schemas.microsoft.com/office/drawing/2014/main" id="{2614C418-8066-E2FD-729B-11EE0D227838}"/>
              </a:ext>
            </a:extLst>
          </p:cNvPr>
          <p:cNvSpPr/>
          <p:nvPr/>
        </p:nvSpPr>
        <p:spPr>
          <a:xfrm>
            <a:off x="22467966" y="8316507"/>
            <a:ext cx="4276957" cy="427713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800" y="0"/>
                </a:moveTo>
                <a:cubicBezTo>
                  <a:pt x="10787" y="0"/>
                  <a:pt x="10773" y="1"/>
                  <a:pt x="10759" y="1"/>
                </a:cubicBezTo>
                <a:lnTo>
                  <a:pt x="1" y="10760"/>
                </a:lnTo>
                <a:cubicBezTo>
                  <a:pt x="0" y="10900"/>
                  <a:pt x="3" y="11040"/>
                  <a:pt x="8" y="11181"/>
                </a:cubicBezTo>
                <a:lnTo>
                  <a:pt x="11180" y="9"/>
                </a:lnTo>
                <a:cubicBezTo>
                  <a:pt x="11054" y="4"/>
                  <a:pt x="10927" y="0"/>
                  <a:pt x="10800" y="0"/>
                </a:cubicBezTo>
                <a:close/>
                <a:moveTo>
                  <a:pt x="10211" y="17"/>
                </a:moveTo>
                <a:cubicBezTo>
                  <a:pt x="10057" y="25"/>
                  <a:pt x="9903" y="36"/>
                  <a:pt x="9748" y="51"/>
                </a:cubicBezTo>
                <a:lnTo>
                  <a:pt x="50" y="9749"/>
                </a:lnTo>
                <a:cubicBezTo>
                  <a:pt x="35" y="9903"/>
                  <a:pt x="25" y="10057"/>
                  <a:pt x="16" y="10212"/>
                </a:cubicBezTo>
                <a:lnTo>
                  <a:pt x="10211" y="17"/>
                </a:lnTo>
                <a:close/>
                <a:moveTo>
                  <a:pt x="11683" y="38"/>
                </a:moveTo>
                <a:lnTo>
                  <a:pt x="38" y="11684"/>
                </a:lnTo>
                <a:cubicBezTo>
                  <a:pt x="48" y="11814"/>
                  <a:pt x="62" y="11944"/>
                  <a:pt x="78" y="12075"/>
                </a:cubicBezTo>
                <a:lnTo>
                  <a:pt x="12074" y="78"/>
                </a:lnTo>
                <a:cubicBezTo>
                  <a:pt x="11944" y="63"/>
                  <a:pt x="11814" y="49"/>
                  <a:pt x="11683" y="38"/>
                </a:cubicBezTo>
                <a:close/>
                <a:moveTo>
                  <a:pt x="9136" y="131"/>
                </a:moveTo>
                <a:cubicBezTo>
                  <a:pt x="8960" y="158"/>
                  <a:pt x="8786" y="190"/>
                  <a:pt x="8611" y="226"/>
                </a:cubicBezTo>
                <a:lnTo>
                  <a:pt x="226" y="8611"/>
                </a:lnTo>
                <a:cubicBezTo>
                  <a:pt x="190" y="8786"/>
                  <a:pt x="157" y="8961"/>
                  <a:pt x="130" y="9137"/>
                </a:cubicBezTo>
                <a:lnTo>
                  <a:pt x="9136" y="131"/>
                </a:lnTo>
                <a:close/>
                <a:moveTo>
                  <a:pt x="12541" y="143"/>
                </a:moveTo>
                <a:lnTo>
                  <a:pt x="143" y="12541"/>
                </a:lnTo>
                <a:cubicBezTo>
                  <a:pt x="163" y="12663"/>
                  <a:pt x="183" y="12785"/>
                  <a:pt x="207" y="12906"/>
                </a:cubicBezTo>
                <a:lnTo>
                  <a:pt x="12906" y="208"/>
                </a:lnTo>
                <a:cubicBezTo>
                  <a:pt x="12785" y="184"/>
                  <a:pt x="12663" y="163"/>
                  <a:pt x="12541" y="143"/>
                </a:cubicBezTo>
                <a:close/>
                <a:moveTo>
                  <a:pt x="13343" y="303"/>
                </a:moveTo>
                <a:lnTo>
                  <a:pt x="303" y="13343"/>
                </a:lnTo>
                <a:cubicBezTo>
                  <a:pt x="330" y="13456"/>
                  <a:pt x="361" y="13569"/>
                  <a:pt x="392" y="13682"/>
                </a:cubicBezTo>
                <a:lnTo>
                  <a:pt x="13682" y="393"/>
                </a:lnTo>
                <a:cubicBezTo>
                  <a:pt x="13569" y="362"/>
                  <a:pt x="13456" y="331"/>
                  <a:pt x="13343" y="303"/>
                </a:cubicBezTo>
                <a:close/>
                <a:moveTo>
                  <a:pt x="7909" y="395"/>
                </a:moveTo>
                <a:cubicBezTo>
                  <a:pt x="7701" y="452"/>
                  <a:pt x="7495" y="515"/>
                  <a:pt x="7290" y="585"/>
                </a:cubicBezTo>
                <a:lnTo>
                  <a:pt x="584" y="7290"/>
                </a:lnTo>
                <a:cubicBezTo>
                  <a:pt x="514" y="7495"/>
                  <a:pt x="452" y="7702"/>
                  <a:pt x="394" y="7909"/>
                </a:cubicBezTo>
                <a:lnTo>
                  <a:pt x="7909" y="395"/>
                </a:lnTo>
                <a:close/>
                <a:moveTo>
                  <a:pt x="14094" y="515"/>
                </a:moveTo>
                <a:lnTo>
                  <a:pt x="514" y="14094"/>
                </a:lnTo>
                <a:cubicBezTo>
                  <a:pt x="549" y="14202"/>
                  <a:pt x="583" y="14310"/>
                  <a:pt x="620" y="14417"/>
                </a:cubicBezTo>
                <a:lnTo>
                  <a:pt x="14417" y="621"/>
                </a:lnTo>
                <a:cubicBezTo>
                  <a:pt x="14310" y="583"/>
                  <a:pt x="14202" y="549"/>
                  <a:pt x="14094" y="515"/>
                </a:cubicBezTo>
                <a:close/>
                <a:moveTo>
                  <a:pt x="14804" y="767"/>
                </a:moveTo>
                <a:lnTo>
                  <a:pt x="767" y="14804"/>
                </a:lnTo>
                <a:cubicBezTo>
                  <a:pt x="807" y="14905"/>
                  <a:pt x="851" y="15004"/>
                  <a:pt x="894" y="15104"/>
                </a:cubicBezTo>
                <a:lnTo>
                  <a:pt x="15104" y="895"/>
                </a:lnTo>
                <a:cubicBezTo>
                  <a:pt x="15004" y="852"/>
                  <a:pt x="14905" y="807"/>
                  <a:pt x="14804" y="767"/>
                </a:cubicBezTo>
                <a:close/>
                <a:moveTo>
                  <a:pt x="6411" y="932"/>
                </a:moveTo>
                <a:cubicBezTo>
                  <a:pt x="6118" y="1062"/>
                  <a:pt x="5831" y="1206"/>
                  <a:pt x="5549" y="1363"/>
                </a:cubicBezTo>
                <a:lnTo>
                  <a:pt x="1362" y="5549"/>
                </a:lnTo>
                <a:cubicBezTo>
                  <a:pt x="1205" y="5832"/>
                  <a:pt x="1061" y="6119"/>
                  <a:pt x="931" y="6411"/>
                </a:cubicBezTo>
                <a:lnTo>
                  <a:pt x="6411" y="932"/>
                </a:lnTo>
                <a:close/>
                <a:moveTo>
                  <a:pt x="15470" y="1061"/>
                </a:moveTo>
                <a:lnTo>
                  <a:pt x="1060" y="15471"/>
                </a:lnTo>
                <a:cubicBezTo>
                  <a:pt x="1106" y="15567"/>
                  <a:pt x="1153" y="15664"/>
                  <a:pt x="1202" y="15759"/>
                </a:cubicBezTo>
                <a:lnTo>
                  <a:pt x="15759" y="1203"/>
                </a:lnTo>
                <a:cubicBezTo>
                  <a:pt x="15663" y="1153"/>
                  <a:pt x="15567" y="1107"/>
                  <a:pt x="15470" y="1061"/>
                </a:cubicBezTo>
                <a:close/>
                <a:moveTo>
                  <a:pt x="16103" y="1391"/>
                </a:moveTo>
                <a:lnTo>
                  <a:pt x="1391" y="16103"/>
                </a:lnTo>
                <a:cubicBezTo>
                  <a:pt x="1442" y="16194"/>
                  <a:pt x="1494" y="16285"/>
                  <a:pt x="1549" y="16375"/>
                </a:cubicBezTo>
                <a:lnTo>
                  <a:pt x="16375" y="1549"/>
                </a:lnTo>
                <a:cubicBezTo>
                  <a:pt x="16285" y="1495"/>
                  <a:pt x="16194" y="1442"/>
                  <a:pt x="16103" y="1391"/>
                </a:cubicBezTo>
                <a:close/>
                <a:moveTo>
                  <a:pt x="16703" y="1754"/>
                </a:moveTo>
                <a:lnTo>
                  <a:pt x="1753" y="16703"/>
                </a:lnTo>
                <a:cubicBezTo>
                  <a:pt x="1809" y="16788"/>
                  <a:pt x="1869" y="16872"/>
                  <a:pt x="1928" y="16956"/>
                </a:cubicBezTo>
                <a:lnTo>
                  <a:pt x="16956" y="1928"/>
                </a:lnTo>
                <a:cubicBezTo>
                  <a:pt x="16872" y="1869"/>
                  <a:pt x="16788" y="1810"/>
                  <a:pt x="16703" y="1754"/>
                </a:cubicBezTo>
                <a:close/>
                <a:moveTo>
                  <a:pt x="17267" y="2151"/>
                </a:moveTo>
                <a:lnTo>
                  <a:pt x="2151" y="17267"/>
                </a:lnTo>
                <a:cubicBezTo>
                  <a:pt x="2212" y="17349"/>
                  <a:pt x="2274" y="17430"/>
                  <a:pt x="2338" y="17510"/>
                </a:cubicBezTo>
                <a:lnTo>
                  <a:pt x="17510" y="2338"/>
                </a:lnTo>
                <a:cubicBezTo>
                  <a:pt x="17430" y="2275"/>
                  <a:pt x="17349" y="2212"/>
                  <a:pt x="17267" y="2151"/>
                </a:cubicBezTo>
                <a:close/>
                <a:moveTo>
                  <a:pt x="3805" y="2574"/>
                </a:moveTo>
                <a:cubicBezTo>
                  <a:pt x="3586" y="2761"/>
                  <a:pt x="3370" y="2956"/>
                  <a:pt x="3163" y="3163"/>
                </a:cubicBezTo>
                <a:cubicBezTo>
                  <a:pt x="2955" y="3371"/>
                  <a:pt x="2761" y="3586"/>
                  <a:pt x="2574" y="3806"/>
                </a:cubicBezTo>
                <a:lnTo>
                  <a:pt x="3805" y="2574"/>
                </a:lnTo>
                <a:close/>
                <a:moveTo>
                  <a:pt x="17801" y="2579"/>
                </a:moveTo>
                <a:lnTo>
                  <a:pt x="2579" y="17801"/>
                </a:lnTo>
                <a:cubicBezTo>
                  <a:pt x="2645" y="17878"/>
                  <a:pt x="2709" y="17957"/>
                  <a:pt x="2777" y="18032"/>
                </a:cubicBezTo>
                <a:lnTo>
                  <a:pt x="18032" y="2777"/>
                </a:lnTo>
                <a:cubicBezTo>
                  <a:pt x="17957" y="2709"/>
                  <a:pt x="17878" y="2645"/>
                  <a:pt x="17801" y="2579"/>
                </a:cubicBezTo>
                <a:close/>
                <a:moveTo>
                  <a:pt x="18304" y="3036"/>
                </a:moveTo>
                <a:lnTo>
                  <a:pt x="3036" y="18304"/>
                </a:lnTo>
                <a:cubicBezTo>
                  <a:pt x="3079" y="18349"/>
                  <a:pt x="3119" y="18394"/>
                  <a:pt x="3163" y="18438"/>
                </a:cubicBezTo>
                <a:cubicBezTo>
                  <a:pt x="3191" y="18466"/>
                  <a:pt x="3222" y="18492"/>
                  <a:pt x="3250" y="18521"/>
                </a:cubicBezTo>
                <a:lnTo>
                  <a:pt x="18521" y="3251"/>
                </a:lnTo>
                <a:cubicBezTo>
                  <a:pt x="18492" y="3222"/>
                  <a:pt x="18466" y="3192"/>
                  <a:pt x="18438" y="3163"/>
                </a:cubicBezTo>
                <a:cubicBezTo>
                  <a:pt x="18394" y="3119"/>
                  <a:pt x="18348" y="3079"/>
                  <a:pt x="18304" y="3036"/>
                </a:cubicBezTo>
                <a:close/>
                <a:moveTo>
                  <a:pt x="18781" y="3523"/>
                </a:moveTo>
                <a:lnTo>
                  <a:pt x="3522" y="18781"/>
                </a:lnTo>
                <a:cubicBezTo>
                  <a:pt x="3598" y="18850"/>
                  <a:pt x="3676" y="18915"/>
                  <a:pt x="3753" y="18982"/>
                </a:cubicBezTo>
                <a:lnTo>
                  <a:pt x="18982" y="3753"/>
                </a:lnTo>
                <a:cubicBezTo>
                  <a:pt x="18915" y="3676"/>
                  <a:pt x="18850" y="3598"/>
                  <a:pt x="18781" y="3523"/>
                </a:cubicBezTo>
                <a:close/>
                <a:moveTo>
                  <a:pt x="19224" y="4041"/>
                </a:moveTo>
                <a:lnTo>
                  <a:pt x="4041" y="19224"/>
                </a:lnTo>
                <a:cubicBezTo>
                  <a:pt x="4121" y="19289"/>
                  <a:pt x="4202" y="19350"/>
                  <a:pt x="4283" y="19412"/>
                </a:cubicBezTo>
                <a:lnTo>
                  <a:pt x="19412" y="4283"/>
                </a:lnTo>
                <a:cubicBezTo>
                  <a:pt x="19350" y="4202"/>
                  <a:pt x="19289" y="4121"/>
                  <a:pt x="19224" y="4041"/>
                </a:cubicBezTo>
                <a:close/>
                <a:moveTo>
                  <a:pt x="19637" y="4591"/>
                </a:moveTo>
                <a:lnTo>
                  <a:pt x="4591" y="19637"/>
                </a:lnTo>
                <a:cubicBezTo>
                  <a:pt x="4675" y="19696"/>
                  <a:pt x="4758" y="19757"/>
                  <a:pt x="4843" y="19813"/>
                </a:cubicBezTo>
                <a:lnTo>
                  <a:pt x="19813" y="4844"/>
                </a:lnTo>
                <a:cubicBezTo>
                  <a:pt x="19757" y="4758"/>
                  <a:pt x="19696" y="4675"/>
                  <a:pt x="19637" y="4591"/>
                </a:cubicBezTo>
                <a:close/>
                <a:moveTo>
                  <a:pt x="20019" y="5172"/>
                </a:moveTo>
                <a:lnTo>
                  <a:pt x="5172" y="20019"/>
                </a:lnTo>
                <a:cubicBezTo>
                  <a:pt x="5261" y="20073"/>
                  <a:pt x="5351" y="20126"/>
                  <a:pt x="5441" y="20178"/>
                </a:cubicBezTo>
                <a:lnTo>
                  <a:pt x="20178" y="5441"/>
                </a:lnTo>
                <a:cubicBezTo>
                  <a:pt x="20126" y="5351"/>
                  <a:pt x="20073" y="5261"/>
                  <a:pt x="20019" y="5172"/>
                </a:cubicBezTo>
                <a:close/>
                <a:moveTo>
                  <a:pt x="20369" y="5782"/>
                </a:moveTo>
                <a:lnTo>
                  <a:pt x="5782" y="20369"/>
                </a:lnTo>
                <a:cubicBezTo>
                  <a:pt x="5877" y="20419"/>
                  <a:pt x="5974" y="20463"/>
                  <a:pt x="6071" y="20510"/>
                </a:cubicBezTo>
                <a:lnTo>
                  <a:pt x="20510" y="6071"/>
                </a:lnTo>
                <a:cubicBezTo>
                  <a:pt x="20463" y="5975"/>
                  <a:pt x="20419" y="5878"/>
                  <a:pt x="20369" y="5782"/>
                </a:cubicBezTo>
                <a:close/>
                <a:moveTo>
                  <a:pt x="20679" y="6434"/>
                </a:moveTo>
                <a:lnTo>
                  <a:pt x="6434" y="20679"/>
                </a:lnTo>
                <a:cubicBezTo>
                  <a:pt x="6534" y="20723"/>
                  <a:pt x="6633" y="20769"/>
                  <a:pt x="6734" y="20809"/>
                </a:cubicBezTo>
                <a:lnTo>
                  <a:pt x="20809" y="6735"/>
                </a:lnTo>
                <a:cubicBezTo>
                  <a:pt x="20769" y="6634"/>
                  <a:pt x="20723" y="6534"/>
                  <a:pt x="20679" y="6434"/>
                </a:cubicBezTo>
                <a:close/>
                <a:moveTo>
                  <a:pt x="20956" y="7121"/>
                </a:moveTo>
                <a:lnTo>
                  <a:pt x="7120" y="20956"/>
                </a:lnTo>
                <a:cubicBezTo>
                  <a:pt x="7226" y="20994"/>
                  <a:pt x="7333" y="21030"/>
                  <a:pt x="7439" y="21065"/>
                </a:cubicBezTo>
                <a:lnTo>
                  <a:pt x="21065" y="7439"/>
                </a:lnTo>
                <a:cubicBezTo>
                  <a:pt x="21030" y="7333"/>
                  <a:pt x="20994" y="7226"/>
                  <a:pt x="20956" y="7121"/>
                </a:cubicBezTo>
                <a:close/>
                <a:moveTo>
                  <a:pt x="21190" y="7848"/>
                </a:moveTo>
                <a:lnTo>
                  <a:pt x="7848" y="21190"/>
                </a:lnTo>
                <a:cubicBezTo>
                  <a:pt x="7960" y="21221"/>
                  <a:pt x="8073" y="21252"/>
                  <a:pt x="8186" y="21280"/>
                </a:cubicBezTo>
                <a:lnTo>
                  <a:pt x="21280" y="8186"/>
                </a:lnTo>
                <a:cubicBezTo>
                  <a:pt x="21252" y="8073"/>
                  <a:pt x="21221" y="7960"/>
                  <a:pt x="21190" y="7848"/>
                </a:cubicBezTo>
                <a:close/>
                <a:moveTo>
                  <a:pt x="21378" y="8623"/>
                </a:moveTo>
                <a:lnTo>
                  <a:pt x="8623" y="21378"/>
                </a:lnTo>
                <a:cubicBezTo>
                  <a:pt x="8743" y="21402"/>
                  <a:pt x="8863" y="21424"/>
                  <a:pt x="8984" y="21445"/>
                </a:cubicBezTo>
                <a:lnTo>
                  <a:pt x="21445" y="8984"/>
                </a:lnTo>
                <a:cubicBezTo>
                  <a:pt x="21424" y="8864"/>
                  <a:pt x="21402" y="8743"/>
                  <a:pt x="21378" y="8623"/>
                </a:cubicBezTo>
                <a:close/>
                <a:moveTo>
                  <a:pt x="21514" y="9448"/>
                </a:moveTo>
                <a:lnTo>
                  <a:pt x="9447" y="21514"/>
                </a:lnTo>
                <a:cubicBezTo>
                  <a:pt x="9576" y="21530"/>
                  <a:pt x="9704" y="21546"/>
                  <a:pt x="9833" y="21557"/>
                </a:cubicBezTo>
                <a:lnTo>
                  <a:pt x="21557" y="9834"/>
                </a:lnTo>
                <a:cubicBezTo>
                  <a:pt x="21546" y="9705"/>
                  <a:pt x="21530" y="9576"/>
                  <a:pt x="21514" y="9448"/>
                </a:cubicBezTo>
                <a:close/>
                <a:moveTo>
                  <a:pt x="21590" y="10333"/>
                </a:moveTo>
                <a:lnTo>
                  <a:pt x="10332" y="21590"/>
                </a:lnTo>
                <a:cubicBezTo>
                  <a:pt x="10473" y="21596"/>
                  <a:pt x="10613" y="21599"/>
                  <a:pt x="10753" y="21600"/>
                </a:cubicBezTo>
                <a:lnTo>
                  <a:pt x="21600" y="10754"/>
                </a:lnTo>
                <a:cubicBezTo>
                  <a:pt x="21599" y="10613"/>
                  <a:pt x="21596" y="10473"/>
                  <a:pt x="21590" y="10333"/>
                </a:cubicBezTo>
                <a:close/>
                <a:moveTo>
                  <a:pt x="21590" y="11296"/>
                </a:moveTo>
                <a:lnTo>
                  <a:pt x="11295" y="21590"/>
                </a:lnTo>
                <a:cubicBezTo>
                  <a:pt x="11449" y="21583"/>
                  <a:pt x="11603" y="21572"/>
                  <a:pt x="11757" y="21558"/>
                </a:cubicBezTo>
                <a:lnTo>
                  <a:pt x="21558" y="11757"/>
                </a:lnTo>
                <a:cubicBezTo>
                  <a:pt x="21572" y="11603"/>
                  <a:pt x="21583" y="11450"/>
                  <a:pt x="21590" y="11296"/>
                </a:cubicBezTo>
                <a:close/>
                <a:moveTo>
                  <a:pt x="21489" y="12358"/>
                </a:moveTo>
                <a:lnTo>
                  <a:pt x="12358" y="21489"/>
                </a:lnTo>
                <a:cubicBezTo>
                  <a:pt x="12531" y="21464"/>
                  <a:pt x="12703" y="21434"/>
                  <a:pt x="12876" y="21400"/>
                </a:cubicBezTo>
                <a:lnTo>
                  <a:pt x="21400" y="12876"/>
                </a:lnTo>
                <a:cubicBezTo>
                  <a:pt x="21434" y="12704"/>
                  <a:pt x="21464" y="12531"/>
                  <a:pt x="21489" y="12358"/>
                </a:cubicBezTo>
                <a:close/>
                <a:moveTo>
                  <a:pt x="21239" y="13569"/>
                </a:moveTo>
                <a:lnTo>
                  <a:pt x="13569" y="21239"/>
                </a:lnTo>
                <a:cubicBezTo>
                  <a:pt x="13774" y="21185"/>
                  <a:pt x="13978" y="21125"/>
                  <a:pt x="14181" y="21058"/>
                </a:cubicBezTo>
                <a:lnTo>
                  <a:pt x="21058" y="14181"/>
                </a:lnTo>
                <a:cubicBezTo>
                  <a:pt x="21125" y="13978"/>
                  <a:pt x="21185" y="13774"/>
                  <a:pt x="21239" y="13569"/>
                </a:cubicBezTo>
                <a:close/>
                <a:moveTo>
                  <a:pt x="20736" y="15035"/>
                </a:moveTo>
                <a:lnTo>
                  <a:pt x="15035" y="20736"/>
                </a:lnTo>
                <a:cubicBezTo>
                  <a:pt x="15310" y="20619"/>
                  <a:pt x="15581" y="20493"/>
                  <a:pt x="15848" y="20352"/>
                </a:cubicBezTo>
                <a:lnTo>
                  <a:pt x="20352" y="15848"/>
                </a:lnTo>
                <a:cubicBezTo>
                  <a:pt x="20493" y="15581"/>
                  <a:pt x="20619" y="15310"/>
                  <a:pt x="20736" y="15035"/>
                </a:cubicBezTo>
                <a:close/>
                <a:moveTo>
                  <a:pt x="19400" y="17332"/>
                </a:moveTo>
                <a:lnTo>
                  <a:pt x="17332" y="19400"/>
                </a:lnTo>
                <a:cubicBezTo>
                  <a:pt x="17716" y="19108"/>
                  <a:pt x="18087" y="18789"/>
                  <a:pt x="18438" y="18438"/>
                </a:cubicBezTo>
                <a:cubicBezTo>
                  <a:pt x="18788" y="18087"/>
                  <a:pt x="19107" y="17716"/>
                  <a:pt x="19400" y="17332"/>
                </a:cubicBezTo>
                <a:close/>
              </a:path>
            </a:pathLst>
          </a:custGeom>
          <a:solidFill>
            <a:schemeClr val="accent4"/>
          </a:solidFill>
          <a:ln w="12700">
            <a:miter lim="400000"/>
          </a:ln>
        </p:spPr>
        <p:txBody>
          <a:bodyPr lIns="0" tIns="0" rIns="0" bIns="0" anchor="ctr"/>
          <a:lstStyle/>
          <a:p>
            <a:pPr marL="0" marR="0" lvl="0" indent="0" algn="ctr" defTabSz="8255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 kumimoji="0" sz="32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Helvetica Neue Medium"/>
              <a:sym typeface="Helvetica Neue Medium"/>
            </a:endParaRPr>
          </a:p>
        </p:txBody>
      </p:sp>
      <p:sp>
        <p:nvSpPr>
          <p:cNvPr id="221" name="Shape">
            <a:extLst>
              <a:ext uri="{FF2B5EF4-FFF2-40B4-BE49-F238E27FC236}">
                <a16:creationId xmlns:a16="http://schemas.microsoft.com/office/drawing/2014/main" id="{BC800696-3217-7AC3-1558-E0DFD4BCF1F9}"/>
              </a:ext>
            </a:extLst>
          </p:cNvPr>
          <p:cNvSpPr/>
          <p:nvPr/>
        </p:nvSpPr>
        <p:spPr>
          <a:xfrm>
            <a:off x="-9782" y="-14685"/>
            <a:ext cx="5401449" cy="1371951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489" h="21600" extrusionOk="0">
                <a:moveTo>
                  <a:pt x="9876" y="0"/>
                </a:moveTo>
                <a:cubicBezTo>
                  <a:pt x="14909" y="1061"/>
                  <a:pt x="18164" y="3091"/>
                  <a:pt x="18448" y="5345"/>
                </a:cubicBezTo>
                <a:cubicBezTo>
                  <a:pt x="18695" y="7304"/>
                  <a:pt x="16642" y="9198"/>
                  <a:pt x="12885" y="10477"/>
                </a:cubicBezTo>
                <a:cubicBezTo>
                  <a:pt x="8651" y="11730"/>
                  <a:pt x="7084" y="13955"/>
                  <a:pt x="9071" y="15894"/>
                </a:cubicBezTo>
                <a:cubicBezTo>
                  <a:pt x="10355" y="17147"/>
                  <a:pt x="13013" y="18098"/>
                  <a:pt x="16290" y="18479"/>
                </a:cubicBezTo>
                <a:cubicBezTo>
                  <a:pt x="17951" y="18702"/>
                  <a:pt x="19367" y="19144"/>
                  <a:pt x="20305" y="19731"/>
                </a:cubicBezTo>
                <a:cubicBezTo>
                  <a:pt x="21193" y="20288"/>
                  <a:pt x="21600" y="20944"/>
                  <a:pt x="21463" y="21600"/>
                </a:cubicBezTo>
                <a:lnTo>
                  <a:pt x="0" y="21600"/>
                </a:lnTo>
                <a:lnTo>
                  <a:pt x="0" y="1"/>
                </a:lnTo>
                <a:lnTo>
                  <a:pt x="9876" y="0"/>
                </a:lnTo>
                <a:close/>
              </a:path>
            </a:pathLst>
          </a:custGeom>
          <a:solidFill>
            <a:schemeClr val="accent3"/>
          </a:solidFill>
          <a:ln w="12700">
            <a:miter lim="400000"/>
          </a:ln>
          <a:effectLst>
            <a:outerShdw blurRad="914400" dist="25400" dir="5400000" rotWithShape="0">
              <a:srgbClr val="000000">
                <a:alpha val="50000"/>
              </a:srgbClr>
            </a:outerShdw>
          </a:effectLst>
        </p:spPr>
        <p:txBody>
          <a:bodyPr lIns="50800" tIns="50800" rIns="50800" bIns="50800" anchor="ctr"/>
          <a:lstStyle/>
          <a:p>
            <a:pPr marL="0" marR="0" lvl="0" indent="0" algn="ctr" defTabSz="8255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3000" b="1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Helvetica Neue"/>
              <a:sym typeface="Helvetica Neue"/>
            </a:endParaRPr>
          </a:p>
        </p:txBody>
      </p:sp>
      <p:sp>
        <p:nvSpPr>
          <p:cNvPr id="222" name="Shape">
            <a:extLst>
              <a:ext uri="{FF2B5EF4-FFF2-40B4-BE49-F238E27FC236}">
                <a16:creationId xmlns:a16="http://schemas.microsoft.com/office/drawing/2014/main" id="{A2B557AA-F47A-752C-F00D-501FE5B892B8}"/>
              </a:ext>
            </a:extLst>
          </p:cNvPr>
          <p:cNvSpPr/>
          <p:nvPr/>
        </p:nvSpPr>
        <p:spPr>
          <a:xfrm>
            <a:off x="14077382" y="-26393"/>
            <a:ext cx="10315136" cy="10264133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490" h="20992" extrusionOk="0">
                <a:moveTo>
                  <a:pt x="22" y="0"/>
                </a:moveTo>
                <a:cubicBezTo>
                  <a:pt x="-110" y="1123"/>
                  <a:pt x="362" y="2232"/>
                  <a:pt x="1268" y="2930"/>
                </a:cubicBezTo>
                <a:cubicBezTo>
                  <a:pt x="2187" y="3637"/>
                  <a:pt x="3418" y="3817"/>
                  <a:pt x="4507" y="3403"/>
                </a:cubicBezTo>
                <a:cubicBezTo>
                  <a:pt x="6055" y="2610"/>
                  <a:pt x="7961" y="3061"/>
                  <a:pt x="8970" y="4460"/>
                </a:cubicBezTo>
                <a:cubicBezTo>
                  <a:pt x="9809" y="5622"/>
                  <a:pt x="9807" y="7178"/>
                  <a:pt x="8965" y="8338"/>
                </a:cubicBezTo>
                <a:cubicBezTo>
                  <a:pt x="6771" y="11924"/>
                  <a:pt x="7613" y="16550"/>
                  <a:pt x="10936" y="19169"/>
                </a:cubicBezTo>
                <a:cubicBezTo>
                  <a:pt x="14018" y="21597"/>
                  <a:pt x="18405" y="21600"/>
                  <a:pt x="21490" y="19175"/>
                </a:cubicBezTo>
                <a:lnTo>
                  <a:pt x="21490" y="35"/>
                </a:lnTo>
                <a:lnTo>
                  <a:pt x="22" y="0"/>
                </a:lnTo>
                <a:close/>
              </a:path>
            </a:pathLst>
          </a:custGeom>
          <a:solidFill>
            <a:schemeClr val="accent3"/>
          </a:solidFill>
          <a:ln w="12700">
            <a:miter lim="400000"/>
          </a:ln>
          <a:effectLst>
            <a:outerShdw blurRad="914400" dist="25400" dir="5400000" rotWithShape="0">
              <a:srgbClr val="000000">
                <a:alpha val="50000"/>
              </a:srgbClr>
            </a:outerShdw>
          </a:effectLst>
        </p:spPr>
        <p:txBody>
          <a:bodyPr lIns="50800" tIns="50800" rIns="50800" bIns="50800" anchor="ctr"/>
          <a:lstStyle/>
          <a:p>
            <a:pPr marL="0" marR="0" lvl="0" indent="0" algn="ctr" defTabSz="8255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3000" b="1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Helvetica Neue"/>
              <a:sym typeface="Helvetica Neue"/>
            </a:endParaRPr>
          </a:p>
        </p:txBody>
      </p:sp>
      <p:sp>
        <p:nvSpPr>
          <p:cNvPr id="223" name="Circle">
            <a:extLst>
              <a:ext uri="{FF2B5EF4-FFF2-40B4-BE49-F238E27FC236}">
                <a16:creationId xmlns:a16="http://schemas.microsoft.com/office/drawing/2014/main" id="{5754C862-47E1-1B9C-7B5E-04139FC85581}"/>
              </a:ext>
            </a:extLst>
          </p:cNvPr>
          <p:cNvSpPr/>
          <p:nvPr/>
        </p:nvSpPr>
        <p:spPr>
          <a:xfrm>
            <a:off x="17006264" y="352354"/>
            <a:ext cx="494973" cy="494972"/>
          </a:xfrm>
          <a:prstGeom prst="ellipse">
            <a:avLst/>
          </a:prstGeom>
          <a:gradFill>
            <a:gsLst>
              <a:gs pos="0">
                <a:schemeClr val="accent2"/>
              </a:gs>
              <a:gs pos="100000">
                <a:schemeClr val="accent1"/>
              </a:gs>
            </a:gsLst>
            <a:lin ang="5400000"/>
          </a:gradFill>
          <a:ln w="12700">
            <a:miter lim="400000"/>
          </a:ln>
        </p:spPr>
        <p:txBody>
          <a:bodyPr lIns="0" tIns="0" rIns="0" bIns="0" anchor="ctr"/>
          <a:lstStyle/>
          <a:p>
            <a:pPr marL="0" marR="0" lvl="0" indent="0" algn="ctr" defTabSz="8255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 kumimoji="0" sz="32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Helvetica Neue Medium"/>
              <a:sym typeface="Helvetica Neue Medium"/>
            </a:endParaRPr>
          </a:p>
        </p:txBody>
      </p:sp>
      <p:sp>
        <p:nvSpPr>
          <p:cNvPr id="224" name="Circle">
            <a:extLst>
              <a:ext uri="{FF2B5EF4-FFF2-40B4-BE49-F238E27FC236}">
                <a16:creationId xmlns:a16="http://schemas.microsoft.com/office/drawing/2014/main" id="{92D4EF0A-A7B7-C168-1A33-86CC8B17843F}"/>
              </a:ext>
            </a:extLst>
          </p:cNvPr>
          <p:cNvSpPr/>
          <p:nvPr/>
        </p:nvSpPr>
        <p:spPr>
          <a:xfrm>
            <a:off x="-564062" y="1321716"/>
            <a:ext cx="1150610" cy="1150611"/>
          </a:xfrm>
          <a:prstGeom prst="ellipse">
            <a:avLst/>
          </a:prstGeom>
          <a:gradFill>
            <a:gsLst>
              <a:gs pos="0">
                <a:schemeClr val="accent2"/>
              </a:gs>
              <a:gs pos="100000">
                <a:schemeClr val="accent1"/>
              </a:gs>
            </a:gsLst>
            <a:lin ang="5400000"/>
          </a:gradFill>
          <a:ln w="12700">
            <a:miter lim="400000"/>
          </a:ln>
        </p:spPr>
        <p:txBody>
          <a:bodyPr lIns="0" tIns="0" rIns="0" bIns="0" anchor="ctr"/>
          <a:lstStyle/>
          <a:p>
            <a:pPr marL="0" marR="0" lvl="0" indent="0" algn="ctr" defTabSz="8255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 kumimoji="0" sz="32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Helvetica Neue Medium"/>
              <a:sym typeface="Helvetica Neue Medium"/>
            </a:endParaRPr>
          </a:p>
        </p:txBody>
      </p:sp>
      <p:sp>
        <p:nvSpPr>
          <p:cNvPr id="225" name="TOPIC #1 - $100 ANSWER">
            <a:extLst>
              <a:ext uri="{FF2B5EF4-FFF2-40B4-BE49-F238E27FC236}">
                <a16:creationId xmlns:a16="http://schemas.microsoft.com/office/drawing/2014/main" id="{9F72A92A-1671-DC06-C978-BC140F3F9950}"/>
              </a:ext>
            </a:extLst>
          </p:cNvPr>
          <p:cNvSpPr txBox="1"/>
          <p:nvPr/>
        </p:nvSpPr>
        <p:spPr>
          <a:xfrm>
            <a:off x="1318646" y="1076284"/>
            <a:ext cx="23992454" cy="164147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50800" tIns="50800" rIns="50800" bIns="50800" anchor="ctr">
            <a:spAutoFit/>
          </a:bodyPr>
          <a:lstStyle/>
          <a:p>
            <a:pPr marL="0" marR="0" lvl="0" indent="0" algn="l" defTabSz="8255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0000" b="0">
                <a:solidFill>
                  <a:srgbClr val="F6C543"/>
                </a:solidFill>
                <a:latin typeface="Impact"/>
                <a:ea typeface="Impact"/>
                <a:cs typeface="Impact"/>
                <a:sym typeface="Impact"/>
              </a:defRPr>
            </a:pPr>
            <a:r>
              <a:rPr kumimoji="0" lang="en-US" altLang="zh-CN" sz="10000" b="0" i="0" u="none" strike="noStrike" kern="0" cap="none" spc="0" normalizeH="0" baseline="0" noProof="0" dirty="0">
                <a:ln>
                  <a:noFill/>
                </a:ln>
                <a:solidFill>
                  <a:srgbClr val="F6C542"/>
                </a:solidFill>
                <a:effectLst/>
                <a:uLnTx/>
                <a:uFillTx/>
                <a:latin typeface="Impact"/>
                <a:sym typeface="Impact"/>
              </a:rPr>
              <a:t>UNIT #</a:t>
            </a:r>
            <a:r>
              <a:rPr kumimoji="0" lang="en-US" altLang="zh-CN" sz="10000" b="0" i="0" u="none" strike="noStrike" kern="0" cap="none" spc="0" normalizeH="0" baseline="0" noProof="0" dirty="0">
                <a:ln>
                  <a:noFill/>
                </a:ln>
                <a:solidFill>
                  <a:srgbClr val="F6C543"/>
                </a:solidFill>
                <a:effectLst/>
                <a:uLnTx/>
                <a:uFillTx/>
                <a:latin typeface="Impact"/>
                <a:sym typeface="Impact"/>
              </a:rPr>
              <a:t> </a:t>
            </a:r>
            <a:r>
              <a:rPr kumimoji="0" lang="en-US" altLang="zh-CN" sz="10000" b="0" i="0" u="none" strike="noStrike" kern="0" cap="none" spc="0" normalizeH="0" baseline="0" noProof="0" dirty="0">
                <a:ln>
                  <a:noFill/>
                </a:ln>
                <a:solidFill>
                  <a:srgbClr val="F6C542"/>
                </a:solidFill>
                <a:effectLst/>
                <a:uLnTx/>
                <a:uFillTx/>
                <a:latin typeface="Impact"/>
                <a:sym typeface="Impact"/>
              </a:rPr>
              <a:t>4 </a:t>
            </a:r>
            <a:r>
              <a:rPr kumimoji="0" lang="en-US" altLang="zh-CN" sz="100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Impact"/>
                <a:sym typeface="Impact"/>
              </a:rPr>
              <a:t>–</a:t>
            </a:r>
            <a:r>
              <a:rPr kumimoji="0" lang="zh-CN" altLang="en-US" sz="10000" b="0" i="0" u="none" strike="noStrike" kern="0" cap="none" spc="0" normalizeH="0" baseline="0" noProof="0" dirty="0">
                <a:ln>
                  <a:noFill/>
                </a:ln>
                <a:solidFill>
                  <a:srgbClr val="F6C543"/>
                </a:solidFill>
                <a:effectLst/>
                <a:uLnTx/>
                <a:uFillTx/>
                <a:latin typeface="华文楷体" panose="02010600040101010101" pitchFamily="2" charset="-122"/>
                <a:ea typeface="华文楷体" panose="02010600040101010101" pitchFamily="2" charset="-122"/>
                <a:sym typeface="Impact"/>
              </a:rPr>
              <a:t>组合体视图</a:t>
            </a:r>
            <a:endParaRPr kumimoji="0" lang="zh-CN" altLang="en-US" sz="100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华文楷体" panose="02010600040101010101" pitchFamily="2" charset="-122"/>
              <a:ea typeface="华文楷体" panose="02010600040101010101" pitchFamily="2" charset="-122"/>
              <a:sym typeface="Impact"/>
            </a:endParaRPr>
          </a:p>
        </p:txBody>
      </p:sp>
      <p:sp>
        <p:nvSpPr>
          <p:cNvPr id="226" name="Shape">
            <a:extLst>
              <a:ext uri="{FF2B5EF4-FFF2-40B4-BE49-F238E27FC236}">
                <a16:creationId xmlns:a16="http://schemas.microsoft.com/office/drawing/2014/main" id="{5062F5CB-7040-6692-E2A5-569E89A75339}"/>
              </a:ext>
            </a:extLst>
          </p:cNvPr>
          <p:cNvSpPr/>
          <p:nvPr/>
        </p:nvSpPr>
        <p:spPr>
          <a:xfrm>
            <a:off x="-306915" y="8239797"/>
            <a:ext cx="1046530" cy="104640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9679" h="20595" extrusionOk="0">
                <a:moveTo>
                  <a:pt x="9839" y="0"/>
                </a:moveTo>
                <a:cubicBezTo>
                  <a:pt x="7321" y="0"/>
                  <a:pt x="4802" y="1006"/>
                  <a:pt x="2881" y="3017"/>
                </a:cubicBezTo>
                <a:cubicBezTo>
                  <a:pt x="-961" y="7038"/>
                  <a:pt x="-961" y="13557"/>
                  <a:pt x="2881" y="17578"/>
                </a:cubicBezTo>
                <a:cubicBezTo>
                  <a:pt x="6724" y="21600"/>
                  <a:pt x="12954" y="21600"/>
                  <a:pt x="16797" y="17578"/>
                </a:cubicBezTo>
                <a:cubicBezTo>
                  <a:pt x="20639" y="13557"/>
                  <a:pt x="20639" y="7038"/>
                  <a:pt x="16797" y="3017"/>
                </a:cubicBezTo>
                <a:cubicBezTo>
                  <a:pt x="14876" y="1006"/>
                  <a:pt x="12357" y="0"/>
                  <a:pt x="9839" y="0"/>
                </a:cubicBezTo>
                <a:close/>
                <a:moveTo>
                  <a:pt x="9839" y="2649"/>
                </a:moveTo>
                <a:cubicBezTo>
                  <a:pt x="11709" y="2649"/>
                  <a:pt x="13580" y="3397"/>
                  <a:pt x="15007" y="4890"/>
                </a:cubicBezTo>
                <a:cubicBezTo>
                  <a:pt x="17861" y="7877"/>
                  <a:pt x="17861" y="12718"/>
                  <a:pt x="15007" y="15705"/>
                </a:cubicBezTo>
                <a:cubicBezTo>
                  <a:pt x="12153" y="18692"/>
                  <a:pt x="7525" y="18692"/>
                  <a:pt x="4671" y="15705"/>
                </a:cubicBezTo>
                <a:cubicBezTo>
                  <a:pt x="1817" y="12718"/>
                  <a:pt x="1817" y="7877"/>
                  <a:pt x="4671" y="4890"/>
                </a:cubicBezTo>
                <a:cubicBezTo>
                  <a:pt x="6098" y="3397"/>
                  <a:pt x="7969" y="2649"/>
                  <a:pt x="9839" y="2649"/>
                </a:cubicBezTo>
                <a:close/>
              </a:path>
            </a:pathLst>
          </a:custGeom>
          <a:gradFill>
            <a:gsLst>
              <a:gs pos="0">
                <a:schemeClr val="accent2"/>
              </a:gs>
              <a:gs pos="100000">
                <a:schemeClr val="accent1"/>
              </a:gs>
            </a:gsLst>
            <a:lin ang="5400000"/>
          </a:gradFill>
          <a:ln w="12700">
            <a:miter lim="400000"/>
          </a:ln>
        </p:spPr>
        <p:txBody>
          <a:bodyPr lIns="0" tIns="0" rIns="0" bIns="0" anchor="ctr"/>
          <a:lstStyle/>
          <a:p>
            <a:pPr marL="0" marR="0" lvl="0" indent="0" algn="ctr" defTabSz="8255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 kumimoji="0" sz="32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Helvetica Neue Medium"/>
              <a:sym typeface="Helvetica Neue Medium"/>
            </a:endParaRPr>
          </a:p>
        </p:txBody>
      </p:sp>
      <p:sp>
        <p:nvSpPr>
          <p:cNvPr id="227" name="Shape">
            <a:extLst>
              <a:ext uri="{FF2B5EF4-FFF2-40B4-BE49-F238E27FC236}">
                <a16:creationId xmlns:a16="http://schemas.microsoft.com/office/drawing/2014/main" id="{6548DBA8-D7EE-3330-7377-C21DC197957B}"/>
              </a:ext>
            </a:extLst>
          </p:cNvPr>
          <p:cNvSpPr/>
          <p:nvPr/>
        </p:nvSpPr>
        <p:spPr>
          <a:xfrm>
            <a:off x="19865947" y="2060686"/>
            <a:ext cx="2330506" cy="233022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9679" h="20595" extrusionOk="0">
                <a:moveTo>
                  <a:pt x="9839" y="0"/>
                </a:moveTo>
                <a:cubicBezTo>
                  <a:pt x="7321" y="0"/>
                  <a:pt x="4802" y="1006"/>
                  <a:pt x="2881" y="3017"/>
                </a:cubicBezTo>
                <a:cubicBezTo>
                  <a:pt x="-961" y="7038"/>
                  <a:pt x="-961" y="13557"/>
                  <a:pt x="2881" y="17578"/>
                </a:cubicBezTo>
                <a:cubicBezTo>
                  <a:pt x="6724" y="21600"/>
                  <a:pt x="12954" y="21600"/>
                  <a:pt x="16797" y="17578"/>
                </a:cubicBezTo>
                <a:cubicBezTo>
                  <a:pt x="20639" y="13557"/>
                  <a:pt x="20639" y="7038"/>
                  <a:pt x="16797" y="3017"/>
                </a:cubicBezTo>
                <a:cubicBezTo>
                  <a:pt x="14876" y="1006"/>
                  <a:pt x="12357" y="0"/>
                  <a:pt x="9839" y="0"/>
                </a:cubicBezTo>
                <a:close/>
                <a:moveTo>
                  <a:pt x="9839" y="2649"/>
                </a:moveTo>
                <a:cubicBezTo>
                  <a:pt x="11709" y="2649"/>
                  <a:pt x="13580" y="3397"/>
                  <a:pt x="15007" y="4890"/>
                </a:cubicBezTo>
                <a:cubicBezTo>
                  <a:pt x="17861" y="7877"/>
                  <a:pt x="17861" y="12718"/>
                  <a:pt x="15007" y="15705"/>
                </a:cubicBezTo>
                <a:cubicBezTo>
                  <a:pt x="12153" y="18692"/>
                  <a:pt x="7525" y="18692"/>
                  <a:pt x="4671" y="15705"/>
                </a:cubicBezTo>
                <a:cubicBezTo>
                  <a:pt x="1817" y="12718"/>
                  <a:pt x="1817" y="7877"/>
                  <a:pt x="4671" y="4890"/>
                </a:cubicBezTo>
                <a:cubicBezTo>
                  <a:pt x="6098" y="3397"/>
                  <a:pt x="7969" y="2649"/>
                  <a:pt x="9839" y="2649"/>
                </a:cubicBezTo>
                <a:close/>
              </a:path>
            </a:pathLst>
          </a:custGeom>
          <a:gradFill>
            <a:gsLst>
              <a:gs pos="0">
                <a:schemeClr val="accent2"/>
              </a:gs>
              <a:gs pos="100000">
                <a:schemeClr val="accent1"/>
              </a:gs>
            </a:gsLst>
            <a:lin ang="5400000"/>
          </a:gradFill>
          <a:ln w="12700">
            <a:miter lim="400000"/>
          </a:ln>
        </p:spPr>
        <p:txBody>
          <a:bodyPr lIns="0" tIns="0" rIns="0" bIns="0" anchor="ctr"/>
          <a:lstStyle/>
          <a:p>
            <a:pPr marL="0" marR="0" lvl="0" indent="0" algn="ctr" defTabSz="8255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 kumimoji="0" sz="32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Helvetica Neue Medium"/>
              <a:sym typeface="Helvetica Neue Medium"/>
            </a:endParaRPr>
          </a:p>
        </p:txBody>
      </p:sp>
      <p:sp>
        <p:nvSpPr>
          <p:cNvPr id="228" name="Rounded Rectangle">
            <a:extLst>
              <a:ext uri="{FF2B5EF4-FFF2-40B4-BE49-F238E27FC236}">
                <a16:creationId xmlns:a16="http://schemas.microsoft.com/office/drawing/2014/main" id="{37576FB6-87FE-0E72-B806-5AD69B2B78B2}"/>
              </a:ext>
            </a:extLst>
          </p:cNvPr>
          <p:cNvSpPr/>
          <p:nvPr/>
        </p:nvSpPr>
        <p:spPr>
          <a:xfrm>
            <a:off x="1413182" y="3302000"/>
            <a:ext cx="21616294" cy="8897388"/>
          </a:xfrm>
          <a:prstGeom prst="roundRect">
            <a:avLst>
              <a:gd name="adj" fmla="val 2897"/>
            </a:avLst>
          </a:prstGeom>
          <a:solidFill>
            <a:schemeClr val="accent4"/>
          </a:solidFill>
          <a:ln w="12700">
            <a:miter lim="400000"/>
          </a:ln>
          <a:effectLst>
            <a:outerShdw blurRad="558800" dist="71163" dir="5400000" rotWithShape="0">
              <a:srgbClr val="000000">
                <a:alpha val="19617"/>
              </a:srgbClr>
            </a:outerShdw>
          </a:effectLst>
        </p:spPr>
        <p:txBody>
          <a:bodyPr lIns="0" tIns="0" rIns="0" bIns="0" anchor="ctr"/>
          <a:lstStyle/>
          <a:p>
            <a:pPr marL="0" marR="0" lvl="0" indent="0" algn="ctr" defTabSz="8255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 kumimoji="0" sz="32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Helvetica Neue Medium"/>
              <a:sym typeface="Helvetica Neue Medium"/>
            </a:endParaRPr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5FADA1B7-6E74-4DD1-6480-C09379C82F6D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2545842" y="3277265"/>
            <a:ext cx="19534387" cy="94081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63512821"/>
      </p:ext>
    </p:extLst>
  </p:cSld>
  <p:clrMapOvr>
    <a:masterClrMapping/>
  </p:clrMapOvr>
  <p:transition spd="med"/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3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EF5A208-AF4C-88CF-EF7C-939F8B4642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Shape">
            <a:extLst>
              <a:ext uri="{FF2B5EF4-FFF2-40B4-BE49-F238E27FC236}">
                <a16:creationId xmlns:a16="http://schemas.microsoft.com/office/drawing/2014/main" id="{2D63901B-3BC1-CEEE-06F4-F132D15C7115}"/>
              </a:ext>
            </a:extLst>
          </p:cNvPr>
          <p:cNvSpPr/>
          <p:nvPr/>
        </p:nvSpPr>
        <p:spPr>
          <a:xfrm>
            <a:off x="6290541" y="12617233"/>
            <a:ext cx="2709718" cy="270939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9679" h="20595" extrusionOk="0">
                <a:moveTo>
                  <a:pt x="9839" y="0"/>
                </a:moveTo>
                <a:cubicBezTo>
                  <a:pt x="7321" y="0"/>
                  <a:pt x="4802" y="1006"/>
                  <a:pt x="2881" y="3017"/>
                </a:cubicBezTo>
                <a:cubicBezTo>
                  <a:pt x="-961" y="7038"/>
                  <a:pt x="-961" y="13557"/>
                  <a:pt x="2881" y="17578"/>
                </a:cubicBezTo>
                <a:cubicBezTo>
                  <a:pt x="6724" y="21600"/>
                  <a:pt x="12954" y="21600"/>
                  <a:pt x="16797" y="17578"/>
                </a:cubicBezTo>
                <a:cubicBezTo>
                  <a:pt x="20639" y="13557"/>
                  <a:pt x="20639" y="7038"/>
                  <a:pt x="16797" y="3017"/>
                </a:cubicBezTo>
                <a:cubicBezTo>
                  <a:pt x="14876" y="1006"/>
                  <a:pt x="12357" y="0"/>
                  <a:pt x="9839" y="0"/>
                </a:cubicBezTo>
                <a:close/>
                <a:moveTo>
                  <a:pt x="9839" y="2649"/>
                </a:moveTo>
                <a:cubicBezTo>
                  <a:pt x="11709" y="2649"/>
                  <a:pt x="13580" y="3397"/>
                  <a:pt x="15007" y="4890"/>
                </a:cubicBezTo>
                <a:cubicBezTo>
                  <a:pt x="17861" y="7877"/>
                  <a:pt x="17861" y="12718"/>
                  <a:pt x="15007" y="15705"/>
                </a:cubicBezTo>
                <a:cubicBezTo>
                  <a:pt x="12153" y="18692"/>
                  <a:pt x="7525" y="18692"/>
                  <a:pt x="4671" y="15705"/>
                </a:cubicBezTo>
                <a:cubicBezTo>
                  <a:pt x="1817" y="12718"/>
                  <a:pt x="1817" y="7877"/>
                  <a:pt x="4671" y="4890"/>
                </a:cubicBezTo>
                <a:cubicBezTo>
                  <a:pt x="6098" y="3397"/>
                  <a:pt x="7969" y="2649"/>
                  <a:pt x="9839" y="2649"/>
                </a:cubicBezTo>
                <a:close/>
              </a:path>
            </a:pathLst>
          </a:custGeom>
          <a:gradFill>
            <a:gsLst>
              <a:gs pos="0">
                <a:schemeClr val="accent2"/>
              </a:gs>
              <a:gs pos="100000">
                <a:schemeClr val="accent1"/>
              </a:gs>
            </a:gsLst>
            <a:lin ang="5400000"/>
          </a:gradFill>
          <a:ln w="12700">
            <a:miter lim="400000"/>
          </a:ln>
        </p:spPr>
        <p:txBody>
          <a:bodyPr lIns="0" tIns="0" rIns="0" bIns="0" anchor="ctr"/>
          <a:lstStyle/>
          <a:p>
            <a:pPr marL="0" marR="0" lvl="0" indent="0" algn="ctr" defTabSz="8255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 kumimoji="0" sz="32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Helvetica Neue Medium"/>
              <a:sym typeface="Helvetica Neue Medium"/>
            </a:endParaRPr>
          </a:p>
        </p:txBody>
      </p:sp>
      <p:sp>
        <p:nvSpPr>
          <p:cNvPr id="216" name="Shape">
            <a:extLst>
              <a:ext uri="{FF2B5EF4-FFF2-40B4-BE49-F238E27FC236}">
                <a16:creationId xmlns:a16="http://schemas.microsoft.com/office/drawing/2014/main" id="{CAD09A63-9D47-D38A-5024-D9DE0EE25D2F}"/>
              </a:ext>
            </a:extLst>
          </p:cNvPr>
          <p:cNvSpPr/>
          <p:nvPr/>
        </p:nvSpPr>
        <p:spPr>
          <a:xfrm>
            <a:off x="14339439" y="2620192"/>
            <a:ext cx="6322300" cy="632257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800" y="0"/>
                </a:moveTo>
                <a:cubicBezTo>
                  <a:pt x="10787" y="0"/>
                  <a:pt x="10773" y="1"/>
                  <a:pt x="10759" y="1"/>
                </a:cubicBezTo>
                <a:lnTo>
                  <a:pt x="1" y="10760"/>
                </a:lnTo>
                <a:cubicBezTo>
                  <a:pt x="0" y="10900"/>
                  <a:pt x="3" y="11040"/>
                  <a:pt x="8" y="11181"/>
                </a:cubicBezTo>
                <a:lnTo>
                  <a:pt x="11180" y="9"/>
                </a:lnTo>
                <a:cubicBezTo>
                  <a:pt x="11054" y="4"/>
                  <a:pt x="10927" y="0"/>
                  <a:pt x="10800" y="0"/>
                </a:cubicBezTo>
                <a:close/>
                <a:moveTo>
                  <a:pt x="10211" y="17"/>
                </a:moveTo>
                <a:cubicBezTo>
                  <a:pt x="10057" y="25"/>
                  <a:pt x="9903" y="36"/>
                  <a:pt x="9748" y="51"/>
                </a:cubicBezTo>
                <a:lnTo>
                  <a:pt x="50" y="9749"/>
                </a:lnTo>
                <a:cubicBezTo>
                  <a:pt x="35" y="9903"/>
                  <a:pt x="25" y="10057"/>
                  <a:pt x="16" y="10212"/>
                </a:cubicBezTo>
                <a:lnTo>
                  <a:pt x="10211" y="17"/>
                </a:lnTo>
                <a:close/>
                <a:moveTo>
                  <a:pt x="11683" y="38"/>
                </a:moveTo>
                <a:lnTo>
                  <a:pt x="38" y="11684"/>
                </a:lnTo>
                <a:cubicBezTo>
                  <a:pt x="48" y="11814"/>
                  <a:pt x="62" y="11944"/>
                  <a:pt x="78" y="12075"/>
                </a:cubicBezTo>
                <a:lnTo>
                  <a:pt x="12074" y="78"/>
                </a:lnTo>
                <a:cubicBezTo>
                  <a:pt x="11944" y="63"/>
                  <a:pt x="11814" y="49"/>
                  <a:pt x="11683" y="38"/>
                </a:cubicBezTo>
                <a:close/>
                <a:moveTo>
                  <a:pt x="9136" y="131"/>
                </a:moveTo>
                <a:cubicBezTo>
                  <a:pt x="8960" y="158"/>
                  <a:pt x="8786" y="190"/>
                  <a:pt x="8611" y="226"/>
                </a:cubicBezTo>
                <a:lnTo>
                  <a:pt x="226" y="8611"/>
                </a:lnTo>
                <a:cubicBezTo>
                  <a:pt x="190" y="8786"/>
                  <a:pt x="157" y="8961"/>
                  <a:pt x="130" y="9137"/>
                </a:cubicBezTo>
                <a:lnTo>
                  <a:pt x="9136" y="131"/>
                </a:lnTo>
                <a:close/>
                <a:moveTo>
                  <a:pt x="12541" y="143"/>
                </a:moveTo>
                <a:lnTo>
                  <a:pt x="143" y="12541"/>
                </a:lnTo>
                <a:cubicBezTo>
                  <a:pt x="163" y="12663"/>
                  <a:pt x="183" y="12785"/>
                  <a:pt x="207" y="12906"/>
                </a:cubicBezTo>
                <a:lnTo>
                  <a:pt x="12906" y="208"/>
                </a:lnTo>
                <a:cubicBezTo>
                  <a:pt x="12785" y="184"/>
                  <a:pt x="12663" y="163"/>
                  <a:pt x="12541" y="143"/>
                </a:cubicBezTo>
                <a:close/>
                <a:moveTo>
                  <a:pt x="13343" y="303"/>
                </a:moveTo>
                <a:lnTo>
                  <a:pt x="303" y="13343"/>
                </a:lnTo>
                <a:cubicBezTo>
                  <a:pt x="330" y="13456"/>
                  <a:pt x="361" y="13569"/>
                  <a:pt x="392" y="13682"/>
                </a:cubicBezTo>
                <a:lnTo>
                  <a:pt x="13682" y="393"/>
                </a:lnTo>
                <a:cubicBezTo>
                  <a:pt x="13569" y="362"/>
                  <a:pt x="13456" y="331"/>
                  <a:pt x="13343" y="303"/>
                </a:cubicBezTo>
                <a:close/>
                <a:moveTo>
                  <a:pt x="7909" y="395"/>
                </a:moveTo>
                <a:cubicBezTo>
                  <a:pt x="7701" y="452"/>
                  <a:pt x="7495" y="515"/>
                  <a:pt x="7290" y="585"/>
                </a:cubicBezTo>
                <a:lnTo>
                  <a:pt x="584" y="7290"/>
                </a:lnTo>
                <a:cubicBezTo>
                  <a:pt x="514" y="7495"/>
                  <a:pt x="452" y="7702"/>
                  <a:pt x="394" y="7909"/>
                </a:cubicBezTo>
                <a:lnTo>
                  <a:pt x="7909" y="395"/>
                </a:lnTo>
                <a:close/>
                <a:moveTo>
                  <a:pt x="14094" y="515"/>
                </a:moveTo>
                <a:lnTo>
                  <a:pt x="514" y="14094"/>
                </a:lnTo>
                <a:cubicBezTo>
                  <a:pt x="549" y="14202"/>
                  <a:pt x="583" y="14310"/>
                  <a:pt x="620" y="14417"/>
                </a:cubicBezTo>
                <a:lnTo>
                  <a:pt x="14417" y="621"/>
                </a:lnTo>
                <a:cubicBezTo>
                  <a:pt x="14310" y="583"/>
                  <a:pt x="14202" y="549"/>
                  <a:pt x="14094" y="515"/>
                </a:cubicBezTo>
                <a:close/>
                <a:moveTo>
                  <a:pt x="14804" y="767"/>
                </a:moveTo>
                <a:lnTo>
                  <a:pt x="767" y="14804"/>
                </a:lnTo>
                <a:cubicBezTo>
                  <a:pt x="807" y="14905"/>
                  <a:pt x="851" y="15004"/>
                  <a:pt x="894" y="15104"/>
                </a:cubicBezTo>
                <a:lnTo>
                  <a:pt x="15104" y="895"/>
                </a:lnTo>
                <a:cubicBezTo>
                  <a:pt x="15004" y="852"/>
                  <a:pt x="14905" y="807"/>
                  <a:pt x="14804" y="767"/>
                </a:cubicBezTo>
                <a:close/>
                <a:moveTo>
                  <a:pt x="6411" y="932"/>
                </a:moveTo>
                <a:cubicBezTo>
                  <a:pt x="6118" y="1062"/>
                  <a:pt x="5831" y="1206"/>
                  <a:pt x="5549" y="1363"/>
                </a:cubicBezTo>
                <a:lnTo>
                  <a:pt x="1362" y="5549"/>
                </a:lnTo>
                <a:cubicBezTo>
                  <a:pt x="1205" y="5832"/>
                  <a:pt x="1061" y="6119"/>
                  <a:pt x="931" y="6411"/>
                </a:cubicBezTo>
                <a:lnTo>
                  <a:pt x="6411" y="932"/>
                </a:lnTo>
                <a:close/>
                <a:moveTo>
                  <a:pt x="15470" y="1061"/>
                </a:moveTo>
                <a:lnTo>
                  <a:pt x="1060" y="15471"/>
                </a:lnTo>
                <a:cubicBezTo>
                  <a:pt x="1106" y="15567"/>
                  <a:pt x="1153" y="15664"/>
                  <a:pt x="1202" y="15759"/>
                </a:cubicBezTo>
                <a:lnTo>
                  <a:pt x="15759" y="1203"/>
                </a:lnTo>
                <a:cubicBezTo>
                  <a:pt x="15663" y="1153"/>
                  <a:pt x="15567" y="1107"/>
                  <a:pt x="15470" y="1061"/>
                </a:cubicBezTo>
                <a:close/>
                <a:moveTo>
                  <a:pt x="16103" y="1391"/>
                </a:moveTo>
                <a:lnTo>
                  <a:pt x="1391" y="16103"/>
                </a:lnTo>
                <a:cubicBezTo>
                  <a:pt x="1442" y="16194"/>
                  <a:pt x="1494" y="16285"/>
                  <a:pt x="1549" y="16375"/>
                </a:cubicBezTo>
                <a:lnTo>
                  <a:pt x="16375" y="1549"/>
                </a:lnTo>
                <a:cubicBezTo>
                  <a:pt x="16285" y="1495"/>
                  <a:pt x="16194" y="1442"/>
                  <a:pt x="16103" y="1391"/>
                </a:cubicBezTo>
                <a:close/>
                <a:moveTo>
                  <a:pt x="16703" y="1754"/>
                </a:moveTo>
                <a:lnTo>
                  <a:pt x="1753" y="16703"/>
                </a:lnTo>
                <a:cubicBezTo>
                  <a:pt x="1809" y="16788"/>
                  <a:pt x="1869" y="16872"/>
                  <a:pt x="1928" y="16956"/>
                </a:cubicBezTo>
                <a:lnTo>
                  <a:pt x="16956" y="1928"/>
                </a:lnTo>
                <a:cubicBezTo>
                  <a:pt x="16872" y="1869"/>
                  <a:pt x="16788" y="1810"/>
                  <a:pt x="16703" y="1754"/>
                </a:cubicBezTo>
                <a:close/>
                <a:moveTo>
                  <a:pt x="17267" y="2151"/>
                </a:moveTo>
                <a:lnTo>
                  <a:pt x="2151" y="17267"/>
                </a:lnTo>
                <a:cubicBezTo>
                  <a:pt x="2212" y="17349"/>
                  <a:pt x="2274" y="17430"/>
                  <a:pt x="2338" y="17510"/>
                </a:cubicBezTo>
                <a:lnTo>
                  <a:pt x="17510" y="2338"/>
                </a:lnTo>
                <a:cubicBezTo>
                  <a:pt x="17430" y="2275"/>
                  <a:pt x="17349" y="2212"/>
                  <a:pt x="17267" y="2151"/>
                </a:cubicBezTo>
                <a:close/>
                <a:moveTo>
                  <a:pt x="3805" y="2574"/>
                </a:moveTo>
                <a:cubicBezTo>
                  <a:pt x="3586" y="2761"/>
                  <a:pt x="3370" y="2956"/>
                  <a:pt x="3163" y="3163"/>
                </a:cubicBezTo>
                <a:cubicBezTo>
                  <a:pt x="2955" y="3371"/>
                  <a:pt x="2761" y="3586"/>
                  <a:pt x="2574" y="3806"/>
                </a:cubicBezTo>
                <a:lnTo>
                  <a:pt x="3805" y="2574"/>
                </a:lnTo>
                <a:close/>
                <a:moveTo>
                  <a:pt x="17801" y="2579"/>
                </a:moveTo>
                <a:lnTo>
                  <a:pt x="2579" y="17801"/>
                </a:lnTo>
                <a:cubicBezTo>
                  <a:pt x="2645" y="17878"/>
                  <a:pt x="2709" y="17957"/>
                  <a:pt x="2777" y="18032"/>
                </a:cubicBezTo>
                <a:lnTo>
                  <a:pt x="18032" y="2777"/>
                </a:lnTo>
                <a:cubicBezTo>
                  <a:pt x="17957" y="2709"/>
                  <a:pt x="17878" y="2645"/>
                  <a:pt x="17801" y="2579"/>
                </a:cubicBezTo>
                <a:close/>
                <a:moveTo>
                  <a:pt x="18304" y="3036"/>
                </a:moveTo>
                <a:lnTo>
                  <a:pt x="3036" y="18304"/>
                </a:lnTo>
                <a:cubicBezTo>
                  <a:pt x="3079" y="18349"/>
                  <a:pt x="3119" y="18394"/>
                  <a:pt x="3163" y="18438"/>
                </a:cubicBezTo>
                <a:cubicBezTo>
                  <a:pt x="3191" y="18466"/>
                  <a:pt x="3222" y="18492"/>
                  <a:pt x="3250" y="18521"/>
                </a:cubicBezTo>
                <a:lnTo>
                  <a:pt x="18521" y="3251"/>
                </a:lnTo>
                <a:cubicBezTo>
                  <a:pt x="18492" y="3222"/>
                  <a:pt x="18466" y="3192"/>
                  <a:pt x="18438" y="3163"/>
                </a:cubicBezTo>
                <a:cubicBezTo>
                  <a:pt x="18394" y="3119"/>
                  <a:pt x="18348" y="3079"/>
                  <a:pt x="18304" y="3036"/>
                </a:cubicBezTo>
                <a:close/>
                <a:moveTo>
                  <a:pt x="18781" y="3523"/>
                </a:moveTo>
                <a:lnTo>
                  <a:pt x="3522" y="18781"/>
                </a:lnTo>
                <a:cubicBezTo>
                  <a:pt x="3598" y="18850"/>
                  <a:pt x="3676" y="18915"/>
                  <a:pt x="3753" y="18982"/>
                </a:cubicBezTo>
                <a:lnTo>
                  <a:pt x="18982" y="3753"/>
                </a:lnTo>
                <a:cubicBezTo>
                  <a:pt x="18915" y="3676"/>
                  <a:pt x="18850" y="3598"/>
                  <a:pt x="18781" y="3523"/>
                </a:cubicBezTo>
                <a:close/>
                <a:moveTo>
                  <a:pt x="19224" y="4041"/>
                </a:moveTo>
                <a:lnTo>
                  <a:pt x="4041" y="19224"/>
                </a:lnTo>
                <a:cubicBezTo>
                  <a:pt x="4121" y="19289"/>
                  <a:pt x="4202" y="19350"/>
                  <a:pt x="4283" y="19412"/>
                </a:cubicBezTo>
                <a:lnTo>
                  <a:pt x="19412" y="4283"/>
                </a:lnTo>
                <a:cubicBezTo>
                  <a:pt x="19350" y="4202"/>
                  <a:pt x="19289" y="4121"/>
                  <a:pt x="19224" y="4041"/>
                </a:cubicBezTo>
                <a:close/>
                <a:moveTo>
                  <a:pt x="19637" y="4591"/>
                </a:moveTo>
                <a:lnTo>
                  <a:pt x="4591" y="19637"/>
                </a:lnTo>
                <a:cubicBezTo>
                  <a:pt x="4675" y="19696"/>
                  <a:pt x="4758" y="19757"/>
                  <a:pt x="4843" y="19813"/>
                </a:cubicBezTo>
                <a:lnTo>
                  <a:pt x="19813" y="4844"/>
                </a:lnTo>
                <a:cubicBezTo>
                  <a:pt x="19757" y="4758"/>
                  <a:pt x="19696" y="4675"/>
                  <a:pt x="19637" y="4591"/>
                </a:cubicBezTo>
                <a:close/>
                <a:moveTo>
                  <a:pt x="20019" y="5172"/>
                </a:moveTo>
                <a:lnTo>
                  <a:pt x="5172" y="20019"/>
                </a:lnTo>
                <a:cubicBezTo>
                  <a:pt x="5261" y="20073"/>
                  <a:pt x="5351" y="20126"/>
                  <a:pt x="5441" y="20178"/>
                </a:cubicBezTo>
                <a:lnTo>
                  <a:pt x="20178" y="5441"/>
                </a:lnTo>
                <a:cubicBezTo>
                  <a:pt x="20126" y="5351"/>
                  <a:pt x="20073" y="5261"/>
                  <a:pt x="20019" y="5172"/>
                </a:cubicBezTo>
                <a:close/>
                <a:moveTo>
                  <a:pt x="20369" y="5782"/>
                </a:moveTo>
                <a:lnTo>
                  <a:pt x="5782" y="20369"/>
                </a:lnTo>
                <a:cubicBezTo>
                  <a:pt x="5877" y="20419"/>
                  <a:pt x="5974" y="20463"/>
                  <a:pt x="6071" y="20510"/>
                </a:cubicBezTo>
                <a:lnTo>
                  <a:pt x="20510" y="6071"/>
                </a:lnTo>
                <a:cubicBezTo>
                  <a:pt x="20463" y="5975"/>
                  <a:pt x="20419" y="5878"/>
                  <a:pt x="20369" y="5782"/>
                </a:cubicBezTo>
                <a:close/>
                <a:moveTo>
                  <a:pt x="20679" y="6434"/>
                </a:moveTo>
                <a:lnTo>
                  <a:pt x="6434" y="20679"/>
                </a:lnTo>
                <a:cubicBezTo>
                  <a:pt x="6534" y="20723"/>
                  <a:pt x="6633" y="20769"/>
                  <a:pt x="6734" y="20809"/>
                </a:cubicBezTo>
                <a:lnTo>
                  <a:pt x="20809" y="6735"/>
                </a:lnTo>
                <a:cubicBezTo>
                  <a:pt x="20769" y="6634"/>
                  <a:pt x="20723" y="6534"/>
                  <a:pt x="20679" y="6434"/>
                </a:cubicBezTo>
                <a:close/>
                <a:moveTo>
                  <a:pt x="20956" y="7121"/>
                </a:moveTo>
                <a:lnTo>
                  <a:pt x="7120" y="20956"/>
                </a:lnTo>
                <a:cubicBezTo>
                  <a:pt x="7226" y="20994"/>
                  <a:pt x="7333" y="21030"/>
                  <a:pt x="7439" y="21065"/>
                </a:cubicBezTo>
                <a:lnTo>
                  <a:pt x="21065" y="7439"/>
                </a:lnTo>
                <a:cubicBezTo>
                  <a:pt x="21030" y="7333"/>
                  <a:pt x="20994" y="7226"/>
                  <a:pt x="20956" y="7121"/>
                </a:cubicBezTo>
                <a:close/>
                <a:moveTo>
                  <a:pt x="21190" y="7848"/>
                </a:moveTo>
                <a:lnTo>
                  <a:pt x="7848" y="21190"/>
                </a:lnTo>
                <a:cubicBezTo>
                  <a:pt x="7960" y="21221"/>
                  <a:pt x="8073" y="21252"/>
                  <a:pt x="8186" y="21280"/>
                </a:cubicBezTo>
                <a:lnTo>
                  <a:pt x="21280" y="8186"/>
                </a:lnTo>
                <a:cubicBezTo>
                  <a:pt x="21252" y="8073"/>
                  <a:pt x="21221" y="7960"/>
                  <a:pt x="21190" y="7848"/>
                </a:cubicBezTo>
                <a:close/>
                <a:moveTo>
                  <a:pt x="21378" y="8623"/>
                </a:moveTo>
                <a:lnTo>
                  <a:pt x="8623" y="21378"/>
                </a:lnTo>
                <a:cubicBezTo>
                  <a:pt x="8743" y="21402"/>
                  <a:pt x="8863" y="21424"/>
                  <a:pt x="8984" y="21445"/>
                </a:cubicBezTo>
                <a:lnTo>
                  <a:pt x="21445" y="8984"/>
                </a:lnTo>
                <a:cubicBezTo>
                  <a:pt x="21424" y="8864"/>
                  <a:pt x="21402" y="8743"/>
                  <a:pt x="21378" y="8623"/>
                </a:cubicBezTo>
                <a:close/>
                <a:moveTo>
                  <a:pt x="21514" y="9448"/>
                </a:moveTo>
                <a:lnTo>
                  <a:pt x="9447" y="21514"/>
                </a:lnTo>
                <a:cubicBezTo>
                  <a:pt x="9576" y="21530"/>
                  <a:pt x="9704" y="21546"/>
                  <a:pt x="9833" y="21557"/>
                </a:cubicBezTo>
                <a:lnTo>
                  <a:pt x="21557" y="9834"/>
                </a:lnTo>
                <a:cubicBezTo>
                  <a:pt x="21546" y="9705"/>
                  <a:pt x="21530" y="9576"/>
                  <a:pt x="21514" y="9448"/>
                </a:cubicBezTo>
                <a:close/>
                <a:moveTo>
                  <a:pt x="21590" y="10333"/>
                </a:moveTo>
                <a:lnTo>
                  <a:pt x="10332" y="21590"/>
                </a:lnTo>
                <a:cubicBezTo>
                  <a:pt x="10473" y="21596"/>
                  <a:pt x="10613" y="21599"/>
                  <a:pt x="10753" y="21600"/>
                </a:cubicBezTo>
                <a:lnTo>
                  <a:pt x="21600" y="10754"/>
                </a:lnTo>
                <a:cubicBezTo>
                  <a:pt x="21599" y="10613"/>
                  <a:pt x="21596" y="10473"/>
                  <a:pt x="21590" y="10333"/>
                </a:cubicBezTo>
                <a:close/>
                <a:moveTo>
                  <a:pt x="21590" y="11296"/>
                </a:moveTo>
                <a:lnTo>
                  <a:pt x="11295" y="21590"/>
                </a:lnTo>
                <a:cubicBezTo>
                  <a:pt x="11449" y="21583"/>
                  <a:pt x="11603" y="21572"/>
                  <a:pt x="11757" y="21558"/>
                </a:cubicBezTo>
                <a:lnTo>
                  <a:pt x="21558" y="11757"/>
                </a:lnTo>
                <a:cubicBezTo>
                  <a:pt x="21572" y="11603"/>
                  <a:pt x="21583" y="11450"/>
                  <a:pt x="21590" y="11296"/>
                </a:cubicBezTo>
                <a:close/>
                <a:moveTo>
                  <a:pt x="21489" y="12358"/>
                </a:moveTo>
                <a:lnTo>
                  <a:pt x="12358" y="21489"/>
                </a:lnTo>
                <a:cubicBezTo>
                  <a:pt x="12531" y="21464"/>
                  <a:pt x="12703" y="21434"/>
                  <a:pt x="12876" y="21400"/>
                </a:cubicBezTo>
                <a:lnTo>
                  <a:pt x="21400" y="12876"/>
                </a:lnTo>
                <a:cubicBezTo>
                  <a:pt x="21434" y="12704"/>
                  <a:pt x="21464" y="12531"/>
                  <a:pt x="21489" y="12358"/>
                </a:cubicBezTo>
                <a:close/>
                <a:moveTo>
                  <a:pt x="21239" y="13569"/>
                </a:moveTo>
                <a:lnTo>
                  <a:pt x="13569" y="21239"/>
                </a:lnTo>
                <a:cubicBezTo>
                  <a:pt x="13774" y="21185"/>
                  <a:pt x="13978" y="21125"/>
                  <a:pt x="14181" y="21058"/>
                </a:cubicBezTo>
                <a:lnTo>
                  <a:pt x="21058" y="14181"/>
                </a:lnTo>
                <a:cubicBezTo>
                  <a:pt x="21125" y="13978"/>
                  <a:pt x="21185" y="13774"/>
                  <a:pt x="21239" y="13569"/>
                </a:cubicBezTo>
                <a:close/>
                <a:moveTo>
                  <a:pt x="20736" y="15035"/>
                </a:moveTo>
                <a:lnTo>
                  <a:pt x="15035" y="20736"/>
                </a:lnTo>
                <a:cubicBezTo>
                  <a:pt x="15310" y="20619"/>
                  <a:pt x="15581" y="20493"/>
                  <a:pt x="15848" y="20352"/>
                </a:cubicBezTo>
                <a:lnTo>
                  <a:pt x="20352" y="15848"/>
                </a:lnTo>
                <a:cubicBezTo>
                  <a:pt x="20493" y="15581"/>
                  <a:pt x="20619" y="15310"/>
                  <a:pt x="20736" y="15035"/>
                </a:cubicBezTo>
                <a:close/>
                <a:moveTo>
                  <a:pt x="19400" y="17332"/>
                </a:moveTo>
                <a:lnTo>
                  <a:pt x="17332" y="19400"/>
                </a:lnTo>
                <a:cubicBezTo>
                  <a:pt x="17716" y="19108"/>
                  <a:pt x="18087" y="18789"/>
                  <a:pt x="18438" y="18438"/>
                </a:cubicBezTo>
                <a:cubicBezTo>
                  <a:pt x="18788" y="18087"/>
                  <a:pt x="19107" y="17716"/>
                  <a:pt x="19400" y="17332"/>
                </a:cubicBezTo>
                <a:close/>
              </a:path>
            </a:pathLst>
          </a:custGeom>
          <a:solidFill>
            <a:schemeClr val="accent4"/>
          </a:solidFill>
          <a:ln w="12700">
            <a:miter lim="400000"/>
          </a:ln>
        </p:spPr>
        <p:txBody>
          <a:bodyPr lIns="0" tIns="0" rIns="0" bIns="0" anchor="ctr"/>
          <a:lstStyle/>
          <a:p>
            <a:pPr marL="0" marR="0" lvl="0" indent="0" algn="ctr" defTabSz="8255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 kumimoji="0" sz="32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Helvetica Neue Medium"/>
              <a:sym typeface="Helvetica Neue Medium"/>
            </a:endParaRPr>
          </a:p>
        </p:txBody>
      </p:sp>
      <p:sp>
        <p:nvSpPr>
          <p:cNvPr id="217" name="Shape">
            <a:extLst>
              <a:ext uri="{FF2B5EF4-FFF2-40B4-BE49-F238E27FC236}">
                <a16:creationId xmlns:a16="http://schemas.microsoft.com/office/drawing/2014/main" id="{3808A135-AF73-CEC1-2525-4447E5F1909C}"/>
              </a:ext>
            </a:extLst>
          </p:cNvPr>
          <p:cNvSpPr/>
          <p:nvPr/>
        </p:nvSpPr>
        <p:spPr>
          <a:xfrm>
            <a:off x="5513585" y="9836851"/>
            <a:ext cx="2709536" cy="270965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800" y="0"/>
                </a:moveTo>
                <a:cubicBezTo>
                  <a:pt x="10787" y="0"/>
                  <a:pt x="10773" y="1"/>
                  <a:pt x="10759" y="1"/>
                </a:cubicBezTo>
                <a:lnTo>
                  <a:pt x="1" y="10760"/>
                </a:lnTo>
                <a:cubicBezTo>
                  <a:pt x="0" y="10900"/>
                  <a:pt x="3" y="11040"/>
                  <a:pt x="8" y="11181"/>
                </a:cubicBezTo>
                <a:lnTo>
                  <a:pt x="11180" y="9"/>
                </a:lnTo>
                <a:cubicBezTo>
                  <a:pt x="11054" y="4"/>
                  <a:pt x="10927" y="0"/>
                  <a:pt x="10800" y="0"/>
                </a:cubicBezTo>
                <a:close/>
                <a:moveTo>
                  <a:pt x="10211" y="17"/>
                </a:moveTo>
                <a:cubicBezTo>
                  <a:pt x="10057" y="25"/>
                  <a:pt x="9903" y="36"/>
                  <a:pt x="9748" y="51"/>
                </a:cubicBezTo>
                <a:lnTo>
                  <a:pt x="50" y="9749"/>
                </a:lnTo>
                <a:cubicBezTo>
                  <a:pt x="35" y="9903"/>
                  <a:pt x="25" y="10057"/>
                  <a:pt x="16" y="10212"/>
                </a:cubicBezTo>
                <a:lnTo>
                  <a:pt x="10211" y="17"/>
                </a:lnTo>
                <a:close/>
                <a:moveTo>
                  <a:pt x="11683" y="38"/>
                </a:moveTo>
                <a:lnTo>
                  <a:pt x="38" y="11684"/>
                </a:lnTo>
                <a:cubicBezTo>
                  <a:pt x="48" y="11814"/>
                  <a:pt x="62" y="11944"/>
                  <a:pt x="78" y="12075"/>
                </a:cubicBezTo>
                <a:lnTo>
                  <a:pt x="12074" y="78"/>
                </a:lnTo>
                <a:cubicBezTo>
                  <a:pt x="11944" y="63"/>
                  <a:pt x="11814" y="49"/>
                  <a:pt x="11683" y="38"/>
                </a:cubicBezTo>
                <a:close/>
                <a:moveTo>
                  <a:pt x="9136" y="131"/>
                </a:moveTo>
                <a:cubicBezTo>
                  <a:pt x="8960" y="158"/>
                  <a:pt x="8786" y="190"/>
                  <a:pt x="8611" y="226"/>
                </a:cubicBezTo>
                <a:lnTo>
                  <a:pt x="226" y="8611"/>
                </a:lnTo>
                <a:cubicBezTo>
                  <a:pt x="190" y="8786"/>
                  <a:pt x="157" y="8961"/>
                  <a:pt x="130" y="9137"/>
                </a:cubicBezTo>
                <a:lnTo>
                  <a:pt x="9136" y="131"/>
                </a:lnTo>
                <a:close/>
                <a:moveTo>
                  <a:pt x="12541" y="143"/>
                </a:moveTo>
                <a:lnTo>
                  <a:pt x="143" y="12541"/>
                </a:lnTo>
                <a:cubicBezTo>
                  <a:pt x="163" y="12663"/>
                  <a:pt x="183" y="12785"/>
                  <a:pt x="207" y="12906"/>
                </a:cubicBezTo>
                <a:lnTo>
                  <a:pt x="12906" y="208"/>
                </a:lnTo>
                <a:cubicBezTo>
                  <a:pt x="12785" y="184"/>
                  <a:pt x="12663" y="163"/>
                  <a:pt x="12541" y="143"/>
                </a:cubicBezTo>
                <a:close/>
                <a:moveTo>
                  <a:pt x="13343" y="303"/>
                </a:moveTo>
                <a:lnTo>
                  <a:pt x="303" y="13343"/>
                </a:lnTo>
                <a:cubicBezTo>
                  <a:pt x="330" y="13456"/>
                  <a:pt x="361" y="13569"/>
                  <a:pt x="392" y="13682"/>
                </a:cubicBezTo>
                <a:lnTo>
                  <a:pt x="13682" y="393"/>
                </a:lnTo>
                <a:cubicBezTo>
                  <a:pt x="13569" y="362"/>
                  <a:pt x="13456" y="331"/>
                  <a:pt x="13343" y="303"/>
                </a:cubicBezTo>
                <a:close/>
                <a:moveTo>
                  <a:pt x="7909" y="395"/>
                </a:moveTo>
                <a:cubicBezTo>
                  <a:pt x="7701" y="452"/>
                  <a:pt x="7495" y="515"/>
                  <a:pt x="7290" y="585"/>
                </a:cubicBezTo>
                <a:lnTo>
                  <a:pt x="584" y="7290"/>
                </a:lnTo>
                <a:cubicBezTo>
                  <a:pt x="514" y="7495"/>
                  <a:pt x="452" y="7702"/>
                  <a:pt x="394" y="7909"/>
                </a:cubicBezTo>
                <a:lnTo>
                  <a:pt x="7909" y="395"/>
                </a:lnTo>
                <a:close/>
                <a:moveTo>
                  <a:pt x="14094" y="515"/>
                </a:moveTo>
                <a:lnTo>
                  <a:pt x="514" y="14094"/>
                </a:lnTo>
                <a:cubicBezTo>
                  <a:pt x="549" y="14202"/>
                  <a:pt x="583" y="14310"/>
                  <a:pt x="620" y="14417"/>
                </a:cubicBezTo>
                <a:lnTo>
                  <a:pt x="14417" y="621"/>
                </a:lnTo>
                <a:cubicBezTo>
                  <a:pt x="14310" y="583"/>
                  <a:pt x="14202" y="549"/>
                  <a:pt x="14094" y="515"/>
                </a:cubicBezTo>
                <a:close/>
                <a:moveTo>
                  <a:pt x="14804" y="767"/>
                </a:moveTo>
                <a:lnTo>
                  <a:pt x="767" y="14804"/>
                </a:lnTo>
                <a:cubicBezTo>
                  <a:pt x="807" y="14905"/>
                  <a:pt x="851" y="15004"/>
                  <a:pt x="894" y="15104"/>
                </a:cubicBezTo>
                <a:lnTo>
                  <a:pt x="15104" y="895"/>
                </a:lnTo>
                <a:cubicBezTo>
                  <a:pt x="15004" y="852"/>
                  <a:pt x="14905" y="807"/>
                  <a:pt x="14804" y="767"/>
                </a:cubicBezTo>
                <a:close/>
                <a:moveTo>
                  <a:pt x="6411" y="932"/>
                </a:moveTo>
                <a:cubicBezTo>
                  <a:pt x="6118" y="1062"/>
                  <a:pt x="5831" y="1206"/>
                  <a:pt x="5549" y="1363"/>
                </a:cubicBezTo>
                <a:lnTo>
                  <a:pt x="1362" y="5549"/>
                </a:lnTo>
                <a:cubicBezTo>
                  <a:pt x="1205" y="5832"/>
                  <a:pt x="1061" y="6119"/>
                  <a:pt x="931" y="6411"/>
                </a:cubicBezTo>
                <a:lnTo>
                  <a:pt x="6411" y="932"/>
                </a:lnTo>
                <a:close/>
                <a:moveTo>
                  <a:pt x="15470" y="1061"/>
                </a:moveTo>
                <a:lnTo>
                  <a:pt x="1060" y="15471"/>
                </a:lnTo>
                <a:cubicBezTo>
                  <a:pt x="1106" y="15567"/>
                  <a:pt x="1153" y="15664"/>
                  <a:pt x="1202" y="15759"/>
                </a:cubicBezTo>
                <a:lnTo>
                  <a:pt x="15759" y="1203"/>
                </a:lnTo>
                <a:cubicBezTo>
                  <a:pt x="15663" y="1153"/>
                  <a:pt x="15567" y="1107"/>
                  <a:pt x="15470" y="1061"/>
                </a:cubicBezTo>
                <a:close/>
                <a:moveTo>
                  <a:pt x="16103" y="1391"/>
                </a:moveTo>
                <a:lnTo>
                  <a:pt x="1391" y="16103"/>
                </a:lnTo>
                <a:cubicBezTo>
                  <a:pt x="1442" y="16194"/>
                  <a:pt x="1494" y="16285"/>
                  <a:pt x="1548" y="16375"/>
                </a:cubicBezTo>
                <a:lnTo>
                  <a:pt x="16375" y="1549"/>
                </a:lnTo>
                <a:cubicBezTo>
                  <a:pt x="16285" y="1495"/>
                  <a:pt x="16194" y="1442"/>
                  <a:pt x="16103" y="1391"/>
                </a:cubicBezTo>
                <a:close/>
                <a:moveTo>
                  <a:pt x="16703" y="1754"/>
                </a:moveTo>
                <a:lnTo>
                  <a:pt x="1753" y="16703"/>
                </a:lnTo>
                <a:cubicBezTo>
                  <a:pt x="1809" y="16788"/>
                  <a:pt x="1869" y="16872"/>
                  <a:pt x="1928" y="16956"/>
                </a:cubicBezTo>
                <a:lnTo>
                  <a:pt x="16956" y="1928"/>
                </a:lnTo>
                <a:cubicBezTo>
                  <a:pt x="16872" y="1869"/>
                  <a:pt x="16788" y="1810"/>
                  <a:pt x="16703" y="1754"/>
                </a:cubicBezTo>
                <a:close/>
                <a:moveTo>
                  <a:pt x="17267" y="2151"/>
                </a:moveTo>
                <a:lnTo>
                  <a:pt x="2151" y="17267"/>
                </a:lnTo>
                <a:cubicBezTo>
                  <a:pt x="2212" y="17349"/>
                  <a:pt x="2274" y="17430"/>
                  <a:pt x="2338" y="17510"/>
                </a:cubicBezTo>
                <a:lnTo>
                  <a:pt x="17510" y="2338"/>
                </a:lnTo>
                <a:cubicBezTo>
                  <a:pt x="17430" y="2275"/>
                  <a:pt x="17349" y="2212"/>
                  <a:pt x="17267" y="2151"/>
                </a:cubicBezTo>
                <a:close/>
                <a:moveTo>
                  <a:pt x="3805" y="2574"/>
                </a:moveTo>
                <a:cubicBezTo>
                  <a:pt x="3586" y="2761"/>
                  <a:pt x="3370" y="2956"/>
                  <a:pt x="3163" y="3163"/>
                </a:cubicBezTo>
                <a:cubicBezTo>
                  <a:pt x="2955" y="3371"/>
                  <a:pt x="2761" y="3586"/>
                  <a:pt x="2574" y="3806"/>
                </a:cubicBezTo>
                <a:lnTo>
                  <a:pt x="3805" y="2574"/>
                </a:lnTo>
                <a:close/>
                <a:moveTo>
                  <a:pt x="17801" y="2579"/>
                </a:moveTo>
                <a:lnTo>
                  <a:pt x="2579" y="17801"/>
                </a:lnTo>
                <a:cubicBezTo>
                  <a:pt x="2645" y="17878"/>
                  <a:pt x="2709" y="17957"/>
                  <a:pt x="2777" y="18032"/>
                </a:cubicBezTo>
                <a:lnTo>
                  <a:pt x="18032" y="2777"/>
                </a:lnTo>
                <a:cubicBezTo>
                  <a:pt x="17957" y="2709"/>
                  <a:pt x="17878" y="2645"/>
                  <a:pt x="17801" y="2579"/>
                </a:cubicBezTo>
                <a:close/>
                <a:moveTo>
                  <a:pt x="18304" y="3036"/>
                </a:moveTo>
                <a:lnTo>
                  <a:pt x="3036" y="18304"/>
                </a:lnTo>
                <a:cubicBezTo>
                  <a:pt x="3079" y="18349"/>
                  <a:pt x="3119" y="18394"/>
                  <a:pt x="3163" y="18438"/>
                </a:cubicBezTo>
                <a:cubicBezTo>
                  <a:pt x="3191" y="18466"/>
                  <a:pt x="3222" y="18492"/>
                  <a:pt x="3250" y="18521"/>
                </a:cubicBezTo>
                <a:lnTo>
                  <a:pt x="18521" y="3251"/>
                </a:lnTo>
                <a:cubicBezTo>
                  <a:pt x="18492" y="3222"/>
                  <a:pt x="18466" y="3192"/>
                  <a:pt x="18438" y="3163"/>
                </a:cubicBezTo>
                <a:cubicBezTo>
                  <a:pt x="18394" y="3119"/>
                  <a:pt x="18348" y="3079"/>
                  <a:pt x="18304" y="3036"/>
                </a:cubicBezTo>
                <a:close/>
                <a:moveTo>
                  <a:pt x="18781" y="3523"/>
                </a:moveTo>
                <a:lnTo>
                  <a:pt x="3522" y="18781"/>
                </a:lnTo>
                <a:cubicBezTo>
                  <a:pt x="3598" y="18850"/>
                  <a:pt x="3676" y="18915"/>
                  <a:pt x="3753" y="18982"/>
                </a:cubicBezTo>
                <a:lnTo>
                  <a:pt x="18982" y="3753"/>
                </a:lnTo>
                <a:cubicBezTo>
                  <a:pt x="18915" y="3676"/>
                  <a:pt x="18850" y="3598"/>
                  <a:pt x="18781" y="3523"/>
                </a:cubicBezTo>
                <a:close/>
                <a:moveTo>
                  <a:pt x="19224" y="4041"/>
                </a:moveTo>
                <a:lnTo>
                  <a:pt x="4041" y="19224"/>
                </a:lnTo>
                <a:cubicBezTo>
                  <a:pt x="4121" y="19289"/>
                  <a:pt x="4202" y="19350"/>
                  <a:pt x="4283" y="19412"/>
                </a:cubicBezTo>
                <a:lnTo>
                  <a:pt x="19412" y="4283"/>
                </a:lnTo>
                <a:cubicBezTo>
                  <a:pt x="19350" y="4202"/>
                  <a:pt x="19289" y="4121"/>
                  <a:pt x="19224" y="4041"/>
                </a:cubicBezTo>
                <a:close/>
                <a:moveTo>
                  <a:pt x="19637" y="4591"/>
                </a:moveTo>
                <a:lnTo>
                  <a:pt x="4591" y="19637"/>
                </a:lnTo>
                <a:cubicBezTo>
                  <a:pt x="4675" y="19696"/>
                  <a:pt x="4758" y="19757"/>
                  <a:pt x="4843" y="19813"/>
                </a:cubicBezTo>
                <a:lnTo>
                  <a:pt x="19813" y="4844"/>
                </a:lnTo>
                <a:cubicBezTo>
                  <a:pt x="19757" y="4758"/>
                  <a:pt x="19696" y="4675"/>
                  <a:pt x="19637" y="4591"/>
                </a:cubicBezTo>
                <a:close/>
                <a:moveTo>
                  <a:pt x="20019" y="5172"/>
                </a:moveTo>
                <a:lnTo>
                  <a:pt x="5172" y="20019"/>
                </a:lnTo>
                <a:cubicBezTo>
                  <a:pt x="5261" y="20073"/>
                  <a:pt x="5351" y="20126"/>
                  <a:pt x="5441" y="20178"/>
                </a:cubicBezTo>
                <a:lnTo>
                  <a:pt x="20178" y="5441"/>
                </a:lnTo>
                <a:cubicBezTo>
                  <a:pt x="20126" y="5351"/>
                  <a:pt x="20073" y="5261"/>
                  <a:pt x="20019" y="5172"/>
                </a:cubicBezTo>
                <a:close/>
                <a:moveTo>
                  <a:pt x="20369" y="5782"/>
                </a:moveTo>
                <a:lnTo>
                  <a:pt x="5782" y="20369"/>
                </a:lnTo>
                <a:cubicBezTo>
                  <a:pt x="5877" y="20419"/>
                  <a:pt x="5974" y="20463"/>
                  <a:pt x="6071" y="20510"/>
                </a:cubicBezTo>
                <a:lnTo>
                  <a:pt x="20510" y="6071"/>
                </a:lnTo>
                <a:cubicBezTo>
                  <a:pt x="20463" y="5975"/>
                  <a:pt x="20419" y="5878"/>
                  <a:pt x="20369" y="5782"/>
                </a:cubicBezTo>
                <a:close/>
                <a:moveTo>
                  <a:pt x="20679" y="6434"/>
                </a:moveTo>
                <a:lnTo>
                  <a:pt x="6434" y="20679"/>
                </a:lnTo>
                <a:cubicBezTo>
                  <a:pt x="6534" y="20723"/>
                  <a:pt x="6633" y="20769"/>
                  <a:pt x="6734" y="20809"/>
                </a:cubicBezTo>
                <a:lnTo>
                  <a:pt x="20809" y="6735"/>
                </a:lnTo>
                <a:cubicBezTo>
                  <a:pt x="20769" y="6634"/>
                  <a:pt x="20723" y="6534"/>
                  <a:pt x="20679" y="6434"/>
                </a:cubicBezTo>
                <a:close/>
                <a:moveTo>
                  <a:pt x="20956" y="7121"/>
                </a:moveTo>
                <a:lnTo>
                  <a:pt x="7120" y="20956"/>
                </a:lnTo>
                <a:cubicBezTo>
                  <a:pt x="7226" y="20994"/>
                  <a:pt x="7333" y="21030"/>
                  <a:pt x="7439" y="21065"/>
                </a:cubicBezTo>
                <a:lnTo>
                  <a:pt x="21065" y="7439"/>
                </a:lnTo>
                <a:cubicBezTo>
                  <a:pt x="21030" y="7333"/>
                  <a:pt x="20994" y="7226"/>
                  <a:pt x="20956" y="7121"/>
                </a:cubicBezTo>
                <a:close/>
                <a:moveTo>
                  <a:pt x="21190" y="7848"/>
                </a:moveTo>
                <a:lnTo>
                  <a:pt x="7848" y="21190"/>
                </a:lnTo>
                <a:cubicBezTo>
                  <a:pt x="7960" y="21221"/>
                  <a:pt x="8073" y="21252"/>
                  <a:pt x="8186" y="21280"/>
                </a:cubicBezTo>
                <a:lnTo>
                  <a:pt x="21280" y="8186"/>
                </a:lnTo>
                <a:cubicBezTo>
                  <a:pt x="21252" y="8073"/>
                  <a:pt x="21221" y="7960"/>
                  <a:pt x="21190" y="7848"/>
                </a:cubicBezTo>
                <a:close/>
                <a:moveTo>
                  <a:pt x="21378" y="8623"/>
                </a:moveTo>
                <a:lnTo>
                  <a:pt x="8623" y="21378"/>
                </a:lnTo>
                <a:cubicBezTo>
                  <a:pt x="8743" y="21402"/>
                  <a:pt x="8863" y="21424"/>
                  <a:pt x="8984" y="21445"/>
                </a:cubicBezTo>
                <a:lnTo>
                  <a:pt x="21445" y="8984"/>
                </a:lnTo>
                <a:cubicBezTo>
                  <a:pt x="21424" y="8864"/>
                  <a:pt x="21402" y="8743"/>
                  <a:pt x="21378" y="8623"/>
                </a:cubicBezTo>
                <a:close/>
                <a:moveTo>
                  <a:pt x="21514" y="9448"/>
                </a:moveTo>
                <a:lnTo>
                  <a:pt x="9447" y="21514"/>
                </a:lnTo>
                <a:cubicBezTo>
                  <a:pt x="9576" y="21530"/>
                  <a:pt x="9704" y="21546"/>
                  <a:pt x="9833" y="21557"/>
                </a:cubicBezTo>
                <a:lnTo>
                  <a:pt x="21557" y="9834"/>
                </a:lnTo>
                <a:cubicBezTo>
                  <a:pt x="21546" y="9705"/>
                  <a:pt x="21530" y="9576"/>
                  <a:pt x="21514" y="9448"/>
                </a:cubicBezTo>
                <a:close/>
                <a:moveTo>
                  <a:pt x="21590" y="10333"/>
                </a:moveTo>
                <a:lnTo>
                  <a:pt x="10332" y="21590"/>
                </a:lnTo>
                <a:cubicBezTo>
                  <a:pt x="10473" y="21596"/>
                  <a:pt x="10613" y="21599"/>
                  <a:pt x="10753" y="21600"/>
                </a:cubicBezTo>
                <a:lnTo>
                  <a:pt x="21600" y="10754"/>
                </a:lnTo>
                <a:cubicBezTo>
                  <a:pt x="21599" y="10613"/>
                  <a:pt x="21596" y="10473"/>
                  <a:pt x="21590" y="10333"/>
                </a:cubicBezTo>
                <a:close/>
                <a:moveTo>
                  <a:pt x="21590" y="11296"/>
                </a:moveTo>
                <a:lnTo>
                  <a:pt x="11295" y="21590"/>
                </a:lnTo>
                <a:cubicBezTo>
                  <a:pt x="11449" y="21583"/>
                  <a:pt x="11603" y="21572"/>
                  <a:pt x="11757" y="21558"/>
                </a:cubicBezTo>
                <a:lnTo>
                  <a:pt x="21558" y="11757"/>
                </a:lnTo>
                <a:cubicBezTo>
                  <a:pt x="21572" y="11603"/>
                  <a:pt x="21583" y="11450"/>
                  <a:pt x="21590" y="11296"/>
                </a:cubicBezTo>
                <a:close/>
                <a:moveTo>
                  <a:pt x="21489" y="12358"/>
                </a:moveTo>
                <a:lnTo>
                  <a:pt x="12358" y="21489"/>
                </a:lnTo>
                <a:cubicBezTo>
                  <a:pt x="12531" y="21464"/>
                  <a:pt x="12703" y="21434"/>
                  <a:pt x="12876" y="21400"/>
                </a:cubicBezTo>
                <a:lnTo>
                  <a:pt x="21400" y="12876"/>
                </a:lnTo>
                <a:cubicBezTo>
                  <a:pt x="21434" y="12704"/>
                  <a:pt x="21464" y="12531"/>
                  <a:pt x="21489" y="12358"/>
                </a:cubicBezTo>
                <a:close/>
                <a:moveTo>
                  <a:pt x="21239" y="13569"/>
                </a:moveTo>
                <a:lnTo>
                  <a:pt x="13569" y="21239"/>
                </a:lnTo>
                <a:cubicBezTo>
                  <a:pt x="13774" y="21185"/>
                  <a:pt x="13978" y="21125"/>
                  <a:pt x="14181" y="21058"/>
                </a:cubicBezTo>
                <a:lnTo>
                  <a:pt x="21058" y="14181"/>
                </a:lnTo>
                <a:cubicBezTo>
                  <a:pt x="21125" y="13978"/>
                  <a:pt x="21185" y="13774"/>
                  <a:pt x="21239" y="13569"/>
                </a:cubicBezTo>
                <a:close/>
                <a:moveTo>
                  <a:pt x="20736" y="15035"/>
                </a:moveTo>
                <a:lnTo>
                  <a:pt x="15035" y="20736"/>
                </a:lnTo>
                <a:cubicBezTo>
                  <a:pt x="15310" y="20619"/>
                  <a:pt x="15581" y="20493"/>
                  <a:pt x="15848" y="20352"/>
                </a:cubicBezTo>
                <a:lnTo>
                  <a:pt x="20352" y="15848"/>
                </a:lnTo>
                <a:cubicBezTo>
                  <a:pt x="20493" y="15581"/>
                  <a:pt x="20619" y="15310"/>
                  <a:pt x="20736" y="15035"/>
                </a:cubicBezTo>
                <a:close/>
                <a:moveTo>
                  <a:pt x="19400" y="17332"/>
                </a:moveTo>
                <a:lnTo>
                  <a:pt x="17332" y="19400"/>
                </a:lnTo>
                <a:cubicBezTo>
                  <a:pt x="17716" y="19108"/>
                  <a:pt x="18087" y="18789"/>
                  <a:pt x="18438" y="18438"/>
                </a:cubicBezTo>
                <a:cubicBezTo>
                  <a:pt x="18788" y="18087"/>
                  <a:pt x="19107" y="17716"/>
                  <a:pt x="19400" y="17332"/>
                </a:cubicBezTo>
                <a:close/>
              </a:path>
            </a:pathLst>
          </a:custGeom>
          <a:solidFill>
            <a:schemeClr val="accent4"/>
          </a:solidFill>
          <a:ln w="12700">
            <a:miter lim="400000"/>
          </a:ln>
        </p:spPr>
        <p:txBody>
          <a:bodyPr lIns="0" tIns="0" rIns="0" bIns="0" anchor="ctr"/>
          <a:lstStyle/>
          <a:p>
            <a:pPr marL="0" marR="0" lvl="0" indent="0" algn="ctr" defTabSz="8255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 kumimoji="0" sz="32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Helvetica Neue Medium"/>
              <a:sym typeface="Helvetica Neue Medium"/>
            </a:endParaRPr>
          </a:p>
        </p:txBody>
      </p:sp>
      <p:sp>
        <p:nvSpPr>
          <p:cNvPr id="218" name="Shape">
            <a:extLst>
              <a:ext uri="{FF2B5EF4-FFF2-40B4-BE49-F238E27FC236}">
                <a16:creationId xmlns:a16="http://schemas.microsoft.com/office/drawing/2014/main" id="{B247691E-603A-B02F-51C9-58FCD767BBB4}"/>
              </a:ext>
            </a:extLst>
          </p:cNvPr>
          <p:cNvSpPr/>
          <p:nvPr/>
        </p:nvSpPr>
        <p:spPr>
          <a:xfrm>
            <a:off x="1688166" y="791392"/>
            <a:ext cx="7163901" cy="716420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800" y="0"/>
                </a:moveTo>
                <a:cubicBezTo>
                  <a:pt x="10787" y="0"/>
                  <a:pt x="10773" y="1"/>
                  <a:pt x="10759" y="1"/>
                </a:cubicBezTo>
                <a:lnTo>
                  <a:pt x="1" y="10760"/>
                </a:lnTo>
                <a:cubicBezTo>
                  <a:pt x="0" y="10900"/>
                  <a:pt x="3" y="11040"/>
                  <a:pt x="8" y="11181"/>
                </a:cubicBezTo>
                <a:lnTo>
                  <a:pt x="11180" y="9"/>
                </a:lnTo>
                <a:cubicBezTo>
                  <a:pt x="11054" y="4"/>
                  <a:pt x="10927" y="0"/>
                  <a:pt x="10800" y="0"/>
                </a:cubicBezTo>
                <a:close/>
                <a:moveTo>
                  <a:pt x="10211" y="17"/>
                </a:moveTo>
                <a:cubicBezTo>
                  <a:pt x="10057" y="25"/>
                  <a:pt x="9903" y="36"/>
                  <a:pt x="9748" y="51"/>
                </a:cubicBezTo>
                <a:lnTo>
                  <a:pt x="50" y="9749"/>
                </a:lnTo>
                <a:cubicBezTo>
                  <a:pt x="35" y="9903"/>
                  <a:pt x="25" y="10057"/>
                  <a:pt x="16" y="10212"/>
                </a:cubicBezTo>
                <a:lnTo>
                  <a:pt x="10211" y="17"/>
                </a:lnTo>
                <a:close/>
                <a:moveTo>
                  <a:pt x="11683" y="38"/>
                </a:moveTo>
                <a:lnTo>
                  <a:pt x="38" y="11684"/>
                </a:lnTo>
                <a:cubicBezTo>
                  <a:pt x="48" y="11814"/>
                  <a:pt x="62" y="11944"/>
                  <a:pt x="78" y="12075"/>
                </a:cubicBezTo>
                <a:lnTo>
                  <a:pt x="12074" y="78"/>
                </a:lnTo>
                <a:cubicBezTo>
                  <a:pt x="11944" y="63"/>
                  <a:pt x="11814" y="49"/>
                  <a:pt x="11683" y="38"/>
                </a:cubicBezTo>
                <a:close/>
                <a:moveTo>
                  <a:pt x="9136" y="131"/>
                </a:moveTo>
                <a:cubicBezTo>
                  <a:pt x="8960" y="158"/>
                  <a:pt x="8786" y="190"/>
                  <a:pt x="8611" y="226"/>
                </a:cubicBezTo>
                <a:lnTo>
                  <a:pt x="226" y="8611"/>
                </a:lnTo>
                <a:cubicBezTo>
                  <a:pt x="190" y="8786"/>
                  <a:pt x="157" y="8961"/>
                  <a:pt x="130" y="9137"/>
                </a:cubicBezTo>
                <a:lnTo>
                  <a:pt x="9136" y="131"/>
                </a:lnTo>
                <a:close/>
                <a:moveTo>
                  <a:pt x="12541" y="143"/>
                </a:moveTo>
                <a:lnTo>
                  <a:pt x="143" y="12541"/>
                </a:lnTo>
                <a:cubicBezTo>
                  <a:pt x="163" y="12663"/>
                  <a:pt x="183" y="12785"/>
                  <a:pt x="207" y="12906"/>
                </a:cubicBezTo>
                <a:lnTo>
                  <a:pt x="12906" y="208"/>
                </a:lnTo>
                <a:cubicBezTo>
                  <a:pt x="12785" y="184"/>
                  <a:pt x="12663" y="163"/>
                  <a:pt x="12541" y="143"/>
                </a:cubicBezTo>
                <a:close/>
                <a:moveTo>
                  <a:pt x="13343" y="303"/>
                </a:moveTo>
                <a:lnTo>
                  <a:pt x="303" y="13343"/>
                </a:lnTo>
                <a:cubicBezTo>
                  <a:pt x="330" y="13456"/>
                  <a:pt x="361" y="13569"/>
                  <a:pt x="392" y="13682"/>
                </a:cubicBezTo>
                <a:lnTo>
                  <a:pt x="13682" y="393"/>
                </a:lnTo>
                <a:cubicBezTo>
                  <a:pt x="13569" y="362"/>
                  <a:pt x="13456" y="331"/>
                  <a:pt x="13343" y="303"/>
                </a:cubicBezTo>
                <a:close/>
                <a:moveTo>
                  <a:pt x="7909" y="395"/>
                </a:moveTo>
                <a:cubicBezTo>
                  <a:pt x="7701" y="452"/>
                  <a:pt x="7495" y="515"/>
                  <a:pt x="7290" y="585"/>
                </a:cubicBezTo>
                <a:lnTo>
                  <a:pt x="584" y="7290"/>
                </a:lnTo>
                <a:cubicBezTo>
                  <a:pt x="514" y="7495"/>
                  <a:pt x="452" y="7702"/>
                  <a:pt x="394" y="7909"/>
                </a:cubicBezTo>
                <a:lnTo>
                  <a:pt x="7909" y="395"/>
                </a:lnTo>
                <a:close/>
                <a:moveTo>
                  <a:pt x="14094" y="515"/>
                </a:moveTo>
                <a:lnTo>
                  <a:pt x="514" y="14094"/>
                </a:lnTo>
                <a:cubicBezTo>
                  <a:pt x="549" y="14202"/>
                  <a:pt x="583" y="14310"/>
                  <a:pt x="620" y="14417"/>
                </a:cubicBezTo>
                <a:lnTo>
                  <a:pt x="14417" y="621"/>
                </a:lnTo>
                <a:cubicBezTo>
                  <a:pt x="14310" y="583"/>
                  <a:pt x="14202" y="549"/>
                  <a:pt x="14094" y="515"/>
                </a:cubicBezTo>
                <a:close/>
                <a:moveTo>
                  <a:pt x="14804" y="767"/>
                </a:moveTo>
                <a:lnTo>
                  <a:pt x="767" y="14804"/>
                </a:lnTo>
                <a:cubicBezTo>
                  <a:pt x="807" y="14905"/>
                  <a:pt x="851" y="15004"/>
                  <a:pt x="894" y="15104"/>
                </a:cubicBezTo>
                <a:lnTo>
                  <a:pt x="15104" y="895"/>
                </a:lnTo>
                <a:cubicBezTo>
                  <a:pt x="15004" y="852"/>
                  <a:pt x="14905" y="807"/>
                  <a:pt x="14804" y="767"/>
                </a:cubicBezTo>
                <a:close/>
                <a:moveTo>
                  <a:pt x="6411" y="932"/>
                </a:moveTo>
                <a:cubicBezTo>
                  <a:pt x="6118" y="1062"/>
                  <a:pt x="5831" y="1206"/>
                  <a:pt x="5549" y="1363"/>
                </a:cubicBezTo>
                <a:lnTo>
                  <a:pt x="1362" y="5549"/>
                </a:lnTo>
                <a:cubicBezTo>
                  <a:pt x="1205" y="5832"/>
                  <a:pt x="1061" y="6119"/>
                  <a:pt x="931" y="6411"/>
                </a:cubicBezTo>
                <a:lnTo>
                  <a:pt x="6411" y="932"/>
                </a:lnTo>
                <a:close/>
                <a:moveTo>
                  <a:pt x="15470" y="1061"/>
                </a:moveTo>
                <a:lnTo>
                  <a:pt x="1060" y="15471"/>
                </a:lnTo>
                <a:cubicBezTo>
                  <a:pt x="1106" y="15567"/>
                  <a:pt x="1153" y="15664"/>
                  <a:pt x="1202" y="15759"/>
                </a:cubicBezTo>
                <a:lnTo>
                  <a:pt x="15759" y="1203"/>
                </a:lnTo>
                <a:cubicBezTo>
                  <a:pt x="15663" y="1153"/>
                  <a:pt x="15567" y="1107"/>
                  <a:pt x="15470" y="1061"/>
                </a:cubicBezTo>
                <a:close/>
                <a:moveTo>
                  <a:pt x="16103" y="1391"/>
                </a:moveTo>
                <a:lnTo>
                  <a:pt x="1391" y="16103"/>
                </a:lnTo>
                <a:cubicBezTo>
                  <a:pt x="1442" y="16194"/>
                  <a:pt x="1494" y="16285"/>
                  <a:pt x="1548" y="16375"/>
                </a:cubicBezTo>
                <a:lnTo>
                  <a:pt x="16375" y="1549"/>
                </a:lnTo>
                <a:cubicBezTo>
                  <a:pt x="16285" y="1495"/>
                  <a:pt x="16194" y="1442"/>
                  <a:pt x="16103" y="1391"/>
                </a:cubicBezTo>
                <a:close/>
                <a:moveTo>
                  <a:pt x="16703" y="1754"/>
                </a:moveTo>
                <a:lnTo>
                  <a:pt x="1753" y="16703"/>
                </a:lnTo>
                <a:cubicBezTo>
                  <a:pt x="1809" y="16788"/>
                  <a:pt x="1869" y="16872"/>
                  <a:pt x="1928" y="16956"/>
                </a:cubicBezTo>
                <a:lnTo>
                  <a:pt x="16956" y="1928"/>
                </a:lnTo>
                <a:cubicBezTo>
                  <a:pt x="16872" y="1869"/>
                  <a:pt x="16788" y="1810"/>
                  <a:pt x="16703" y="1754"/>
                </a:cubicBezTo>
                <a:close/>
                <a:moveTo>
                  <a:pt x="17267" y="2151"/>
                </a:moveTo>
                <a:lnTo>
                  <a:pt x="2151" y="17267"/>
                </a:lnTo>
                <a:cubicBezTo>
                  <a:pt x="2212" y="17349"/>
                  <a:pt x="2274" y="17430"/>
                  <a:pt x="2338" y="17510"/>
                </a:cubicBezTo>
                <a:lnTo>
                  <a:pt x="17510" y="2338"/>
                </a:lnTo>
                <a:cubicBezTo>
                  <a:pt x="17430" y="2275"/>
                  <a:pt x="17349" y="2212"/>
                  <a:pt x="17267" y="2151"/>
                </a:cubicBezTo>
                <a:close/>
                <a:moveTo>
                  <a:pt x="3805" y="2574"/>
                </a:moveTo>
                <a:cubicBezTo>
                  <a:pt x="3586" y="2761"/>
                  <a:pt x="3370" y="2956"/>
                  <a:pt x="3163" y="3163"/>
                </a:cubicBezTo>
                <a:cubicBezTo>
                  <a:pt x="2955" y="3371"/>
                  <a:pt x="2761" y="3586"/>
                  <a:pt x="2574" y="3806"/>
                </a:cubicBezTo>
                <a:lnTo>
                  <a:pt x="3805" y="2574"/>
                </a:lnTo>
                <a:close/>
                <a:moveTo>
                  <a:pt x="17801" y="2579"/>
                </a:moveTo>
                <a:lnTo>
                  <a:pt x="2579" y="17801"/>
                </a:lnTo>
                <a:cubicBezTo>
                  <a:pt x="2645" y="17878"/>
                  <a:pt x="2709" y="17957"/>
                  <a:pt x="2777" y="18032"/>
                </a:cubicBezTo>
                <a:lnTo>
                  <a:pt x="18032" y="2777"/>
                </a:lnTo>
                <a:cubicBezTo>
                  <a:pt x="17957" y="2709"/>
                  <a:pt x="17878" y="2645"/>
                  <a:pt x="17801" y="2579"/>
                </a:cubicBezTo>
                <a:close/>
                <a:moveTo>
                  <a:pt x="18304" y="3036"/>
                </a:moveTo>
                <a:lnTo>
                  <a:pt x="3036" y="18304"/>
                </a:lnTo>
                <a:cubicBezTo>
                  <a:pt x="3079" y="18349"/>
                  <a:pt x="3119" y="18394"/>
                  <a:pt x="3163" y="18438"/>
                </a:cubicBezTo>
                <a:cubicBezTo>
                  <a:pt x="3191" y="18466"/>
                  <a:pt x="3222" y="18492"/>
                  <a:pt x="3250" y="18521"/>
                </a:cubicBezTo>
                <a:lnTo>
                  <a:pt x="18521" y="3251"/>
                </a:lnTo>
                <a:cubicBezTo>
                  <a:pt x="18492" y="3222"/>
                  <a:pt x="18466" y="3192"/>
                  <a:pt x="18438" y="3163"/>
                </a:cubicBezTo>
                <a:cubicBezTo>
                  <a:pt x="18394" y="3119"/>
                  <a:pt x="18348" y="3079"/>
                  <a:pt x="18304" y="3036"/>
                </a:cubicBezTo>
                <a:close/>
                <a:moveTo>
                  <a:pt x="18781" y="3523"/>
                </a:moveTo>
                <a:lnTo>
                  <a:pt x="3522" y="18781"/>
                </a:lnTo>
                <a:cubicBezTo>
                  <a:pt x="3598" y="18850"/>
                  <a:pt x="3676" y="18915"/>
                  <a:pt x="3753" y="18982"/>
                </a:cubicBezTo>
                <a:lnTo>
                  <a:pt x="18982" y="3753"/>
                </a:lnTo>
                <a:cubicBezTo>
                  <a:pt x="18915" y="3676"/>
                  <a:pt x="18850" y="3598"/>
                  <a:pt x="18781" y="3523"/>
                </a:cubicBezTo>
                <a:close/>
                <a:moveTo>
                  <a:pt x="19224" y="4041"/>
                </a:moveTo>
                <a:lnTo>
                  <a:pt x="4041" y="19224"/>
                </a:lnTo>
                <a:cubicBezTo>
                  <a:pt x="4121" y="19289"/>
                  <a:pt x="4202" y="19350"/>
                  <a:pt x="4283" y="19412"/>
                </a:cubicBezTo>
                <a:lnTo>
                  <a:pt x="19412" y="4283"/>
                </a:lnTo>
                <a:cubicBezTo>
                  <a:pt x="19350" y="4202"/>
                  <a:pt x="19289" y="4121"/>
                  <a:pt x="19224" y="4041"/>
                </a:cubicBezTo>
                <a:close/>
                <a:moveTo>
                  <a:pt x="19637" y="4591"/>
                </a:moveTo>
                <a:lnTo>
                  <a:pt x="4591" y="19637"/>
                </a:lnTo>
                <a:cubicBezTo>
                  <a:pt x="4675" y="19696"/>
                  <a:pt x="4758" y="19757"/>
                  <a:pt x="4843" y="19813"/>
                </a:cubicBezTo>
                <a:lnTo>
                  <a:pt x="19813" y="4844"/>
                </a:lnTo>
                <a:cubicBezTo>
                  <a:pt x="19757" y="4758"/>
                  <a:pt x="19696" y="4675"/>
                  <a:pt x="19637" y="4591"/>
                </a:cubicBezTo>
                <a:close/>
                <a:moveTo>
                  <a:pt x="20019" y="5172"/>
                </a:moveTo>
                <a:lnTo>
                  <a:pt x="5172" y="20019"/>
                </a:lnTo>
                <a:cubicBezTo>
                  <a:pt x="5261" y="20073"/>
                  <a:pt x="5351" y="20126"/>
                  <a:pt x="5441" y="20178"/>
                </a:cubicBezTo>
                <a:lnTo>
                  <a:pt x="20178" y="5441"/>
                </a:lnTo>
                <a:cubicBezTo>
                  <a:pt x="20126" y="5351"/>
                  <a:pt x="20073" y="5261"/>
                  <a:pt x="20019" y="5172"/>
                </a:cubicBezTo>
                <a:close/>
                <a:moveTo>
                  <a:pt x="20369" y="5782"/>
                </a:moveTo>
                <a:lnTo>
                  <a:pt x="5782" y="20369"/>
                </a:lnTo>
                <a:cubicBezTo>
                  <a:pt x="5877" y="20419"/>
                  <a:pt x="5974" y="20463"/>
                  <a:pt x="6071" y="20510"/>
                </a:cubicBezTo>
                <a:lnTo>
                  <a:pt x="20510" y="6071"/>
                </a:lnTo>
                <a:cubicBezTo>
                  <a:pt x="20463" y="5975"/>
                  <a:pt x="20419" y="5878"/>
                  <a:pt x="20369" y="5782"/>
                </a:cubicBezTo>
                <a:close/>
                <a:moveTo>
                  <a:pt x="20679" y="6434"/>
                </a:moveTo>
                <a:lnTo>
                  <a:pt x="6434" y="20679"/>
                </a:lnTo>
                <a:cubicBezTo>
                  <a:pt x="6534" y="20723"/>
                  <a:pt x="6633" y="20769"/>
                  <a:pt x="6734" y="20809"/>
                </a:cubicBezTo>
                <a:lnTo>
                  <a:pt x="20809" y="6735"/>
                </a:lnTo>
                <a:cubicBezTo>
                  <a:pt x="20769" y="6634"/>
                  <a:pt x="20723" y="6534"/>
                  <a:pt x="20679" y="6434"/>
                </a:cubicBezTo>
                <a:close/>
                <a:moveTo>
                  <a:pt x="20956" y="7121"/>
                </a:moveTo>
                <a:lnTo>
                  <a:pt x="7120" y="20956"/>
                </a:lnTo>
                <a:cubicBezTo>
                  <a:pt x="7226" y="20994"/>
                  <a:pt x="7333" y="21030"/>
                  <a:pt x="7439" y="21065"/>
                </a:cubicBezTo>
                <a:lnTo>
                  <a:pt x="21065" y="7439"/>
                </a:lnTo>
                <a:cubicBezTo>
                  <a:pt x="21030" y="7333"/>
                  <a:pt x="20994" y="7226"/>
                  <a:pt x="20956" y="7121"/>
                </a:cubicBezTo>
                <a:close/>
                <a:moveTo>
                  <a:pt x="21190" y="7848"/>
                </a:moveTo>
                <a:lnTo>
                  <a:pt x="7848" y="21190"/>
                </a:lnTo>
                <a:cubicBezTo>
                  <a:pt x="7960" y="21221"/>
                  <a:pt x="8073" y="21252"/>
                  <a:pt x="8186" y="21280"/>
                </a:cubicBezTo>
                <a:lnTo>
                  <a:pt x="21280" y="8186"/>
                </a:lnTo>
                <a:cubicBezTo>
                  <a:pt x="21252" y="8073"/>
                  <a:pt x="21221" y="7960"/>
                  <a:pt x="21190" y="7848"/>
                </a:cubicBezTo>
                <a:close/>
                <a:moveTo>
                  <a:pt x="21378" y="8623"/>
                </a:moveTo>
                <a:lnTo>
                  <a:pt x="8623" y="21378"/>
                </a:lnTo>
                <a:cubicBezTo>
                  <a:pt x="8743" y="21402"/>
                  <a:pt x="8863" y="21424"/>
                  <a:pt x="8984" y="21445"/>
                </a:cubicBezTo>
                <a:lnTo>
                  <a:pt x="21445" y="8984"/>
                </a:lnTo>
                <a:cubicBezTo>
                  <a:pt x="21424" y="8864"/>
                  <a:pt x="21402" y="8743"/>
                  <a:pt x="21378" y="8623"/>
                </a:cubicBezTo>
                <a:close/>
                <a:moveTo>
                  <a:pt x="21514" y="9448"/>
                </a:moveTo>
                <a:lnTo>
                  <a:pt x="9447" y="21514"/>
                </a:lnTo>
                <a:cubicBezTo>
                  <a:pt x="9576" y="21530"/>
                  <a:pt x="9704" y="21546"/>
                  <a:pt x="9833" y="21557"/>
                </a:cubicBezTo>
                <a:lnTo>
                  <a:pt x="21557" y="9834"/>
                </a:lnTo>
                <a:cubicBezTo>
                  <a:pt x="21546" y="9705"/>
                  <a:pt x="21530" y="9576"/>
                  <a:pt x="21514" y="9448"/>
                </a:cubicBezTo>
                <a:close/>
                <a:moveTo>
                  <a:pt x="21590" y="10333"/>
                </a:moveTo>
                <a:lnTo>
                  <a:pt x="10332" y="21590"/>
                </a:lnTo>
                <a:cubicBezTo>
                  <a:pt x="10473" y="21596"/>
                  <a:pt x="10613" y="21599"/>
                  <a:pt x="10753" y="21600"/>
                </a:cubicBezTo>
                <a:lnTo>
                  <a:pt x="21600" y="10754"/>
                </a:lnTo>
                <a:cubicBezTo>
                  <a:pt x="21599" y="10613"/>
                  <a:pt x="21596" y="10473"/>
                  <a:pt x="21590" y="10333"/>
                </a:cubicBezTo>
                <a:close/>
                <a:moveTo>
                  <a:pt x="21590" y="11296"/>
                </a:moveTo>
                <a:lnTo>
                  <a:pt x="11295" y="21590"/>
                </a:lnTo>
                <a:cubicBezTo>
                  <a:pt x="11449" y="21583"/>
                  <a:pt x="11603" y="21572"/>
                  <a:pt x="11757" y="21558"/>
                </a:cubicBezTo>
                <a:lnTo>
                  <a:pt x="21558" y="11757"/>
                </a:lnTo>
                <a:cubicBezTo>
                  <a:pt x="21572" y="11603"/>
                  <a:pt x="21583" y="11450"/>
                  <a:pt x="21590" y="11296"/>
                </a:cubicBezTo>
                <a:close/>
                <a:moveTo>
                  <a:pt x="21489" y="12358"/>
                </a:moveTo>
                <a:lnTo>
                  <a:pt x="12358" y="21489"/>
                </a:lnTo>
                <a:cubicBezTo>
                  <a:pt x="12531" y="21464"/>
                  <a:pt x="12703" y="21434"/>
                  <a:pt x="12876" y="21400"/>
                </a:cubicBezTo>
                <a:lnTo>
                  <a:pt x="21400" y="12876"/>
                </a:lnTo>
                <a:cubicBezTo>
                  <a:pt x="21434" y="12704"/>
                  <a:pt x="21464" y="12531"/>
                  <a:pt x="21489" y="12358"/>
                </a:cubicBezTo>
                <a:close/>
                <a:moveTo>
                  <a:pt x="21239" y="13569"/>
                </a:moveTo>
                <a:lnTo>
                  <a:pt x="13569" y="21239"/>
                </a:lnTo>
                <a:cubicBezTo>
                  <a:pt x="13774" y="21185"/>
                  <a:pt x="13978" y="21125"/>
                  <a:pt x="14181" y="21058"/>
                </a:cubicBezTo>
                <a:lnTo>
                  <a:pt x="21058" y="14181"/>
                </a:lnTo>
                <a:cubicBezTo>
                  <a:pt x="21125" y="13978"/>
                  <a:pt x="21185" y="13774"/>
                  <a:pt x="21239" y="13569"/>
                </a:cubicBezTo>
                <a:close/>
                <a:moveTo>
                  <a:pt x="20736" y="15035"/>
                </a:moveTo>
                <a:lnTo>
                  <a:pt x="15035" y="20736"/>
                </a:lnTo>
                <a:cubicBezTo>
                  <a:pt x="15310" y="20619"/>
                  <a:pt x="15581" y="20493"/>
                  <a:pt x="15848" y="20352"/>
                </a:cubicBezTo>
                <a:lnTo>
                  <a:pt x="20352" y="15848"/>
                </a:lnTo>
                <a:cubicBezTo>
                  <a:pt x="20493" y="15581"/>
                  <a:pt x="20619" y="15310"/>
                  <a:pt x="20736" y="15035"/>
                </a:cubicBezTo>
                <a:close/>
                <a:moveTo>
                  <a:pt x="19400" y="17332"/>
                </a:moveTo>
                <a:lnTo>
                  <a:pt x="17332" y="19400"/>
                </a:lnTo>
                <a:cubicBezTo>
                  <a:pt x="17716" y="19108"/>
                  <a:pt x="18087" y="18789"/>
                  <a:pt x="18438" y="18438"/>
                </a:cubicBezTo>
                <a:cubicBezTo>
                  <a:pt x="18788" y="18087"/>
                  <a:pt x="19107" y="17716"/>
                  <a:pt x="19400" y="17332"/>
                </a:cubicBezTo>
                <a:close/>
              </a:path>
            </a:pathLst>
          </a:custGeom>
          <a:solidFill>
            <a:schemeClr val="accent4"/>
          </a:solidFill>
          <a:ln w="12700">
            <a:miter lim="400000"/>
          </a:ln>
        </p:spPr>
        <p:txBody>
          <a:bodyPr lIns="0" tIns="0" rIns="0" bIns="0" anchor="ctr"/>
          <a:lstStyle/>
          <a:p>
            <a:pPr marL="0" marR="0" lvl="0" indent="0" algn="ctr" defTabSz="8255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 kumimoji="0" sz="32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Helvetica Neue Medium"/>
              <a:sym typeface="Helvetica Neue Medium"/>
            </a:endParaRPr>
          </a:p>
        </p:txBody>
      </p:sp>
      <p:sp>
        <p:nvSpPr>
          <p:cNvPr id="219" name="Shape">
            <a:extLst>
              <a:ext uri="{FF2B5EF4-FFF2-40B4-BE49-F238E27FC236}">
                <a16:creationId xmlns:a16="http://schemas.microsoft.com/office/drawing/2014/main" id="{1B036B58-A585-5D8C-8A6F-C0B58270D56F}"/>
              </a:ext>
            </a:extLst>
          </p:cNvPr>
          <p:cNvSpPr/>
          <p:nvPr/>
        </p:nvSpPr>
        <p:spPr>
          <a:xfrm>
            <a:off x="11727838" y="12253507"/>
            <a:ext cx="4276957" cy="427713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800" y="0"/>
                </a:moveTo>
                <a:cubicBezTo>
                  <a:pt x="10787" y="0"/>
                  <a:pt x="10773" y="1"/>
                  <a:pt x="10759" y="1"/>
                </a:cubicBezTo>
                <a:lnTo>
                  <a:pt x="1" y="10760"/>
                </a:lnTo>
                <a:cubicBezTo>
                  <a:pt x="0" y="10900"/>
                  <a:pt x="3" y="11040"/>
                  <a:pt x="8" y="11181"/>
                </a:cubicBezTo>
                <a:lnTo>
                  <a:pt x="11180" y="9"/>
                </a:lnTo>
                <a:cubicBezTo>
                  <a:pt x="11054" y="4"/>
                  <a:pt x="10927" y="0"/>
                  <a:pt x="10800" y="0"/>
                </a:cubicBezTo>
                <a:close/>
                <a:moveTo>
                  <a:pt x="10211" y="17"/>
                </a:moveTo>
                <a:cubicBezTo>
                  <a:pt x="10057" y="25"/>
                  <a:pt x="9903" y="36"/>
                  <a:pt x="9748" y="51"/>
                </a:cubicBezTo>
                <a:lnTo>
                  <a:pt x="50" y="9749"/>
                </a:lnTo>
                <a:cubicBezTo>
                  <a:pt x="35" y="9903"/>
                  <a:pt x="25" y="10057"/>
                  <a:pt x="16" y="10212"/>
                </a:cubicBezTo>
                <a:lnTo>
                  <a:pt x="10211" y="17"/>
                </a:lnTo>
                <a:close/>
                <a:moveTo>
                  <a:pt x="11683" y="38"/>
                </a:moveTo>
                <a:lnTo>
                  <a:pt x="38" y="11684"/>
                </a:lnTo>
                <a:cubicBezTo>
                  <a:pt x="48" y="11814"/>
                  <a:pt x="62" y="11944"/>
                  <a:pt x="78" y="12075"/>
                </a:cubicBezTo>
                <a:lnTo>
                  <a:pt x="12074" y="78"/>
                </a:lnTo>
                <a:cubicBezTo>
                  <a:pt x="11944" y="63"/>
                  <a:pt x="11814" y="49"/>
                  <a:pt x="11683" y="38"/>
                </a:cubicBezTo>
                <a:close/>
                <a:moveTo>
                  <a:pt x="9136" y="131"/>
                </a:moveTo>
                <a:cubicBezTo>
                  <a:pt x="8960" y="158"/>
                  <a:pt x="8786" y="190"/>
                  <a:pt x="8611" y="226"/>
                </a:cubicBezTo>
                <a:lnTo>
                  <a:pt x="226" y="8611"/>
                </a:lnTo>
                <a:cubicBezTo>
                  <a:pt x="190" y="8786"/>
                  <a:pt x="157" y="8961"/>
                  <a:pt x="130" y="9137"/>
                </a:cubicBezTo>
                <a:lnTo>
                  <a:pt x="9136" y="131"/>
                </a:lnTo>
                <a:close/>
                <a:moveTo>
                  <a:pt x="12541" y="143"/>
                </a:moveTo>
                <a:lnTo>
                  <a:pt x="143" y="12541"/>
                </a:lnTo>
                <a:cubicBezTo>
                  <a:pt x="163" y="12663"/>
                  <a:pt x="183" y="12785"/>
                  <a:pt x="207" y="12906"/>
                </a:cubicBezTo>
                <a:lnTo>
                  <a:pt x="12906" y="208"/>
                </a:lnTo>
                <a:cubicBezTo>
                  <a:pt x="12785" y="184"/>
                  <a:pt x="12663" y="163"/>
                  <a:pt x="12541" y="143"/>
                </a:cubicBezTo>
                <a:close/>
                <a:moveTo>
                  <a:pt x="13343" y="303"/>
                </a:moveTo>
                <a:lnTo>
                  <a:pt x="303" y="13343"/>
                </a:lnTo>
                <a:cubicBezTo>
                  <a:pt x="330" y="13456"/>
                  <a:pt x="361" y="13569"/>
                  <a:pt x="392" y="13682"/>
                </a:cubicBezTo>
                <a:lnTo>
                  <a:pt x="13682" y="393"/>
                </a:lnTo>
                <a:cubicBezTo>
                  <a:pt x="13569" y="362"/>
                  <a:pt x="13456" y="331"/>
                  <a:pt x="13343" y="303"/>
                </a:cubicBezTo>
                <a:close/>
                <a:moveTo>
                  <a:pt x="7909" y="395"/>
                </a:moveTo>
                <a:cubicBezTo>
                  <a:pt x="7701" y="452"/>
                  <a:pt x="7495" y="515"/>
                  <a:pt x="7290" y="585"/>
                </a:cubicBezTo>
                <a:lnTo>
                  <a:pt x="584" y="7290"/>
                </a:lnTo>
                <a:cubicBezTo>
                  <a:pt x="514" y="7495"/>
                  <a:pt x="452" y="7702"/>
                  <a:pt x="394" y="7909"/>
                </a:cubicBezTo>
                <a:lnTo>
                  <a:pt x="7909" y="395"/>
                </a:lnTo>
                <a:close/>
                <a:moveTo>
                  <a:pt x="14094" y="515"/>
                </a:moveTo>
                <a:lnTo>
                  <a:pt x="514" y="14094"/>
                </a:lnTo>
                <a:cubicBezTo>
                  <a:pt x="549" y="14202"/>
                  <a:pt x="583" y="14310"/>
                  <a:pt x="620" y="14417"/>
                </a:cubicBezTo>
                <a:lnTo>
                  <a:pt x="14417" y="621"/>
                </a:lnTo>
                <a:cubicBezTo>
                  <a:pt x="14310" y="583"/>
                  <a:pt x="14202" y="549"/>
                  <a:pt x="14094" y="515"/>
                </a:cubicBezTo>
                <a:close/>
                <a:moveTo>
                  <a:pt x="14804" y="767"/>
                </a:moveTo>
                <a:lnTo>
                  <a:pt x="767" y="14804"/>
                </a:lnTo>
                <a:cubicBezTo>
                  <a:pt x="807" y="14905"/>
                  <a:pt x="851" y="15004"/>
                  <a:pt x="894" y="15104"/>
                </a:cubicBezTo>
                <a:lnTo>
                  <a:pt x="15104" y="895"/>
                </a:lnTo>
                <a:cubicBezTo>
                  <a:pt x="15004" y="852"/>
                  <a:pt x="14905" y="807"/>
                  <a:pt x="14804" y="767"/>
                </a:cubicBezTo>
                <a:close/>
                <a:moveTo>
                  <a:pt x="6411" y="932"/>
                </a:moveTo>
                <a:cubicBezTo>
                  <a:pt x="6118" y="1062"/>
                  <a:pt x="5831" y="1206"/>
                  <a:pt x="5549" y="1363"/>
                </a:cubicBezTo>
                <a:lnTo>
                  <a:pt x="1362" y="5549"/>
                </a:lnTo>
                <a:cubicBezTo>
                  <a:pt x="1205" y="5832"/>
                  <a:pt x="1061" y="6119"/>
                  <a:pt x="931" y="6411"/>
                </a:cubicBezTo>
                <a:lnTo>
                  <a:pt x="6411" y="932"/>
                </a:lnTo>
                <a:close/>
                <a:moveTo>
                  <a:pt x="15470" y="1061"/>
                </a:moveTo>
                <a:lnTo>
                  <a:pt x="1060" y="15471"/>
                </a:lnTo>
                <a:cubicBezTo>
                  <a:pt x="1106" y="15567"/>
                  <a:pt x="1153" y="15664"/>
                  <a:pt x="1202" y="15759"/>
                </a:cubicBezTo>
                <a:lnTo>
                  <a:pt x="15759" y="1203"/>
                </a:lnTo>
                <a:cubicBezTo>
                  <a:pt x="15663" y="1153"/>
                  <a:pt x="15567" y="1107"/>
                  <a:pt x="15470" y="1061"/>
                </a:cubicBezTo>
                <a:close/>
                <a:moveTo>
                  <a:pt x="16103" y="1391"/>
                </a:moveTo>
                <a:lnTo>
                  <a:pt x="1391" y="16103"/>
                </a:lnTo>
                <a:cubicBezTo>
                  <a:pt x="1442" y="16194"/>
                  <a:pt x="1494" y="16285"/>
                  <a:pt x="1549" y="16375"/>
                </a:cubicBezTo>
                <a:lnTo>
                  <a:pt x="16375" y="1549"/>
                </a:lnTo>
                <a:cubicBezTo>
                  <a:pt x="16285" y="1495"/>
                  <a:pt x="16194" y="1442"/>
                  <a:pt x="16103" y="1391"/>
                </a:cubicBezTo>
                <a:close/>
                <a:moveTo>
                  <a:pt x="16703" y="1754"/>
                </a:moveTo>
                <a:lnTo>
                  <a:pt x="1753" y="16703"/>
                </a:lnTo>
                <a:cubicBezTo>
                  <a:pt x="1809" y="16788"/>
                  <a:pt x="1869" y="16872"/>
                  <a:pt x="1928" y="16956"/>
                </a:cubicBezTo>
                <a:lnTo>
                  <a:pt x="16956" y="1928"/>
                </a:lnTo>
                <a:cubicBezTo>
                  <a:pt x="16872" y="1869"/>
                  <a:pt x="16788" y="1810"/>
                  <a:pt x="16703" y="1754"/>
                </a:cubicBezTo>
                <a:close/>
                <a:moveTo>
                  <a:pt x="17267" y="2151"/>
                </a:moveTo>
                <a:lnTo>
                  <a:pt x="2151" y="17267"/>
                </a:lnTo>
                <a:cubicBezTo>
                  <a:pt x="2212" y="17349"/>
                  <a:pt x="2274" y="17430"/>
                  <a:pt x="2338" y="17510"/>
                </a:cubicBezTo>
                <a:lnTo>
                  <a:pt x="17510" y="2338"/>
                </a:lnTo>
                <a:cubicBezTo>
                  <a:pt x="17430" y="2275"/>
                  <a:pt x="17349" y="2212"/>
                  <a:pt x="17267" y="2151"/>
                </a:cubicBezTo>
                <a:close/>
                <a:moveTo>
                  <a:pt x="3805" y="2574"/>
                </a:moveTo>
                <a:cubicBezTo>
                  <a:pt x="3586" y="2761"/>
                  <a:pt x="3370" y="2956"/>
                  <a:pt x="3163" y="3163"/>
                </a:cubicBezTo>
                <a:cubicBezTo>
                  <a:pt x="2955" y="3371"/>
                  <a:pt x="2761" y="3586"/>
                  <a:pt x="2574" y="3806"/>
                </a:cubicBezTo>
                <a:lnTo>
                  <a:pt x="3805" y="2574"/>
                </a:lnTo>
                <a:close/>
                <a:moveTo>
                  <a:pt x="17801" y="2579"/>
                </a:moveTo>
                <a:lnTo>
                  <a:pt x="2579" y="17801"/>
                </a:lnTo>
                <a:cubicBezTo>
                  <a:pt x="2645" y="17878"/>
                  <a:pt x="2709" y="17957"/>
                  <a:pt x="2777" y="18032"/>
                </a:cubicBezTo>
                <a:lnTo>
                  <a:pt x="18032" y="2777"/>
                </a:lnTo>
                <a:cubicBezTo>
                  <a:pt x="17957" y="2709"/>
                  <a:pt x="17878" y="2645"/>
                  <a:pt x="17801" y="2579"/>
                </a:cubicBezTo>
                <a:close/>
                <a:moveTo>
                  <a:pt x="18304" y="3036"/>
                </a:moveTo>
                <a:lnTo>
                  <a:pt x="3036" y="18304"/>
                </a:lnTo>
                <a:cubicBezTo>
                  <a:pt x="3079" y="18349"/>
                  <a:pt x="3119" y="18394"/>
                  <a:pt x="3163" y="18438"/>
                </a:cubicBezTo>
                <a:cubicBezTo>
                  <a:pt x="3191" y="18466"/>
                  <a:pt x="3222" y="18492"/>
                  <a:pt x="3250" y="18521"/>
                </a:cubicBezTo>
                <a:lnTo>
                  <a:pt x="18521" y="3251"/>
                </a:lnTo>
                <a:cubicBezTo>
                  <a:pt x="18492" y="3222"/>
                  <a:pt x="18466" y="3192"/>
                  <a:pt x="18438" y="3163"/>
                </a:cubicBezTo>
                <a:cubicBezTo>
                  <a:pt x="18394" y="3119"/>
                  <a:pt x="18348" y="3079"/>
                  <a:pt x="18304" y="3036"/>
                </a:cubicBezTo>
                <a:close/>
                <a:moveTo>
                  <a:pt x="18781" y="3523"/>
                </a:moveTo>
                <a:lnTo>
                  <a:pt x="3522" y="18781"/>
                </a:lnTo>
                <a:cubicBezTo>
                  <a:pt x="3598" y="18850"/>
                  <a:pt x="3676" y="18915"/>
                  <a:pt x="3753" y="18982"/>
                </a:cubicBezTo>
                <a:lnTo>
                  <a:pt x="18982" y="3753"/>
                </a:lnTo>
                <a:cubicBezTo>
                  <a:pt x="18915" y="3676"/>
                  <a:pt x="18850" y="3598"/>
                  <a:pt x="18781" y="3523"/>
                </a:cubicBezTo>
                <a:close/>
                <a:moveTo>
                  <a:pt x="19224" y="4041"/>
                </a:moveTo>
                <a:lnTo>
                  <a:pt x="4041" y="19224"/>
                </a:lnTo>
                <a:cubicBezTo>
                  <a:pt x="4121" y="19289"/>
                  <a:pt x="4202" y="19350"/>
                  <a:pt x="4283" y="19412"/>
                </a:cubicBezTo>
                <a:lnTo>
                  <a:pt x="19412" y="4283"/>
                </a:lnTo>
                <a:cubicBezTo>
                  <a:pt x="19350" y="4202"/>
                  <a:pt x="19289" y="4121"/>
                  <a:pt x="19224" y="4041"/>
                </a:cubicBezTo>
                <a:close/>
                <a:moveTo>
                  <a:pt x="19637" y="4591"/>
                </a:moveTo>
                <a:lnTo>
                  <a:pt x="4591" y="19637"/>
                </a:lnTo>
                <a:cubicBezTo>
                  <a:pt x="4675" y="19696"/>
                  <a:pt x="4758" y="19757"/>
                  <a:pt x="4843" y="19813"/>
                </a:cubicBezTo>
                <a:lnTo>
                  <a:pt x="19813" y="4844"/>
                </a:lnTo>
                <a:cubicBezTo>
                  <a:pt x="19757" y="4758"/>
                  <a:pt x="19696" y="4675"/>
                  <a:pt x="19637" y="4591"/>
                </a:cubicBezTo>
                <a:close/>
                <a:moveTo>
                  <a:pt x="20019" y="5172"/>
                </a:moveTo>
                <a:lnTo>
                  <a:pt x="5172" y="20019"/>
                </a:lnTo>
                <a:cubicBezTo>
                  <a:pt x="5261" y="20073"/>
                  <a:pt x="5351" y="20126"/>
                  <a:pt x="5441" y="20178"/>
                </a:cubicBezTo>
                <a:lnTo>
                  <a:pt x="20178" y="5441"/>
                </a:lnTo>
                <a:cubicBezTo>
                  <a:pt x="20126" y="5351"/>
                  <a:pt x="20073" y="5261"/>
                  <a:pt x="20019" y="5172"/>
                </a:cubicBezTo>
                <a:close/>
                <a:moveTo>
                  <a:pt x="20369" y="5782"/>
                </a:moveTo>
                <a:lnTo>
                  <a:pt x="5782" y="20369"/>
                </a:lnTo>
                <a:cubicBezTo>
                  <a:pt x="5877" y="20419"/>
                  <a:pt x="5974" y="20463"/>
                  <a:pt x="6071" y="20510"/>
                </a:cubicBezTo>
                <a:lnTo>
                  <a:pt x="20510" y="6071"/>
                </a:lnTo>
                <a:cubicBezTo>
                  <a:pt x="20463" y="5975"/>
                  <a:pt x="20419" y="5878"/>
                  <a:pt x="20369" y="5782"/>
                </a:cubicBezTo>
                <a:close/>
                <a:moveTo>
                  <a:pt x="20679" y="6434"/>
                </a:moveTo>
                <a:lnTo>
                  <a:pt x="6434" y="20679"/>
                </a:lnTo>
                <a:cubicBezTo>
                  <a:pt x="6534" y="20723"/>
                  <a:pt x="6633" y="20769"/>
                  <a:pt x="6734" y="20809"/>
                </a:cubicBezTo>
                <a:lnTo>
                  <a:pt x="20809" y="6735"/>
                </a:lnTo>
                <a:cubicBezTo>
                  <a:pt x="20769" y="6634"/>
                  <a:pt x="20723" y="6534"/>
                  <a:pt x="20679" y="6434"/>
                </a:cubicBezTo>
                <a:close/>
                <a:moveTo>
                  <a:pt x="20956" y="7121"/>
                </a:moveTo>
                <a:lnTo>
                  <a:pt x="7120" y="20956"/>
                </a:lnTo>
                <a:cubicBezTo>
                  <a:pt x="7226" y="20994"/>
                  <a:pt x="7333" y="21030"/>
                  <a:pt x="7439" y="21065"/>
                </a:cubicBezTo>
                <a:lnTo>
                  <a:pt x="21065" y="7439"/>
                </a:lnTo>
                <a:cubicBezTo>
                  <a:pt x="21030" y="7333"/>
                  <a:pt x="20994" y="7226"/>
                  <a:pt x="20956" y="7121"/>
                </a:cubicBezTo>
                <a:close/>
                <a:moveTo>
                  <a:pt x="21190" y="7848"/>
                </a:moveTo>
                <a:lnTo>
                  <a:pt x="7848" y="21190"/>
                </a:lnTo>
                <a:cubicBezTo>
                  <a:pt x="7960" y="21221"/>
                  <a:pt x="8073" y="21252"/>
                  <a:pt x="8186" y="21280"/>
                </a:cubicBezTo>
                <a:lnTo>
                  <a:pt x="21280" y="8186"/>
                </a:lnTo>
                <a:cubicBezTo>
                  <a:pt x="21252" y="8073"/>
                  <a:pt x="21221" y="7960"/>
                  <a:pt x="21190" y="7848"/>
                </a:cubicBezTo>
                <a:close/>
                <a:moveTo>
                  <a:pt x="21378" y="8623"/>
                </a:moveTo>
                <a:lnTo>
                  <a:pt x="8623" y="21378"/>
                </a:lnTo>
                <a:cubicBezTo>
                  <a:pt x="8743" y="21402"/>
                  <a:pt x="8863" y="21424"/>
                  <a:pt x="8984" y="21445"/>
                </a:cubicBezTo>
                <a:lnTo>
                  <a:pt x="21445" y="8984"/>
                </a:lnTo>
                <a:cubicBezTo>
                  <a:pt x="21424" y="8864"/>
                  <a:pt x="21402" y="8743"/>
                  <a:pt x="21378" y="8623"/>
                </a:cubicBezTo>
                <a:close/>
                <a:moveTo>
                  <a:pt x="21514" y="9448"/>
                </a:moveTo>
                <a:lnTo>
                  <a:pt x="9447" y="21514"/>
                </a:lnTo>
                <a:cubicBezTo>
                  <a:pt x="9576" y="21530"/>
                  <a:pt x="9704" y="21546"/>
                  <a:pt x="9833" y="21557"/>
                </a:cubicBezTo>
                <a:lnTo>
                  <a:pt x="21557" y="9834"/>
                </a:lnTo>
                <a:cubicBezTo>
                  <a:pt x="21546" y="9705"/>
                  <a:pt x="21530" y="9576"/>
                  <a:pt x="21514" y="9448"/>
                </a:cubicBezTo>
                <a:close/>
                <a:moveTo>
                  <a:pt x="21590" y="10333"/>
                </a:moveTo>
                <a:lnTo>
                  <a:pt x="10332" y="21590"/>
                </a:lnTo>
                <a:cubicBezTo>
                  <a:pt x="10473" y="21596"/>
                  <a:pt x="10613" y="21599"/>
                  <a:pt x="10753" y="21600"/>
                </a:cubicBezTo>
                <a:lnTo>
                  <a:pt x="21600" y="10754"/>
                </a:lnTo>
                <a:cubicBezTo>
                  <a:pt x="21599" y="10613"/>
                  <a:pt x="21596" y="10473"/>
                  <a:pt x="21590" y="10333"/>
                </a:cubicBezTo>
                <a:close/>
                <a:moveTo>
                  <a:pt x="21590" y="11296"/>
                </a:moveTo>
                <a:lnTo>
                  <a:pt x="11295" y="21590"/>
                </a:lnTo>
                <a:cubicBezTo>
                  <a:pt x="11449" y="21583"/>
                  <a:pt x="11603" y="21572"/>
                  <a:pt x="11757" y="21558"/>
                </a:cubicBezTo>
                <a:lnTo>
                  <a:pt x="21558" y="11757"/>
                </a:lnTo>
                <a:cubicBezTo>
                  <a:pt x="21572" y="11603"/>
                  <a:pt x="21583" y="11450"/>
                  <a:pt x="21590" y="11296"/>
                </a:cubicBezTo>
                <a:close/>
                <a:moveTo>
                  <a:pt x="21489" y="12358"/>
                </a:moveTo>
                <a:lnTo>
                  <a:pt x="12358" y="21489"/>
                </a:lnTo>
                <a:cubicBezTo>
                  <a:pt x="12531" y="21464"/>
                  <a:pt x="12703" y="21434"/>
                  <a:pt x="12876" y="21400"/>
                </a:cubicBezTo>
                <a:lnTo>
                  <a:pt x="21400" y="12876"/>
                </a:lnTo>
                <a:cubicBezTo>
                  <a:pt x="21434" y="12704"/>
                  <a:pt x="21464" y="12531"/>
                  <a:pt x="21489" y="12358"/>
                </a:cubicBezTo>
                <a:close/>
                <a:moveTo>
                  <a:pt x="21239" y="13569"/>
                </a:moveTo>
                <a:lnTo>
                  <a:pt x="13569" y="21239"/>
                </a:lnTo>
                <a:cubicBezTo>
                  <a:pt x="13774" y="21185"/>
                  <a:pt x="13978" y="21125"/>
                  <a:pt x="14181" y="21058"/>
                </a:cubicBezTo>
                <a:lnTo>
                  <a:pt x="21058" y="14181"/>
                </a:lnTo>
                <a:cubicBezTo>
                  <a:pt x="21125" y="13978"/>
                  <a:pt x="21185" y="13774"/>
                  <a:pt x="21239" y="13569"/>
                </a:cubicBezTo>
                <a:close/>
                <a:moveTo>
                  <a:pt x="20736" y="15035"/>
                </a:moveTo>
                <a:lnTo>
                  <a:pt x="15035" y="20736"/>
                </a:lnTo>
                <a:cubicBezTo>
                  <a:pt x="15310" y="20619"/>
                  <a:pt x="15581" y="20493"/>
                  <a:pt x="15848" y="20352"/>
                </a:cubicBezTo>
                <a:lnTo>
                  <a:pt x="20352" y="15848"/>
                </a:lnTo>
                <a:cubicBezTo>
                  <a:pt x="20493" y="15581"/>
                  <a:pt x="20619" y="15310"/>
                  <a:pt x="20736" y="15035"/>
                </a:cubicBezTo>
                <a:close/>
                <a:moveTo>
                  <a:pt x="19400" y="17332"/>
                </a:moveTo>
                <a:lnTo>
                  <a:pt x="17332" y="19400"/>
                </a:lnTo>
                <a:cubicBezTo>
                  <a:pt x="17716" y="19108"/>
                  <a:pt x="18087" y="18789"/>
                  <a:pt x="18438" y="18438"/>
                </a:cubicBezTo>
                <a:cubicBezTo>
                  <a:pt x="18788" y="18087"/>
                  <a:pt x="19107" y="17716"/>
                  <a:pt x="19400" y="17332"/>
                </a:cubicBezTo>
                <a:close/>
              </a:path>
            </a:pathLst>
          </a:custGeom>
          <a:solidFill>
            <a:schemeClr val="accent4"/>
          </a:solidFill>
          <a:ln w="12700">
            <a:miter lim="400000"/>
          </a:ln>
        </p:spPr>
        <p:txBody>
          <a:bodyPr lIns="0" tIns="0" rIns="0" bIns="0" anchor="ctr"/>
          <a:lstStyle/>
          <a:p>
            <a:pPr marL="0" marR="0" lvl="0" indent="0" algn="ctr" defTabSz="8255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 kumimoji="0" sz="32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Helvetica Neue Medium"/>
              <a:sym typeface="Helvetica Neue Medium"/>
            </a:endParaRPr>
          </a:p>
        </p:txBody>
      </p:sp>
      <p:sp>
        <p:nvSpPr>
          <p:cNvPr id="220" name="Shape">
            <a:extLst>
              <a:ext uri="{FF2B5EF4-FFF2-40B4-BE49-F238E27FC236}">
                <a16:creationId xmlns:a16="http://schemas.microsoft.com/office/drawing/2014/main" id="{98FA3EDB-CE6A-8AC2-B3FB-FA58E72B5CA2}"/>
              </a:ext>
            </a:extLst>
          </p:cNvPr>
          <p:cNvSpPr/>
          <p:nvPr/>
        </p:nvSpPr>
        <p:spPr>
          <a:xfrm>
            <a:off x="22467966" y="8316507"/>
            <a:ext cx="4276957" cy="427713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800" y="0"/>
                </a:moveTo>
                <a:cubicBezTo>
                  <a:pt x="10787" y="0"/>
                  <a:pt x="10773" y="1"/>
                  <a:pt x="10759" y="1"/>
                </a:cubicBezTo>
                <a:lnTo>
                  <a:pt x="1" y="10760"/>
                </a:lnTo>
                <a:cubicBezTo>
                  <a:pt x="0" y="10900"/>
                  <a:pt x="3" y="11040"/>
                  <a:pt x="8" y="11181"/>
                </a:cubicBezTo>
                <a:lnTo>
                  <a:pt x="11180" y="9"/>
                </a:lnTo>
                <a:cubicBezTo>
                  <a:pt x="11054" y="4"/>
                  <a:pt x="10927" y="0"/>
                  <a:pt x="10800" y="0"/>
                </a:cubicBezTo>
                <a:close/>
                <a:moveTo>
                  <a:pt x="10211" y="17"/>
                </a:moveTo>
                <a:cubicBezTo>
                  <a:pt x="10057" y="25"/>
                  <a:pt x="9903" y="36"/>
                  <a:pt x="9748" y="51"/>
                </a:cubicBezTo>
                <a:lnTo>
                  <a:pt x="50" y="9749"/>
                </a:lnTo>
                <a:cubicBezTo>
                  <a:pt x="35" y="9903"/>
                  <a:pt x="25" y="10057"/>
                  <a:pt x="16" y="10212"/>
                </a:cubicBezTo>
                <a:lnTo>
                  <a:pt x="10211" y="17"/>
                </a:lnTo>
                <a:close/>
                <a:moveTo>
                  <a:pt x="11683" y="38"/>
                </a:moveTo>
                <a:lnTo>
                  <a:pt x="38" y="11684"/>
                </a:lnTo>
                <a:cubicBezTo>
                  <a:pt x="48" y="11814"/>
                  <a:pt x="62" y="11944"/>
                  <a:pt x="78" y="12075"/>
                </a:cubicBezTo>
                <a:lnTo>
                  <a:pt x="12074" y="78"/>
                </a:lnTo>
                <a:cubicBezTo>
                  <a:pt x="11944" y="63"/>
                  <a:pt x="11814" y="49"/>
                  <a:pt x="11683" y="38"/>
                </a:cubicBezTo>
                <a:close/>
                <a:moveTo>
                  <a:pt x="9136" y="131"/>
                </a:moveTo>
                <a:cubicBezTo>
                  <a:pt x="8960" y="158"/>
                  <a:pt x="8786" y="190"/>
                  <a:pt x="8611" y="226"/>
                </a:cubicBezTo>
                <a:lnTo>
                  <a:pt x="226" y="8611"/>
                </a:lnTo>
                <a:cubicBezTo>
                  <a:pt x="190" y="8786"/>
                  <a:pt x="157" y="8961"/>
                  <a:pt x="130" y="9137"/>
                </a:cubicBezTo>
                <a:lnTo>
                  <a:pt x="9136" y="131"/>
                </a:lnTo>
                <a:close/>
                <a:moveTo>
                  <a:pt x="12541" y="143"/>
                </a:moveTo>
                <a:lnTo>
                  <a:pt x="143" y="12541"/>
                </a:lnTo>
                <a:cubicBezTo>
                  <a:pt x="163" y="12663"/>
                  <a:pt x="183" y="12785"/>
                  <a:pt x="207" y="12906"/>
                </a:cubicBezTo>
                <a:lnTo>
                  <a:pt x="12906" y="208"/>
                </a:lnTo>
                <a:cubicBezTo>
                  <a:pt x="12785" y="184"/>
                  <a:pt x="12663" y="163"/>
                  <a:pt x="12541" y="143"/>
                </a:cubicBezTo>
                <a:close/>
                <a:moveTo>
                  <a:pt x="13343" y="303"/>
                </a:moveTo>
                <a:lnTo>
                  <a:pt x="303" y="13343"/>
                </a:lnTo>
                <a:cubicBezTo>
                  <a:pt x="330" y="13456"/>
                  <a:pt x="361" y="13569"/>
                  <a:pt x="392" y="13682"/>
                </a:cubicBezTo>
                <a:lnTo>
                  <a:pt x="13682" y="393"/>
                </a:lnTo>
                <a:cubicBezTo>
                  <a:pt x="13569" y="362"/>
                  <a:pt x="13456" y="331"/>
                  <a:pt x="13343" y="303"/>
                </a:cubicBezTo>
                <a:close/>
                <a:moveTo>
                  <a:pt x="7909" y="395"/>
                </a:moveTo>
                <a:cubicBezTo>
                  <a:pt x="7701" y="452"/>
                  <a:pt x="7495" y="515"/>
                  <a:pt x="7290" y="585"/>
                </a:cubicBezTo>
                <a:lnTo>
                  <a:pt x="584" y="7290"/>
                </a:lnTo>
                <a:cubicBezTo>
                  <a:pt x="514" y="7495"/>
                  <a:pt x="452" y="7702"/>
                  <a:pt x="394" y="7909"/>
                </a:cubicBezTo>
                <a:lnTo>
                  <a:pt x="7909" y="395"/>
                </a:lnTo>
                <a:close/>
                <a:moveTo>
                  <a:pt x="14094" y="515"/>
                </a:moveTo>
                <a:lnTo>
                  <a:pt x="514" y="14094"/>
                </a:lnTo>
                <a:cubicBezTo>
                  <a:pt x="549" y="14202"/>
                  <a:pt x="583" y="14310"/>
                  <a:pt x="620" y="14417"/>
                </a:cubicBezTo>
                <a:lnTo>
                  <a:pt x="14417" y="621"/>
                </a:lnTo>
                <a:cubicBezTo>
                  <a:pt x="14310" y="583"/>
                  <a:pt x="14202" y="549"/>
                  <a:pt x="14094" y="515"/>
                </a:cubicBezTo>
                <a:close/>
                <a:moveTo>
                  <a:pt x="14804" y="767"/>
                </a:moveTo>
                <a:lnTo>
                  <a:pt x="767" y="14804"/>
                </a:lnTo>
                <a:cubicBezTo>
                  <a:pt x="807" y="14905"/>
                  <a:pt x="851" y="15004"/>
                  <a:pt x="894" y="15104"/>
                </a:cubicBezTo>
                <a:lnTo>
                  <a:pt x="15104" y="895"/>
                </a:lnTo>
                <a:cubicBezTo>
                  <a:pt x="15004" y="852"/>
                  <a:pt x="14905" y="807"/>
                  <a:pt x="14804" y="767"/>
                </a:cubicBezTo>
                <a:close/>
                <a:moveTo>
                  <a:pt x="6411" y="932"/>
                </a:moveTo>
                <a:cubicBezTo>
                  <a:pt x="6118" y="1062"/>
                  <a:pt x="5831" y="1206"/>
                  <a:pt x="5549" y="1363"/>
                </a:cubicBezTo>
                <a:lnTo>
                  <a:pt x="1362" y="5549"/>
                </a:lnTo>
                <a:cubicBezTo>
                  <a:pt x="1205" y="5832"/>
                  <a:pt x="1061" y="6119"/>
                  <a:pt x="931" y="6411"/>
                </a:cubicBezTo>
                <a:lnTo>
                  <a:pt x="6411" y="932"/>
                </a:lnTo>
                <a:close/>
                <a:moveTo>
                  <a:pt x="15470" y="1061"/>
                </a:moveTo>
                <a:lnTo>
                  <a:pt x="1060" y="15471"/>
                </a:lnTo>
                <a:cubicBezTo>
                  <a:pt x="1106" y="15567"/>
                  <a:pt x="1153" y="15664"/>
                  <a:pt x="1202" y="15759"/>
                </a:cubicBezTo>
                <a:lnTo>
                  <a:pt x="15759" y="1203"/>
                </a:lnTo>
                <a:cubicBezTo>
                  <a:pt x="15663" y="1153"/>
                  <a:pt x="15567" y="1107"/>
                  <a:pt x="15470" y="1061"/>
                </a:cubicBezTo>
                <a:close/>
                <a:moveTo>
                  <a:pt x="16103" y="1391"/>
                </a:moveTo>
                <a:lnTo>
                  <a:pt x="1391" y="16103"/>
                </a:lnTo>
                <a:cubicBezTo>
                  <a:pt x="1442" y="16194"/>
                  <a:pt x="1494" y="16285"/>
                  <a:pt x="1549" y="16375"/>
                </a:cubicBezTo>
                <a:lnTo>
                  <a:pt x="16375" y="1549"/>
                </a:lnTo>
                <a:cubicBezTo>
                  <a:pt x="16285" y="1495"/>
                  <a:pt x="16194" y="1442"/>
                  <a:pt x="16103" y="1391"/>
                </a:cubicBezTo>
                <a:close/>
                <a:moveTo>
                  <a:pt x="16703" y="1754"/>
                </a:moveTo>
                <a:lnTo>
                  <a:pt x="1753" y="16703"/>
                </a:lnTo>
                <a:cubicBezTo>
                  <a:pt x="1809" y="16788"/>
                  <a:pt x="1869" y="16872"/>
                  <a:pt x="1928" y="16956"/>
                </a:cubicBezTo>
                <a:lnTo>
                  <a:pt x="16956" y="1928"/>
                </a:lnTo>
                <a:cubicBezTo>
                  <a:pt x="16872" y="1869"/>
                  <a:pt x="16788" y="1810"/>
                  <a:pt x="16703" y="1754"/>
                </a:cubicBezTo>
                <a:close/>
                <a:moveTo>
                  <a:pt x="17267" y="2151"/>
                </a:moveTo>
                <a:lnTo>
                  <a:pt x="2151" y="17267"/>
                </a:lnTo>
                <a:cubicBezTo>
                  <a:pt x="2212" y="17349"/>
                  <a:pt x="2274" y="17430"/>
                  <a:pt x="2338" y="17510"/>
                </a:cubicBezTo>
                <a:lnTo>
                  <a:pt x="17510" y="2338"/>
                </a:lnTo>
                <a:cubicBezTo>
                  <a:pt x="17430" y="2275"/>
                  <a:pt x="17349" y="2212"/>
                  <a:pt x="17267" y="2151"/>
                </a:cubicBezTo>
                <a:close/>
                <a:moveTo>
                  <a:pt x="3805" y="2574"/>
                </a:moveTo>
                <a:cubicBezTo>
                  <a:pt x="3586" y="2761"/>
                  <a:pt x="3370" y="2956"/>
                  <a:pt x="3163" y="3163"/>
                </a:cubicBezTo>
                <a:cubicBezTo>
                  <a:pt x="2955" y="3371"/>
                  <a:pt x="2761" y="3586"/>
                  <a:pt x="2574" y="3806"/>
                </a:cubicBezTo>
                <a:lnTo>
                  <a:pt x="3805" y="2574"/>
                </a:lnTo>
                <a:close/>
                <a:moveTo>
                  <a:pt x="17801" y="2579"/>
                </a:moveTo>
                <a:lnTo>
                  <a:pt x="2579" y="17801"/>
                </a:lnTo>
                <a:cubicBezTo>
                  <a:pt x="2645" y="17878"/>
                  <a:pt x="2709" y="17957"/>
                  <a:pt x="2777" y="18032"/>
                </a:cubicBezTo>
                <a:lnTo>
                  <a:pt x="18032" y="2777"/>
                </a:lnTo>
                <a:cubicBezTo>
                  <a:pt x="17957" y="2709"/>
                  <a:pt x="17878" y="2645"/>
                  <a:pt x="17801" y="2579"/>
                </a:cubicBezTo>
                <a:close/>
                <a:moveTo>
                  <a:pt x="18304" y="3036"/>
                </a:moveTo>
                <a:lnTo>
                  <a:pt x="3036" y="18304"/>
                </a:lnTo>
                <a:cubicBezTo>
                  <a:pt x="3079" y="18349"/>
                  <a:pt x="3119" y="18394"/>
                  <a:pt x="3163" y="18438"/>
                </a:cubicBezTo>
                <a:cubicBezTo>
                  <a:pt x="3191" y="18466"/>
                  <a:pt x="3222" y="18492"/>
                  <a:pt x="3250" y="18521"/>
                </a:cubicBezTo>
                <a:lnTo>
                  <a:pt x="18521" y="3251"/>
                </a:lnTo>
                <a:cubicBezTo>
                  <a:pt x="18492" y="3222"/>
                  <a:pt x="18466" y="3192"/>
                  <a:pt x="18438" y="3163"/>
                </a:cubicBezTo>
                <a:cubicBezTo>
                  <a:pt x="18394" y="3119"/>
                  <a:pt x="18348" y="3079"/>
                  <a:pt x="18304" y="3036"/>
                </a:cubicBezTo>
                <a:close/>
                <a:moveTo>
                  <a:pt x="18781" y="3523"/>
                </a:moveTo>
                <a:lnTo>
                  <a:pt x="3522" y="18781"/>
                </a:lnTo>
                <a:cubicBezTo>
                  <a:pt x="3598" y="18850"/>
                  <a:pt x="3676" y="18915"/>
                  <a:pt x="3753" y="18982"/>
                </a:cubicBezTo>
                <a:lnTo>
                  <a:pt x="18982" y="3753"/>
                </a:lnTo>
                <a:cubicBezTo>
                  <a:pt x="18915" y="3676"/>
                  <a:pt x="18850" y="3598"/>
                  <a:pt x="18781" y="3523"/>
                </a:cubicBezTo>
                <a:close/>
                <a:moveTo>
                  <a:pt x="19224" y="4041"/>
                </a:moveTo>
                <a:lnTo>
                  <a:pt x="4041" y="19224"/>
                </a:lnTo>
                <a:cubicBezTo>
                  <a:pt x="4121" y="19289"/>
                  <a:pt x="4202" y="19350"/>
                  <a:pt x="4283" y="19412"/>
                </a:cubicBezTo>
                <a:lnTo>
                  <a:pt x="19412" y="4283"/>
                </a:lnTo>
                <a:cubicBezTo>
                  <a:pt x="19350" y="4202"/>
                  <a:pt x="19289" y="4121"/>
                  <a:pt x="19224" y="4041"/>
                </a:cubicBezTo>
                <a:close/>
                <a:moveTo>
                  <a:pt x="19637" y="4591"/>
                </a:moveTo>
                <a:lnTo>
                  <a:pt x="4591" y="19637"/>
                </a:lnTo>
                <a:cubicBezTo>
                  <a:pt x="4675" y="19696"/>
                  <a:pt x="4758" y="19757"/>
                  <a:pt x="4843" y="19813"/>
                </a:cubicBezTo>
                <a:lnTo>
                  <a:pt x="19813" y="4844"/>
                </a:lnTo>
                <a:cubicBezTo>
                  <a:pt x="19757" y="4758"/>
                  <a:pt x="19696" y="4675"/>
                  <a:pt x="19637" y="4591"/>
                </a:cubicBezTo>
                <a:close/>
                <a:moveTo>
                  <a:pt x="20019" y="5172"/>
                </a:moveTo>
                <a:lnTo>
                  <a:pt x="5172" y="20019"/>
                </a:lnTo>
                <a:cubicBezTo>
                  <a:pt x="5261" y="20073"/>
                  <a:pt x="5351" y="20126"/>
                  <a:pt x="5441" y="20178"/>
                </a:cubicBezTo>
                <a:lnTo>
                  <a:pt x="20178" y="5441"/>
                </a:lnTo>
                <a:cubicBezTo>
                  <a:pt x="20126" y="5351"/>
                  <a:pt x="20073" y="5261"/>
                  <a:pt x="20019" y="5172"/>
                </a:cubicBezTo>
                <a:close/>
                <a:moveTo>
                  <a:pt x="20369" y="5782"/>
                </a:moveTo>
                <a:lnTo>
                  <a:pt x="5782" y="20369"/>
                </a:lnTo>
                <a:cubicBezTo>
                  <a:pt x="5877" y="20419"/>
                  <a:pt x="5974" y="20463"/>
                  <a:pt x="6071" y="20510"/>
                </a:cubicBezTo>
                <a:lnTo>
                  <a:pt x="20510" y="6071"/>
                </a:lnTo>
                <a:cubicBezTo>
                  <a:pt x="20463" y="5975"/>
                  <a:pt x="20419" y="5878"/>
                  <a:pt x="20369" y="5782"/>
                </a:cubicBezTo>
                <a:close/>
                <a:moveTo>
                  <a:pt x="20679" y="6434"/>
                </a:moveTo>
                <a:lnTo>
                  <a:pt x="6434" y="20679"/>
                </a:lnTo>
                <a:cubicBezTo>
                  <a:pt x="6534" y="20723"/>
                  <a:pt x="6633" y="20769"/>
                  <a:pt x="6734" y="20809"/>
                </a:cubicBezTo>
                <a:lnTo>
                  <a:pt x="20809" y="6735"/>
                </a:lnTo>
                <a:cubicBezTo>
                  <a:pt x="20769" y="6634"/>
                  <a:pt x="20723" y="6534"/>
                  <a:pt x="20679" y="6434"/>
                </a:cubicBezTo>
                <a:close/>
                <a:moveTo>
                  <a:pt x="20956" y="7121"/>
                </a:moveTo>
                <a:lnTo>
                  <a:pt x="7120" y="20956"/>
                </a:lnTo>
                <a:cubicBezTo>
                  <a:pt x="7226" y="20994"/>
                  <a:pt x="7333" y="21030"/>
                  <a:pt x="7439" y="21065"/>
                </a:cubicBezTo>
                <a:lnTo>
                  <a:pt x="21065" y="7439"/>
                </a:lnTo>
                <a:cubicBezTo>
                  <a:pt x="21030" y="7333"/>
                  <a:pt x="20994" y="7226"/>
                  <a:pt x="20956" y="7121"/>
                </a:cubicBezTo>
                <a:close/>
                <a:moveTo>
                  <a:pt x="21190" y="7848"/>
                </a:moveTo>
                <a:lnTo>
                  <a:pt x="7848" y="21190"/>
                </a:lnTo>
                <a:cubicBezTo>
                  <a:pt x="7960" y="21221"/>
                  <a:pt x="8073" y="21252"/>
                  <a:pt x="8186" y="21280"/>
                </a:cubicBezTo>
                <a:lnTo>
                  <a:pt x="21280" y="8186"/>
                </a:lnTo>
                <a:cubicBezTo>
                  <a:pt x="21252" y="8073"/>
                  <a:pt x="21221" y="7960"/>
                  <a:pt x="21190" y="7848"/>
                </a:cubicBezTo>
                <a:close/>
                <a:moveTo>
                  <a:pt x="21378" y="8623"/>
                </a:moveTo>
                <a:lnTo>
                  <a:pt x="8623" y="21378"/>
                </a:lnTo>
                <a:cubicBezTo>
                  <a:pt x="8743" y="21402"/>
                  <a:pt x="8863" y="21424"/>
                  <a:pt x="8984" y="21445"/>
                </a:cubicBezTo>
                <a:lnTo>
                  <a:pt x="21445" y="8984"/>
                </a:lnTo>
                <a:cubicBezTo>
                  <a:pt x="21424" y="8864"/>
                  <a:pt x="21402" y="8743"/>
                  <a:pt x="21378" y="8623"/>
                </a:cubicBezTo>
                <a:close/>
                <a:moveTo>
                  <a:pt x="21514" y="9448"/>
                </a:moveTo>
                <a:lnTo>
                  <a:pt x="9447" y="21514"/>
                </a:lnTo>
                <a:cubicBezTo>
                  <a:pt x="9576" y="21530"/>
                  <a:pt x="9704" y="21546"/>
                  <a:pt x="9833" y="21557"/>
                </a:cubicBezTo>
                <a:lnTo>
                  <a:pt x="21557" y="9834"/>
                </a:lnTo>
                <a:cubicBezTo>
                  <a:pt x="21546" y="9705"/>
                  <a:pt x="21530" y="9576"/>
                  <a:pt x="21514" y="9448"/>
                </a:cubicBezTo>
                <a:close/>
                <a:moveTo>
                  <a:pt x="21590" y="10333"/>
                </a:moveTo>
                <a:lnTo>
                  <a:pt x="10332" y="21590"/>
                </a:lnTo>
                <a:cubicBezTo>
                  <a:pt x="10473" y="21596"/>
                  <a:pt x="10613" y="21599"/>
                  <a:pt x="10753" y="21600"/>
                </a:cubicBezTo>
                <a:lnTo>
                  <a:pt x="21600" y="10754"/>
                </a:lnTo>
                <a:cubicBezTo>
                  <a:pt x="21599" y="10613"/>
                  <a:pt x="21596" y="10473"/>
                  <a:pt x="21590" y="10333"/>
                </a:cubicBezTo>
                <a:close/>
                <a:moveTo>
                  <a:pt x="21590" y="11296"/>
                </a:moveTo>
                <a:lnTo>
                  <a:pt x="11295" y="21590"/>
                </a:lnTo>
                <a:cubicBezTo>
                  <a:pt x="11449" y="21583"/>
                  <a:pt x="11603" y="21572"/>
                  <a:pt x="11757" y="21558"/>
                </a:cubicBezTo>
                <a:lnTo>
                  <a:pt x="21558" y="11757"/>
                </a:lnTo>
                <a:cubicBezTo>
                  <a:pt x="21572" y="11603"/>
                  <a:pt x="21583" y="11450"/>
                  <a:pt x="21590" y="11296"/>
                </a:cubicBezTo>
                <a:close/>
                <a:moveTo>
                  <a:pt x="21489" y="12358"/>
                </a:moveTo>
                <a:lnTo>
                  <a:pt x="12358" y="21489"/>
                </a:lnTo>
                <a:cubicBezTo>
                  <a:pt x="12531" y="21464"/>
                  <a:pt x="12703" y="21434"/>
                  <a:pt x="12876" y="21400"/>
                </a:cubicBezTo>
                <a:lnTo>
                  <a:pt x="21400" y="12876"/>
                </a:lnTo>
                <a:cubicBezTo>
                  <a:pt x="21434" y="12704"/>
                  <a:pt x="21464" y="12531"/>
                  <a:pt x="21489" y="12358"/>
                </a:cubicBezTo>
                <a:close/>
                <a:moveTo>
                  <a:pt x="21239" y="13569"/>
                </a:moveTo>
                <a:lnTo>
                  <a:pt x="13569" y="21239"/>
                </a:lnTo>
                <a:cubicBezTo>
                  <a:pt x="13774" y="21185"/>
                  <a:pt x="13978" y="21125"/>
                  <a:pt x="14181" y="21058"/>
                </a:cubicBezTo>
                <a:lnTo>
                  <a:pt x="21058" y="14181"/>
                </a:lnTo>
                <a:cubicBezTo>
                  <a:pt x="21125" y="13978"/>
                  <a:pt x="21185" y="13774"/>
                  <a:pt x="21239" y="13569"/>
                </a:cubicBezTo>
                <a:close/>
                <a:moveTo>
                  <a:pt x="20736" y="15035"/>
                </a:moveTo>
                <a:lnTo>
                  <a:pt x="15035" y="20736"/>
                </a:lnTo>
                <a:cubicBezTo>
                  <a:pt x="15310" y="20619"/>
                  <a:pt x="15581" y="20493"/>
                  <a:pt x="15848" y="20352"/>
                </a:cubicBezTo>
                <a:lnTo>
                  <a:pt x="20352" y="15848"/>
                </a:lnTo>
                <a:cubicBezTo>
                  <a:pt x="20493" y="15581"/>
                  <a:pt x="20619" y="15310"/>
                  <a:pt x="20736" y="15035"/>
                </a:cubicBezTo>
                <a:close/>
                <a:moveTo>
                  <a:pt x="19400" y="17332"/>
                </a:moveTo>
                <a:lnTo>
                  <a:pt x="17332" y="19400"/>
                </a:lnTo>
                <a:cubicBezTo>
                  <a:pt x="17716" y="19108"/>
                  <a:pt x="18087" y="18789"/>
                  <a:pt x="18438" y="18438"/>
                </a:cubicBezTo>
                <a:cubicBezTo>
                  <a:pt x="18788" y="18087"/>
                  <a:pt x="19107" y="17716"/>
                  <a:pt x="19400" y="17332"/>
                </a:cubicBezTo>
                <a:close/>
              </a:path>
            </a:pathLst>
          </a:custGeom>
          <a:solidFill>
            <a:schemeClr val="accent4"/>
          </a:solidFill>
          <a:ln w="12700">
            <a:miter lim="400000"/>
          </a:ln>
        </p:spPr>
        <p:txBody>
          <a:bodyPr lIns="0" tIns="0" rIns="0" bIns="0" anchor="ctr"/>
          <a:lstStyle/>
          <a:p>
            <a:pPr marL="0" marR="0" lvl="0" indent="0" algn="ctr" defTabSz="8255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 kumimoji="0" sz="32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Helvetica Neue Medium"/>
              <a:sym typeface="Helvetica Neue Medium"/>
            </a:endParaRPr>
          </a:p>
        </p:txBody>
      </p:sp>
      <p:sp>
        <p:nvSpPr>
          <p:cNvPr id="221" name="Shape">
            <a:extLst>
              <a:ext uri="{FF2B5EF4-FFF2-40B4-BE49-F238E27FC236}">
                <a16:creationId xmlns:a16="http://schemas.microsoft.com/office/drawing/2014/main" id="{D197B0CF-807B-0FA6-9B49-E6CF5E46B285}"/>
              </a:ext>
            </a:extLst>
          </p:cNvPr>
          <p:cNvSpPr/>
          <p:nvPr/>
        </p:nvSpPr>
        <p:spPr>
          <a:xfrm>
            <a:off x="-9782" y="-14685"/>
            <a:ext cx="5401449" cy="1371951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489" h="21600" extrusionOk="0">
                <a:moveTo>
                  <a:pt x="9876" y="0"/>
                </a:moveTo>
                <a:cubicBezTo>
                  <a:pt x="14909" y="1061"/>
                  <a:pt x="18164" y="3091"/>
                  <a:pt x="18448" y="5345"/>
                </a:cubicBezTo>
                <a:cubicBezTo>
                  <a:pt x="18695" y="7304"/>
                  <a:pt x="16642" y="9198"/>
                  <a:pt x="12885" y="10477"/>
                </a:cubicBezTo>
                <a:cubicBezTo>
                  <a:pt x="8651" y="11730"/>
                  <a:pt x="7084" y="13955"/>
                  <a:pt x="9071" y="15894"/>
                </a:cubicBezTo>
                <a:cubicBezTo>
                  <a:pt x="10355" y="17147"/>
                  <a:pt x="13013" y="18098"/>
                  <a:pt x="16290" y="18479"/>
                </a:cubicBezTo>
                <a:cubicBezTo>
                  <a:pt x="17951" y="18702"/>
                  <a:pt x="19367" y="19144"/>
                  <a:pt x="20305" y="19731"/>
                </a:cubicBezTo>
                <a:cubicBezTo>
                  <a:pt x="21193" y="20288"/>
                  <a:pt x="21600" y="20944"/>
                  <a:pt x="21463" y="21600"/>
                </a:cubicBezTo>
                <a:lnTo>
                  <a:pt x="0" y="21600"/>
                </a:lnTo>
                <a:lnTo>
                  <a:pt x="0" y="1"/>
                </a:lnTo>
                <a:lnTo>
                  <a:pt x="9876" y="0"/>
                </a:lnTo>
                <a:close/>
              </a:path>
            </a:pathLst>
          </a:custGeom>
          <a:solidFill>
            <a:schemeClr val="accent3"/>
          </a:solidFill>
          <a:ln w="12700">
            <a:miter lim="400000"/>
          </a:ln>
          <a:effectLst>
            <a:outerShdw blurRad="914400" dist="25400" dir="5400000" rotWithShape="0">
              <a:srgbClr val="000000">
                <a:alpha val="50000"/>
              </a:srgbClr>
            </a:outerShdw>
          </a:effectLst>
        </p:spPr>
        <p:txBody>
          <a:bodyPr lIns="50800" tIns="50800" rIns="50800" bIns="50800" anchor="ctr"/>
          <a:lstStyle/>
          <a:p>
            <a:pPr marL="0" marR="0" lvl="0" indent="0" algn="ctr" defTabSz="8255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3000" b="1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Helvetica Neue"/>
              <a:sym typeface="Helvetica Neue"/>
            </a:endParaRPr>
          </a:p>
        </p:txBody>
      </p:sp>
      <p:sp>
        <p:nvSpPr>
          <p:cNvPr id="222" name="Shape">
            <a:extLst>
              <a:ext uri="{FF2B5EF4-FFF2-40B4-BE49-F238E27FC236}">
                <a16:creationId xmlns:a16="http://schemas.microsoft.com/office/drawing/2014/main" id="{B81E23CD-BBA7-019B-4EB5-A0CF739A022D}"/>
              </a:ext>
            </a:extLst>
          </p:cNvPr>
          <p:cNvSpPr/>
          <p:nvPr/>
        </p:nvSpPr>
        <p:spPr>
          <a:xfrm>
            <a:off x="14077382" y="-26393"/>
            <a:ext cx="10315136" cy="10264133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490" h="20992" extrusionOk="0">
                <a:moveTo>
                  <a:pt x="22" y="0"/>
                </a:moveTo>
                <a:cubicBezTo>
                  <a:pt x="-110" y="1123"/>
                  <a:pt x="362" y="2232"/>
                  <a:pt x="1268" y="2930"/>
                </a:cubicBezTo>
                <a:cubicBezTo>
                  <a:pt x="2187" y="3637"/>
                  <a:pt x="3418" y="3817"/>
                  <a:pt x="4507" y="3403"/>
                </a:cubicBezTo>
                <a:cubicBezTo>
                  <a:pt x="6055" y="2610"/>
                  <a:pt x="7961" y="3061"/>
                  <a:pt x="8970" y="4460"/>
                </a:cubicBezTo>
                <a:cubicBezTo>
                  <a:pt x="9809" y="5622"/>
                  <a:pt x="9807" y="7178"/>
                  <a:pt x="8965" y="8338"/>
                </a:cubicBezTo>
                <a:cubicBezTo>
                  <a:pt x="6771" y="11924"/>
                  <a:pt x="7613" y="16550"/>
                  <a:pt x="10936" y="19169"/>
                </a:cubicBezTo>
                <a:cubicBezTo>
                  <a:pt x="14018" y="21597"/>
                  <a:pt x="18405" y="21600"/>
                  <a:pt x="21490" y="19175"/>
                </a:cubicBezTo>
                <a:lnTo>
                  <a:pt x="21490" y="35"/>
                </a:lnTo>
                <a:lnTo>
                  <a:pt x="22" y="0"/>
                </a:lnTo>
                <a:close/>
              </a:path>
            </a:pathLst>
          </a:custGeom>
          <a:solidFill>
            <a:schemeClr val="accent3"/>
          </a:solidFill>
          <a:ln w="12700">
            <a:miter lim="400000"/>
          </a:ln>
          <a:effectLst>
            <a:outerShdw blurRad="914400" dist="25400" dir="5400000" rotWithShape="0">
              <a:srgbClr val="000000">
                <a:alpha val="50000"/>
              </a:srgbClr>
            </a:outerShdw>
          </a:effectLst>
        </p:spPr>
        <p:txBody>
          <a:bodyPr lIns="50800" tIns="50800" rIns="50800" bIns="50800" anchor="ctr"/>
          <a:lstStyle/>
          <a:p>
            <a:pPr marL="0" marR="0" lvl="0" indent="0" algn="ctr" defTabSz="8255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3000" b="1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Helvetica Neue"/>
              <a:sym typeface="Helvetica Neue"/>
            </a:endParaRPr>
          </a:p>
        </p:txBody>
      </p:sp>
      <p:sp>
        <p:nvSpPr>
          <p:cNvPr id="223" name="Circle">
            <a:extLst>
              <a:ext uri="{FF2B5EF4-FFF2-40B4-BE49-F238E27FC236}">
                <a16:creationId xmlns:a16="http://schemas.microsoft.com/office/drawing/2014/main" id="{771FFC80-59EA-95C2-FD83-566AFA50321D}"/>
              </a:ext>
            </a:extLst>
          </p:cNvPr>
          <p:cNvSpPr/>
          <p:nvPr/>
        </p:nvSpPr>
        <p:spPr>
          <a:xfrm>
            <a:off x="17006264" y="352354"/>
            <a:ext cx="494973" cy="494972"/>
          </a:xfrm>
          <a:prstGeom prst="ellipse">
            <a:avLst/>
          </a:prstGeom>
          <a:gradFill>
            <a:gsLst>
              <a:gs pos="0">
                <a:schemeClr val="accent2"/>
              </a:gs>
              <a:gs pos="100000">
                <a:schemeClr val="accent1"/>
              </a:gs>
            </a:gsLst>
            <a:lin ang="5400000"/>
          </a:gradFill>
          <a:ln w="12700">
            <a:miter lim="400000"/>
          </a:ln>
        </p:spPr>
        <p:txBody>
          <a:bodyPr lIns="0" tIns="0" rIns="0" bIns="0" anchor="ctr"/>
          <a:lstStyle/>
          <a:p>
            <a:pPr marL="0" marR="0" lvl="0" indent="0" algn="ctr" defTabSz="8255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 kumimoji="0" sz="32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Helvetica Neue Medium"/>
              <a:sym typeface="Helvetica Neue Medium"/>
            </a:endParaRPr>
          </a:p>
        </p:txBody>
      </p:sp>
      <p:sp>
        <p:nvSpPr>
          <p:cNvPr id="224" name="Circle">
            <a:extLst>
              <a:ext uri="{FF2B5EF4-FFF2-40B4-BE49-F238E27FC236}">
                <a16:creationId xmlns:a16="http://schemas.microsoft.com/office/drawing/2014/main" id="{A616C94C-2482-42B5-DCAA-298BB87158CD}"/>
              </a:ext>
            </a:extLst>
          </p:cNvPr>
          <p:cNvSpPr/>
          <p:nvPr/>
        </p:nvSpPr>
        <p:spPr>
          <a:xfrm>
            <a:off x="-564062" y="1321716"/>
            <a:ext cx="1150610" cy="1150611"/>
          </a:xfrm>
          <a:prstGeom prst="ellipse">
            <a:avLst/>
          </a:prstGeom>
          <a:gradFill>
            <a:gsLst>
              <a:gs pos="0">
                <a:schemeClr val="accent2"/>
              </a:gs>
              <a:gs pos="100000">
                <a:schemeClr val="accent1"/>
              </a:gs>
            </a:gsLst>
            <a:lin ang="5400000"/>
          </a:gradFill>
          <a:ln w="12700">
            <a:miter lim="400000"/>
          </a:ln>
        </p:spPr>
        <p:txBody>
          <a:bodyPr lIns="0" tIns="0" rIns="0" bIns="0" anchor="ctr"/>
          <a:lstStyle/>
          <a:p>
            <a:pPr marL="0" marR="0" lvl="0" indent="0" algn="ctr" defTabSz="8255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 kumimoji="0" sz="32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Helvetica Neue Medium"/>
              <a:sym typeface="Helvetica Neue Medium"/>
            </a:endParaRPr>
          </a:p>
        </p:txBody>
      </p:sp>
      <p:sp>
        <p:nvSpPr>
          <p:cNvPr id="225" name="TOPIC #1 - $100 ANSWER">
            <a:extLst>
              <a:ext uri="{FF2B5EF4-FFF2-40B4-BE49-F238E27FC236}">
                <a16:creationId xmlns:a16="http://schemas.microsoft.com/office/drawing/2014/main" id="{E4DB7C95-9610-FF13-C720-A3421EE488CE}"/>
              </a:ext>
            </a:extLst>
          </p:cNvPr>
          <p:cNvSpPr txBox="1"/>
          <p:nvPr/>
        </p:nvSpPr>
        <p:spPr>
          <a:xfrm>
            <a:off x="1318646" y="1076284"/>
            <a:ext cx="23992454" cy="164147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50800" tIns="50800" rIns="50800" bIns="50800" anchor="ctr">
            <a:spAutoFit/>
          </a:bodyPr>
          <a:lstStyle/>
          <a:p>
            <a:pPr marL="0" marR="0" lvl="0" indent="0" algn="l" defTabSz="8255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0000" b="0">
                <a:solidFill>
                  <a:srgbClr val="F6C543"/>
                </a:solidFill>
                <a:latin typeface="Impact"/>
                <a:ea typeface="Impact"/>
                <a:cs typeface="Impact"/>
                <a:sym typeface="Impact"/>
              </a:defRPr>
            </a:pPr>
            <a:r>
              <a:rPr kumimoji="0" lang="en-US" altLang="zh-CN" sz="10000" b="0" i="0" u="none" strike="noStrike" kern="0" cap="none" spc="0" normalizeH="0" baseline="0" noProof="0" dirty="0">
                <a:ln>
                  <a:noFill/>
                </a:ln>
                <a:solidFill>
                  <a:srgbClr val="F6C542"/>
                </a:solidFill>
                <a:effectLst/>
                <a:uLnTx/>
                <a:uFillTx/>
                <a:latin typeface="Impact"/>
                <a:sym typeface="Impact"/>
              </a:rPr>
              <a:t>UNIT #</a:t>
            </a:r>
            <a:r>
              <a:rPr kumimoji="0" lang="en-US" altLang="zh-CN" sz="10000" b="0" i="0" u="none" strike="noStrike" kern="0" cap="none" spc="0" normalizeH="0" baseline="0" noProof="0" dirty="0">
                <a:ln>
                  <a:noFill/>
                </a:ln>
                <a:solidFill>
                  <a:srgbClr val="F6C543"/>
                </a:solidFill>
                <a:effectLst/>
                <a:uLnTx/>
                <a:uFillTx/>
                <a:latin typeface="Impact"/>
                <a:sym typeface="Impact"/>
              </a:rPr>
              <a:t> </a:t>
            </a:r>
            <a:r>
              <a:rPr kumimoji="0" lang="en-US" altLang="zh-CN" sz="10000" b="0" i="0" u="none" strike="noStrike" kern="0" cap="none" spc="0" normalizeH="0" baseline="0" noProof="0" dirty="0">
                <a:ln>
                  <a:noFill/>
                </a:ln>
                <a:solidFill>
                  <a:srgbClr val="F6C542"/>
                </a:solidFill>
                <a:effectLst/>
                <a:uLnTx/>
                <a:uFillTx/>
                <a:latin typeface="Impact"/>
                <a:sym typeface="Impact"/>
              </a:rPr>
              <a:t>4 </a:t>
            </a:r>
            <a:r>
              <a:rPr kumimoji="0" lang="en-US" altLang="zh-CN" sz="100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Impact"/>
                <a:sym typeface="Impact"/>
              </a:rPr>
              <a:t>–</a:t>
            </a:r>
            <a:r>
              <a:rPr kumimoji="0" lang="zh-CN" altLang="en-US" sz="10000" b="0" i="0" u="none" strike="noStrike" kern="0" cap="none" spc="0" normalizeH="0" baseline="0" noProof="0" dirty="0">
                <a:ln>
                  <a:noFill/>
                </a:ln>
                <a:solidFill>
                  <a:srgbClr val="F6C543"/>
                </a:solidFill>
                <a:effectLst/>
                <a:uLnTx/>
                <a:uFillTx/>
                <a:latin typeface="华文楷体" panose="02010600040101010101" pitchFamily="2" charset="-122"/>
                <a:ea typeface="华文楷体" panose="02010600040101010101" pitchFamily="2" charset="-122"/>
                <a:sym typeface="Impact"/>
              </a:rPr>
              <a:t>组合体视图之拆分法</a:t>
            </a:r>
            <a:endParaRPr kumimoji="0" lang="zh-CN" altLang="en-US" sz="100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华文楷体" panose="02010600040101010101" pitchFamily="2" charset="-122"/>
              <a:ea typeface="华文楷体" panose="02010600040101010101" pitchFamily="2" charset="-122"/>
              <a:sym typeface="Impact"/>
            </a:endParaRPr>
          </a:p>
        </p:txBody>
      </p:sp>
      <p:sp>
        <p:nvSpPr>
          <p:cNvPr id="226" name="Shape">
            <a:extLst>
              <a:ext uri="{FF2B5EF4-FFF2-40B4-BE49-F238E27FC236}">
                <a16:creationId xmlns:a16="http://schemas.microsoft.com/office/drawing/2014/main" id="{4B74D11C-414E-1435-EB61-76E656410F26}"/>
              </a:ext>
            </a:extLst>
          </p:cNvPr>
          <p:cNvSpPr/>
          <p:nvPr/>
        </p:nvSpPr>
        <p:spPr>
          <a:xfrm>
            <a:off x="-306915" y="8239797"/>
            <a:ext cx="1046530" cy="104640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9679" h="20595" extrusionOk="0">
                <a:moveTo>
                  <a:pt x="9839" y="0"/>
                </a:moveTo>
                <a:cubicBezTo>
                  <a:pt x="7321" y="0"/>
                  <a:pt x="4802" y="1006"/>
                  <a:pt x="2881" y="3017"/>
                </a:cubicBezTo>
                <a:cubicBezTo>
                  <a:pt x="-961" y="7038"/>
                  <a:pt x="-961" y="13557"/>
                  <a:pt x="2881" y="17578"/>
                </a:cubicBezTo>
                <a:cubicBezTo>
                  <a:pt x="6724" y="21600"/>
                  <a:pt x="12954" y="21600"/>
                  <a:pt x="16797" y="17578"/>
                </a:cubicBezTo>
                <a:cubicBezTo>
                  <a:pt x="20639" y="13557"/>
                  <a:pt x="20639" y="7038"/>
                  <a:pt x="16797" y="3017"/>
                </a:cubicBezTo>
                <a:cubicBezTo>
                  <a:pt x="14876" y="1006"/>
                  <a:pt x="12357" y="0"/>
                  <a:pt x="9839" y="0"/>
                </a:cubicBezTo>
                <a:close/>
                <a:moveTo>
                  <a:pt x="9839" y="2649"/>
                </a:moveTo>
                <a:cubicBezTo>
                  <a:pt x="11709" y="2649"/>
                  <a:pt x="13580" y="3397"/>
                  <a:pt x="15007" y="4890"/>
                </a:cubicBezTo>
                <a:cubicBezTo>
                  <a:pt x="17861" y="7877"/>
                  <a:pt x="17861" y="12718"/>
                  <a:pt x="15007" y="15705"/>
                </a:cubicBezTo>
                <a:cubicBezTo>
                  <a:pt x="12153" y="18692"/>
                  <a:pt x="7525" y="18692"/>
                  <a:pt x="4671" y="15705"/>
                </a:cubicBezTo>
                <a:cubicBezTo>
                  <a:pt x="1817" y="12718"/>
                  <a:pt x="1817" y="7877"/>
                  <a:pt x="4671" y="4890"/>
                </a:cubicBezTo>
                <a:cubicBezTo>
                  <a:pt x="6098" y="3397"/>
                  <a:pt x="7969" y="2649"/>
                  <a:pt x="9839" y="2649"/>
                </a:cubicBezTo>
                <a:close/>
              </a:path>
            </a:pathLst>
          </a:custGeom>
          <a:gradFill>
            <a:gsLst>
              <a:gs pos="0">
                <a:schemeClr val="accent2"/>
              </a:gs>
              <a:gs pos="100000">
                <a:schemeClr val="accent1"/>
              </a:gs>
            </a:gsLst>
            <a:lin ang="5400000"/>
          </a:gradFill>
          <a:ln w="12700">
            <a:miter lim="400000"/>
          </a:ln>
        </p:spPr>
        <p:txBody>
          <a:bodyPr lIns="0" tIns="0" rIns="0" bIns="0" anchor="ctr"/>
          <a:lstStyle/>
          <a:p>
            <a:pPr marL="0" marR="0" lvl="0" indent="0" algn="ctr" defTabSz="8255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 kumimoji="0" sz="32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Helvetica Neue Medium"/>
              <a:sym typeface="Helvetica Neue Medium"/>
            </a:endParaRPr>
          </a:p>
        </p:txBody>
      </p:sp>
      <p:sp>
        <p:nvSpPr>
          <p:cNvPr id="227" name="Shape">
            <a:extLst>
              <a:ext uri="{FF2B5EF4-FFF2-40B4-BE49-F238E27FC236}">
                <a16:creationId xmlns:a16="http://schemas.microsoft.com/office/drawing/2014/main" id="{06C3D9E4-64D7-E113-AF37-B4F3EE70E439}"/>
              </a:ext>
            </a:extLst>
          </p:cNvPr>
          <p:cNvSpPr/>
          <p:nvPr/>
        </p:nvSpPr>
        <p:spPr>
          <a:xfrm>
            <a:off x="19865947" y="2060686"/>
            <a:ext cx="2330506" cy="233022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9679" h="20595" extrusionOk="0">
                <a:moveTo>
                  <a:pt x="9839" y="0"/>
                </a:moveTo>
                <a:cubicBezTo>
                  <a:pt x="7321" y="0"/>
                  <a:pt x="4802" y="1006"/>
                  <a:pt x="2881" y="3017"/>
                </a:cubicBezTo>
                <a:cubicBezTo>
                  <a:pt x="-961" y="7038"/>
                  <a:pt x="-961" y="13557"/>
                  <a:pt x="2881" y="17578"/>
                </a:cubicBezTo>
                <a:cubicBezTo>
                  <a:pt x="6724" y="21600"/>
                  <a:pt x="12954" y="21600"/>
                  <a:pt x="16797" y="17578"/>
                </a:cubicBezTo>
                <a:cubicBezTo>
                  <a:pt x="20639" y="13557"/>
                  <a:pt x="20639" y="7038"/>
                  <a:pt x="16797" y="3017"/>
                </a:cubicBezTo>
                <a:cubicBezTo>
                  <a:pt x="14876" y="1006"/>
                  <a:pt x="12357" y="0"/>
                  <a:pt x="9839" y="0"/>
                </a:cubicBezTo>
                <a:close/>
                <a:moveTo>
                  <a:pt x="9839" y="2649"/>
                </a:moveTo>
                <a:cubicBezTo>
                  <a:pt x="11709" y="2649"/>
                  <a:pt x="13580" y="3397"/>
                  <a:pt x="15007" y="4890"/>
                </a:cubicBezTo>
                <a:cubicBezTo>
                  <a:pt x="17861" y="7877"/>
                  <a:pt x="17861" y="12718"/>
                  <a:pt x="15007" y="15705"/>
                </a:cubicBezTo>
                <a:cubicBezTo>
                  <a:pt x="12153" y="18692"/>
                  <a:pt x="7525" y="18692"/>
                  <a:pt x="4671" y="15705"/>
                </a:cubicBezTo>
                <a:cubicBezTo>
                  <a:pt x="1817" y="12718"/>
                  <a:pt x="1817" y="7877"/>
                  <a:pt x="4671" y="4890"/>
                </a:cubicBezTo>
                <a:cubicBezTo>
                  <a:pt x="6098" y="3397"/>
                  <a:pt x="7969" y="2649"/>
                  <a:pt x="9839" y="2649"/>
                </a:cubicBezTo>
                <a:close/>
              </a:path>
            </a:pathLst>
          </a:custGeom>
          <a:gradFill>
            <a:gsLst>
              <a:gs pos="0">
                <a:schemeClr val="accent2"/>
              </a:gs>
              <a:gs pos="100000">
                <a:schemeClr val="accent1"/>
              </a:gs>
            </a:gsLst>
            <a:lin ang="5400000"/>
          </a:gradFill>
          <a:ln w="12700">
            <a:miter lim="400000"/>
          </a:ln>
        </p:spPr>
        <p:txBody>
          <a:bodyPr lIns="0" tIns="0" rIns="0" bIns="0" anchor="ctr"/>
          <a:lstStyle/>
          <a:p>
            <a:pPr marL="0" marR="0" lvl="0" indent="0" algn="ctr" defTabSz="8255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 kumimoji="0" sz="32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Helvetica Neue Medium"/>
              <a:sym typeface="Helvetica Neue Medium"/>
            </a:endParaRPr>
          </a:p>
        </p:txBody>
      </p:sp>
      <p:sp>
        <p:nvSpPr>
          <p:cNvPr id="228" name="Rounded Rectangle">
            <a:extLst>
              <a:ext uri="{FF2B5EF4-FFF2-40B4-BE49-F238E27FC236}">
                <a16:creationId xmlns:a16="http://schemas.microsoft.com/office/drawing/2014/main" id="{FEB1162D-F864-E5DF-F4AC-EFD52425CBA7}"/>
              </a:ext>
            </a:extLst>
          </p:cNvPr>
          <p:cNvSpPr/>
          <p:nvPr/>
        </p:nvSpPr>
        <p:spPr>
          <a:xfrm>
            <a:off x="1413182" y="3302000"/>
            <a:ext cx="21616294" cy="8897388"/>
          </a:xfrm>
          <a:prstGeom prst="roundRect">
            <a:avLst>
              <a:gd name="adj" fmla="val 2897"/>
            </a:avLst>
          </a:prstGeom>
          <a:solidFill>
            <a:schemeClr val="accent4"/>
          </a:solidFill>
          <a:ln w="12700">
            <a:miter lim="400000"/>
          </a:ln>
          <a:effectLst>
            <a:outerShdw blurRad="558800" dist="71163" dir="5400000" rotWithShape="0">
              <a:srgbClr val="000000">
                <a:alpha val="19617"/>
              </a:srgbClr>
            </a:outerShdw>
          </a:effectLst>
        </p:spPr>
        <p:txBody>
          <a:bodyPr lIns="0" tIns="0" rIns="0" bIns="0" anchor="ctr"/>
          <a:lstStyle/>
          <a:p>
            <a:pPr marL="0" marR="0" lvl="0" indent="0" algn="ctr" defTabSz="8255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 kumimoji="0" sz="32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Helvetica Neue Medium"/>
              <a:sym typeface="Helvetica Neue Medium"/>
            </a:endParaRPr>
          </a:p>
        </p:txBody>
      </p:sp>
      <p:pic>
        <p:nvPicPr>
          <p:cNvPr id="19" name="图片 18">
            <a:extLst>
              <a:ext uri="{FF2B5EF4-FFF2-40B4-BE49-F238E27FC236}">
                <a16:creationId xmlns:a16="http://schemas.microsoft.com/office/drawing/2014/main" id="{27E4D760-F950-44A7-6E5E-D8B3ACCEBB9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13181" y="3184034"/>
            <a:ext cx="20929551" cy="90694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06539042"/>
      </p:ext>
    </p:extLst>
  </p:cSld>
  <p:clrMapOvr>
    <a:masterClrMapping/>
  </p:clrMapOvr>
  <p:transition spd="med"/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3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0B6FD71-208B-42B0-466D-0DADAA634D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Shape">
            <a:extLst>
              <a:ext uri="{FF2B5EF4-FFF2-40B4-BE49-F238E27FC236}">
                <a16:creationId xmlns:a16="http://schemas.microsoft.com/office/drawing/2014/main" id="{5DDAF519-E779-7871-DE82-C72BFE774415}"/>
              </a:ext>
            </a:extLst>
          </p:cNvPr>
          <p:cNvSpPr/>
          <p:nvPr/>
        </p:nvSpPr>
        <p:spPr>
          <a:xfrm>
            <a:off x="6290541" y="12617233"/>
            <a:ext cx="2709718" cy="270939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9679" h="20595" extrusionOk="0">
                <a:moveTo>
                  <a:pt x="9839" y="0"/>
                </a:moveTo>
                <a:cubicBezTo>
                  <a:pt x="7321" y="0"/>
                  <a:pt x="4802" y="1006"/>
                  <a:pt x="2881" y="3017"/>
                </a:cubicBezTo>
                <a:cubicBezTo>
                  <a:pt x="-961" y="7038"/>
                  <a:pt x="-961" y="13557"/>
                  <a:pt x="2881" y="17578"/>
                </a:cubicBezTo>
                <a:cubicBezTo>
                  <a:pt x="6724" y="21600"/>
                  <a:pt x="12954" y="21600"/>
                  <a:pt x="16797" y="17578"/>
                </a:cubicBezTo>
                <a:cubicBezTo>
                  <a:pt x="20639" y="13557"/>
                  <a:pt x="20639" y="7038"/>
                  <a:pt x="16797" y="3017"/>
                </a:cubicBezTo>
                <a:cubicBezTo>
                  <a:pt x="14876" y="1006"/>
                  <a:pt x="12357" y="0"/>
                  <a:pt x="9839" y="0"/>
                </a:cubicBezTo>
                <a:close/>
                <a:moveTo>
                  <a:pt x="9839" y="2649"/>
                </a:moveTo>
                <a:cubicBezTo>
                  <a:pt x="11709" y="2649"/>
                  <a:pt x="13580" y="3397"/>
                  <a:pt x="15007" y="4890"/>
                </a:cubicBezTo>
                <a:cubicBezTo>
                  <a:pt x="17861" y="7877"/>
                  <a:pt x="17861" y="12718"/>
                  <a:pt x="15007" y="15705"/>
                </a:cubicBezTo>
                <a:cubicBezTo>
                  <a:pt x="12153" y="18692"/>
                  <a:pt x="7525" y="18692"/>
                  <a:pt x="4671" y="15705"/>
                </a:cubicBezTo>
                <a:cubicBezTo>
                  <a:pt x="1817" y="12718"/>
                  <a:pt x="1817" y="7877"/>
                  <a:pt x="4671" y="4890"/>
                </a:cubicBezTo>
                <a:cubicBezTo>
                  <a:pt x="6098" y="3397"/>
                  <a:pt x="7969" y="2649"/>
                  <a:pt x="9839" y="2649"/>
                </a:cubicBezTo>
                <a:close/>
              </a:path>
            </a:pathLst>
          </a:custGeom>
          <a:gradFill>
            <a:gsLst>
              <a:gs pos="0">
                <a:schemeClr val="accent2"/>
              </a:gs>
              <a:gs pos="100000">
                <a:schemeClr val="accent1"/>
              </a:gs>
            </a:gsLst>
            <a:lin ang="5400000"/>
          </a:gradFill>
          <a:ln w="12700">
            <a:miter lim="400000"/>
          </a:ln>
        </p:spPr>
        <p:txBody>
          <a:bodyPr lIns="0" tIns="0" rIns="0" bIns="0" anchor="ctr"/>
          <a:lstStyle/>
          <a:p>
            <a:pPr marL="0" marR="0" lvl="0" indent="0" algn="ctr" defTabSz="8255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 kumimoji="0" sz="32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Helvetica Neue Medium"/>
              <a:sym typeface="Helvetica Neue Medium"/>
            </a:endParaRPr>
          </a:p>
        </p:txBody>
      </p:sp>
      <p:sp>
        <p:nvSpPr>
          <p:cNvPr id="216" name="Shape">
            <a:extLst>
              <a:ext uri="{FF2B5EF4-FFF2-40B4-BE49-F238E27FC236}">
                <a16:creationId xmlns:a16="http://schemas.microsoft.com/office/drawing/2014/main" id="{8FEEE9C1-409B-7584-C15A-319D1FA935A4}"/>
              </a:ext>
            </a:extLst>
          </p:cNvPr>
          <p:cNvSpPr/>
          <p:nvPr/>
        </p:nvSpPr>
        <p:spPr>
          <a:xfrm>
            <a:off x="14339439" y="2620192"/>
            <a:ext cx="6322300" cy="632257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800" y="0"/>
                </a:moveTo>
                <a:cubicBezTo>
                  <a:pt x="10787" y="0"/>
                  <a:pt x="10773" y="1"/>
                  <a:pt x="10759" y="1"/>
                </a:cubicBezTo>
                <a:lnTo>
                  <a:pt x="1" y="10760"/>
                </a:lnTo>
                <a:cubicBezTo>
                  <a:pt x="0" y="10900"/>
                  <a:pt x="3" y="11040"/>
                  <a:pt x="8" y="11181"/>
                </a:cubicBezTo>
                <a:lnTo>
                  <a:pt x="11180" y="9"/>
                </a:lnTo>
                <a:cubicBezTo>
                  <a:pt x="11054" y="4"/>
                  <a:pt x="10927" y="0"/>
                  <a:pt x="10800" y="0"/>
                </a:cubicBezTo>
                <a:close/>
                <a:moveTo>
                  <a:pt x="10211" y="17"/>
                </a:moveTo>
                <a:cubicBezTo>
                  <a:pt x="10057" y="25"/>
                  <a:pt x="9903" y="36"/>
                  <a:pt x="9748" y="51"/>
                </a:cubicBezTo>
                <a:lnTo>
                  <a:pt x="50" y="9749"/>
                </a:lnTo>
                <a:cubicBezTo>
                  <a:pt x="35" y="9903"/>
                  <a:pt x="25" y="10057"/>
                  <a:pt x="16" y="10212"/>
                </a:cubicBezTo>
                <a:lnTo>
                  <a:pt x="10211" y="17"/>
                </a:lnTo>
                <a:close/>
                <a:moveTo>
                  <a:pt x="11683" y="38"/>
                </a:moveTo>
                <a:lnTo>
                  <a:pt x="38" y="11684"/>
                </a:lnTo>
                <a:cubicBezTo>
                  <a:pt x="48" y="11814"/>
                  <a:pt x="62" y="11944"/>
                  <a:pt x="78" y="12075"/>
                </a:cubicBezTo>
                <a:lnTo>
                  <a:pt x="12074" y="78"/>
                </a:lnTo>
                <a:cubicBezTo>
                  <a:pt x="11944" y="63"/>
                  <a:pt x="11814" y="49"/>
                  <a:pt x="11683" y="38"/>
                </a:cubicBezTo>
                <a:close/>
                <a:moveTo>
                  <a:pt x="9136" y="131"/>
                </a:moveTo>
                <a:cubicBezTo>
                  <a:pt x="8960" y="158"/>
                  <a:pt x="8786" y="190"/>
                  <a:pt x="8611" y="226"/>
                </a:cubicBezTo>
                <a:lnTo>
                  <a:pt x="226" y="8611"/>
                </a:lnTo>
                <a:cubicBezTo>
                  <a:pt x="190" y="8786"/>
                  <a:pt x="157" y="8961"/>
                  <a:pt x="130" y="9137"/>
                </a:cubicBezTo>
                <a:lnTo>
                  <a:pt x="9136" y="131"/>
                </a:lnTo>
                <a:close/>
                <a:moveTo>
                  <a:pt x="12541" y="143"/>
                </a:moveTo>
                <a:lnTo>
                  <a:pt x="143" y="12541"/>
                </a:lnTo>
                <a:cubicBezTo>
                  <a:pt x="163" y="12663"/>
                  <a:pt x="183" y="12785"/>
                  <a:pt x="207" y="12906"/>
                </a:cubicBezTo>
                <a:lnTo>
                  <a:pt x="12906" y="208"/>
                </a:lnTo>
                <a:cubicBezTo>
                  <a:pt x="12785" y="184"/>
                  <a:pt x="12663" y="163"/>
                  <a:pt x="12541" y="143"/>
                </a:cubicBezTo>
                <a:close/>
                <a:moveTo>
                  <a:pt x="13343" y="303"/>
                </a:moveTo>
                <a:lnTo>
                  <a:pt x="303" y="13343"/>
                </a:lnTo>
                <a:cubicBezTo>
                  <a:pt x="330" y="13456"/>
                  <a:pt x="361" y="13569"/>
                  <a:pt x="392" y="13682"/>
                </a:cubicBezTo>
                <a:lnTo>
                  <a:pt x="13682" y="393"/>
                </a:lnTo>
                <a:cubicBezTo>
                  <a:pt x="13569" y="362"/>
                  <a:pt x="13456" y="331"/>
                  <a:pt x="13343" y="303"/>
                </a:cubicBezTo>
                <a:close/>
                <a:moveTo>
                  <a:pt x="7909" y="395"/>
                </a:moveTo>
                <a:cubicBezTo>
                  <a:pt x="7701" y="452"/>
                  <a:pt x="7495" y="515"/>
                  <a:pt x="7290" y="585"/>
                </a:cubicBezTo>
                <a:lnTo>
                  <a:pt x="584" y="7290"/>
                </a:lnTo>
                <a:cubicBezTo>
                  <a:pt x="514" y="7495"/>
                  <a:pt x="452" y="7702"/>
                  <a:pt x="394" y="7909"/>
                </a:cubicBezTo>
                <a:lnTo>
                  <a:pt x="7909" y="395"/>
                </a:lnTo>
                <a:close/>
                <a:moveTo>
                  <a:pt x="14094" y="515"/>
                </a:moveTo>
                <a:lnTo>
                  <a:pt x="514" y="14094"/>
                </a:lnTo>
                <a:cubicBezTo>
                  <a:pt x="549" y="14202"/>
                  <a:pt x="583" y="14310"/>
                  <a:pt x="620" y="14417"/>
                </a:cubicBezTo>
                <a:lnTo>
                  <a:pt x="14417" y="621"/>
                </a:lnTo>
                <a:cubicBezTo>
                  <a:pt x="14310" y="583"/>
                  <a:pt x="14202" y="549"/>
                  <a:pt x="14094" y="515"/>
                </a:cubicBezTo>
                <a:close/>
                <a:moveTo>
                  <a:pt x="14804" y="767"/>
                </a:moveTo>
                <a:lnTo>
                  <a:pt x="767" y="14804"/>
                </a:lnTo>
                <a:cubicBezTo>
                  <a:pt x="807" y="14905"/>
                  <a:pt x="851" y="15004"/>
                  <a:pt x="894" y="15104"/>
                </a:cubicBezTo>
                <a:lnTo>
                  <a:pt x="15104" y="895"/>
                </a:lnTo>
                <a:cubicBezTo>
                  <a:pt x="15004" y="852"/>
                  <a:pt x="14905" y="807"/>
                  <a:pt x="14804" y="767"/>
                </a:cubicBezTo>
                <a:close/>
                <a:moveTo>
                  <a:pt x="6411" y="932"/>
                </a:moveTo>
                <a:cubicBezTo>
                  <a:pt x="6118" y="1062"/>
                  <a:pt x="5831" y="1206"/>
                  <a:pt x="5549" y="1363"/>
                </a:cubicBezTo>
                <a:lnTo>
                  <a:pt x="1362" y="5549"/>
                </a:lnTo>
                <a:cubicBezTo>
                  <a:pt x="1205" y="5832"/>
                  <a:pt x="1061" y="6119"/>
                  <a:pt x="931" y="6411"/>
                </a:cubicBezTo>
                <a:lnTo>
                  <a:pt x="6411" y="932"/>
                </a:lnTo>
                <a:close/>
                <a:moveTo>
                  <a:pt x="15470" y="1061"/>
                </a:moveTo>
                <a:lnTo>
                  <a:pt x="1060" y="15471"/>
                </a:lnTo>
                <a:cubicBezTo>
                  <a:pt x="1106" y="15567"/>
                  <a:pt x="1153" y="15664"/>
                  <a:pt x="1202" y="15759"/>
                </a:cubicBezTo>
                <a:lnTo>
                  <a:pt x="15759" y="1203"/>
                </a:lnTo>
                <a:cubicBezTo>
                  <a:pt x="15663" y="1153"/>
                  <a:pt x="15567" y="1107"/>
                  <a:pt x="15470" y="1061"/>
                </a:cubicBezTo>
                <a:close/>
                <a:moveTo>
                  <a:pt x="16103" y="1391"/>
                </a:moveTo>
                <a:lnTo>
                  <a:pt x="1391" y="16103"/>
                </a:lnTo>
                <a:cubicBezTo>
                  <a:pt x="1442" y="16194"/>
                  <a:pt x="1494" y="16285"/>
                  <a:pt x="1549" y="16375"/>
                </a:cubicBezTo>
                <a:lnTo>
                  <a:pt x="16375" y="1549"/>
                </a:lnTo>
                <a:cubicBezTo>
                  <a:pt x="16285" y="1495"/>
                  <a:pt x="16194" y="1442"/>
                  <a:pt x="16103" y="1391"/>
                </a:cubicBezTo>
                <a:close/>
                <a:moveTo>
                  <a:pt x="16703" y="1754"/>
                </a:moveTo>
                <a:lnTo>
                  <a:pt x="1753" y="16703"/>
                </a:lnTo>
                <a:cubicBezTo>
                  <a:pt x="1809" y="16788"/>
                  <a:pt x="1869" y="16872"/>
                  <a:pt x="1928" y="16956"/>
                </a:cubicBezTo>
                <a:lnTo>
                  <a:pt x="16956" y="1928"/>
                </a:lnTo>
                <a:cubicBezTo>
                  <a:pt x="16872" y="1869"/>
                  <a:pt x="16788" y="1810"/>
                  <a:pt x="16703" y="1754"/>
                </a:cubicBezTo>
                <a:close/>
                <a:moveTo>
                  <a:pt x="17267" y="2151"/>
                </a:moveTo>
                <a:lnTo>
                  <a:pt x="2151" y="17267"/>
                </a:lnTo>
                <a:cubicBezTo>
                  <a:pt x="2212" y="17349"/>
                  <a:pt x="2274" y="17430"/>
                  <a:pt x="2338" y="17510"/>
                </a:cubicBezTo>
                <a:lnTo>
                  <a:pt x="17510" y="2338"/>
                </a:lnTo>
                <a:cubicBezTo>
                  <a:pt x="17430" y="2275"/>
                  <a:pt x="17349" y="2212"/>
                  <a:pt x="17267" y="2151"/>
                </a:cubicBezTo>
                <a:close/>
                <a:moveTo>
                  <a:pt x="3805" y="2574"/>
                </a:moveTo>
                <a:cubicBezTo>
                  <a:pt x="3586" y="2761"/>
                  <a:pt x="3370" y="2956"/>
                  <a:pt x="3163" y="3163"/>
                </a:cubicBezTo>
                <a:cubicBezTo>
                  <a:pt x="2955" y="3371"/>
                  <a:pt x="2761" y="3586"/>
                  <a:pt x="2574" y="3806"/>
                </a:cubicBezTo>
                <a:lnTo>
                  <a:pt x="3805" y="2574"/>
                </a:lnTo>
                <a:close/>
                <a:moveTo>
                  <a:pt x="17801" y="2579"/>
                </a:moveTo>
                <a:lnTo>
                  <a:pt x="2579" y="17801"/>
                </a:lnTo>
                <a:cubicBezTo>
                  <a:pt x="2645" y="17878"/>
                  <a:pt x="2709" y="17957"/>
                  <a:pt x="2777" y="18032"/>
                </a:cubicBezTo>
                <a:lnTo>
                  <a:pt x="18032" y="2777"/>
                </a:lnTo>
                <a:cubicBezTo>
                  <a:pt x="17957" y="2709"/>
                  <a:pt x="17878" y="2645"/>
                  <a:pt x="17801" y="2579"/>
                </a:cubicBezTo>
                <a:close/>
                <a:moveTo>
                  <a:pt x="18304" y="3036"/>
                </a:moveTo>
                <a:lnTo>
                  <a:pt x="3036" y="18304"/>
                </a:lnTo>
                <a:cubicBezTo>
                  <a:pt x="3079" y="18349"/>
                  <a:pt x="3119" y="18394"/>
                  <a:pt x="3163" y="18438"/>
                </a:cubicBezTo>
                <a:cubicBezTo>
                  <a:pt x="3191" y="18466"/>
                  <a:pt x="3222" y="18492"/>
                  <a:pt x="3250" y="18521"/>
                </a:cubicBezTo>
                <a:lnTo>
                  <a:pt x="18521" y="3251"/>
                </a:lnTo>
                <a:cubicBezTo>
                  <a:pt x="18492" y="3222"/>
                  <a:pt x="18466" y="3192"/>
                  <a:pt x="18438" y="3163"/>
                </a:cubicBezTo>
                <a:cubicBezTo>
                  <a:pt x="18394" y="3119"/>
                  <a:pt x="18348" y="3079"/>
                  <a:pt x="18304" y="3036"/>
                </a:cubicBezTo>
                <a:close/>
                <a:moveTo>
                  <a:pt x="18781" y="3523"/>
                </a:moveTo>
                <a:lnTo>
                  <a:pt x="3522" y="18781"/>
                </a:lnTo>
                <a:cubicBezTo>
                  <a:pt x="3598" y="18850"/>
                  <a:pt x="3676" y="18915"/>
                  <a:pt x="3753" y="18982"/>
                </a:cubicBezTo>
                <a:lnTo>
                  <a:pt x="18982" y="3753"/>
                </a:lnTo>
                <a:cubicBezTo>
                  <a:pt x="18915" y="3676"/>
                  <a:pt x="18850" y="3598"/>
                  <a:pt x="18781" y="3523"/>
                </a:cubicBezTo>
                <a:close/>
                <a:moveTo>
                  <a:pt x="19224" y="4041"/>
                </a:moveTo>
                <a:lnTo>
                  <a:pt x="4041" y="19224"/>
                </a:lnTo>
                <a:cubicBezTo>
                  <a:pt x="4121" y="19289"/>
                  <a:pt x="4202" y="19350"/>
                  <a:pt x="4283" y="19412"/>
                </a:cubicBezTo>
                <a:lnTo>
                  <a:pt x="19412" y="4283"/>
                </a:lnTo>
                <a:cubicBezTo>
                  <a:pt x="19350" y="4202"/>
                  <a:pt x="19289" y="4121"/>
                  <a:pt x="19224" y="4041"/>
                </a:cubicBezTo>
                <a:close/>
                <a:moveTo>
                  <a:pt x="19637" y="4591"/>
                </a:moveTo>
                <a:lnTo>
                  <a:pt x="4591" y="19637"/>
                </a:lnTo>
                <a:cubicBezTo>
                  <a:pt x="4675" y="19696"/>
                  <a:pt x="4758" y="19757"/>
                  <a:pt x="4843" y="19813"/>
                </a:cubicBezTo>
                <a:lnTo>
                  <a:pt x="19813" y="4844"/>
                </a:lnTo>
                <a:cubicBezTo>
                  <a:pt x="19757" y="4758"/>
                  <a:pt x="19696" y="4675"/>
                  <a:pt x="19637" y="4591"/>
                </a:cubicBezTo>
                <a:close/>
                <a:moveTo>
                  <a:pt x="20019" y="5172"/>
                </a:moveTo>
                <a:lnTo>
                  <a:pt x="5172" y="20019"/>
                </a:lnTo>
                <a:cubicBezTo>
                  <a:pt x="5261" y="20073"/>
                  <a:pt x="5351" y="20126"/>
                  <a:pt x="5441" y="20178"/>
                </a:cubicBezTo>
                <a:lnTo>
                  <a:pt x="20178" y="5441"/>
                </a:lnTo>
                <a:cubicBezTo>
                  <a:pt x="20126" y="5351"/>
                  <a:pt x="20073" y="5261"/>
                  <a:pt x="20019" y="5172"/>
                </a:cubicBezTo>
                <a:close/>
                <a:moveTo>
                  <a:pt x="20369" y="5782"/>
                </a:moveTo>
                <a:lnTo>
                  <a:pt x="5782" y="20369"/>
                </a:lnTo>
                <a:cubicBezTo>
                  <a:pt x="5877" y="20419"/>
                  <a:pt x="5974" y="20463"/>
                  <a:pt x="6071" y="20510"/>
                </a:cubicBezTo>
                <a:lnTo>
                  <a:pt x="20510" y="6071"/>
                </a:lnTo>
                <a:cubicBezTo>
                  <a:pt x="20463" y="5975"/>
                  <a:pt x="20419" y="5878"/>
                  <a:pt x="20369" y="5782"/>
                </a:cubicBezTo>
                <a:close/>
                <a:moveTo>
                  <a:pt x="20679" y="6434"/>
                </a:moveTo>
                <a:lnTo>
                  <a:pt x="6434" y="20679"/>
                </a:lnTo>
                <a:cubicBezTo>
                  <a:pt x="6534" y="20723"/>
                  <a:pt x="6633" y="20769"/>
                  <a:pt x="6734" y="20809"/>
                </a:cubicBezTo>
                <a:lnTo>
                  <a:pt x="20809" y="6735"/>
                </a:lnTo>
                <a:cubicBezTo>
                  <a:pt x="20769" y="6634"/>
                  <a:pt x="20723" y="6534"/>
                  <a:pt x="20679" y="6434"/>
                </a:cubicBezTo>
                <a:close/>
                <a:moveTo>
                  <a:pt x="20956" y="7121"/>
                </a:moveTo>
                <a:lnTo>
                  <a:pt x="7120" y="20956"/>
                </a:lnTo>
                <a:cubicBezTo>
                  <a:pt x="7226" y="20994"/>
                  <a:pt x="7333" y="21030"/>
                  <a:pt x="7439" y="21065"/>
                </a:cubicBezTo>
                <a:lnTo>
                  <a:pt x="21065" y="7439"/>
                </a:lnTo>
                <a:cubicBezTo>
                  <a:pt x="21030" y="7333"/>
                  <a:pt x="20994" y="7226"/>
                  <a:pt x="20956" y="7121"/>
                </a:cubicBezTo>
                <a:close/>
                <a:moveTo>
                  <a:pt x="21190" y="7848"/>
                </a:moveTo>
                <a:lnTo>
                  <a:pt x="7848" y="21190"/>
                </a:lnTo>
                <a:cubicBezTo>
                  <a:pt x="7960" y="21221"/>
                  <a:pt x="8073" y="21252"/>
                  <a:pt x="8186" y="21280"/>
                </a:cubicBezTo>
                <a:lnTo>
                  <a:pt x="21280" y="8186"/>
                </a:lnTo>
                <a:cubicBezTo>
                  <a:pt x="21252" y="8073"/>
                  <a:pt x="21221" y="7960"/>
                  <a:pt x="21190" y="7848"/>
                </a:cubicBezTo>
                <a:close/>
                <a:moveTo>
                  <a:pt x="21378" y="8623"/>
                </a:moveTo>
                <a:lnTo>
                  <a:pt x="8623" y="21378"/>
                </a:lnTo>
                <a:cubicBezTo>
                  <a:pt x="8743" y="21402"/>
                  <a:pt x="8863" y="21424"/>
                  <a:pt x="8984" y="21445"/>
                </a:cubicBezTo>
                <a:lnTo>
                  <a:pt x="21445" y="8984"/>
                </a:lnTo>
                <a:cubicBezTo>
                  <a:pt x="21424" y="8864"/>
                  <a:pt x="21402" y="8743"/>
                  <a:pt x="21378" y="8623"/>
                </a:cubicBezTo>
                <a:close/>
                <a:moveTo>
                  <a:pt x="21514" y="9448"/>
                </a:moveTo>
                <a:lnTo>
                  <a:pt x="9447" y="21514"/>
                </a:lnTo>
                <a:cubicBezTo>
                  <a:pt x="9576" y="21530"/>
                  <a:pt x="9704" y="21546"/>
                  <a:pt x="9833" y="21557"/>
                </a:cubicBezTo>
                <a:lnTo>
                  <a:pt x="21557" y="9834"/>
                </a:lnTo>
                <a:cubicBezTo>
                  <a:pt x="21546" y="9705"/>
                  <a:pt x="21530" y="9576"/>
                  <a:pt x="21514" y="9448"/>
                </a:cubicBezTo>
                <a:close/>
                <a:moveTo>
                  <a:pt x="21590" y="10333"/>
                </a:moveTo>
                <a:lnTo>
                  <a:pt x="10332" y="21590"/>
                </a:lnTo>
                <a:cubicBezTo>
                  <a:pt x="10473" y="21596"/>
                  <a:pt x="10613" y="21599"/>
                  <a:pt x="10753" y="21600"/>
                </a:cubicBezTo>
                <a:lnTo>
                  <a:pt x="21600" y="10754"/>
                </a:lnTo>
                <a:cubicBezTo>
                  <a:pt x="21599" y="10613"/>
                  <a:pt x="21596" y="10473"/>
                  <a:pt x="21590" y="10333"/>
                </a:cubicBezTo>
                <a:close/>
                <a:moveTo>
                  <a:pt x="21590" y="11296"/>
                </a:moveTo>
                <a:lnTo>
                  <a:pt x="11295" y="21590"/>
                </a:lnTo>
                <a:cubicBezTo>
                  <a:pt x="11449" y="21583"/>
                  <a:pt x="11603" y="21572"/>
                  <a:pt x="11757" y="21558"/>
                </a:cubicBezTo>
                <a:lnTo>
                  <a:pt x="21558" y="11757"/>
                </a:lnTo>
                <a:cubicBezTo>
                  <a:pt x="21572" y="11603"/>
                  <a:pt x="21583" y="11450"/>
                  <a:pt x="21590" y="11296"/>
                </a:cubicBezTo>
                <a:close/>
                <a:moveTo>
                  <a:pt x="21489" y="12358"/>
                </a:moveTo>
                <a:lnTo>
                  <a:pt x="12358" y="21489"/>
                </a:lnTo>
                <a:cubicBezTo>
                  <a:pt x="12531" y="21464"/>
                  <a:pt x="12703" y="21434"/>
                  <a:pt x="12876" y="21400"/>
                </a:cubicBezTo>
                <a:lnTo>
                  <a:pt x="21400" y="12876"/>
                </a:lnTo>
                <a:cubicBezTo>
                  <a:pt x="21434" y="12704"/>
                  <a:pt x="21464" y="12531"/>
                  <a:pt x="21489" y="12358"/>
                </a:cubicBezTo>
                <a:close/>
                <a:moveTo>
                  <a:pt x="21239" y="13569"/>
                </a:moveTo>
                <a:lnTo>
                  <a:pt x="13569" y="21239"/>
                </a:lnTo>
                <a:cubicBezTo>
                  <a:pt x="13774" y="21185"/>
                  <a:pt x="13978" y="21125"/>
                  <a:pt x="14181" y="21058"/>
                </a:cubicBezTo>
                <a:lnTo>
                  <a:pt x="21058" y="14181"/>
                </a:lnTo>
                <a:cubicBezTo>
                  <a:pt x="21125" y="13978"/>
                  <a:pt x="21185" y="13774"/>
                  <a:pt x="21239" y="13569"/>
                </a:cubicBezTo>
                <a:close/>
                <a:moveTo>
                  <a:pt x="20736" y="15035"/>
                </a:moveTo>
                <a:lnTo>
                  <a:pt x="15035" y="20736"/>
                </a:lnTo>
                <a:cubicBezTo>
                  <a:pt x="15310" y="20619"/>
                  <a:pt x="15581" y="20493"/>
                  <a:pt x="15848" y="20352"/>
                </a:cubicBezTo>
                <a:lnTo>
                  <a:pt x="20352" y="15848"/>
                </a:lnTo>
                <a:cubicBezTo>
                  <a:pt x="20493" y="15581"/>
                  <a:pt x="20619" y="15310"/>
                  <a:pt x="20736" y="15035"/>
                </a:cubicBezTo>
                <a:close/>
                <a:moveTo>
                  <a:pt x="19400" y="17332"/>
                </a:moveTo>
                <a:lnTo>
                  <a:pt x="17332" y="19400"/>
                </a:lnTo>
                <a:cubicBezTo>
                  <a:pt x="17716" y="19108"/>
                  <a:pt x="18087" y="18789"/>
                  <a:pt x="18438" y="18438"/>
                </a:cubicBezTo>
                <a:cubicBezTo>
                  <a:pt x="18788" y="18087"/>
                  <a:pt x="19107" y="17716"/>
                  <a:pt x="19400" y="17332"/>
                </a:cubicBezTo>
                <a:close/>
              </a:path>
            </a:pathLst>
          </a:custGeom>
          <a:solidFill>
            <a:schemeClr val="accent4"/>
          </a:solidFill>
          <a:ln w="12700">
            <a:miter lim="400000"/>
          </a:ln>
        </p:spPr>
        <p:txBody>
          <a:bodyPr lIns="0" tIns="0" rIns="0" bIns="0" anchor="ctr"/>
          <a:lstStyle/>
          <a:p>
            <a:pPr marL="0" marR="0" lvl="0" indent="0" algn="ctr" defTabSz="8255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 kumimoji="0" sz="32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Helvetica Neue Medium"/>
              <a:sym typeface="Helvetica Neue Medium"/>
            </a:endParaRPr>
          </a:p>
        </p:txBody>
      </p:sp>
      <p:sp>
        <p:nvSpPr>
          <p:cNvPr id="217" name="Shape">
            <a:extLst>
              <a:ext uri="{FF2B5EF4-FFF2-40B4-BE49-F238E27FC236}">
                <a16:creationId xmlns:a16="http://schemas.microsoft.com/office/drawing/2014/main" id="{0991CE2C-0A16-EA40-F840-D112F7681134}"/>
              </a:ext>
            </a:extLst>
          </p:cNvPr>
          <p:cNvSpPr/>
          <p:nvPr/>
        </p:nvSpPr>
        <p:spPr>
          <a:xfrm>
            <a:off x="5513585" y="9836851"/>
            <a:ext cx="2709536" cy="270965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800" y="0"/>
                </a:moveTo>
                <a:cubicBezTo>
                  <a:pt x="10787" y="0"/>
                  <a:pt x="10773" y="1"/>
                  <a:pt x="10759" y="1"/>
                </a:cubicBezTo>
                <a:lnTo>
                  <a:pt x="1" y="10760"/>
                </a:lnTo>
                <a:cubicBezTo>
                  <a:pt x="0" y="10900"/>
                  <a:pt x="3" y="11040"/>
                  <a:pt x="8" y="11181"/>
                </a:cubicBezTo>
                <a:lnTo>
                  <a:pt x="11180" y="9"/>
                </a:lnTo>
                <a:cubicBezTo>
                  <a:pt x="11054" y="4"/>
                  <a:pt x="10927" y="0"/>
                  <a:pt x="10800" y="0"/>
                </a:cubicBezTo>
                <a:close/>
                <a:moveTo>
                  <a:pt x="10211" y="17"/>
                </a:moveTo>
                <a:cubicBezTo>
                  <a:pt x="10057" y="25"/>
                  <a:pt x="9903" y="36"/>
                  <a:pt x="9748" y="51"/>
                </a:cubicBezTo>
                <a:lnTo>
                  <a:pt x="50" y="9749"/>
                </a:lnTo>
                <a:cubicBezTo>
                  <a:pt x="35" y="9903"/>
                  <a:pt x="25" y="10057"/>
                  <a:pt x="16" y="10212"/>
                </a:cubicBezTo>
                <a:lnTo>
                  <a:pt x="10211" y="17"/>
                </a:lnTo>
                <a:close/>
                <a:moveTo>
                  <a:pt x="11683" y="38"/>
                </a:moveTo>
                <a:lnTo>
                  <a:pt x="38" y="11684"/>
                </a:lnTo>
                <a:cubicBezTo>
                  <a:pt x="48" y="11814"/>
                  <a:pt x="62" y="11944"/>
                  <a:pt x="78" y="12075"/>
                </a:cubicBezTo>
                <a:lnTo>
                  <a:pt x="12074" y="78"/>
                </a:lnTo>
                <a:cubicBezTo>
                  <a:pt x="11944" y="63"/>
                  <a:pt x="11814" y="49"/>
                  <a:pt x="11683" y="38"/>
                </a:cubicBezTo>
                <a:close/>
                <a:moveTo>
                  <a:pt x="9136" y="131"/>
                </a:moveTo>
                <a:cubicBezTo>
                  <a:pt x="8960" y="158"/>
                  <a:pt x="8786" y="190"/>
                  <a:pt x="8611" y="226"/>
                </a:cubicBezTo>
                <a:lnTo>
                  <a:pt x="226" y="8611"/>
                </a:lnTo>
                <a:cubicBezTo>
                  <a:pt x="190" y="8786"/>
                  <a:pt x="157" y="8961"/>
                  <a:pt x="130" y="9137"/>
                </a:cubicBezTo>
                <a:lnTo>
                  <a:pt x="9136" y="131"/>
                </a:lnTo>
                <a:close/>
                <a:moveTo>
                  <a:pt x="12541" y="143"/>
                </a:moveTo>
                <a:lnTo>
                  <a:pt x="143" y="12541"/>
                </a:lnTo>
                <a:cubicBezTo>
                  <a:pt x="163" y="12663"/>
                  <a:pt x="183" y="12785"/>
                  <a:pt x="207" y="12906"/>
                </a:cubicBezTo>
                <a:lnTo>
                  <a:pt x="12906" y="208"/>
                </a:lnTo>
                <a:cubicBezTo>
                  <a:pt x="12785" y="184"/>
                  <a:pt x="12663" y="163"/>
                  <a:pt x="12541" y="143"/>
                </a:cubicBezTo>
                <a:close/>
                <a:moveTo>
                  <a:pt x="13343" y="303"/>
                </a:moveTo>
                <a:lnTo>
                  <a:pt x="303" y="13343"/>
                </a:lnTo>
                <a:cubicBezTo>
                  <a:pt x="330" y="13456"/>
                  <a:pt x="361" y="13569"/>
                  <a:pt x="392" y="13682"/>
                </a:cubicBezTo>
                <a:lnTo>
                  <a:pt x="13682" y="393"/>
                </a:lnTo>
                <a:cubicBezTo>
                  <a:pt x="13569" y="362"/>
                  <a:pt x="13456" y="331"/>
                  <a:pt x="13343" y="303"/>
                </a:cubicBezTo>
                <a:close/>
                <a:moveTo>
                  <a:pt x="7909" y="395"/>
                </a:moveTo>
                <a:cubicBezTo>
                  <a:pt x="7701" y="452"/>
                  <a:pt x="7495" y="515"/>
                  <a:pt x="7290" y="585"/>
                </a:cubicBezTo>
                <a:lnTo>
                  <a:pt x="584" y="7290"/>
                </a:lnTo>
                <a:cubicBezTo>
                  <a:pt x="514" y="7495"/>
                  <a:pt x="452" y="7702"/>
                  <a:pt x="394" y="7909"/>
                </a:cubicBezTo>
                <a:lnTo>
                  <a:pt x="7909" y="395"/>
                </a:lnTo>
                <a:close/>
                <a:moveTo>
                  <a:pt x="14094" y="515"/>
                </a:moveTo>
                <a:lnTo>
                  <a:pt x="514" y="14094"/>
                </a:lnTo>
                <a:cubicBezTo>
                  <a:pt x="549" y="14202"/>
                  <a:pt x="583" y="14310"/>
                  <a:pt x="620" y="14417"/>
                </a:cubicBezTo>
                <a:lnTo>
                  <a:pt x="14417" y="621"/>
                </a:lnTo>
                <a:cubicBezTo>
                  <a:pt x="14310" y="583"/>
                  <a:pt x="14202" y="549"/>
                  <a:pt x="14094" y="515"/>
                </a:cubicBezTo>
                <a:close/>
                <a:moveTo>
                  <a:pt x="14804" y="767"/>
                </a:moveTo>
                <a:lnTo>
                  <a:pt x="767" y="14804"/>
                </a:lnTo>
                <a:cubicBezTo>
                  <a:pt x="807" y="14905"/>
                  <a:pt x="851" y="15004"/>
                  <a:pt x="894" y="15104"/>
                </a:cubicBezTo>
                <a:lnTo>
                  <a:pt x="15104" y="895"/>
                </a:lnTo>
                <a:cubicBezTo>
                  <a:pt x="15004" y="852"/>
                  <a:pt x="14905" y="807"/>
                  <a:pt x="14804" y="767"/>
                </a:cubicBezTo>
                <a:close/>
                <a:moveTo>
                  <a:pt x="6411" y="932"/>
                </a:moveTo>
                <a:cubicBezTo>
                  <a:pt x="6118" y="1062"/>
                  <a:pt x="5831" y="1206"/>
                  <a:pt x="5549" y="1363"/>
                </a:cubicBezTo>
                <a:lnTo>
                  <a:pt x="1362" y="5549"/>
                </a:lnTo>
                <a:cubicBezTo>
                  <a:pt x="1205" y="5832"/>
                  <a:pt x="1061" y="6119"/>
                  <a:pt x="931" y="6411"/>
                </a:cubicBezTo>
                <a:lnTo>
                  <a:pt x="6411" y="932"/>
                </a:lnTo>
                <a:close/>
                <a:moveTo>
                  <a:pt x="15470" y="1061"/>
                </a:moveTo>
                <a:lnTo>
                  <a:pt x="1060" y="15471"/>
                </a:lnTo>
                <a:cubicBezTo>
                  <a:pt x="1106" y="15567"/>
                  <a:pt x="1153" y="15664"/>
                  <a:pt x="1202" y="15759"/>
                </a:cubicBezTo>
                <a:lnTo>
                  <a:pt x="15759" y="1203"/>
                </a:lnTo>
                <a:cubicBezTo>
                  <a:pt x="15663" y="1153"/>
                  <a:pt x="15567" y="1107"/>
                  <a:pt x="15470" y="1061"/>
                </a:cubicBezTo>
                <a:close/>
                <a:moveTo>
                  <a:pt x="16103" y="1391"/>
                </a:moveTo>
                <a:lnTo>
                  <a:pt x="1391" y="16103"/>
                </a:lnTo>
                <a:cubicBezTo>
                  <a:pt x="1442" y="16194"/>
                  <a:pt x="1494" y="16285"/>
                  <a:pt x="1548" y="16375"/>
                </a:cubicBezTo>
                <a:lnTo>
                  <a:pt x="16375" y="1549"/>
                </a:lnTo>
                <a:cubicBezTo>
                  <a:pt x="16285" y="1495"/>
                  <a:pt x="16194" y="1442"/>
                  <a:pt x="16103" y="1391"/>
                </a:cubicBezTo>
                <a:close/>
                <a:moveTo>
                  <a:pt x="16703" y="1754"/>
                </a:moveTo>
                <a:lnTo>
                  <a:pt x="1753" y="16703"/>
                </a:lnTo>
                <a:cubicBezTo>
                  <a:pt x="1809" y="16788"/>
                  <a:pt x="1869" y="16872"/>
                  <a:pt x="1928" y="16956"/>
                </a:cubicBezTo>
                <a:lnTo>
                  <a:pt x="16956" y="1928"/>
                </a:lnTo>
                <a:cubicBezTo>
                  <a:pt x="16872" y="1869"/>
                  <a:pt x="16788" y="1810"/>
                  <a:pt x="16703" y="1754"/>
                </a:cubicBezTo>
                <a:close/>
                <a:moveTo>
                  <a:pt x="17267" y="2151"/>
                </a:moveTo>
                <a:lnTo>
                  <a:pt x="2151" y="17267"/>
                </a:lnTo>
                <a:cubicBezTo>
                  <a:pt x="2212" y="17349"/>
                  <a:pt x="2274" y="17430"/>
                  <a:pt x="2338" y="17510"/>
                </a:cubicBezTo>
                <a:lnTo>
                  <a:pt x="17510" y="2338"/>
                </a:lnTo>
                <a:cubicBezTo>
                  <a:pt x="17430" y="2275"/>
                  <a:pt x="17349" y="2212"/>
                  <a:pt x="17267" y="2151"/>
                </a:cubicBezTo>
                <a:close/>
                <a:moveTo>
                  <a:pt x="3805" y="2574"/>
                </a:moveTo>
                <a:cubicBezTo>
                  <a:pt x="3586" y="2761"/>
                  <a:pt x="3370" y="2956"/>
                  <a:pt x="3163" y="3163"/>
                </a:cubicBezTo>
                <a:cubicBezTo>
                  <a:pt x="2955" y="3371"/>
                  <a:pt x="2761" y="3586"/>
                  <a:pt x="2574" y="3806"/>
                </a:cubicBezTo>
                <a:lnTo>
                  <a:pt x="3805" y="2574"/>
                </a:lnTo>
                <a:close/>
                <a:moveTo>
                  <a:pt x="17801" y="2579"/>
                </a:moveTo>
                <a:lnTo>
                  <a:pt x="2579" y="17801"/>
                </a:lnTo>
                <a:cubicBezTo>
                  <a:pt x="2645" y="17878"/>
                  <a:pt x="2709" y="17957"/>
                  <a:pt x="2777" y="18032"/>
                </a:cubicBezTo>
                <a:lnTo>
                  <a:pt x="18032" y="2777"/>
                </a:lnTo>
                <a:cubicBezTo>
                  <a:pt x="17957" y="2709"/>
                  <a:pt x="17878" y="2645"/>
                  <a:pt x="17801" y="2579"/>
                </a:cubicBezTo>
                <a:close/>
                <a:moveTo>
                  <a:pt x="18304" y="3036"/>
                </a:moveTo>
                <a:lnTo>
                  <a:pt x="3036" y="18304"/>
                </a:lnTo>
                <a:cubicBezTo>
                  <a:pt x="3079" y="18349"/>
                  <a:pt x="3119" y="18394"/>
                  <a:pt x="3163" y="18438"/>
                </a:cubicBezTo>
                <a:cubicBezTo>
                  <a:pt x="3191" y="18466"/>
                  <a:pt x="3222" y="18492"/>
                  <a:pt x="3250" y="18521"/>
                </a:cubicBezTo>
                <a:lnTo>
                  <a:pt x="18521" y="3251"/>
                </a:lnTo>
                <a:cubicBezTo>
                  <a:pt x="18492" y="3222"/>
                  <a:pt x="18466" y="3192"/>
                  <a:pt x="18438" y="3163"/>
                </a:cubicBezTo>
                <a:cubicBezTo>
                  <a:pt x="18394" y="3119"/>
                  <a:pt x="18348" y="3079"/>
                  <a:pt x="18304" y="3036"/>
                </a:cubicBezTo>
                <a:close/>
                <a:moveTo>
                  <a:pt x="18781" y="3523"/>
                </a:moveTo>
                <a:lnTo>
                  <a:pt x="3522" y="18781"/>
                </a:lnTo>
                <a:cubicBezTo>
                  <a:pt x="3598" y="18850"/>
                  <a:pt x="3676" y="18915"/>
                  <a:pt x="3753" y="18982"/>
                </a:cubicBezTo>
                <a:lnTo>
                  <a:pt x="18982" y="3753"/>
                </a:lnTo>
                <a:cubicBezTo>
                  <a:pt x="18915" y="3676"/>
                  <a:pt x="18850" y="3598"/>
                  <a:pt x="18781" y="3523"/>
                </a:cubicBezTo>
                <a:close/>
                <a:moveTo>
                  <a:pt x="19224" y="4041"/>
                </a:moveTo>
                <a:lnTo>
                  <a:pt x="4041" y="19224"/>
                </a:lnTo>
                <a:cubicBezTo>
                  <a:pt x="4121" y="19289"/>
                  <a:pt x="4202" y="19350"/>
                  <a:pt x="4283" y="19412"/>
                </a:cubicBezTo>
                <a:lnTo>
                  <a:pt x="19412" y="4283"/>
                </a:lnTo>
                <a:cubicBezTo>
                  <a:pt x="19350" y="4202"/>
                  <a:pt x="19289" y="4121"/>
                  <a:pt x="19224" y="4041"/>
                </a:cubicBezTo>
                <a:close/>
                <a:moveTo>
                  <a:pt x="19637" y="4591"/>
                </a:moveTo>
                <a:lnTo>
                  <a:pt x="4591" y="19637"/>
                </a:lnTo>
                <a:cubicBezTo>
                  <a:pt x="4675" y="19696"/>
                  <a:pt x="4758" y="19757"/>
                  <a:pt x="4843" y="19813"/>
                </a:cubicBezTo>
                <a:lnTo>
                  <a:pt x="19813" y="4844"/>
                </a:lnTo>
                <a:cubicBezTo>
                  <a:pt x="19757" y="4758"/>
                  <a:pt x="19696" y="4675"/>
                  <a:pt x="19637" y="4591"/>
                </a:cubicBezTo>
                <a:close/>
                <a:moveTo>
                  <a:pt x="20019" y="5172"/>
                </a:moveTo>
                <a:lnTo>
                  <a:pt x="5172" y="20019"/>
                </a:lnTo>
                <a:cubicBezTo>
                  <a:pt x="5261" y="20073"/>
                  <a:pt x="5351" y="20126"/>
                  <a:pt x="5441" y="20178"/>
                </a:cubicBezTo>
                <a:lnTo>
                  <a:pt x="20178" y="5441"/>
                </a:lnTo>
                <a:cubicBezTo>
                  <a:pt x="20126" y="5351"/>
                  <a:pt x="20073" y="5261"/>
                  <a:pt x="20019" y="5172"/>
                </a:cubicBezTo>
                <a:close/>
                <a:moveTo>
                  <a:pt x="20369" y="5782"/>
                </a:moveTo>
                <a:lnTo>
                  <a:pt x="5782" y="20369"/>
                </a:lnTo>
                <a:cubicBezTo>
                  <a:pt x="5877" y="20419"/>
                  <a:pt x="5974" y="20463"/>
                  <a:pt x="6071" y="20510"/>
                </a:cubicBezTo>
                <a:lnTo>
                  <a:pt x="20510" y="6071"/>
                </a:lnTo>
                <a:cubicBezTo>
                  <a:pt x="20463" y="5975"/>
                  <a:pt x="20419" y="5878"/>
                  <a:pt x="20369" y="5782"/>
                </a:cubicBezTo>
                <a:close/>
                <a:moveTo>
                  <a:pt x="20679" y="6434"/>
                </a:moveTo>
                <a:lnTo>
                  <a:pt x="6434" y="20679"/>
                </a:lnTo>
                <a:cubicBezTo>
                  <a:pt x="6534" y="20723"/>
                  <a:pt x="6633" y="20769"/>
                  <a:pt x="6734" y="20809"/>
                </a:cubicBezTo>
                <a:lnTo>
                  <a:pt x="20809" y="6735"/>
                </a:lnTo>
                <a:cubicBezTo>
                  <a:pt x="20769" y="6634"/>
                  <a:pt x="20723" y="6534"/>
                  <a:pt x="20679" y="6434"/>
                </a:cubicBezTo>
                <a:close/>
                <a:moveTo>
                  <a:pt x="20956" y="7121"/>
                </a:moveTo>
                <a:lnTo>
                  <a:pt x="7120" y="20956"/>
                </a:lnTo>
                <a:cubicBezTo>
                  <a:pt x="7226" y="20994"/>
                  <a:pt x="7333" y="21030"/>
                  <a:pt x="7439" y="21065"/>
                </a:cubicBezTo>
                <a:lnTo>
                  <a:pt x="21065" y="7439"/>
                </a:lnTo>
                <a:cubicBezTo>
                  <a:pt x="21030" y="7333"/>
                  <a:pt x="20994" y="7226"/>
                  <a:pt x="20956" y="7121"/>
                </a:cubicBezTo>
                <a:close/>
                <a:moveTo>
                  <a:pt x="21190" y="7848"/>
                </a:moveTo>
                <a:lnTo>
                  <a:pt x="7848" y="21190"/>
                </a:lnTo>
                <a:cubicBezTo>
                  <a:pt x="7960" y="21221"/>
                  <a:pt x="8073" y="21252"/>
                  <a:pt x="8186" y="21280"/>
                </a:cubicBezTo>
                <a:lnTo>
                  <a:pt x="21280" y="8186"/>
                </a:lnTo>
                <a:cubicBezTo>
                  <a:pt x="21252" y="8073"/>
                  <a:pt x="21221" y="7960"/>
                  <a:pt x="21190" y="7848"/>
                </a:cubicBezTo>
                <a:close/>
                <a:moveTo>
                  <a:pt x="21378" y="8623"/>
                </a:moveTo>
                <a:lnTo>
                  <a:pt x="8623" y="21378"/>
                </a:lnTo>
                <a:cubicBezTo>
                  <a:pt x="8743" y="21402"/>
                  <a:pt x="8863" y="21424"/>
                  <a:pt x="8984" y="21445"/>
                </a:cubicBezTo>
                <a:lnTo>
                  <a:pt x="21445" y="8984"/>
                </a:lnTo>
                <a:cubicBezTo>
                  <a:pt x="21424" y="8864"/>
                  <a:pt x="21402" y="8743"/>
                  <a:pt x="21378" y="8623"/>
                </a:cubicBezTo>
                <a:close/>
                <a:moveTo>
                  <a:pt x="21514" y="9448"/>
                </a:moveTo>
                <a:lnTo>
                  <a:pt x="9447" y="21514"/>
                </a:lnTo>
                <a:cubicBezTo>
                  <a:pt x="9576" y="21530"/>
                  <a:pt x="9704" y="21546"/>
                  <a:pt x="9833" y="21557"/>
                </a:cubicBezTo>
                <a:lnTo>
                  <a:pt x="21557" y="9834"/>
                </a:lnTo>
                <a:cubicBezTo>
                  <a:pt x="21546" y="9705"/>
                  <a:pt x="21530" y="9576"/>
                  <a:pt x="21514" y="9448"/>
                </a:cubicBezTo>
                <a:close/>
                <a:moveTo>
                  <a:pt x="21590" y="10333"/>
                </a:moveTo>
                <a:lnTo>
                  <a:pt x="10332" y="21590"/>
                </a:lnTo>
                <a:cubicBezTo>
                  <a:pt x="10473" y="21596"/>
                  <a:pt x="10613" y="21599"/>
                  <a:pt x="10753" y="21600"/>
                </a:cubicBezTo>
                <a:lnTo>
                  <a:pt x="21600" y="10754"/>
                </a:lnTo>
                <a:cubicBezTo>
                  <a:pt x="21599" y="10613"/>
                  <a:pt x="21596" y="10473"/>
                  <a:pt x="21590" y="10333"/>
                </a:cubicBezTo>
                <a:close/>
                <a:moveTo>
                  <a:pt x="21590" y="11296"/>
                </a:moveTo>
                <a:lnTo>
                  <a:pt x="11295" y="21590"/>
                </a:lnTo>
                <a:cubicBezTo>
                  <a:pt x="11449" y="21583"/>
                  <a:pt x="11603" y="21572"/>
                  <a:pt x="11757" y="21558"/>
                </a:cubicBezTo>
                <a:lnTo>
                  <a:pt x="21558" y="11757"/>
                </a:lnTo>
                <a:cubicBezTo>
                  <a:pt x="21572" y="11603"/>
                  <a:pt x="21583" y="11450"/>
                  <a:pt x="21590" y="11296"/>
                </a:cubicBezTo>
                <a:close/>
                <a:moveTo>
                  <a:pt x="21489" y="12358"/>
                </a:moveTo>
                <a:lnTo>
                  <a:pt x="12358" y="21489"/>
                </a:lnTo>
                <a:cubicBezTo>
                  <a:pt x="12531" y="21464"/>
                  <a:pt x="12703" y="21434"/>
                  <a:pt x="12876" y="21400"/>
                </a:cubicBezTo>
                <a:lnTo>
                  <a:pt x="21400" y="12876"/>
                </a:lnTo>
                <a:cubicBezTo>
                  <a:pt x="21434" y="12704"/>
                  <a:pt x="21464" y="12531"/>
                  <a:pt x="21489" y="12358"/>
                </a:cubicBezTo>
                <a:close/>
                <a:moveTo>
                  <a:pt x="21239" y="13569"/>
                </a:moveTo>
                <a:lnTo>
                  <a:pt x="13569" y="21239"/>
                </a:lnTo>
                <a:cubicBezTo>
                  <a:pt x="13774" y="21185"/>
                  <a:pt x="13978" y="21125"/>
                  <a:pt x="14181" y="21058"/>
                </a:cubicBezTo>
                <a:lnTo>
                  <a:pt x="21058" y="14181"/>
                </a:lnTo>
                <a:cubicBezTo>
                  <a:pt x="21125" y="13978"/>
                  <a:pt x="21185" y="13774"/>
                  <a:pt x="21239" y="13569"/>
                </a:cubicBezTo>
                <a:close/>
                <a:moveTo>
                  <a:pt x="20736" y="15035"/>
                </a:moveTo>
                <a:lnTo>
                  <a:pt x="15035" y="20736"/>
                </a:lnTo>
                <a:cubicBezTo>
                  <a:pt x="15310" y="20619"/>
                  <a:pt x="15581" y="20493"/>
                  <a:pt x="15848" y="20352"/>
                </a:cubicBezTo>
                <a:lnTo>
                  <a:pt x="20352" y="15848"/>
                </a:lnTo>
                <a:cubicBezTo>
                  <a:pt x="20493" y="15581"/>
                  <a:pt x="20619" y="15310"/>
                  <a:pt x="20736" y="15035"/>
                </a:cubicBezTo>
                <a:close/>
                <a:moveTo>
                  <a:pt x="19400" y="17332"/>
                </a:moveTo>
                <a:lnTo>
                  <a:pt x="17332" y="19400"/>
                </a:lnTo>
                <a:cubicBezTo>
                  <a:pt x="17716" y="19108"/>
                  <a:pt x="18087" y="18789"/>
                  <a:pt x="18438" y="18438"/>
                </a:cubicBezTo>
                <a:cubicBezTo>
                  <a:pt x="18788" y="18087"/>
                  <a:pt x="19107" y="17716"/>
                  <a:pt x="19400" y="17332"/>
                </a:cubicBezTo>
                <a:close/>
              </a:path>
            </a:pathLst>
          </a:custGeom>
          <a:solidFill>
            <a:schemeClr val="accent4"/>
          </a:solidFill>
          <a:ln w="12700">
            <a:miter lim="400000"/>
          </a:ln>
        </p:spPr>
        <p:txBody>
          <a:bodyPr lIns="0" tIns="0" rIns="0" bIns="0" anchor="ctr"/>
          <a:lstStyle/>
          <a:p>
            <a:pPr marL="0" marR="0" lvl="0" indent="0" algn="ctr" defTabSz="8255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 kumimoji="0" sz="32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Helvetica Neue Medium"/>
              <a:sym typeface="Helvetica Neue Medium"/>
            </a:endParaRPr>
          </a:p>
        </p:txBody>
      </p:sp>
      <p:sp>
        <p:nvSpPr>
          <p:cNvPr id="218" name="Shape">
            <a:extLst>
              <a:ext uri="{FF2B5EF4-FFF2-40B4-BE49-F238E27FC236}">
                <a16:creationId xmlns:a16="http://schemas.microsoft.com/office/drawing/2014/main" id="{2D62C106-5702-6BFD-0680-AC4993A7EB8F}"/>
              </a:ext>
            </a:extLst>
          </p:cNvPr>
          <p:cNvSpPr/>
          <p:nvPr/>
        </p:nvSpPr>
        <p:spPr>
          <a:xfrm>
            <a:off x="1688166" y="791392"/>
            <a:ext cx="7163901" cy="716420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800" y="0"/>
                </a:moveTo>
                <a:cubicBezTo>
                  <a:pt x="10787" y="0"/>
                  <a:pt x="10773" y="1"/>
                  <a:pt x="10759" y="1"/>
                </a:cubicBezTo>
                <a:lnTo>
                  <a:pt x="1" y="10760"/>
                </a:lnTo>
                <a:cubicBezTo>
                  <a:pt x="0" y="10900"/>
                  <a:pt x="3" y="11040"/>
                  <a:pt x="8" y="11181"/>
                </a:cubicBezTo>
                <a:lnTo>
                  <a:pt x="11180" y="9"/>
                </a:lnTo>
                <a:cubicBezTo>
                  <a:pt x="11054" y="4"/>
                  <a:pt x="10927" y="0"/>
                  <a:pt x="10800" y="0"/>
                </a:cubicBezTo>
                <a:close/>
                <a:moveTo>
                  <a:pt x="10211" y="17"/>
                </a:moveTo>
                <a:cubicBezTo>
                  <a:pt x="10057" y="25"/>
                  <a:pt x="9903" y="36"/>
                  <a:pt x="9748" y="51"/>
                </a:cubicBezTo>
                <a:lnTo>
                  <a:pt x="50" y="9749"/>
                </a:lnTo>
                <a:cubicBezTo>
                  <a:pt x="35" y="9903"/>
                  <a:pt x="25" y="10057"/>
                  <a:pt x="16" y="10212"/>
                </a:cubicBezTo>
                <a:lnTo>
                  <a:pt x="10211" y="17"/>
                </a:lnTo>
                <a:close/>
                <a:moveTo>
                  <a:pt x="11683" y="38"/>
                </a:moveTo>
                <a:lnTo>
                  <a:pt x="38" y="11684"/>
                </a:lnTo>
                <a:cubicBezTo>
                  <a:pt x="48" y="11814"/>
                  <a:pt x="62" y="11944"/>
                  <a:pt x="78" y="12075"/>
                </a:cubicBezTo>
                <a:lnTo>
                  <a:pt x="12074" y="78"/>
                </a:lnTo>
                <a:cubicBezTo>
                  <a:pt x="11944" y="63"/>
                  <a:pt x="11814" y="49"/>
                  <a:pt x="11683" y="38"/>
                </a:cubicBezTo>
                <a:close/>
                <a:moveTo>
                  <a:pt x="9136" y="131"/>
                </a:moveTo>
                <a:cubicBezTo>
                  <a:pt x="8960" y="158"/>
                  <a:pt x="8786" y="190"/>
                  <a:pt x="8611" y="226"/>
                </a:cubicBezTo>
                <a:lnTo>
                  <a:pt x="226" y="8611"/>
                </a:lnTo>
                <a:cubicBezTo>
                  <a:pt x="190" y="8786"/>
                  <a:pt x="157" y="8961"/>
                  <a:pt x="130" y="9137"/>
                </a:cubicBezTo>
                <a:lnTo>
                  <a:pt x="9136" y="131"/>
                </a:lnTo>
                <a:close/>
                <a:moveTo>
                  <a:pt x="12541" y="143"/>
                </a:moveTo>
                <a:lnTo>
                  <a:pt x="143" y="12541"/>
                </a:lnTo>
                <a:cubicBezTo>
                  <a:pt x="163" y="12663"/>
                  <a:pt x="183" y="12785"/>
                  <a:pt x="207" y="12906"/>
                </a:cubicBezTo>
                <a:lnTo>
                  <a:pt x="12906" y="208"/>
                </a:lnTo>
                <a:cubicBezTo>
                  <a:pt x="12785" y="184"/>
                  <a:pt x="12663" y="163"/>
                  <a:pt x="12541" y="143"/>
                </a:cubicBezTo>
                <a:close/>
                <a:moveTo>
                  <a:pt x="13343" y="303"/>
                </a:moveTo>
                <a:lnTo>
                  <a:pt x="303" y="13343"/>
                </a:lnTo>
                <a:cubicBezTo>
                  <a:pt x="330" y="13456"/>
                  <a:pt x="361" y="13569"/>
                  <a:pt x="392" y="13682"/>
                </a:cubicBezTo>
                <a:lnTo>
                  <a:pt x="13682" y="393"/>
                </a:lnTo>
                <a:cubicBezTo>
                  <a:pt x="13569" y="362"/>
                  <a:pt x="13456" y="331"/>
                  <a:pt x="13343" y="303"/>
                </a:cubicBezTo>
                <a:close/>
                <a:moveTo>
                  <a:pt x="7909" y="395"/>
                </a:moveTo>
                <a:cubicBezTo>
                  <a:pt x="7701" y="452"/>
                  <a:pt x="7495" y="515"/>
                  <a:pt x="7290" y="585"/>
                </a:cubicBezTo>
                <a:lnTo>
                  <a:pt x="584" y="7290"/>
                </a:lnTo>
                <a:cubicBezTo>
                  <a:pt x="514" y="7495"/>
                  <a:pt x="452" y="7702"/>
                  <a:pt x="394" y="7909"/>
                </a:cubicBezTo>
                <a:lnTo>
                  <a:pt x="7909" y="395"/>
                </a:lnTo>
                <a:close/>
                <a:moveTo>
                  <a:pt x="14094" y="515"/>
                </a:moveTo>
                <a:lnTo>
                  <a:pt x="514" y="14094"/>
                </a:lnTo>
                <a:cubicBezTo>
                  <a:pt x="549" y="14202"/>
                  <a:pt x="583" y="14310"/>
                  <a:pt x="620" y="14417"/>
                </a:cubicBezTo>
                <a:lnTo>
                  <a:pt x="14417" y="621"/>
                </a:lnTo>
                <a:cubicBezTo>
                  <a:pt x="14310" y="583"/>
                  <a:pt x="14202" y="549"/>
                  <a:pt x="14094" y="515"/>
                </a:cubicBezTo>
                <a:close/>
                <a:moveTo>
                  <a:pt x="14804" y="767"/>
                </a:moveTo>
                <a:lnTo>
                  <a:pt x="767" y="14804"/>
                </a:lnTo>
                <a:cubicBezTo>
                  <a:pt x="807" y="14905"/>
                  <a:pt x="851" y="15004"/>
                  <a:pt x="894" y="15104"/>
                </a:cubicBezTo>
                <a:lnTo>
                  <a:pt x="15104" y="895"/>
                </a:lnTo>
                <a:cubicBezTo>
                  <a:pt x="15004" y="852"/>
                  <a:pt x="14905" y="807"/>
                  <a:pt x="14804" y="767"/>
                </a:cubicBezTo>
                <a:close/>
                <a:moveTo>
                  <a:pt x="6411" y="932"/>
                </a:moveTo>
                <a:cubicBezTo>
                  <a:pt x="6118" y="1062"/>
                  <a:pt x="5831" y="1206"/>
                  <a:pt x="5549" y="1363"/>
                </a:cubicBezTo>
                <a:lnTo>
                  <a:pt x="1362" y="5549"/>
                </a:lnTo>
                <a:cubicBezTo>
                  <a:pt x="1205" y="5832"/>
                  <a:pt x="1061" y="6119"/>
                  <a:pt x="931" y="6411"/>
                </a:cubicBezTo>
                <a:lnTo>
                  <a:pt x="6411" y="932"/>
                </a:lnTo>
                <a:close/>
                <a:moveTo>
                  <a:pt x="15470" y="1061"/>
                </a:moveTo>
                <a:lnTo>
                  <a:pt x="1060" y="15471"/>
                </a:lnTo>
                <a:cubicBezTo>
                  <a:pt x="1106" y="15567"/>
                  <a:pt x="1153" y="15664"/>
                  <a:pt x="1202" y="15759"/>
                </a:cubicBezTo>
                <a:lnTo>
                  <a:pt x="15759" y="1203"/>
                </a:lnTo>
                <a:cubicBezTo>
                  <a:pt x="15663" y="1153"/>
                  <a:pt x="15567" y="1107"/>
                  <a:pt x="15470" y="1061"/>
                </a:cubicBezTo>
                <a:close/>
                <a:moveTo>
                  <a:pt x="16103" y="1391"/>
                </a:moveTo>
                <a:lnTo>
                  <a:pt x="1391" y="16103"/>
                </a:lnTo>
                <a:cubicBezTo>
                  <a:pt x="1442" y="16194"/>
                  <a:pt x="1494" y="16285"/>
                  <a:pt x="1548" y="16375"/>
                </a:cubicBezTo>
                <a:lnTo>
                  <a:pt x="16375" y="1549"/>
                </a:lnTo>
                <a:cubicBezTo>
                  <a:pt x="16285" y="1495"/>
                  <a:pt x="16194" y="1442"/>
                  <a:pt x="16103" y="1391"/>
                </a:cubicBezTo>
                <a:close/>
                <a:moveTo>
                  <a:pt x="16703" y="1754"/>
                </a:moveTo>
                <a:lnTo>
                  <a:pt x="1753" y="16703"/>
                </a:lnTo>
                <a:cubicBezTo>
                  <a:pt x="1809" y="16788"/>
                  <a:pt x="1869" y="16872"/>
                  <a:pt x="1928" y="16956"/>
                </a:cubicBezTo>
                <a:lnTo>
                  <a:pt x="16956" y="1928"/>
                </a:lnTo>
                <a:cubicBezTo>
                  <a:pt x="16872" y="1869"/>
                  <a:pt x="16788" y="1810"/>
                  <a:pt x="16703" y="1754"/>
                </a:cubicBezTo>
                <a:close/>
                <a:moveTo>
                  <a:pt x="17267" y="2151"/>
                </a:moveTo>
                <a:lnTo>
                  <a:pt x="2151" y="17267"/>
                </a:lnTo>
                <a:cubicBezTo>
                  <a:pt x="2212" y="17349"/>
                  <a:pt x="2274" y="17430"/>
                  <a:pt x="2338" y="17510"/>
                </a:cubicBezTo>
                <a:lnTo>
                  <a:pt x="17510" y="2338"/>
                </a:lnTo>
                <a:cubicBezTo>
                  <a:pt x="17430" y="2275"/>
                  <a:pt x="17349" y="2212"/>
                  <a:pt x="17267" y="2151"/>
                </a:cubicBezTo>
                <a:close/>
                <a:moveTo>
                  <a:pt x="3805" y="2574"/>
                </a:moveTo>
                <a:cubicBezTo>
                  <a:pt x="3586" y="2761"/>
                  <a:pt x="3370" y="2956"/>
                  <a:pt x="3163" y="3163"/>
                </a:cubicBezTo>
                <a:cubicBezTo>
                  <a:pt x="2955" y="3371"/>
                  <a:pt x="2761" y="3586"/>
                  <a:pt x="2574" y="3806"/>
                </a:cubicBezTo>
                <a:lnTo>
                  <a:pt x="3805" y="2574"/>
                </a:lnTo>
                <a:close/>
                <a:moveTo>
                  <a:pt x="17801" y="2579"/>
                </a:moveTo>
                <a:lnTo>
                  <a:pt x="2579" y="17801"/>
                </a:lnTo>
                <a:cubicBezTo>
                  <a:pt x="2645" y="17878"/>
                  <a:pt x="2709" y="17957"/>
                  <a:pt x="2777" y="18032"/>
                </a:cubicBezTo>
                <a:lnTo>
                  <a:pt x="18032" y="2777"/>
                </a:lnTo>
                <a:cubicBezTo>
                  <a:pt x="17957" y="2709"/>
                  <a:pt x="17878" y="2645"/>
                  <a:pt x="17801" y="2579"/>
                </a:cubicBezTo>
                <a:close/>
                <a:moveTo>
                  <a:pt x="18304" y="3036"/>
                </a:moveTo>
                <a:lnTo>
                  <a:pt x="3036" y="18304"/>
                </a:lnTo>
                <a:cubicBezTo>
                  <a:pt x="3079" y="18349"/>
                  <a:pt x="3119" y="18394"/>
                  <a:pt x="3163" y="18438"/>
                </a:cubicBezTo>
                <a:cubicBezTo>
                  <a:pt x="3191" y="18466"/>
                  <a:pt x="3222" y="18492"/>
                  <a:pt x="3250" y="18521"/>
                </a:cubicBezTo>
                <a:lnTo>
                  <a:pt x="18521" y="3251"/>
                </a:lnTo>
                <a:cubicBezTo>
                  <a:pt x="18492" y="3222"/>
                  <a:pt x="18466" y="3192"/>
                  <a:pt x="18438" y="3163"/>
                </a:cubicBezTo>
                <a:cubicBezTo>
                  <a:pt x="18394" y="3119"/>
                  <a:pt x="18348" y="3079"/>
                  <a:pt x="18304" y="3036"/>
                </a:cubicBezTo>
                <a:close/>
                <a:moveTo>
                  <a:pt x="18781" y="3523"/>
                </a:moveTo>
                <a:lnTo>
                  <a:pt x="3522" y="18781"/>
                </a:lnTo>
                <a:cubicBezTo>
                  <a:pt x="3598" y="18850"/>
                  <a:pt x="3676" y="18915"/>
                  <a:pt x="3753" y="18982"/>
                </a:cubicBezTo>
                <a:lnTo>
                  <a:pt x="18982" y="3753"/>
                </a:lnTo>
                <a:cubicBezTo>
                  <a:pt x="18915" y="3676"/>
                  <a:pt x="18850" y="3598"/>
                  <a:pt x="18781" y="3523"/>
                </a:cubicBezTo>
                <a:close/>
                <a:moveTo>
                  <a:pt x="19224" y="4041"/>
                </a:moveTo>
                <a:lnTo>
                  <a:pt x="4041" y="19224"/>
                </a:lnTo>
                <a:cubicBezTo>
                  <a:pt x="4121" y="19289"/>
                  <a:pt x="4202" y="19350"/>
                  <a:pt x="4283" y="19412"/>
                </a:cubicBezTo>
                <a:lnTo>
                  <a:pt x="19412" y="4283"/>
                </a:lnTo>
                <a:cubicBezTo>
                  <a:pt x="19350" y="4202"/>
                  <a:pt x="19289" y="4121"/>
                  <a:pt x="19224" y="4041"/>
                </a:cubicBezTo>
                <a:close/>
                <a:moveTo>
                  <a:pt x="19637" y="4591"/>
                </a:moveTo>
                <a:lnTo>
                  <a:pt x="4591" y="19637"/>
                </a:lnTo>
                <a:cubicBezTo>
                  <a:pt x="4675" y="19696"/>
                  <a:pt x="4758" y="19757"/>
                  <a:pt x="4843" y="19813"/>
                </a:cubicBezTo>
                <a:lnTo>
                  <a:pt x="19813" y="4844"/>
                </a:lnTo>
                <a:cubicBezTo>
                  <a:pt x="19757" y="4758"/>
                  <a:pt x="19696" y="4675"/>
                  <a:pt x="19637" y="4591"/>
                </a:cubicBezTo>
                <a:close/>
                <a:moveTo>
                  <a:pt x="20019" y="5172"/>
                </a:moveTo>
                <a:lnTo>
                  <a:pt x="5172" y="20019"/>
                </a:lnTo>
                <a:cubicBezTo>
                  <a:pt x="5261" y="20073"/>
                  <a:pt x="5351" y="20126"/>
                  <a:pt x="5441" y="20178"/>
                </a:cubicBezTo>
                <a:lnTo>
                  <a:pt x="20178" y="5441"/>
                </a:lnTo>
                <a:cubicBezTo>
                  <a:pt x="20126" y="5351"/>
                  <a:pt x="20073" y="5261"/>
                  <a:pt x="20019" y="5172"/>
                </a:cubicBezTo>
                <a:close/>
                <a:moveTo>
                  <a:pt x="20369" y="5782"/>
                </a:moveTo>
                <a:lnTo>
                  <a:pt x="5782" y="20369"/>
                </a:lnTo>
                <a:cubicBezTo>
                  <a:pt x="5877" y="20419"/>
                  <a:pt x="5974" y="20463"/>
                  <a:pt x="6071" y="20510"/>
                </a:cubicBezTo>
                <a:lnTo>
                  <a:pt x="20510" y="6071"/>
                </a:lnTo>
                <a:cubicBezTo>
                  <a:pt x="20463" y="5975"/>
                  <a:pt x="20419" y="5878"/>
                  <a:pt x="20369" y="5782"/>
                </a:cubicBezTo>
                <a:close/>
                <a:moveTo>
                  <a:pt x="20679" y="6434"/>
                </a:moveTo>
                <a:lnTo>
                  <a:pt x="6434" y="20679"/>
                </a:lnTo>
                <a:cubicBezTo>
                  <a:pt x="6534" y="20723"/>
                  <a:pt x="6633" y="20769"/>
                  <a:pt x="6734" y="20809"/>
                </a:cubicBezTo>
                <a:lnTo>
                  <a:pt x="20809" y="6735"/>
                </a:lnTo>
                <a:cubicBezTo>
                  <a:pt x="20769" y="6634"/>
                  <a:pt x="20723" y="6534"/>
                  <a:pt x="20679" y="6434"/>
                </a:cubicBezTo>
                <a:close/>
                <a:moveTo>
                  <a:pt x="20956" y="7121"/>
                </a:moveTo>
                <a:lnTo>
                  <a:pt x="7120" y="20956"/>
                </a:lnTo>
                <a:cubicBezTo>
                  <a:pt x="7226" y="20994"/>
                  <a:pt x="7333" y="21030"/>
                  <a:pt x="7439" y="21065"/>
                </a:cubicBezTo>
                <a:lnTo>
                  <a:pt x="21065" y="7439"/>
                </a:lnTo>
                <a:cubicBezTo>
                  <a:pt x="21030" y="7333"/>
                  <a:pt x="20994" y="7226"/>
                  <a:pt x="20956" y="7121"/>
                </a:cubicBezTo>
                <a:close/>
                <a:moveTo>
                  <a:pt x="21190" y="7848"/>
                </a:moveTo>
                <a:lnTo>
                  <a:pt x="7848" y="21190"/>
                </a:lnTo>
                <a:cubicBezTo>
                  <a:pt x="7960" y="21221"/>
                  <a:pt x="8073" y="21252"/>
                  <a:pt x="8186" y="21280"/>
                </a:cubicBezTo>
                <a:lnTo>
                  <a:pt x="21280" y="8186"/>
                </a:lnTo>
                <a:cubicBezTo>
                  <a:pt x="21252" y="8073"/>
                  <a:pt x="21221" y="7960"/>
                  <a:pt x="21190" y="7848"/>
                </a:cubicBezTo>
                <a:close/>
                <a:moveTo>
                  <a:pt x="21378" y="8623"/>
                </a:moveTo>
                <a:lnTo>
                  <a:pt x="8623" y="21378"/>
                </a:lnTo>
                <a:cubicBezTo>
                  <a:pt x="8743" y="21402"/>
                  <a:pt x="8863" y="21424"/>
                  <a:pt x="8984" y="21445"/>
                </a:cubicBezTo>
                <a:lnTo>
                  <a:pt x="21445" y="8984"/>
                </a:lnTo>
                <a:cubicBezTo>
                  <a:pt x="21424" y="8864"/>
                  <a:pt x="21402" y="8743"/>
                  <a:pt x="21378" y="8623"/>
                </a:cubicBezTo>
                <a:close/>
                <a:moveTo>
                  <a:pt x="21514" y="9448"/>
                </a:moveTo>
                <a:lnTo>
                  <a:pt x="9447" y="21514"/>
                </a:lnTo>
                <a:cubicBezTo>
                  <a:pt x="9576" y="21530"/>
                  <a:pt x="9704" y="21546"/>
                  <a:pt x="9833" y="21557"/>
                </a:cubicBezTo>
                <a:lnTo>
                  <a:pt x="21557" y="9834"/>
                </a:lnTo>
                <a:cubicBezTo>
                  <a:pt x="21546" y="9705"/>
                  <a:pt x="21530" y="9576"/>
                  <a:pt x="21514" y="9448"/>
                </a:cubicBezTo>
                <a:close/>
                <a:moveTo>
                  <a:pt x="21590" y="10333"/>
                </a:moveTo>
                <a:lnTo>
                  <a:pt x="10332" y="21590"/>
                </a:lnTo>
                <a:cubicBezTo>
                  <a:pt x="10473" y="21596"/>
                  <a:pt x="10613" y="21599"/>
                  <a:pt x="10753" y="21600"/>
                </a:cubicBezTo>
                <a:lnTo>
                  <a:pt x="21600" y="10754"/>
                </a:lnTo>
                <a:cubicBezTo>
                  <a:pt x="21599" y="10613"/>
                  <a:pt x="21596" y="10473"/>
                  <a:pt x="21590" y="10333"/>
                </a:cubicBezTo>
                <a:close/>
                <a:moveTo>
                  <a:pt x="21590" y="11296"/>
                </a:moveTo>
                <a:lnTo>
                  <a:pt x="11295" y="21590"/>
                </a:lnTo>
                <a:cubicBezTo>
                  <a:pt x="11449" y="21583"/>
                  <a:pt x="11603" y="21572"/>
                  <a:pt x="11757" y="21558"/>
                </a:cubicBezTo>
                <a:lnTo>
                  <a:pt x="21558" y="11757"/>
                </a:lnTo>
                <a:cubicBezTo>
                  <a:pt x="21572" y="11603"/>
                  <a:pt x="21583" y="11450"/>
                  <a:pt x="21590" y="11296"/>
                </a:cubicBezTo>
                <a:close/>
                <a:moveTo>
                  <a:pt x="21489" y="12358"/>
                </a:moveTo>
                <a:lnTo>
                  <a:pt x="12358" y="21489"/>
                </a:lnTo>
                <a:cubicBezTo>
                  <a:pt x="12531" y="21464"/>
                  <a:pt x="12703" y="21434"/>
                  <a:pt x="12876" y="21400"/>
                </a:cubicBezTo>
                <a:lnTo>
                  <a:pt x="21400" y="12876"/>
                </a:lnTo>
                <a:cubicBezTo>
                  <a:pt x="21434" y="12704"/>
                  <a:pt x="21464" y="12531"/>
                  <a:pt x="21489" y="12358"/>
                </a:cubicBezTo>
                <a:close/>
                <a:moveTo>
                  <a:pt x="21239" y="13569"/>
                </a:moveTo>
                <a:lnTo>
                  <a:pt x="13569" y="21239"/>
                </a:lnTo>
                <a:cubicBezTo>
                  <a:pt x="13774" y="21185"/>
                  <a:pt x="13978" y="21125"/>
                  <a:pt x="14181" y="21058"/>
                </a:cubicBezTo>
                <a:lnTo>
                  <a:pt x="21058" y="14181"/>
                </a:lnTo>
                <a:cubicBezTo>
                  <a:pt x="21125" y="13978"/>
                  <a:pt x="21185" y="13774"/>
                  <a:pt x="21239" y="13569"/>
                </a:cubicBezTo>
                <a:close/>
                <a:moveTo>
                  <a:pt x="20736" y="15035"/>
                </a:moveTo>
                <a:lnTo>
                  <a:pt x="15035" y="20736"/>
                </a:lnTo>
                <a:cubicBezTo>
                  <a:pt x="15310" y="20619"/>
                  <a:pt x="15581" y="20493"/>
                  <a:pt x="15848" y="20352"/>
                </a:cubicBezTo>
                <a:lnTo>
                  <a:pt x="20352" y="15848"/>
                </a:lnTo>
                <a:cubicBezTo>
                  <a:pt x="20493" y="15581"/>
                  <a:pt x="20619" y="15310"/>
                  <a:pt x="20736" y="15035"/>
                </a:cubicBezTo>
                <a:close/>
                <a:moveTo>
                  <a:pt x="19400" y="17332"/>
                </a:moveTo>
                <a:lnTo>
                  <a:pt x="17332" y="19400"/>
                </a:lnTo>
                <a:cubicBezTo>
                  <a:pt x="17716" y="19108"/>
                  <a:pt x="18087" y="18789"/>
                  <a:pt x="18438" y="18438"/>
                </a:cubicBezTo>
                <a:cubicBezTo>
                  <a:pt x="18788" y="18087"/>
                  <a:pt x="19107" y="17716"/>
                  <a:pt x="19400" y="17332"/>
                </a:cubicBezTo>
                <a:close/>
              </a:path>
            </a:pathLst>
          </a:custGeom>
          <a:solidFill>
            <a:schemeClr val="accent4"/>
          </a:solidFill>
          <a:ln w="12700">
            <a:miter lim="400000"/>
          </a:ln>
        </p:spPr>
        <p:txBody>
          <a:bodyPr lIns="0" tIns="0" rIns="0" bIns="0" anchor="ctr"/>
          <a:lstStyle/>
          <a:p>
            <a:pPr marL="0" marR="0" lvl="0" indent="0" algn="ctr" defTabSz="8255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 kumimoji="0" sz="32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Helvetica Neue Medium"/>
              <a:sym typeface="Helvetica Neue Medium"/>
            </a:endParaRPr>
          </a:p>
        </p:txBody>
      </p:sp>
      <p:sp>
        <p:nvSpPr>
          <p:cNvPr id="219" name="Shape">
            <a:extLst>
              <a:ext uri="{FF2B5EF4-FFF2-40B4-BE49-F238E27FC236}">
                <a16:creationId xmlns:a16="http://schemas.microsoft.com/office/drawing/2014/main" id="{C86435B0-5A55-4424-70A2-88CFC9B15AF5}"/>
              </a:ext>
            </a:extLst>
          </p:cNvPr>
          <p:cNvSpPr/>
          <p:nvPr/>
        </p:nvSpPr>
        <p:spPr>
          <a:xfrm>
            <a:off x="11727838" y="12253507"/>
            <a:ext cx="4276957" cy="427713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800" y="0"/>
                </a:moveTo>
                <a:cubicBezTo>
                  <a:pt x="10787" y="0"/>
                  <a:pt x="10773" y="1"/>
                  <a:pt x="10759" y="1"/>
                </a:cubicBezTo>
                <a:lnTo>
                  <a:pt x="1" y="10760"/>
                </a:lnTo>
                <a:cubicBezTo>
                  <a:pt x="0" y="10900"/>
                  <a:pt x="3" y="11040"/>
                  <a:pt x="8" y="11181"/>
                </a:cubicBezTo>
                <a:lnTo>
                  <a:pt x="11180" y="9"/>
                </a:lnTo>
                <a:cubicBezTo>
                  <a:pt x="11054" y="4"/>
                  <a:pt x="10927" y="0"/>
                  <a:pt x="10800" y="0"/>
                </a:cubicBezTo>
                <a:close/>
                <a:moveTo>
                  <a:pt x="10211" y="17"/>
                </a:moveTo>
                <a:cubicBezTo>
                  <a:pt x="10057" y="25"/>
                  <a:pt x="9903" y="36"/>
                  <a:pt x="9748" y="51"/>
                </a:cubicBezTo>
                <a:lnTo>
                  <a:pt x="50" y="9749"/>
                </a:lnTo>
                <a:cubicBezTo>
                  <a:pt x="35" y="9903"/>
                  <a:pt x="25" y="10057"/>
                  <a:pt x="16" y="10212"/>
                </a:cubicBezTo>
                <a:lnTo>
                  <a:pt x="10211" y="17"/>
                </a:lnTo>
                <a:close/>
                <a:moveTo>
                  <a:pt x="11683" y="38"/>
                </a:moveTo>
                <a:lnTo>
                  <a:pt x="38" y="11684"/>
                </a:lnTo>
                <a:cubicBezTo>
                  <a:pt x="48" y="11814"/>
                  <a:pt x="62" y="11944"/>
                  <a:pt x="78" y="12075"/>
                </a:cubicBezTo>
                <a:lnTo>
                  <a:pt x="12074" y="78"/>
                </a:lnTo>
                <a:cubicBezTo>
                  <a:pt x="11944" y="63"/>
                  <a:pt x="11814" y="49"/>
                  <a:pt x="11683" y="38"/>
                </a:cubicBezTo>
                <a:close/>
                <a:moveTo>
                  <a:pt x="9136" y="131"/>
                </a:moveTo>
                <a:cubicBezTo>
                  <a:pt x="8960" y="158"/>
                  <a:pt x="8786" y="190"/>
                  <a:pt x="8611" y="226"/>
                </a:cubicBezTo>
                <a:lnTo>
                  <a:pt x="226" y="8611"/>
                </a:lnTo>
                <a:cubicBezTo>
                  <a:pt x="190" y="8786"/>
                  <a:pt x="157" y="8961"/>
                  <a:pt x="130" y="9137"/>
                </a:cubicBezTo>
                <a:lnTo>
                  <a:pt x="9136" y="131"/>
                </a:lnTo>
                <a:close/>
                <a:moveTo>
                  <a:pt x="12541" y="143"/>
                </a:moveTo>
                <a:lnTo>
                  <a:pt x="143" y="12541"/>
                </a:lnTo>
                <a:cubicBezTo>
                  <a:pt x="163" y="12663"/>
                  <a:pt x="183" y="12785"/>
                  <a:pt x="207" y="12906"/>
                </a:cubicBezTo>
                <a:lnTo>
                  <a:pt x="12906" y="208"/>
                </a:lnTo>
                <a:cubicBezTo>
                  <a:pt x="12785" y="184"/>
                  <a:pt x="12663" y="163"/>
                  <a:pt x="12541" y="143"/>
                </a:cubicBezTo>
                <a:close/>
                <a:moveTo>
                  <a:pt x="13343" y="303"/>
                </a:moveTo>
                <a:lnTo>
                  <a:pt x="303" y="13343"/>
                </a:lnTo>
                <a:cubicBezTo>
                  <a:pt x="330" y="13456"/>
                  <a:pt x="361" y="13569"/>
                  <a:pt x="392" y="13682"/>
                </a:cubicBezTo>
                <a:lnTo>
                  <a:pt x="13682" y="393"/>
                </a:lnTo>
                <a:cubicBezTo>
                  <a:pt x="13569" y="362"/>
                  <a:pt x="13456" y="331"/>
                  <a:pt x="13343" y="303"/>
                </a:cubicBezTo>
                <a:close/>
                <a:moveTo>
                  <a:pt x="7909" y="395"/>
                </a:moveTo>
                <a:cubicBezTo>
                  <a:pt x="7701" y="452"/>
                  <a:pt x="7495" y="515"/>
                  <a:pt x="7290" y="585"/>
                </a:cubicBezTo>
                <a:lnTo>
                  <a:pt x="584" y="7290"/>
                </a:lnTo>
                <a:cubicBezTo>
                  <a:pt x="514" y="7495"/>
                  <a:pt x="452" y="7702"/>
                  <a:pt x="394" y="7909"/>
                </a:cubicBezTo>
                <a:lnTo>
                  <a:pt x="7909" y="395"/>
                </a:lnTo>
                <a:close/>
                <a:moveTo>
                  <a:pt x="14094" y="515"/>
                </a:moveTo>
                <a:lnTo>
                  <a:pt x="514" y="14094"/>
                </a:lnTo>
                <a:cubicBezTo>
                  <a:pt x="549" y="14202"/>
                  <a:pt x="583" y="14310"/>
                  <a:pt x="620" y="14417"/>
                </a:cubicBezTo>
                <a:lnTo>
                  <a:pt x="14417" y="621"/>
                </a:lnTo>
                <a:cubicBezTo>
                  <a:pt x="14310" y="583"/>
                  <a:pt x="14202" y="549"/>
                  <a:pt x="14094" y="515"/>
                </a:cubicBezTo>
                <a:close/>
                <a:moveTo>
                  <a:pt x="14804" y="767"/>
                </a:moveTo>
                <a:lnTo>
                  <a:pt x="767" y="14804"/>
                </a:lnTo>
                <a:cubicBezTo>
                  <a:pt x="807" y="14905"/>
                  <a:pt x="851" y="15004"/>
                  <a:pt x="894" y="15104"/>
                </a:cubicBezTo>
                <a:lnTo>
                  <a:pt x="15104" y="895"/>
                </a:lnTo>
                <a:cubicBezTo>
                  <a:pt x="15004" y="852"/>
                  <a:pt x="14905" y="807"/>
                  <a:pt x="14804" y="767"/>
                </a:cubicBezTo>
                <a:close/>
                <a:moveTo>
                  <a:pt x="6411" y="932"/>
                </a:moveTo>
                <a:cubicBezTo>
                  <a:pt x="6118" y="1062"/>
                  <a:pt x="5831" y="1206"/>
                  <a:pt x="5549" y="1363"/>
                </a:cubicBezTo>
                <a:lnTo>
                  <a:pt x="1362" y="5549"/>
                </a:lnTo>
                <a:cubicBezTo>
                  <a:pt x="1205" y="5832"/>
                  <a:pt x="1061" y="6119"/>
                  <a:pt x="931" y="6411"/>
                </a:cubicBezTo>
                <a:lnTo>
                  <a:pt x="6411" y="932"/>
                </a:lnTo>
                <a:close/>
                <a:moveTo>
                  <a:pt x="15470" y="1061"/>
                </a:moveTo>
                <a:lnTo>
                  <a:pt x="1060" y="15471"/>
                </a:lnTo>
                <a:cubicBezTo>
                  <a:pt x="1106" y="15567"/>
                  <a:pt x="1153" y="15664"/>
                  <a:pt x="1202" y="15759"/>
                </a:cubicBezTo>
                <a:lnTo>
                  <a:pt x="15759" y="1203"/>
                </a:lnTo>
                <a:cubicBezTo>
                  <a:pt x="15663" y="1153"/>
                  <a:pt x="15567" y="1107"/>
                  <a:pt x="15470" y="1061"/>
                </a:cubicBezTo>
                <a:close/>
                <a:moveTo>
                  <a:pt x="16103" y="1391"/>
                </a:moveTo>
                <a:lnTo>
                  <a:pt x="1391" y="16103"/>
                </a:lnTo>
                <a:cubicBezTo>
                  <a:pt x="1442" y="16194"/>
                  <a:pt x="1494" y="16285"/>
                  <a:pt x="1549" y="16375"/>
                </a:cubicBezTo>
                <a:lnTo>
                  <a:pt x="16375" y="1549"/>
                </a:lnTo>
                <a:cubicBezTo>
                  <a:pt x="16285" y="1495"/>
                  <a:pt x="16194" y="1442"/>
                  <a:pt x="16103" y="1391"/>
                </a:cubicBezTo>
                <a:close/>
                <a:moveTo>
                  <a:pt x="16703" y="1754"/>
                </a:moveTo>
                <a:lnTo>
                  <a:pt x="1753" y="16703"/>
                </a:lnTo>
                <a:cubicBezTo>
                  <a:pt x="1809" y="16788"/>
                  <a:pt x="1869" y="16872"/>
                  <a:pt x="1928" y="16956"/>
                </a:cubicBezTo>
                <a:lnTo>
                  <a:pt x="16956" y="1928"/>
                </a:lnTo>
                <a:cubicBezTo>
                  <a:pt x="16872" y="1869"/>
                  <a:pt x="16788" y="1810"/>
                  <a:pt x="16703" y="1754"/>
                </a:cubicBezTo>
                <a:close/>
                <a:moveTo>
                  <a:pt x="17267" y="2151"/>
                </a:moveTo>
                <a:lnTo>
                  <a:pt x="2151" y="17267"/>
                </a:lnTo>
                <a:cubicBezTo>
                  <a:pt x="2212" y="17349"/>
                  <a:pt x="2274" y="17430"/>
                  <a:pt x="2338" y="17510"/>
                </a:cubicBezTo>
                <a:lnTo>
                  <a:pt x="17510" y="2338"/>
                </a:lnTo>
                <a:cubicBezTo>
                  <a:pt x="17430" y="2275"/>
                  <a:pt x="17349" y="2212"/>
                  <a:pt x="17267" y="2151"/>
                </a:cubicBezTo>
                <a:close/>
                <a:moveTo>
                  <a:pt x="3805" y="2574"/>
                </a:moveTo>
                <a:cubicBezTo>
                  <a:pt x="3586" y="2761"/>
                  <a:pt x="3370" y="2956"/>
                  <a:pt x="3163" y="3163"/>
                </a:cubicBezTo>
                <a:cubicBezTo>
                  <a:pt x="2955" y="3371"/>
                  <a:pt x="2761" y="3586"/>
                  <a:pt x="2574" y="3806"/>
                </a:cubicBezTo>
                <a:lnTo>
                  <a:pt x="3805" y="2574"/>
                </a:lnTo>
                <a:close/>
                <a:moveTo>
                  <a:pt x="17801" y="2579"/>
                </a:moveTo>
                <a:lnTo>
                  <a:pt x="2579" y="17801"/>
                </a:lnTo>
                <a:cubicBezTo>
                  <a:pt x="2645" y="17878"/>
                  <a:pt x="2709" y="17957"/>
                  <a:pt x="2777" y="18032"/>
                </a:cubicBezTo>
                <a:lnTo>
                  <a:pt x="18032" y="2777"/>
                </a:lnTo>
                <a:cubicBezTo>
                  <a:pt x="17957" y="2709"/>
                  <a:pt x="17878" y="2645"/>
                  <a:pt x="17801" y="2579"/>
                </a:cubicBezTo>
                <a:close/>
                <a:moveTo>
                  <a:pt x="18304" y="3036"/>
                </a:moveTo>
                <a:lnTo>
                  <a:pt x="3036" y="18304"/>
                </a:lnTo>
                <a:cubicBezTo>
                  <a:pt x="3079" y="18349"/>
                  <a:pt x="3119" y="18394"/>
                  <a:pt x="3163" y="18438"/>
                </a:cubicBezTo>
                <a:cubicBezTo>
                  <a:pt x="3191" y="18466"/>
                  <a:pt x="3222" y="18492"/>
                  <a:pt x="3250" y="18521"/>
                </a:cubicBezTo>
                <a:lnTo>
                  <a:pt x="18521" y="3251"/>
                </a:lnTo>
                <a:cubicBezTo>
                  <a:pt x="18492" y="3222"/>
                  <a:pt x="18466" y="3192"/>
                  <a:pt x="18438" y="3163"/>
                </a:cubicBezTo>
                <a:cubicBezTo>
                  <a:pt x="18394" y="3119"/>
                  <a:pt x="18348" y="3079"/>
                  <a:pt x="18304" y="3036"/>
                </a:cubicBezTo>
                <a:close/>
                <a:moveTo>
                  <a:pt x="18781" y="3523"/>
                </a:moveTo>
                <a:lnTo>
                  <a:pt x="3522" y="18781"/>
                </a:lnTo>
                <a:cubicBezTo>
                  <a:pt x="3598" y="18850"/>
                  <a:pt x="3676" y="18915"/>
                  <a:pt x="3753" y="18982"/>
                </a:cubicBezTo>
                <a:lnTo>
                  <a:pt x="18982" y="3753"/>
                </a:lnTo>
                <a:cubicBezTo>
                  <a:pt x="18915" y="3676"/>
                  <a:pt x="18850" y="3598"/>
                  <a:pt x="18781" y="3523"/>
                </a:cubicBezTo>
                <a:close/>
                <a:moveTo>
                  <a:pt x="19224" y="4041"/>
                </a:moveTo>
                <a:lnTo>
                  <a:pt x="4041" y="19224"/>
                </a:lnTo>
                <a:cubicBezTo>
                  <a:pt x="4121" y="19289"/>
                  <a:pt x="4202" y="19350"/>
                  <a:pt x="4283" y="19412"/>
                </a:cubicBezTo>
                <a:lnTo>
                  <a:pt x="19412" y="4283"/>
                </a:lnTo>
                <a:cubicBezTo>
                  <a:pt x="19350" y="4202"/>
                  <a:pt x="19289" y="4121"/>
                  <a:pt x="19224" y="4041"/>
                </a:cubicBezTo>
                <a:close/>
                <a:moveTo>
                  <a:pt x="19637" y="4591"/>
                </a:moveTo>
                <a:lnTo>
                  <a:pt x="4591" y="19637"/>
                </a:lnTo>
                <a:cubicBezTo>
                  <a:pt x="4675" y="19696"/>
                  <a:pt x="4758" y="19757"/>
                  <a:pt x="4843" y="19813"/>
                </a:cubicBezTo>
                <a:lnTo>
                  <a:pt x="19813" y="4844"/>
                </a:lnTo>
                <a:cubicBezTo>
                  <a:pt x="19757" y="4758"/>
                  <a:pt x="19696" y="4675"/>
                  <a:pt x="19637" y="4591"/>
                </a:cubicBezTo>
                <a:close/>
                <a:moveTo>
                  <a:pt x="20019" y="5172"/>
                </a:moveTo>
                <a:lnTo>
                  <a:pt x="5172" y="20019"/>
                </a:lnTo>
                <a:cubicBezTo>
                  <a:pt x="5261" y="20073"/>
                  <a:pt x="5351" y="20126"/>
                  <a:pt x="5441" y="20178"/>
                </a:cubicBezTo>
                <a:lnTo>
                  <a:pt x="20178" y="5441"/>
                </a:lnTo>
                <a:cubicBezTo>
                  <a:pt x="20126" y="5351"/>
                  <a:pt x="20073" y="5261"/>
                  <a:pt x="20019" y="5172"/>
                </a:cubicBezTo>
                <a:close/>
                <a:moveTo>
                  <a:pt x="20369" y="5782"/>
                </a:moveTo>
                <a:lnTo>
                  <a:pt x="5782" y="20369"/>
                </a:lnTo>
                <a:cubicBezTo>
                  <a:pt x="5877" y="20419"/>
                  <a:pt x="5974" y="20463"/>
                  <a:pt x="6071" y="20510"/>
                </a:cubicBezTo>
                <a:lnTo>
                  <a:pt x="20510" y="6071"/>
                </a:lnTo>
                <a:cubicBezTo>
                  <a:pt x="20463" y="5975"/>
                  <a:pt x="20419" y="5878"/>
                  <a:pt x="20369" y="5782"/>
                </a:cubicBezTo>
                <a:close/>
                <a:moveTo>
                  <a:pt x="20679" y="6434"/>
                </a:moveTo>
                <a:lnTo>
                  <a:pt x="6434" y="20679"/>
                </a:lnTo>
                <a:cubicBezTo>
                  <a:pt x="6534" y="20723"/>
                  <a:pt x="6633" y="20769"/>
                  <a:pt x="6734" y="20809"/>
                </a:cubicBezTo>
                <a:lnTo>
                  <a:pt x="20809" y="6735"/>
                </a:lnTo>
                <a:cubicBezTo>
                  <a:pt x="20769" y="6634"/>
                  <a:pt x="20723" y="6534"/>
                  <a:pt x="20679" y="6434"/>
                </a:cubicBezTo>
                <a:close/>
                <a:moveTo>
                  <a:pt x="20956" y="7121"/>
                </a:moveTo>
                <a:lnTo>
                  <a:pt x="7120" y="20956"/>
                </a:lnTo>
                <a:cubicBezTo>
                  <a:pt x="7226" y="20994"/>
                  <a:pt x="7333" y="21030"/>
                  <a:pt x="7439" y="21065"/>
                </a:cubicBezTo>
                <a:lnTo>
                  <a:pt x="21065" y="7439"/>
                </a:lnTo>
                <a:cubicBezTo>
                  <a:pt x="21030" y="7333"/>
                  <a:pt x="20994" y="7226"/>
                  <a:pt x="20956" y="7121"/>
                </a:cubicBezTo>
                <a:close/>
                <a:moveTo>
                  <a:pt x="21190" y="7848"/>
                </a:moveTo>
                <a:lnTo>
                  <a:pt x="7848" y="21190"/>
                </a:lnTo>
                <a:cubicBezTo>
                  <a:pt x="7960" y="21221"/>
                  <a:pt x="8073" y="21252"/>
                  <a:pt x="8186" y="21280"/>
                </a:cubicBezTo>
                <a:lnTo>
                  <a:pt x="21280" y="8186"/>
                </a:lnTo>
                <a:cubicBezTo>
                  <a:pt x="21252" y="8073"/>
                  <a:pt x="21221" y="7960"/>
                  <a:pt x="21190" y="7848"/>
                </a:cubicBezTo>
                <a:close/>
                <a:moveTo>
                  <a:pt x="21378" y="8623"/>
                </a:moveTo>
                <a:lnTo>
                  <a:pt x="8623" y="21378"/>
                </a:lnTo>
                <a:cubicBezTo>
                  <a:pt x="8743" y="21402"/>
                  <a:pt x="8863" y="21424"/>
                  <a:pt x="8984" y="21445"/>
                </a:cubicBezTo>
                <a:lnTo>
                  <a:pt x="21445" y="8984"/>
                </a:lnTo>
                <a:cubicBezTo>
                  <a:pt x="21424" y="8864"/>
                  <a:pt x="21402" y="8743"/>
                  <a:pt x="21378" y="8623"/>
                </a:cubicBezTo>
                <a:close/>
                <a:moveTo>
                  <a:pt x="21514" y="9448"/>
                </a:moveTo>
                <a:lnTo>
                  <a:pt x="9447" y="21514"/>
                </a:lnTo>
                <a:cubicBezTo>
                  <a:pt x="9576" y="21530"/>
                  <a:pt x="9704" y="21546"/>
                  <a:pt x="9833" y="21557"/>
                </a:cubicBezTo>
                <a:lnTo>
                  <a:pt x="21557" y="9834"/>
                </a:lnTo>
                <a:cubicBezTo>
                  <a:pt x="21546" y="9705"/>
                  <a:pt x="21530" y="9576"/>
                  <a:pt x="21514" y="9448"/>
                </a:cubicBezTo>
                <a:close/>
                <a:moveTo>
                  <a:pt x="21590" y="10333"/>
                </a:moveTo>
                <a:lnTo>
                  <a:pt x="10332" y="21590"/>
                </a:lnTo>
                <a:cubicBezTo>
                  <a:pt x="10473" y="21596"/>
                  <a:pt x="10613" y="21599"/>
                  <a:pt x="10753" y="21600"/>
                </a:cubicBezTo>
                <a:lnTo>
                  <a:pt x="21600" y="10754"/>
                </a:lnTo>
                <a:cubicBezTo>
                  <a:pt x="21599" y="10613"/>
                  <a:pt x="21596" y="10473"/>
                  <a:pt x="21590" y="10333"/>
                </a:cubicBezTo>
                <a:close/>
                <a:moveTo>
                  <a:pt x="21590" y="11296"/>
                </a:moveTo>
                <a:lnTo>
                  <a:pt x="11295" y="21590"/>
                </a:lnTo>
                <a:cubicBezTo>
                  <a:pt x="11449" y="21583"/>
                  <a:pt x="11603" y="21572"/>
                  <a:pt x="11757" y="21558"/>
                </a:cubicBezTo>
                <a:lnTo>
                  <a:pt x="21558" y="11757"/>
                </a:lnTo>
                <a:cubicBezTo>
                  <a:pt x="21572" y="11603"/>
                  <a:pt x="21583" y="11450"/>
                  <a:pt x="21590" y="11296"/>
                </a:cubicBezTo>
                <a:close/>
                <a:moveTo>
                  <a:pt x="21489" y="12358"/>
                </a:moveTo>
                <a:lnTo>
                  <a:pt x="12358" y="21489"/>
                </a:lnTo>
                <a:cubicBezTo>
                  <a:pt x="12531" y="21464"/>
                  <a:pt x="12703" y="21434"/>
                  <a:pt x="12876" y="21400"/>
                </a:cubicBezTo>
                <a:lnTo>
                  <a:pt x="21400" y="12876"/>
                </a:lnTo>
                <a:cubicBezTo>
                  <a:pt x="21434" y="12704"/>
                  <a:pt x="21464" y="12531"/>
                  <a:pt x="21489" y="12358"/>
                </a:cubicBezTo>
                <a:close/>
                <a:moveTo>
                  <a:pt x="21239" y="13569"/>
                </a:moveTo>
                <a:lnTo>
                  <a:pt x="13569" y="21239"/>
                </a:lnTo>
                <a:cubicBezTo>
                  <a:pt x="13774" y="21185"/>
                  <a:pt x="13978" y="21125"/>
                  <a:pt x="14181" y="21058"/>
                </a:cubicBezTo>
                <a:lnTo>
                  <a:pt x="21058" y="14181"/>
                </a:lnTo>
                <a:cubicBezTo>
                  <a:pt x="21125" y="13978"/>
                  <a:pt x="21185" y="13774"/>
                  <a:pt x="21239" y="13569"/>
                </a:cubicBezTo>
                <a:close/>
                <a:moveTo>
                  <a:pt x="20736" y="15035"/>
                </a:moveTo>
                <a:lnTo>
                  <a:pt x="15035" y="20736"/>
                </a:lnTo>
                <a:cubicBezTo>
                  <a:pt x="15310" y="20619"/>
                  <a:pt x="15581" y="20493"/>
                  <a:pt x="15848" y="20352"/>
                </a:cubicBezTo>
                <a:lnTo>
                  <a:pt x="20352" y="15848"/>
                </a:lnTo>
                <a:cubicBezTo>
                  <a:pt x="20493" y="15581"/>
                  <a:pt x="20619" y="15310"/>
                  <a:pt x="20736" y="15035"/>
                </a:cubicBezTo>
                <a:close/>
                <a:moveTo>
                  <a:pt x="19400" y="17332"/>
                </a:moveTo>
                <a:lnTo>
                  <a:pt x="17332" y="19400"/>
                </a:lnTo>
                <a:cubicBezTo>
                  <a:pt x="17716" y="19108"/>
                  <a:pt x="18087" y="18789"/>
                  <a:pt x="18438" y="18438"/>
                </a:cubicBezTo>
                <a:cubicBezTo>
                  <a:pt x="18788" y="18087"/>
                  <a:pt x="19107" y="17716"/>
                  <a:pt x="19400" y="17332"/>
                </a:cubicBezTo>
                <a:close/>
              </a:path>
            </a:pathLst>
          </a:custGeom>
          <a:solidFill>
            <a:schemeClr val="accent4"/>
          </a:solidFill>
          <a:ln w="12700">
            <a:miter lim="400000"/>
          </a:ln>
        </p:spPr>
        <p:txBody>
          <a:bodyPr lIns="0" tIns="0" rIns="0" bIns="0" anchor="ctr"/>
          <a:lstStyle/>
          <a:p>
            <a:pPr marL="0" marR="0" lvl="0" indent="0" algn="ctr" defTabSz="8255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 kumimoji="0" sz="32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Helvetica Neue Medium"/>
              <a:sym typeface="Helvetica Neue Medium"/>
            </a:endParaRPr>
          </a:p>
        </p:txBody>
      </p:sp>
      <p:sp>
        <p:nvSpPr>
          <p:cNvPr id="220" name="Shape">
            <a:extLst>
              <a:ext uri="{FF2B5EF4-FFF2-40B4-BE49-F238E27FC236}">
                <a16:creationId xmlns:a16="http://schemas.microsoft.com/office/drawing/2014/main" id="{6E946170-2903-5546-4E8D-3BE63E58DB7A}"/>
              </a:ext>
            </a:extLst>
          </p:cNvPr>
          <p:cNvSpPr/>
          <p:nvPr/>
        </p:nvSpPr>
        <p:spPr>
          <a:xfrm>
            <a:off x="22467966" y="8316507"/>
            <a:ext cx="4276957" cy="427713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800" y="0"/>
                </a:moveTo>
                <a:cubicBezTo>
                  <a:pt x="10787" y="0"/>
                  <a:pt x="10773" y="1"/>
                  <a:pt x="10759" y="1"/>
                </a:cubicBezTo>
                <a:lnTo>
                  <a:pt x="1" y="10760"/>
                </a:lnTo>
                <a:cubicBezTo>
                  <a:pt x="0" y="10900"/>
                  <a:pt x="3" y="11040"/>
                  <a:pt x="8" y="11181"/>
                </a:cubicBezTo>
                <a:lnTo>
                  <a:pt x="11180" y="9"/>
                </a:lnTo>
                <a:cubicBezTo>
                  <a:pt x="11054" y="4"/>
                  <a:pt x="10927" y="0"/>
                  <a:pt x="10800" y="0"/>
                </a:cubicBezTo>
                <a:close/>
                <a:moveTo>
                  <a:pt x="10211" y="17"/>
                </a:moveTo>
                <a:cubicBezTo>
                  <a:pt x="10057" y="25"/>
                  <a:pt x="9903" y="36"/>
                  <a:pt x="9748" y="51"/>
                </a:cubicBezTo>
                <a:lnTo>
                  <a:pt x="50" y="9749"/>
                </a:lnTo>
                <a:cubicBezTo>
                  <a:pt x="35" y="9903"/>
                  <a:pt x="25" y="10057"/>
                  <a:pt x="16" y="10212"/>
                </a:cubicBezTo>
                <a:lnTo>
                  <a:pt x="10211" y="17"/>
                </a:lnTo>
                <a:close/>
                <a:moveTo>
                  <a:pt x="11683" y="38"/>
                </a:moveTo>
                <a:lnTo>
                  <a:pt x="38" y="11684"/>
                </a:lnTo>
                <a:cubicBezTo>
                  <a:pt x="48" y="11814"/>
                  <a:pt x="62" y="11944"/>
                  <a:pt x="78" y="12075"/>
                </a:cubicBezTo>
                <a:lnTo>
                  <a:pt x="12074" y="78"/>
                </a:lnTo>
                <a:cubicBezTo>
                  <a:pt x="11944" y="63"/>
                  <a:pt x="11814" y="49"/>
                  <a:pt x="11683" y="38"/>
                </a:cubicBezTo>
                <a:close/>
                <a:moveTo>
                  <a:pt x="9136" y="131"/>
                </a:moveTo>
                <a:cubicBezTo>
                  <a:pt x="8960" y="158"/>
                  <a:pt x="8786" y="190"/>
                  <a:pt x="8611" y="226"/>
                </a:cubicBezTo>
                <a:lnTo>
                  <a:pt x="226" y="8611"/>
                </a:lnTo>
                <a:cubicBezTo>
                  <a:pt x="190" y="8786"/>
                  <a:pt x="157" y="8961"/>
                  <a:pt x="130" y="9137"/>
                </a:cubicBezTo>
                <a:lnTo>
                  <a:pt x="9136" y="131"/>
                </a:lnTo>
                <a:close/>
                <a:moveTo>
                  <a:pt x="12541" y="143"/>
                </a:moveTo>
                <a:lnTo>
                  <a:pt x="143" y="12541"/>
                </a:lnTo>
                <a:cubicBezTo>
                  <a:pt x="163" y="12663"/>
                  <a:pt x="183" y="12785"/>
                  <a:pt x="207" y="12906"/>
                </a:cubicBezTo>
                <a:lnTo>
                  <a:pt x="12906" y="208"/>
                </a:lnTo>
                <a:cubicBezTo>
                  <a:pt x="12785" y="184"/>
                  <a:pt x="12663" y="163"/>
                  <a:pt x="12541" y="143"/>
                </a:cubicBezTo>
                <a:close/>
                <a:moveTo>
                  <a:pt x="13343" y="303"/>
                </a:moveTo>
                <a:lnTo>
                  <a:pt x="303" y="13343"/>
                </a:lnTo>
                <a:cubicBezTo>
                  <a:pt x="330" y="13456"/>
                  <a:pt x="361" y="13569"/>
                  <a:pt x="392" y="13682"/>
                </a:cubicBezTo>
                <a:lnTo>
                  <a:pt x="13682" y="393"/>
                </a:lnTo>
                <a:cubicBezTo>
                  <a:pt x="13569" y="362"/>
                  <a:pt x="13456" y="331"/>
                  <a:pt x="13343" y="303"/>
                </a:cubicBezTo>
                <a:close/>
                <a:moveTo>
                  <a:pt x="7909" y="395"/>
                </a:moveTo>
                <a:cubicBezTo>
                  <a:pt x="7701" y="452"/>
                  <a:pt x="7495" y="515"/>
                  <a:pt x="7290" y="585"/>
                </a:cubicBezTo>
                <a:lnTo>
                  <a:pt x="584" y="7290"/>
                </a:lnTo>
                <a:cubicBezTo>
                  <a:pt x="514" y="7495"/>
                  <a:pt x="452" y="7702"/>
                  <a:pt x="394" y="7909"/>
                </a:cubicBezTo>
                <a:lnTo>
                  <a:pt x="7909" y="395"/>
                </a:lnTo>
                <a:close/>
                <a:moveTo>
                  <a:pt x="14094" y="515"/>
                </a:moveTo>
                <a:lnTo>
                  <a:pt x="514" y="14094"/>
                </a:lnTo>
                <a:cubicBezTo>
                  <a:pt x="549" y="14202"/>
                  <a:pt x="583" y="14310"/>
                  <a:pt x="620" y="14417"/>
                </a:cubicBezTo>
                <a:lnTo>
                  <a:pt x="14417" y="621"/>
                </a:lnTo>
                <a:cubicBezTo>
                  <a:pt x="14310" y="583"/>
                  <a:pt x="14202" y="549"/>
                  <a:pt x="14094" y="515"/>
                </a:cubicBezTo>
                <a:close/>
                <a:moveTo>
                  <a:pt x="14804" y="767"/>
                </a:moveTo>
                <a:lnTo>
                  <a:pt x="767" y="14804"/>
                </a:lnTo>
                <a:cubicBezTo>
                  <a:pt x="807" y="14905"/>
                  <a:pt x="851" y="15004"/>
                  <a:pt x="894" y="15104"/>
                </a:cubicBezTo>
                <a:lnTo>
                  <a:pt x="15104" y="895"/>
                </a:lnTo>
                <a:cubicBezTo>
                  <a:pt x="15004" y="852"/>
                  <a:pt x="14905" y="807"/>
                  <a:pt x="14804" y="767"/>
                </a:cubicBezTo>
                <a:close/>
                <a:moveTo>
                  <a:pt x="6411" y="932"/>
                </a:moveTo>
                <a:cubicBezTo>
                  <a:pt x="6118" y="1062"/>
                  <a:pt x="5831" y="1206"/>
                  <a:pt x="5549" y="1363"/>
                </a:cubicBezTo>
                <a:lnTo>
                  <a:pt x="1362" y="5549"/>
                </a:lnTo>
                <a:cubicBezTo>
                  <a:pt x="1205" y="5832"/>
                  <a:pt x="1061" y="6119"/>
                  <a:pt x="931" y="6411"/>
                </a:cubicBezTo>
                <a:lnTo>
                  <a:pt x="6411" y="932"/>
                </a:lnTo>
                <a:close/>
                <a:moveTo>
                  <a:pt x="15470" y="1061"/>
                </a:moveTo>
                <a:lnTo>
                  <a:pt x="1060" y="15471"/>
                </a:lnTo>
                <a:cubicBezTo>
                  <a:pt x="1106" y="15567"/>
                  <a:pt x="1153" y="15664"/>
                  <a:pt x="1202" y="15759"/>
                </a:cubicBezTo>
                <a:lnTo>
                  <a:pt x="15759" y="1203"/>
                </a:lnTo>
                <a:cubicBezTo>
                  <a:pt x="15663" y="1153"/>
                  <a:pt x="15567" y="1107"/>
                  <a:pt x="15470" y="1061"/>
                </a:cubicBezTo>
                <a:close/>
                <a:moveTo>
                  <a:pt x="16103" y="1391"/>
                </a:moveTo>
                <a:lnTo>
                  <a:pt x="1391" y="16103"/>
                </a:lnTo>
                <a:cubicBezTo>
                  <a:pt x="1442" y="16194"/>
                  <a:pt x="1494" y="16285"/>
                  <a:pt x="1549" y="16375"/>
                </a:cubicBezTo>
                <a:lnTo>
                  <a:pt x="16375" y="1549"/>
                </a:lnTo>
                <a:cubicBezTo>
                  <a:pt x="16285" y="1495"/>
                  <a:pt x="16194" y="1442"/>
                  <a:pt x="16103" y="1391"/>
                </a:cubicBezTo>
                <a:close/>
                <a:moveTo>
                  <a:pt x="16703" y="1754"/>
                </a:moveTo>
                <a:lnTo>
                  <a:pt x="1753" y="16703"/>
                </a:lnTo>
                <a:cubicBezTo>
                  <a:pt x="1809" y="16788"/>
                  <a:pt x="1869" y="16872"/>
                  <a:pt x="1928" y="16956"/>
                </a:cubicBezTo>
                <a:lnTo>
                  <a:pt x="16956" y="1928"/>
                </a:lnTo>
                <a:cubicBezTo>
                  <a:pt x="16872" y="1869"/>
                  <a:pt x="16788" y="1810"/>
                  <a:pt x="16703" y="1754"/>
                </a:cubicBezTo>
                <a:close/>
                <a:moveTo>
                  <a:pt x="17267" y="2151"/>
                </a:moveTo>
                <a:lnTo>
                  <a:pt x="2151" y="17267"/>
                </a:lnTo>
                <a:cubicBezTo>
                  <a:pt x="2212" y="17349"/>
                  <a:pt x="2274" y="17430"/>
                  <a:pt x="2338" y="17510"/>
                </a:cubicBezTo>
                <a:lnTo>
                  <a:pt x="17510" y="2338"/>
                </a:lnTo>
                <a:cubicBezTo>
                  <a:pt x="17430" y="2275"/>
                  <a:pt x="17349" y="2212"/>
                  <a:pt x="17267" y="2151"/>
                </a:cubicBezTo>
                <a:close/>
                <a:moveTo>
                  <a:pt x="3805" y="2574"/>
                </a:moveTo>
                <a:cubicBezTo>
                  <a:pt x="3586" y="2761"/>
                  <a:pt x="3370" y="2956"/>
                  <a:pt x="3163" y="3163"/>
                </a:cubicBezTo>
                <a:cubicBezTo>
                  <a:pt x="2955" y="3371"/>
                  <a:pt x="2761" y="3586"/>
                  <a:pt x="2574" y="3806"/>
                </a:cubicBezTo>
                <a:lnTo>
                  <a:pt x="3805" y="2574"/>
                </a:lnTo>
                <a:close/>
                <a:moveTo>
                  <a:pt x="17801" y="2579"/>
                </a:moveTo>
                <a:lnTo>
                  <a:pt x="2579" y="17801"/>
                </a:lnTo>
                <a:cubicBezTo>
                  <a:pt x="2645" y="17878"/>
                  <a:pt x="2709" y="17957"/>
                  <a:pt x="2777" y="18032"/>
                </a:cubicBezTo>
                <a:lnTo>
                  <a:pt x="18032" y="2777"/>
                </a:lnTo>
                <a:cubicBezTo>
                  <a:pt x="17957" y="2709"/>
                  <a:pt x="17878" y="2645"/>
                  <a:pt x="17801" y="2579"/>
                </a:cubicBezTo>
                <a:close/>
                <a:moveTo>
                  <a:pt x="18304" y="3036"/>
                </a:moveTo>
                <a:lnTo>
                  <a:pt x="3036" y="18304"/>
                </a:lnTo>
                <a:cubicBezTo>
                  <a:pt x="3079" y="18349"/>
                  <a:pt x="3119" y="18394"/>
                  <a:pt x="3163" y="18438"/>
                </a:cubicBezTo>
                <a:cubicBezTo>
                  <a:pt x="3191" y="18466"/>
                  <a:pt x="3222" y="18492"/>
                  <a:pt x="3250" y="18521"/>
                </a:cubicBezTo>
                <a:lnTo>
                  <a:pt x="18521" y="3251"/>
                </a:lnTo>
                <a:cubicBezTo>
                  <a:pt x="18492" y="3222"/>
                  <a:pt x="18466" y="3192"/>
                  <a:pt x="18438" y="3163"/>
                </a:cubicBezTo>
                <a:cubicBezTo>
                  <a:pt x="18394" y="3119"/>
                  <a:pt x="18348" y="3079"/>
                  <a:pt x="18304" y="3036"/>
                </a:cubicBezTo>
                <a:close/>
                <a:moveTo>
                  <a:pt x="18781" y="3523"/>
                </a:moveTo>
                <a:lnTo>
                  <a:pt x="3522" y="18781"/>
                </a:lnTo>
                <a:cubicBezTo>
                  <a:pt x="3598" y="18850"/>
                  <a:pt x="3676" y="18915"/>
                  <a:pt x="3753" y="18982"/>
                </a:cubicBezTo>
                <a:lnTo>
                  <a:pt x="18982" y="3753"/>
                </a:lnTo>
                <a:cubicBezTo>
                  <a:pt x="18915" y="3676"/>
                  <a:pt x="18850" y="3598"/>
                  <a:pt x="18781" y="3523"/>
                </a:cubicBezTo>
                <a:close/>
                <a:moveTo>
                  <a:pt x="19224" y="4041"/>
                </a:moveTo>
                <a:lnTo>
                  <a:pt x="4041" y="19224"/>
                </a:lnTo>
                <a:cubicBezTo>
                  <a:pt x="4121" y="19289"/>
                  <a:pt x="4202" y="19350"/>
                  <a:pt x="4283" y="19412"/>
                </a:cubicBezTo>
                <a:lnTo>
                  <a:pt x="19412" y="4283"/>
                </a:lnTo>
                <a:cubicBezTo>
                  <a:pt x="19350" y="4202"/>
                  <a:pt x="19289" y="4121"/>
                  <a:pt x="19224" y="4041"/>
                </a:cubicBezTo>
                <a:close/>
                <a:moveTo>
                  <a:pt x="19637" y="4591"/>
                </a:moveTo>
                <a:lnTo>
                  <a:pt x="4591" y="19637"/>
                </a:lnTo>
                <a:cubicBezTo>
                  <a:pt x="4675" y="19696"/>
                  <a:pt x="4758" y="19757"/>
                  <a:pt x="4843" y="19813"/>
                </a:cubicBezTo>
                <a:lnTo>
                  <a:pt x="19813" y="4844"/>
                </a:lnTo>
                <a:cubicBezTo>
                  <a:pt x="19757" y="4758"/>
                  <a:pt x="19696" y="4675"/>
                  <a:pt x="19637" y="4591"/>
                </a:cubicBezTo>
                <a:close/>
                <a:moveTo>
                  <a:pt x="20019" y="5172"/>
                </a:moveTo>
                <a:lnTo>
                  <a:pt x="5172" y="20019"/>
                </a:lnTo>
                <a:cubicBezTo>
                  <a:pt x="5261" y="20073"/>
                  <a:pt x="5351" y="20126"/>
                  <a:pt x="5441" y="20178"/>
                </a:cubicBezTo>
                <a:lnTo>
                  <a:pt x="20178" y="5441"/>
                </a:lnTo>
                <a:cubicBezTo>
                  <a:pt x="20126" y="5351"/>
                  <a:pt x="20073" y="5261"/>
                  <a:pt x="20019" y="5172"/>
                </a:cubicBezTo>
                <a:close/>
                <a:moveTo>
                  <a:pt x="20369" y="5782"/>
                </a:moveTo>
                <a:lnTo>
                  <a:pt x="5782" y="20369"/>
                </a:lnTo>
                <a:cubicBezTo>
                  <a:pt x="5877" y="20419"/>
                  <a:pt x="5974" y="20463"/>
                  <a:pt x="6071" y="20510"/>
                </a:cubicBezTo>
                <a:lnTo>
                  <a:pt x="20510" y="6071"/>
                </a:lnTo>
                <a:cubicBezTo>
                  <a:pt x="20463" y="5975"/>
                  <a:pt x="20419" y="5878"/>
                  <a:pt x="20369" y="5782"/>
                </a:cubicBezTo>
                <a:close/>
                <a:moveTo>
                  <a:pt x="20679" y="6434"/>
                </a:moveTo>
                <a:lnTo>
                  <a:pt x="6434" y="20679"/>
                </a:lnTo>
                <a:cubicBezTo>
                  <a:pt x="6534" y="20723"/>
                  <a:pt x="6633" y="20769"/>
                  <a:pt x="6734" y="20809"/>
                </a:cubicBezTo>
                <a:lnTo>
                  <a:pt x="20809" y="6735"/>
                </a:lnTo>
                <a:cubicBezTo>
                  <a:pt x="20769" y="6634"/>
                  <a:pt x="20723" y="6534"/>
                  <a:pt x="20679" y="6434"/>
                </a:cubicBezTo>
                <a:close/>
                <a:moveTo>
                  <a:pt x="20956" y="7121"/>
                </a:moveTo>
                <a:lnTo>
                  <a:pt x="7120" y="20956"/>
                </a:lnTo>
                <a:cubicBezTo>
                  <a:pt x="7226" y="20994"/>
                  <a:pt x="7333" y="21030"/>
                  <a:pt x="7439" y="21065"/>
                </a:cubicBezTo>
                <a:lnTo>
                  <a:pt x="21065" y="7439"/>
                </a:lnTo>
                <a:cubicBezTo>
                  <a:pt x="21030" y="7333"/>
                  <a:pt x="20994" y="7226"/>
                  <a:pt x="20956" y="7121"/>
                </a:cubicBezTo>
                <a:close/>
                <a:moveTo>
                  <a:pt x="21190" y="7848"/>
                </a:moveTo>
                <a:lnTo>
                  <a:pt x="7848" y="21190"/>
                </a:lnTo>
                <a:cubicBezTo>
                  <a:pt x="7960" y="21221"/>
                  <a:pt x="8073" y="21252"/>
                  <a:pt x="8186" y="21280"/>
                </a:cubicBezTo>
                <a:lnTo>
                  <a:pt x="21280" y="8186"/>
                </a:lnTo>
                <a:cubicBezTo>
                  <a:pt x="21252" y="8073"/>
                  <a:pt x="21221" y="7960"/>
                  <a:pt x="21190" y="7848"/>
                </a:cubicBezTo>
                <a:close/>
                <a:moveTo>
                  <a:pt x="21378" y="8623"/>
                </a:moveTo>
                <a:lnTo>
                  <a:pt x="8623" y="21378"/>
                </a:lnTo>
                <a:cubicBezTo>
                  <a:pt x="8743" y="21402"/>
                  <a:pt x="8863" y="21424"/>
                  <a:pt x="8984" y="21445"/>
                </a:cubicBezTo>
                <a:lnTo>
                  <a:pt x="21445" y="8984"/>
                </a:lnTo>
                <a:cubicBezTo>
                  <a:pt x="21424" y="8864"/>
                  <a:pt x="21402" y="8743"/>
                  <a:pt x="21378" y="8623"/>
                </a:cubicBezTo>
                <a:close/>
                <a:moveTo>
                  <a:pt x="21514" y="9448"/>
                </a:moveTo>
                <a:lnTo>
                  <a:pt x="9447" y="21514"/>
                </a:lnTo>
                <a:cubicBezTo>
                  <a:pt x="9576" y="21530"/>
                  <a:pt x="9704" y="21546"/>
                  <a:pt x="9833" y="21557"/>
                </a:cubicBezTo>
                <a:lnTo>
                  <a:pt x="21557" y="9834"/>
                </a:lnTo>
                <a:cubicBezTo>
                  <a:pt x="21546" y="9705"/>
                  <a:pt x="21530" y="9576"/>
                  <a:pt x="21514" y="9448"/>
                </a:cubicBezTo>
                <a:close/>
                <a:moveTo>
                  <a:pt x="21590" y="10333"/>
                </a:moveTo>
                <a:lnTo>
                  <a:pt x="10332" y="21590"/>
                </a:lnTo>
                <a:cubicBezTo>
                  <a:pt x="10473" y="21596"/>
                  <a:pt x="10613" y="21599"/>
                  <a:pt x="10753" y="21600"/>
                </a:cubicBezTo>
                <a:lnTo>
                  <a:pt x="21600" y="10754"/>
                </a:lnTo>
                <a:cubicBezTo>
                  <a:pt x="21599" y="10613"/>
                  <a:pt x="21596" y="10473"/>
                  <a:pt x="21590" y="10333"/>
                </a:cubicBezTo>
                <a:close/>
                <a:moveTo>
                  <a:pt x="21590" y="11296"/>
                </a:moveTo>
                <a:lnTo>
                  <a:pt x="11295" y="21590"/>
                </a:lnTo>
                <a:cubicBezTo>
                  <a:pt x="11449" y="21583"/>
                  <a:pt x="11603" y="21572"/>
                  <a:pt x="11757" y="21558"/>
                </a:cubicBezTo>
                <a:lnTo>
                  <a:pt x="21558" y="11757"/>
                </a:lnTo>
                <a:cubicBezTo>
                  <a:pt x="21572" y="11603"/>
                  <a:pt x="21583" y="11450"/>
                  <a:pt x="21590" y="11296"/>
                </a:cubicBezTo>
                <a:close/>
                <a:moveTo>
                  <a:pt x="21489" y="12358"/>
                </a:moveTo>
                <a:lnTo>
                  <a:pt x="12358" y="21489"/>
                </a:lnTo>
                <a:cubicBezTo>
                  <a:pt x="12531" y="21464"/>
                  <a:pt x="12703" y="21434"/>
                  <a:pt x="12876" y="21400"/>
                </a:cubicBezTo>
                <a:lnTo>
                  <a:pt x="21400" y="12876"/>
                </a:lnTo>
                <a:cubicBezTo>
                  <a:pt x="21434" y="12704"/>
                  <a:pt x="21464" y="12531"/>
                  <a:pt x="21489" y="12358"/>
                </a:cubicBezTo>
                <a:close/>
                <a:moveTo>
                  <a:pt x="21239" y="13569"/>
                </a:moveTo>
                <a:lnTo>
                  <a:pt x="13569" y="21239"/>
                </a:lnTo>
                <a:cubicBezTo>
                  <a:pt x="13774" y="21185"/>
                  <a:pt x="13978" y="21125"/>
                  <a:pt x="14181" y="21058"/>
                </a:cubicBezTo>
                <a:lnTo>
                  <a:pt x="21058" y="14181"/>
                </a:lnTo>
                <a:cubicBezTo>
                  <a:pt x="21125" y="13978"/>
                  <a:pt x="21185" y="13774"/>
                  <a:pt x="21239" y="13569"/>
                </a:cubicBezTo>
                <a:close/>
                <a:moveTo>
                  <a:pt x="20736" y="15035"/>
                </a:moveTo>
                <a:lnTo>
                  <a:pt x="15035" y="20736"/>
                </a:lnTo>
                <a:cubicBezTo>
                  <a:pt x="15310" y="20619"/>
                  <a:pt x="15581" y="20493"/>
                  <a:pt x="15848" y="20352"/>
                </a:cubicBezTo>
                <a:lnTo>
                  <a:pt x="20352" y="15848"/>
                </a:lnTo>
                <a:cubicBezTo>
                  <a:pt x="20493" y="15581"/>
                  <a:pt x="20619" y="15310"/>
                  <a:pt x="20736" y="15035"/>
                </a:cubicBezTo>
                <a:close/>
                <a:moveTo>
                  <a:pt x="19400" y="17332"/>
                </a:moveTo>
                <a:lnTo>
                  <a:pt x="17332" y="19400"/>
                </a:lnTo>
                <a:cubicBezTo>
                  <a:pt x="17716" y="19108"/>
                  <a:pt x="18087" y="18789"/>
                  <a:pt x="18438" y="18438"/>
                </a:cubicBezTo>
                <a:cubicBezTo>
                  <a:pt x="18788" y="18087"/>
                  <a:pt x="19107" y="17716"/>
                  <a:pt x="19400" y="17332"/>
                </a:cubicBezTo>
                <a:close/>
              </a:path>
            </a:pathLst>
          </a:custGeom>
          <a:solidFill>
            <a:schemeClr val="accent4"/>
          </a:solidFill>
          <a:ln w="12700">
            <a:miter lim="400000"/>
          </a:ln>
        </p:spPr>
        <p:txBody>
          <a:bodyPr lIns="0" tIns="0" rIns="0" bIns="0" anchor="ctr"/>
          <a:lstStyle/>
          <a:p>
            <a:pPr marL="0" marR="0" lvl="0" indent="0" algn="ctr" defTabSz="8255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 kumimoji="0" sz="32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Helvetica Neue Medium"/>
              <a:sym typeface="Helvetica Neue Medium"/>
            </a:endParaRPr>
          </a:p>
        </p:txBody>
      </p:sp>
      <p:sp>
        <p:nvSpPr>
          <p:cNvPr id="221" name="Shape">
            <a:extLst>
              <a:ext uri="{FF2B5EF4-FFF2-40B4-BE49-F238E27FC236}">
                <a16:creationId xmlns:a16="http://schemas.microsoft.com/office/drawing/2014/main" id="{C7D997CD-5171-0531-82C3-596A2EF9BFC7}"/>
              </a:ext>
            </a:extLst>
          </p:cNvPr>
          <p:cNvSpPr/>
          <p:nvPr/>
        </p:nvSpPr>
        <p:spPr>
          <a:xfrm>
            <a:off x="-9782" y="-14685"/>
            <a:ext cx="5401449" cy="1371951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489" h="21600" extrusionOk="0">
                <a:moveTo>
                  <a:pt x="9876" y="0"/>
                </a:moveTo>
                <a:cubicBezTo>
                  <a:pt x="14909" y="1061"/>
                  <a:pt x="18164" y="3091"/>
                  <a:pt x="18448" y="5345"/>
                </a:cubicBezTo>
                <a:cubicBezTo>
                  <a:pt x="18695" y="7304"/>
                  <a:pt x="16642" y="9198"/>
                  <a:pt x="12885" y="10477"/>
                </a:cubicBezTo>
                <a:cubicBezTo>
                  <a:pt x="8651" y="11730"/>
                  <a:pt x="7084" y="13955"/>
                  <a:pt x="9071" y="15894"/>
                </a:cubicBezTo>
                <a:cubicBezTo>
                  <a:pt x="10355" y="17147"/>
                  <a:pt x="13013" y="18098"/>
                  <a:pt x="16290" y="18479"/>
                </a:cubicBezTo>
                <a:cubicBezTo>
                  <a:pt x="17951" y="18702"/>
                  <a:pt x="19367" y="19144"/>
                  <a:pt x="20305" y="19731"/>
                </a:cubicBezTo>
                <a:cubicBezTo>
                  <a:pt x="21193" y="20288"/>
                  <a:pt x="21600" y="20944"/>
                  <a:pt x="21463" y="21600"/>
                </a:cubicBezTo>
                <a:lnTo>
                  <a:pt x="0" y="21600"/>
                </a:lnTo>
                <a:lnTo>
                  <a:pt x="0" y="1"/>
                </a:lnTo>
                <a:lnTo>
                  <a:pt x="9876" y="0"/>
                </a:lnTo>
                <a:close/>
              </a:path>
            </a:pathLst>
          </a:custGeom>
          <a:solidFill>
            <a:schemeClr val="accent3"/>
          </a:solidFill>
          <a:ln w="12700">
            <a:miter lim="400000"/>
          </a:ln>
          <a:effectLst>
            <a:outerShdw blurRad="914400" dist="25400" dir="5400000" rotWithShape="0">
              <a:srgbClr val="000000">
                <a:alpha val="50000"/>
              </a:srgbClr>
            </a:outerShdw>
          </a:effectLst>
        </p:spPr>
        <p:txBody>
          <a:bodyPr lIns="50800" tIns="50800" rIns="50800" bIns="50800" anchor="ctr"/>
          <a:lstStyle/>
          <a:p>
            <a:pPr marL="0" marR="0" lvl="0" indent="0" algn="ctr" defTabSz="8255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3000" b="1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Helvetica Neue"/>
              <a:sym typeface="Helvetica Neue"/>
            </a:endParaRPr>
          </a:p>
        </p:txBody>
      </p:sp>
      <p:sp>
        <p:nvSpPr>
          <p:cNvPr id="222" name="Shape">
            <a:extLst>
              <a:ext uri="{FF2B5EF4-FFF2-40B4-BE49-F238E27FC236}">
                <a16:creationId xmlns:a16="http://schemas.microsoft.com/office/drawing/2014/main" id="{87A47852-F470-C627-2FE3-1C1F7B960ACD}"/>
              </a:ext>
            </a:extLst>
          </p:cNvPr>
          <p:cNvSpPr/>
          <p:nvPr/>
        </p:nvSpPr>
        <p:spPr>
          <a:xfrm>
            <a:off x="14077382" y="-26393"/>
            <a:ext cx="10315136" cy="10264133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490" h="20992" extrusionOk="0">
                <a:moveTo>
                  <a:pt x="22" y="0"/>
                </a:moveTo>
                <a:cubicBezTo>
                  <a:pt x="-110" y="1123"/>
                  <a:pt x="362" y="2232"/>
                  <a:pt x="1268" y="2930"/>
                </a:cubicBezTo>
                <a:cubicBezTo>
                  <a:pt x="2187" y="3637"/>
                  <a:pt x="3418" y="3817"/>
                  <a:pt x="4507" y="3403"/>
                </a:cubicBezTo>
                <a:cubicBezTo>
                  <a:pt x="6055" y="2610"/>
                  <a:pt x="7961" y="3061"/>
                  <a:pt x="8970" y="4460"/>
                </a:cubicBezTo>
                <a:cubicBezTo>
                  <a:pt x="9809" y="5622"/>
                  <a:pt x="9807" y="7178"/>
                  <a:pt x="8965" y="8338"/>
                </a:cubicBezTo>
                <a:cubicBezTo>
                  <a:pt x="6771" y="11924"/>
                  <a:pt x="7613" y="16550"/>
                  <a:pt x="10936" y="19169"/>
                </a:cubicBezTo>
                <a:cubicBezTo>
                  <a:pt x="14018" y="21597"/>
                  <a:pt x="18405" y="21600"/>
                  <a:pt x="21490" y="19175"/>
                </a:cubicBezTo>
                <a:lnTo>
                  <a:pt x="21490" y="35"/>
                </a:lnTo>
                <a:lnTo>
                  <a:pt x="22" y="0"/>
                </a:lnTo>
                <a:close/>
              </a:path>
            </a:pathLst>
          </a:custGeom>
          <a:solidFill>
            <a:schemeClr val="accent3"/>
          </a:solidFill>
          <a:ln w="12700">
            <a:miter lim="400000"/>
          </a:ln>
          <a:effectLst>
            <a:outerShdw blurRad="914400" dist="25400" dir="5400000" rotWithShape="0">
              <a:srgbClr val="000000">
                <a:alpha val="50000"/>
              </a:srgbClr>
            </a:outerShdw>
          </a:effectLst>
        </p:spPr>
        <p:txBody>
          <a:bodyPr lIns="50800" tIns="50800" rIns="50800" bIns="50800" anchor="ctr"/>
          <a:lstStyle/>
          <a:p>
            <a:pPr marL="0" marR="0" lvl="0" indent="0" algn="ctr" defTabSz="8255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3000" b="1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Helvetica Neue"/>
              <a:sym typeface="Helvetica Neue"/>
            </a:endParaRPr>
          </a:p>
        </p:txBody>
      </p:sp>
      <p:sp>
        <p:nvSpPr>
          <p:cNvPr id="223" name="Circle">
            <a:extLst>
              <a:ext uri="{FF2B5EF4-FFF2-40B4-BE49-F238E27FC236}">
                <a16:creationId xmlns:a16="http://schemas.microsoft.com/office/drawing/2014/main" id="{7DF2B530-1D99-656D-CA9E-BB9E98585686}"/>
              </a:ext>
            </a:extLst>
          </p:cNvPr>
          <p:cNvSpPr/>
          <p:nvPr/>
        </p:nvSpPr>
        <p:spPr>
          <a:xfrm>
            <a:off x="17006264" y="352354"/>
            <a:ext cx="494973" cy="494972"/>
          </a:xfrm>
          <a:prstGeom prst="ellipse">
            <a:avLst/>
          </a:prstGeom>
          <a:gradFill>
            <a:gsLst>
              <a:gs pos="0">
                <a:schemeClr val="accent2"/>
              </a:gs>
              <a:gs pos="100000">
                <a:schemeClr val="accent1"/>
              </a:gs>
            </a:gsLst>
            <a:lin ang="5400000"/>
          </a:gradFill>
          <a:ln w="12700">
            <a:miter lim="400000"/>
          </a:ln>
        </p:spPr>
        <p:txBody>
          <a:bodyPr lIns="0" tIns="0" rIns="0" bIns="0" anchor="ctr"/>
          <a:lstStyle/>
          <a:p>
            <a:pPr marL="0" marR="0" lvl="0" indent="0" algn="ctr" defTabSz="8255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 kumimoji="0" sz="32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Helvetica Neue Medium"/>
              <a:sym typeface="Helvetica Neue Medium"/>
            </a:endParaRPr>
          </a:p>
        </p:txBody>
      </p:sp>
      <p:sp>
        <p:nvSpPr>
          <p:cNvPr id="224" name="Circle">
            <a:extLst>
              <a:ext uri="{FF2B5EF4-FFF2-40B4-BE49-F238E27FC236}">
                <a16:creationId xmlns:a16="http://schemas.microsoft.com/office/drawing/2014/main" id="{D68FD4CC-0BD6-57E5-F9E8-C5305F13E6C7}"/>
              </a:ext>
            </a:extLst>
          </p:cNvPr>
          <p:cNvSpPr/>
          <p:nvPr/>
        </p:nvSpPr>
        <p:spPr>
          <a:xfrm>
            <a:off x="-564062" y="1321716"/>
            <a:ext cx="1150610" cy="1150611"/>
          </a:xfrm>
          <a:prstGeom prst="ellipse">
            <a:avLst/>
          </a:prstGeom>
          <a:gradFill>
            <a:gsLst>
              <a:gs pos="0">
                <a:schemeClr val="accent2"/>
              </a:gs>
              <a:gs pos="100000">
                <a:schemeClr val="accent1"/>
              </a:gs>
            </a:gsLst>
            <a:lin ang="5400000"/>
          </a:gradFill>
          <a:ln w="12700">
            <a:miter lim="400000"/>
          </a:ln>
        </p:spPr>
        <p:txBody>
          <a:bodyPr lIns="0" tIns="0" rIns="0" bIns="0" anchor="ctr"/>
          <a:lstStyle/>
          <a:p>
            <a:pPr marL="0" marR="0" lvl="0" indent="0" algn="ctr" defTabSz="8255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 kumimoji="0" sz="32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Helvetica Neue Medium"/>
              <a:sym typeface="Helvetica Neue Medium"/>
            </a:endParaRPr>
          </a:p>
        </p:txBody>
      </p:sp>
      <p:sp>
        <p:nvSpPr>
          <p:cNvPr id="225" name="TOPIC #1 - $100 ANSWER">
            <a:extLst>
              <a:ext uri="{FF2B5EF4-FFF2-40B4-BE49-F238E27FC236}">
                <a16:creationId xmlns:a16="http://schemas.microsoft.com/office/drawing/2014/main" id="{F49B2AD3-CEFC-8C38-8CB4-E2BEE9BD3423}"/>
              </a:ext>
            </a:extLst>
          </p:cNvPr>
          <p:cNvSpPr txBox="1"/>
          <p:nvPr/>
        </p:nvSpPr>
        <p:spPr>
          <a:xfrm>
            <a:off x="1318646" y="1076284"/>
            <a:ext cx="23992454" cy="164147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50800" tIns="50800" rIns="50800" bIns="50800" anchor="ctr">
            <a:spAutoFit/>
          </a:bodyPr>
          <a:lstStyle/>
          <a:p>
            <a:pPr marL="0" marR="0" lvl="0" indent="0" algn="l" defTabSz="8255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0000" b="0">
                <a:solidFill>
                  <a:srgbClr val="F6C543"/>
                </a:solidFill>
                <a:latin typeface="Impact"/>
                <a:ea typeface="Impact"/>
                <a:cs typeface="Impact"/>
                <a:sym typeface="Impact"/>
              </a:defRPr>
            </a:pPr>
            <a:r>
              <a:rPr kumimoji="0" lang="en-US" altLang="zh-CN" sz="10000" b="0" i="0" u="none" strike="noStrike" kern="0" cap="none" spc="0" normalizeH="0" baseline="0" noProof="0" dirty="0">
                <a:ln>
                  <a:noFill/>
                </a:ln>
                <a:solidFill>
                  <a:srgbClr val="F6C542"/>
                </a:solidFill>
                <a:effectLst/>
                <a:uLnTx/>
                <a:uFillTx/>
                <a:latin typeface="Impact"/>
                <a:sym typeface="Impact"/>
              </a:rPr>
              <a:t>UNIT #</a:t>
            </a:r>
            <a:r>
              <a:rPr kumimoji="0" lang="en-US" altLang="zh-CN" sz="10000" b="0" i="0" u="none" strike="noStrike" kern="0" cap="none" spc="0" normalizeH="0" baseline="0" noProof="0" dirty="0">
                <a:ln>
                  <a:noFill/>
                </a:ln>
                <a:solidFill>
                  <a:srgbClr val="F6C543"/>
                </a:solidFill>
                <a:effectLst/>
                <a:uLnTx/>
                <a:uFillTx/>
                <a:latin typeface="Impact"/>
                <a:sym typeface="Impact"/>
              </a:rPr>
              <a:t> </a:t>
            </a:r>
            <a:r>
              <a:rPr kumimoji="0" lang="en-US" altLang="zh-CN" sz="10000" b="0" i="0" u="none" strike="noStrike" kern="0" cap="none" spc="0" normalizeH="0" baseline="0" noProof="0" dirty="0">
                <a:ln>
                  <a:noFill/>
                </a:ln>
                <a:solidFill>
                  <a:srgbClr val="F6C542"/>
                </a:solidFill>
                <a:effectLst/>
                <a:uLnTx/>
                <a:uFillTx/>
                <a:latin typeface="Impact"/>
                <a:sym typeface="Impact"/>
              </a:rPr>
              <a:t>4 </a:t>
            </a:r>
            <a:r>
              <a:rPr kumimoji="0" lang="en-US" altLang="zh-CN" sz="100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Impact"/>
                <a:sym typeface="Impact"/>
              </a:rPr>
              <a:t>–</a:t>
            </a:r>
            <a:r>
              <a:rPr kumimoji="0" lang="zh-CN" altLang="en-US" sz="10000" b="0" i="0" u="none" strike="noStrike" kern="0" cap="none" spc="0" normalizeH="0" baseline="0" noProof="0" dirty="0">
                <a:ln>
                  <a:noFill/>
                </a:ln>
                <a:solidFill>
                  <a:srgbClr val="F6C543"/>
                </a:solidFill>
                <a:effectLst/>
                <a:uLnTx/>
                <a:uFillTx/>
                <a:latin typeface="华文楷体" panose="02010600040101010101" pitchFamily="2" charset="-122"/>
                <a:ea typeface="华文楷体" panose="02010600040101010101" pitchFamily="2" charset="-122"/>
                <a:sym typeface="Impact"/>
              </a:rPr>
              <a:t>组合体视图之切割法</a:t>
            </a:r>
            <a:endParaRPr kumimoji="0" lang="zh-CN" altLang="en-US" sz="100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华文楷体" panose="02010600040101010101" pitchFamily="2" charset="-122"/>
              <a:ea typeface="华文楷体" panose="02010600040101010101" pitchFamily="2" charset="-122"/>
              <a:sym typeface="Impact"/>
            </a:endParaRPr>
          </a:p>
        </p:txBody>
      </p:sp>
      <p:sp>
        <p:nvSpPr>
          <p:cNvPr id="226" name="Shape">
            <a:extLst>
              <a:ext uri="{FF2B5EF4-FFF2-40B4-BE49-F238E27FC236}">
                <a16:creationId xmlns:a16="http://schemas.microsoft.com/office/drawing/2014/main" id="{D1686528-D7CB-35F0-59D2-CD8769D6E180}"/>
              </a:ext>
            </a:extLst>
          </p:cNvPr>
          <p:cNvSpPr/>
          <p:nvPr/>
        </p:nvSpPr>
        <p:spPr>
          <a:xfrm>
            <a:off x="-306915" y="8239797"/>
            <a:ext cx="1046530" cy="104640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9679" h="20595" extrusionOk="0">
                <a:moveTo>
                  <a:pt x="9839" y="0"/>
                </a:moveTo>
                <a:cubicBezTo>
                  <a:pt x="7321" y="0"/>
                  <a:pt x="4802" y="1006"/>
                  <a:pt x="2881" y="3017"/>
                </a:cubicBezTo>
                <a:cubicBezTo>
                  <a:pt x="-961" y="7038"/>
                  <a:pt x="-961" y="13557"/>
                  <a:pt x="2881" y="17578"/>
                </a:cubicBezTo>
                <a:cubicBezTo>
                  <a:pt x="6724" y="21600"/>
                  <a:pt x="12954" y="21600"/>
                  <a:pt x="16797" y="17578"/>
                </a:cubicBezTo>
                <a:cubicBezTo>
                  <a:pt x="20639" y="13557"/>
                  <a:pt x="20639" y="7038"/>
                  <a:pt x="16797" y="3017"/>
                </a:cubicBezTo>
                <a:cubicBezTo>
                  <a:pt x="14876" y="1006"/>
                  <a:pt x="12357" y="0"/>
                  <a:pt x="9839" y="0"/>
                </a:cubicBezTo>
                <a:close/>
                <a:moveTo>
                  <a:pt x="9839" y="2649"/>
                </a:moveTo>
                <a:cubicBezTo>
                  <a:pt x="11709" y="2649"/>
                  <a:pt x="13580" y="3397"/>
                  <a:pt x="15007" y="4890"/>
                </a:cubicBezTo>
                <a:cubicBezTo>
                  <a:pt x="17861" y="7877"/>
                  <a:pt x="17861" y="12718"/>
                  <a:pt x="15007" y="15705"/>
                </a:cubicBezTo>
                <a:cubicBezTo>
                  <a:pt x="12153" y="18692"/>
                  <a:pt x="7525" y="18692"/>
                  <a:pt x="4671" y="15705"/>
                </a:cubicBezTo>
                <a:cubicBezTo>
                  <a:pt x="1817" y="12718"/>
                  <a:pt x="1817" y="7877"/>
                  <a:pt x="4671" y="4890"/>
                </a:cubicBezTo>
                <a:cubicBezTo>
                  <a:pt x="6098" y="3397"/>
                  <a:pt x="7969" y="2649"/>
                  <a:pt x="9839" y="2649"/>
                </a:cubicBezTo>
                <a:close/>
              </a:path>
            </a:pathLst>
          </a:custGeom>
          <a:gradFill>
            <a:gsLst>
              <a:gs pos="0">
                <a:schemeClr val="accent2"/>
              </a:gs>
              <a:gs pos="100000">
                <a:schemeClr val="accent1"/>
              </a:gs>
            </a:gsLst>
            <a:lin ang="5400000"/>
          </a:gradFill>
          <a:ln w="12700">
            <a:miter lim="400000"/>
          </a:ln>
        </p:spPr>
        <p:txBody>
          <a:bodyPr lIns="0" tIns="0" rIns="0" bIns="0" anchor="ctr"/>
          <a:lstStyle/>
          <a:p>
            <a:pPr marL="0" marR="0" lvl="0" indent="0" algn="ctr" defTabSz="8255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 kumimoji="0" sz="32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Helvetica Neue Medium"/>
              <a:sym typeface="Helvetica Neue Medium"/>
            </a:endParaRPr>
          </a:p>
        </p:txBody>
      </p:sp>
      <p:sp>
        <p:nvSpPr>
          <p:cNvPr id="227" name="Shape">
            <a:extLst>
              <a:ext uri="{FF2B5EF4-FFF2-40B4-BE49-F238E27FC236}">
                <a16:creationId xmlns:a16="http://schemas.microsoft.com/office/drawing/2014/main" id="{401B8F46-11BB-6CED-9F95-D65267E535C2}"/>
              </a:ext>
            </a:extLst>
          </p:cNvPr>
          <p:cNvSpPr/>
          <p:nvPr/>
        </p:nvSpPr>
        <p:spPr>
          <a:xfrm>
            <a:off x="19865947" y="2060686"/>
            <a:ext cx="2330506" cy="233022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9679" h="20595" extrusionOk="0">
                <a:moveTo>
                  <a:pt x="9839" y="0"/>
                </a:moveTo>
                <a:cubicBezTo>
                  <a:pt x="7321" y="0"/>
                  <a:pt x="4802" y="1006"/>
                  <a:pt x="2881" y="3017"/>
                </a:cubicBezTo>
                <a:cubicBezTo>
                  <a:pt x="-961" y="7038"/>
                  <a:pt x="-961" y="13557"/>
                  <a:pt x="2881" y="17578"/>
                </a:cubicBezTo>
                <a:cubicBezTo>
                  <a:pt x="6724" y="21600"/>
                  <a:pt x="12954" y="21600"/>
                  <a:pt x="16797" y="17578"/>
                </a:cubicBezTo>
                <a:cubicBezTo>
                  <a:pt x="20639" y="13557"/>
                  <a:pt x="20639" y="7038"/>
                  <a:pt x="16797" y="3017"/>
                </a:cubicBezTo>
                <a:cubicBezTo>
                  <a:pt x="14876" y="1006"/>
                  <a:pt x="12357" y="0"/>
                  <a:pt x="9839" y="0"/>
                </a:cubicBezTo>
                <a:close/>
                <a:moveTo>
                  <a:pt x="9839" y="2649"/>
                </a:moveTo>
                <a:cubicBezTo>
                  <a:pt x="11709" y="2649"/>
                  <a:pt x="13580" y="3397"/>
                  <a:pt x="15007" y="4890"/>
                </a:cubicBezTo>
                <a:cubicBezTo>
                  <a:pt x="17861" y="7877"/>
                  <a:pt x="17861" y="12718"/>
                  <a:pt x="15007" y="15705"/>
                </a:cubicBezTo>
                <a:cubicBezTo>
                  <a:pt x="12153" y="18692"/>
                  <a:pt x="7525" y="18692"/>
                  <a:pt x="4671" y="15705"/>
                </a:cubicBezTo>
                <a:cubicBezTo>
                  <a:pt x="1817" y="12718"/>
                  <a:pt x="1817" y="7877"/>
                  <a:pt x="4671" y="4890"/>
                </a:cubicBezTo>
                <a:cubicBezTo>
                  <a:pt x="6098" y="3397"/>
                  <a:pt x="7969" y="2649"/>
                  <a:pt x="9839" y="2649"/>
                </a:cubicBezTo>
                <a:close/>
              </a:path>
            </a:pathLst>
          </a:custGeom>
          <a:gradFill>
            <a:gsLst>
              <a:gs pos="0">
                <a:schemeClr val="accent2"/>
              </a:gs>
              <a:gs pos="100000">
                <a:schemeClr val="accent1"/>
              </a:gs>
            </a:gsLst>
            <a:lin ang="5400000"/>
          </a:gradFill>
          <a:ln w="12700">
            <a:miter lim="400000"/>
          </a:ln>
        </p:spPr>
        <p:txBody>
          <a:bodyPr lIns="0" tIns="0" rIns="0" bIns="0" anchor="ctr"/>
          <a:lstStyle/>
          <a:p>
            <a:pPr marL="0" marR="0" lvl="0" indent="0" algn="ctr" defTabSz="8255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 kumimoji="0" sz="32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Helvetica Neue Medium"/>
              <a:sym typeface="Helvetica Neue Medium"/>
            </a:endParaRPr>
          </a:p>
        </p:txBody>
      </p:sp>
      <p:sp>
        <p:nvSpPr>
          <p:cNvPr id="228" name="Rounded Rectangle">
            <a:extLst>
              <a:ext uri="{FF2B5EF4-FFF2-40B4-BE49-F238E27FC236}">
                <a16:creationId xmlns:a16="http://schemas.microsoft.com/office/drawing/2014/main" id="{B52FCC78-2121-1D26-563A-DE855C182543}"/>
              </a:ext>
            </a:extLst>
          </p:cNvPr>
          <p:cNvSpPr/>
          <p:nvPr/>
        </p:nvSpPr>
        <p:spPr>
          <a:xfrm>
            <a:off x="1413182" y="3302000"/>
            <a:ext cx="21616294" cy="8897388"/>
          </a:xfrm>
          <a:prstGeom prst="roundRect">
            <a:avLst>
              <a:gd name="adj" fmla="val 2897"/>
            </a:avLst>
          </a:prstGeom>
          <a:solidFill>
            <a:schemeClr val="accent4"/>
          </a:solidFill>
          <a:ln w="12700">
            <a:miter lim="400000"/>
          </a:ln>
          <a:effectLst>
            <a:outerShdw blurRad="558800" dist="71163" dir="5400000" rotWithShape="0">
              <a:srgbClr val="000000">
                <a:alpha val="19617"/>
              </a:srgbClr>
            </a:outerShdw>
          </a:effectLst>
        </p:spPr>
        <p:txBody>
          <a:bodyPr lIns="0" tIns="0" rIns="0" bIns="0" anchor="ctr"/>
          <a:lstStyle/>
          <a:p>
            <a:pPr marL="0" marR="0" lvl="0" indent="0" algn="ctr" defTabSz="8255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 kumimoji="0" sz="32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Helvetica Neue Medium"/>
              <a:sym typeface="Helvetica Neue Medium"/>
            </a:endParaRP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467BEB54-7339-74AD-6316-25886BA5EAF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9615" y="3557763"/>
            <a:ext cx="10915960" cy="8179311"/>
          </a:xfrm>
          <a:prstGeom prst="rect">
            <a:avLst/>
          </a:prstGeom>
        </p:spPr>
      </p:pic>
      <p:pic>
        <p:nvPicPr>
          <p:cNvPr id="8" name="图片 7">
            <a:extLst>
              <a:ext uri="{FF2B5EF4-FFF2-40B4-BE49-F238E27FC236}">
                <a16:creationId xmlns:a16="http://schemas.microsoft.com/office/drawing/2014/main" id="{1E9E3368-B0EF-C821-FC1A-59FD4CCAEC5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944710" y="3522020"/>
            <a:ext cx="11454286" cy="82776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92539205"/>
      </p:ext>
    </p:extLst>
  </p:cSld>
  <p:clrMapOvr>
    <a:masterClrMapping/>
  </p:clrMapOvr>
  <p:transition spd="med"/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76F0028-C7EA-F4D7-31CC-1C42C03C6F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组合体读图</a:t>
            </a:r>
            <a:r>
              <a:rPr lang="en-US" altLang="zh-CN" dirty="0"/>
              <a:t>——</a:t>
            </a:r>
            <a:r>
              <a:rPr lang="zh-CN" altLang="en-US" dirty="0"/>
              <a:t>图线与线框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925321A0-48BB-C38B-D11C-E5B4E3418B2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图线</a:t>
            </a:r>
            <a:endParaRPr lang="en-US" altLang="zh-CN" dirty="0"/>
          </a:p>
          <a:p>
            <a:r>
              <a:rPr lang="zh-CN" altLang="en-US" sz="4800" dirty="0"/>
              <a:t>表面积聚性投影</a:t>
            </a:r>
            <a:endParaRPr lang="en-US" altLang="zh-CN" sz="4800" dirty="0"/>
          </a:p>
          <a:p>
            <a:r>
              <a:rPr lang="zh-CN" altLang="en-US" sz="4800" dirty="0"/>
              <a:t>表面交线投影</a:t>
            </a:r>
            <a:endParaRPr lang="en-US" altLang="zh-CN" sz="4800" dirty="0"/>
          </a:p>
          <a:p>
            <a:r>
              <a:rPr lang="zh-CN" altLang="en-US" sz="4800" dirty="0"/>
              <a:t>曲面投影轮廓线</a:t>
            </a:r>
            <a:endParaRPr lang="en-US" altLang="zh-CN" sz="4800" dirty="0"/>
          </a:p>
          <a:p>
            <a:endParaRPr lang="en-US" altLang="zh-CN" sz="4800" dirty="0"/>
          </a:p>
          <a:p>
            <a:r>
              <a:rPr lang="zh-CN" altLang="en-US" dirty="0"/>
              <a:t>线框</a:t>
            </a:r>
            <a:endParaRPr lang="en-US" altLang="zh-CN" dirty="0"/>
          </a:p>
          <a:p>
            <a:r>
              <a:rPr lang="zh-CN" altLang="en-US" sz="4800" dirty="0"/>
              <a:t>平面投影</a:t>
            </a:r>
            <a:endParaRPr lang="en-US" altLang="zh-CN" sz="4800" dirty="0"/>
          </a:p>
          <a:p>
            <a:r>
              <a:rPr lang="zh-CN" altLang="en-US" sz="4800" dirty="0"/>
              <a:t>曲面投影</a:t>
            </a:r>
            <a:endParaRPr lang="en-US" altLang="zh-CN" sz="4800" dirty="0"/>
          </a:p>
          <a:p>
            <a:r>
              <a:rPr lang="zh-CN" altLang="en-US" sz="4800" dirty="0"/>
              <a:t>孔</a:t>
            </a:r>
            <a:endParaRPr lang="en-US" altLang="zh-CN" sz="4800" dirty="0"/>
          </a:p>
          <a:p>
            <a:r>
              <a:rPr lang="zh-CN" altLang="en-US" sz="4800" dirty="0"/>
              <a:t>光滑过渡表面</a:t>
            </a:r>
            <a:endParaRPr lang="en-US" altLang="zh-CN" sz="4800" dirty="0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CEE57E43-26EA-FEB7-920E-C0B9F79A988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13193" y="3605970"/>
            <a:ext cx="9107870" cy="69581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9335126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BCC7F80-46D4-19BC-2C51-A859FE544F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组合体读图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AB5C7F5-0E17-1060-1008-B0BD6A8784E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注意层次关系</a:t>
            </a:r>
            <a:endParaRPr lang="en-US" altLang="zh-CN" dirty="0"/>
          </a:p>
          <a:p>
            <a:pPr marL="0" indent="0">
              <a:buNone/>
            </a:pPr>
            <a:r>
              <a:rPr lang="zh-CN" altLang="en-US" dirty="0"/>
              <a:t>       根据投影规律分清物体上面的位置高低前后左右、平面或斜面、平面或曲面</a:t>
            </a:r>
            <a:endParaRPr lang="en-US" altLang="zh-CN" dirty="0"/>
          </a:p>
          <a:p>
            <a:pPr marL="0" indent="0">
              <a:buNone/>
            </a:pPr>
            <a:endParaRPr lang="en-US" altLang="zh-CN" dirty="0"/>
          </a:p>
        </p:txBody>
      </p:sp>
      <p:grpSp>
        <p:nvGrpSpPr>
          <p:cNvPr id="4" name="Group 4">
            <a:extLst>
              <a:ext uri="{FF2B5EF4-FFF2-40B4-BE49-F238E27FC236}">
                <a16:creationId xmlns:a16="http://schemas.microsoft.com/office/drawing/2014/main" id="{3D1A8932-0169-1533-B0A4-84D578DA23E4}"/>
              </a:ext>
            </a:extLst>
          </p:cNvPr>
          <p:cNvGrpSpPr>
            <a:grpSpLocks/>
          </p:cNvGrpSpPr>
          <p:nvPr/>
        </p:nvGrpSpPr>
        <p:grpSpPr bwMode="auto">
          <a:xfrm>
            <a:off x="4137859" y="5966520"/>
            <a:ext cx="4362450" cy="5149849"/>
            <a:chOff x="996" y="2462"/>
            <a:chExt cx="990" cy="1169"/>
          </a:xfrm>
        </p:grpSpPr>
        <p:grpSp>
          <p:nvGrpSpPr>
            <p:cNvPr id="5" name="Group 5">
              <a:extLst>
                <a:ext uri="{FF2B5EF4-FFF2-40B4-BE49-F238E27FC236}">
                  <a16:creationId xmlns:a16="http://schemas.microsoft.com/office/drawing/2014/main" id="{2790F17A-DD7C-5B3F-1104-144FCA1D419A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996" y="2462"/>
              <a:ext cx="936" cy="1169"/>
              <a:chOff x="4169" y="958"/>
              <a:chExt cx="936" cy="1169"/>
            </a:xfrm>
          </p:grpSpPr>
          <p:sp>
            <p:nvSpPr>
              <p:cNvPr id="9" name="Freeform 6">
                <a:extLst>
                  <a:ext uri="{FF2B5EF4-FFF2-40B4-BE49-F238E27FC236}">
                    <a16:creationId xmlns:a16="http://schemas.microsoft.com/office/drawing/2014/main" id="{467A6AB6-4569-09ED-7F4B-0725A2F113B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170" y="958"/>
                <a:ext cx="935" cy="567"/>
              </a:xfrm>
              <a:custGeom>
                <a:avLst/>
                <a:gdLst>
                  <a:gd name="T0" fmla="*/ 4 w 1800"/>
                  <a:gd name="T1" fmla="*/ 21 h 1092"/>
                  <a:gd name="T2" fmla="*/ 35 w 1800"/>
                  <a:gd name="T3" fmla="*/ 21 h 1092"/>
                  <a:gd name="T4" fmla="*/ 35 w 1800"/>
                  <a:gd name="T5" fmla="*/ 0 h 1092"/>
                  <a:gd name="T6" fmla="*/ 21 w 1800"/>
                  <a:gd name="T7" fmla="*/ 0 h 1092"/>
                  <a:gd name="T8" fmla="*/ 21 w 1800"/>
                  <a:gd name="T9" fmla="*/ 6 h 1092"/>
                  <a:gd name="T10" fmla="*/ 10 w 1800"/>
                  <a:gd name="T11" fmla="*/ 6 h 1092"/>
                  <a:gd name="T12" fmla="*/ 10 w 1800"/>
                  <a:gd name="T13" fmla="*/ 12 h 1092"/>
                  <a:gd name="T14" fmla="*/ 0 w 1800"/>
                  <a:gd name="T15" fmla="*/ 12 h 1092"/>
                  <a:gd name="T16" fmla="*/ 0 w 1800"/>
                  <a:gd name="T17" fmla="*/ 21 h 1092"/>
                  <a:gd name="T18" fmla="*/ 4 w 1800"/>
                  <a:gd name="T19" fmla="*/ 21 h 1092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w 1800"/>
                  <a:gd name="T31" fmla="*/ 0 h 1092"/>
                  <a:gd name="T32" fmla="*/ 1800 w 1800"/>
                  <a:gd name="T33" fmla="*/ 1092 h 1092"/>
                </a:gdLst>
                <a:ahLst/>
                <a:cxnLst>
                  <a:cxn ang="T20">
                    <a:pos x="T0" y="T1"/>
                  </a:cxn>
                  <a:cxn ang="T21">
                    <a:pos x="T2" y="T3"/>
                  </a:cxn>
                  <a:cxn ang="T22">
                    <a:pos x="T4" y="T5"/>
                  </a:cxn>
                  <a:cxn ang="T23">
                    <a:pos x="T6" y="T7"/>
                  </a:cxn>
                  <a:cxn ang="T24">
                    <a:pos x="T8" y="T9"/>
                  </a:cxn>
                  <a:cxn ang="T25">
                    <a:pos x="T10" y="T11"/>
                  </a:cxn>
                  <a:cxn ang="T26">
                    <a:pos x="T12" y="T13"/>
                  </a:cxn>
                  <a:cxn ang="T27">
                    <a:pos x="T14" y="T15"/>
                  </a:cxn>
                  <a:cxn ang="T28">
                    <a:pos x="T16" y="T17"/>
                  </a:cxn>
                  <a:cxn ang="T29">
                    <a:pos x="T18" y="T19"/>
                  </a:cxn>
                </a:cxnLst>
                <a:rect l="T30" t="T31" r="T32" b="T33"/>
                <a:pathLst>
                  <a:path w="1800" h="1092">
                    <a:moveTo>
                      <a:pt x="180" y="1092"/>
                    </a:moveTo>
                    <a:lnTo>
                      <a:pt x="1800" y="1092"/>
                    </a:lnTo>
                    <a:lnTo>
                      <a:pt x="1800" y="0"/>
                    </a:lnTo>
                    <a:lnTo>
                      <a:pt x="1080" y="0"/>
                    </a:lnTo>
                    <a:lnTo>
                      <a:pt x="1080" y="312"/>
                    </a:lnTo>
                    <a:lnTo>
                      <a:pt x="540" y="312"/>
                    </a:lnTo>
                    <a:lnTo>
                      <a:pt x="540" y="624"/>
                    </a:lnTo>
                    <a:lnTo>
                      <a:pt x="0" y="624"/>
                    </a:lnTo>
                    <a:lnTo>
                      <a:pt x="0" y="1092"/>
                    </a:lnTo>
                    <a:lnTo>
                      <a:pt x="180" y="1092"/>
                    </a:lnTo>
                    <a:close/>
                  </a:path>
                </a:pathLst>
              </a:custGeom>
              <a:solidFill>
                <a:srgbClr val="FFFFFF"/>
              </a:solidFill>
              <a:ln w="28575" cmpd="sng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微软雅黑" pitchFamily="34" charset="-122"/>
                  <a:cs typeface="Times New Roman" pitchFamily="18" charset="0"/>
                </a:endParaRPr>
              </a:p>
            </p:txBody>
          </p:sp>
          <p:sp>
            <p:nvSpPr>
              <p:cNvPr id="10" name="Freeform 7">
                <a:extLst>
                  <a:ext uri="{FF2B5EF4-FFF2-40B4-BE49-F238E27FC236}">
                    <a16:creationId xmlns:a16="http://schemas.microsoft.com/office/drawing/2014/main" id="{7805731A-61E0-8445-F075-4945BB6BCF3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475" y="1140"/>
                <a:ext cx="255" cy="146"/>
              </a:xfrm>
              <a:custGeom>
                <a:avLst/>
                <a:gdLst>
                  <a:gd name="T0" fmla="*/ 0 w 255"/>
                  <a:gd name="T1" fmla="*/ 141 h 147"/>
                  <a:gd name="T2" fmla="*/ 255 w 255"/>
                  <a:gd name="T3" fmla="*/ 141 h 147"/>
                  <a:gd name="T4" fmla="*/ 255 w 255"/>
                  <a:gd name="T5" fmla="*/ 0 h 147"/>
                  <a:gd name="T6" fmla="*/ 0 60000 65536"/>
                  <a:gd name="T7" fmla="*/ 0 60000 65536"/>
                  <a:gd name="T8" fmla="*/ 0 60000 65536"/>
                  <a:gd name="T9" fmla="*/ 0 w 255"/>
                  <a:gd name="T10" fmla="*/ 0 h 147"/>
                  <a:gd name="T11" fmla="*/ 255 w 255"/>
                  <a:gd name="T12" fmla="*/ 147 h 147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255" h="147">
                    <a:moveTo>
                      <a:pt x="0" y="147"/>
                    </a:moveTo>
                    <a:lnTo>
                      <a:pt x="255" y="147"/>
                    </a:lnTo>
                    <a:lnTo>
                      <a:pt x="255" y="0"/>
                    </a:lnTo>
                  </a:path>
                </a:pathLst>
              </a:custGeom>
              <a:noFill/>
              <a:ln w="9525" cap="flat">
                <a:solidFill>
                  <a:schemeClr val="tx1"/>
                </a:solidFill>
                <a:prstDash val="lgDash"/>
                <a:round/>
                <a:headEnd type="none" w="med" len="med"/>
                <a:tailEnd type="none" w="med" len="med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微软雅黑" pitchFamily="34" charset="-122"/>
                  <a:cs typeface="Times New Roman" pitchFamily="18" charset="0"/>
                </a:endParaRPr>
              </a:p>
            </p:txBody>
          </p:sp>
          <p:grpSp>
            <p:nvGrpSpPr>
              <p:cNvPr id="11" name="Group 8">
                <a:extLst>
                  <a:ext uri="{FF2B5EF4-FFF2-40B4-BE49-F238E27FC236}">
                    <a16:creationId xmlns:a16="http://schemas.microsoft.com/office/drawing/2014/main" id="{D3BCB5A4-FB7F-465E-03DD-E39DE33C72B1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169" y="1635"/>
                <a:ext cx="936" cy="492"/>
                <a:chOff x="2814" y="1632"/>
                <a:chExt cx="936" cy="492"/>
              </a:xfrm>
            </p:grpSpPr>
            <p:sp>
              <p:nvSpPr>
                <p:cNvPr id="13" name="Rectangle 9">
                  <a:extLst>
                    <a:ext uri="{FF2B5EF4-FFF2-40B4-BE49-F238E27FC236}">
                      <a16:creationId xmlns:a16="http://schemas.microsoft.com/office/drawing/2014/main" id="{EFB82229-ED2E-9E87-9F82-4C91F74BF363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814" y="1635"/>
                  <a:ext cx="936" cy="489"/>
                </a:xfrm>
                <a:prstGeom prst="rect">
                  <a:avLst/>
                </a:prstGeom>
                <a:noFill/>
                <a:ln w="28575">
                  <a:solidFill>
                    <a:schemeClr val="tx1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/>
                <a:p>
                  <a:pPr algn="l" defTabSz="1828800" hangingPunct="1"/>
                  <a:endParaRPr lang="zh-CN" altLang="en-US" sz="3600" b="0" kern="1200">
                    <a:solidFill>
                      <a:prstClr val="black"/>
                    </a:solidFill>
                    <a:latin typeface="等线" panose="020F0502020204030204"/>
                    <a:ea typeface="微软雅黑" pitchFamily="34" charset="-122"/>
                    <a:cs typeface="Times New Roman" pitchFamily="18" charset="0"/>
                  </a:endParaRPr>
                </a:p>
              </p:txBody>
            </p:sp>
            <p:sp>
              <p:nvSpPr>
                <p:cNvPr id="14" name="Freeform 10">
                  <a:extLst>
                    <a:ext uri="{FF2B5EF4-FFF2-40B4-BE49-F238E27FC236}">
                      <a16:creationId xmlns:a16="http://schemas.microsoft.com/office/drawing/2014/main" id="{48AD1368-EFED-31F0-1883-CC2EF4F3B0CF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095" y="1878"/>
                  <a:ext cx="655" cy="243"/>
                </a:xfrm>
                <a:custGeom>
                  <a:avLst/>
                  <a:gdLst>
                    <a:gd name="T0" fmla="*/ 655 w 655"/>
                    <a:gd name="T1" fmla="*/ 0 h 225"/>
                    <a:gd name="T2" fmla="*/ 0 w 655"/>
                    <a:gd name="T3" fmla="*/ 1 h 225"/>
                    <a:gd name="T4" fmla="*/ 1 w 655"/>
                    <a:gd name="T5" fmla="*/ 356 h 225"/>
                    <a:gd name="T6" fmla="*/ 0 60000 65536"/>
                    <a:gd name="T7" fmla="*/ 0 60000 65536"/>
                    <a:gd name="T8" fmla="*/ 0 60000 65536"/>
                    <a:gd name="T9" fmla="*/ 0 w 655"/>
                    <a:gd name="T10" fmla="*/ 0 h 225"/>
                    <a:gd name="T11" fmla="*/ 655 w 655"/>
                    <a:gd name="T12" fmla="*/ 225 h 225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655" h="225">
                      <a:moveTo>
                        <a:pt x="655" y="0"/>
                      </a:moveTo>
                      <a:lnTo>
                        <a:pt x="0" y="1"/>
                      </a:lnTo>
                      <a:lnTo>
                        <a:pt x="1" y="225"/>
                      </a:lnTo>
                    </a:path>
                  </a:pathLst>
                </a:custGeom>
                <a:noFill/>
                <a:ln w="28575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pPr algn="l" defTabSz="1828800" hangingPunct="1"/>
                  <a:endParaRPr lang="zh-CN" altLang="en-US" sz="3600" b="0" kern="1200">
                    <a:solidFill>
                      <a:prstClr val="black"/>
                    </a:solidFill>
                    <a:latin typeface="等线" panose="020F0502020204030204"/>
                    <a:ea typeface="微软雅黑" pitchFamily="34" charset="-122"/>
                    <a:cs typeface="Times New Roman" pitchFamily="18" charset="0"/>
                  </a:endParaRPr>
                </a:p>
              </p:txBody>
            </p:sp>
            <p:sp>
              <p:nvSpPr>
                <p:cNvPr id="15" name="Line 11">
                  <a:extLst>
                    <a:ext uri="{FF2B5EF4-FFF2-40B4-BE49-F238E27FC236}">
                      <a16:creationId xmlns:a16="http://schemas.microsoft.com/office/drawing/2014/main" id="{824D7E2C-99B8-561D-6BC7-B3CA080BE543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378" y="1632"/>
                  <a:ext cx="0" cy="240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pPr algn="l" defTabSz="1828800" hangingPunct="1"/>
                  <a:endParaRPr lang="zh-CN" altLang="en-US" sz="3600" b="0" kern="1200">
                    <a:solidFill>
                      <a:prstClr val="black"/>
                    </a:solidFill>
                    <a:latin typeface="等线" panose="020F0502020204030204"/>
                    <a:ea typeface="微软雅黑" pitchFamily="34" charset="-122"/>
                    <a:cs typeface="Times New Roman" pitchFamily="18" charset="0"/>
                  </a:endParaRPr>
                </a:p>
              </p:txBody>
            </p:sp>
          </p:grpSp>
          <p:sp>
            <p:nvSpPr>
              <p:cNvPr id="12" name="Line 12">
                <a:extLst>
                  <a:ext uri="{FF2B5EF4-FFF2-40B4-BE49-F238E27FC236}">
                    <a16:creationId xmlns:a16="http://schemas.microsoft.com/office/drawing/2014/main" id="{E76CC985-F18B-26B5-D796-2642AF75983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455" y="1119"/>
                <a:ext cx="648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微软雅黑" pitchFamily="34" charset="-122"/>
                  <a:cs typeface="Times New Roman" pitchFamily="18" charset="0"/>
                </a:endParaRPr>
              </a:p>
            </p:txBody>
          </p:sp>
        </p:grpSp>
        <p:sp>
          <p:nvSpPr>
            <p:cNvPr id="6" name="Text Box 13">
              <a:extLst>
                <a:ext uri="{FF2B5EF4-FFF2-40B4-BE49-F238E27FC236}">
                  <a16:creationId xmlns:a16="http://schemas.microsoft.com/office/drawing/2014/main" id="{1D1F5697-A10A-4E2A-380B-5E0177CB285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646" y="3152"/>
              <a:ext cx="340" cy="14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charset="0"/>
                  <a:ea typeface="黑体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charset="0"/>
                  <a:ea typeface="黑体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charset="0"/>
                  <a:ea typeface="黑体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charset="0"/>
                  <a:ea typeface="黑体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charset="0"/>
                  <a:ea typeface="黑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黑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黑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黑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黑体" pitchFamily="2" charset="-122"/>
                </a:defRPr>
              </a:lvl9pPr>
            </a:lstStyle>
            <a:p>
              <a:pPr algn="l" defTabSz="1828800" hangingPunct="1">
                <a:spcBef>
                  <a:spcPct val="50000"/>
                </a:spcBef>
              </a:pPr>
              <a:r>
                <a:rPr lang="en-US" altLang="zh-CN" sz="3600" i="1" kern="1200">
                  <a:solidFill>
                    <a:srgbClr val="0033CC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Times New Roman" pitchFamily="18" charset="0"/>
                  <a:ea typeface="微软雅黑" pitchFamily="34" charset="-122"/>
                  <a:cs typeface="Times New Roman" pitchFamily="18" charset="0"/>
                </a:rPr>
                <a:t>1</a:t>
              </a:r>
            </a:p>
          </p:txBody>
        </p:sp>
        <p:sp>
          <p:nvSpPr>
            <p:cNvPr id="7" name="Text Box 14">
              <a:extLst>
                <a:ext uri="{FF2B5EF4-FFF2-40B4-BE49-F238E27FC236}">
                  <a16:creationId xmlns:a16="http://schemas.microsoft.com/office/drawing/2014/main" id="{9C23E3BA-CC5B-DF00-CFF4-5DC8A1CBF5C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092" y="3158"/>
              <a:ext cx="340" cy="14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charset="0"/>
                  <a:ea typeface="黑体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charset="0"/>
                  <a:ea typeface="黑体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charset="0"/>
                  <a:ea typeface="黑体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charset="0"/>
                  <a:ea typeface="黑体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charset="0"/>
                  <a:ea typeface="黑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黑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黑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黑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黑体" pitchFamily="2" charset="-122"/>
                </a:defRPr>
              </a:lvl9pPr>
            </a:lstStyle>
            <a:p>
              <a:pPr algn="l" defTabSz="1828800" hangingPunct="1">
                <a:spcBef>
                  <a:spcPct val="50000"/>
                </a:spcBef>
              </a:pPr>
              <a:r>
                <a:rPr lang="en-US" altLang="zh-CN" sz="3600" i="1" kern="1200">
                  <a:solidFill>
                    <a:srgbClr val="0033CC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Times New Roman" pitchFamily="18" charset="0"/>
                  <a:ea typeface="微软雅黑" pitchFamily="34" charset="-122"/>
                  <a:cs typeface="Times New Roman" pitchFamily="18" charset="0"/>
                </a:rPr>
                <a:t>2</a:t>
              </a:r>
            </a:p>
          </p:txBody>
        </p:sp>
        <p:sp>
          <p:nvSpPr>
            <p:cNvPr id="8" name="Text Box 15">
              <a:extLst>
                <a:ext uri="{FF2B5EF4-FFF2-40B4-BE49-F238E27FC236}">
                  <a16:creationId xmlns:a16="http://schemas.microsoft.com/office/drawing/2014/main" id="{52CD7C56-B960-51E4-09AE-D39A29844AA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498" y="3392"/>
              <a:ext cx="340" cy="14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charset="0"/>
                  <a:ea typeface="黑体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charset="0"/>
                  <a:ea typeface="黑体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charset="0"/>
                  <a:ea typeface="黑体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charset="0"/>
                  <a:ea typeface="黑体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charset="0"/>
                  <a:ea typeface="黑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黑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黑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黑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黑体" pitchFamily="2" charset="-122"/>
                </a:defRPr>
              </a:lvl9pPr>
            </a:lstStyle>
            <a:p>
              <a:pPr algn="l" defTabSz="1828800" hangingPunct="1">
                <a:spcBef>
                  <a:spcPct val="50000"/>
                </a:spcBef>
              </a:pPr>
              <a:r>
                <a:rPr lang="en-US" altLang="zh-CN" sz="3600" i="1" kern="1200">
                  <a:solidFill>
                    <a:srgbClr val="0033CC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Times New Roman" pitchFamily="18" charset="0"/>
                  <a:ea typeface="微软雅黑" pitchFamily="34" charset="-122"/>
                  <a:cs typeface="Times New Roman" pitchFamily="18" charset="0"/>
                </a:rPr>
                <a:t>3</a:t>
              </a:r>
            </a:p>
          </p:txBody>
        </p:sp>
      </p:grpSp>
      <p:grpSp>
        <p:nvGrpSpPr>
          <p:cNvPr id="16" name="Group 19">
            <a:extLst>
              <a:ext uri="{FF2B5EF4-FFF2-40B4-BE49-F238E27FC236}">
                <a16:creationId xmlns:a16="http://schemas.microsoft.com/office/drawing/2014/main" id="{FF10C054-6AB6-4F0C-229C-9D880C1778BC}"/>
              </a:ext>
            </a:extLst>
          </p:cNvPr>
          <p:cNvGrpSpPr>
            <a:grpSpLocks/>
          </p:cNvGrpSpPr>
          <p:nvPr/>
        </p:nvGrpSpPr>
        <p:grpSpPr bwMode="auto">
          <a:xfrm>
            <a:off x="14023591" y="6043614"/>
            <a:ext cx="4362450" cy="5149849"/>
            <a:chOff x="3491" y="2455"/>
            <a:chExt cx="990" cy="1169"/>
          </a:xfrm>
        </p:grpSpPr>
        <p:sp>
          <p:nvSpPr>
            <p:cNvPr id="17" name="Freeform 20">
              <a:extLst>
                <a:ext uri="{FF2B5EF4-FFF2-40B4-BE49-F238E27FC236}">
                  <a16:creationId xmlns:a16="http://schemas.microsoft.com/office/drawing/2014/main" id="{542FC4CD-94AB-18DD-7CA8-0F88596E713D}"/>
                </a:ext>
              </a:extLst>
            </p:cNvPr>
            <p:cNvSpPr>
              <a:spLocks/>
            </p:cNvSpPr>
            <p:nvPr/>
          </p:nvSpPr>
          <p:spPr bwMode="auto">
            <a:xfrm>
              <a:off x="3492" y="2455"/>
              <a:ext cx="935" cy="567"/>
            </a:xfrm>
            <a:custGeom>
              <a:avLst/>
              <a:gdLst>
                <a:gd name="T0" fmla="*/ 940 w 934"/>
                <a:gd name="T1" fmla="*/ 567 h 567"/>
                <a:gd name="T2" fmla="*/ 939 w 934"/>
                <a:gd name="T3" fmla="*/ 161 h 567"/>
                <a:gd name="T4" fmla="*/ 566 w 934"/>
                <a:gd name="T5" fmla="*/ 0 h 567"/>
                <a:gd name="T6" fmla="*/ 280 w 934"/>
                <a:gd name="T7" fmla="*/ 162 h 567"/>
                <a:gd name="T8" fmla="*/ 0 w 934"/>
                <a:gd name="T9" fmla="*/ 324 h 567"/>
                <a:gd name="T10" fmla="*/ 0 w 934"/>
                <a:gd name="T11" fmla="*/ 567 h 567"/>
                <a:gd name="T12" fmla="*/ 940 w 934"/>
                <a:gd name="T13" fmla="*/ 567 h 567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934"/>
                <a:gd name="T22" fmla="*/ 0 h 567"/>
                <a:gd name="T23" fmla="*/ 934 w 934"/>
                <a:gd name="T24" fmla="*/ 567 h 567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934" h="567">
                  <a:moveTo>
                    <a:pt x="934" y="567"/>
                  </a:moveTo>
                  <a:lnTo>
                    <a:pt x="933" y="161"/>
                  </a:lnTo>
                  <a:lnTo>
                    <a:pt x="560" y="0"/>
                  </a:lnTo>
                  <a:lnTo>
                    <a:pt x="280" y="162"/>
                  </a:lnTo>
                  <a:lnTo>
                    <a:pt x="0" y="324"/>
                  </a:lnTo>
                  <a:lnTo>
                    <a:pt x="0" y="567"/>
                  </a:lnTo>
                  <a:lnTo>
                    <a:pt x="934" y="567"/>
                  </a:lnTo>
                  <a:close/>
                </a:path>
              </a:pathLst>
            </a:custGeom>
            <a:solidFill>
              <a:srgbClr val="FFFFFF"/>
            </a:solidFill>
            <a:ln w="28575" cmpd="sng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微软雅黑" pitchFamily="34" charset="-122"/>
                <a:cs typeface="Times New Roman" pitchFamily="18" charset="0"/>
              </a:endParaRPr>
            </a:p>
          </p:txBody>
        </p:sp>
        <p:grpSp>
          <p:nvGrpSpPr>
            <p:cNvPr id="18" name="Group 21">
              <a:extLst>
                <a:ext uri="{FF2B5EF4-FFF2-40B4-BE49-F238E27FC236}">
                  <a16:creationId xmlns:a16="http://schemas.microsoft.com/office/drawing/2014/main" id="{FBD85179-7949-6A63-1450-782E79CFD2E5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491" y="3132"/>
              <a:ext cx="936" cy="492"/>
              <a:chOff x="2814" y="1632"/>
              <a:chExt cx="936" cy="492"/>
            </a:xfrm>
          </p:grpSpPr>
          <p:sp>
            <p:nvSpPr>
              <p:cNvPr id="23" name="Rectangle 22">
                <a:extLst>
                  <a:ext uri="{FF2B5EF4-FFF2-40B4-BE49-F238E27FC236}">
                    <a16:creationId xmlns:a16="http://schemas.microsoft.com/office/drawing/2014/main" id="{AEE4FD18-1633-0C94-833F-DBF4C4E66C7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814" y="1635"/>
                <a:ext cx="936" cy="489"/>
              </a:xfrm>
              <a:prstGeom prst="rect">
                <a:avLst/>
              </a:prstGeom>
              <a:noFill/>
              <a:ln w="28575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微软雅黑" pitchFamily="34" charset="-122"/>
                  <a:cs typeface="Times New Roman" pitchFamily="18" charset="0"/>
                </a:endParaRPr>
              </a:p>
            </p:txBody>
          </p:sp>
          <p:sp>
            <p:nvSpPr>
              <p:cNvPr id="24" name="Freeform 23">
                <a:extLst>
                  <a:ext uri="{FF2B5EF4-FFF2-40B4-BE49-F238E27FC236}">
                    <a16:creationId xmlns:a16="http://schemas.microsoft.com/office/drawing/2014/main" id="{A31AE5EB-FBA2-3458-F3B0-0F02F4EA0AE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095" y="1878"/>
                <a:ext cx="655" cy="243"/>
              </a:xfrm>
              <a:custGeom>
                <a:avLst/>
                <a:gdLst>
                  <a:gd name="T0" fmla="*/ 655 w 655"/>
                  <a:gd name="T1" fmla="*/ 0 h 225"/>
                  <a:gd name="T2" fmla="*/ 0 w 655"/>
                  <a:gd name="T3" fmla="*/ 1 h 225"/>
                  <a:gd name="T4" fmla="*/ 1 w 655"/>
                  <a:gd name="T5" fmla="*/ 356 h 225"/>
                  <a:gd name="T6" fmla="*/ 0 60000 65536"/>
                  <a:gd name="T7" fmla="*/ 0 60000 65536"/>
                  <a:gd name="T8" fmla="*/ 0 60000 65536"/>
                  <a:gd name="T9" fmla="*/ 0 w 655"/>
                  <a:gd name="T10" fmla="*/ 0 h 225"/>
                  <a:gd name="T11" fmla="*/ 655 w 655"/>
                  <a:gd name="T12" fmla="*/ 225 h 225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655" h="225">
                    <a:moveTo>
                      <a:pt x="655" y="0"/>
                    </a:moveTo>
                    <a:lnTo>
                      <a:pt x="0" y="1"/>
                    </a:lnTo>
                    <a:lnTo>
                      <a:pt x="1" y="225"/>
                    </a:lnTo>
                  </a:path>
                </a:pathLst>
              </a:custGeom>
              <a:noFill/>
              <a:ln w="2857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微软雅黑" pitchFamily="34" charset="-122"/>
                  <a:cs typeface="Times New Roman" pitchFamily="18" charset="0"/>
                </a:endParaRPr>
              </a:p>
            </p:txBody>
          </p:sp>
          <p:sp>
            <p:nvSpPr>
              <p:cNvPr id="25" name="Line 24">
                <a:extLst>
                  <a:ext uri="{FF2B5EF4-FFF2-40B4-BE49-F238E27FC236}">
                    <a16:creationId xmlns:a16="http://schemas.microsoft.com/office/drawing/2014/main" id="{AEBD2D0C-F43F-9669-2A63-FD76D48D974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378" y="1632"/>
                <a:ext cx="0" cy="24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微软雅黑" pitchFamily="34" charset="-122"/>
                  <a:cs typeface="Times New Roman" pitchFamily="18" charset="0"/>
                </a:endParaRPr>
              </a:p>
            </p:txBody>
          </p:sp>
        </p:grpSp>
        <p:sp>
          <p:nvSpPr>
            <p:cNvPr id="19" name="Line 25">
              <a:extLst>
                <a:ext uri="{FF2B5EF4-FFF2-40B4-BE49-F238E27FC236}">
                  <a16:creationId xmlns:a16="http://schemas.microsoft.com/office/drawing/2014/main" id="{70FD7C22-FE06-7BD5-E784-F250D6E2B66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777" y="2616"/>
              <a:ext cx="648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微软雅黑" pitchFamily="34" charset="-122"/>
                <a:cs typeface="Times New Roman" pitchFamily="18" charset="0"/>
              </a:endParaRPr>
            </a:p>
          </p:txBody>
        </p:sp>
        <p:sp>
          <p:nvSpPr>
            <p:cNvPr id="20" name="Text Box 26">
              <a:extLst>
                <a:ext uri="{FF2B5EF4-FFF2-40B4-BE49-F238E27FC236}">
                  <a16:creationId xmlns:a16="http://schemas.microsoft.com/office/drawing/2014/main" id="{66416A24-12F9-08D6-2339-CA1F2F581D7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141" y="3145"/>
              <a:ext cx="340" cy="14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charset="0"/>
                  <a:ea typeface="黑体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charset="0"/>
                  <a:ea typeface="黑体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charset="0"/>
                  <a:ea typeface="黑体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charset="0"/>
                  <a:ea typeface="黑体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charset="0"/>
                  <a:ea typeface="黑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黑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黑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黑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黑体" pitchFamily="2" charset="-122"/>
                </a:defRPr>
              </a:lvl9pPr>
            </a:lstStyle>
            <a:p>
              <a:pPr algn="l" defTabSz="1828800" hangingPunct="1">
                <a:spcBef>
                  <a:spcPct val="50000"/>
                </a:spcBef>
              </a:pPr>
              <a:r>
                <a:rPr lang="en-US" altLang="zh-CN" sz="3600" i="1" kern="1200">
                  <a:solidFill>
                    <a:srgbClr val="0033CC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Times New Roman" pitchFamily="18" charset="0"/>
                  <a:ea typeface="微软雅黑" pitchFamily="34" charset="-122"/>
                  <a:cs typeface="Times New Roman" pitchFamily="18" charset="0"/>
                </a:rPr>
                <a:t>1</a:t>
              </a:r>
            </a:p>
          </p:txBody>
        </p:sp>
        <p:sp>
          <p:nvSpPr>
            <p:cNvPr id="21" name="Text Box 27">
              <a:extLst>
                <a:ext uri="{FF2B5EF4-FFF2-40B4-BE49-F238E27FC236}">
                  <a16:creationId xmlns:a16="http://schemas.microsoft.com/office/drawing/2014/main" id="{CCA81A70-483C-3352-4D4F-9919C8607AA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587" y="3151"/>
              <a:ext cx="340" cy="14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charset="0"/>
                  <a:ea typeface="黑体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charset="0"/>
                  <a:ea typeface="黑体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charset="0"/>
                  <a:ea typeface="黑体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charset="0"/>
                  <a:ea typeface="黑体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charset="0"/>
                  <a:ea typeface="黑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黑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黑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黑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黑体" pitchFamily="2" charset="-122"/>
                </a:defRPr>
              </a:lvl9pPr>
            </a:lstStyle>
            <a:p>
              <a:pPr algn="l" defTabSz="1828800" hangingPunct="1">
                <a:spcBef>
                  <a:spcPct val="50000"/>
                </a:spcBef>
              </a:pPr>
              <a:r>
                <a:rPr lang="en-US" altLang="zh-CN" sz="3600" i="1" kern="1200">
                  <a:solidFill>
                    <a:srgbClr val="0033CC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Times New Roman" pitchFamily="18" charset="0"/>
                  <a:ea typeface="微软雅黑" pitchFamily="34" charset="-122"/>
                  <a:cs typeface="Times New Roman" pitchFamily="18" charset="0"/>
                </a:rPr>
                <a:t>2</a:t>
              </a:r>
            </a:p>
          </p:txBody>
        </p:sp>
        <p:sp>
          <p:nvSpPr>
            <p:cNvPr id="22" name="Text Box 28">
              <a:extLst>
                <a:ext uri="{FF2B5EF4-FFF2-40B4-BE49-F238E27FC236}">
                  <a16:creationId xmlns:a16="http://schemas.microsoft.com/office/drawing/2014/main" id="{03B49DBD-7219-795F-5309-71BB73348D5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993" y="3385"/>
              <a:ext cx="340" cy="14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charset="0"/>
                  <a:ea typeface="黑体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charset="0"/>
                  <a:ea typeface="黑体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charset="0"/>
                  <a:ea typeface="黑体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charset="0"/>
                  <a:ea typeface="黑体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charset="0"/>
                  <a:ea typeface="黑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黑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黑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黑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黑体" pitchFamily="2" charset="-122"/>
                </a:defRPr>
              </a:lvl9pPr>
            </a:lstStyle>
            <a:p>
              <a:pPr algn="l" defTabSz="1828800" hangingPunct="1">
                <a:spcBef>
                  <a:spcPct val="50000"/>
                </a:spcBef>
              </a:pPr>
              <a:r>
                <a:rPr lang="en-US" altLang="zh-CN" sz="3600" i="1" kern="1200">
                  <a:solidFill>
                    <a:srgbClr val="0033CC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Times New Roman" pitchFamily="18" charset="0"/>
                  <a:ea typeface="微软雅黑" pitchFamily="34" charset="-122"/>
                  <a:cs typeface="Times New Roman" pitchFamily="18" charset="0"/>
                </a:rPr>
                <a:t>3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7641196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6DE3AB4-AB1A-2D12-0353-0FFA134907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组合体读图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C3693CD1-CA09-1DA8-8F72-4F35C15FE70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20730" y="2602772"/>
            <a:ext cx="21669440" cy="9813244"/>
          </a:xfrm>
        </p:spPr>
        <p:txBody>
          <a:bodyPr/>
          <a:lstStyle/>
          <a:p>
            <a:r>
              <a:rPr lang="zh-CN" altLang="en-US" dirty="0">
                <a:solidFill>
                  <a:srgbClr val="FF0000"/>
                </a:solidFill>
              </a:rPr>
              <a:t>倾斜平面相仿性（边数、凹凸性、点的连接顺序）</a:t>
            </a:r>
            <a:endParaRPr lang="en-US" altLang="zh-CN" dirty="0">
              <a:solidFill>
                <a:srgbClr val="FF0000"/>
              </a:solidFill>
            </a:endParaRPr>
          </a:p>
          <a:p>
            <a:r>
              <a:rPr lang="zh-CN" altLang="en-US" dirty="0"/>
              <a:t>线段平行关系</a:t>
            </a:r>
            <a:endParaRPr lang="en-US" altLang="zh-CN" dirty="0"/>
          </a:p>
        </p:txBody>
      </p:sp>
      <p:sp>
        <p:nvSpPr>
          <p:cNvPr id="563" name="Freeform 2">
            <a:extLst>
              <a:ext uri="{FF2B5EF4-FFF2-40B4-BE49-F238E27FC236}">
                <a16:creationId xmlns:a16="http://schemas.microsoft.com/office/drawing/2014/main" id="{FF8B941A-904E-B364-EE07-F003EE1AF010}"/>
              </a:ext>
            </a:extLst>
          </p:cNvPr>
          <p:cNvSpPr>
            <a:spLocks/>
          </p:cNvSpPr>
          <p:nvPr/>
        </p:nvSpPr>
        <p:spPr bwMode="auto">
          <a:xfrm>
            <a:off x="4527551" y="9401694"/>
            <a:ext cx="3867150" cy="561976"/>
          </a:xfrm>
          <a:custGeom>
            <a:avLst/>
            <a:gdLst>
              <a:gd name="T0" fmla="*/ 0 w 1032"/>
              <a:gd name="T1" fmla="*/ 2147483647 h 150"/>
              <a:gd name="T2" fmla="*/ 2147483647 w 1032"/>
              <a:gd name="T3" fmla="*/ 2147483647 h 150"/>
              <a:gd name="T4" fmla="*/ 2147483647 w 1032"/>
              <a:gd name="T5" fmla="*/ 2147483647 h 150"/>
              <a:gd name="T6" fmla="*/ 2147483647 w 1032"/>
              <a:gd name="T7" fmla="*/ 2147483647 h 150"/>
              <a:gd name="T8" fmla="*/ 2147483647 w 1032"/>
              <a:gd name="T9" fmla="*/ 2147483647 h 150"/>
              <a:gd name="T10" fmla="*/ 2147483647 w 1032"/>
              <a:gd name="T11" fmla="*/ 2147483647 h 150"/>
              <a:gd name="T12" fmla="*/ 2147483647 w 1032"/>
              <a:gd name="T13" fmla="*/ 2147483647 h 150"/>
              <a:gd name="T14" fmla="*/ 2147483647 w 1032"/>
              <a:gd name="T15" fmla="*/ 2147483647 h 150"/>
              <a:gd name="T16" fmla="*/ 2147483647 w 1032"/>
              <a:gd name="T17" fmla="*/ 2147483647 h 150"/>
              <a:gd name="T18" fmla="*/ 2147483647 w 1032"/>
              <a:gd name="T19" fmla="*/ 2147483647 h 150"/>
              <a:gd name="T20" fmla="*/ 2147483647 w 1032"/>
              <a:gd name="T21" fmla="*/ 2147483647 h 150"/>
              <a:gd name="T22" fmla="*/ 2147483647 w 1032"/>
              <a:gd name="T23" fmla="*/ 0 h 150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  <a:gd name="T36" fmla="*/ 0 w 1032"/>
              <a:gd name="T37" fmla="*/ 0 h 150"/>
              <a:gd name="T38" fmla="*/ 1032 w 1032"/>
              <a:gd name="T39" fmla="*/ 150 h 150"/>
            </a:gdLst>
            <a:ahLst/>
            <a:cxnLst>
              <a:cxn ang="T24">
                <a:pos x="T0" y="T1"/>
              </a:cxn>
              <a:cxn ang="T25">
                <a:pos x="T2" y="T3"/>
              </a:cxn>
              <a:cxn ang="T26">
                <a:pos x="T4" y="T5"/>
              </a:cxn>
              <a:cxn ang="T27">
                <a:pos x="T6" y="T7"/>
              </a:cxn>
              <a:cxn ang="T28">
                <a:pos x="T8" y="T9"/>
              </a:cxn>
              <a:cxn ang="T29">
                <a:pos x="T10" y="T11"/>
              </a:cxn>
              <a:cxn ang="T30">
                <a:pos x="T12" y="T13"/>
              </a:cxn>
              <a:cxn ang="T31">
                <a:pos x="T14" y="T15"/>
              </a:cxn>
              <a:cxn ang="T32">
                <a:pos x="T16" y="T17"/>
              </a:cxn>
              <a:cxn ang="T33">
                <a:pos x="T18" y="T19"/>
              </a:cxn>
              <a:cxn ang="T34">
                <a:pos x="T20" y="T21"/>
              </a:cxn>
              <a:cxn ang="T35">
                <a:pos x="T22" y="T23"/>
              </a:cxn>
            </a:cxnLst>
            <a:rect l="T36" t="T37" r="T38" b="T39"/>
            <a:pathLst>
              <a:path w="1032" h="150">
                <a:moveTo>
                  <a:pt x="0" y="45"/>
                </a:moveTo>
                <a:lnTo>
                  <a:pt x="129" y="45"/>
                </a:lnTo>
                <a:lnTo>
                  <a:pt x="129" y="141"/>
                </a:lnTo>
                <a:lnTo>
                  <a:pt x="258" y="144"/>
                </a:lnTo>
                <a:lnTo>
                  <a:pt x="417" y="60"/>
                </a:lnTo>
                <a:lnTo>
                  <a:pt x="621" y="60"/>
                </a:lnTo>
                <a:lnTo>
                  <a:pt x="789" y="147"/>
                </a:lnTo>
                <a:lnTo>
                  <a:pt x="912" y="150"/>
                </a:lnTo>
                <a:lnTo>
                  <a:pt x="915" y="45"/>
                </a:lnTo>
                <a:lnTo>
                  <a:pt x="1032" y="42"/>
                </a:lnTo>
                <a:lnTo>
                  <a:pt x="1032" y="6"/>
                </a:lnTo>
                <a:lnTo>
                  <a:pt x="9" y="0"/>
                </a:lnTo>
              </a:path>
            </a:pathLst>
          </a:custGeom>
          <a:solidFill>
            <a:srgbClr val="FFCC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pPr algn="l" defTabSz="1828800" hangingPunct="1"/>
            <a:endParaRPr lang="zh-CN" altLang="en-US" sz="3600" b="0" kern="1200">
              <a:solidFill>
                <a:prstClr val="black"/>
              </a:solidFill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564" name="Freeform 3">
            <a:extLst>
              <a:ext uri="{FF2B5EF4-FFF2-40B4-BE49-F238E27FC236}">
                <a16:creationId xmlns:a16="http://schemas.microsoft.com/office/drawing/2014/main" id="{2339E31B-22E9-C2DD-C0B6-64FFFD632A17}"/>
              </a:ext>
            </a:extLst>
          </p:cNvPr>
          <p:cNvSpPr>
            <a:spLocks/>
          </p:cNvSpPr>
          <p:nvPr/>
        </p:nvSpPr>
        <p:spPr bwMode="auto">
          <a:xfrm>
            <a:off x="11836400" y="9382645"/>
            <a:ext cx="3927476" cy="555626"/>
          </a:xfrm>
          <a:custGeom>
            <a:avLst/>
            <a:gdLst>
              <a:gd name="T0" fmla="*/ 2147483647 w 1046"/>
              <a:gd name="T1" fmla="*/ 2147483647 h 148"/>
              <a:gd name="T2" fmla="*/ 2147483647 w 1046"/>
              <a:gd name="T3" fmla="*/ 2147483647 h 148"/>
              <a:gd name="T4" fmla="*/ 2147483647 w 1046"/>
              <a:gd name="T5" fmla="*/ 2147483647 h 148"/>
              <a:gd name="T6" fmla="*/ 2147483647 w 1046"/>
              <a:gd name="T7" fmla="*/ 2147483647 h 148"/>
              <a:gd name="T8" fmla="*/ 2147483647 w 1046"/>
              <a:gd name="T9" fmla="*/ 2147483647 h 148"/>
              <a:gd name="T10" fmla="*/ 2147483647 w 1046"/>
              <a:gd name="T11" fmla="*/ 2147483647 h 148"/>
              <a:gd name="T12" fmla="*/ 2147483647 w 1046"/>
              <a:gd name="T13" fmla="*/ 2147483647 h 148"/>
              <a:gd name="T14" fmla="*/ 2147483647 w 1046"/>
              <a:gd name="T15" fmla="*/ 2147483647 h 148"/>
              <a:gd name="T16" fmla="*/ 2147483647 w 1046"/>
              <a:gd name="T17" fmla="*/ 2147483647 h 148"/>
              <a:gd name="T18" fmla="*/ 0 w 1046"/>
              <a:gd name="T19" fmla="*/ 0 h 148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w 1046"/>
              <a:gd name="T31" fmla="*/ 0 h 148"/>
              <a:gd name="T32" fmla="*/ 1046 w 1046"/>
              <a:gd name="T33" fmla="*/ 148 h 148"/>
            </a:gdLst>
            <a:ahLst/>
            <a:cxnLst>
              <a:cxn ang="T20">
                <a:pos x="T0" y="T1"/>
              </a:cxn>
              <a:cxn ang="T21">
                <a:pos x="T2" y="T3"/>
              </a:cxn>
              <a:cxn ang="T22">
                <a:pos x="T4" y="T5"/>
              </a:cxn>
              <a:cxn ang="T23">
                <a:pos x="T6" y="T7"/>
              </a:cxn>
              <a:cxn ang="T24">
                <a:pos x="T8" y="T9"/>
              </a:cxn>
              <a:cxn ang="T25">
                <a:pos x="T10" y="T11"/>
              </a:cxn>
              <a:cxn ang="T26">
                <a:pos x="T12" y="T13"/>
              </a:cxn>
              <a:cxn ang="T27">
                <a:pos x="T14" y="T15"/>
              </a:cxn>
              <a:cxn ang="T28">
                <a:pos x="T16" y="T17"/>
              </a:cxn>
              <a:cxn ang="T29">
                <a:pos x="T18" y="T19"/>
              </a:cxn>
            </a:cxnLst>
            <a:rect l="T30" t="T31" r="T32" b="T33"/>
            <a:pathLst>
              <a:path w="1046" h="148">
                <a:moveTo>
                  <a:pt x="141" y="43"/>
                </a:moveTo>
                <a:lnTo>
                  <a:pt x="142" y="148"/>
                </a:lnTo>
                <a:lnTo>
                  <a:pt x="270" y="148"/>
                </a:lnTo>
                <a:lnTo>
                  <a:pt x="430" y="66"/>
                </a:lnTo>
                <a:lnTo>
                  <a:pt x="632" y="66"/>
                </a:lnTo>
                <a:lnTo>
                  <a:pt x="804" y="148"/>
                </a:lnTo>
                <a:lnTo>
                  <a:pt x="924" y="148"/>
                </a:lnTo>
                <a:lnTo>
                  <a:pt x="927" y="43"/>
                </a:lnTo>
                <a:lnTo>
                  <a:pt x="1046" y="4"/>
                </a:lnTo>
                <a:lnTo>
                  <a:pt x="0" y="0"/>
                </a:lnTo>
              </a:path>
            </a:pathLst>
          </a:custGeom>
          <a:solidFill>
            <a:srgbClr val="FFCC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pPr algn="l" defTabSz="1828800" hangingPunct="1"/>
            <a:endParaRPr lang="zh-CN" altLang="en-US" sz="3600" b="0" kern="1200">
              <a:solidFill>
                <a:prstClr val="black"/>
              </a:solidFill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  <p:grpSp>
        <p:nvGrpSpPr>
          <p:cNvPr id="565" name="Group 8">
            <a:extLst>
              <a:ext uri="{FF2B5EF4-FFF2-40B4-BE49-F238E27FC236}">
                <a16:creationId xmlns:a16="http://schemas.microsoft.com/office/drawing/2014/main" id="{FC25F643-F9A1-A389-3984-BCD1FCE2EDBD}"/>
              </a:ext>
            </a:extLst>
          </p:cNvPr>
          <p:cNvGrpSpPr>
            <a:grpSpLocks/>
          </p:cNvGrpSpPr>
          <p:nvPr/>
        </p:nvGrpSpPr>
        <p:grpSpPr bwMode="auto">
          <a:xfrm>
            <a:off x="4657727" y="5147194"/>
            <a:ext cx="1857374" cy="3228976"/>
            <a:chOff x="1883" y="2314"/>
            <a:chExt cx="495" cy="861"/>
          </a:xfrm>
        </p:grpSpPr>
        <p:grpSp>
          <p:nvGrpSpPr>
            <p:cNvPr id="566" name="Group 9">
              <a:extLst>
                <a:ext uri="{FF2B5EF4-FFF2-40B4-BE49-F238E27FC236}">
                  <a16:creationId xmlns:a16="http://schemas.microsoft.com/office/drawing/2014/main" id="{D994B48B-2F01-78D2-C01E-435B97FA192F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211" y="2314"/>
              <a:ext cx="141" cy="89"/>
              <a:chOff x="1528" y="2828"/>
              <a:chExt cx="141" cy="89"/>
            </a:xfrm>
          </p:grpSpPr>
          <p:sp>
            <p:nvSpPr>
              <p:cNvPr id="572" name="Freeform 10">
                <a:extLst>
                  <a:ext uri="{FF2B5EF4-FFF2-40B4-BE49-F238E27FC236}">
                    <a16:creationId xmlns:a16="http://schemas.microsoft.com/office/drawing/2014/main" id="{433EB44F-F816-8139-2285-177BBE3CB7F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559" y="2832"/>
                <a:ext cx="3" cy="83"/>
              </a:xfrm>
              <a:custGeom>
                <a:avLst/>
                <a:gdLst>
                  <a:gd name="T0" fmla="*/ 0 w 8"/>
                  <a:gd name="T1" fmla="*/ 0 h 580"/>
                  <a:gd name="T2" fmla="*/ 0 w 8"/>
                  <a:gd name="T3" fmla="*/ 0 h 580"/>
                  <a:gd name="T4" fmla="*/ 0 w 8"/>
                  <a:gd name="T5" fmla="*/ 0 h 580"/>
                  <a:gd name="T6" fmla="*/ 0 w 8"/>
                  <a:gd name="T7" fmla="*/ 0 h 580"/>
                  <a:gd name="T8" fmla="*/ 0 w 8"/>
                  <a:gd name="T9" fmla="*/ 0 h 58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8"/>
                  <a:gd name="T16" fmla="*/ 0 h 580"/>
                  <a:gd name="T17" fmla="*/ 8 w 8"/>
                  <a:gd name="T18" fmla="*/ 580 h 580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8" h="580">
                    <a:moveTo>
                      <a:pt x="3" y="0"/>
                    </a:moveTo>
                    <a:lnTo>
                      <a:pt x="8" y="498"/>
                    </a:lnTo>
                    <a:lnTo>
                      <a:pt x="3" y="580"/>
                    </a:lnTo>
                    <a:lnTo>
                      <a:pt x="0" y="544"/>
                    </a:lnTo>
                    <a:lnTo>
                      <a:pt x="3" y="504"/>
                    </a:lnTo>
                  </a:path>
                </a:pathLst>
              </a:custGeom>
              <a:noFill/>
              <a:ln w="0">
                <a:solidFill>
                  <a:srgbClr val="0000FF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573" name="Freeform 11">
                <a:extLst>
                  <a:ext uri="{FF2B5EF4-FFF2-40B4-BE49-F238E27FC236}">
                    <a16:creationId xmlns:a16="http://schemas.microsoft.com/office/drawing/2014/main" id="{1A39D9B3-71C4-43D3-3BC9-FBCFACEF6DD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538" y="2828"/>
                <a:ext cx="41" cy="7"/>
              </a:xfrm>
              <a:custGeom>
                <a:avLst/>
                <a:gdLst>
                  <a:gd name="T0" fmla="*/ 0 w 304"/>
                  <a:gd name="T1" fmla="*/ 0 h 51"/>
                  <a:gd name="T2" fmla="*/ 0 w 304"/>
                  <a:gd name="T3" fmla="*/ 0 h 51"/>
                  <a:gd name="T4" fmla="*/ 0 w 304"/>
                  <a:gd name="T5" fmla="*/ 0 h 51"/>
                  <a:gd name="T6" fmla="*/ 0 w 304"/>
                  <a:gd name="T7" fmla="*/ 0 h 51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304"/>
                  <a:gd name="T13" fmla="*/ 0 h 51"/>
                  <a:gd name="T14" fmla="*/ 304 w 304"/>
                  <a:gd name="T15" fmla="*/ 51 h 51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304" h="51">
                    <a:moveTo>
                      <a:pt x="0" y="51"/>
                    </a:moveTo>
                    <a:lnTo>
                      <a:pt x="304" y="5"/>
                    </a:lnTo>
                    <a:lnTo>
                      <a:pt x="293" y="0"/>
                    </a:lnTo>
                    <a:lnTo>
                      <a:pt x="263" y="11"/>
                    </a:lnTo>
                  </a:path>
                </a:pathLst>
              </a:custGeom>
              <a:noFill/>
              <a:ln w="0">
                <a:solidFill>
                  <a:srgbClr val="0000FF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574" name="Freeform 12">
                <a:extLst>
                  <a:ext uri="{FF2B5EF4-FFF2-40B4-BE49-F238E27FC236}">
                    <a16:creationId xmlns:a16="http://schemas.microsoft.com/office/drawing/2014/main" id="{0BCE7E46-3611-658D-28B5-822D44ABCB2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528" y="2864"/>
                <a:ext cx="61" cy="10"/>
              </a:xfrm>
              <a:custGeom>
                <a:avLst/>
                <a:gdLst>
                  <a:gd name="T0" fmla="*/ 0 w 426"/>
                  <a:gd name="T1" fmla="*/ 0 h 72"/>
                  <a:gd name="T2" fmla="*/ 0 w 426"/>
                  <a:gd name="T3" fmla="*/ 0 h 72"/>
                  <a:gd name="T4" fmla="*/ 0 w 426"/>
                  <a:gd name="T5" fmla="*/ 0 h 72"/>
                  <a:gd name="T6" fmla="*/ 0 w 426"/>
                  <a:gd name="T7" fmla="*/ 0 h 72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426"/>
                  <a:gd name="T13" fmla="*/ 0 h 72"/>
                  <a:gd name="T14" fmla="*/ 426 w 426"/>
                  <a:gd name="T15" fmla="*/ 72 h 72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426" h="72">
                    <a:moveTo>
                      <a:pt x="0" y="72"/>
                    </a:moveTo>
                    <a:lnTo>
                      <a:pt x="426" y="6"/>
                    </a:lnTo>
                    <a:lnTo>
                      <a:pt x="406" y="0"/>
                    </a:lnTo>
                    <a:lnTo>
                      <a:pt x="377" y="16"/>
                    </a:lnTo>
                  </a:path>
                </a:pathLst>
              </a:custGeom>
              <a:noFill/>
              <a:ln w="0">
                <a:solidFill>
                  <a:srgbClr val="0000FF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575" name="Freeform 13">
                <a:extLst>
                  <a:ext uri="{FF2B5EF4-FFF2-40B4-BE49-F238E27FC236}">
                    <a16:creationId xmlns:a16="http://schemas.microsoft.com/office/drawing/2014/main" id="{529AC67A-366E-4CDD-FE30-F543415866C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568" y="2839"/>
                <a:ext cx="9" cy="24"/>
              </a:xfrm>
              <a:custGeom>
                <a:avLst/>
                <a:gdLst>
                  <a:gd name="T0" fmla="*/ 0 w 62"/>
                  <a:gd name="T1" fmla="*/ 0 h 163"/>
                  <a:gd name="T2" fmla="*/ 0 w 62"/>
                  <a:gd name="T3" fmla="*/ 0 h 163"/>
                  <a:gd name="T4" fmla="*/ 0 w 62"/>
                  <a:gd name="T5" fmla="*/ 0 h 163"/>
                  <a:gd name="T6" fmla="*/ 0 60000 65536"/>
                  <a:gd name="T7" fmla="*/ 0 60000 65536"/>
                  <a:gd name="T8" fmla="*/ 0 60000 65536"/>
                  <a:gd name="T9" fmla="*/ 0 w 62"/>
                  <a:gd name="T10" fmla="*/ 0 h 163"/>
                  <a:gd name="T11" fmla="*/ 62 w 62"/>
                  <a:gd name="T12" fmla="*/ 163 h 163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62" h="163">
                    <a:moveTo>
                      <a:pt x="62" y="0"/>
                    </a:moveTo>
                    <a:lnTo>
                      <a:pt x="62" y="36"/>
                    </a:lnTo>
                    <a:lnTo>
                      <a:pt x="0" y="163"/>
                    </a:lnTo>
                  </a:path>
                </a:pathLst>
              </a:custGeom>
              <a:noFill/>
              <a:ln w="0">
                <a:solidFill>
                  <a:srgbClr val="0000FF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576" name="Freeform 14">
                <a:extLst>
                  <a:ext uri="{FF2B5EF4-FFF2-40B4-BE49-F238E27FC236}">
                    <a16:creationId xmlns:a16="http://schemas.microsoft.com/office/drawing/2014/main" id="{47EDD35B-9D8E-53F5-E584-92BD566AC17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541" y="2845"/>
                <a:ext cx="6" cy="16"/>
              </a:xfrm>
              <a:custGeom>
                <a:avLst/>
                <a:gdLst>
                  <a:gd name="T0" fmla="*/ 0 w 40"/>
                  <a:gd name="T1" fmla="*/ 0 h 117"/>
                  <a:gd name="T2" fmla="*/ 0 w 40"/>
                  <a:gd name="T3" fmla="*/ 0 h 117"/>
                  <a:gd name="T4" fmla="*/ 0 w 40"/>
                  <a:gd name="T5" fmla="*/ 0 h 117"/>
                  <a:gd name="T6" fmla="*/ 0 60000 65536"/>
                  <a:gd name="T7" fmla="*/ 0 60000 65536"/>
                  <a:gd name="T8" fmla="*/ 0 60000 65536"/>
                  <a:gd name="T9" fmla="*/ 0 w 40"/>
                  <a:gd name="T10" fmla="*/ 0 h 117"/>
                  <a:gd name="T11" fmla="*/ 40 w 40"/>
                  <a:gd name="T12" fmla="*/ 117 h 117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40" h="117">
                    <a:moveTo>
                      <a:pt x="0" y="0"/>
                    </a:moveTo>
                    <a:lnTo>
                      <a:pt x="37" y="82"/>
                    </a:lnTo>
                    <a:lnTo>
                      <a:pt x="40" y="117"/>
                    </a:lnTo>
                  </a:path>
                </a:pathLst>
              </a:custGeom>
              <a:noFill/>
              <a:ln w="0">
                <a:solidFill>
                  <a:srgbClr val="0000FF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577" name="Freeform 15">
                <a:extLst>
                  <a:ext uri="{FF2B5EF4-FFF2-40B4-BE49-F238E27FC236}">
                    <a16:creationId xmlns:a16="http://schemas.microsoft.com/office/drawing/2014/main" id="{32BA2A6E-7437-0A94-17F9-956A10E5C00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602" y="2828"/>
                <a:ext cx="21" cy="29"/>
              </a:xfrm>
              <a:custGeom>
                <a:avLst/>
                <a:gdLst>
                  <a:gd name="T0" fmla="*/ 0 w 150"/>
                  <a:gd name="T1" fmla="*/ 0 h 204"/>
                  <a:gd name="T2" fmla="*/ 0 w 150"/>
                  <a:gd name="T3" fmla="*/ 0 h 204"/>
                  <a:gd name="T4" fmla="*/ 0 w 150"/>
                  <a:gd name="T5" fmla="*/ 0 h 204"/>
                  <a:gd name="T6" fmla="*/ 0 w 150"/>
                  <a:gd name="T7" fmla="*/ 0 h 204"/>
                  <a:gd name="T8" fmla="*/ 0 w 150"/>
                  <a:gd name="T9" fmla="*/ 0 h 204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50"/>
                  <a:gd name="T16" fmla="*/ 0 h 204"/>
                  <a:gd name="T17" fmla="*/ 150 w 150"/>
                  <a:gd name="T18" fmla="*/ 204 h 204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50" h="204">
                    <a:moveTo>
                      <a:pt x="150" y="0"/>
                    </a:moveTo>
                    <a:lnTo>
                      <a:pt x="105" y="67"/>
                    </a:lnTo>
                    <a:lnTo>
                      <a:pt x="68" y="123"/>
                    </a:lnTo>
                    <a:lnTo>
                      <a:pt x="23" y="179"/>
                    </a:lnTo>
                    <a:lnTo>
                      <a:pt x="0" y="204"/>
                    </a:lnTo>
                  </a:path>
                </a:pathLst>
              </a:custGeom>
              <a:noFill/>
              <a:ln w="0">
                <a:solidFill>
                  <a:srgbClr val="0000FF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578" name="Freeform 16">
                <a:extLst>
                  <a:ext uri="{FF2B5EF4-FFF2-40B4-BE49-F238E27FC236}">
                    <a16:creationId xmlns:a16="http://schemas.microsoft.com/office/drawing/2014/main" id="{DCADB47C-F836-3ACC-F66B-EA294651FB9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596" y="2849"/>
                <a:ext cx="30" cy="35"/>
              </a:xfrm>
              <a:custGeom>
                <a:avLst/>
                <a:gdLst>
                  <a:gd name="T0" fmla="*/ 0 w 215"/>
                  <a:gd name="T1" fmla="*/ 0 h 245"/>
                  <a:gd name="T2" fmla="*/ 0 w 215"/>
                  <a:gd name="T3" fmla="*/ 0 h 245"/>
                  <a:gd name="T4" fmla="*/ 0 w 215"/>
                  <a:gd name="T5" fmla="*/ 0 h 245"/>
                  <a:gd name="T6" fmla="*/ 0 w 215"/>
                  <a:gd name="T7" fmla="*/ 0 h 245"/>
                  <a:gd name="T8" fmla="*/ 0 w 215"/>
                  <a:gd name="T9" fmla="*/ 0 h 245"/>
                  <a:gd name="T10" fmla="*/ 0 w 215"/>
                  <a:gd name="T11" fmla="*/ 0 h 245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215"/>
                  <a:gd name="T19" fmla="*/ 0 h 245"/>
                  <a:gd name="T20" fmla="*/ 215 w 215"/>
                  <a:gd name="T21" fmla="*/ 245 h 245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215" h="245">
                    <a:moveTo>
                      <a:pt x="215" y="0"/>
                    </a:moveTo>
                    <a:lnTo>
                      <a:pt x="183" y="52"/>
                    </a:lnTo>
                    <a:lnTo>
                      <a:pt x="142" y="107"/>
                    </a:lnTo>
                    <a:lnTo>
                      <a:pt x="86" y="163"/>
                    </a:lnTo>
                    <a:lnTo>
                      <a:pt x="44" y="205"/>
                    </a:lnTo>
                    <a:lnTo>
                      <a:pt x="0" y="245"/>
                    </a:lnTo>
                  </a:path>
                </a:pathLst>
              </a:custGeom>
              <a:noFill/>
              <a:ln w="0">
                <a:solidFill>
                  <a:srgbClr val="0000FF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579" name="Freeform 17">
                <a:extLst>
                  <a:ext uri="{FF2B5EF4-FFF2-40B4-BE49-F238E27FC236}">
                    <a16:creationId xmlns:a16="http://schemas.microsoft.com/office/drawing/2014/main" id="{8D74DDF2-0EA6-29E0-3988-45BB4065F45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617" y="2864"/>
                <a:ext cx="1" cy="53"/>
              </a:xfrm>
              <a:custGeom>
                <a:avLst/>
                <a:gdLst>
                  <a:gd name="T0" fmla="*/ 0 w 8"/>
                  <a:gd name="T1" fmla="*/ 0 h 371"/>
                  <a:gd name="T2" fmla="*/ 0 w 8"/>
                  <a:gd name="T3" fmla="*/ 0 h 371"/>
                  <a:gd name="T4" fmla="*/ 0 w 8"/>
                  <a:gd name="T5" fmla="*/ 0 h 371"/>
                  <a:gd name="T6" fmla="*/ 0 w 8"/>
                  <a:gd name="T7" fmla="*/ 0 h 371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8"/>
                  <a:gd name="T13" fmla="*/ 0 h 371"/>
                  <a:gd name="T14" fmla="*/ 8 w 8"/>
                  <a:gd name="T15" fmla="*/ 371 h 371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8" h="371">
                    <a:moveTo>
                      <a:pt x="8" y="0"/>
                    </a:moveTo>
                    <a:lnTo>
                      <a:pt x="8" y="371"/>
                    </a:lnTo>
                    <a:lnTo>
                      <a:pt x="0" y="335"/>
                    </a:lnTo>
                    <a:lnTo>
                      <a:pt x="8" y="269"/>
                    </a:lnTo>
                  </a:path>
                </a:pathLst>
              </a:custGeom>
              <a:noFill/>
              <a:ln w="0">
                <a:solidFill>
                  <a:srgbClr val="0000FF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580" name="Freeform 18">
                <a:extLst>
                  <a:ext uri="{FF2B5EF4-FFF2-40B4-BE49-F238E27FC236}">
                    <a16:creationId xmlns:a16="http://schemas.microsoft.com/office/drawing/2014/main" id="{2BBA4BDF-A2F8-F068-04D0-2CC2567D619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635" y="2834"/>
                <a:ext cx="26" cy="5"/>
              </a:xfrm>
              <a:custGeom>
                <a:avLst/>
                <a:gdLst>
                  <a:gd name="T0" fmla="*/ 0 w 183"/>
                  <a:gd name="T1" fmla="*/ 0 h 36"/>
                  <a:gd name="T2" fmla="*/ 0 w 183"/>
                  <a:gd name="T3" fmla="*/ 0 h 36"/>
                  <a:gd name="T4" fmla="*/ 0 w 183"/>
                  <a:gd name="T5" fmla="*/ 0 h 36"/>
                  <a:gd name="T6" fmla="*/ 0 w 183"/>
                  <a:gd name="T7" fmla="*/ 0 h 36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183"/>
                  <a:gd name="T13" fmla="*/ 0 h 36"/>
                  <a:gd name="T14" fmla="*/ 183 w 183"/>
                  <a:gd name="T15" fmla="*/ 36 h 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183" h="36">
                    <a:moveTo>
                      <a:pt x="0" y="36"/>
                    </a:moveTo>
                    <a:lnTo>
                      <a:pt x="183" y="5"/>
                    </a:lnTo>
                    <a:lnTo>
                      <a:pt x="163" y="0"/>
                    </a:lnTo>
                    <a:lnTo>
                      <a:pt x="138" y="10"/>
                    </a:lnTo>
                  </a:path>
                </a:pathLst>
              </a:custGeom>
              <a:noFill/>
              <a:ln w="0">
                <a:solidFill>
                  <a:srgbClr val="0000FF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581" name="Freeform 19">
                <a:extLst>
                  <a:ext uri="{FF2B5EF4-FFF2-40B4-BE49-F238E27FC236}">
                    <a16:creationId xmlns:a16="http://schemas.microsoft.com/office/drawing/2014/main" id="{0CF3BF13-3BB1-1CCE-CED3-50C8BCB709F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628" y="2855"/>
                <a:ext cx="41" cy="8"/>
              </a:xfrm>
              <a:custGeom>
                <a:avLst/>
                <a:gdLst>
                  <a:gd name="T0" fmla="*/ 0 w 292"/>
                  <a:gd name="T1" fmla="*/ 0 h 55"/>
                  <a:gd name="T2" fmla="*/ 0 w 292"/>
                  <a:gd name="T3" fmla="*/ 0 h 55"/>
                  <a:gd name="T4" fmla="*/ 0 w 292"/>
                  <a:gd name="T5" fmla="*/ 0 h 55"/>
                  <a:gd name="T6" fmla="*/ 0 w 292"/>
                  <a:gd name="T7" fmla="*/ 0 h 55"/>
                  <a:gd name="T8" fmla="*/ 0 w 292"/>
                  <a:gd name="T9" fmla="*/ 0 h 55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92"/>
                  <a:gd name="T16" fmla="*/ 0 h 55"/>
                  <a:gd name="T17" fmla="*/ 292 w 292"/>
                  <a:gd name="T18" fmla="*/ 55 h 55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92" h="55">
                    <a:moveTo>
                      <a:pt x="0" y="55"/>
                    </a:moveTo>
                    <a:lnTo>
                      <a:pt x="292" y="10"/>
                    </a:lnTo>
                    <a:lnTo>
                      <a:pt x="271" y="4"/>
                    </a:lnTo>
                    <a:lnTo>
                      <a:pt x="276" y="0"/>
                    </a:lnTo>
                    <a:lnTo>
                      <a:pt x="256" y="10"/>
                    </a:lnTo>
                  </a:path>
                </a:pathLst>
              </a:custGeom>
              <a:noFill/>
              <a:ln w="0">
                <a:solidFill>
                  <a:srgbClr val="0000FF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582" name="Freeform 20">
                <a:extLst>
                  <a:ext uri="{FF2B5EF4-FFF2-40B4-BE49-F238E27FC236}">
                    <a16:creationId xmlns:a16="http://schemas.microsoft.com/office/drawing/2014/main" id="{122BC41C-5D5C-FE06-8C6D-CB50C13169F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641" y="2859"/>
                <a:ext cx="12" cy="58"/>
              </a:xfrm>
              <a:custGeom>
                <a:avLst/>
                <a:gdLst>
                  <a:gd name="T0" fmla="*/ 0 w 81"/>
                  <a:gd name="T1" fmla="*/ 0 h 406"/>
                  <a:gd name="T2" fmla="*/ 0 w 81"/>
                  <a:gd name="T3" fmla="*/ 0 h 406"/>
                  <a:gd name="T4" fmla="*/ 0 w 81"/>
                  <a:gd name="T5" fmla="*/ 0 h 406"/>
                  <a:gd name="T6" fmla="*/ 0 w 81"/>
                  <a:gd name="T7" fmla="*/ 0 h 406"/>
                  <a:gd name="T8" fmla="*/ 0 w 81"/>
                  <a:gd name="T9" fmla="*/ 0 h 40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81"/>
                  <a:gd name="T16" fmla="*/ 0 h 406"/>
                  <a:gd name="T17" fmla="*/ 81 w 81"/>
                  <a:gd name="T18" fmla="*/ 406 h 40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81" h="406">
                    <a:moveTo>
                      <a:pt x="81" y="0"/>
                    </a:moveTo>
                    <a:lnTo>
                      <a:pt x="81" y="203"/>
                    </a:lnTo>
                    <a:lnTo>
                      <a:pt x="81" y="376"/>
                    </a:lnTo>
                    <a:lnTo>
                      <a:pt x="81" y="406"/>
                    </a:lnTo>
                    <a:lnTo>
                      <a:pt x="0" y="316"/>
                    </a:lnTo>
                  </a:path>
                </a:pathLst>
              </a:custGeom>
              <a:noFill/>
              <a:ln w="0">
                <a:solidFill>
                  <a:srgbClr val="0000FF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</p:grpSp>
        <p:sp>
          <p:nvSpPr>
            <p:cNvPr id="567" name="Line 21">
              <a:extLst>
                <a:ext uri="{FF2B5EF4-FFF2-40B4-BE49-F238E27FC236}">
                  <a16:creationId xmlns:a16="http://schemas.microsoft.com/office/drawing/2014/main" id="{93272CE8-38C5-67B1-D9D1-1954FC298E6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190" y="2412"/>
              <a:ext cx="188" cy="1"/>
            </a:xfrm>
            <a:prstGeom prst="line">
              <a:avLst/>
            </a:prstGeom>
            <a:noFill/>
            <a:ln w="0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568" name="Line 22">
              <a:extLst>
                <a:ext uri="{FF2B5EF4-FFF2-40B4-BE49-F238E27FC236}">
                  <a16:creationId xmlns:a16="http://schemas.microsoft.com/office/drawing/2014/main" id="{73806B7F-4FB9-CBDC-F9BB-5979A4E36D1D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883" y="2412"/>
              <a:ext cx="309" cy="573"/>
            </a:xfrm>
            <a:prstGeom prst="line">
              <a:avLst/>
            </a:prstGeom>
            <a:noFill/>
            <a:ln w="0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569" name="Line 23">
              <a:extLst>
                <a:ext uri="{FF2B5EF4-FFF2-40B4-BE49-F238E27FC236}">
                  <a16:creationId xmlns:a16="http://schemas.microsoft.com/office/drawing/2014/main" id="{3169D470-8BC6-0C00-5D13-0B67C6D332B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192" y="2412"/>
              <a:ext cx="106" cy="459"/>
            </a:xfrm>
            <a:prstGeom prst="line">
              <a:avLst/>
            </a:prstGeom>
            <a:noFill/>
            <a:ln w="0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570" name="Line 24">
              <a:extLst>
                <a:ext uri="{FF2B5EF4-FFF2-40B4-BE49-F238E27FC236}">
                  <a16:creationId xmlns:a16="http://schemas.microsoft.com/office/drawing/2014/main" id="{8B1B027C-BE0F-5BCD-6A7E-DED1E372D780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131" y="2412"/>
              <a:ext cx="61" cy="763"/>
            </a:xfrm>
            <a:prstGeom prst="line">
              <a:avLst/>
            </a:prstGeom>
            <a:noFill/>
            <a:ln w="0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571" name="Line 25">
              <a:extLst>
                <a:ext uri="{FF2B5EF4-FFF2-40B4-BE49-F238E27FC236}">
                  <a16:creationId xmlns:a16="http://schemas.microsoft.com/office/drawing/2014/main" id="{1F6E862B-29EE-0850-9111-B04B5524CC6C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002" y="2412"/>
              <a:ext cx="190" cy="99"/>
            </a:xfrm>
            <a:prstGeom prst="line">
              <a:avLst/>
            </a:prstGeom>
            <a:noFill/>
            <a:ln w="0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</p:grpSp>
      <p:grpSp>
        <p:nvGrpSpPr>
          <p:cNvPr id="583" name="Group 26">
            <a:extLst>
              <a:ext uri="{FF2B5EF4-FFF2-40B4-BE49-F238E27FC236}">
                <a16:creationId xmlns:a16="http://schemas.microsoft.com/office/drawing/2014/main" id="{15229EBC-A011-EB21-7407-06B3F98B57F6}"/>
              </a:ext>
            </a:extLst>
          </p:cNvPr>
          <p:cNvGrpSpPr>
            <a:grpSpLocks/>
          </p:cNvGrpSpPr>
          <p:nvPr/>
        </p:nvGrpSpPr>
        <p:grpSpPr bwMode="auto">
          <a:xfrm>
            <a:off x="7442200" y="7509395"/>
            <a:ext cx="1257300" cy="2130426"/>
            <a:chOff x="2535" y="2951"/>
            <a:chExt cx="335" cy="568"/>
          </a:xfrm>
        </p:grpSpPr>
        <p:sp>
          <p:nvSpPr>
            <p:cNvPr id="584" name="Freeform 27">
              <a:extLst>
                <a:ext uri="{FF2B5EF4-FFF2-40B4-BE49-F238E27FC236}">
                  <a16:creationId xmlns:a16="http://schemas.microsoft.com/office/drawing/2014/main" id="{0A6FFDB7-DAB7-8961-0667-7D4630517EF0}"/>
                </a:ext>
              </a:extLst>
            </p:cNvPr>
            <p:cNvSpPr>
              <a:spLocks/>
            </p:cNvSpPr>
            <p:nvPr/>
          </p:nvSpPr>
          <p:spPr bwMode="auto">
            <a:xfrm>
              <a:off x="2548" y="2960"/>
              <a:ext cx="14" cy="3"/>
            </a:xfrm>
            <a:custGeom>
              <a:avLst/>
              <a:gdLst>
                <a:gd name="T0" fmla="*/ 0 w 92"/>
                <a:gd name="T1" fmla="*/ 0 h 29"/>
                <a:gd name="T2" fmla="*/ 0 w 92"/>
                <a:gd name="T3" fmla="*/ 0 h 29"/>
                <a:gd name="T4" fmla="*/ 0 w 92"/>
                <a:gd name="T5" fmla="*/ 0 h 29"/>
                <a:gd name="T6" fmla="*/ 0 w 92"/>
                <a:gd name="T7" fmla="*/ 0 h 29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92"/>
                <a:gd name="T13" fmla="*/ 0 h 29"/>
                <a:gd name="T14" fmla="*/ 92 w 92"/>
                <a:gd name="T15" fmla="*/ 29 h 29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92" h="29">
                  <a:moveTo>
                    <a:pt x="92" y="29"/>
                  </a:moveTo>
                  <a:lnTo>
                    <a:pt x="88" y="0"/>
                  </a:lnTo>
                  <a:lnTo>
                    <a:pt x="0" y="29"/>
                  </a:lnTo>
                  <a:lnTo>
                    <a:pt x="92" y="29"/>
                  </a:lnTo>
                  <a:close/>
                </a:path>
              </a:pathLst>
            </a:custGeom>
            <a:solidFill>
              <a:srgbClr val="0000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585" name="Freeform 28">
              <a:extLst>
                <a:ext uri="{FF2B5EF4-FFF2-40B4-BE49-F238E27FC236}">
                  <a16:creationId xmlns:a16="http://schemas.microsoft.com/office/drawing/2014/main" id="{97BFA9B1-F76C-6070-EB05-B3E8C8326199}"/>
                </a:ext>
              </a:extLst>
            </p:cNvPr>
            <p:cNvSpPr>
              <a:spLocks/>
            </p:cNvSpPr>
            <p:nvPr/>
          </p:nvSpPr>
          <p:spPr bwMode="auto">
            <a:xfrm>
              <a:off x="2548" y="2960"/>
              <a:ext cx="14" cy="3"/>
            </a:xfrm>
            <a:custGeom>
              <a:avLst/>
              <a:gdLst>
                <a:gd name="T0" fmla="*/ 0 w 92"/>
                <a:gd name="T1" fmla="*/ 0 h 29"/>
                <a:gd name="T2" fmla="*/ 0 w 92"/>
                <a:gd name="T3" fmla="*/ 0 h 29"/>
                <a:gd name="T4" fmla="*/ 0 w 92"/>
                <a:gd name="T5" fmla="*/ 0 h 29"/>
                <a:gd name="T6" fmla="*/ 0 w 92"/>
                <a:gd name="T7" fmla="*/ 0 h 29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92"/>
                <a:gd name="T13" fmla="*/ 0 h 29"/>
                <a:gd name="T14" fmla="*/ 92 w 92"/>
                <a:gd name="T15" fmla="*/ 29 h 29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92" h="29">
                  <a:moveTo>
                    <a:pt x="92" y="29"/>
                  </a:moveTo>
                  <a:lnTo>
                    <a:pt x="88" y="0"/>
                  </a:lnTo>
                  <a:lnTo>
                    <a:pt x="0" y="29"/>
                  </a:lnTo>
                  <a:lnTo>
                    <a:pt x="92" y="29"/>
                  </a:lnTo>
                  <a:close/>
                </a:path>
              </a:pathLst>
            </a:custGeom>
            <a:noFill/>
            <a:ln w="0">
              <a:solidFill>
                <a:srgbClr val="0000FF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586" name="Freeform 29">
              <a:extLst>
                <a:ext uri="{FF2B5EF4-FFF2-40B4-BE49-F238E27FC236}">
                  <a16:creationId xmlns:a16="http://schemas.microsoft.com/office/drawing/2014/main" id="{3B2C3137-5D0A-7100-3581-650494FEC898}"/>
                </a:ext>
              </a:extLst>
            </p:cNvPr>
            <p:cNvSpPr>
              <a:spLocks/>
            </p:cNvSpPr>
            <p:nvPr/>
          </p:nvSpPr>
          <p:spPr bwMode="auto">
            <a:xfrm>
              <a:off x="2548" y="2957"/>
              <a:ext cx="14" cy="7"/>
            </a:xfrm>
            <a:custGeom>
              <a:avLst/>
              <a:gdLst>
                <a:gd name="T0" fmla="*/ 0 w 88"/>
                <a:gd name="T1" fmla="*/ 0 h 55"/>
                <a:gd name="T2" fmla="*/ 0 w 88"/>
                <a:gd name="T3" fmla="*/ 0 h 55"/>
                <a:gd name="T4" fmla="*/ 0 w 88"/>
                <a:gd name="T5" fmla="*/ 0 h 55"/>
                <a:gd name="T6" fmla="*/ 0 w 88"/>
                <a:gd name="T7" fmla="*/ 0 h 55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88"/>
                <a:gd name="T13" fmla="*/ 0 h 55"/>
                <a:gd name="T14" fmla="*/ 88 w 88"/>
                <a:gd name="T15" fmla="*/ 55 h 55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88" h="55">
                  <a:moveTo>
                    <a:pt x="88" y="26"/>
                  </a:moveTo>
                  <a:lnTo>
                    <a:pt x="74" y="0"/>
                  </a:lnTo>
                  <a:lnTo>
                    <a:pt x="0" y="55"/>
                  </a:lnTo>
                  <a:lnTo>
                    <a:pt x="88" y="26"/>
                  </a:lnTo>
                  <a:close/>
                </a:path>
              </a:pathLst>
            </a:custGeom>
            <a:solidFill>
              <a:srgbClr val="0000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587" name="Freeform 30">
              <a:extLst>
                <a:ext uri="{FF2B5EF4-FFF2-40B4-BE49-F238E27FC236}">
                  <a16:creationId xmlns:a16="http://schemas.microsoft.com/office/drawing/2014/main" id="{F86A2E68-C7AF-A366-66E6-E15DFF44D05C}"/>
                </a:ext>
              </a:extLst>
            </p:cNvPr>
            <p:cNvSpPr>
              <a:spLocks/>
            </p:cNvSpPr>
            <p:nvPr/>
          </p:nvSpPr>
          <p:spPr bwMode="auto">
            <a:xfrm>
              <a:off x="2548" y="2957"/>
              <a:ext cx="14" cy="7"/>
            </a:xfrm>
            <a:custGeom>
              <a:avLst/>
              <a:gdLst>
                <a:gd name="T0" fmla="*/ 0 w 88"/>
                <a:gd name="T1" fmla="*/ 0 h 55"/>
                <a:gd name="T2" fmla="*/ 0 w 88"/>
                <a:gd name="T3" fmla="*/ 0 h 55"/>
                <a:gd name="T4" fmla="*/ 0 w 88"/>
                <a:gd name="T5" fmla="*/ 0 h 55"/>
                <a:gd name="T6" fmla="*/ 0 w 88"/>
                <a:gd name="T7" fmla="*/ 0 h 55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88"/>
                <a:gd name="T13" fmla="*/ 0 h 55"/>
                <a:gd name="T14" fmla="*/ 88 w 88"/>
                <a:gd name="T15" fmla="*/ 55 h 55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88" h="55">
                  <a:moveTo>
                    <a:pt x="88" y="26"/>
                  </a:moveTo>
                  <a:lnTo>
                    <a:pt x="74" y="0"/>
                  </a:lnTo>
                  <a:lnTo>
                    <a:pt x="0" y="55"/>
                  </a:lnTo>
                  <a:lnTo>
                    <a:pt x="88" y="26"/>
                  </a:lnTo>
                  <a:close/>
                </a:path>
              </a:pathLst>
            </a:custGeom>
            <a:noFill/>
            <a:ln w="0">
              <a:solidFill>
                <a:srgbClr val="0000FF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588" name="Freeform 31">
              <a:extLst>
                <a:ext uri="{FF2B5EF4-FFF2-40B4-BE49-F238E27FC236}">
                  <a16:creationId xmlns:a16="http://schemas.microsoft.com/office/drawing/2014/main" id="{91BD8A91-AE21-CB37-3417-2B931715D31A}"/>
                </a:ext>
              </a:extLst>
            </p:cNvPr>
            <p:cNvSpPr>
              <a:spLocks/>
            </p:cNvSpPr>
            <p:nvPr/>
          </p:nvSpPr>
          <p:spPr bwMode="auto">
            <a:xfrm>
              <a:off x="2548" y="2954"/>
              <a:ext cx="11" cy="8"/>
            </a:xfrm>
            <a:custGeom>
              <a:avLst/>
              <a:gdLst>
                <a:gd name="T0" fmla="*/ 0 w 74"/>
                <a:gd name="T1" fmla="*/ 0 h 75"/>
                <a:gd name="T2" fmla="*/ 0 w 74"/>
                <a:gd name="T3" fmla="*/ 0 h 75"/>
                <a:gd name="T4" fmla="*/ 0 w 74"/>
                <a:gd name="T5" fmla="*/ 0 h 75"/>
                <a:gd name="T6" fmla="*/ 0 w 74"/>
                <a:gd name="T7" fmla="*/ 0 h 75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74"/>
                <a:gd name="T13" fmla="*/ 0 h 75"/>
                <a:gd name="T14" fmla="*/ 74 w 74"/>
                <a:gd name="T15" fmla="*/ 75 h 75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74" h="75">
                  <a:moveTo>
                    <a:pt x="74" y="20"/>
                  </a:moveTo>
                  <a:lnTo>
                    <a:pt x="54" y="0"/>
                  </a:lnTo>
                  <a:lnTo>
                    <a:pt x="0" y="75"/>
                  </a:lnTo>
                  <a:lnTo>
                    <a:pt x="74" y="20"/>
                  </a:lnTo>
                  <a:close/>
                </a:path>
              </a:pathLst>
            </a:custGeom>
            <a:solidFill>
              <a:srgbClr val="0000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589" name="Freeform 32">
              <a:extLst>
                <a:ext uri="{FF2B5EF4-FFF2-40B4-BE49-F238E27FC236}">
                  <a16:creationId xmlns:a16="http://schemas.microsoft.com/office/drawing/2014/main" id="{13B30206-055A-C3A7-772A-F90E4C6F45B6}"/>
                </a:ext>
              </a:extLst>
            </p:cNvPr>
            <p:cNvSpPr>
              <a:spLocks/>
            </p:cNvSpPr>
            <p:nvPr/>
          </p:nvSpPr>
          <p:spPr bwMode="auto">
            <a:xfrm>
              <a:off x="2548" y="2954"/>
              <a:ext cx="11" cy="8"/>
            </a:xfrm>
            <a:custGeom>
              <a:avLst/>
              <a:gdLst>
                <a:gd name="T0" fmla="*/ 0 w 74"/>
                <a:gd name="T1" fmla="*/ 0 h 75"/>
                <a:gd name="T2" fmla="*/ 0 w 74"/>
                <a:gd name="T3" fmla="*/ 0 h 75"/>
                <a:gd name="T4" fmla="*/ 0 w 74"/>
                <a:gd name="T5" fmla="*/ 0 h 75"/>
                <a:gd name="T6" fmla="*/ 0 w 74"/>
                <a:gd name="T7" fmla="*/ 0 h 75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74"/>
                <a:gd name="T13" fmla="*/ 0 h 75"/>
                <a:gd name="T14" fmla="*/ 74 w 74"/>
                <a:gd name="T15" fmla="*/ 75 h 75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74" h="75">
                  <a:moveTo>
                    <a:pt x="74" y="20"/>
                  </a:moveTo>
                  <a:lnTo>
                    <a:pt x="54" y="0"/>
                  </a:lnTo>
                  <a:lnTo>
                    <a:pt x="0" y="75"/>
                  </a:lnTo>
                  <a:lnTo>
                    <a:pt x="74" y="20"/>
                  </a:lnTo>
                  <a:close/>
                </a:path>
              </a:pathLst>
            </a:custGeom>
            <a:noFill/>
            <a:ln w="0">
              <a:solidFill>
                <a:srgbClr val="0000FF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590" name="Freeform 33">
              <a:extLst>
                <a:ext uri="{FF2B5EF4-FFF2-40B4-BE49-F238E27FC236}">
                  <a16:creationId xmlns:a16="http://schemas.microsoft.com/office/drawing/2014/main" id="{312C8D49-2C2B-F286-C71D-6F195D4A2387}"/>
                </a:ext>
              </a:extLst>
            </p:cNvPr>
            <p:cNvSpPr>
              <a:spLocks/>
            </p:cNvSpPr>
            <p:nvPr/>
          </p:nvSpPr>
          <p:spPr bwMode="auto">
            <a:xfrm>
              <a:off x="2548" y="2952"/>
              <a:ext cx="8" cy="12"/>
            </a:xfrm>
            <a:custGeom>
              <a:avLst/>
              <a:gdLst>
                <a:gd name="T0" fmla="*/ 0 w 54"/>
                <a:gd name="T1" fmla="*/ 0 h 87"/>
                <a:gd name="T2" fmla="*/ 0 w 54"/>
                <a:gd name="T3" fmla="*/ 0 h 87"/>
                <a:gd name="T4" fmla="*/ 0 w 54"/>
                <a:gd name="T5" fmla="*/ 0 h 87"/>
                <a:gd name="T6" fmla="*/ 0 w 54"/>
                <a:gd name="T7" fmla="*/ 0 h 87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54"/>
                <a:gd name="T13" fmla="*/ 0 h 87"/>
                <a:gd name="T14" fmla="*/ 54 w 54"/>
                <a:gd name="T15" fmla="*/ 87 h 87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54" h="87">
                  <a:moveTo>
                    <a:pt x="54" y="12"/>
                  </a:moveTo>
                  <a:lnTo>
                    <a:pt x="28" y="0"/>
                  </a:lnTo>
                  <a:lnTo>
                    <a:pt x="0" y="87"/>
                  </a:lnTo>
                  <a:lnTo>
                    <a:pt x="54" y="12"/>
                  </a:lnTo>
                  <a:close/>
                </a:path>
              </a:pathLst>
            </a:custGeom>
            <a:solidFill>
              <a:srgbClr val="0000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591" name="Freeform 34">
              <a:extLst>
                <a:ext uri="{FF2B5EF4-FFF2-40B4-BE49-F238E27FC236}">
                  <a16:creationId xmlns:a16="http://schemas.microsoft.com/office/drawing/2014/main" id="{7AF1ED6C-4944-AFCC-94BC-46B4C2BEBB36}"/>
                </a:ext>
              </a:extLst>
            </p:cNvPr>
            <p:cNvSpPr>
              <a:spLocks/>
            </p:cNvSpPr>
            <p:nvPr/>
          </p:nvSpPr>
          <p:spPr bwMode="auto">
            <a:xfrm>
              <a:off x="2548" y="2952"/>
              <a:ext cx="8" cy="12"/>
            </a:xfrm>
            <a:custGeom>
              <a:avLst/>
              <a:gdLst>
                <a:gd name="T0" fmla="*/ 0 w 54"/>
                <a:gd name="T1" fmla="*/ 0 h 87"/>
                <a:gd name="T2" fmla="*/ 0 w 54"/>
                <a:gd name="T3" fmla="*/ 0 h 87"/>
                <a:gd name="T4" fmla="*/ 0 w 54"/>
                <a:gd name="T5" fmla="*/ 0 h 87"/>
                <a:gd name="T6" fmla="*/ 0 w 54"/>
                <a:gd name="T7" fmla="*/ 0 h 87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54"/>
                <a:gd name="T13" fmla="*/ 0 h 87"/>
                <a:gd name="T14" fmla="*/ 54 w 54"/>
                <a:gd name="T15" fmla="*/ 87 h 87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54" h="87">
                  <a:moveTo>
                    <a:pt x="54" y="12"/>
                  </a:moveTo>
                  <a:lnTo>
                    <a:pt x="28" y="0"/>
                  </a:lnTo>
                  <a:lnTo>
                    <a:pt x="0" y="87"/>
                  </a:lnTo>
                  <a:lnTo>
                    <a:pt x="54" y="12"/>
                  </a:lnTo>
                  <a:close/>
                </a:path>
              </a:pathLst>
            </a:custGeom>
            <a:noFill/>
            <a:ln w="0">
              <a:solidFill>
                <a:srgbClr val="0000FF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592" name="Freeform 35">
              <a:extLst>
                <a:ext uri="{FF2B5EF4-FFF2-40B4-BE49-F238E27FC236}">
                  <a16:creationId xmlns:a16="http://schemas.microsoft.com/office/drawing/2014/main" id="{717D5F15-888A-F83E-3F16-351514F9DBA0}"/>
                </a:ext>
              </a:extLst>
            </p:cNvPr>
            <p:cNvSpPr>
              <a:spLocks/>
            </p:cNvSpPr>
            <p:nvPr/>
          </p:nvSpPr>
          <p:spPr bwMode="auto">
            <a:xfrm>
              <a:off x="2548" y="2951"/>
              <a:ext cx="4" cy="13"/>
            </a:xfrm>
            <a:custGeom>
              <a:avLst/>
              <a:gdLst>
                <a:gd name="T0" fmla="*/ 0 w 28"/>
                <a:gd name="T1" fmla="*/ 0 h 93"/>
                <a:gd name="T2" fmla="*/ 0 w 28"/>
                <a:gd name="T3" fmla="*/ 0 h 93"/>
                <a:gd name="T4" fmla="*/ 0 w 28"/>
                <a:gd name="T5" fmla="*/ 0 h 93"/>
                <a:gd name="T6" fmla="*/ 0 w 28"/>
                <a:gd name="T7" fmla="*/ 0 h 93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28"/>
                <a:gd name="T13" fmla="*/ 0 h 93"/>
                <a:gd name="T14" fmla="*/ 28 w 28"/>
                <a:gd name="T15" fmla="*/ 93 h 93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8" h="93">
                  <a:moveTo>
                    <a:pt x="28" y="6"/>
                  </a:moveTo>
                  <a:lnTo>
                    <a:pt x="0" y="0"/>
                  </a:lnTo>
                  <a:lnTo>
                    <a:pt x="0" y="93"/>
                  </a:lnTo>
                  <a:lnTo>
                    <a:pt x="28" y="6"/>
                  </a:lnTo>
                  <a:close/>
                </a:path>
              </a:pathLst>
            </a:custGeom>
            <a:solidFill>
              <a:srgbClr val="0000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593" name="Freeform 36">
              <a:extLst>
                <a:ext uri="{FF2B5EF4-FFF2-40B4-BE49-F238E27FC236}">
                  <a16:creationId xmlns:a16="http://schemas.microsoft.com/office/drawing/2014/main" id="{02FE9BE8-7A81-AFF7-0ACC-5F5C286703A7}"/>
                </a:ext>
              </a:extLst>
            </p:cNvPr>
            <p:cNvSpPr>
              <a:spLocks/>
            </p:cNvSpPr>
            <p:nvPr/>
          </p:nvSpPr>
          <p:spPr bwMode="auto">
            <a:xfrm>
              <a:off x="2548" y="2951"/>
              <a:ext cx="4" cy="13"/>
            </a:xfrm>
            <a:custGeom>
              <a:avLst/>
              <a:gdLst>
                <a:gd name="T0" fmla="*/ 0 w 28"/>
                <a:gd name="T1" fmla="*/ 0 h 93"/>
                <a:gd name="T2" fmla="*/ 0 w 28"/>
                <a:gd name="T3" fmla="*/ 0 h 93"/>
                <a:gd name="T4" fmla="*/ 0 w 28"/>
                <a:gd name="T5" fmla="*/ 0 h 93"/>
                <a:gd name="T6" fmla="*/ 0 w 28"/>
                <a:gd name="T7" fmla="*/ 0 h 93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28"/>
                <a:gd name="T13" fmla="*/ 0 h 93"/>
                <a:gd name="T14" fmla="*/ 28 w 28"/>
                <a:gd name="T15" fmla="*/ 93 h 93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8" h="93">
                  <a:moveTo>
                    <a:pt x="28" y="6"/>
                  </a:moveTo>
                  <a:lnTo>
                    <a:pt x="0" y="0"/>
                  </a:lnTo>
                  <a:lnTo>
                    <a:pt x="0" y="93"/>
                  </a:lnTo>
                  <a:lnTo>
                    <a:pt x="28" y="6"/>
                  </a:lnTo>
                  <a:close/>
                </a:path>
              </a:pathLst>
            </a:custGeom>
            <a:noFill/>
            <a:ln w="0">
              <a:solidFill>
                <a:srgbClr val="0000FF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594" name="Freeform 37">
              <a:extLst>
                <a:ext uri="{FF2B5EF4-FFF2-40B4-BE49-F238E27FC236}">
                  <a16:creationId xmlns:a16="http://schemas.microsoft.com/office/drawing/2014/main" id="{D4A602AF-97D7-B4DC-16C8-FFC2B15227AB}"/>
                </a:ext>
              </a:extLst>
            </p:cNvPr>
            <p:cNvSpPr>
              <a:spLocks/>
            </p:cNvSpPr>
            <p:nvPr/>
          </p:nvSpPr>
          <p:spPr bwMode="auto">
            <a:xfrm>
              <a:off x="2544" y="2951"/>
              <a:ext cx="3" cy="13"/>
            </a:xfrm>
            <a:custGeom>
              <a:avLst/>
              <a:gdLst>
                <a:gd name="T0" fmla="*/ 0 w 29"/>
                <a:gd name="T1" fmla="*/ 0 h 93"/>
                <a:gd name="T2" fmla="*/ 0 w 29"/>
                <a:gd name="T3" fmla="*/ 0 h 93"/>
                <a:gd name="T4" fmla="*/ 0 w 29"/>
                <a:gd name="T5" fmla="*/ 0 h 93"/>
                <a:gd name="T6" fmla="*/ 0 w 29"/>
                <a:gd name="T7" fmla="*/ 0 h 93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29"/>
                <a:gd name="T13" fmla="*/ 0 h 93"/>
                <a:gd name="T14" fmla="*/ 29 w 29"/>
                <a:gd name="T15" fmla="*/ 93 h 93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9" h="93">
                  <a:moveTo>
                    <a:pt x="29" y="0"/>
                  </a:moveTo>
                  <a:lnTo>
                    <a:pt x="0" y="6"/>
                  </a:lnTo>
                  <a:lnTo>
                    <a:pt x="29" y="93"/>
                  </a:lnTo>
                  <a:lnTo>
                    <a:pt x="29" y="0"/>
                  </a:lnTo>
                  <a:close/>
                </a:path>
              </a:pathLst>
            </a:custGeom>
            <a:solidFill>
              <a:srgbClr val="0000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595" name="Freeform 38">
              <a:extLst>
                <a:ext uri="{FF2B5EF4-FFF2-40B4-BE49-F238E27FC236}">
                  <a16:creationId xmlns:a16="http://schemas.microsoft.com/office/drawing/2014/main" id="{ED20B13E-97FD-261B-693E-63734C566E01}"/>
                </a:ext>
              </a:extLst>
            </p:cNvPr>
            <p:cNvSpPr>
              <a:spLocks/>
            </p:cNvSpPr>
            <p:nvPr/>
          </p:nvSpPr>
          <p:spPr bwMode="auto">
            <a:xfrm>
              <a:off x="2544" y="2951"/>
              <a:ext cx="3" cy="13"/>
            </a:xfrm>
            <a:custGeom>
              <a:avLst/>
              <a:gdLst>
                <a:gd name="T0" fmla="*/ 0 w 29"/>
                <a:gd name="T1" fmla="*/ 0 h 93"/>
                <a:gd name="T2" fmla="*/ 0 w 29"/>
                <a:gd name="T3" fmla="*/ 0 h 93"/>
                <a:gd name="T4" fmla="*/ 0 w 29"/>
                <a:gd name="T5" fmla="*/ 0 h 93"/>
                <a:gd name="T6" fmla="*/ 0 w 29"/>
                <a:gd name="T7" fmla="*/ 0 h 93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29"/>
                <a:gd name="T13" fmla="*/ 0 h 93"/>
                <a:gd name="T14" fmla="*/ 29 w 29"/>
                <a:gd name="T15" fmla="*/ 93 h 93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9" h="93">
                  <a:moveTo>
                    <a:pt x="29" y="0"/>
                  </a:moveTo>
                  <a:lnTo>
                    <a:pt x="0" y="6"/>
                  </a:lnTo>
                  <a:lnTo>
                    <a:pt x="29" y="93"/>
                  </a:lnTo>
                  <a:lnTo>
                    <a:pt x="29" y="0"/>
                  </a:lnTo>
                  <a:close/>
                </a:path>
              </a:pathLst>
            </a:custGeom>
            <a:noFill/>
            <a:ln w="0">
              <a:solidFill>
                <a:srgbClr val="0000FF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596" name="Freeform 39">
              <a:extLst>
                <a:ext uri="{FF2B5EF4-FFF2-40B4-BE49-F238E27FC236}">
                  <a16:creationId xmlns:a16="http://schemas.microsoft.com/office/drawing/2014/main" id="{F4B58272-9E41-785F-6913-A6A6327B58BE}"/>
                </a:ext>
              </a:extLst>
            </p:cNvPr>
            <p:cNvSpPr>
              <a:spLocks/>
            </p:cNvSpPr>
            <p:nvPr/>
          </p:nvSpPr>
          <p:spPr bwMode="auto">
            <a:xfrm>
              <a:off x="2540" y="2952"/>
              <a:ext cx="8" cy="12"/>
            </a:xfrm>
            <a:custGeom>
              <a:avLst/>
              <a:gdLst>
                <a:gd name="T0" fmla="*/ 0 w 55"/>
                <a:gd name="T1" fmla="*/ 0 h 87"/>
                <a:gd name="T2" fmla="*/ 0 w 55"/>
                <a:gd name="T3" fmla="*/ 0 h 87"/>
                <a:gd name="T4" fmla="*/ 0 w 55"/>
                <a:gd name="T5" fmla="*/ 0 h 87"/>
                <a:gd name="T6" fmla="*/ 0 w 55"/>
                <a:gd name="T7" fmla="*/ 0 h 87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55"/>
                <a:gd name="T13" fmla="*/ 0 h 87"/>
                <a:gd name="T14" fmla="*/ 55 w 55"/>
                <a:gd name="T15" fmla="*/ 87 h 87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55" h="87">
                  <a:moveTo>
                    <a:pt x="26" y="0"/>
                  </a:moveTo>
                  <a:lnTo>
                    <a:pt x="0" y="12"/>
                  </a:lnTo>
                  <a:lnTo>
                    <a:pt x="55" y="87"/>
                  </a:lnTo>
                  <a:lnTo>
                    <a:pt x="26" y="0"/>
                  </a:lnTo>
                  <a:close/>
                </a:path>
              </a:pathLst>
            </a:custGeom>
            <a:solidFill>
              <a:srgbClr val="0000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597" name="Freeform 40">
              <a:extLst>
                <a:ext uri="{FF2B5EF4-FFF2-40B4-BE49-F238E27FC236}">
                  <a16:creationId xmlns:a16="http://schemas.microsoft.com/office/drawing/2014/main" id="{FE928D85-F1CE-D7FA-418C-1B5DCF6A44BF}"/>
                </a:ext>
              </a:extLst>
            </p:cNvPr>
            <p:cNvSpPr>
              <a:spLocks/>
            </p:cNvSpPr>
            <p:nvPr/>
          </p:nvSpPr>
          <p:spPr bwMode="auto">
            <a:xfrm>
              <a:off x="2540" y="2952"/>
              <a:ext cx="8" cy="12"/>
            </a:xfrm>
            <a:custGeom>
              <a:avLst/>
              <a:gdLst>
                <a:gd name="T0" fmla="*/ 0 w 55"/>
                <a:gd name="T1" fmla="*/ 0 h 87"/>
                <a:gd name="T2" fmla="*/ 0 w 55"/>
                <a:gd name="T3" fmla="*/ 0 h 87"/>
                <a:gd name="T4" fmla="*/ 0 w 55"/>
                <a:gd name="T5" fmla="*/ 0 h 87"/>
                <a:gd name="T6" fmla="*/ 0 w 55"/>
                <a:gd name="T7" fmla="*/ 0 h 87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55"/>
                <a:gd name="T13" fmla="*/ 0 h 87"/>
                <a:gd name="T14" fmla="*/ 55 w 55"/>
                <a:gd name="T15" fmla="*/ 87 h 87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55" h="87">
                  <a:moveTo>
                    <a:pt x="26" y="0"/>
                  </a:moveTo>
                  <a:lnTo>
                    <a:pt x="0" y="12"/>
                  </a:lnTo>
                  <a:lnTo>
                    <a:pt x="55" y="87"/>
                  </a:lnTo>
                  <a:lnTo>
                    <a:pt x="26" y="0"/>
                  </a:lnTo>
                  <a:close/>
                </a:path>
              </a:pathLst>
            </a:custGeom>
            <a:noFill/>
            <a:ln w="0">
              <a:solidFill>
                <a:srgbClr val="0000FF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598" name="Freeform 41">
              <a:extLst>
                <a:ext uri="{FF2B5EF4-FFF2-40B4-BE49-F238E27FC236}">
                  <a16:creationId xmlns:a16="http://schemas.microsoft.com/office/drawing/2014/main" id="{16516E58-74FD-6293-9737-32A62F09C081}"/>
                </a:ext>
              </a:extLst>
            </p:cNvPr>
            <p:cNvSpPr>
              <a:spLocks/>
            </p:cNvSpPr>
            <p:nvPr/>
          </p:nvSpPr>
          <p:spPr bwMode="auto">
            <a:xfrm>
              <a:off x="2537" y="2954"/>
              <a:ext cx="11" cy="8"/>
            </a:xfrm>
            <a:custGeom>
              <a:avLst/>
              <a:gdLst>
                <a:gd name="T0" fmla="*/ 0 w 75"/>
                <a:gd name="T1" fmla="*/ 0 h 75"/>
                <a:gd name="T2" fmla="*/ 0 w 75"/>
                <a:gd name="T3" fmla="*/ 0 h 75"/>
                <a:gd name="T4" fmla="*/ 0 w 75"/>
                <a:gd name="T5" fmla="*/ 0 h 75"/>
                <a:gd name="T6" fmla="*/ 0 w 75"/>
                <a:gd name="T7" fmla="*/ 0 h 75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75"/>
                <a:gd name="T13" fmla="*/ 0 h 75"/>
                <a:gd name="T14" fmla="*/ 75 w 75"/>
                <a:gd name="T15" fmla="*/ 75 h 75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75" h="75">
                  <a:moveTo>
                    <a:pt x="20" y="0"/>
                  </a:moveTo>
                  <a:lnTo>
                    <a:pt x="0" y="20"/>
                  </a:lnTo>
                  <a:lnTo>
                    <a:pt x="75" y="75"/>
                  </a:lnTo>
                  <a:lnTo>
                    <a:pt x="20" y="0"/>
                  </a:lnTo>
                  <a:close/>
                </a:path>
              </a:pathLst>
            </a:custGeom>
            <a:solidFill>
              <a:srgbClr val="0000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599" name="Freeform 42">
              <a:extLst>
                <a:ext uri="{FF2B5EF4-FFF2-40B4-BE49-F238E27FC236}">
                  <a16:creationId xmlns:a16="http://schemas.microsoft.com/office/drawing/2014/main" id="{50B61257-079A-2FD8-A4BA-B17C954B1869}"/>
                </a:ext>
              </a:extLst>
            </p:cNvPr>
            <p:cNvSpPr>
              <a:spLocks/>
            </p:cNvSpPr>
            <p:nvPr/>
          </p:nvSpPr>
          <p:spPr bwMode="auto">
            <a:xfrm>
              <a:off x="2537" y="2954"/>
              <a:ext cx="11" cy="8"/>
            </a:xfrm>
            <a:custGeom>
              <a:avLst/>
              <a:gdLst>
                <a:gd name="T0" fmla="*/ 0 w 75"/>
                <a:gd name="T1" fmla="*/ 0 h 75"/>
                <a:gd name="T2" fmla="*/ 0 w 75"/>
                <a:gd name="T3" fmla="*/ 0 h 75"/>
                <a:gd name="T4" fmla="*/ 0 w 75"/>
                <a:gd name="T5" fmla="*/ 0 h 75"/>
                <a:gd name="T6" fmla="*/ 0 w 75"/>
                <a:gd name="T7" fmla="*/ 0 h 75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75"/>
                <a:gd name="T13" fmla="*/ 0 h 75"/>
                <a:gd name="T14" fmla="*/ 75 w 75"/>
                <a:gd name="T15" fmla="*/ 75 h 75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75" h="75">
                  <a:moveTo>
                    <a:pt x="20" y="0"/>
                  </a:moveTo>
                  <a:lnTo>
                    <a:pt x="0" y="20"/>
                  </a:lnTo>
                  <a:lnTo>
                    <a:pt x="75" y="75"/>
                  </a:lnTo>
                  <a:lnTo>
                    <a:pt x="20" y="0"/>
                  </a:lnTo>
                  <a:close/>
                </a:path>
              </a:pathLst>
            </a:custGeom>
            <a:noFill/>
            <a:ln w="0">
              <a:solidFill>
                <a:srgbClr val="0000FF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600" name="Freeform 43">
              <a:extLst>
                <a:ext uri="{FF2B5EF4-FFF2-40B4-BE49-F238E27FC236}">
                  <a16:creationId xmlns:a16="http://schemas.microsoft.com/office/drawing/2014/main" id="{01E0E5AA-9C67-9EAC-44B7-026991472745}"/>
                </a:ext>
              </a:extLst>
            </p:cNvPr>
            <p:cNvSpPr>
              <a:spLocks/>
            </p:cNvSpPr>
            <p:nvPr/>
          </p:nvSpPr>
          <p:spPr bwMode="auto">
            <a:xfrm>
              <a:off x="2535" y="2957"/>
              <a:ext cx="13" cy="7"/>
            </a:xfrm>
            <a:custGeom>
              <a:avLst/>
              <a:gdLst>
                <a:gd name="T0" fmla="*/ 0 w 89"/>
                <a:gd name="T1" fmla="*/ 0 h 55"/>
                <a:gd name="T2" fmla="*/ 0 w 89"/>
                <a:gd name="T3" fmla="*/ 0 h 55"/>
                <a:gd name="T4" fmla="*/ 0 w 89"/>
                <a:gd name="T5" fmla="*/ 0 h 55"/>
                <a:gd name="T6" fmla="*/ 0 w 89"/>
                <a:gd name="T7" fmla="*/ 0 h 55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89"/>
                <a:gd name="T13" fmla="*/ 0 h 55"/>
                <a:gd name="T14" fmla="*/ 89 w 89"/>
                <a:gd name="T15" fmla="*/ 55 h 55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89" h="55">
                  <a:moveTo>
                    <a:pt x="14" y="0"/>
                  </a:moveTo>
                  <a:lnTo>
                    <a:pt x="0" y="26"/>
                  </a:lnTo>
                  <a:lnTo>
                    <a:pt x="89" y="55"/>
                  </a:lnTo>
                  <a:lnTo>
                    <a:pt x="14" y="0"/>
                  </a:lnTo>
                  <a:close/>
                </a:path>
              </a:pathLst>
            </a:custGeom>
            <a:solidFill>
              <a:srgbClr val="0000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601" name="Freeform 44">
              <a:extLst>
                <a:ext uri="{FF2B5EF4-FFF2-40B4-BE49-F238E27FC236}">
                  <a16:creationId xmlns:a16="http://schemas.microsoft.com/office/drawing/2014/main" id="{7C081EC4-5349-F03D-1924-1FB51B63C9CB}"/>
                </a:ext>
              </a:extLst>
            </p:cNvPr>
            <p:cNvSpPr>
              <a:spLocks/>
            </p:cNvSpPr>
            <p:nvPr/>
          </p:nvSpPr>
          <p:spPr bwMode="auto">
            <a:xfrm>
              <a:off x="2535" y="2957"/>
              <a:ext cx="13" cy="7"/>
            </a:xfrm>
            <a:custGeom>
              <a:avLst/>
              <a:gdLst>
                <a:gd name="T0" fmla="*/ 0 w 89"/>
                <a:gd name="T1" fmla="*/ 0 h 55"/>
                <a:gd name="T2" fmla="*/ 0 w 89"/>
                <a:gd name="T3" fmla="*/ 0 h 55"/>
                <a:gd name="T4" fmla="*/ 0 w 89"/>
                <a:gd name="T5" fmla="*/ 0 h 55"/>
                <a:gd name="T6" fmla="*/ 0 w 89"/>
                <a:gd name="T7" fmla="*/ 0 h 55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89"/>
                <a:gd name="T13" fmla="*/ 0 h 55"/>
                <a:gd name="T14" fmla="*/ 89 w 89"/>
                <a:gd name="T15" fmla="*/ 55 h 55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89" h="55">
                  <a:moveTo>
                    <a:pt x="14" y="0"/>
                  </a:moveTo>
                  <a:lnTo>
                    <a:pt x="0" y="26"/>
                  </a:lnTo>
                  <a:lnTo>
                    <a:pt x="89" y="55"/>
                  </a:lnTo>
                  <a:lnTo>
                    <a:pt x="14" y="0"/>
                  </a:lnTo>
                  <a:close/>
                </a:path>
              </a:pathLst>
            </a:custGeom>
            <a:noFill/>
            <a:ln w="0">
              <a:solidFill>
                <a:srgbClr val="0000FF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602" name="Freeform 45">
              <a:extLst>
                <a:ext uri="{FF2B5EF4-FFF2-40B4-BE49-F238E27FC236}">
                  <a16:creationId xmlns:a16="http://schemas.microsoft.com/office/drawing/2014/main" id="{AB2400EC-E378-7640-DFAB-3295C8ABD200}"/>
                </a:ext>
              </a:extLst>
            </p:cNvPr>
            <p:cNvSpPr>
              <a:spLocks/>
            </p:cNvSpPr>
            <p:nvPr/>
          </p:nvSpPr>
          <p:spPr bwMode="auto">
            <a:xfrm>
              <a:off x="2535" y="2960"/>
              <a:ext cx="13" cy="3"/>
            </a:xfrm>
            <a:custGeom>
              <a:avLst/>
              <a:gdLst>
                <a:gd name="T0" fmla="*/ 0 w 93"/>
                <a:gd name="T1" fmla="*/ 0 h 29"/>
                <a:gd name="T2" fmla="*/ 0 w 93"/>
                <a:gd name="T3" fmla="*/ 0 h 29"/>
                <a:gd name="T4" fmla="*/ 0 w 93"/>
                <a:gd name="T5" fmla="*/ 0 h 29"/>
                <a:gd name="T6" fmla="*/ 0 w 93"/>
                <a:gd name="T7" fmla="*/ 0 h 29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93"/>
                <a:gd name="T13" fmla="*/ 0 h 29"/>
                <a:gd name="T14" fmla="*/ 93 w 93"/>
                <a:gd name="T15" fmla="*/ 29 h 29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93" h="29">
                  <a:moveTo>
                    <a:pt x="4" y="0"/>
                  </a:moveTo>
                  <a:lnTo>
                    <a:pt x="0" y="29"/>
                  </a:lnTo>
                  <a:lnTo>
                    <a:pt x="93" y="29"/>
                  </a:lnTo>
                  <a:lnTo>
                    <a:pt x="4" y="0"/>
                  </a:lnTo>
                  <a:close/>
                </a:path>
              </a:pathLst>
            </a:custGeom>
            <a:solidFill>
              <a:srgbClr val="0000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603" name="Freeform 46">
              <a:extLst>
                <a:ext uri="{FF2B5EF4-FFF2-40B4-BE49-F238E27FC236}">
                  <a16:creationId xmlns:a16="http://schemas.microsoft.com/office/drawing/2014/main" id="{2A94F2BD-81EC-4603-17D7-F2E8A46A617F}"/>
                </a:ext>
              </a:extLst>
            </p:cNvPr>
            <p:cNvSpPr>
              <a:spLocks/>
            </p:cNvSpPr>
            <p:nvPr/>
          </p:nvSpPr>
          <p:spPr bwMode="auto">
            <a:xfrm>
              <a:off x="2535" y="2960"/>
              <a:ext cx="13" cy="3"/>
            </a:xfrm>
            <a:custGeom>
              <a:avLst/>
              <a:gdLst>
                <a:gd name="T0" fmla="*/ 0 w 93"/>
                <a:gd name="T1" fmla="*/ 0 h 29"/>
                <a:gd name="T2" fmla="*/ 0 w 93"/>
                <a:gd name="T3" fmla="*/ 0 h 29"/>
                <a:gd name="T4" fmla="*/ 0 w 93"/>
                <a:gd name="T5" fmla="*/ 0 h 29"/>
                <a:gd name="T6" fmla="*/ 0 w 93"/>
                <a:gd name="T7" fmla="*/ 0 h 29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93"/>
                <a:gd name="T13" fmla="*/ 0 h 29"/>
                <a:gd name="T14" fmla="*/ 93 w 93"/>
                <a:gd name="T15" fmla="*/ 29 h 29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93" h="29">
                  <a:moveTo>
                    <a:pt x="4" y="0"/>
                  </a:moveTo>
                  <a:lnTo>
                    <a:pt x="0" y="29"/>
                  </a:lnTo>
                  <a:lnTo>
                    <a:pt x="93" y="29"/>
                  </a:lnTo>
                  <a:lnTo>
                    <a:pt x="4" y="0"/>
                  </a:lnTo>
                  <a:close/>
                </a:path>
              </a:pathLst>
            </a:custGeom>
            <a:noFill/>
            <a:ln w="0">
              <a:solidFill>
                <a:srgbClr val="0000FF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604" name="Freeform 47">
              <a:extLst>
                <a:ext uri="{FF2B5EF4-FFF2-40B4-BE49-F238E27FC236}">
                  <a16:creationId xmlns:a16="http://schemas.microsoft.com/office/drawing/2014/main" id="{87D01C42-C4D9-EF28-A7AF-72F340308B45}"/>
                </a:ext>
              </a:extLst>
            </p:cNvPr>
            <p:cNvSpPr>
              <a:spLocks/>
            </p:cNvSpPr>
            <p:nvPr/>
          </p:nvSpPr>
          <p:spPr bwMode="auto">
            <a:xfrm>
              <a:off x="2535" y="2964"/>
              <a:ext cx="13" cy="4"/>
            </a:xfrm>
            <a:custGeom>
              <a:avLst/>
              <a:gdLst>
                <a:gd name="T0" fmla="*/ 0 w 93"/>
                <a:gd name="T1" fmla="*/ 0 h 28"/>
                <a:gd name="T2" fmla="*/ 0 w 93"/>
                <a:gd name="T3" fmla="*/ 0 h 28"/>
                <a:gd name="T4" fmla="*/ 0 w 93"/>
                <a:gd name="T5" fmla="*/ 0 h 28"/>
                <a:gd name="T6" fmla="*/ 0 w 93"/>
                <a:gd name="T7" fmla="*/ 0 h 28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93"/>
                <a:gd name="T13" fmla="*/ 0 h 28"/>
                <a:gd name="T14" fmla="*/ 93 w 93"/>
                <a:gd name="T15" fmla="*/ 28 h 28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93" h="28">
                  <a:moveTo>
                    <a:pt x="0" y="0"/>
                  </a:moveTo>
                  <a:lnTo>
                    <a:pt x="4" y="28"/>
                  </a:lnTo>
                  <a:lnTo>
                    <a:pt x="93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605" name="Freeform 48">
              <a:extLst>
                <a:ext uri="{FF2B5EF4-FFF2-40B4-BE49-F238E27FC236}">
                  <a16:creationId xmlns:a16="http://schemas.microsoft.com/office/drawing/2014/main" id="{86E74EAD-C5EB-FC17-134C-2CA52DE29D24}"/>
                </a:ext>
              </a:extLst>
            </p:cNvPr>
            <p:cNvSpPr>
              <a:spLocks/>
            </p:cNvSpPr>
            <p:nvPr/>
          </p:nvSpPr>
          <p:spPr bwMode="auto">
            <a:xfrm>
              <a:off x="2535" y="2964"/>
              <a:ext cx="13" cy="4"/>
            </a:xfrm>
            <a:custGeom>
              <a:avLst/>
              <a:gdLst>
                <a:gd name="T0" fmla="*/ 0 w 93"/>
                <a:gd name="T1" fmla="*/ 0 h 28"/>
                <a:gd name="T2" fmla="*/ 0 w 93"/>
                <a:gd name="T3" fmla="*/ 0 h 28"/>
                <a:gd name="T4" fmla="*/ 0 w 93"/>
                <a:gd name="T5" fmla="*/ 0 h 28"/>
                <a:gd name="T6" fmla="*/ 0 w 93"/>
                <a:gd name="T7" fmla="*/ 0 h 28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93"/>
                <a:gd name="T13" fmla="*/ 0 h 28"/>
                <a:gd name="T14" fmla="*/ 93 w 93"/>
                <a:gd name="T15" fmla="*/ 28 h 28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93" h="28">
                  <a:moveTo>
                    <a:pt x="0" y="0"/>
                  </a:moveTo>
                  <a:lnTo>
                    <a:pt x="4" y="28"/>
                  </a:lnTo>
                  <a:lnTo>
                    <a:pt x="93" y="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solidFill>
                <a:srgbClr val="0000FF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606" name="Freeform 49">
              <a:extLst>
                <a:ext uri="{FF2B5EF4-FFF2-40B4-BE49-F238E27FC236}">
                  <a16:creationId xmlns:a16="http://schemas.microsoft.com/office/drawing/2014/main" id="{31905305-EBD6-49F7-8714-B5EA901464FB}"/>
                </a:ext>
              </a:extLst>
            </p:cNvPr>
            <p:cNvSpPr>
              <a:spLocks/>
            </p:cNvSpPr>
            <p:nvPr/>
          </p:nvSpPr>
          <p:spPr bwMode="auto">
            <a:xfrm>
              <a:off x="2535" y="2964"/>
              <a:ext cx="13" cy="8"/>
            </a:xfrm>
            <a:custGeom>
              <a:avLst/>
              <a:gdLst>
                <a:gd name="T0" fmla="*/ 0 w 89"/>
                <a:gd name="T1" fmla="*/ 0 h 54"/>
                <a:gd name="T2" fmla="*/ 0 w 89"/>
                <a:gd name="T3" fmla="*/ 0 h 54"/>
                <a:gd name="T4" fmla="*/ 0 w 89"/>
                <a:gd name="T5" fmla="*/ 0 h 54"/>
                <a:gd name="T6" fmla="*/ 0 w 89"/>
                <a:gd name="T7" fmla="*/ 0 h 54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89"/>
                <a:gd name="T13" fmla="*/ 0 h 54"/>
                <a:gd name="T14" fmla="*/ 89 w 89"/>
                <a:gd name="T15" fmla="*/ 54 h 54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89" h="54">
                  <a:moveTo>
                    <a:pt x="0" y="28"/>
                  </a:moveTo>
                  <a:lnTo>
                    <a:pt x="14" y="54"/>
                  </a:lnTo>
                  <a:lnTo>
                    <a:pt x="89" y="0"/>
                  </a:lnTo>
                  <a:lnTo>
                    <a:pt x="0" y="28"/>
                  </a:lnTo>
                  <a:close/>
                </a:path>
              </a:pathLst>
            </a:custGeom>
            <a:solidFill>
              <a:srgbClr val="0000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607" name="Freeform 50">
              <a:extLst>
                <a:ext uri="{FF2B5EF4-FFF2-40B4-BE49-F238E27FC236}">
                  <a16:creationId xmlns:a16="http://schemas.microsoft.com/office/drawing/2014/main" id="{91F797B3-3FA0-4D3F-FA07-E1399617C6ED}"/>
                </a:ext>
              </a:extLst>
            </p:cNvPr>
            <p:cNvSpPr>
              <a:spLocks/>
            </p:cNvSpPr>
            <p:nvPr/>
          </p:nvSpPr>
          <p:spPr bwMode="auto">
            <a:xfrm>
              <a:off x="2535" y="2964"/>
              <a:ext cx="13" cy="8"/>
            </a:xfrm>
            <a:custGeom>
              <a:avLst/>
              <a:gdLst>
                <a:gd name="T0" fmla="*/ 0 w 89"/>
                <a:gd name="T1" fmla="*/ 0 h 54"/>
                <a:gd name="T2" fmla="*/ 0 w 89"/>
                <a:gd name="T3" fmla="*/ 0 h 54"/>
                <a:gd name="T4" fmla="*/ 0 w 89"/>
                <a:gd name="T5" fmla="*/ 0 h 54"/>
                <a:gd name="T6" fmla="*/ 0 w 89"/>
                <a:gd name="T7" fmla="*/ 0 h 54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89"/>
                <a:gd name="T13" fmla="*/ 0 h 54"/>
                <a:gd name="T14" fmla="*/ 89 w 89"/>
                <a:gd name="T15" fmla="*/ 54 h 54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89" h="54">
                  <a:moveTo>
                    <a:pt x="0" y="28"/>
                  </a:moveTo>
                  <a:lnTo>
                    <a:pt x="14" y="54"/>
                  </a:lnTo>
                  <a:lnTo>
                    <a:pt x="89" y="0"/>
                  </a:lnTo>
                  <a:lnTo>
                    <a:pt x="0" y="28"/>
                  </a:lnTo>
                  <a:close/>
                </a:path>
              </a:pathLst>
            </a:custGeom>
            <a:noFill/>
            <a:ln w="0">
              <a:solidFill>
                <a:srgbClr val="0000FF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608" name="Freeform 51">
              <a:extLst>
                <a:ext uri="{FF2B5EF4-FFF2-40B4-BE49-F238E27FC236}">
                  <a16:creationId xmlns:a16="http://schemas.microsoft.com/office/drawing/2014/main" id="{83608D98-31AC-EF46-DB8F-F0FC990AFBB2}"/>
                </a:ext>
              </a:extLst>
            </p:cNvPr>
            <p:cNvSpPr>
              <a:spLocks/>
            </p:cNvSpPr>
            <p:nvPr/>
          </p:nvSpPr>
          <p:spPr bwMode="auto">
            <a:xfrm>
              <a:off x="2537" y="2964"/>
              <a:ext cx="11" cy="11"/>
            </a:xfrm>
            <a:custGeom>
              <a:avLst/>
              <a:gdLst>
                <a:gd name="T0" fmla="*/ 0 w 75"/>
                <a:gd name="T1" fmla="*/ 0 h 74"/>
                <a:gd name="T2" fmla="*/ 0 w 75"/>
                <a:gd name="T3" fmla="*/ 0 h 74"/>
                <a:gd name="T4" fmla="*/ 0 w 75"/>
                <a:gd name="T5" fmla="*/ 0 h 74"/>
                <a:gd name="T6" fmla="*/ 0 w 75"/>
                <a:gd name="T7" fmla="*/ 0 h 74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75"/>
                <a:gd name="T13" fmla="*/ 0 h 74"/>
                <a:gd name="T14" fmla="*/ 75 w 75"/>
                <a:gd name="T15" fmla="*/ 74 h 74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75" h="74">
                  <a:moveTo>
                    <a:pt x="0" y="54"/>
                  </a:moveTo>
                  <a:lnTo>
                    <a:pt x="20" y="74"/>
                  </a:lnTo>
                  <a:lnTo>
                    <a:pt x="75" y="0"/>
                  </a:lnTo>
                  <a:lnTo>
                    <a:pt x="0" y="54"/>
                  </a:lnTo>
                  <a:close/>
                </a:path>
              </a:pathLst>
            </a:custGeom>
            <a:solidFill>
              <a:srgbClr val="0000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609" name="Freeform 52">
              <a:extLst>
                <a:ext uri="{FF2B5EF4-FFF2-40B4-BE49-F238E27FC236}">
                  <a16:creationId xmlns:a16="http://schemas.microsoft.com/office/drawing/2014/main" id="{3E05DF07-0F13-D4A3-A411-0C70F6DBA094}"/>
                </a:ext>
              </a:extLst>
            </p:cNvPr>
            <p:cNvSpPr>
              <a:spLocks/>
            </p:cNvSpPr>
            <p:nvPr/>
          </p:nvSpPr>
          <p:spPr bwMode="auto">
            <a:xfrm>
              <a:off x="2537" y="2964"/>
              <a:ext cx="11" cy="11"/>
            </a:xfrm>
            <a:custGeom>
              <a:avLst/>
              <a:gdLst>
                <a:gd name="T0" fmla="*/ 0 w 75"/>
                <a:gd name="T1" fmla="*/ 0 h 74"/>
                <a:gd name="T2" fmla="*/ 0 w 75"/>
                <a:gd name="T3" fmla="*/ 0 h 74"/>
                <a:gd name="T4" fmla="*/ 0 w 75"/>
                <a:gd name="T5" fmla="*/ 0 h 74"/>
                <a:gd name="T6" fmla="*/ 0 w 75"/>
                <a:gd name="T7" fmla="*/ 0 h 74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75"/>
                <a:gd name="T13" fmla="*/ 0 h 74"/>
                <a:gd name="T14" fmla="*/ 75 w 75"/>
                <a:gd name="T15" fmla="*/ 74 h 74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75" h="74">
                  <a:moveTo>
                    <a:pt x="0" y="54"/>
                  </a:moveTo>
                  <a:lnTo>
                    <a:pt x="20" y="74"/>
                  </a:lnTo>
                  <a:lnTo>
                    <a:pt x="75" y="0"/>
                  </a:lnTo>
                  <a:lnTo>
                    <a:pt x="0" y="54"/>
                  </a:lnTo>
                  <a:close/>
                </a:path>
              </a:pathLst>
            </a:custGeom>
            <a:noFill/>
            <a:ln w="0">
              <a:solidFill>
                <a:srgbClr val="0000FF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610" name="Freeform 53">
              <a:extLst>
                <a:ext uri="{FF2B5EF4-FFF2-40B4-BE49-F238E27FC236}">
                  <a16:creationId xmlns:a16="http://schemas.microsoft.com/office/drawing/2014/main" id="{2EF232AA-D590-CC6B-1DF7-05769CD5D355}"/>
                </a:ext>
              </a:extLst>
            </p:cNvPr>
            <p:cNvSpPr>
              <a:spLocks/>
            </p:cNvSpPr>
            <p:nvPr/>
          </p:nvSpPr>
          <p:spPr bwMode="auto">
            <a:xfrm>
              <a:off x="2540" y="2964"/>
              <a:ext cx="8" cy="14"/>
            </a:xfrm>
            <a:custGeom>
              <a:avLst/>
              <a:gdLst>
                <a:gd name="T0" fmla="*/ 0 w 55"/>
                <a:gd name="T1" fmla="*/ 0 h 88"/>
                <a:gd name="T2" fmla="*/ 0 w 55"/>
                <a:gd name="T3" fmla="*/ 0 h 88"/>
                <a:gd name="T4" fmla="*/ 0 w 55"/>
                <a:gd name="T5" fmla="*/ 0 h 88"/>
                <a:gd name="T6" fmla="*/ 0 w 55"/>
                <a:gd name="T7" fmla="*/ 0 h 88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55"/>
                <a:gd name="T13" fmla="*/ 0 h 88"/>
                <a:gd name="T14" fmla="*/ 55 w 55"/>
                <a:gd name="T15" fmla="*/ 88 h 88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55" h="88">
                  <a:moveTo>
                    <a:pt x="0" y="74"/>
                  </a:moveTo>
                  <a:lnTo>
                    <a:pt x="26" y="88"/>
                  </a:lnTo>
                  <a:lnTo>
                    <a:pt x="55" y="0"/>
                  </a:lnTo>
                  <a:lnTo>
                    <a:pt x="0" y="74"/>
                  </a:lnTo>
                  <a:close/>
                </a:path>
              </a:pathLst>
            </a:custGeom>
            <a:solidFill>
              <a:srgbClr val="0000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611" name="Freeform 54">
              <a:extLst>
                <a:ext uri="{FF2B5EF4-FFF2-40B4-BE49-F238E27FC236}">
                  <a16:creationId xmlns:a16="http://schemas.microsoft.com/office/drawing/2014/main" id="{7EF173F8-4E2A-34A1-A8F3-BB0D4208E630}"/>
                </a:ext>
              </a:extLst>
            </p:cNvPr>
            <p:cNvSpPr>
              <a:spLocks/>
            </p:cNvSpPr>
            <p:nvPr/>
          </p:nvSpPr>
          <p:spPr bwMode="auto">
            <a:xfrm>
              <a:off x="2540" y="2964"/>
              <a:ext cx="8" cy="14"/>
            </a:xfrm>
            <a:custGeom>
              <a:avLst/>
              <a:gdLst>
                <a:gd name="T0" fmla="*/ 0 w 55"/>
                <a:gd name="T1" fmla="*/ 0 h 88"/>
                <a:gd name="T2" fmla="*/ 0 w 55"/>
                <a:gd name="T3" fmla="*/ 0 h 88"/>
                <a:gd name="T4" fmla="*/ 0 w 55"/>
                <a:gd name="T5" fmla="*/ 0 h 88"/>
                <a:gd name="T6" fmla="*/ 0 w 55"/>
                <a:gd name="T7" fmla="*/ 0 h 88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55"/>
                <a:gd name="T13" fmla="*/ 0 h 88"/>
                <a:gd name="T14" fmla="*/ 55 w 55"/>
                <a:gd name="T15" fmla="*/ 88 h 88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55" h="88">
                  <a:moveTo>
                    <a:pt x="0" y="74"/>
                  </a:moveTo>
                  <a:lnTo>
                    <a:pt x="26" y="88"/>
                  </a:lnTo>
                  <a:lnTo>
                    <a:pt x="55" y="0"/>
                  </a:lnTo>
                  <a:lnTo>
                    <a:pt x="0" y="74"/>
                  </a:lnTo>
                  <a:close/>
                </a:path>
              </a:pathLst>
            </a:custGeom>
            <a:noFill/>
            <a:ln w="0">
              <a:solidFill>
                <a:srgbClr val="0000FF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612" name="Freeform 55">
              <a:extLst>
                <a:ext uri="{FF2B5EF4-FFF2-40B4-BE49-F238E27FC236}">
                  <a16:creationId xmlns:a16="http://schemas.microsoft.com/office/drawing/2014/main" id="{08C9D27C-6823-FBAC-C85F-9F7248FCC5F8}"/>
                </a:ext>
              </a:extLst>
            </p:cNvPr>
            <p:cNvSpPr>
              <a:spLocks/>
            </p:cNvSpPr>
            <p:nvPr/>
          </p:nvSpPr>
          <p:spPr bwMode="auto">
            <a:xfrm>
              <a:off x="2544" y="2964"/>
              <a:ext cx="3" cy="14"/>
            </a:xfrm>
            <a:custGeom>
              <a:avLst/>
              <a:gdLst>
                <a:gd name="T0" fmla="*/ 0 w 29"/>
                <a:gd name="T1" fmla="*/ 0 h 92"/>
                <a:gd name="T2" fmla="*/ 0 w 29"/>
                <a:gd name="T3" fmla="*/ 0 h 92"/>
                <a:gd name="T4" fmla="*/ 0 w 29"/>
                <a:gd name="T5" fmla="*/ 0 h 92"/>
                <a:gd name="T6" fmla="*/ 0 w 29"/>
                <a:gd name="T7" fmla="*/ 0 h 92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29"/>
                <a:gd name="T13" fmla="*/ 0 h 92"/>
                <a:gd name="T14" fmla="*/ 29 w 29"/>
                <a:gd name="T15" fmla="*/ 92 h 92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9" h="92">
                  <a:moveTo>
                    <a:pt x="0" y="88"/>
                  </a:moveTo>
                  <a:lnTo>
                    <a:pt x="29" y="92"/>
                  </a:lnTo>
                  <a:lnTo>
                    <a:pt x="29" y="0"/>
                  </a:lnTo>
                  <a:lnTo>
                    <a:pt x="0" y="88"/>
                  </a:lnTo>
                  <a:close/>
                </a:path>
              </a:pathLst>
            </a:custGeom>
            <a:solidFill>
              <a:srgbClr val="0000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613" name="Freeform 56">
              <a:extLst>
                <a:ext uri="{FF2B5EF4-FFF2-40B4-BE49-F238E27FC236}">
                  <a16:creationId xmlns:a16="http://schemas.microsoft.com/office/drawing/2014/main" id="{D5A13498-8845-324D-A431-814D64B57DD1}"/>
                </a:ext>
              </a:extLst>
            </p:cNvPr>
            <p:cNvSpPr>
              <a:spLocks/>
            </p:cNvSpPr>
            <p:nvPr/>
          </p:nvSpPr>
          <p:spPr bwMode="auto">
            <a:xfrm>
              <a:off x="2544" y="2964"/>
              <a:ext cx="3" cy="14"/>
            </a:xfrm>
            <a:custGeom>
              <a:avLst/>
              <a:gdLst>
                <a:gd name="T0" fmla="*/ 0 w 29"/>
                <a:gd name="T1" fmla="*/ 0 h 92"/>
                <a:gd name="T2" fmla="*/ 0 w 29"/>
                <a:gd name="T3" fmla="*/ 0 h 92"/>
                <a:gd name="T4" fmla="*/ 0 w 29"/>
                <a:gd name="T5" fmla="*/ 0 h 92"/>
                <a:gd name="T6" fmla="*/ 0 w 29"/>
                <a:gd name="T7" fmla="*/ 0 h 92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29"/>
                <a:gd name="T13" fmla="*/ 0 h 92"/>
                <a:gd name="T14" fmla="*/ 29 w 29"/>
                <a:gd name="T15" fmla="*/ 92 h 92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9" h="92">
                  <a:moveTo>
                    <a:pt x="0" y="88"/>
                  </a:moveTo>
                  <a:lnTo>
                    <a:pt x="29" y="92"/>
                  </a:lnTo>
                  <a:lnTo>
                    <a:pt x="29" y="0"/>
                  </a:lnTo>
                  <a:lnTo>
                    <a:pt x="0" y="88"/>
                  </a:lnTo>
                  <a:close/>
                </a:path>
              </a:pathLst>
            </a:custGeom>
            <a:noFill/>
            <a:ln w="0">
              <a:solidFill>
                <a:srgbClr val="0000FF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614" name="Freeform 57">
              <a:extLst>
                <a:ext uri="{FF2B5EF4-FFF2-40B4-BE49-F238E27FC236}">
                  <a16:creationId xmlns:a16="http://schemas.microsoft.com/office/drawing/2014/main" id="{A22CE579-C0A3-CB24-288A-472F2982C219}"/>
                </a:ext>
              </a:extLst>
            </p:cNvPr>
            <p:cNvSpPr>
              <a:spLocks/>
            </p:cNvSpPr>
            <p:nvPr/>
          </p:nvSpPr>
          <p:spPr bwMode="auto">
            <a:xfrm>
              <a:off x="2548" y="2964"/>
              <a:ext cx="4" cy="14"/>
            </a:xfrm>
            <a:custGeom>
              <a:avLst/>
              <a:gdLst>
                <a:gd name="T0" fmla="*/ 0 w 28"/>
                <a:gd name="T1" fmla="*/ 0 h 92"/>
                <a:gd name="T2" fmla="*/ 0 w 28"/>
                <a:gd name="T3" fmla="*/ 0 h 92"/>
                <a:gd name="T4" fmla="*/ 0 w 28"/>
                <a:gd name="T5" fmla="*/ 0 h 92"/>
                <a:gd name="T6" fmla="*/ 0 w 28"/>
                <a:gd name="T7" fmla="*/ 0 h 92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28"/>
                <a:gd name="T13" fmla="*/ 0 h 92"/>
                <a:gd name="T14" fmla="*/ 28 w 28"/>
                <a:gd name="T15" fmla="*/ 92 h 92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8" h="92">
                  <a:moveTo>
                    <a:pt x="0" y="92"/>
                  </a:moveTo>
                  <a:lnTo>
                    <a:pt x="28" y="88"/>
                  </a:lnTo>
                  <a:lnTo>
                    <a:pt x="0" y="0"/>
                  </a:lnTo>
                  <a:lnTo>
                    <a:pt x="0" y="92"/>
                  </a:lnTo>
                  <a:close/>
                </a:path>
              </a:pathLst>
            </a:custGeom>
            <a:solidFill>
              <a:srgbClr val="0000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615" name="Freeform 58">
              <a:extLst>
                <a:ext uri="{FF2B5EF4-FFF2-40B4-BE49-F238E27FC236}">
                  <a16:creationId xmlns:a16="http://schemas.microsoft.com/office/drawing/2014/main" id="{885644C6-7F09-D47B-F40F-029DA5284B33}"/>
                </a:ext>
              </a:extLst>
            </p:cNvPr>
            <p:cNvSpPr>
              <a:spLocks/>
            </p:cNvSpPr>
            <p:nvPr/>
          </p:nvSpPr>
          <p:spPr bwMode="auto">
            <a:xfrm>
              <a:off x="2548" y="2964"/>
              <a:ext cx="4" cy="14"/>
            </a:xfrm>
            <a:custGeom>
              <a:avLst/>
              <a:gdLst>
                <a:gd name="T0" fmla="*/ 0 w 28"/>
                <a:gd name="T1" fmla="*/ 0 h 92"/>
                <a:gd name="T2" fmla="*/ 0 w 28"/>
                <a:gd name="T3" fmla="*/ 0 h 92"/>
                <a:gd name="T4" fmla="*/ 0 w 28"/>
                <a:gd name="T5" fmla="*/ 0 h 92"/>
                <a:gd name="T6" fmla="*/ 0 w 28"/>
                <a:gd name="T7" fmla="*/ 0 h 92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28"/>
                <a:gd name="T13" fmla="*/ 0 h 92"/>
                <a:gd name="T14" fmla="*/ 28 w 28"/>
                <a:gd name="T15" fmla="*/ 92 h 92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8" h="92">
                  <a:moveTo>
                    <a:pt x="0" y="92"/>
                  </a:moveTo>
                  <a:lnTo>
                    <a:pt x="28" y="88"/>
                  </a:lnTo>
                  <a:lnTo>
                    <a:pt x="0" y="0"/>
                  </a:lnTo>
                  <a:lnTo>
                    <a:pt x="0" y="92"/>
                  </a:lnTo>
                  <a:close/>
                </a:path>
              </a:pathLst>
            </a:custGeom>
            <a:noFill/>
            <a:ln w="0">
              <a:solidFill>
                <a:srgbClr val="0000FF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616" name="Freeform 59">
              <a:extLst>
                <a:ext uri="{FF2B5EF4-FFF2-40B4-BE49-F238E27FC236}">
                  <a16:creationId xmlns:a16="http://schemas.microsoft.com/office/drawing/2014/main" id="{EA9ED460-009A-9B41-3F14-492860430673}"/>
                </a:ext>
              </a:extLst>
            </p:cNvPr>
            <p:cNvSpPr>
              <a:spLocks/>
            </p:cNvSpPr>
            <p:nvPr/>
          </p:nvSpPr>
          <p:spPr bwMode="auto">
            <a:xfrm>
              <a:off x="2548" y="2964"/>
              <a:ext cx="8" cy="14"/>
            </a:xfrm>
            <a:custGeom>
              <a:avLst/>
              <a:gdLst>
                <a:gd name="T0" fmla="*/ 0 w 54"/>
                <a:gd name="T1" fmla="*/ 0 h 88"/>
                <a:gd name="T2" fmla="*/ 0 w 54"/>
                <a:gd name="T3" fmla="*/ 0 h 88"/>
                <a:gd name="T4" fmla="*/ 0 w 54"/>
                <a:gd name="T5" fmla="*/ 0 h 88"/>
                <a:gd name="T6" fmla="*/ 0 w 54"/>
                <a:gd name="T7" fmla="*/ 0 h 88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54"/>
                <a:gd name="T13" fmla="*/ 0 h 88"/>
                <a:gd name="T14" fmla="*/ 54 w 54"/>
                <a:gd name="T15" fmla="*/ 88 h 88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54" h="88">
                  <a:moveTo>
                    <a:pt x="28" y="88"/>
                  </a:moveTo>
                  <a:lnTo>
                    <a:pt x="54" y="74"/>
                  </a:lnTo>
                  <a:lnTo>
                    <a:pt x="0" y="0"/>
                  </a:lnTo>
                  <a:lnTo>
                    <a:pt x="28" y="88"/>
                  </a:lnTo>
                  <a:close/>
                </a:path>
              </a:pathLst>
            </a:custGeom>
            <a:solidFill>
              <a:srgbClr val="0000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617" name="Freeform 60">
              <a:extLst>
                <a:ext uri="{FF2B5EF4-FFF2-40B4-BE49-F238E27FC236}">
                  <a16:creationId xmlns:a16="http://schemas.microsoft.com/office/drawing/2014/main" id="{7D4C362A-AA7A-B74F-E1B2-FF3B1AB8BA92}"/>
                </a:ext>
              </a:extLst>
            </p:cNvPr>
            <p:cNvSpPr>
              <a:spLocks/>
            </p:cNvSpPr>
            <p:nvPr/>
          </p:nvSpPr>
          <p:spPr bwMode="auto">
            <a:xfrm>
              <a:off x="2548" y="2964"/>
              <a:ext cx="8" cy="14"/>
            </a:xfrm>
            <a:custGeom>
              <a:avLst/>
              <a:gdLst>
                <a:gd name="T0" fmla="*/ 0 w 54"/>
                <a:gd name="T1" fmla="*/ 0 h 88"/>
                <a:gd name="T2" fmla="*/ 0 w 54"/>
                <a:gd name="T3" fmla="*/ 0 h 88"/>
                <a:gd name="T4" fmla="*/ 0 w 54"/>
                <a:gd name="T5" fmla="*/ 0 h 88"/>
                <a:gd name="T6" fmla="*/ 0 w 54"/>
                <a:gd name="T7" fmla="*/ 0 h 88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54"/>
                <a:gd name="T13" fmla="*/ 0 h 88"/>
                <a:gd name="T14" fmla="*/ 54 w 54"/>
                <a:gd name="T15" fmla="*/ 88 h 88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54" h="88">
                  <a:moveTo>
                    <a:pt x="28" y="88"/>
                  </a:moveTo>
                  <a:lnTo>
                    <a:pt x="54" y="74"/>
                  </a:lnTo>
                  <a:lnTo>
                    <a:pt x="0" y="0"/>
                  </a:lnTo>
                  <a:lnTo>
                    <a:pt x="28" y="88"/>
                  </a:lnTo>
                  <a:close/>
                </a:path>
              </a:pathLst>
            </a:custGeom>
            <a:noFill/>
            <a:ln w="0">
              <a:solidFill>
                <a:srgbClr val="0000FF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618" name="Freeform 61">
              <a:extLst>
                <a:ext uri="{FF2B5EF4-FFF2-40B4-BE49-F238E27FC236}">
                  <a16:creationId xmlns:a16="http://schemas.microsoft.com/office/drawing/2014/main" id="{3BF2840D-CAA4-E0B2-C8C5-F220D94EF1BE}"/>
                </a:ext>
              </a:extLst>
            </p:cNvPr>
            <p:cNvSpPr>
              <a:spLocks/>
            </p:cNvSpPr>
            <p:nvPr/>
          </p:nvSpPr>
          <p:spPr bwMode="auto">
            <a:xfrm>
              <a:off x="2548" y="2964"/>
              <a:ext cx="11" cy="11"/>
            </a:xfrm>
            <a:custGeom>
              <a:avLst/>
              <a:gdLst>
                <a:gd name="T0" fmla="*/ 0 w 74"/>
                <a:gd name="T1" fmla="*/ 0 h 74"/>
                <a:gd name="T2" fmla="*/ 0 w 74"/>
                <a:gd name="T3" fmla="*/ 0 h 74"/>
                <a:gd name="T4" fmla="*/ 0 w 74"/>
                <a:gd name="T5" fmla="*/ 0 h 74"/>
                <a:gd name="T6" fmla="*/ 0 w 74"/>
                <a:gd name="T7" fmla="*/ 0 h 74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74"/>
                <a:gd name="T13" fmla="*/ 0 h 74"/>
                <a:gd name="T14" fmla="*/ 74 w 74"/>
                <a:gd name="T15" fmla="*/ 74 h 74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74" h="74">
                  <a:moveTo>
                    <a:pt x="54" y="74"/>
                  </a:moveTo>
                  <a:lnTo>
                    <a:pt x="74" y="54"/>
                  </a:lnTo>
                  <a:lnTo>
                    <a:pt x="0" y="0"/>
                  </a:lnTo>
                  <a:lnTo>
                    <a:pt x="54" y="74"/>
                  </a:lnTo>
                  <a:close/>
                </a:path>
              </a:pathLst>
            </a:custGeom>
            <a:solidFill>
              <a:srgbClr val="0000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619" name="Freeform 62">
              <a:extLst>
                <a:ext uri="{FF2B5EF4-FFF2-40B4-BE49-F238E27FC236}">
                  <a16:creationId xmlns:a16="http://schemas.microsoft.com/office/drawing/2014/main" id="{9B655DE9-3438-0628-90FC-A8358676F9A1}"/>
                </a:ext>
              </a:extLst>
            </p:cNvPr>
            <p:cNvSpPr>
              <a:spLocks/>
            </p:cNvSpPr>
            <p:nvPr/>
          </p:nvSpPr>
          <p:spPr bwMode="auto">
            <a:xfrm>
              <a:off x="2548" y="2964"/>
              <a:ext cx="11" cy="11"/>
            </a:xfrm>
            <a:custGeom>
              <a:avLst/>
              <a:gdLst>
                <a:gd name="T0" fmla="*/ 0 w 74"/>
                <a:gd name="T1" fmla="*/ 0 h 74"/>
                <a:gd name="T2" fmla="*/ 0 w 74"/>
                <a:gd name="T3" fmla="*/ 0 h 74"/>
                <a:gd name="T4" fmla="*/ 0 w 74"/>
                <a:gd name="T5" fmla="*/ 0 h 74"/>
                <a:gd name="T6" fmla="*/ 0 w 74"/>
                <a:gd name="T7" fmla="*/ 0 h 74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74"/>
                <a:gd name="T13" fmla="*/ 0 h 74"/>
                <a:gd name="T14" fmla="*/ 74 w 74"/>
                <a:gd name="T15" fmla="*/ 74 h 74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74" h="74">
                  <a:moveTo>
                    <a:pt x="54" y="74"/>
                  </a:moveTo>
                  <a:lnTo>
                    <a:pt x="74" y="54"/>
                  </a:lnTo>
                  <a:lnTo>
                    <a:pt x="0" y="0"/>
                  </a:lnTo>
                  <a:lnTo>
                    <a:pt x="54" y="74"/>
                  </a:lnTo>
                  <a:close/>
                </a:path>
              </a:pathLst>
            </a:custGeom>
            <a:noFill/>
            <a:ln w="0">
              <a:solidFill>
                <a:srgbClr val="0000FF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620" name="Freeform 63">
              <a:extLst>
                <a:ext uri="{FF2B5EF4-FFF2-40B4-BE49-F238E27FC236}">
                  <a16:creationId xmlns:a16="http://schemas.microsoft.com/office/drawing/2014/main" id="{43B94B97-A7CB-4A2A-C9D9-783CC73D6CF8}"/>
                </a:ext>
              </a:extLst>
            </p:cNvPr>
            <p:cNvSpPr>
              <a:spLocks/>
            </p:cNvSpPr>
            <p:nvPr/>
          </p:nvSpPr>
          <p:spPr bwMode="auto">
            <a:xfrm>
              <a:off x="2548" y="2964"/>
              <a:ext cx="14" cy="8"/>
            </a:xfrm>
            <a:custGeom>
              <a:avLst/>
              <a:gdLst>
                <a:gd name="T0" fmla="*/ 0 w 88"/>
                <a:gd name="T1" fmla="*/ 0 h 54"/>
                <a:gd name="T2" fmla="*/ 0 w 88"/>
                <a:gd name="T3" fmla="*/ 0 h 54"/>
                <a:gd name="T4" fmla="*/ 0 w 88"/>
                <a:gd name="T5" fmla="*/ 0 h 54"/>
                <a:gd name="T6" fmla="*/ 0 w 88"/>
                <a:gd name="T7" fmla="*/ 0 h 54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88"/>
                <a:gd name="T13" fmla="*/ 0 h 54"/>
                <a:gd name="T14" fmla="*/ 88 w 88"/>
                <a:gd name="T15" fmla="*/ 54 h 54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88" h="54">
                  <a:moveTo>
                    <a:pt x="74" y="54"/>
                  </a:moveTo>
                  <a:lnTo>
                    <a:pt x="88" y="28"/>
                  </a:lnTo>
                  <a:lnTo>
                    <a:pt x="0" y="0"/>
                  </a:lnTo>
                  <a:lnTo>
                    <a:pt x="74" y="54"/>
                  </a:lnTo>
                  <a:close/>
                </a:path>
              </a:pathLst>
            </a:custGeom>
            <a:solidFill>
              <a:srgbClr val="0000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621" name="Freeform 64">
              <a:extLst>
                <a:ext uri="{FF2B5EF4-FFF2-40B4-BE49-F238E27FC236}">
                  <a16:creationId xmlns:a16="http://schemas.microsoft.com/office/drawing/2014/main" id="{298430F3-528D-A80B-B751-1EDB4262BBD8}"/>
                </a:ext>
              </a:extLst>
            </p:cNvPr>
            <p:cNvSpPr>
              <a:spLocks/>
            </p:cNvSpPr>
            <p:nvPr/>
          </p:nvSpPr>
          <p:spPr bwMode="auto">
            <a:xfrm>
              <a:off x="2548" y="2964"/>
              <a:ext cx="14" cy="8"/>
            </a:xfrm>
            <a:custGeom>
              <a:avLst/>
              <a:gdLst>
                <a:gd name="T0" fmla="*/ 0 w 88"/>
                <a:gd name="T1" fmla="*/ 0 h 54"/>
                <a:gd name="T2" fmla="*/ 0 w 88"/>
                <a:gd name="T3" fmla="*/ 0 h 54"/>
                <a:gd name="T4" fmla="*/ 0 w 88"/>
                <a:gd name="T5" fmla="*/ 0 h 54"/>
                <a:gd name="T6" fmla="*/ 0 w 88"/>
                <a:gd name="T7" fmla="*/ 0 h 54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88"/>
                <a:gd name="T13" fmla="*/ 0 h 54"/>
                <a:gd name="T14" fmla="*/ 88 w 88"/>
                <a:gd name="T15" fmla="*/ 54 h 54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88" h="54">
                  <a:moveTo>
                    <a:pt x="74" y="54"/>
                  </a:moveTo>
                  <a:lnTo>
                    <a:pt x="88" y="28"/>
                  </a:lnTo>
                  <a:lnTo>
                    <a:pt x="0" y="0"/>
                  </a:lnTo>
                  <a:lnTo>
                    <a:pt x="74" y="54"/>
                  </a:lnTo>
                  <a:close/>
                </a:path>
              </a:pathLst>
            </a:custGeom>
            <a:noFill/>
            <a:ln w="0">
              <a:solidFill>
                <a:srgbClr val="0000FF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622" name="Freeform 65">
              <a:extLst>
                <a:ext uri="{FF2B5EF4-FFF2-40B4-BE49-F238E27FC236}">
                  <a16:creationId xmlns:a16="http://schemas.microsoft.com/office/drawing/2014/main" id="{CA4CBC81-6063-7507-2086-B886ED01B1E9}"/>
                </a:ext>
              </a:extLst>
            </p:cNvPr>
            <p:cNvSpPr>
              <a:spLocks/>
            </p:cNvSpPr>
            <p:nvPr/>
          </p:nvSpPr>
          <p:spPr bwMode="auto">
            <a:xfrm>
              <a:off x="2548" y="2964"/>
              <a:ext cx="14" cy="4"/>
            </a:xfrm>
            <a:custGeom>
              <a:avLst/>
              <a:gdLst>
                <a:gd name="T0" fmla="*/ 0 w 92"/>
                <a:gd name="T1" fmla="*/ 0 h 28"/>
                <a:gd name="T2" fmla="*/ 0 w 92"/>
                <a:gd name="T3" fmla="*/ 0 h 28"/>
                <a:gd name="T4" fmla="*/ 0 w 92"/>
                <a:gd name="T5" fmla="*/ 0 h 28"/>
                <a:gd name="T6" fmla="*/ 0 w 92"/>
                <a:gd name="T7" fmla="*/ 0 h 28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92"/>
                <a:gd name="T13" fmla="*/ 0 h 28"/>
                <a:gd name="T14" fmla="*/ 92 w 92"/>
                <a:gd name="T15" fmla="*/ 28 h 28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92" h="28">
                  <a:moveTo>
                    <a:pt x="88" y="28"/>
                  </a:moveTo>
                  <a:lnTo>
                    <a:pt x="92" y="0"/>
                  </a:lnTo>
                  <a:lnTo>
                    <a:pt x="0" y="0"/>
                  </a:lnTo>
                  <a:lnTo>
                    <a:pt x="88" y="28"/>
                  </a:lnTo>
                  <a:close/>
                </a:path>
              </a:pathLst>
            </a:custGeom>
            <a:solidFill>
              <a:srgbClr val="0000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623" name="Freeform 66">
              <a:extLst>
                <a:ext uri="{FF2B5EF4-FFF2-40B4-BE49-F238E27FC236}">
                  <a16:creationId xmlns:a16="http://schemas.microsoft.com/office/drawing/2014/main" id="{EB09CA9C-C247-BB9D-86A8-76A8EA0C1773}"/>
                </a:ext>
              </a:extLst>
            </p:cNvPr>
            <p:cNvSpPr>
              <a:spLocks/>
            </p:cNvSpPr>
            <p:nvPr/>
          </p:nvSpPr>
          <p:spPr bwMode="auto">
            <a:xfrm>
              <a:off x="2548" y="3502"/>
              <a:ext cx="14" cy="4"/>
            </a:xfrm>
            <a:custGeom>
              <a:avLst/>
              <a:gdLst>
                <a:gd name="T0" fmla="*/ 0 w 92"/>
                <a:gd name="T1" fmla="*/ 0 h 29"/>
                <a:gd name="T2" fmla="*/ 0 w 92"/>
                <a:gd name="T3" fmla="*/ 0 h 29"/>
                <a:gd name="T4" fmla="*/ 0 w 92"/>
                <a:gd name="T5" fmla="*/ 0 h 29"/>
                <a:gd name="T6" fmla="*/ 0 w 92"/>
                <a:gd name="T7" fmla="*/ 0 h 29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92"/>
                <a:gd name="T13" fmla="*/ 0 h 29"/>
                <a:gd name="T14" fmla="*/ 92 w 92"/>
                <a:gd name="T15" fmla="*/ 29 h 29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92" h="29">
                  <a:moveTo>
                    <a:pt x="92" y="29"/>
                  </a:moveTo>
                  <a:lnTo>
                    <a:pt x="88" y="0"/>
                  </a:lnTo>
                  <a:lnTo>
                    <a:pt x="0" y="29"/>
                  </a:lnTo>
                  <a:lnTo>
                    <a:pt x="92" y="29"/>
                  </a:lnTo>
                  <a:close/>
                </a:path>
              </a:pathLst>
            </a:custGeom>
            <a:solidFill>
              <a:srgbClr val="0000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624" name="Freeform 67">
              <a:extLst>
                <a:ext uri="{FF2B5EF4-FFF2-40B4-BE49-F238E27FC236}">
                  <a16:creationId xmlns:a16="http://schemas.microsoft.com/office/drawing/2014/main" id="{0938ECFF-AB2B-F7AD-D768-8D00D14A11F9}"/>
                </a:ext>
              </a:extLst>
            </p:cNvPr>
            <p:cNvSpPr>
              <a:spLocks/>
            </p:cNvSpPr>
            <p:nvPr/>
          </p:nvSpPr>
          <p:spPr bwMode="auto">
            <a:xfrm>
              <a:off x="2548" y="3502"/>
              <a:ext cx="14" cy="4"/>
            </a:xfrm>
            <a:custGeom>
              <a:avLst/>
              <a:gdLst>
                <a:gd name="T0" fmla="*/ 0 w 92"/>
                <a:gd name="T1" fmla="*/ 0 h 29"/>
                <a:gd name="T2" fmla="*/ 0 w 92"/>
                <a:gd name="T3" fmla="*/ 0 h 29"/>
                <a:gd name="T4" fmla="*/ 0 w 92"/>
                <a:gd name="T5" fmla="*/ 0 h 29"/>
                <a:gd name="T6" fmla="*/ 0 w 92"/>
                <a:gd name="T7" fmla="*/ 0 h 29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92"/>
                <a:gd name="T13" fmla="*/ 0 h 29"/>
                <a:gd name="T14" fmla="*/ 92 w 92"/>
                <a:gd name="T15" fmla="*/ 29 h 29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92" h="29">
                  <a:moveTo>
                    <a:pt x="92" y="29"/>
                  </a:moveTo>
                  <a:lnTo>
                    <a:pt x="88" y="0"/>
                  </a:lnTo>
                  <a:lnTo>
                    <a:pt x="0" y="29"/>
                  </a:lnTo>
                  <a:lnTo>
                    <a:pt x="92" y="29"/>
                  </a:lnTo>
                  <a:close/>
                </a:path>
              </a:pathLst>
            </a:custGeom>
            <a:noFill/>
            <a:ln w="0">
              <a:solidFill>
                <a:srgbClr val="0000FF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625" name="Freeform 68">
              <a:extLst>
                <a:ext uri="{FF2B5EF4-FFF2-40B4-BE49-F238E27FC236}">
                  <a16:creationId xmlns:a16="http://schemas.microsoft.com/office/drawing/2014/main" id="{D39105F3-9534-0356-1DC9-41752AE4ADCF}"/>
                </a:ext>
              </a:extLst>
            </p:cNvPr>
            <p:cNvSpPr>
              <a:spLocks/>
            </p:cNvSpPr>
            <p:nvPr/>
          </p:nvSpPr>
          <p:spPr bwMode="auto">
            <a:xfrm>
              <a:off x="2548" y="3498"/>
              <a:ext cx="14" cy="8"/>
            </a:xfrm>
            <a:custGeom>
              <a:avLst/>
              <a:gdLst>
                <a:gd name="T0" fmla="*/ 0 w 88"/>
                <a:gd name="T1" fmla="*/ 0 h 55"/>
                <a:gd name="T2" fmla="*/ 0 w 88"/>
                <a:gd name="T3" fmla="*/ 0 h 55"/>
                <a:gd name="T4" fmla="*/ 0 w 88"/>
                <a:gd name="T5" fmla="*/ 0 h 55"/>
                <a:gd name="T6" fmla="*/ 0 w 88"/>
                <a:gd name="T7" fmla="*/ 0 h 55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88"/>
                <a:gd name="T13" fmla="*/ 0 h 55"/>
                <a:gd name="T14" fmla="*/ 88 w 88"/>
                <a:gd name="T15" fmla="*/ 55 h 55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88" h="55">
                  <a:moveTo>
                    <a:pt x="88" y="26"/>
                  </a:moveTo>
                  <a:lnTo>
                    <a:pt x="74" y="0"/>
                  </a:lnTo>
                  <a:lnTo>
                    <a:pt x="0" y="55"/>
                  </a:lnTo>
                  <a:lnTo>
                    <a:pt x="88" y="26"/>
                  </a:lnTo>
                  <a:close/>
                </a:path>
              </a:pathLst>
            </a:custGeom>
            <a:solidFill>
              <a:srgbClr val="0000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626" name="Freeform 69">
              <a:extLst>
                <a:ext uri="{FF2B5EF4-FFF2-40B4-BE49-F238E27FC236}">
                  <a16:creationId xmlns:a16="http://schemas.microsoft.com/office/drawing/2014/main" id="{FD3F5447-B8B1-1D40-BF7D-08DC82A0D507}"/>
                </a:ext>
              </a:extLst>
            </p:cNvPr>
            <p:cNvSpPr>
              <a:spLocks/>
            </p:cNvSpPr>
            <p:nvPr/>
          </p:nvSpPr>
          <p:spPr bwMode="auto">
            <a:xfrm>
              <a:off x="2548" y="3498"/>
              <a:ext cx="14" cy="8"/>
            </a:xfrm>
            <a:custGeom>
              <a:avLst/>
              <a:gdLst>
                <a:gd name="T0" fmla="*/ 0 w 88"/>
                <a:gd name="T1" fmla="*/ 0 h 55"/>
                <a:gd name="T2" fmla="*/ 0 w 88"/>
                <a:gd name="T3" fmla="*/ 0 h 55"/>
                <a:gd name="T4" fmla="*/ 0 w 88"/>
                <a:gd name="T5" fmla="*/ 0 h 55"/>
                <a:gd name="T6" fmla="*/ 0 w 88"/>
                <a:gd name="T7" fmla="*/ 0 h 55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88"/>
                <a:gd name="T13" fmla="*/ 0 h 55"/>
                <a:gd name="T14" fmla="*/ 88 w 88"/>
                <a:gd name="T15" fmla="*/ 55 h 55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88" h="55">
                  <a:moveTo>
                    <a:pt x="88" y="26"/>
                  </a:moveTo>
                  <a:lnTo>
                    <a:pt x="74" y="0"/>
                  </a:lnTo>
                  <a:lnTo>
                    <a:pt x="0" y="55"/>
                  </a:lnTo>
                  <a:lnTo>
                    <a:pt x="88" y="26"/>
                  </a:lnTo>
                  <a:close/>
                </a:path>
              </a:pathLst>
            </a:custGeom>
            <a:noFill/>
            <a:ln w="0">
              <a:solidFill>
                <a:srgbClr val="0000FF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627" name="Freeform 70">
              <a:extLst>
                <a:ext uri="{FF2B5EF4-FFF2-40B4-BE49-F238E27FC236}">
                  <a16:creationId xmlns:a16="http://schemas.microsoft.com/office/drawing/2014/main" id="{7F38CB8D-402A-4E92-D7CD-77DBA8BB82A4}"/>
                </a:ext>
              </a:extLst>
            </p:cNvPr>
            <p:cNvSpPr>
              <a:spLocks/>
            </p:cNvSpPr>
            <p:nvPr/>
          </p:nvSpPr>
          <p:spPr bwMode="auto">
            <a:xfrm>
              <a:off x="2548" y="3496"/>
              <a:ext cx="11" cy="10"/>
            </a:xfrm>
            <a:custGeom>
              <a:avLst/>
              <a:gdLst>
                <a:gd name="T0" fmla="*/ 0 w 74"/>
                <a:gd name="T1" fmla="*/ 0 h 75"/>
                <a:gd name="T2" fmla="*/ 0 w 74"/>
                <a:gd name="T3" fmla="*/ 0 h 75"/>
                <a:gd name="T4" fmla="*/ 0 w 74"/>
                <a:gd name="T5" fmla="*/ 0 h 75"/>
                <a:gd name="T6" fmla="*/ 0 w 74"/>
                <a:gd name="T7" fmla="*/ 0 h 75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74"/>
                <a:gd name="T13" fmla="*/ 0 h 75"/>
                <a:gd name="T14" fmla="*/ 74 w 74"/>
                <a:gd name="T15" fmla="*/ 75 h 75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74" h="75">
                  <a:moveTo>
                    <a:pt x="74" y="20"/>
                  </a:moveTo>
                  <a:lnTo>
                    <a:pt x="54" y="0"/>
                  </a:lnTo>
                  <a:lnTo>
                    <a:pt x="0" y="75"/>
                  </a:lnTo>
                  <a:lnTo>
                    <a:pt x="74" y="20"/>
                  </a:lnTo>
                  <a:close/>
                </a:path>
              </a:pathLst>
            </a:custGeom>
            <a:solidFill>
              <a:srgbClr val="0000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628" name="Freeform 71">
              <a:extLst>
                <a:ext uri="{FF2B5EF4-FFF2-40B4-BE49-F238E27FC236}">
                  <a16:creationId xmlns:a16="http://schemas.microsoft.com/office/drawing/2014/main" id="{3712026E-5D4E-3241-6CFF-D5EB72DE4F98}"/>
                </a:ext>
              </a:extLst>
            </p:cNvPr>
            <p:cNvSpPr>
              <a:spLocks/>
            </p:cNvSpPr>
            <p:nvPr/>
          </p:nvSpPr>
          <p:spPr bwMode="auto">
            <a:xfrm>
              <a:off x="2548" y="3496"/>
              <a:ext cx="11" cy="10"/>
            </a:xfrm>
            <a:custGeom>
              <a:avLst/>
              <a:gdLst>
                <a:gd name="T0" fmla="*/ 0 w 74"/>
                <a:gd name="T1" fmla="*/ 0 h 75"/>
                <a:gd name="T2" fmla="*/ 0 w 74"/>
                <a:gd name="T3" fmla="*/ 0 h 75"/>
                <a:gd name="T4" fmla="*/ 0 w 74"/>
                <a:gd name="T5" fmla="*/ 0 h 75"/>
                <a:gd name="T6" fmla="*/ 0 w 74"/>
                <a:gd name="T7" fmla="*/ 0 h 75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74"/>
                <a:gd name="T13" fmla="*/ 0 h 75"/>
                <a:gd name="T14" fmla="*/ 74 w 74"/>
                <a:gd name="T15" fmla="*/ 75 h 75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74" h="75">
                  <a:moveTo>
                    <a:pt x="74" y="20"/>
                  </a:moveTo>
                  <a:lnTo>
                    <a:pt x="54" y="0"/>
                  </a:lnTo>
                  <a:lnTo>
                    <a:pt x="0" y="75"/>
                  </a:lnTo>
                  <a:lnTo>
                    <a:pt x="74" y="20"/>
                  </a:lnTo>
                  <a:close/>
                </a:path>
              </a:pathLst>
            </a:custGeom>
            <a:noFill/>
            <a:ln w="0">
              <a:solidFill>
                <a:srgbClr val="0000FF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629" name="Freeform 72">
              <a:extLst>
                <a:ext uri="{FF2B5EF4-FFF2-40B4-BE49-F238E27FC236}">
                  <a16:creationId xmlns:a16="http://schemas.microsoft.com/office/drawing/2014/main" id="{AD2B8601-06DD-F802-B30A-5AE45A309546}"/>
                </a:ext>
              </a:extLst>
            </p:cNvPr>
            <p:cNvSpPr>
              <a:spLocks/>
            </p:cNvSpPr>
            <p:nvPr/>
          </p:nvSpPr>
          <p:spPr bwMode="auto">
            <a:xfrm>
              <a:off x="2548" y="3494"/>
              <a:ext cx="8" cy="14"/>
            </a:xfrm>
            <a:custGeom>
              <a:avLst/>
              <a:gdLst>
                <a:gd name="T0" fmla="*/ 0 w 54"/>
                <a:gd name="T1" fmla="*/ 0 h 89"/>
                <a:gd name="T2" fmla="*/ 0 w 54"/>
                <a:gd name="T3" fmla="*/ 0 h 89"/>
                <a:gd name="T4" fmla="*/ 0 w 54"/>
                <a:gd name="T5" fmla="*/ 0 h 89"/>
                <a:gd name="T6" fmla="*/ 0 w 54"/>
                <a:gd name="T7" fmla="*/ 0 h 89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54"/>
                <a:gd name="T13" fmla="*/ 0 h 89"/>
                <a:gd name="T14" fmla="*/ 54 w 54"/>
                <a:gd name="T15" fmla="*/ 89 h 89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54" h="89">
                  <a:moveTo>
                    <a:pt x="54" y="14"/>
                  </a:moveTo>
                  <a:lnTo>
                    <a:pt x="28" y="0"/>
                  </a:lnTo>
                  <a:lnTo>
                    <a:pt x="0" y="89"/>
                  </a:lnTo>
                  <a:lnTo>
                    <a:pt x="54" y="14"/>
                  </a:lnTo>
                  <a:close/>
                </a:path>
              </a:pathLst>
            </a:custGeom>
            <a:solidFill>
              <a:srgbClr val="0000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630" name="Freeform 73">
              <a:extLst>
                <a:ext uri="{FF2B5EF4-FFF2-40B4-BE49-F238E27FC236}">
                  <a16:creationId xmlns:a16="http://schemas.microsoft.com/office/drawing/2014/main" id="{34F892F5-64DC-0724-79BD-C50F5B64B4E8}"/>
                </a:ext>
              </a:extLst>
            </p:cNvPr>
            <p:cNvSpPr>
              <a:spLocks/>
            </p:cNvSpPr>
            <p:nvPr/>
          </p:nvSpPr>
          <p:spPr bwMode="auto">
            <a:xfrm>
              <a:off x="2548" y="3494"/>
              <a:ext cx="8" cy="14"/>
            </a:xfrm>
            <a:custGeom>
              <a:avLst/>
              <a:gdLst>
                <a:gd name="T0" fmla="*/ 0 w 54"/>
                <a:gd name="T1" fmla="*/ 0 h 89"/>
                <a:gd name="T2" fmla="*/ 0 w 54"/>
                <a:gd name="T3" fmla="*/ 0 h 89"/>
                <a:gd name="T4" fmla="*/ 0 w 54"/>
                <a:gd name="T5" fmla="*/ 0 h 89"/>
                <a:gd name="T6" fmla="*/ 0 w 54"/>
                <a:gd name="T7" fmla="*/ 0 h 89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54"/>
                <a:gd name="T13" fmla="*/ 0 h 89"/>
                <a:gd name="T14" fmla="*/ 54 w 54"/>
                <a:gd name="T15" fmla="*/ 89 h 89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54" h="89">
                  <a:moveTo>
                    <a:pt x="54" y="14"/>
                  </a:moveTo>
                  <a:lnTo>
                    <a:pt x="28" y="0"/>
                  </a:lnTo>
                  <a:lnTo>
                    <a:pt x="0" y="89"/>
                  </a:lnTo>
                  <a:lnTo>
                    <a:pt x="54" y="14"/>
                  </a:lnTo>
                  <a:close/>
                </a:path>
              </a:pathLst>
            </a:custGeom>
            <a:noFill/>
            <a:ln w="0">
              <a:solidFill>
                <a:srgbClr val="0000FF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631" name="Freeform 74">
              <a:extLst>
                <a:ext uri="{FF2B5EF4-FFF2-40B4-BE49-F238E27FC236}">
                  <a16:creationId xmlns:a16="http://schemas.microsoft.com/office/drawing/2014/main" id="{EBB86807-B313-1C34-E182-B3A5F8A40BA1}"/>
                </a:ext>
              </a:extLst>
            </p:cNvPr>
            <p:cNvSpPr>
              <a:spLocks/>
            </p:cNvSpPr>
            <p:nvPr/>
          </p:nvSpPr>
          <p:spPr bwMode="auto">
            <a:xfrm>
              <a:off x="2548" y="3493"/>
              <a:ext cx="4" cy="14"/>
            </a:xfrm>
            <a:custGeom>
              <a:avLst/>
              <a:gdLst>
                <a:gd name="T0" fmla="*/ 0 w 28"/>
                <a:gd name="T1" fmla="*/ 0 h 93"/>
                <a:gd name="T2" fmla="*/ 0 w 28"/>
                <a:gd name="T3" fmla="*/ 0 h 93"/>
                <a:gd name="T4" fmla="*/ 0 w 28"/>
                <a:gd name="T5" fmla="*/ 0 h 93"/>
                <a:gd name="T6" fmla="*/ 0 w 28"/>
                <a:gd name="T7" fmla="*/ 0 h 93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28"/>
                <a:gd name="T13" fmla="*/ 0 h 93"/>
                <a:gd name="T14" fmla="*/ 28 w 28"/>
                <a:gd name="T15" fmla="*/ 93 h 93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8" h="93">
                  <a:moveTo>
                    <a:pt x="28" y="4"/>
                  </a:moveTo>
                  <a:lnTo>
                    <a:pt x="0" y="0"/>
                  </a:lnTo>
                  <a:lnTo>
                    <a:pt x="0" y="93"/>
                  </a:lnTo>
                  <a:lnTo>
                    <a:pt x="28" y="4"/>
                  </a:lnTo>
                  <a:close/>
                </a:path>
              </a:pathLst>
            </a:custGeom>
            <a:solidFill>
              <a:srgbClr val="0000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632" name="Freeform 75">
              <a:extLst>
                <a:ext uri="{FF2B5EF4-FFF2-40B4-BE49-F238E27FC236}">
                  <a16:creationId xmlns:a16="http://schemas.microsoft.com/office/drawing/2014/main" id="{8B77954C-2DB0-DE55-3032-3CAC033360D9}"/>
                </a:ext>
              </a:extLst>
            </p:cNvPr>
            <p:cNvSpPr>
              <a:spLocks/>
            </p:cNvSpPr>
            <p:nvPr/>
          </p:nvSpPr>
          <p:spPr bwMode="auto">
            <a:xfrm>
              <a:off x="2548" y="3493"/>
              <a:ext cx="4" cy="14"/>
            </a:xfrm>
            <a:custGeom>
              <a:avLst/>
              <a:gdLst>
                <a:gd name="T0" fmla="*/ 0 w 28"/>
                <a:gd name="T1" fmla="*/ 0 h 93"/>
                <a:gd name="T2" fmla="*/ 0 w 28"/>
                <a:gd name="T3" fmla="*/ 0 h 93"/>
                <a:gd name="T4" fmla="*/ 0 w 28"/>
                <a:gd name="T5" fmla="*/ 0 h 93"/>
                <a:gd name="T6" fmla="*/ 0 w 28"/>
                <a:gd name="T7" fmla="*/ 0 h 93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28"/>
                <a:gd name="T13" fmla="*/ 0 h 93"/>
                <a:gd name="T14" fmla="*/ 28 w 28"/>
                <a:gd name="T15" fmla="*/ 93 h 93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8" h="93">
                  <a:moveTo>
                    <a:pt x="28" y="4"/>
                  </a:moveTo>
                  <a:lnTo>
                    <a:pt x="0" y="0"/>
                  </a:lnTo>
                  <a:lnTo>
                    <a:pt x="0" y="93"/>
                  </a:lnTo>
                  <a:lnTo>
                    <a:pt x="28" y="4"/>
                  </a:lnTo>
                  <a:close/>
                </a:path>
              </a:pathLst>
            </a:custGeom>
            <a:noFill/>
            <a:ln w="0">
              <a:solidFill>
                <a:srgbClr val="0000FF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633" name="Freeform 76">
              <a:extLst>
                <a:ext uri="{FF2B5EF4-FFF2-40B4-BE49-F238E27FC236}">
                  <a16:creationId xmlns:a16="http://schemas.microsoft.com/office/drawing/2014/main" id="{667C0A81-1AC5-7D7E-F01B-C6E56353E01C}"/>
                </a:ext>
              </a:extLst>
            </p:cNvPr>
            <p:cNvSpPr>
              <a:spLocks/>
            </p:cNvSpPr>
            <p:nvPr/>
          </p:nvSpPr>
          <p:spPr bwMode="auto">
            <a:xfrm>
              <a:off x="2544" y="3493"/>
              <a:ext cx="3" cy="14"/>
            </a:xfrm>
            <a:custGeom>
              <a:avLst/>
              <a:gdLst>
                <a:gd name="T0" fmla="*/ 0 w 29"/>
                <a:gd name="T1" fmla="*/ 0 h 93"/>
                <a:gd name="T2" fmla="*/ 0 w 29"/>
                <a:gd name="T3" fmla="*/ 0 h 93"/>
                <a:gd name="T4" fmla="*/ 0 w 29"/>
                <a:gd name="T5" fmla="*/ 0 h 93"/>
                <a:gd name="T6" fmla="*/ 0 w 29"/>
                <a:gd name="T7" fmla="*/ 0 h 93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29"/>
                <a:gd name="T13" fmla="*/ 0 h 93"/>
                <a:gd name="T14" fmla="*/ 29 w 29"/>
                <a:gd name="T15" fmla="*/ 93 h 93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9" h="93">
                  <a:moveTo>
                    <a:pt x="29" y="0"/>
                  </a:moveTo>
                  <a:lnTo>
                    <a:pt x="0" y="4"/>
                  </a:lnTo>
                  <a:lnTo>
                    <a:pt x="29" y="93"/>
                  </a:lnTo>
                  <a:lnTo>
                    <a:pt x="29" y="0"/>
                  </a:lnTo>
                  <a:close/>
                </a:path>
              </a:pathLst>
            </a:custGeom>
            <a:solidFill>
              <a:srgbClr val="0000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634" name="Freeform 77">
              <a:extLst>
                <a:ext uri="{FF2B5EF4-FFF2-40B4-BE49-F238E27FC236}">
                  <a16:creationId xmlns:a16="http://schemas.microsoft.com/office/drawing/2014/main" id="{3707AF71-3A76-8F81-5416-E7DCB024CFC1}"/>
                </a:ext>
              </a:extLst>
            </p:cNvPr>
            <p:cNvSpPr>
              <a:spLocks/>
            </p:cNvSpPr>
            <p:nvPr/>
          </p:nvSpPr>
          <p:spPr bwMode="auto">
            <a:xfrm>
              <a:off x="2544" y="3493"/>
              <a:ext cx="3" cy="14"/>
            </a:xfrm>
            <a:custGeom>
              <a:avLst/>
              <a:gdLst>
                <a:gd name="T0" fmla="*/ 0 w 29"/>
                <a:gd name="T1" fmla="*/ 0 h 93"/>
                <a:gd name="T2" fmla="*/ 0 w 29"/>
                <a:gd name="T3" fmla="*/ 0 h 93"/>
                <a:gd name="T4" fmla="*/ 0 w 29"/>
                <a:gd name="T5" fmla="*/ 0 h 93"/>
                <a:gd name="T6" fmla="*/ 0 w 29"/>
                <a:gd name="T7" fmla="*/ 0 h 93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29"/>
                <a:gd name="T13" fmla="*/ 0 h 93"/>
                <a:gd name="T14" fmla="*/ 29 w 29"/>
                <a:gd name="T15" fmla="*/ 93 h 93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9" h="93">
                  <a:moveTo>
                    <a:pt x="29" y="0"/>
                  </a:moveTo>
                  <a:lnTo>
                    <a:pt x="0" y="4"/>
                  </a:lnTo>
                  <a:lnTo>
                    <a:pt x="29" y="93"/>
                  </a:lnTo>
                  <a:lnTo>
                    <a:pt x="29" y="0"/>
                  </a:lnTo>
                  <a:close/>
                </a:path>
              </a:pathLst>
            </a:custGeom>
            <a:noFill/>
            <a:ln w="0">
              <a:solidFill>
                <a:srgbClr val="0000FF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635" name="Freeform 78">
              <a:extLst>
                <a:ext uri="{FF2B5EF4-FFF2-40B4-BE49-F238E27FC236}">
                  <a16:creationId xmlns:a16="http://schemas.microsoft.com/office/drawing/2014/main" id="{B726BB28-C5F3-8714-943C-997CD59F5084}"/>
                </a:ext>
              </a:extLst>
            </p:cNvPr>
            <p:cNvSpPr>
              <a:spLocks/>
            </p:cNvSpPr>
            <p:nvPr/>
          </p:nvSpPr>
          <p:spPr bwMode="auto">
            <a:xfrm>
              <a:off x="2540" y="3494"/>
              <a:ext cx="8" cy="14"/>
            </a:xfrm>
            <a:custGeom>
              <a:avLst/>
              <a:gdLst>
                <a:gd name="T0" fmla="*/ 0 w 55"/>
                <a:gd name="T1" fmla="*/ 0 h 89"/>
                <a:gd name="T2" fmla="*/ 0 w 55"/>
                <a:gd name="T3" fmla="*/ 0 h 89"/>
                <a:gd name="T4" fmla="*/ 0 w 55"/>
                <a:gd name="T5" fmla="*/ 0 h 89"/>
                <a:gd name="T6" fmla="*/ 0 w 55"/>
                <a:gd name="T7" fmla="*/ 0 h 89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55"/>
                <a:gd name="T13" fmla="*/ 0 h 89"/>
                <a:gd name="T14" fmla="*/ 55 w 55"/>
                <a:gd name="T15" fmla="*/ 89 h 89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55" h="89">
                  <a:moveTo>
                    <a:pt x="26" y="0"/>
                  </a:moveTo>
                  <a:lnTo>
                    <a:pt x="0" y="14"/>
                  </a:lnTo>
                  <a:lnTo>
                    <a:pt x="55" y="89"/>
                  </a:lnTo>
                  <a:lnTo>
                    <a:pt x="26" y="0"/>
                  </a:lnTo>
                  <a:close/>
                </a:path>
              </a:pathLst>
            </a:custGeom>
            <a:solidFill>
              <a:srgbClr val="0000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636" name="Freeform 79">
              <a:extLst>
                <a:ext uri="{FF2B5EF4-FFF2-40B4-BE49-F238E27FC236}">
                  <a16:creationId xmlns:a16="http://schemas.microsoft.com/office/drawing/2014/main" id="{4F21B5F7-F353-9799-D1FA-489DB36F1AD6}"/>
                </a:ext>
              </a:extLst>
            </p:cNvPr>
            <p:cNvSpPr>
              <a:spLocks/>
            </p:cNvSpPr>
            <p:nvPr/>
          </p:nvSpPr>
          <p:spPr bwMode="auto">
            <a:xfrm>
              <a:off x="2540" y="3494"/>
              <a:ext cx="8" cy="14"/>
            </a:xfrm>
            <a:custGeom>
              <a:avLst/>
              <a:gdLst>
                <a:gd name="T0" fmla="*/ 0 w 55"/>
                <a:gd name="T1" fmla="*/ 0 h 89"/>
                <a:gd name="T2" fmla="*/ 0 w 55"/>
                <a:gd name="T3" fmla="*/ 0 h 89"/>
                <a:gd name="T4" fmla="*/ 0 w 55"/>
                <a:gd name="T5" fmla="*/ 0 h 89"/>
                <a:gd name="T6" fmla="*/ 0 w 55"/>
                <a:gd name="T7" fmla="*/ 0 h 89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55"/>
                <a:gd name="T13" fmla="*/ 0 h 89"/>
                <a:gd name="T14" fmla="*/ 55 w 55"/>
                <a:gd name="T15" fmla="*/ 89 h 89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55" h="89">
                  <a:moveTo>
                    <a:pt x="26" y="0"/>
                  </a:moveTo>
                  <a:lnTo>
                    <a:pt x="0" y="14"/>
                  </a:lnTo>
                  <a:lnTo>
                    <a:pt x="55" y="89"/>
                  </a:lnTo>
                  <a:lnTo>
                    <a:pt x="26" y="0"/>
                  </a:lnTo>
                  <a:close/>
                </a:path>
              </a:pathLst>
            </a:custGeom>
            <a:noFill/>
            <a:ln w="0">
              <a:solidFill>
                <a:srgbClr val="0000FF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637" name="Freeform 80">
              <a:extLst>
                <a:ext uri="{FF2B5EF4-FFF2-40B4-BE49-F238E27FC236}">
                  <a16:creationId xmlns:a16="http://schemas.microsoft.com/office/drawing/2014/main" id="{5A0307D0-68DE-E508-BFC6-ADD81616F549}"/>
                </a:ext>
              </a:extLst>
            </p:cNvPr>
            <p:cNvSpPr>
              <a:spLocks/>
            </p:cNvSpPr>
            <p:nvPr/>
          </p:nvSpPr>
          <p:spPr bwMode="auto">
            <a:xfrm>
              <a:off x="2537" y="3496"/>
              <a:ext cx="11" cy="10"/>
            </a:xfrm>
            <a:custGeom>
              <a:avLst/>
              <a:gdLst>
                <a:gd name="T0" fmla="*/ 0 w 75"/>
                <a:gd name="T1" fmla="*/ 0 h 75"/>
                <a:gd name="T2" fmla="*/ 0 w 75"/>
                <a:gd name="T3" fmla="*/ 0 h 75"/>
                <a:gd name="T4" fmla="*/ 0 w 75"/>
                <a:gd name="T5" fmla="*/ 0 h 75"/>
                <a:gd name="T6" fmla="*/ 0 w 75"/>
                <a:gd name="T7" fmla="*/ 0 h 75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75"/>
                <a:gd name="T13" fmla="*/ 0 h 75"/>
                <a:gd name="T14" fmla="*/ 75 w 75"/>
                <a:gd name="T15" fmla="*/ 75 h 75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75" h="75">
                  <a:moveTo>
                    <a:pt x="20" y="0"/>
                  </a:moveTo>
                  <a:lnTo>
                    <a:pt x="0" y="20"/>
                  </a:lnTo>
                  <a:lnTo>
                    <a:pt x="75" y="75"/>
                  </a:lnTo>
                  <a:lnTo>
                    <a:pt x="20" y="0"/>
                  </a:lnTo>
                  <a:close/>
                </a:path>
              </a:pathLst>
            </a:custGeom>
            <a:solidFill>
              <a:srgbClr val="0000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638" name="Freeform 81">
              <a:extLst>
                <a:ext uri="{FF2B5EF4-FFF2-40B4-BE49-F238E27FC236}">
                  <a16:creationId xmlns:a16="http://schemas.microsoft.com/office/drawing/2014/main" id="{0E8FE67F-53BF-2ECC-8397-68B75642F14D}"/>
                </a:ext>
              </a:extLst>
            </p:cNvPr>
            <p:cNvSpPr>
              <a:spLocks/>
            </p:cNvSpPr>
            <p:nvPr/>
          </p:nvSpPr>
          <p:spPr bwMode="auto">
            <a:xfrm>
              <a:off x="2537" y="3496"/>
              <a:ext cx="11" cy="10"/>
            </a:xfrm>
            <a:custGeom>
              <a:avLst/>
              <a:gdLst>
                <a:gd name="T0" fmla="*/ 0 w 75"/>
                <a:gd name="T1" fmla="*/ 0 h 75"/>
                <a:gd name="T2" fmla="*/ 0 w 75"/>
                <a:gd name="T3" fmla="*/ 0 h 75"/>
                <a:gd name="T4" fmla="*/ 0 w 75"/>
                <a:gd name="T5" fmla="*/ 0 h 75"/>
                <a:gd name="T6" fmla="*/ 0 w 75"/>
                <a:gd name="T7" fmla="*/ 0 h 75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75"/>
                <a:gd name="T13" fmla="*/ 0 h 75"/>
                <a:gd name="T14" fmla="*/ 75 w 75"/>
                <a:gd name="T15" fmla="*/ 75 h 75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75" h="75">
                  <a:moveTo>
                    <a:pt x="20" y="0"/>
                  </a:moveTo>
                  <a:lnTo>
                    <a:pt x="0" y="20"/>
                  </a:lnTo>
                  <a:lnTo>
                    <a:pt x="75" y="75"/>
                  </a:lnTo>
                  <a:lnTo>
                    <a:pt x="20" y="0"/>
                  </a:lnTo>
                  <a:close/>
                </a:path>
              </a:pathLst>
            </a:custGeom>
            <a:noFill/>
            <a:ln w="0">
              <a:solidFill>
                <a:srgbClr val="0000FF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639" name="Freeform 82">
              <a:extLst>
                <a:ext uri="{FF2B5EF4-FFF2-40B4-BE49-F238E27FC236}">
                  <a16:creationId xmlns:a16="http://schemas.microsoft.com/office/drawing/2014/main" id="{006A869D-6100-8332-DABA-E44CD00ACEB7}"/>
                </a:ext>
              </a:extLst>
            </p:cNvPr>
            <p:cNvSpPr>
              <a:spLocks/>
            </p:cNvSpPr>
            <p:nvPr/>
          </p:nvSpPr>
          <p:spPr bwMode="auto">
            <a:xfrm>
              <a:off x="2535" y="3498"/>
              <a:ext cx="13" cy="8"/>
            </a:xfrm>
            <a:custGeom>
              <a:avLst/>
              <a:gdLst>
                <a:gd name="T0" fmla="*/ 0 w 89"/>
                <a:gd name="T1" fmla="*/ 0 h 55"/>
                <a:gd name="T2" fmla="*/ 0 w 89"/>
                <a:gd name="T3" fmla="*/ 0 h 55"/>
                <a:gd name="T4" fmla="*/ 0 w 89"/>
                <a:gd name="T5" fmla="*/ 0 h 55"/>
                <a:gd name="T6" fmla="*/ 0 w 89"/>
                <a:gd name="T7" fmla="*/ 0 h 55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89"/>
                <a:gd name="T13" fmla="*/ 0 h 55"/>
                <a:gd name="T14" fmla="*/ 89 w 89"/>
                <a:gd name="T15" fmla="*/ 55 h 55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89" h="55">
                  <a:moveTo>
                    <a:pt x="14" y="0"/>
                  </a:moveTo>
                  <a:lnTo>
                    <a:pt x="0" y="26"/>
                  </a:lnTo>
                  <a:lnTo>
                    <a:pt x="89" y="55"/>
                  </a:lnTo>
                  <a:lnTo>
                    <a:pt x="14" y="0"/>
                  </a:lnTo>
                  <a:close/>
                </a:path>
              </a:pathLst>
            </a:custGeom>
            <a:solidFill>
              <a:srgbClr val="0000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640" name="Freeform 83">
              <a:extLst>
                <a:ext uri="{FF2B5EF4-FFF2-40B4-BE49-F238E27FC236}">
                  <a16:creationId xmlns:a16="http://schemas.microsoft.com/office/drawing/2014/main" id="{A5149EE8-CE84-7F49-AF26-D159B8B864E4}"/>
                </a:ext>
              </a:extLst>
            </p:cNvPr>
            <p:cNvSpPr>
              <a:spLocks/>
            </p:cNvSpPr>
            <p:nvPr/>
          </p:nvSpPr>
          <p:spPr bwMode="auto">
            <a:xfrm>
              <a:off x="2535" y="3498"/>
              <a:ext cx="13" cy="8"/>
            </a:xfrm>
            <a:custGeom>
              <a:avLst/>
              <a:gdLst>
                <a:gd name="T0" fmla="*/ 0 w 89"/>
                <a:gd name="T1" fmla="*/ 0 h 55"/>
                <a:gd name="T2" fmla="*/ 0 w 89"/>
                <a:gd name="T3" fmla="*/ 0 h 55"/>
                <a:gd name="T4" fmla="*/ 0 w 89"/>
                <a:gd name="T5" fmla="*/ 0 h 55"/>
                <a:gd name="T6" fmla="*/ 0 w 89"/>
                <a:gd name="T7" fmla="*/ 0 h 55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89"/>
                <a:gd name="T13" fmla="*/ 0 h 55"/>
                <a:gd name="T14" fmla="*/ 89 w 89"/>
                <a:gd name="T15" fmla="*/ 55 h 55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89" h="55">
                  <a:moveTo>
                    <a:pt x="14" y="0"/>
                  </a:moveTo>
                  <a:lnTo>
                    <a:pt x="0" y="26"/>
                  </a:lnTo>
                  <a:lnTo>
                    <a:pt x="89" y="55"/>
                  </a:lnTo>
                  <a:lnTo>
                    <a:pt x="14" y="0"/>
                  </a:lnTo>
                  <a:close/>
                </a:path>
              </a:pathLst>
            </a:custGeom>
            <a:noFill/>
            <a:ln w="0">
              <a:solidFill>
                <a:srgbClr val="0000FF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641" name="Freeform 84">
              <a:extLst>
                <a:ext uri="{FF2B5EF4-FFF2-40B4-BE49-F238E27FC236}">
                  <a16:creationId xmlns:a16="http://schemas.microsoft.com/office/drawing/2014/main" id="{E3B435A4-F5C0-F533-04CC-D5D392E62E6E}"/>
                </a:ext>
              </a:extLst>
            </p:cNvPr>
            <p:cNvSpPr>
              <a:spLocks/>
            </p:cNvSpPr>
            <p:nvPr/>
          </p:nvSpPr>
          <p:spPr bwMode="auto">
            <a:xfrm>
              <a:off x="2535" y="3502"/>
              <a:ext cx="13" cy="4"/>
            </a:xfrm>
            <a:custGeom>
              <a:avLst/>
              <a:gdLst>
                <a:gd name="T0" fmla="*/ 0 w 93"/>
                <a:gd name="T1" fmla="*/ 0 h 29"/>
                <a:gd name="T2" fmla="*/ 0 w 93"/>
                <a:gd name="T3" fmla="*/ 0 h 29"/>
                <a:gd name="T4" fmla="*/ 0 w 93"/>
                <a:gd name="T5" fmla="*/ 0 h 29"/>
                <a:gd name="T6" fmla="*/ 0 w 93"/>
                <a:gd name="T7" fmla="*/ 0 h 29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93"/>
                <a:gd name="T13" fmla="*/ 0 h 29"/>
                <a:gd name="T14" fmla="*/ 93 w 93"/>
                <a:gd name="T15" fmla="*/ 29 h 29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93" h="29">
                  <a:moveTo>
                    <a:pt x="4" y="0"/>
                  </a:moveTo>
                  <a:lnTo>
                    <a:pt x="0" y="29"/>
                  </a:lnTo>
                  <a:lnTo>
                    <a:pt x="93" y="29"/>
                  </a:lnTo>
                  <a:lnTo>
                    <a:pt x="4" y="0"/>
                  </a:lnTo>
                  <a:close/>
                </a:path>
              </a:pathLst>
            </a:custGeom>
            <a:solidFill>
              <a:srgbClr val="0000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642" name="Freeform 85">
              <a:extLst>
                <a:ext uri="{FF2B5EF4-FFF2-40B4-BE49-F238E27FC236}">
                  <a16:creationId xmlns:a16="http://schemas.microsoft.com/office/drawing/2014/main" id="{220D1E7B-9BC2-02C3-5749-8270ABC2445B}"/>
                </a:ext>
              </a:extLst>
            </p:cNvPr>
            <p:cNvSpPr>
              <a:spLocks/>
            </p:cNvSpPr>
            <p:nvPr/>
          </p:nvSpPr>
          <p:spPr bwMode="auto">
            <a:xfrm>
              <a:off x="2535" y="3502"/>
              <a:ext cx="13" cy="4"/>
            </a:xfrm>
            <a:custGeom>
              <a:avLst/>
              <a:gdLst>
                <a:gd name="T0" fmla="*/ 0 w 93"/>
                <a:gd name="T1" fmla="*/ 0 h 29"/>
                <a:gd name="T2" fmla="*/ 0 w 93"/>
                <a:gd name="T3" fmla="*/ 0 h 29"/>
                <a:gd name="T4" fmla="*/ 0 w 93"/>
                <a:gd name="T5" fmla="*/ 0 h 29"/>
                <a:gd name="T6" fmla="*/ 0 w 93"/>
                <a:gd name="T7" fmla="*/ 0 h 29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93"/>
                <a:gd name="T13" fmla="*/ 0 h 29"/>
                <a:gd name="T14" fmla="*/ 93 w 93"/>
                <a:gd name="T15" fmla="*/ 29 h 29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93" h="29">
                  <a:moveTo>
                    <a:pt x="4" y="0"/>
                  </a:moveTo>
                  <a:lnTo>
                    <a:pt x="0" y="29"/>
                  </a:lnTo>
                  <a:lnTo>
                    <a:pt x="93" y="29"/>
                  </a:lnTo>
                  <a:lnTo>
                    <a:pt x="4" y="0"/>
                  </a:lnTo>
                  <a:close/>
                </a:path>
              </a:pathLst>
            </a:custGeom>
            <a:noFill/>
            <a:ln w="0">
              <a:solidFill>
                <a:srgbClr val="0000FF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643" name="Freeform 86">
              <a:extLst>
                <a:ext uri="{FF2B5EF4-FFF2-40B4-BE49-F238E27FC236}">
                  <a16:creationId xmlns:a16="http://schemas.microsoft.com/office/drawing/2014/main" id="{24FC0110-EFDD-D9DC-58AF-62A1B0DD93D2}"/>
                </a:ext>
              </a:extLst>
            </p:cNvPr>
            <p:cNvSpPr>
              <a:spLocks/>
            </p:cNvSpPr>
            <p:nvPr/>
          </p:nvSpPr>
          <p:spPr bwMode="auto">
            <a:xfrm>
              <a:off x="2535" y="3506"/>
              <a:ext cx="13" cy="3"/>
            </a:xfrm>
            <a:custGeom>
              <a:avLst/>
              <a:gdLst>
                <a:gd name="T0" fmla="*/ 0 w 93"/>
                <a:gd name="T1" fmla="*/ 0 h 28"/>
                <a:gd name="T2" fmla="*/ 0 w 93"/>
                <a:gd name="T3" fmla="*/ 0 h 28"/>
                <a:gd name="T4" fmla="*/ 0 w 93"/>
                <a:gd name="T5" fmla="*/ 0 h 28"/>
                <a:gd name="T6" fmla="*/ 0 w 93"/>
                <a:gd name="T7" fmla="*/ 0 h 28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93"/>
                <a:gd name="T13" fmla="*/ 0 h 28"/>
                <a:gd name="T14" fmla="*/ 93 w 93"/>
                <a:gd name="T15" fmla="*/ 28 h 28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93" h="28">
                  <a:moveTo>
                    <a:pt x="0" y="0"/>
                  </a:moveTo>
                  <a:lnTo>
                    <a:pt x="4" y="28"/>
                  </a:lnTo>
                  <a:lnTo>
                    <a:pt x="93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644" name="Freeform 87">
              <a:extLst>
                <a:ext uri="{FF2B5EF4-FFF2-40B4-BE49-F238E27FC236}">
                  <a16:creationId xmlns:a16="http://schemas.microsoft.com/office/drawing/2014/main" id="{303F7E17-65E9-DB88-B518-2E3264039A59}"/>
                </a:ext>
              </a:extLst>
            </p:cNvPr>
            <p:cNvSpPr>
              <a:spLocks/>
            </p:cNvSpPr>
            <p:nvPr/>
          </p:nvSpPr>
          <p:spPr bwMode="auto">
            <a:xfrm>
              <a:off x="2535" y="3506"/>
              <a:ext cx="13" cy="3"/>
            </a:xfrm>
            <a:custGeom>
              <a:avLst/>
              <a:gdLst>
                <a:gd name="T0" fmla="*/ 0 w 93"/>
                <a:gd name="T1" fmla="*/ 0 h 28"/>
                <a:gd name="T2" fmla="*/ 0 w 93"/>
                <a:gd name="T3" fmla="*/ 0 h 28"/>
                <a:gd name="T4" fmla="*/ 0 w 93"/>
                <a:gd name="T5" fmla="*/ 0 h 28"/>
                <a:gd name="T6" fmla="*/ 0 w 93"/>
                <a:gd name="T7" fmla="*/ 0 h 28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93"/>
                <a:gd name="T13" fmla="*/ 0 h 28"/>
                <a:gd name="T14" fmla="*/ 93 w 93"/>
                <a:gd name="T15" fmla="*/ 28 h 28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93" h="28">
                  <a:moveTo>
                    <a:pt x="0" y="0"/>
                  </a:moveTo>
                  <a:lnTo>
                    <a:pt x="4" y="28"/>
                  </a:lnTo>
                  <a:lnTo>
                    <a:pt x="93" y="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solidFill>
                <a:srgbClr val="0000FF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645" name="Freeform 88">
              <a:extLst>
                <a:ext uri="{FF2B5EF4-FFF2-40B4-BE49-F238E27FC236}">
                  <a16:creationId xmlns:a16="http://schemas.microsoft.com/office/drawing/2014/main" id="{FB9C2310-4FE5-EA85-C29A-62434F2FEC7D}"/>
                </a:ext>
              </a:extLst>
            </p:cNvPr>
            <p:cNvSpPr>
              <a:spLocks/>
            </p:cNvSpPr>
            <p:nvPr/>
          </p:nvSpPr>
          <p:spPr bwMode="auto">
            <a:xfrm>
              <a:off x="2535" y="3506"/>
              <a:ext cx="13" cy="8"/>
            </a:xfrm>
            <a:custGeom>
              <a:avLst/>
              <a:gdLst>
                <a:gd name="T0" fmla="*/ 0 w 89"/>
                <a:gd name="T1" fmla="*/ 0 h 54"/>
                <a:gd name="T2" fmla="*/ 0 w 89"/>
                <a:gd name="T3" fmla="*/ 0 h 54"/>
                <a:gd name="T4" fmla="*/ 0 w 89"/>
                <a:gd name="T5" fmla="*/ 0 h 54"/>
                <a:gd name="T6" fmla="*/ 0 w 89"/>
                <a:gd name="T7" fmla="*/ 0 h 54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89"/>
                <a:gd name="T13" fmla="*/ 0 h 54"/>
                <a:gd name="T14" fmla="*/ 89 w 89"/>
                <a:gd name="T15" fmla="*/ 54 h 54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89" h="54">
                  <a:moveTo>
                    <a:pt x="0" y="28"/>
                  </a:moveTo>
                  <a:lnTo>
                    <a:pt x="14" y="54"/>
                  </a:lnTo>
                  <a:lnTo>
                    <a:pt x="89" y="0"/>
                  </a:lnTo>
                  <a:lnTo>
                    <a:pt x="0" y="28"/>
                  </a:lnTo>
                  <a:close/>
                </a:path>
              </a:pathLst>
            </a:custGeom>
            <a:solidFill>
              <a:srgbClr val="0000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646" name="Freeform 89">
              <a:extLst>
                <a:ext uri="{FF2B5EF4-FFF2-40B4-BE49-F238E27FC236}">
                  <a16:creationId xmlns:a16="http://schemas.microsoft.com/office/drawing/2014/main" id="{EBCFF6AE-5D44-3410-4E07-0F1FF8299F75}"/>
                </a:ext>
              </a:extLst>
            </p:cNvPr>
            <p:cNvSpPr>
              <a:spLocks/>
            </p:cNvSpPr>
            <p:nvPr/>
          </p:nvSpPr>
          <p:spPr bwMode="auto">
            <a:xfrm>
              <a:off x="2535" y="3506"/>
              <a:ext cx="13" cy="8"/>
            </a:xfrm>
            <a:custGeom>
              <a:avLst/>
              <a:gdLst>
                <a:gd name="T0" fmla="*/ 0 w 89"/>
                <a:gd name="T1" fmla="*/ 0 h 54"/>
                <a:gd name="T2" fmla="*/ 0 w 89"/>
                <a:gd name="T3" fmla="*/ 0 h 54"/>
                <a:gd name="T4" fmla="*/ 0 w 89"/>
                <a:gd name="T5" fmla="*/ 0 h 54"/>
                <a:gd name="T6" fmla="*/ 0 w 89"/>
                <a:gd name="T7" fmla="*/ 0 h 54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89"/>
                <a:gd name="T13" fmla="*/ 0 h 54"/>
                <a:gd name="T14" fmla="*/ 89 w 89"/>
                <a:gd name="T15" fmla="*/ 54 h 54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89" h="54">
                  <a:moveTo>
                    <a:pt x="0" y="28"/>
                  </a:moveTo>
                  <a:lnTo>
                    <a:pt x="14" y="54"/>
                  </a:lnTo>
                  <a:lnTo>
                    <a:pt x="89" y="0"/>
                  </a:lnTo>
                  <a:lnTo>
                    <a:pt x="0" y="28"/>
                  </a:lnTo>
                  <a:close/>
                </a:path>
              </a:pathLst>
            </a:custGeom>
            <a:noFill/>
            <a:ln w="0">
              <a:solidFill>
                <a:srgbClr val="0000FF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647" name="Freeform 90">
              <a:extLst>
                <a:ext uri="{FF2B5EF4-FFF2-40B4-BE49-F238E27FC236}">
                  <a16:creationId xmlns:a16="http://schemas.microsoft.com/office/drawing/2014/main" id="{8015BC54-F2AB-8108-741B-01F90636D80F}"/>
                </a:ext>
              </a:extLst>
            </p:cNvPr>
            <p:cNvSpPr>
              <a:spLocks/>
            </p:cNvSpPr>
            <p:nvPr/>
          </p:nvSpPr>
          <p:spPr bwMode="auto">
            <a:xfrm>
              <a:off x="2537" y="3506"/>
              <a:ext cx="11" cy="11"/>
            </a:xfrm>
            <a:custGeom>
              <a:avLst/>
              <a:gdLst>
                <a:gd name="T0" fmla="*/ 0 w 75"/>
                <a:gd name="T1" fmla="*/ 0 h 74"/>
                <a:gd name="T2" fmla="*/ 0 w 75"/>
                <a:gd name="T3" fmla="*/ 0 h 74"/>
                <a:gd name="T4" fmla="*/ 0 w 75"/>
                <a:gd name="T5" fmla="*/ 0 h 74"/>
                <a:gd name="T6" fmla="*/ 0 w 75"/>
                <a:gd name="T7" fmla="*/ 0 h 74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75"/>
                <a:gd name="T13" fmla="*/ 0 h 74"/>
                <a:gd name="T14" fmla="*/ 75 w 75"/>
                <a:gd name="T15" fmla="*/ 74 h 74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75" h="74">
                  <a:moveTo>
                    <a:pt x="0" y="54"/>
                  </a:moveTo>
                  <a:lnTo>
                    <a:pt x="20" y="74"/>
                  </a:lnTo>
                  <a:lnTo>
                    <a:pt x="75" y="0"/>
                  </a:lnTo>
                  <a:lnTo>
                    <a:pt x="0" y="54"/>
                  </a:lnTo>
                  <a:close/>
                </a:path>
              </a:pathLst>
            </a:custGeom>
            <a:solidFill>
              <a:srgbClr val="0000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648" name="Freeform 91">
              <a:extLst>
                <a:ext uri="{FF2B5EF4-FFF2-40B4-BE49-F238E27FC236}">
                  <a16:creationId xmlns:a16="http://schemas.microsoft.com/office/drawing/2014/main" id="{4E54D27D-6677-7C9A-4EBB-C1511C9F138B}"/>
                </a:ext>
              </a:extLst>
            </p:cNvPr>
            <p:cNvSpPr>
              <a:spLocks/>
            </p:cNvSpPr>
            <p:nvPr/>
          </p:nvSpPr>
          <p:spPr bwMode="auto">
            <a:xfrm>
              <a:off x="2537" y="3506"/>
              <a:ext cx="11" cy="11"/>
            </a:xfrm>
            <a:custGeom>
              <a:avLst/>
              <a:gdLst>
                <a:gd name="T0" fmla="*/ 0 w 75"/>
                <a:gd name="T1" fmla="*/ 0 h 74"/>
                <a:gd name="T2" fmla="*/ 0 w 75"/>
                <a:gd name="T3" fmla="*/ 0 h 74"/>
                <a:gd name="T4" fmla="*/ 0 w 75"/>
                <a:gd name="T5" fmla="*/ 0 h 74"/>
                <a:gd name="T6" fmla="*/ 0 w 75"/>
                <a:gd name="T7" fmla="*/ 0 h 74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75"/>
                <a:gd name="T13" fmla="*/ 0 h 74"/>
                <a:gd name="T14" fmla="*/ 75 w 75"/>
                <a:gd name="T15" fmla="*/ 74 h 74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75" h="74">
                  <a:moveTo>
                    <a:pt x="0" y="54"/>
                  </a:moveTo>
                  <a:lnTo>
                    <a:pt x="20" y="74"/>
                  </a:lnTo>
                  <a:lnTo>
                    <a:pt x="75" y="0"/>
                  </a:lnTo>
                  <a:lnTo>
                    <a:pt x="0" y="54"/>
                  </a:lnTo>
                  <a:close/>
                </a:path>
              </a:pathLst>
            </a:custGeom>
            <a:noFill/>
            <a:ln w="0">
              <a:solidFill>
                <a:srgbClr val="0000FF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649" name="Freeform 92">
              <a:extLst>
                <a:ext uri="{FF2B5EF4-FFF2-40B4-BE49-F238E27FC236}">
                  <a16:creationId xmlns:a16="http://schemas.microsoft.com/office/drawing/2014/main" id="{E65D93B7-30B8-93B2-AEE7-C24B85603485}"/>
                </a:ext>
              </a:extLst>
            </p:cNvPr>
            <p:cNvSpPr>
              <a:spLocks/>
            </p:cNvSpPr>
            <p:nvPr/>
          </p:nvSpPr>
          <p:spPr bwMode="auto">
            <a:xfrm>
              <a:off x="2540" y="3506"/>
              <a:ext cx="8" cy="13"/>
            </a:xfrm>
            <a:custGeom>
              <a:avLst/>
              <a:gdLst>
                <a:gd name="T0" fmla="*/ 0 w 55"/>
                <a:gd name="T1" fmla="*/ 0 h 88"/>
                <a:gd name="T2" fmla="*/ 0 w 55"/>
                <a:gd name="T3" fmla="*/ 0 h 88"/>
                <a:gd name="T4" fmla="*/ 0 w 55"/>
                <a:gd name="T5" fmla="*/ 0 h 88"/>
                <a:gd name="T6" fmla="*/ 0 w 55"/>
                <a:gd name="T7" fmla="*/ 0 h 88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55"/>
                <a:gd name="T13" fmla="*/ 0 h 88"/>
                <a:gd name="T14" fmla="*/ 55 w 55"/>
                <a:gd name="T15" fmla="*/ 88 h 88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55" h="88">
                  <a:moveTo>
                    <a:pt x="0" y="74"/>
                  </a:moveTo>
                  <a:lnTo>
                    <a:pt x="26" y="88"/>
                  </a:lnTo>
                  <a:lnTo>
                    <a:pt x="55" y="0"/>
                  </a:lnTo>
                  <a:lnTo>
                    <a:pt x="0" y="74"/>
                  </a:lnTo>
                  <a:close/>
                </a:path>
              </a:pathLst>
            </a:custGeom>
            <a:solidFill>
              <a:srgbClr val="0000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650" name="Freeform 93">
              <a:extLst>
                <a:ext uri="{FF2B5EF4-FFF2-40B4-BE49-F238E27FC236}">
                  <a16:creationId xmlns:a16="http://schemas.microsoft.com/office/drawing/2014/main" id="{3EBE81EA-D6D2-B7E6-685F-BD9791D853E5}"/>
                </a:ext>
              </a:extLst>
            </p:cNvPr>
            <p:cNvSpPr>
              <a:spLocks/>
            </p:cNvSpPr>
            <p:nvPr/>
          </p:nvSpPr>
          <p:spPr bwMode="auto">
            <a:xfrm>
              <a:off x="2540" y="3506"/>
              <a:ext cx="8" cy="13"/>
            </a:xfrm>
            <a:custGeom>
              <a:avLst/>
              <a:gdLst>
                <a:gd name="T0" fmla="*/ 0 w 55"/>
                <a:gd name="T1" fmla="*/ 0 h 88"/>
                <a:gd name="T2" fmla="*/ 0 w 55"/>
                <a:gd name="T3" fmla="*/ 0 h 88"/>
                <a:gd name="T4" fmla="*/ 0 w 55"/>
                <a:gd name="T5" fmla="*/ 0 h 88"/>
                <a:gd name="T6" fmla="*/ 0 w 55"/>
                <a:gd name="T7" fmla="*/ 0 h 88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55"/>
                <a:gd name="T13" fmla="*/ 0 h 88"/>
                <a:gd name="T14" fmla="*/ 55 w 55"/>
                <a:gd name="T15" fmla="*/ 88 h 88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55" h="88">
                  <a:moveTo>
                    <a:pt x="0" y="74"/>
                  </a:moveTo>
                  <a:lnTo>
                    <a:pt x="26" y="88"/>
                  </a:lnTo>
                  <a:lnTo>
                    <a:pt x="55" y="0"/>
                  </a:lnTo>
                  <a:lnTo>
                    <a:pt x="0" y="74"/>
                  </a:lnTo>
                  <a:close/>
                </a:path>
              </a:pathLst>
            </a:custGeom>
            <a:noFill/>
            <a:ln w="0">
              <a:solidFill>
                <a:srgbClr val="0000FF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651" name="Freeform 94">
              <a:extLst>
                <a:ext uri="{FF2B5EF4-FFF2-40B4-BE49-F238E27FC236}">
                  <a16:creationId xmlns:a16="http://schemas.microsoft.com/office/drawing/2014/main" id="{B3A1AF4D-F242-3A48-081C-77CDE7EAA01E}"/>
                </a:ext>
              </a:extLst>
            </p:cNvPr>
            <p:cNvSpPr>
              <a:spLocks/>
            </p:cNvSpPr>
            <p:nvPr/>
          </p:nvSpPr>
          <p:spPr bwMode="auto">
            <a:xfrm>
              <a:off x="2544" y="3506"/>
              <a:ext cx="3" cy="13"/>
            </a:xfrm>
            <a:custGeom>
              <a:avLst/>
              <a:gdLst>
                <a:gd name="T0" fmla="*/ 0 w 29"/>
                <a:gd name="T1" fmla="*/ 0 h 92"/>
                <a:gd name="T2" fmla="*/ 0 w 29"/>
                <a:gd name="T3" fmla="*/ 0 h 92"/>
                <a:gd name="T4" fmla="*/ 0 w 29"/>
                <a:gd name="T5" fmla="*/ 0 h 92"/>
                <a:gd name="T6" fmla="*/ 0 w 29"/>
                <a:gd name="T7" fmla="*/ 0 h 92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29"/>
                <a:gd name="T13" fmla="*/ 0 h 92"/>
                <a:gd name="T14" fmla="*/ 29 w 29"/>
                <a:gd name="T15" fmla="*/ 92 h 92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9" h="92">
                  <a:moveTo>
                    <a:pt x="0" y="88"/>
                  </a:moveTo>
                  <a:lnTo>
                    <a:pt x="29" y="92"/>
                  </a:lnTo>
                  <a:lnTo>
                    <a:pt x="29" y="0"/>
                  </a:lnTo>
                  <a:lnTo>
                    <a:pt x="0" y="88"/>
                  </a:lnTo>
                  <a:close/>
                </a:path>
              </a:pathLst>
            </a:custGeom>
            <a:solidFill>
              <a:srgbClr val="0000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652" name="Freeform 95">
              <a:extLst>
                <a:ext uri="{FF2B5EF4-FFF2-40B4-BE49-F238E27FC236}">
                  <a16:creationId xmlns:a16="http://schemas.microsoft.com/office/drawing/2014/main" id="{9914291E-58B0-CC79-25BF-80747B3E39B1}"/>
                </a:ext>
              </a:extLst>
            </p:cNvPr>
            <p:cNvSpPr>
              <a:spLocks/>
            </p:cNvSpPr>
            <p:nvPr/>
          </p:nvSpPr>
          <p:spPr bwMode="auto">
            <a:xfrm>
              <a:off x="2544" y="3506"/>
              <a:ext cx="3" cy="13"/>
            </a:xfrm>
            <a:custGeom>
              <a:avLst/>
              <a:gdLst>
                <a:gd name="T0" fmla="*/ 0 w 29"/>
                <a:gd name="T1" fmla="*/ 0 h 92"/>
                <a:gd name="T2" fmla="*/ 0 w 29"/>
                <a:gd name="T3" fmla="*/ 0 h 92"/>
                <a:gd name="T4" fmla="*/ 0 w 29"/>
                <a:gd name="T5" fmla="*/ 0 h 92"/>
                <a:gd name="T6" fmla="*/ 0 w 29"/>
                <a:gd name="T7" fmla="*/ 0 h 92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29"/>
                <a:gd name="T13" fmla="*/ 0 h 92"/>
                <a:gd name="T14" fmla="*/ 29 w 29"/>
                <a:gd name="T15" fmla="*/ 92 h 92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9" h="92">
                  <a:moveTo>
                    <a:pt x="0" y="88"/>
                  </a:moveTo>
                  <a:lnTo>
                    <a:pt x="29" y="92"/>
                  </a:lnTo>
                  <a:lnTo>
                    <a:pt x="29" y="0"/>
                  </a:lnTo>
                  <a:lnTo>
                    <a:pt x="0" y="88"/>
                  </a:lnTo>
                  <a:close/>
                </a:path>
              </a:pathLst>
            </a:custGeom>
            <a:noFill/>
            <a:ln w="0">
              <a:solidFill>
                <a:srgbClr val="0000FF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653" name="Freeform 96">
              <a:extLst>
                <a:ext uri="{FF2B5EF4-FFF2-40B4-BE49-F238E27FC236}">
                  <a16:creationId xmlns:a16="http://schemas.microsoft.com/office/drawing/2014/main" id="{3C88829C-EDE6-CAF0-A68D-5C64C2DCE220}"/>
                </a:ext>
              </a:extLst>
            </p:cNvPr>
            <p:cNvSpPr>
              <a:spLocks/>
            </p:cNvSpPr>
            <p:nvPr/>
          </p:nvSpPr>
          <p:spPr bwMode="auto">
            <a:xfrm>
              <a:off x="2548" y="3506"/>
              <a:ext cx="4" cy="13"/>
            </a:xfrm>
            <a:custGeom>
              <a:avLst/>
              <a:gdLst>
                <a:gd name="T0" fmla="*/ 0 w 28"/>
                <a:gd name="T1" fmla="*/ 0 h 92"/>
                <a:gd name="T2" fmla="*/ 0 w 28"/>
                <a:gd name="T3" fmla="*/ 0 h 92"/>
                <a:gd name="T4" fmla="*/ 0 w 28"/>
                <a:gd name="T5" fmla="*/ 0 h 92"/>
                <a:gd name="T6" fmla="*/ 0 w 28"/>
                <a:gd name="T7" fmla="*/ 0 h 92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28"/>
                <a:gd name="T13" fmla="*/ 0 h 92"/>
                <a:gd name="T14" fmla="*/ 28 w 28"/>
                <a:gd name="T15" fmla="*/ 92 h 92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8" h="92">
                  <a:moveTo>
                    <a:pt x="0" y="92"/>
                  </a:moveTo>
                  <a:lnTo>
                    <a:pt x="28" y="88"/>
                  </a:lnTo>
                  <a:lnTo>
                    <a:pt x="0" y="0"/>
                  </a:lnTo>
                  <a:lnTo>
                    <a:pt x="0" y="92"/>
                  </a:lnTo>
                  <a:close/>
                </a:path>
              </a:pathLst>
            </a:custGeom>
            <a:solidFill>
              <a:srgbClr val="0000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654" name="Freeform 97">
              <a:extLst>
                <a:ext uri="{FF2B5EF4-FFF2-40B4-BE49-F238E27FC236}">
                  <a16:creationId xmlns:a16="http://schemas.microsoft.com/office/drawing/2014/main" id="{886C48F3-9031-FEC9-6F62-5CB39E4D04F3}"/>
                </a:ext>
              </a:extLst>
            </p:cNvPr>
            <p:cNvSpPr>
              <a:spLocks/>
            </p:cNvSpPr>
            <p:nvPr/>
          </p:nvSpPr>
          <p:spPr bwMode="auto">
            <a:xfrm>
              <a:off x="2548" y="3506"/>
              <a:ext cx="4" cy="13"/>
            </a:xfrm>
            <a:custGeom>
              <a:avLst/>
              <a:gdLst>
                <a:gd name="T0" fmla="*/ 0 w 28"/>
                <a:gd name="T1" fmla="*/ 0 h 92"/>
                <a:gd name="T2" fmla="*/ 0 w 28"/>
                <a:gd name="T3" fmla="*/ 0 h 92"/>
                <a:gd name="T4" fmla="*/ 0 w 28"/>
                <a:gd name="T5" fmla="*/ 0 h 92"/>
                <a:gd name="T6" fmla="*/ 0 w 28"/>
                <a:gd name="T7" fmla="*/ 0 h 92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28"/>
                <a:gd name="T13" fmla="*/ 0 h 92"/>
                <a:gd name="T14" fmla="*/ 28 w 28"/>
                <a:gd name="T15" fmla="*/ 92 h 92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8" h="92">
                  <a:moveTo>
                    <a:pt x="0" y="92"/>
                  </a:moveTo>
                  <a:lnTo>
                    <a:pt x="28" y="88"/>
                  </a:lnTo>
                  <a:lnTo>
                    <a:pt x="0" y="0"/>
                  </a:lnTo>
                  <a:lnTo>
                    <a:pt x="0" y="92"/>
                  </a:lnTo>
                  <a:close/>
                </a:path>
              </a:pathLst>
            </a:custGeom>
            <a:noFill/>
            <a:ln w="0">
              <a:solidFill>
                <a:srgbClr val="0000FF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655" name="Freeform 98">
              <a:extLst>
                <a:ext uri="{FF2B5EF4-FFF2-40B4-BE49-F238E27FC236}">
                  <a16:creationId xmlns:a16="http://schemas.microsoft.com/office/drawing/2014/main" id="{D3CE6761-B46F-7FA2-F160-60DBACCC31F6}"/>
                </a:ext>
              </a:extLst>
            </p:cNvPr>
            <p:cNvSpPr>
              <a:spLocks/>
            </p:cNvSpPr>
            <p:nvPr/>
          </p:nvSpPr>
          <p:spPr bwMode="auto">
            <a:xfrm>
              <a:off x="2548" y="3506"/>
              <a:ext cx="8" cy="13"/>
            </a:xfrm>
            <a:custGeom>
              <a:avLst/>
              <a:gdLst>
                <a:gd name="T0" fmla="*/ 0 w 54"/>
                <a:gd name="T1" fmla="*/ 0 h 88"/>
                <a:gd name="T2" fmla="*/ 0 w 54"/>
                <a:gd name="T3" fmla="*/ 0 h 88"/>
                <a:gd name="T4" fmla="*/ 0 w 54"/>
                <a:gd name="T5" fmla="*/ 0 h 88"/>
                <a:gd name="T6" fmla="*/ 0 w 54"/>
                <a:gd name="T7" fmla="*/ 0 h 88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54"/>
                <a:gd name="T13" fmla="*/ 0 h 88"/>
                <a:gd name="T14" fmla="*/ 54 w 54"/>
                <a:gd name="T15" fmla="*/ 88 h 88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54" h="88">
                  <a:moveTo>
                    <a:pt x="28" y="88"/>
                  </a:moveTo>
                  <a:lnTo>
                    <a:pt x="54" y="74"/>
                  </a:lnTo>
                  <a:lnTo>
                    <a:pt x="0" y="0"/>
                  </a:lnTo>
                  <a:lnTo>
                    <a:pt x="28" y="88"/>
                  </a:lnTo>
                  <a:close/>
                </a:path>
              </a:pathLst>
            </a:custGeom>
            <a:solidFill>
              <a:srgbClr val="0000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656" name="Freeform 99">
              <a:extLst>
                <a:ext uri="{FF2B5EF4-FFF2-40B4-BE49-F238E27FC236}">
                  <a16:creationId xmlns:a16="http://schemas.microsoft.com/office/drawing/2014/main" id="{4FE13682-FD27-3D80-6090-ECFD84CF2B06}"/>
                </a:ext>
              </a:extLst>
            </p:cNvPr>
            <p:cNvSpPr>
              <a:spLocks/>
            </p:cNvSpPr>
            <p:nvPr/>
          </p:nvSpPr>
          <p:spPr bwMode="auto">
            <a:xfrm>
              <a:off x="2548" y="3506"/>
              <a:ext cx="8" cy="13"/>
            </a:xfrm>
            <a:custGeom>
              <a:avLst/>
              <a:gdLst>
                <a:gd name="T0" fmla="*/ 0 w 54"/>
                <a:gd name="T1" fmla="*/ 0 h 88"/>
                <a:gd name="T2" fmla="*/ 0 w 54"/>
                <a:gd name="T3" fmla="*/ 0 h 88"/>
                <a:gd name="T4" fmla="*/ 0 w 54"/>
                <a:gd name="T5" fmla="*/ 0 h 88"/>
                <a:gd name="T6" fmla="*/ 0 w 54"/>
                <a:gd name="T7" fmla="*/ 0 h 88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54"/>
                <a:gd name="T13" fmla="*/ 0 h 88"/>
                <a:gd name="T14" fmla="*/ 54 w 54"/>
                <a:gd name="T15" fmla="*/ 88 h 88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54" h="88">
                  <a:moveTo>
                    <a:pt x="28" y="88"/>
                  </a:moveTo>
                  <a:lnTo>
                    <a:pt x="54" y="74"/>
                  </a:lnTo>
                  <a:lnTo>
                    <a:pt x="0" y="0"/>
                  </a:lnTo>
                  <a:lnTo>
                    <a:pt x="28" y="88"/>
                  </a:lnTo>
                  <a:close/>
                </a:path>
              </a:pathLst>
            </a:custGeom>
            <a:noFill/>
            <a:ln w="0">
              <a:solidFill>
                <a:srgbClr val="0000FF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657" name="Freeform 100">
              <a:extLst>
                <a:ext uri="{FF2B5EF4-FFF2-40B4-BE49-F238E27FC236}">
                  <a16:creationId xmlns:a16="http://schemas.microsoft.com/office/drawing/2014/main" id="{051C6779-E524-789D-5C91-50E92F5F0F4A}"/>
                </a:ext>
              </a:extLst>
            </p:cNvPr>
            <p:cNvSpPr>
              <a:spLocks/>
            </p:cNvSpPr>
            <p:nvPr/>
          </p:nvSpPr>
          <p:spPr bwMode="auto">
            <a:xfrm>
              <a:off x="2548" y="3506"/>
              <a:ext cx="11" cy="11"/>
            </a:xfrm>
            <a:custGeom>
              <a:avLst/>
              <a:gdLst>
                <a:gd name="T0" fmla="*/ 0 w 74"/>
                <a:gd name="T1" fmla="*/ 0 h 74"/>
                <a:gd name="T2" fmla="*/ 0 w 74"/>
                <a:gd name="T3" fmla="*/ 0 h 74"/>
                <a:gd name="T4" fmla="*/ 0 w 74"/>
                <a:gd name="T5" fmla="*/ 0 h 74"/>
                <a:gd name="T6" fmla="*/ 0 w 74"/>
                <a:gd name="T7" fmla="*/ 0 h 74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74"/>
                <a:gd name="T13" fmla="*/ 0 h 74"/>
                <a:gd name="T14" fmla="*/ 74 w 74"/>
                <a:gd name="T15" fmla="*/ 74 h 74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74" h="74">
                  <a:moveTo>
                    <a:pt x="54" y="74"/>
                  </a:moveTo>
                  <a:lnTo>
                    <a:pt x="74" y="54"/>
                  </a:lnTo>
                  <a:lnTo>
                    <a:pt x="0" y="0"/>
                  </a:lnTo>
                  <a:lnTo>
                    <a:pt x="54" y="74"/>
                  </a:lnTo>
                  <a:close/>
                </a:path>
              </a:pathLst>
            </a:custGeom>
            <a:solidFill>
              <a:srgbClr val="0000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658" name="Freeform 101">
              <a:extLst>
                <a:ext uri="{FF2B5EF4-FFF2-40B4-BE49-F238E27FC236}">
                  <a16:creationId xmlns:a16="http://schemas.microsoft.com/office/drawing/2014/main" id="{65C6EDF8-2C4E-396E-973E-A3B162262E34}"/>
                </a:ext>
              </a:extLst>
            </p:cNvPr>
            <p:cNvSpPr>
              <a:spLocks/>
            </p:cNvSpPr>
            <p:nvPr/>
          </p:nvSpPr>
          <p:spPr bwMode="auto">
            <a:xfrm>
              <a:off x="2548" y="3506"/>
              <a:ext cx="11" cy="11"/>
            </a:xfrm>
            <a:custGeom>
              <a:avLst/>
              <a:gdLst>
                <a:gd name="T0" fmla="*/ 0 w 74"/>
                <a:gd name="T1" fmla="*/ 0 h 74"/>
                <a:gd name="T2" fmla="*/ 0 w 74"/>
                <a:gd name="T3" fmla="*/ 0 h 74"/>
                <a:gd name="T4" fmla="*/ 0 w 74"/>
                <a:gd name="T5" fmla="*/ 0 h 74"/>
                <a:gd name="T6" fmla="*/ 0 w 74"/>
                <a:gd name="T7" fmla="*/ 0 h 74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74"/>
                <a:gd name="T13" fmla="*/ 0 h 74"/>
                <a:gd name="T14" fmla="*/ 74 w 74"/>
                <a:gd name="T15" fmla="*/ 74 h 74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74" h="74">
                  <a:moveTo>
                    <a:pt x="54" y="74"/>
                  </a:moveTo>
                  <a:lnTo>
                    <a:pt x="74" y="54"/>
                  </a:lnTo>
                  <a:lnTo>
                    <a:pt x="0" y="0"/>
                  </a:lnTo>
                  <a:lnTo>
                    <a:pt x="54" y="74"/>
                  </a:lnTo>
                  <a:close/>
                </a:path>
              </a:pathLst>
            </a:custGeom>
            <a:noFill/>
            <a:ln w="0">
              <a:solidFill>
                <a:srgbClr val="0000FF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659" name="Freeform 102">
              <a:extLst>
                <a:ext uri="{FF2B5EF4-FFF2-40B4-BE49-F238E27FC236}">
                  <a16:creationId xmlns:a16="http://schemas.microsoft.com/office/drawing/2014/main" id="{362622B9-80CE-D8C2-00A0-F819F4C979DD}"/>
                </a:ext>
              </a:extLst>
            </p:cNvPr>
            <p:cNvSpPr>
              <a:spLocks/>
            </p:cNvSpPr>
            <p:nvPr/>
          </p:nvSpPr>
          <p:spPr bwMode="auto">
            <a:xfrm>
              <a:off x="2548" y="3506"/>
              <a:ext cx="14" cy="8"/>
            </a:xfrm>
            <a:custGeom>
              <a:avLst/>
              <a:gdLst>
                <a:gd name="T0" fmla="*/ 0 w 88"/>
                <a:gd name="T1" fmla="*/ 0 h 54"/>
                <a:gd name="T2" fmla="*/ 0 w 88"/>
                <a:gd name="T3" fmla="*/ 0 h 54"/>
                <a:gd name="T4" fmla="*/ 0 w 88"/>
                <a:gd name="T5" fmla="*/ 0 h 54"/>
                <a:gd name="T6" fmla="*/ 0 w 88"/>
                <a:gd name="T7" fmla="*/ 0 h 54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88"/>
                <a:gd name="T13" fmla="*/ 0 h 54"/>
                <a:gd name="T14" fmla="*/ 88 w 88"/>
                <a:gd name="T15" fmla="*/ 54 h 54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88" h="54">
                  <a:moveTo>
                    <a:pt x="74" y="54"/>
                  </a:moveTo>
                  <a:lnTo>
                    <a:pt x="88" y="28"/>
                  </a:lnTo>
                  <a:lnTo>
                    <a:pt x="0" y="0"/>
                  </a:lnTo>
                  <a:lnTo>
                    <a:pt x="74" y="54"/>
                  </a:lnTo>
                  <a:close/>
                </a:path>
              </a:pathLst>
            </a:custGeom>
            <a:solidFill>
              <a:srgbClr val="0000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660" name="Freeform 103">
              <a:extLst>
                <a:ext uri="{FF2B5EF4-FFF2-40B4-BE49-F238E27FC236}">
                  <a16:creationId xmlns:a16="http://schemas.microsoft.com/office/drawing/2014/main" id="{D0DE8122-BDEB-B6A1-3863-FD7FA43FC902}"/>
                </a:ext>
              </a:extLst>
            </p:cNvPr>
            <p:cNvSpPr>
              <a:spLocks/>
            </p:cNvSpPr>
            <p:nvPr/>
          </p:nvSpPr>
          <p:spPr bwMode="auto">
            <a:xfrm>
              <a:off x="2548" y="3506"/>
              <a:ext cx="14" cy="8"/>
            </a:xfrm>
            <a:custGeom>
              <a:avLst/>
              <a:gdLst>
                <a:gd name="T0" fmla="*/ 0 w 88"/>
                <a:gd name="T1" fmla="*/ 0 h 54"/>
                <a:gd name="T2" fmla="*/ 0 w 88"/>
                <a:gd name="T3" fmla="*/ 0 h 54"/>
                <a:gd name="T4" fmla="*/ 0 w 88"/>
                <a:gd name="T5" fmla="*/ 0 h 54"/>
                <a:gd name="T6" fmla="*/ 0 w 88"/>
                <a:gd name="T7" fmla="*/ 0 h 54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88"/>
                <a:gd name="T13" fmla="*/ 0 h 54"/>
                <a:gd name="T14" fmla="*/ 88 w 88"/>
                <a:gd name="T15" fmla="*/ 54 h 54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88" h="54">
                  <a:moveTo>
                    <a:pt x="74" y="54"/>
                  </a:moveTo>
                  <a:lnTo>
                    <a:pt x="88" y="28"/>
                  </a:lnTo>
                  <a:lnTo>
                    <a:pt x="0" y="0"/>
                  </a:lnTo>
                  <a:lnTo>
                    <a:pt x="74" y="54"/>
                  </a:lnTo>
                  <a:close/>
                </a:path>
              </a:pathLst>
            </a:custGeom>
            <a:noFill/>
            <a:ln w="0">
              <a:solidFill>
                <a:srgbClr val="0000FF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661" name="Freeform 104">
              <a:extLst>
                <a:ext uri="{FF2B5EF4-FFF2-40B4-BE49-F238E27FC236}">
                  <a16:creationId xmlns:a16="http://schemas.microsoft.com/office/drawing/2014/main" id="{B581EE8A-83E8-6777-01A1-C86DF89D43A2}"/>
                </a:ext>
              </a:extLst>
            </p:cNvPr>
            <p:cNvSpPr>
              <a:spLocks/>
            </p:cNvSpPr>
            <p:nvPr/>
          </p:nvSpPr>
          <p:spPr bwMode="auto">
            <a:xfrm>
              <a:off x="2548" y="3506"/>
              <a:ext cx="14" cy="3"/>
            </a:xfrm>
            <a:custGeom>
              <a:avLst/>
              <a:gdLst>
                <a:gd name="T0" fmla="*/ 0 w 92"/>
                <a:gd name="T1" fmla="*/ 0 h 28"/>
                <a:gd name="T2" fmla="*/ 0 w 92"/>
                <a:gd name="T3" fmla="*/ 0 h 28"/>
                <a:gd name="T4" fmla="*/ 0 w 92"/>
                <a:gd name="T5" fmla="*/ 0 h 28"/>
                <a:gd name="T6" fmla="*/ 0 w 92"/>
                <a:gd name="T7" fmla="*/ 0 h 28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92"/>
                <a:gd name="T13" fmla="*/ 0 h 28"/>
                <a:gd name="T14" fmla="*/ 92 w 92"/>
                <a:gd name="T15" fmla="*/ 28 h 28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92" h="28">
                  <a:moveTo>
                    <a:pt x="88" y="28"/>
                  </a:moveTo>
                  <a:lnTo>
                    <a:pt x="92" y="0"/>
                  </a:lnTo>
                  <a:lnTo>
                    <a:pt x="0" y="0"/>
                  </a:lnTo>
                  <a:lnTo>
                    <a:pt x="88" y="28"/>
                  </a:lnTo>
                  <a:close/>
                </a:path>
              </a:pathLst>
            </a:custGeom>
            <a:solidFill>
              <a:srgbClr val="0000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grpSp>
          <p:nvGrpSpPr>
            <p:cNvPr id="662" name="Group 105">
              <a:extLst>
                <a:ext uri="{FF2B5EF4-FFF2-40B4-BE49-F238E27FC236}">
                  <a16:creationId xmlns:a16="http://schemas.microsoft.com/office/drawing/2014/main" id="{E80ECFB5-FCE4-612E-DA93-20DDFD7B5C3B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544" y="2964"/>
              <a:ext cx="326" cy="546"/>
              <a:chOff x="2544" y="2964"/>
              <a:chExt cx="326" cy="546"/>
            </a:xfrm>
          </p:grpSpPr>
          <p:sp>
            <p:nvSpPr>
              <p:cNvPr id="663" name="Freeform 106">
                <a:extLst>
                  <a:ext uri="{FF2B5EF4-FFF2-40B4-BE49-F238E27FC236}">
                    <a16:creationId xmlns:a16="http://schemas.microsoft.com/office/drawing/2014/main" id="{FB022661-37A8-9D3D-03AF-9BF522F8378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689" y="3212"/>
                <a:ext cx="6" cy="17"/>
              </a:xfrm>
              <a:custGeom>
                <a:avLst/>
                <a:gdLst>
                  <a:gd name="T0" fmla="*/ 0 w 40"/>
                  <a:gd name="T1" fmla="*/ 0 h 117"/>
                  <a:gd name="T2" fmla="*/ 0 w 40"/>
                  <a:gd name="T3" fmla="*/ 0 h 117"/>
                  <a:gd name="T4" fmla="*/ 0 w 40"/>
                  <a:gd name="T5" fmla="*/ 0 h 117"/>
                  <a:gd name="T6" fmla="*/ 0 60000 65536"/>
                  <a:gd name="T7" fmla="*/ 0 60000 65536"/>
                  <a:gd name="T8" fmla="*/ 0 60000 65536"/>
                  <a:gd name="T9" fmla="*/ 0 w 40"/>
                  <a:gd name="T10" fmla="*/ 0 h 117"/>
                  <a:gd name="T11" fmla="*/ 40 w 40"/>
                  <a:gd name="T12" fmla="*/ 117 h 117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40" h="117">
                    <a:moveTo>
                      <a:pt x="0" y="0"/>
                    </a:moveTo>
                    <a:lnTo>
                      <a:pt x="36" y="77"/>
                    </a:lnTo>
                    <a:lnTo>
                      <a:pt x="40" y="117"/>
                    </a:lnTo>
                  </a:path>
                </a:pathLst>
              </a:custGeom>
              <a:noFill/>
              <a:ln w="0">
                <a:solidFill>
                  <a:srgbClr val="0000FF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664" name="Freeform 107">
                <a:extLst>
                  <a:ext uri="{FF2B5EF4-FFF2-40B4-BE49-F238E27FC236}">
                    <a16:creationId xmlns:a16="http://schemas.microsoft.com/office/drawing/2014/main" id="{184D182F-5F50-1A41-8A27-E964870AEB0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660" y="3226"/>
                <a:ext cx="56" cy="79"/>
              </a:xfrm>
              <a:custGeom>
                <a:avLst/>
                <a:gdLst>
                  <a:gd name="T0" fmla="*/ 0 w 396"/>
                  <a:gd name="T1" fmla="*/ 0 h 555"/>
                  <a:gd name="T2" fmla="*/ 0 w 396"/>
                  <a:gd name="T3" fmla="*/ 0 h 555"/>
                  <a:gd name="T4" fmla="*/ 0 w 396"/>
                  <a:gd name="T5" fmla="*/ 0 h 555"/>
                  <a:gd name="T6" fmla="*/ 0 w 396"/>
                  <a:gd name="T7" fmla="*/ 0 h 555"/>
                  <a:gd name="T8" fmla="*/ 0 w 396"/>
                  <a:gd name="T9" fmla="*/ 0 h 555"/>
                  <a:gd name="T10" fmla="*/ 0 w 396"/>
                  <a:gd name="T11" fmla="*/ 0 h 555"/>
                  <a:gd name="T12" fmla="*/ 0 w 396"/>
                  <a:gd name="T13" fmla="*/ 0 h 555"/>
                  <a:gd name="T14" fmla="*/ 0 w 396"/>
                  <a:gd name="T15" fmla="*/ 0 h 555"/>
                  <a:gd name="T16" fmla="*/ 0 w 396"/>
                  <a:gd name="T17" fmla="*/ 0 h 555"/>
                  <a:gd name="T18" fmla="*/ 0 w 396"/>
                  <a:gd name="T19" fmla="*/ 0 h 555"/>
                  <a:gd name="T20" fmla="*/ 0 w 396"/>
                  <a:gd name="T21" fmla="*/ 0 h 555"/>
                  <a:gd name="T22" fmla="*/ 0 w 396"/>
                  <a:gd name="T23" fmla="*/ 0 h 555"/>
                  <a:gd name="T24" fmla="*/ 0 w 396"/>
                  <a:gd name="T25" fmla="*/ 0 h 555"/>
                  <a:gd name="T26" fmla="*/ 0 w 396"/>
                  <a:gd name="T27" fmla="*/ 0 h 555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w 396"/>
                  <a:gd name="T43" fmla="*/ 0 h 555"/>
                  <a:gd name="T44" fmla="*/ 396 w 396"/>
                  <a:gd name="T45" fmla="*/ 555 h 555"/>
                </a:gdLst>
                <a:ahLst/>
                <a:cxnLst>
                  <a:cxn ang="T28">
                    <a:pos x="T0" y="T1"/>
                  </a:cxn>
                  <a:cxn ang="T29">
                    <a:pos x="T2" y="T3"/>
                  </a:cxn>
                  <a:cxn ang="T30">
                    <a:pos x="T4" y="T5"/>
                  </a:cxn>
                  <a:cxn ang="T31">
                    <a:pos x="T6" y="T7"/>
                  </a:cxn>
                  <a:cxn ang="T32">
                    <a:pos x="T8" y="T9"/>
                  </a:cxn>
                  <a:cxn ang="T33">
                    <a:pos x="T10" y="T11"/>
                  </a:cxn>
                  <a:cxn ang="T34">
                    <a:pos x="T12" y="T13"/>
                  </a:cxn>
                  <a:cxn ang="T35">
                    <a:pos x="T14" y="T15"/>
                  </a:cxn>
                  <a:cxn ang="T36">
                    <a:pos x="T16" y="T17"/>
                  </a:cxn>
                  <a:cxn ang="T37">
                    <a:pos x="T18" y="T19"/>
                  </a:cxn>
                  <a:cxn ang="T38">
                    <a:pos x="T20" y="T21"/>
                  </a:cxn>
                  <a:cxn ang="T39">
                    <a:pos x="T22" y="T23"/>
                  </a:cxn>
                  <a:cxn ang="T40">
                    <a:pos x="T24" y="T25"/>
                  </a:cxn>
                  <a:cxn ang="T41">
                    <a:pos x="T26" y="T27"/>
                  </a:cxn>
                </a:cxnLst>
                <a:rect l="T42" t="T43" r="T44" b="T45"/>
                <a:pathLst>
                  <a:path w="396" h="555">
                    <a:moveTo>
                      <a:pt x="326" y="45"/>
                    </a:moveTo>
                    <a:lnTo>
                      <a:pt x="379" y="31"/>
                    </a:lnTo>
                    <a:lnTo>
                      <a:pt x="396" y="41"/>
                    </a:lnTo>
                    <a:lnTo>
                      <a:pt x="387" y="41"/>
                    </a:lnTo>
                    <a:lnTo>
                      <a:pt x="95" y="81"/>
                    </a:lnTo>
                    <a:lnTo>
                      <a:pt x="78" y="0"/>
                    </a:lnTo>
                    <a:lnTo>
                      <a:pt x="95" y="101"/>
                    </a:lnTo>
                    <a:lnTo>
                      <a:pt x="95" y="183"/>
                    </a:lnTo>
                    <a:lnTo>
                      <a:pt x="87" y="274"/>
                    </a:lnTo>
                    <a:lnTo>
                      <a:pt x="75" y="350"/>
                    </a:lnTo>
                    <a:lnTo>
                      <a:pt x="62" y="417"/>
                    </a:lnTo>
                    <a:lnTo>
                      <a:pt x="42" y="478"/>
                    </a:lnTo>
                    <a:lnTo>
                      <a:pt x="22" y="523"/>
                    </a:lnTo>
                    <a:lnTo>
                      <a:pt x="0" y="555"/>
                    </a:lnTo>
                  </a:path>
                </a:pathLst>
              </a:custGeom>
              <a:noFill/>
              <a:ln w="0">
                <a:solidFill>
                  <a:srgbClr val="0000FF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665" name="Freeform 108">
                <a:extLst>
                  <a:ext uri="{FF2B5EF4-FFF2-40B4-BE49-F238E27FC236}">
                    <a16:creationId xmlns:a16="http://schemas.microsoft.com/office/drawing/2014/main" id="{B8A4D5E7-799E-3B21-3D08-8F6AF7D12C5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681" y="3255"/>
                <a:ext cx="7" cy="25"/>
              </a:xfrm>
              <a:custGeom>
                <a:avLst/>
                <a:gdLst>
                  <a:gd name="T0" fmla="*/ 0 w 45"/>
                  <a:gd name="T1" fmla="*/ 0 h 178"/>
                  <a:gd name="T2" fmla="*/ 0 w 45"/>
                  <a:gd name="T3" fmla="*/ 0 h 178"/>
                  <a:gd name="T4" fmla="*/ 0 w 45"/>
                  <a:gd name="T5" fmla="*/ 0 h 178"/>
                  <a:gd name="T6" fmla="*/ 0 w 45"/>
                  <a:gd name="T7" fmla="*/ 0 h 178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45"/>
                  <a:gd name="T13" fmla="*/ 0 h 178"/>
                  <a:gd name="T14" fmla="*/ 45 w 45"/>
                  <a:gd name="T15" fmla="*/ 178 h 178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45" h="178">
                    <a:moveTo>
                      <a:pt x="0" y="0"/>
                    </a:moveTo>
                    <a:lnTo>
                      <a:pt x="45" y="122"/>
                    </a:lnTo>
                    <a:lnTo>
                      <a:pt x="40" y="178"/>
                    </a:lnTo>
                    <a:lnTo>
                      <a:pt x="37" y="108"/>
                    </a:lnTo>
                  </a:path>
                </a:pathLst>
              </a:custGeom>
              <a:noFill/>
              <a:ln w="0">
                <a:solidFill>
                  <a:srgbClr val="0000FF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666" name="Freeform 109">
                <a:extLst>
                  <a:ext uri="{FF2B5EF4-FFF2-40B4-BE49-F238E27FC236}">
                    <a16:creationId xmlns:a16="http://schemas.microsoft.com/office/drawing/2014/main" id="{945D8982-E7BF-A184-5A56-926F92A7B5E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692" y="3246"/>
                <a:ext cx="6" cy="27"/>
              </a:xfrm>
              <a:custGeom>
                <a:avLst/>
                <a:gdLst>
                  <a:gd name="T0" fmla="*/ 0 w 41"/>
                  <a:gd name="T1" fmla="*/ 0 h 183"/>
                  <a:gd name="T2" fmla="*/ 0 w 41"/>
                  <a:gd name="T3" fmla="*/ 0 h 183"/>
                  <a:gd name="T4" fmla="*/ 0 w 41"/>
                  <a:gd name="T5" fmla="*/ 0 h 183"/>
                  <a:gd name="T6" fmla="*/ 0 w 41"/>
                  <a:gd name="T7" fmla="*/ 0 h 183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41"/>
                  <a:gd name="T13" fmla="*/ 0 h 183"/>
                  <a:gd name="T14" fmla="*/ 41 w 41"/>
                  <a:gd name="T15" fmla="*/ 183 h 183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41" h="183">
                    <a:moveTo>
                      <a:pt x="0" y="0"/>
                    </a:moveTo>
                    <a:lnTo>
                      <a:pt x="41" y="141"/>
                    </a:lnTo>
                    <a:lnTo>
                      <a:pt x="37" y="183"/>
                    </a:lnTo>
                    <a:lnTo>
                      <a:pt x="33" y="111"/>
                    </a:lnTo>
                  </a:path>
                </a:pathLst>
              </a:custGeom>
              <a:noFill/>
              <a:ln w="0">
                <a:solidFill>
                  <a:srgbClr val="0000FF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667" name="Freeform 110">
                <a:extLst>
                  <a:ext uri="{FF2B5EF4-FFF2-40B4-BE49-F238E27FC236}">
                    <a16:creationId xmlns:a16="http://schemas.microsoft.com/office/drawing/2014/main" id="{90CE0CB8-80E2-B7F4-8651-52599E8CA17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703" y="3243"/>
                <a:ext cx="7" cy="47"/>
              </a:xfrm>
              <a:custGeom>
                <a:avLst/>
                <a:gdLst>
                  <a:gd name="T0" fmla="*/ 0 w 53"/>
                  <a:gd name="T1" fmla="*/ 0 h 347"/>
                  <a:gd name="T2" fmla="*/ 0 w 53"/>
                  <a:gd name="T3" fmla="*/ 0 h 347"/>
                  <a:gd name="T4" fmla="*/ 0 w 53"/>
                  <a:gd name="T5" fmla="*/ 0 h 347"/>
                  <a:gd name="T6" fmla="*/ 0 w 53"/>
                  <a:gd name="T7" fmla="*/ 0 h 347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53"/>
                  <a:gd name="T13" fmla="*/ 0 h 347"/>
                  <a:gd name="T14" fmla="*/ 53 w 53"/>
                  <a:gd name="T15" fmla="*/ 347 h 347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53" h="347">
                    <a:moveTo>
                      <a:pt x="53" y="0"/>
                    </a:moveTo>
                    <a:lnTo>
                      <a:pt x="53" y="52"/>
                    </a:lnTo>
                    <a:lnTo>
                      <a:pt x="25" y="225"/>
                    </a:lnTo>
                    <a:lnTo>
                      <a:pt x="0" y="347"/>
                    </a:lnTo>
                  </a:path>
                </a:pathLst>
              </a:custGeom>
              <a:noFill/>
              <a:ln w="0">
                <a:solidFill>
                  <a:srgbClr val="0000FF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668" name="Freeform 111">
                <a:extLst>
                  <a:ext uri="{FF2B5EF4-FFF2-40B4-BE49-F238E27FC236}">
                    <a16:creationId xmlns:a16="http://schemas.microsoft.com/office/drawing/2014/main" id="{84074712-75A4-0B85-9AB4-FAB26E3ACC4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673" y="3290"/>
                <a:ext cx="49" cy="4"/>
              </a:xfrm>
              <a:custGeom>
                <a:avLst/>
                <a:gdLst>
                  <a:gd name="T0" fmla="*/ 0 w 346"/>
                  <a:gd name="T1" fmla="*/ 0 h 31"/>
                  <a:gd name="T2" fmla="*/ 0 w 346"/>
                  <a:gd name="T3" fmla="*/ 0 h 31"/>
                  <a:gd name="T4" fmla="*/ 0 w 346"/>
                  <a:gd name="T5" fmla="*/ 0 h 31"/>
                  <a:gd name="T6" fmla="*/ 0 w 346"/>
                  <a:gd name="T7" fmla="*/ 0 h 31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346"/>
                  <a:gd name="T13" fmla="*/ 0 h 31"/>
                  <a:gd name="T14" fmla="*/ 346 w 346"/>
                  <a:gd name="T15" fmla="*/ 31 h 31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346" h="31">
                    <a:moveTo>
                      <a:pt x="0" y="31"/>
                    </a:moveTo>
                    <a:lnTo>
                      <a:pt x="346" y="6"/>
                    </a:lnTo>
                    <a:lnTo>
                      <a:pt x="326" y="0"/>
                    </a:lnTo>
                    <a:lnTo>
                      <a:pt x="276" y="11"/>
                    </a:lnTo>
                  </a:path>
                </a:pathLst>
              </a:custGeom>
              <a:noFill/>
              <a:ln w="0">
                <a:solidFill>
                  <a:srgbClr val="0000FF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669" name="Line 112">
                <a:extLst>
                  <a:ext uri="{FF2B5EF4-FFF2-40B4-BE49-F238E27FC236}">
                    <a16:creationId xmlns:a16="http://schemas.microsoft.com/office/drawing/2014/main" id="{98804152-23D3-23EE-FDE8-822F00FEB0C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2737" y="3239"/>
                <a:ext cx="29" cy="6"/>
              </a:xfrm>
              <a:prstGeom prst="line">
                <a:avLst/>
              </a:prstGeom>
              <a:noFill/>
              <a:ln w="0">
                <a:solidFill>
                  <a:srgbClr val="0000F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670" name="Freeform 113">
                <a:extLst>
                  <a:ext uri="{FF2B5EF4-FFF2-40B4-BE49-F238E27FC236}">
                    <a16:creationId xmlns:a16="http://schemas.microsoft.com/office/drawing/2014/main" id="{5351101F-6992-B0B5-DC2D-2D24738EF18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753" y="3212"/>
                <a:ext cx="2" cy="93"/>
              </a:xfrm>
              <a:custGeom>
                <a:avLst/>
                <a:gdLst>
                  <a:gd name="T0" fmla="*/ 0 w 13"/>
                  <a:gd name="T1" fmla="*/ 0 h 647"/>
                  <a:gd name="T2" fmla="*/ 0 w 13"/>
                  <a:gd name="T3" fmla="*/ 0 h 647"/>
                  <a:gd name="T4" fmla="*/ 0 w 13"/>
                  <a:gd name="T5" fmla="*/ 0 h 647"/>
                  <a:gd name="T6" fmla="*/ 0 w 13"/>
                  <a:gd name="T7" fmla="*/ 0 h 647"/>
                  <a:gd name="T8" fmla="*/ 0 w 13"/>
                  <a:gd name="T9" fmla="*/ 0 h 647"/>
                  <a:gd name="T10" fmla="*/ 0 w 13"/>
                  <a:gd name="T11" fmla="*/ 0 h 647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13"/>
                  <a:gd name="T19" fmla="*/ 0 h 647"/>
                  <a:gd name="T20" fmla="*/ 13 w 13"/>
                  <a:gd name="T21" fmla="*/ 647 h 647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13" h="647">
                    <a:moveTo>
                      <a:pt x="0" y="0"/>
                    </a:moveTo>
                    <a:lnTo>
                      <a:pt x="13" y="26"/>
                    </a:lnTo>
                    <a:lnTo>
                      <a:pt x="8" y="20"/>
                    </a:lnTo>
                    <a:lnTo>
                      <a:pt x="8" y="647"/>
                    </a:lnTo>
                    <a:lnTo>
                      <a:pt x="0" y="601"/>
                    </a:lnTo>
                    <a:lnTo>
                      <a:pt x="4" y="560"/>
                    </a:lnTo>
                  </a:path>
                </a:pathLst>
              </a:custGeom>
              <a:noFill/>
              <a:ln w="0">
                <a:solidFill>
                  <a:srgbClr val="0000FF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671" name="Freeform 114">
                <a:extLst>
                  <a:ext uri="{FF2B5EF4-FFF2-40B4-BE49-F238E27FC236}">
                    <a16:creationId xmlns:a16="http://schemas.microsoft.com/office/drawing/2014/main" id="{7E20756B-1BBB-3B38-B85D-D77DE8BC249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733" y="3245"/>
                <a:ext cx="20" cy="36"/>
              </a:xfrm>
              <a:custGeom>
                <a:avLst/>
                <a:gdLst>
                  <a:gd name="T0" fmla="*/ 0 w 146"/>
                  <a:gd name="T1" fmla="*/ 0 h 253"/>
                  <a:gd name="T2" fmla="*/ 0 w 146"/>
                  <a:gd name="T3" fmla="*/ 0 h 253"/>
                  <a:gd name="T4" fmla="*/ 0 w 146"/>
                  <a:gd name="T5" fmla="*/ 0 h 253"/>
                  <a:gd name="T6" fmla="*/ 0 w 146"/>
                  <a:gd name="T7" fmla="*/ 0 h 253"/>
                  <a:gd name="T8" fmla="*/ 0 w 146"/>
                  <a:gd name="T9" fmla="*/ 0 h 253"/>
                  <a:gd name="T10" fmla="*/ 0 w 146"/>
                  <a:gd name="T11" fmla="*/ 0 h 253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146"/>
                  <a:gd name="T19" fmla="*/ 0 h 253"/>
                  <a:gd name="T20" fmla="*/ 146 w 146"/>
                  <a:gd name="T21" fmla="*/ 253 h 253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146" h="253">
                    <a:moveTo>
                      <a:pt x="146" y="0"/>
                    </a:moveTo>
                    <a:lnTo>
                      <a:pt x="126" y="55"/>
                    </a:lnTo>
                    <a:lnTo>
                      <a:pt x="93" y="111"/>
                    </a:lnTo>
                    <a:lnTo>
                      <a:pt x="57" y="177"/>
                    </a:lnTo>
                    <a:lnTo>
                      <a:pt x="25" y="227"/>
                    </a:lnTo>
                    <a:lnTo>
                      <a:pt x="0" y="253"/>
                    </a:lnTo>
                  </a:path>
                </a:pathLst>
              </a:custGeom>
              <a:noFill/>
              <a:ln w="0">
                <a:solidFill>
                  <a:srgbClr val="0000FF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672" name="Freeform 115">
                <a:extLst>
                  <a:ext uri="{FF2B5EF4-FFF2-40B4-BE49-F238E27FC236}">
                    <a16:creationId xmlns:a16="http://schemas.microsoft.com/office/drawing/2014/main" id="{5AC474AD-E922-6573-0451-D1A1AFD7FD5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754" y="3250"/>
                <a:ext cx="11" cy="11"/>
              </a:xfrm>
              <a:custGeom>
                <a:avLst/>
                <a:gdLst>
                  <a:gd name="T0" fmla="*/ 0 w 78"/>
                  <a:gd name="T1" fmla="*/ 0 h 76"/>
                  <a:gd name="T2" fmla="*/ 0 w 78"/>
                  <a:gd name="T3" fmla="*/ 0 h 76"/>
                  <a:gd name="T4" fmla="*/ 0 w 78"/>
                  <a:gd name="T5" fmla="*/ 0 h 76"/>
                  <a:gd name="T6" fmla="*/ 0 w 78"/>
                  <a:gd name="T7" fmla="*/ 0 h 76"/>
                  <a:gd name="T8" fmla="*/ 0 w 78"/>
                  <a:gd name="T9" fmla="*/ 0 h 7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78"/>
                  <a:gd name="T16" fmla="*/ 0 h 76"/>
                  <a:gd name="T17" fmla="*/ 78 w 78"/>
                  <a:gd name="T18" fmla="*/ 76 h 7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78" h="76">
                    <a:moveTo>
                      <a:pt x="0" y="0"/>
                    </a:moveTo>
                    <a:lnTo>
                      <a:pt x="45" y="30"/>
                    </a:lnTo>
                    <a:lnTo>
                      <a:pt x="73" y="56"/>
                    </a:lnTo>
                    <a:lnTo>
                      <a:pt x="78" y="76"/>
                    </a:lnTo>
                    <a:lnTo>
                      <a:pt x="61" y="46"/>
                    </a:lnTo>
                  </a:path>
                </a:pathLst>
              </a:custGeom>
              <a:noFill/>
              <a:ln w="0">
                <a:solidFill>
                  <a:srgbClr val="0000FF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673" name="Freeform 116">
                <a:extLst>
                  <a:ext uri="{FF2B5EF4-FFF2-40B4-BE49-F238E27FC236}">
                    <a16:creationId xmlns:a16="http://schemas.microsoft.com/office/drawing/2014/main" id="{85DA11EC-D973-B8CD-4106-61C106DF7C1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770" y="3226"/>
                <a:ext cx="3" cy="69"/>
              </a:xfrm>
              <a:custGeom>
                <a:avLst/>
                <a:gdLst>
                  <a:gd name="T0" fmla="*/ 0 w 16"/>
                  <a:gd name="T1" fmla="*/ 0 h 498"/>
                  <a:gd name="T2" fmla="*/ 0 w 16"/>
                  <a:gd name="T3" fmla="*/ 0 h 498"/>
                  <a:gd name="T4" fmla="*/ 0 w 16"/>
                  <a:gd name="T5" fmla="*/ 0 h 498"/>
                  <a:gd name="T6" fmla="*/ 0 w 16"/>
                  <a:gd name="T7" fmla="*/ 0 h 498"/>
                  <a:gd name="T8" fmla="*/ 0 w 16"/>
                  <a:gd name="T9" fmla="*/ 0 h 49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6"/>
                  <a:gd name="T16" fmla="*/ 0 h 498"/>
                  <a:gd name="T17" fmla="*/ 16 w 16"/>
                  <a:gd name="T18" fmla="*/ 498 h 498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6" h="498">
                    <a:moveTo>
                      <a:pt x="0" y="0"/>
                    </a:moveTo>
                    <a:lnTo>
                      <a:pt x="12" y="40"/>
                    </a:lnTo>
                    <a:lnTo>
                      <a:pt x="16" y="498"/>
                    </a:lnTo>
                    <a:lnTo>
                      <a:pt x="9" y="452"/>
                    </a:lnTo>
                    <a:lnTo>
                      <a:pt x="16" y="391"/>
                    </a:lnTo>
                  </a:path>
                </a:pathLst>
              </a:custGeom>
              <a:noFill/>
              <a:ln w="0">
                <a:solidFill>
                  <a:srgbClr val="0000FF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674" name="Line 117">
                <a:extLst>
                  <a:ext uri="{FF2B5EF4-FFF2-40B4-BE49-F238E27FC236}">
                    <a16:creationId xmlns:a16="http://schemas.microsoft.com/office/drawing/2014/main" id="{6A32241E-18BD-9F0F-BC35-22356EF2F17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2773" y="3268"/>
                <a:ext cx="14" cy="2"/>
              </a:xfrm>
              <a:prstGeom prst="line">
                <a:avLst/>
              </a:prstGeom>
              <a:noFill/>
              <a:ln w="0">
                <a:solidFill>
                  <a:srgbClr val="0000F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675" name="Line 118">
                <a:extLst>
                  <a:ext uri="{FF2B5EF4-FFF2-40B4-BE49-F238E27FC236}">
                    <a16:creationId xmlns:a16="http://schemas.microsoft.com/office/drawing/2014/main" id="{ACFD9FCE-2047-AD9C-FE6A-21957D4CE71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2773" y="3250"/>
                <a:ext cx="14" cy="2"/>
              </a:xfrm>
              <a:prstGeom prst="line">
                <a:avLst/>
              </a:prstGeom>
              <a:noFill/>
              <a:ln w="0">
                <a:solidFill>
                  <a:srgbClr val="0000F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676" name="Freeform 119">
                <a:extLst>
                  <a:ext uri="{FF2B5EF4-FFF2-40B4-BE49-F238E27FC236}">
                    <a16:creationId xmlns:a16="http://schemas.microsoft.com/office/drawing/2014/main" id="{D1303A1D-0ACD-38F5-E9A0-72E92E9D95E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772" y="3228"/>
                <a:ext cx="25" cy="69"/>
              </a:xfrm>
              <a:custGeom>
                <a:avLst/>
                <a:gdLst>
                  <a:gd name="T0" fmla="*/ 0 w 175"/>
                  <a:gd name="T1" fmla="*/ 0 h 488"/>
                  <a:gd name="T2" fmla="*/ 0 w 175"/>
                  <a:gd name="T3" fmla="*/ 0 h 488"/>
                  <a:gd name="T4" fmla="*/ 0 w 175"/>
                  <a:gd name="T5" fmla="*/ 0 h 488"/>
                  <a:gd name="T6" fmla="*/ 0 w 175"/>
                  <a:gd name="T7" fmla="*/ 0 h 488"/>
                  <a:gd name="T8" fmla="*/ 0 w 175"/>
                  <a:gd name="T9" fmla="*/ 0 h 488"/>
                  <a:gd name="T10" fmla="*/ 0 w 175"/>
                  <a:gd name="T11" fmla="*/ 0 h 488"/>
                  <a:gd name="T12" fmla="*/ 0 w 175"/>
                  <a:gd name="T13" fmla="*/ 0 h 488"/>
                  <a:gd name="T14" fmla="*/ 0 w 175"/>
                  <a:gd name="T15" fmla="*/ 0 h 488"/>
                  <a:gd name="T16" fmla="*/ 0 w 175"/>
                  <a:gd name="T17" fmla="*/ 0 h 488"/>
                  <a:gd name="T18" fmla="*/ 0 w 175"/>
                  <a:gd name="T19" fmla="*/ 0 h 488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w 175"/>
                  <a:gd name="T31" fmla="*/ 0 h 488"/>
                  <a:gd name="T32" fmla="*/ 175 w 175"/>
                  <a:gd name="T33" fmla="*/ 488 h 488"/>
                </a:gdLst>
                <a:ahLst/>
                <a:cxnLst>
                  <a:cxn ang="T20">
                    <a:pos x="T0" y="T1"/>
                  </a:cxn>
                  <a:cxn ang="T21">
                    <a:pos x="T2" y="T3"/>
                  </a:cxn>
                  <a:cxn ang="T22">
                    <a:pos x="T4" y="T5"/>
                  </a:cxn>
                  <a:cxn ang="T23">
                    <a:pos x="T6" y="T7"/>
                  </a:cxn>
                  <a:cxn ang="T24">
                    <a:pos x="T8" y="T9"/>
                  </a:cxn>
                  <a:cxn ang="T25">
                    <a:pos x="T10" y="T11"/>
                  </a:cxn>
                  <a:cxn ang="T26">
                    <a:pos x="T12" y="T13"/>
                  </a:cxn>
                  <a:cxn ang="T27">
                    <a:pos x="T14" y="T15"/>
                  </a:cxn>
                  <a:cxn ang="T28">
                    <a:pos x="T16" y="T17"/>
                  </a:cxn>
                  <a:cxn ang="T29">
                    <a:pos x="T18" y="T19"/>
                  </a:cxn>
                </a:cxnLst>
                <a:rect l="T30" t="T31" r="T32" b="T33"/>
                <a:pathLst>
                  <a:path w="175" h="488">
                    <a:moveTo>
                      <a:pt x="0" y="41"/>
                    </a:moveTo>
                    <a:lnTo>
                      <a:pt x="175" y="20"/>
                    </a:lnTo>
                    <a:lnTo>
                      <a:pt x="159" y="0"/>
                    </a:lnTo>
                    <a:lnTo>
                      <a:pt x="150" y="301"/>
                    </a:lnTo>
                    <a:lnTo>
                      <a:pt x="147" y="397"/>
                    </a:lnTo>
                    <a:lnTo>
                      <a:pt x="142" y="468"/>
                    </a:lnTo>
                    <a:lnTo>
                      <a:pt x="142" y="488"/>
                    </a:lnTo>
                    <a:lnTo>
                      <a:pt x="122" y="437"/>
                    </a:lnTo>
                    <a:lnTo>
                      <a:pt x="114" y="427"/>
                    </a:lnTo>
                    <a:lnTo>
                      <a:pt x="4" y="442"/>
                    </a:lnTo>
                  </a:path>
                </a:pathLst>
              </a:custGeom>
              <a:noFill/>
              <a:ln w="0">
                <a:solidFill>
                  <a:srgbClr val="0000FF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677" name="Freeform 120">
                <a:extLst>
                  <a:ext uri="{FF2B5EF4-FFF2-40B4-BE49-F238E27FC236}">
                    <a16:creationId xmlns:a16="http://schemas.microsoft.com/office/drawing/2014/main" id="{6E757F98-0A71-99D9-5EDC-A8846996BE6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806" y="3213"/>
                <a:ext cx="25" cy="43"/>
              </a:xfrm>
              <a:custGeom>
                <a:avLst/>
                <a:gdLst>
                  <a:gd name="T0" fmla="*/ 0 w 158"/>
                  <a:gd name="T1" fmla="*/ 0 h 301"/>
                  <a:gd name="T2" fmla="*/ 0 w 158"/>
                  <a:gd name="T3" fmla="*/ 0 h 301"/>
                  <a:gd name="T4" fmla="*/ 0 w 158"/>
                  <a:gd name="T5" fmla="*/ 0 h 301"/>
                  <a:gd name="T6" fmla="*/ 0 w 158"/>
                  <a:gd name="T7" fmla="*/ 0 h 301"/>
                  <a:gd name="T8" fmla="*/ 0 w 158"/>
                  <a:gd name="T9" fmla="*/ 0 h 301"/>
                  <a:gd name="T10" fmla="*/ 0 w 158"/>
                  <a:gd name="T11" fmla="*/ 0 h 301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158"/>
                  <a:gd name="T19" fmla="*/ 0 h 301"/>
                  <a:gd name="T20" fmla="*/ 158 w 158"/>
                  <a:gd name="T21" fmla="*/ 301 h 301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158" h="301">
                    <a:moveTo>
                      <a:pt x="158" y="0"/>
                    </a:moveTo>
                    <a:lnTo>
                      <a:pt x="155" y="41"/>
                    </a:lnTo>
                    <a:lnTo>
                      <a:pt x="118" y="117"/>
                    </a:lnTo>
                    <a:lnTo>
                      <a:pt x="81" y="189"/>
                    </a:lnTo>
                    <a:lnTo>
                      <a:pt x="41" y="249"/>
                    </a:lnTo>
                    <a:lnTo>
                      <a:pt x="0" y="301"/>
                    </a:lnTo>
                  </a:path>
                </a:pathLst>
              </a:custGeom>
              <a:noFill/>
              <a:ln w="0">
                <a:solidFill>
                  <a:srgbClr val="0000FF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678" name="Freeform 121">
                <a:extLst>
                  <a:ext uri="{FF2B5EF4-FFF2-40B4-BE49-F238E27FC236}">
                    <a16:creationId xmlns:a16="http://schemas.microsoft.com/office/drawing/2014/main" id="{82D65ED5-08FF-A6C3-7B92-32671DC7CFB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820" y="3237"/>
                <a:ext cx="1" cy="63"/>
              </a:xfrm>
              <a:custGeom>
                <a:avLst/>
                <a:gdLst>
                  <a:gd name="T0" fmla="*/ 0 w 9"/>
                  <a:gd name="T1" fmla="*/ 0 h 456"/>
                  <a:gd name="T2" fmla="*/ 0 w 9"/>
                  <a:gd name="T3" fmla="*/ 0 h 456"/>
                  <a:gd name="T4" fmla="*/ 0 w 9"/>
                  <a:gd name="T5" fmla="*/ 0 h 456"/>
                  <a:gd name="T6" fmla="*/ 0 w 9"/>
                  <a:gd name="T7" fmla="*/ 0 h 456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9"/>
                  <a:gd name="T13" fmla="*/ 0 h 456"/>
                  <a:gd name="T14" fmla="*/ 9 w 9"/>
                  <a:gd name="T15" fmla="*/ 456 h 45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9" h="456">
                    <a:moveTo>
                      <a:pt x="9" y="0"/>
                    </a:moveTo>
                    <a:lnTo>
                      <a:pt x="9" y="456"/>
                    </a:lnTo>
                    <a:lnTo>
                      <a:pt x="0" y="421"/>
                    </a:lnTo>
                    <a:lnTo>
                      <a:pt x="9" y="375"/>
                    </a:lnTo>
                  </a:path>
                </a:pathLst>
              </a:custGeom>
              <a:noFill/>
              <a:ln w="0">
                <a:solidFill>
                  <a:srgbClr val="0000FF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679" name="Freeform 122">
                <a:extLst>
                  <a:ext uri="{FF2B5EF4-FFF2-40B4-BE49-F238E27FC236}">
                    <a16:creationId xmlns:a16="http://schemas.microsoft.com/office/drawing/2014/main" id="{BE0CD753-1849-393B-92FD-90AD7BD21B2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844" y="3217"/>
                <a:ext cx="5" cy="17"/>
              </a:xfrm>
              <a:custGeom>
                <a:avLst/>
                <a:gdLst>
                  <a:gd name="T0" fmla="*/ 0 w 35"/>
                  <a:gd name="T1" fmla="*/ 0 h 117"/>
                  <a:gd name="T2" fmla="*/ 0 w 35"/>
                  <a:gd name="T3" fmla="*/ 0 h 117"/>
                  <a:gd name="T4" fmla="*/ 0 w 35"/>
                  <a:gd name="T5" fmla="*/ 0 h 117"/>
                  <a:gd name="T6" fmla="*/ 0 w 35"/>
                  <a:gd name="T7" fmla="*/ 0 h 117"/>
                  <a:gd name="T8" fmla="*/ 0 w 35"/>
                  <a:gd name="T9" fmla="*/ 0 h 117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5"/>
                  <a:gd name="T16" fmla="*/ 0 h 117"/>
                  <a:gd name="T17" fmla="*/ 35 w 35"/>
                  <a:gd name="T18" fmla="*/ 117 h 117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5" h="117">
                    <a:moveTo>
                      <a:pt x="0" y="0"/>
                    </a:moveTo>
                    <a:lnTo>
                      <a:pt x="28" y="56"/>
                    </a:lnTo>
                    <a:lnTo>
                      <a:pt x="35" y="86"/>
                    </a:lnTo>
                    <a:lnTo>
                      <a:pt x="35" y="117"/>
                    </a:lnTo>
                    <a:lnTo>
                      <a:pt x="28" y="61"/>
                    </a:lnTo>
                  </a:path>
                </a:pathLst>
              </a:custGeom>
              <a:noFill/>
              <a:ln w="0">
                <a:solidFill>
                  <a:srgbClr val="0000FF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680" name="Freeform 123">
                <a:extLst>
                  <a:ext uri="{FF2B5EF4-FFF2-40B4-BE49-F238E27FC236}">
                    <a16:creationId xmlns:a16="http://schemas.microsoft.com/office/drawing/2014/main" id="{D25ACAB5-8548-C440-4082-7CA818F4AE8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826" y="3239"/>
                <a:ext cx="44" cy="8"/>
              </a:xfrm>
              <a:custGeom>
                <a:avLst/>
                <a:gdLst>
                  <a:gd name="T0" fmla="*/ 0 w 309"/>
                  <a:gd name="T1" fmla="*/ 0 h 50"/>
                  <a:gd name="T2" fmla="*/ 0 w 309"/>
                  <a:gd name="T3" fmla="*/ 0 h 50"/>
                  <a:gd name="T4" fmla="*/ 0 w 309"/>
                  <a:gd name="T5" fmla="*/ 0 h 50"/>
                  <a:gd name="T6" fmla="*/ 0 w 309"/>
                  <a:gd name="T7" fmla="*/ 0 h 50"/>
                  <a:gd name="T8" fmla="*/ 0 w 309"/>
                  <a:gd name="T9" fmla="*/ 0 h 50"/>
                  <a:gd name="T10" fmla="*/ 0 w 309"/>
                  <a:gd name="T11" fmla="*/ 0 h 50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309"/>
                  <a:gd name="T19" fmla="*/ 0 h 50"/>
                  <a:gd name="T20" fmla="*/ 309 w 309"/>
                  <a:gd name="T21" fmla="*/ 50 h 50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309" h="50">
                    <a:moveTo>
                      <a:pt x="0" y="46"/>
                    </a:moveTo>
                    <a:lnTo>
                      <a:pt x="13" y="50"/>
                    </a:lnTo>
                    <a:lnTo>
                      <a:pt x="17" y="46"/>
                    </a:lnTo>
                    <a:lnTo>
                      <a:pt x="309" y="4"/>
                    </a:lnTo>
                    <a:lnTo>
                      <a:pt x="289" y="0"/>
                    </a:lnTo>
                    <a:lnTo>
                      <a:pt x="256" y="4"/>
                    </a:lnTo>
                  </a:path>
                </a:pathLst>
              </a:custGeom>
              <a:noFill/>
              <a:ln w="0">
                <a:solidFill>
                  <a:srgbClr val="0000FF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681" name="Freeform 124">
                <a:extLst>
                  <a:ext uri="{FF2B5EF4-FFF2-40B4-BE49-F238E27FC236}">
                    <a16:creationId xmlns:a16="http://schemas.microsoft.com/office/drawing/2014/main" id="{027DC0F6-289D-31AC-401E-66EFD32D6D0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824" y="3245"/>
                <a:ext cx="19" cy="57"/>
              </a:xfrm>
              <a:custGeom>
                <a:avLst/>
                <a:gdLst>
                  <a:gd name="T0" fmla="*/ 0 w 142"/>
                  <a:gd name="T1" fmla="*/ 0 h 400"/>
                  <a:gd name="T2" fmla="*/ 0 w 142"/>
                  <a:gd name="T3" fmla="*/ 0 h 400"/>
                  <a:gd name="T4" fmla="*/ 0 w 142"/>
                  <a:gd name="T5" fmla="*/ 0 h 400"/>
                  <a:gd name="T6" fmla="*/ 0 w 142"/>
                  <a:gd name="T7" fmla="*/ 0 h 400"/>
                  <a:gd name="T8" fmla="*/ 0 w 142"/>
                  <a:gd name="T9" fmla="*/ 0 h 400"/>
                  <a:gd name="T10" fmla="*/ 0 w 142"/>
                  <a:gd name="T11" fmla="*/ 0 h 400"/>
                  <a:gd name="T12" fmla="*/ 0 w 142"/>
                  <a:gd name="T13" fmla="*/ 0 h 400"/>
                  <a:gd name="T14" fmla="*/ 0 w 142"/>
                  <a:gd name="T15" fmla="*/ 0 h 400"/>
                  <a:gd name="T16" fmla="*/ 0 w 142"/>
                  <a:gd name="T17" fmla="*/ 0 h 400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w 142"/>
                  <a:gd name="T28" fmla="*/ 0 h 400"/>
                  <a:gd name="T29" fmla="*/ 142 w 142"/>
                  <a:gd name="T30" fmla="*/ 400 h 400"/>
                </a:gdLst>
                <a:ahLst/>
                <a:cxnLst>
                  <a:cxn ang="T18">
                    <a:pos x="T0" y="T1"/>
                  </a:cxn>
                  <a:cxn ang="T19">
                    <a:pos x="T2" y="T3"/>
                  </a:cxn>
                  <a:cxn ang="T20">
                    <a:pos x="T4" y="T5"/>
                  </a:cxn>
                  <a:cxn ang="T21">
                    <a:pos x="T6" y="T7"/>
                  </a:cxn>
                  <a:cxn ang="T22">
                    <a:pos x="T8" y="T9"/>
                  </a:cxn>
                  <a:cxn ang="T23">
                    <a:pos x="T10" y="T11"/>
                  </a:cxn>
                  <a:cxn ang="T24">
                    <a:pos x="T12" y="T13"/>
                  </a:cxn>
                  <a:cxn ang="T25">
                    <a:pos x="T14" y="T15"/>
                  </a:cxn>
                  <a:cxn ang="T26">
                    <a:pos x="T16" y="T17"/>
                  </a:cxn>
                </a:cxnLst>
                <a:rect l="T27" t="T28" r="T29" b="T30"/>
                <a:pathLst>
                  <a:path w="142" h="400">
                    <a:moveTo>
                      <a:pt x="138" y="0"/>
                    </a:moveTo>
                    <a:lnTo>
                      <a:pt x="142" y="24"/>
                    </a:lnTo>
                    <a:lnTo>
                      <a:pt x="126" y="116"/>
                    </a:lnTo>
                    <a:lnTo>
                      <a:pt x="114" y="172"/>
                    </a:lnTo>
                    <a:lnTo>
                      <a:pt x="97" y="223"/>
                    </a:lnTo>
                    <a:lnTo>
                      <a:pt x="77" y="279"/>
                    </a:lnTo>
                    <a:lnTo>
                      <a:pt x="53" y="330"/>
                    </a:lnTo>
                    <a:lnTo>
                      <a:pt x="25" y="376"/>
                    </a:lnTo>
                    <a:lnTo>
                      <a:pt x="0" y="400"/>
                    </a:lnTo>
                  </a:path>
                </a:pathLst>
              </a:custGeom>
              <a:noFill/>
              <a:ln w="0">
                <a:solidFill>
                  <a:srgbClr val="0000FF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682" name="Freeform 125">
                <a:extLst>
                  <a:ext uri="{FF2B5EF4-FFF2-40B4-BE49-F238E27FC236}">
                    <a16:creationId xmlns:a16="http://schemas.microsoft.com/office/drawing/2014/main" id="{D71DDD56-0E41-BE81-F388-EA970854B80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842" y="3257"/>
                <a:ext cx="18" cy="43"/>
              </a:xfrm>
              <a:custGeom>
                <a:avLst/>
                <a:gdLst>
                  <a:gd name="T0" fmla="*/ 0 w 130"/>
                  <a:gd name="T1" fmla="*/ 0 h 305"/>
                  <a:gd name="T2" fmla="*/ 0 w 130"/>
                  <a:gd name="T3" fmla="*/ 0 h 305"/>
                  <a:gd name="T4" fmla="*/ 0 w 130"/>
                  <a:gd name="T5" fmla="*/ 0 h 305"/>
                  <a:gd name="T6" fmla="*/ 0 w 130"/>
                  <a:gd name="T7" fmla="*/ 0 h 305"/>
                  <a:gd name="T8" fmla="*/ 0 w 130"/>
                  <a:gd name="T9" fmla="*/ 0 h 305"/>
                  <a:gd name="T10" fmla="*/ 0 w 130"/>
                  <a:gd name="T11" fmla="*/ 0 h 305"/>
                  <a:gd name="T12" fmla="*/ 0 w 130"/>
                  <a:gd name="T13" fmla="*/ 0 h 305"/>
                  <a:gd name="T14" fmla="*/ 0 w 130"/>
                  <a:gd name="T15" fmla="*/ 0 h 305"/>
                  <a:gd name="T16" fmla="*/ 0 w 130"/>
                  <a:gd name="T17" fmla="*/ 0 h 305"/>
                  <a:gd name="T18" fmla="*/ 0 w 130"/>
                  <a:gd name="T19" fmla="*/ 0 h 305"/>
                  <a:gd name="T20" fmla="*/ 0 w 130"/>
                  <a:gd name="T21" fmla="*/ 0 h 305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w 130"/>
                  <a:gd name="T34" fmla="*/ 0 h 305"/>
                  <a:gd name="T35" fmla="*/ 130 w 130"/>
                  <a:gd name="T36" fmla="*/ 305 h 305"/>
                </a:gdLst>
                <a:ahLst/>
                <a:cxnLst>
                  <a:cxn ang="T22">
                    <a:pos x="T0" y="T1"/>
                  </a:cxn>
                  <a:cxn ang="T23">
                    <a:pos x="T2" y="T3"/>
                  </a:cxn>
                  <a:cxn ang="T24">
                    <a:pos x="T4" y="T5"/>
                  </a:cxn>
                  <a:cxn ang="T25">
                    <a:pos x="T6" y="T7"/>
                  </a:cxn>
                  <a:cxn ang="T26">
                    <a:pos x="T8" y="T9"/>
                  </a:cxn>
                  <a:cxn ang="T27">
                    <a:pos x="T10" y="T11"/>
                  </a:cxn>
                  <a:cxn ang="T28">
                    <a:pos x="T12" y="T13"/>
                  </a:cxn>
                  <a:cxn ang="T29">
                    <a:pos x="T14" y="T15"/>
                  </a:cxn>
                  <a:cxn ang="T30">
                    <a:pos x="T16" y="T17"/>
                  </a:cxn>
                  <a:cxn ang="T31">
                    <a:pos x="T18" y="T19"/>
                  </a:cxn>
                  <a:cxn ang="T32">
                    <a:pos x="T20" y="T21"/>
                  </a:cxn>
                </a:cxnLst>
                <a:rect l="T33" t="T34" r="T35" b="T36"/>
                <a:pathLst>
                  <a:path w="130" h="305">
                    <a:moveTo>
                      <a:pt x="16" y="30"/>
                    </a:moveTo>
                    <a:lnTo>
                      <a:pt x="33" y="35"/>
                    </a:lnTo>
                    <a:lnTo>
                      <a:pt x="130" y="20"/>
                    </a:lnTo>
                    <a:lnTo>
                      <a:pt x="122" y="0"/>
                    </a:lnTo>
                    <a:lnTo>
                      <a:pt x="110" y="76"/>
                    </a:lnTo>
                    <a:lnTo>
                      <a:pt x="90" y="188"/>
                    </a:lnTo>
                    <a:lnTo>
                      <a:pt x="73" y="244"/>
                    </a:lnTo>
                    <a:lnTo>
                      <a:pt x="57" y="285"/>
                    </a:lnTo>
                    <a:lnTo>
                      <a:pt x="48" y="305"/>
                    </a:lnTo>
                    <a:lnTo>
                      <a:pt x="0" y="228"/>
                    </a:lnTo>
                    <a:lnTo>
                      <a:pt x="48" y="295"/>
                    </a:lnTo>
                  </a:path>
                </a:pathLst>
              </a:custGeom>
              <a:noFill/>
              <a:ln w="0">
                <a:solidFill>
                  <a:srgbClr val="0000FF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683" name="Line 126">
                <a:extLst>
                  <a:ext uri="{FF2B5EF4-FFF2-40B4-BE49-F238E27FC236}">
                    <a16:creationId xmlns:a16="http://schemas.microsoft.com/office/drawing/2014/main" id="{A06D27E6-A3D1-5F81-9DB4-65755D30C04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611" y="3331"/>
                <a:ext cx="254" cy="1"/>
              </a:xfrm>
              <a:prstGeom prst="line">
                <a:avLst/>
              </a:prstGeom>
              <a:noFill/>
              <a:ln w="0">
                <a:solidFill>
                  <a:srgbClr val="0000F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684" name="Line 127">
                <a:extLst>
                  <a:ext uri="{FF2B5EF4-FFF2-40B4-BE49-F238E27FC236}">
                    <a16:creationId xmlns:a16="http://schemas.microsoft.com/office/drawing/2014/main" id="{6CEED014-DDFE-F426-29A9-7C03A55F36D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 flipV="1">
                <a:off x="2544" y="2969"/>
                <a:ext cx="67" cy="362"/>
              </a:xfrm>
              <a:prstGeom prst="line">
                <a:avLst/>
              </a:prstGeom>
              <a:noFill/>
              <a:ln w="0">
                <a:solidFill>
                  <a:srgbClr val="0000F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685" name="Line 128">
                <a:extLst>
                  <a:ext uri="{FF2B5EF4-FFF2-40B4-BE49-F238E27FC236}">
                    <a16:creationId xmlns:a16="http://schemas.microsoft.com/office/drawing/2014/main" id="{6321D0F6-CA17-4373-4BE2-529D815F516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2549" y="3331"/>
                <a:ext cx="63" cy="174"/>
              </a:xfrm>
              <a:prstGeom prst="line">
                <a:avLst/>
              </a:prstGeom>
              <a:noFill/>
              <a:ln w="0">
                <a:solidFill>
                  <a:srgbClr val="0000F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686" name="Freeform 129">
                <a:extLst>
                  <a:ext uri="{FF2B5EF4-FFF2-40B4-BE49-F238E27FC236}">
                    <a16:creationId xmlns:a16="http://schemas.microsoft.com/office/drawing/2014/main" id="{577D16D5-6AAF-8033-6FC9-2C1EB257379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549" y="2964"/>
                <a:ext cx="13" cy="4"/>
              </a:xfrm>
              <a:custGeom>
                <a:avLst/>
                <a:gdLst>
                  <a:gd name="T0" fmla="*/ 0 w 92"/>
                  <a:gd name="T1" fmla="*/ 0 h 28"/>
                  <a:gd name="T2" fmla="*/ 0 w 92"/>
                  <a:gd name="T3" fmla="*/ 0 h 28"/>
                  <a:gd name="T4" fmla="*/ 0 w 92"/>
                  <a:gd name="T5" fmla="*/ 0 h 28"/>
                  <a:gd name="T6" fmla="*/ 0 w 92"/>
                  <a:gd name="T7" fmla="*/ 0 h 28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92"/>
                  <a:gd name="T13" fmla="*/ 0 h 28"/>
                  <a:gd name="T14" fmla="*/ 92 w 92"/>
                  <a:gd name="T15" fmla="*/ 28 h 28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92" h="28">
                    <a:moveTo>
                      <a:pt x="88" y="28"/>
                    </a:moveTo>
                    <a:lnTo>
                      <a:pt x="92" y="0"/>
                    </a:lnTo>
                    <a:lnTo>
                      <a:pt x="0" y="0"/>
                    </a:lnTo>
                    <a:lnTo>
                      <a:pt x="88" y="28"/>
                    </a:lnTo>
                    <a:close/>
                  </a:path>
                </a:pathLst>
              </a:custGeom>
              <a:noFill/>
              <a:ln w="0">
                <a:solidFill>
                  <a:srgbClr val="0000FF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687" name="Freeform 130">
                <a:extLst>
                  <a:ext uri="{FF2B5EF4-FFF2-40B4-BE49-F238E27FC236}">
                    <a16:creationId xmlns:a16="http://schemas.microsoft.com/office/drawing/2014/main" id="{C34FDE27-FE34-DE90-65D6-BC1A346B8F5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549" y="3505"/>
                <a:ext cx="13" cy="4"/>
              </a:xfrm>
              <a:custGeom>
                <a:avLst/>
                <a:gdLst>
                  <a:gd name="T0" fmla="*/ 0 w 92"/>
                  <a:gd name="T1" fmla="*/ 0 h 28"/>
                  <a:gd name="T2" fmla="*/ 0 w 92"/>
                  <a:gd name="T3" fmla="*/ 0 h 28"/>
                  <a:gd name="T4" fmla="*/ 0 w 92"/>
                  <a:gd name="T5" fmla="*/ 0 h 28"/>
                  <a:gd name="T6" fmla="*/ 0 w 92"/>
                  <a:gd name="T7" fmla="*/ 0 h 28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92"/>
                  <a:gd name="T13" fmla="*/ 0 h 28"/>
                  <a:gd name="T14" fmla="*/ 92 w 92"/>
                  <a:gd name="T15" fmla="*/ 28 h 28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92" h="28">
                    <a:moveTo>
                      <a:pt x="88" y="28"/>
                    </a:moveTo>
                    <a:lnTo>
                      <a:pt x="92" y="0"/>
                    </a:lnTo>
                    <a:lnTo>
                      <a:pt x="0" y="0"/>
                    </a:lnTo>
                    <a:lnTo>
                      <a:pt x="88" y="28"/>
                    </a:lnTo>
                    <a:close/>
                  </a:path>
                </a:pathLst>
              </a:custGeom>
              <a:noFill/>
              <a:ln w="0">
                <a:solidFill>
                  <a:srgbClr val="0000FF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</p:grpSp>
      </p:grpSp>
      <p:grpSp>
        <p:nvGrpSpPr>
          <p:cNvPr id="688" name="Group 131">
            <a:extLst>
              <a:ext uri="{FF2B5EF4-FFF2-40B4-BE49-F238E27FC236}">
                <a16:creationId xmlns:a16="http://schemas.microsoft.com/office/drawing/2014/main" id="{F570B8BB-3673-376B-5AB7-D89ED51E69C8}"/>
              </a:ext>
            </a:extLst>
          </p:cNvPr>
          <p:cNvGrpSpPr>
            <a:grpSpLocks/>
          </p:cNvGrpSpPr>
          <p:nvPr/>
        </p:nvGrpSpPr>
        <p:grpSpPr bwMode="auto">
          <a:xfrm>
            <a:off x="14773276" y="7537970"/>
            <a:ext cx="1257300" cy="2130424"/>
            <a:chOff x="4493" y="2951"/>
            <a:chExt cx="335" cy="568"/>
          </a:xfrm>
        </p:grpSpPr>
        <p:sp>
          <p:nvSpPr>
            <p:cNvPr id="689" name="Freeform 132">
              <a:extLst>
                <a:ext uri="{FF2B5EF4-FFF2-40B4-BE49-F238E27FC236}">
                  <a16:creationId xmlns:a16="http://schemas.microsoft.com/office/drawing/2014/main" id="{57DB7C85-3CB9-B55F-C106-2D498F99BA0C}"/>
                </a:ext>
              </a:extLst>
            </p:cNvPr>
            <p:cNvSpPr>
              <a:spLocks/>
            </p:cNvSpPr>
            <p:nvPr/>
          </p:nvSpPr>
          <p:spPr bwMode="auto">
            <a:xfrm>
              <a:off x="4506" y="2960"/>
              <a:ext cx="14" cy="3"/>
            </a:xfrm>
            <a:custGeom>
              <a:avLst/>
              <a:gdLst>
                <a:gd name="T0" fmla="*/ 0 w 92"/>
                <a:gd name="T1" fmla="*/ 0 h 29"/>
                <a:gd name="T2" fmla="*/ 0 w 92"/>
                <a:gd name="T3" fmla="*/ 0 h 29"/>
                <a:gd name="T4" fmla="*/ 0 w 92"/>
                <a:gd name="T5" fmla="*/ 0 h 29"/>
                <a:gd name="T6" fmla="*/ 0 w 92"/>
                <a:gd name="T7" fmla="*/ 0 h 29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92"/>
                <a:gd name="T13" fmla="*/ 0 h 29"/>
                <a:gd name="T14" fmla="*/ 92 w 92"/>
                <a:gd name="T15" fmla="*/ 29 h 29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92" h="29">
                  <a:moveTo>
                    <a:pt x="92" y="29"/>
                  </a:moveTo>
                  <a:lnTo>
                    <a:pt x="87" y="0"/>
                  </a:lnTo>
                  <a:lnTo>
                    <a:pt x="0" y="29"/>
                  </a:lnTo>
                  <a:lnTo>
                    <a:pt x="92" y="29"/>
                  </a:lnTo>
                  <a:close/>
                </a:path>
              </a:pathLst>
            </a:custGeom>
            <a:solidFill>
              <a:srgbClr val="0000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690" name="Freeform 133">
              <a:extLst>
                <a:ext uri="{FF2B5EF4-FFF2-40B4-BE49-F238E27FC236}">
                  <a16:creationId xmlns:a16="http://schemas.microsoft.com/office/drawing/2014/main" id="{1F30F798-D864-F845-7562-79E30CC58A73}"/>
                </a:ext>
              </a:extLst>
            </p:cNvPr>
            <p:cNvSpPr>
              <a:spLocks/>
            </p:cNvSpPr>
            <p:nvPr/>
          </p:nvSpPr>
          <p:spPr bwMode="auto">
            <a:xfrm>
              <a:off x="4506" y="2960"/>
              <a:ext cx="14" cy="3"/>
            </a:xfrm>
            <a:custGeom>
              <a:avLst/>
              <a:gdLst>
                <a:gd name="T0" fmla="*/ 0 w 92"/>
                <a:gd name="T1" fmla="*/ 0 h 29"/>
                <a:gd name="T2" fmla="*/ 0 w 92"/>
                <a:gd name="T3" fmla="*/ 0 h 29"/>
                <a:gd name="T4" fmla="*/ 0 w 92"/>
                <a:gd name="T5" fmla="*/ 0 h 29"/>
                <a:gd name="T6" fmla="*/ 0 w 92"/>
                <a:gd name="T7" fmla="*/ 0 h 29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92"/>
                <a:gd name="T13" fmla="*/ 0 h 29"/>
                <a:gd name="T14" fmla="*/ 92 w 92"/>
                <a:gd name="T15" fmla="*/ 29 h 29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92" h="29">
                  <a:moveTo>
                    <a:pt x="92" y="29"/>
                  </a:moveTo>
                  <a:lnTo>
                    <a:pt x="87" y="0"/>
                  </a:lnTo>
                  <a:lnTo>
                    <a:pt x="0" y="29"/>
                  </a:lnTo>
                  <a:lnTo>
                    <a:pt x="92" y="29"/>
                  </a:lnTo>
                  <a:close/>
                </a:path>
              </a:pathLst>
            </a:custGeom>
            <a:noFill/>
            <a:ln w="0">
              <a:solidFill>
                <a:srgbClr val="0000FF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691" name="Freeform 134">
              <a:extLst>
                <a:ext uri="{FF2B5EF4-FFF2-40B4-BE49-F238E27FC236}">
                  <a16:creationId xmlns:a16="http://schemas.microsoft.com/office/drawing/2014/main" id="{4F5446BC-60D5-C853-E448-0568CE7ABF49}"/>
                </a:ext>
              </a:extLst>
            </p:cNvPr>
            <p:cNvSpPr>
              <a:spLocks/>
            </p:cNvSpPr>
            <p:nvPr/>
          </p:nvSpPr>
          <p:spPr bwMode="auto">
            <a:xfrm>
              <a:off x="4506" y="2957"/>
              <a:ext cx="14" cy="7"/>
            </a:xfrm>
            <a:custGeom>
              <a:avLst/>
              <a:gdLst>
                <a:gd name="T0" fmla="*/ 0 w 87"/>
                <a:gd name="T1" fmla="*/ 0 h 55"/>
                <a:gd name="T2" fmla="*/ 0 w 87"/>
                <a:gd name="T3" fmla="*/ 0 h 55"/>
                <a:gd name="T4" fmla="*/ 0 w 87"/>
                <a:gd name="T5" fmla="*/ 0 h 55"/>
                <a:gd name="T6" fmla="*/ 0 w 87"/>
                <a:gd name="T7" fmla="*/ 0 h 55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87"/>
                <a:gd name="T13" fmla="*/ 0 h 55"/>
                <a:gd name="T14" fmla="*/ 87 w 87"/>
                <a:gd name="T15" fmla="*/ 55 h 55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87" h="55">
                  <a:moveTo>
                    <a:pt x="87" y="26"/>
                  </a:moveTo>
                  <a:lnTo>
                    <a:pt x="74" y="0"/>
                  </a:lnTo>
                  <a:lnTo>
                    <a:pt x="0" y="55"/>
                  </a:lnTo>
                  <a:lnTo>
                    <a:pt x="87" y="26"/>
                  </a:lnTo>
                  <a:close/>
                </a:path>
              </a:pathLst>
            </a:custGeom>
            <a:solidFill>
              <a:srgbClr val="0000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692" name="Freeform 135">
              <a:extLst>
                <a:ext uri="{FF2B5EF4-FFF2-40B4-BE49-F238E27FC236}">
                  <a16:creationId xmlns:a16="http://schemas.microsoft.com/office/drawing/2014/main" id="{DE3EBB5C-5D88-650C-54F4-805E6D7854AA}"/>
                </a:ext>
              </a:extLst>
            </p:cNvPr>
            <p:cNvSpPr>
              <a:spLocks/>
            </p:cNvSpPr>
            <p:nvPr/>
          </p:nvSpPr>
          <p:spPr bwMode="auto">
            <a:xfrm>
              <a:off x="4506" y="2957"/>
              <a:ext cx="14" cy="7"/>
            </a:xfrm>
            <a:custGeom>
              <a:avLst/>
              <a:gdLst>
                <a:gd name="T0" fmla="*/ 0 w 87"/>
                <a:gd name="T1" fmla="*/ 0 h 55"/>
                <a:gd name="T2" fmla="*/ 0 w 87"/>
                <a:gd name="T3" fmla="*/ 0 h 55"/>
                <a:gd name="T4" fmla="*/ 0 w 87"/>
                <a:gd name="T5" fmla="*/ 0 h 55"/>
                <a:gd name="T6" fmla="*/ 0 w 87"/>
                <a:gd name="T7" fmla="*/ 0 h 55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87"/>
                <a:gd name="T13" fmla="*/ 0 h 55"/>
                <a:gd name="T14" fmla="*/ 87 w 87"/>
                <a:gd name="T15" fmla="*/ 55 h 55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87" h="55">
                  <a:moveTo>
                    <a:pt x="87" y="26"/>
                  </a:moveTo>
                  <a:lnTo>
                    <a:pt x="74" y="0"/>
                  </a:lnTo>
                  <a:lnTo>
                    <a:pt x="0" y="55"/>
                  </a:lnTo>
                  <a:lnTo>
                    <a:pt x="87" y="26"/>
                  </a:lnTo>
                  <a:close/>
                </a:path>
              </a:pathLst>
            </a:custGeom>
            <a:noFill/>
            <a:ln w="0">
              <a:solidFill>
                <a:srgbClr val="0000FF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693" name="Freeform 136">
              <a:extLst>
                <a:ext uri="{FF2B5EF4-FFF2-40B4-BE49-F238E27FC236}">
                  <a16:creationId xmlns:a16="http://schemas.microsoft.com/office/drawing/2014/main" id="{2C41DEB3-C0C1-0040-16A1-C09E15ECC008}"/>
                </a:ext>
              </a:extLst>
            </p:cNvPr>
            <p:cNvSpPr>
              <a:spLocks/>
            </p:cNvSpPr>
            <p:nvPr/>
          </p:nvSpPr>
          <p:spPr bwMode="auto">
            <a:xfrm>
              <a:off x="4506" y="2954"/>
              <a:ext cx="11" cy="8"/>
            </a:xfrm>
            <a:custGeom>
              <a:avLst/>
              <a:gdLst>
                <a:gd name="T0" fmla="*/ 0 w 74"/>
                <a:gd name="T1" fmla="*/ 0 h 75"/>
                <a:gd name="T2" fmla="*/ 0 w 74"/>
                <a:gd name="T3" fmla="*/ 0 h 75"/>
                <a:gd name="T4" fmla="*/ 0 w 74"/>
                <a:gd name="T5" fmla="*/ 0 h 75"/>
                <a:gd name="T6" fmla="*/ 0 w 74"/>
                <a:gd name="T7" fmla="*/ 0 h 75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74"/>
                <a:gd name="T13" fmla="*/ 0 h 75"/>
                <a:gd name="T14" fmla="*/ 74 w 74"/>
                <a:gd name="T15" fmla="*/ 75 h 75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74" h="75">
                  <a:moveTo>
                    <a:pt x="74" y="20"/>
                  </a:moveTo>
                  <a:lnTo>
                    <a:pt x="53" y="0"/>
                  </a:lnTo>
                  <a:lnTo>
                    <a:pt x="0" y="75"/>
                  </a:lnTo>
                  <a:lnTo>
                    <a:pt x="74" y="20"/>
                  </a:lnTo>
                  <a:close/>
                </a:path>
              </a:pathLst>
            </a:custGeom>
            <a:solidFill>
              <a:srgbClr val="0000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694" name="Freeform 137">
              <a:extLst>
                <a:ext uri="{FF2B5EF4-FFF2-40B4-BE49-F238E27FC236}">
                  <a16:creationId xmlns:a16="http://schemas.microsoft.com/office/drawing/2014/main" id="{1BBAA128-A748-9226-C3AE-BE500D521930}"/>
                </a:ext>
              </a:extLst>
            </p:cNvPr>
            <p:cNvSpPr>
              <a:spLocks/>
            </p:cNvSpPr>
            <p:nvPr/>
          </p:nvSpPr>
          <p:spPr bwMode="auto">
            <a:xfrm>
              <a:off x="4506" y="2954"/>
              <a:ext cx="11" cy="8"/>
            </a:xfrm>
            <a:custGeom>
              <a:avLst/>
              <a:gdLst>
                <a:gd name="T0" fmla="*/ 0 w 74"/>
                <a:gd name="T1" fmla="*/ 0 h 75"/>
                <a:gd name="T2" fmla="*/ 0 w 74"/>
                <a:gd name="T3" fmla="*/ 0 h 75"/>
                <a:gd name="T4" fmla="*/ 0 w 74"/>
                <a:gd name="T5" fmla="*/ 0 h 75"/>
                <a:gd name="T6" fmla="*/ 0 w 74"/>
                <a:gd name="T7" fmla="*/ 0 h 75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74"/>
                <a:gd name="T13" fmla="*/ 0 h 75"/>
                <a:gd name="T14" fmla="*/ 74 w 74"/>
                <a:gd name="T15" fmla="*/ 75 h 75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74" h="75">
                  <a:moveTo>
                    <a:pt x="74" y="20"/>
                  </a:moveTo>
                  <a:lnTo>
                    <a:pt x="53" y="0"/>
                  </a:lnTo>
                  <a:lnTo>
                    <a:pt x="0" y="75"/>
                  </a:lnTo>
                  <a:lnTo>
                    <a:pt x="74" y="20"/>
                  </a:lnTo>
                  <a:close/>
                </a:path>
              </a:pathLst>
            </a:custGeom>
            <a:noFill/>
            <a:ln w="0">
              <a:solidFill>
                <a:srgbClr val="0000FF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695" name="Freeform 138">
              <a:extLst>
                <a:ext uri="{FF2B5EF4-FFF2-40B4-BE49-F238E27FC236}">
                  <a16:creationId xmlns:a16="http://schemas.microsoft.com/office/drawing/2014/main" id="{4A00D2B6-C1F2-682D-E44D-ABCA9BD23C1B}"/>
                </a:ext>
              </a:extLst>
            </p:cNvPr>
            <p:cNvSpPr>
              <a:spLocks/>
            </p:cNvSpPr>
            <p:nvPr/>
          </p:nvSpPr>
          <p:spPr bwMode="auto">
            <a:xfrm>
              <a:off x="4506" y="2952"/>
              <a:ext cx="8" cy="12"/>
            </a:xfrm>
            <a:custGeom>
              <a:avLst/>
              <a:gdLst>
                <a:gd name="T0" fmla="*/ 0 w 53"/>
                <a:gd name="T1" fmla="*/ 0 h 87"/>
                <a:gd name="T2" fmla="*/ 0 w 53"/>
                <a:gd name="T3" fmla="*/ 0 h 87"/>
                <a:gd name="T4" fmla="*/ 0 w 53"/>
                <a:gd name="T5" fmla="*/ 0 h 87"/>
                <a:gd name="T6" fmla="*/ 0 w 53"/>
                <a:gd name="T7" fmla="*/ 0 h 87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53"/>
                <a:gd name="T13" fmla="*/ 0 h 87"/>
                <a:gd name="T14" fmla="*/ 53 w 53"/>
                <a:gd name="T15" fmla="*/ 87 h 87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53" h="87">
                  <a:moveTo>
                    <a:pt x="53" y="12"/>
                  </a:moveTo>
                  <a:lnTo>
                    <a:pt x="28" y="0"/>
                  </a:lnTo>
                  <a:lnTo>
                    <a:pt x="0" y="87"/>
                  </a:lnTo>
                  <a:lnTo>
                    <a:pt x="53" y="12"/>
                  </a:lnTo>
                  <a:close/>
                </a:path>
              </a:pathLst>
            </a:custGeom>
            <a:solidFill>
              <a:srgbClr val="0000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696" name="Freeform 139">
              <a:extLst>
                <a:ext uri="{FF2B5EF4-FFF2-40B4-BE49-F238E27FC236}">
                  <a16:creationId xmlns:a16="http://schemas.microsoft.com/office/drawing/2014/main" id="{8EFE0075-B0E8-9943-3209-8FEF70C17F0D}"/>
                </a:ext>
              </a:extLst>
            </p:cNvPr>
            <p:cNvSpPr>
              <a:spLocks/>
            </p:cNvSpPr>
            <p:nvPr/>
          </p:nvSpPr>
          <p:spPr bwMode="auto">
            <a:xfrm>
              <a:off x="4506" y="2952"/>
              <a:ext cx="8" cy="12"/>
            </a:xfrm>
            <a:custGeom>
              <a:avLst/>
              <a:gdLst>
                <a:gd name="T0" fmla="*/ 0 w 53"/>
                <a:gd name="T1" fmla="*/ 0 h 87"/>
                <a:gd name="T2" fmla="*/ 0 w 53"/>
                <a:gd name="T3" fmla="*/ 0 h 87"/>
                <a:gd name="T4" fmla="*/ 0 w 53"/>
                <a:gd name="T5" fmla="*/ 0 h 87"/>
                <a:gd name="T6" fmla="*/ 0 w 53"/>
                <a:gd name="T7" fmla="*/ 0 h 87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53"/>
                <a:gd name="T13" fmla="*/ 0 h 87"/>
                <a:gd name="T14" fmla="*/ 53 w 53"/>
                <a:gd name="T15" fmla="*/ 87 h 87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53" h="87">
                  <a:moveTo>
                    <a:pt x="53" y="12"/>
                  </a:moveTo>
                  <a:lnTo>
                    <a:pt x="28" y="0"/>
                  </a:lnTo>
                  <a:lnTo>
                    <a:pt x="0" y="87"/>
                  </a:lnTo>
                  <a:lnTo>
                    <a:pt x="53" y="12"/>
                  </a:lnTo>
                  <a:close/>
                </a:path>
              </a:pathLst>
            </a:custGeom>
            <a:noFill/>
            <a:ln w="0">
              <a:solidFill>
                <a:srgbClr val="0000FF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697" name="Freeform 140">
              <a:extLst>
                <a:ext uri="{FF2B5EF4-FFF2-40B4-BE49-F238E27FC236}">
                  <a16:creationId xmlns:a16="http://schemas.microsoft.com/office/drawing/2014/main" id="{0BD88E73-95C3-8206-D646-B72420EAFC95}"/>
                </a:ext>
              </a:extLst>
            </p:cNvPr>
            <p:cNvSpPr>
              <a:spLocks/>
            </p:cNvSpPr>
            <p:nvPr/>
          </p:nvSpPr>
          <p:spPr bwMode="auto">
            <a:xfrm>
              <a:off x="4506" y="2951"/>
              <a:ext cx="4" cy="13"/>
            </a:xfrm>
            <a:custGeom>
              <a:avLst/>
              <a:gdLst>
                <a:gd name="T0" fmla="*/ 0 w 28"/>
                <a:gd name="T1" fmla="*/ 0 h 93"/>
                <a:gd name="T2" fmla="*/ 0 w 28"/>
                <a:gd name="T3" fmla="*/ 0 h 93"/>
                <a:gd name="T4" fmla="*/ 0 w 28"/>
                <a:gd name="T5" fmla="*/ 0 h 93"/>
                <a:gd name="T6" fmla="*/ 0 w 28"/>
                <a:gd name="T7" fmla="*/ 0 h 93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28"/>
                <a:gd name="T13" fmla="*/ 0 h 93"/>
                <a:gd name="T14" fmla="*/ 28 w 28"/>
                <a:gd name="T15" fmla="*/ 93 h 93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8" h="93">
                  <a:moveTo>
                    <a:pt x="28" y="6"/>
                  </a:moveTo>
                  <a:lnTo>
                    <a:pt x="0" y="0"/>
                  </a:lnTo>
                  <a:lnTo>
                    <a:pt x="0" y="93"/>
                  </a:lnTo>
                  <a:lnTo>
                    <a:pt x="28" y="6"/>
                  </a:lnTo>
                  <a:close/>
                </a:path>
              </a:pathLst>
            </a:custGeom>
            <a:solidFill>
              <a:srgbClr val="0000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698" name="Freeform 141">
              <a:extLst>
                <a:ext uri="{FF2B5EF4-FFF2-40B4-BE49-F238E27FC236}">
                  <a16:creationId xmlns:a16="http://schemas.microsoft.com/office/drawing/2014/main" id="{770642EE-CF2D-C050-F222-DD93104623F2}"/>
                </a:ext>
              </a:extLst>
            </p:cNvPr>
            <p:cNvSpPr>
              <a:spLocks/>
            </p:cNvSpPr>
            <p:nvPr/>
          </p:nvSpPr>
          <p:spPr bwMode="auto">
            <a:xfrm>
              <a:off x="4506" y="2951"/>
              <a:ext cx="4" cy="13"/>
            </a:xfrm>
            <a:custGeom>
              <a:avLst/>
              <a:gdLst>
                <a:gd name="T0" fmla="*/ 0 w 28"/>
                <a:gd name="T1" fmla="*/ 0 h 93"/>
                <a:gd name="T2" fmla="*/ 0 w 28"/>
                <a:gd name="T3" fmla="*/ 0 h 93"/>
                <a:gd name="T4" fmla="*/ 0 w 28"/>
                <a:gd name="T5" fmla="*/ 0 h 93"/>
                <a:gd name="T6" fmla="*/ 0 w 28"/>
                <a:gd name="T7" fmla="*/ 0 h 93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28"/>
                <a:gd name="T13" fmla="*/ 0 h 93"/>
                <a:gd name="T14" fmla="*/ 28 w 28"/>
                <a:gd name="T15" fmla="*/ 93 h 93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8" h="93">
                  <a:moveTo>
                    <a:pt x="28" y="6"/>
                  </a:moveTo>
                  <a:lnTo>
                    <a:pt x="0" y="0"/>
                  </a:lnTo>
                  <a:lnTo>
                    <a:pt x="0" y="93"/>
                  </a:lnTo>
                  <a:lnTo>
                    <a:pt x="28" y="6"/>
                  </a:lnTo>
                  <a:close/>
                </a:path>
              </a:pathLst>
            </a:custGeom>
            <a:noFill/>
            <a:ln w="0">
              <a:solidFill>
                <a:srgbClr val="0000FF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699" name="Freeform 142">
              <a:extLst>
                <a:ext uri="{FF2B5EF4-FFF2-40B4-BE49-F238E27FC236}">
                  <a16:creationId xmlns:a16="http://schemas.microsoft.com/office/drawing/2014/main" id="{0C7BC123-B92B-AC50-9F93-AA64D8C6B19E}"/>
                </a:ext>
              </a:extLst>
            </p:cNvPr>
            <p:cNvSpPr>
              <a:spLocks/>
            </p:cNvSpPr>
            <p:nvPr/>
          </p:nvSpPr>
          <p:spPr bwMode="auto">
            <a:xfrm>
              <a:off x="4502" y="2951"/>
              <a:ext cx="3" cy="13"/>
            </a:xfrm>
            <a:custGeom>
              <a:avLst/>
              <a:gdLst>
                <a:gd name="T0" fmla="*/ 0 w 28"/>
                <a:gd name="T1" fmla="*/ 0 h 93"/>
                <a:gd name="T2" fmla="*/ 0 w 28"/>
                <a:gd name="T3" fmla="*/ 0 h 93"/>
                <a:gd name="T4" fmla="*/ 0 w 28"/>
                <a:gd name="T5" fmla="*/ 0 h 93"/>
                <a:gd name="T6" fmla="*/ 0 w 28"/>
                <a:gd name="T7" fmla="*/ 0 h 93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28"/>
                <a:gd name="T13" fmla="*/ 0 h 93"/>
                <a:gd name="T14" fmla="*/ 28 w 28"/>
                <a:gd name="T15" fmla="*/ 93 h 93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8" h="93">
                  <a:moveTo>
                    <a:pt x="28" y="0"/>
                  </a:moveTo>
                  <a:lnTo>
                    <a:pt x="0" y="6"/>
                  </a:lnTo>
                  <a:lnTo>
                    <a:pt x="28" y="93"/>
                  </a:lnTo>
                  <a:lnTo>
                    <a:pt x="28" y="0"/>
                  </a:lnTo>
                  <a:close/>
                </a:path>
              </a:pathLst>
            </a:custGeom>
            <a:solidFill>
              <a:srgbClr val="0000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700" name="Freeform 143">
              <a:extLst>
                <a:ext uri="{FF2B5EF4-FFF2-40B4-BE49-F238E27FC236}">
                  <a16:creationId xmlns:a16="http://schemas.microsoft.com/office/drawing/2014/main" id="{C8B2237C-9D87-CBA0-A914-C48FBD9F2A44}"/>
                </a:ext>
              </a:extLst>
            </p:cNvPr>
            <p:cNvSpPr>
              <a:spLocks/>
            </p:cNvSpPr>
            <p:nvPr/>
          </p:nvSpPr>
          <p:spPr bwMode="auto">
            <a:xfrm>
              <a:off x="4502" y="2951"/>
              <a:ext cx="3" cy="13"/>
            </a:xfrm>
            <a:custGeom>
              <a:avLst/>
              <a:gdLst>
                <a:gd name="T0" fmla="*/ 0 w 28"/>
                <a:gd name="T1" fmla="*/ 0 h 93"/>
                <a:gd name="T2" fmla="*/ 0 w 28"/>
                <a:gd name="T3" fmla="*/ 0 h 93"/>
                <a:gd name="T4" fmla="*/ 0 w 28"/>
                <a:gd name="T5" fmla="*/ 0 h 93"/>
                <a:gd name="T6" fmla="*/ 0 w 28"/>
                <a:gd name="T7" fmla="*/ 0 h 93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28"/>
                <a:gd name="T13" fmla="*/ 0 h 93"/>
                <a:gd name="T14" fmla="*/ 28 w 28"/>
                <a:gd name="T15" fmla="*/ 93 h 93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8" h="93">
                  <a:moveTo>
                    <a:pt x="28" y="0"/>
                  </a:moveTo>
                  <a:lnTo>
                    <a:pt x="0" y="6"/>
                  </a:lnTo>
                  <a:lnTo>
                    <a:pt x="28" y="93"/>
                  </a:lnTo>
                  <a:lnTo>
                    <a:pt x="28" y="0"/>
                  </a:lnTo>
                  <a:close/>
                </a:path>
              </a:pathLst>
            </a:custGeom>
            <a:noFill/>
            <a:ln w="0">
              <a:solidFill>
                <a:srgbClr val="0000FF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701" name="Freeform 144">
              <a:extLst>
                <a:ext uri="{FF2B5EF4-FFF2-40B4-BE49-F238E27FC236}">
                  <a16:creationId xmlns:a16="http://schemas.microsoft.com/office/drawing/2014/main" id="{F156B789-4C7B-22BD-E16D-32E0A0A3A920}"/>
                </a:ext>
              </a:extLst>
            </p:cNvPr>
            <p:cNvSpPr>
              <a:spLocks/>
            </p:cNvSpPr>
            <p:nvPr/>
          </p:nvSpPr>
          <p:spPr bwMode="auto">
            <a:xfrm>
              <a:off x="4498" y="2952"/>
              <a:ext cx="8" cy="12"/>
            </a:xfrm>
            <a:custGeom>
              <a:avLst/>
              <a:gdLst>
                <a:gd name="T0" fmla="*/ 0 w 54"/>
                <a:gd name="T1" fmla="*/ 0 h 87"/>
                <a:gd name="T2" fmla="*/ 0 w 54"/>
                <a:gd name="T3" fmla="*/ 0 h 87"/>
                <a:gd name="T4" fmla="*/ 0 w 54"/>
                <a:gd name="T5" fmla="*/ 0 h 87"/>
                <a:gd name="T6" fmla="*/ 0 w 54"/>
                <a:gd name="T7" fmla="*/ 0 h 87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54"/>
                <a:gd name="T13" fmla="*/ 0 h 87"/>
                <a:gd name="T14" fmla="*/ 54 w 54"/>
                <a:gd name="T15" fmla="*/ 87 h 87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54" h="87">
                  <a:moveTo>
                    <a:pt x="26" y="0"/>
                  </a:moveTo>
                  <a:lnTo>
                    <a:pt x="0" y="12"/>
                  </a:lnTo>
                  <a:lnTo>
                    <a:pt x="54" y="87"/>
                  </a:lnTo>
                  <a:lnTo>
                    <a:pt x="26" y="0"/>
                  </a:lnTo>
                  <a:close/>
                </a:path>
              </a:pathLst>
            </a:custGeom>
            <a:solidFill>
              <a:srgbClr val="0000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702" name="Freeform 145">
              <a:extLst>
                <a:ext uri="{FF2B5EF4-FFF2-40B4-BE49-F238E27FC236}">
                  <a16:creationId xmlns:a16="http://schemas.microsoft.com/office/drawing/2014/main" id="{8ACD1EF6-02AC-4E98-47BB-20699F8701DE}"/>
                </a:ext>
              </a:extLst>
            </p:cNvPr>
            <p:cNvSpPr>
              <a:spLocks/>
            </p:cNvSpPr>
            <p:nvPr/>
          </p:nvSpPr>
          <p:spPr bwMode="auto">
            <a:xfrm>
              <a:off x="4498" y="2952"/>
              <a:ext cx="8" cy="12"/>
            </a:xfrm>
            <a:custGeom>
              <a:avLst/>
              <a:gdLst>
                <a:gd name="T0" fmla="*/ 0 w 54"/>
                <a:gd name="T1" fmla="*/ 0 h 87"/>
                <a:gd name="T2" fmla="*/ 0 w 54"/>
                <a:gd name="T3" fmla="*/ 0 h 87"/>
                <a:gd name="T4" fmla="*/ 0 w 54"/>
                <a:gd name="T5" fmla="*/ 0 h 87"/>
                <a:gd name="T6" fmla="*/ 0 w 54"/>
                <a:gd name="T7" fmla="*/ 0 h 87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54"/>
                <a:gd name="T13" fmla="*/ 0 h 87"/>
                <a:gd name="T14" fmla="*/ 54 w 54"/>
                <a:gd name="T15" fmla="*/ 87 h 87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54" h="87">
                  <a:moveTo>
                    <a:pt x="26" y="0"/>
                  </a:moveTo>
                  <a:lnTo>
                    <a:pt x="0" y="12"/>
                  </a:lnTo>
                  <a:lnTo>
                    <a:pt x="54" y="87"/>
                  </a:lnTo>
                  <a:lnTo>
                    <a:pt x="26" y="0"/>
                  </a:lnTo>
                  <a:close/>
                </a:path>
              </a:pathLst>
            </a:custGeom>
            <a:noFill/>
            <a:ln w="0">
              <a:solidFill>
                <a:srgbClr val="0000FF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703" name="Freeform 146">
              <a:extLst>
                <a:ext uri="{FF2B5EF4-FFF2-40B4-BE49-F238E27FC236}">
                  <a16:creationId xmlns:a16="http://schemas.microsoft.com/office/drawing/2014/main" id="{1765D811-3EC5-CD4C-8D75-BBF6A43F0460}"/>
                </a:ext>
              </a:extLst>
            </p:cNvPr>
            <p:cNvSpPr>
              <a:spLocks/>
            </p:cNvSpPr>
            <p:nvPr/>
          </p:nvSpPr>
          <p:spPr bwMode="auto">
            <a:xfrm>
              <a:off x="4496" y="2954"/>
              <a:ext cx="8" cy="8"/>
            </a:xfrm>
            <a:custGeom>
              <a:avLst/>
              <a:gdLst>
                <a:gd name="T0" fmla="*/ 0 w 74"/>
                <a:gd name="T1" fmla="*/ 0 h 75"/>
                <a:gd name="T2" fmla="*/ 0 w 74"/>
                <a:gd name="T3" fmla="*/ 0 h 75"/>
                <a:gd name="T4" fmla="*/ 0 w 74"/>
                <a:gd name="T5" fmla="*/ 0 h 75"/>
                <a:gd name="T6" fmla="*/ 0 w 74"/>
                <a:gd name="T7" fmla="*/ 0 h 75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74"/>
                <a:gd name="T13" fmla="*/ 0 h 75"/>
                <a:gd name="T14" fmla="*/ 74 w 74"/>
                <a:gd name="T15" fmla="*/ 75 h 75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74" h="75">
                  <a:moveTo>
                    <a:pt x="20" y="0"/>
                  </a:moveTo>
                  <a:lnTo>
                    <a:pt x="0" y="20"/>
                  </a:lnTo>
                  <a:lnTo>
                    <a:pt x="74" y="75"/>
                  </a:lnTo>
                  <a:lnTo>
                    <a:pt x="20" y="0"/>
                  </a:lnTo>
                  <a:close/>
                </a:path>
              </a:pathLst>
            </a:custGeom>
            <a:solidFill>
              <a:srgbClr val="0000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704" name="Freeform 147">
              <a:extLst>
                <a:ext uri="{FF2B5EF4-FFF2-40B4-BE49-F238E27FC236}">
                  <a16:creationId xmlns:a16="http://schemas.microsoft.com/office/drawing/2014/main" id="{E7D68BB6-D688-5C04-50BF-256F6C6FA235}"/>
                </a:ext>
              </a:extLst>
            </p:cNvPr>
            <p:cNvSpPr>
              <a:spLocks/>
            </p:cNvSpPr>
            <p:nvPr/>
          </p:nvSpPr>
          <p:spPr bwMode="auto">
            <a:xfrm>
              <a:off x="4496" y="2954"/>
              <a:ext cx="8" cy="8"/>
            </a:xfrm>
            <a:custGeom>
              <a:avLst/>
              <a:gdLst>
                <a:gd name="T0" fmla="*/ 0 w 74"/>
                <a:gd name="T1" fmla="*/ 0 h 75"/>
                <a:gd name="T2" fmla="*/ 0 w 74"/>
                <a:gd name="T3" fmla="*/ 0 h 75"/>
                <a:gd name="T4" fmla="*/ 0 w 74"/>
                <a:gd name="T5" fmla="*/ 0 h 75"/>
                <a:gd name="T6" fmla="*/ 0 w 74"/>
                <a:gd name="T7" fmla="*/ 0 h 75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74"/>
                <a:gd name="T13" fmla="*/ 0 h 75"/>
                <a:gd name="T14" fmla="*/ 74 w 74"/>
                <a:gd name="T15" fmla="*/ 75 h 75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74" h="75">
                  <a:moveTo>
                    <a:pt x="20" y="0"/>
                  </a:moveTo>
                  <a:lnTo>
                    <a:pt x="0" y="20"/>
                  </a:lnTo>
                  <a:lnTo>
                    <a:pt x="74" y="75"/>
                  </a:lnTo>
                  <a:lnTo>
                    <a:pt x="20" y="0"/>
                  </a:lnTo>
                  <a:close/>
                </a:path>
              </a:pathLst>
            </a:custGeom>
            <a:noFill/>
            <a:ln w="0">
              <a:solidFill>
                <a:srgbClr val="0000FF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705" name="Freeform 148">
              <a:extLst>
                <a:ext uri="{FF2B5EF4-FFF2-40B4-BE49-F238E27FC236}">
                  <a16:creationId xmlns:a16="http://schemas.microsoft.com/office/drawing/2014/main" id="{40DA4D45-CA4E-10BB-DEAF-65AC358C6FC2}"/>
                </a:ext>
              </a:extLst>
            </p:cNvPr>
            <p:cNvSpPr>
              <a:spLocks/>
            </p:cNvSpPr>
            <p:nvPr/>
          </p:nvSpPr>
          <p:spPr bwMode="auto">
            <a:xfrm>
              <a:off x="4494" y="2957"/>
              <a:ext cx="12" cy="7"/>
            </a:xfrm>
            <a:custGeom>
              <a:avLst/>
              <a:gdLst>
                <a:gd name="T0" fmla="*/ 0 w 88"/>
                <a:gd name="T1" fmla="*/ 0 h 55"/>
                <a:gd name="T2" fmla="*/ 0 w 88"/>
                <a:gd name="T3" fmla="*/ 0 h 55"/>
                <a:gd name="T4" fmla="*/ 0 w 88"/>
                <a:gd name="T5" fmla="*/ 0 h 55"/>
                <a:gd name="T6" fmla="*/ 0 w 88"/>
                <a:gd name="T7" fmla="*/ 0 h 55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88"/>
                <a:gd name="T13" fmla="*/ 0 h 55"/>
                <a:gd name="T14" fmla="*/ 88 w 88"/>
                <a:gd name="T15" fmla="*/ 55 h 55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88" h="55">
                  <a:moveTo>
                    <a:pt x="14" y="0"/>
                  </a:moveTo>
                  <a:lnTo>
                    <a:pt x="0" y="26"/>
                  </a:lnTo>
                  <a:lnTo>
                    <a:pt x="88" y="55"/>
                  </a:lnTo>
                  <a:lnTo>
                    <a:pt x="14" y="0"/>
                  </a:lnTo>
                  <a:close/>
                </a:path>
              </a:pathLst>
            </a:custGeom>
            <a:solidFill>
              <a:srgbClr val="0000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706" name="Freeform 149">
              <a:extLst>
                <a:ext uri="{FF2B5EF4-FFF2-40B4-BE49-F238E27FC236}">
                  <a16:creationId xmlns:a16="http://schemas.microsoft.com/office/drawing/2014/main" id="{E5F0D0ED-900E-8BE6-3BF8-107B026AAE33}"/>
                </a:ext>
              </a:extLst>
            </p:cNvPr>
            <p:cNvSpPr>
              <a:spLocks/>
            </p:cNvSpPr>
            <p:nvPr/>
          </p:nvSpPr>
          <p:spPr bwMode="auto">
            <a:xfrm>
              <a:off x="4494" y="2957"/>
              <a:ext cx="12" cy="7"/>
            </a:xfrm>
            <a:custGeom>
              <a:avLst/>
              <a:gdLst>
                <a:gd name="T0" fmla="*/ 0 w 88"/>
                <a:gd name="T1" fmla="*/ 0 h 55"/>
                <a:gd name="T2" fmla="*/ 0 w 88"/>
                <a:gd name="T3" fmla="*/ 0 h 55"/>
                <a:gd name="T4" fmla="*/ 0 w 88"/>
                <a:gd name="T5" fmla="*/ 0 h 55"/>
                <a:gd name="T6" fmla="*/ 0 w 88"/>
                <a:gd name="T7" fmla="*/ 0 h 55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88"/>
                <a:gd name="T13" fmla="*/ 0 h 55"/>
                <a:gd name="T14" fmla="*/ 88 w 88"/>
                <a:gd name="T15" fmla="*/ 55 h 55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88" h="55">
                  <a:moveTo>
                    <a:pt x="14" y="0"/>
                  </a:moveTo>
                  <a:lnTo>
                    <a:pt x="0" y="26"/>
                  </a:lnTo>
                  <a:lnTo>
                    <a:pt x="88" y="55"/>
                  </a:lnTo>
                  <a:lnTo>
                    <a:pt x="14" y="0"/>
                  </a:lnTo>
                  <a:close/>
                </a:path>
              </a:pathLst>
            </a:custGeom>
            <a:noFill/>
            <a:ln w="0">
              <a:solidFill>
                <a:srgbClr val="0000FF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707" name="Freeform 150">
              <a:extLst>
                <a:ext uri="{FF2B5EF4-FFF2-40B4-BE49-F238E27FC236}">
                  <a16:creationId xmlns:a16="http://schemas.microsoft.com/office/drawing/2014/main" id="{CFFEDEF2-62AE-DFFD-5B63-0807B6A8D077}"/>
                </a:ext>
              </a:extLst>
            </p:cNvPr>
            <p:cNvSpPr>
              <a:spLocks/>
            </p:cNvSpPr>
            <p:nvPr/>
          </p:nvSpPr>
          <p:spPr bwMode="auto">
            <a:xfrm>
              <a:off x="4493" y="2960"/>
              <a:ext cx="13" cy="3"/>
            </a:xfrm>
            <a:custGeom>
              <a:avLst/>
              <a:gdLst>
                <a:gd name="T0" fmla="*/ 0 w 92"/>
                <a:gd name="T1" fmla="*/ 0 h 29"/>
                <a:gd name="T2" fmla="*/ 0 w 92"/>
                <a:gd name="T3" fmla="*/ 0 h 29"/>
                <a:gd name="T4" fmla="*/ 0 w 92"/>
                <a:gd name="T5" fmla="*/ 0 h 29"/>
                <a:gd name="T6" fmla="*/ 0 w 92"/>
                <a:gd name="T7" fmla="*/ 0 h 29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92"/>
                <a:gd name="T13" fmla="*/ 0 h 29"/>
                <a:gd name="T14" fmla="*/ 92 w 92"/>
                <a:gd name="T15" fmla="*/ 29 h 29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92" h="29">
                  <a:moveTo>
                    <a:pt x="4" y="0"/>
                  </a:moveTo>
                  <a:lnTo>
                    <a:pt x="0" y="29"/>
                  </a:lnTo>
                  <a:lnTo>
                    <a:pt x="92" y="29"/>
                  </a:lnTo>
                  <a:lnTo>
                    <a:pt x="4" y="0"/>
                  </a:lnTo>
                  <a:close/>
                </a:path>
              </a:pathLst>
            </a:custGeom>
            <a:solidFill>
              <a:srgbClr val="0000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708" name="Freeform 151">
              <a:extLst>
                <a:ext uri="{FF2B5EF4-FFF2-40B4-BE49-F238E27FC236}">
                  <a16:creationId xmlns:a16="http://schemas.microsoft.com/office/drawing/2014/main" id="{6EABA7C6-2539-B7D4-5416-BD17BDCA3A3A}"/>
                </a:ext>
              </a:extLst>
            </p:cNvPr>
            <p:cNvSpPr>
              <a:spLocks/>
            </p:cNvSpPr>
            <p:nvPr/>
          </p:nvSpPr>
          <p:spPr bwMode="auto">
            <a:xfrm>
              <a:off x="4493" y="2960"/>
              <a:ext cx="13" cy="3"/>
            </a:xfrm>
            <a:custGeom>
              <a:avLst/>
              <a:gdLst>
                <a:gd name="T0" fmla="*/ 0 w 92"/>
                <a:gd name="T1" fmla="*/ 0 h 29"/>
                <a:gd name="T2" fmla="*/ 0 w 92"/>
                <a:gd name="T3" fmla="*/ 0 h 29"/>
                <a:gd name="T4" fmla="*/ 0 w 92"/>
                <a:gd name="T5" fmla="*/ 0 h 29"/>
                <a:gd name="T6" fmla="*/ 0 w 92"/>
                <a:gd name="T7" fmla="*/ 0 h 29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92"/>
                <a:gd name="T13" fmla="*/ 0 h 29"/>
                <a:gd name="T14" fmla="*/ 92 w 92"/>
                <a:gd name="T15" fmla="*/ 29 h 29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92" h="29">
                  <a:moveTo>
                    <a:pt x="4" y="0"/>
                  </a:moveTo>
                  <a:lnTo>
                    <a:pt x="0" y="29"/>
                  </a:lnTo>
                  <a:lnTo>
                    <a:pt x="92" y="29"/>
                  </a:lnTo>
                  <a:lnTo>
                    <a:pt x="4" y="0"/>
                  </a:lnTo>
                  <a:close/>
                </a:path>
              </a:pathLst>
            </a:custGeom>
            <a:noFill/>
            <a:ln w="0">
              <a:solidFill>
                <a:srgbClr val="0000FF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709" name="Freeform 152">
              <a:extLst>
                <a:ext uri="{FF2B5EF4-FFF2-40B4-BE49-F238E27FC236}">
                  <a16:creationId xmlns:a16="http://schemas.microsoft.com/office/drawing/2014/main" id="{37CCAA92-3625-4C46-E3A6-E88BFE8790DD}"/>
                </a:ext>
              </a:extLst>
            </p:cNvPr>
            <p:cNvSpPr>
              <a:spLocks/>
            </p:cNvSpPr>
            <p:nvPr/>
          </p:nvSpPr>
          <p:spPr bwMode="auto">
            <a:xfrm>
              <a:off x="4493" y="2964"/>
              <a:ext cx="13" cy="4"/>
            </a:xfrm>
            <a:custGeom>
              <a:avLst/>
              <a:gdLst>
                <a:gd name="T0" fmla="*/ 0 w 92"/>
                <a:gd name="T1" fmla="*/ 0 h 28"/>
                <a:gd name="T2" fmla="*/ 0 w 92"/>
                <a:gd name="T3" fmla="*/ 0 h 28"/>
                <a:gd name="T4" fmla="*/ 0 w 92"/>
                <a:gd name="T5" fmla="*/ 0 h 28"/>
                <a:gd name="T6" fmla="*/ 0 w 92"/>
                <a:gd name="T7" fmla="*/ 0 h 28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92"/>
                <a:gd name="T13" fmla="*/ 0 h 28"/>
                <a:gd name="T14" fmla="*/ 92 w 92"/>
                <a:gd name="T15" fmla="*/ 28 h 28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92" h="28">
                  <a:moveTo>
                    <a:pt x="0" y="0"/>
                  </a:moveTo>
                  <a:lnTo>
                    <a:pt x="4" y="28"/>
                  </a:lnTo>
                  <a:lnTo>
                    <a:pt x="92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710" name="Freeform 153">
              <a:extLst>
                <a:ext uri="{FF2B5EF4-FFF2-40B4-BE49-F238E27FC236}">
                  <a16:creationId xmlns:a16="http://schemas.microsoft.com/office/drawing/2014/main" id="{6D49579E-0575-921F-7587-4DAD66A090BE}"/>
                </a:ext>
              </a:extLst>
            </p:cNvPr>
            <p:cNvSpPr>
              <a:spLocks/>
            </p:cNvSpPr>
            <p:nvPr/>
          </p:nvSpPr>
          <p:spPr bwMode="auto">
            <a:xfrm>
              <a:off x="4493" y="2964"/>
              <a:ext cx="13" cy="4"/>
            </a:xfrm>
            <a:custGeom>
              <a:avLst/>
              <a:gdLst>
                <a:gd name="T0" fmla="*/ 0 w 92"/>
                <a:gd name="T1" fmla="*/ 0 h 28"/>
                <a:gd name="T2" fmla="*/ 0 w 92"/>
                <a:gd name="T3" fmla="*/ 0 h 28"/>
                <a:gd name="T4" fmla="*/ 0 w 92"/>
                <a:gd name="T5" fmla="*/ 0 h 28"/>
                <a:gd name="T6" fmla="*/ 0 w 92"/>
                <a:gd name="T7" fmla="*/ 0 h 28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92"/>
                <a:gd name="T13" fmla="*/ 0 h 28"/>
                <a:gd name="T14" fmla="*/ 92 w 92"/>
                <a:gd name="T15" fmla="*/ 28 h 28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92" h="28">
                  <a:moveTo>
                    <a:pt x="0" y="0"/>
                  </a:moveTo>
                  <a:lnTo>
                    <a:pt x="4" y="28"/>
                  </a:lnTo>
                  <a:lnTo>
                    <a:pt x="92" y="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solidFill>
                <a:srgbClr val="0000FF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711" name="Freeform 154">
              <a:extLst>
                <a:ext uri="{FF2B5EF4-FFF2-40B4-BE49-F238E27FC236}">
                  <a16:creationId xmlns:a16="http://schemas.microsoft.com/office/drawing/2014/main" id="{C47173D8-7BFE-834A-2C35-01D01E1C0314}"/>
                </a:ext>
              </a:extLst>
            </p:cNvPr>
            <p:cNvSpPr>
              <a:spLocks/>
            </p:cNvSpPr>
            <p:nvPr/>
          </p:nvSpPr>
          <p:spPr bwMode="auto">
            <a:xfrm>
              <a:off x="4494" y="2964"/>
              <a:ext cx="12" cy="8"/>
            </a:xfrm>
            <a:custGeom>
              <a:avLst/>
              <a:gdLst>
                <a:gd name="T0" fmla="*/ 0 w 88"/>
                <a:gd name="T1" fmla="*/ 0 h 54"/>
                <a:gd name="T2" fmla="*/ 0 w 88"/>
                <a:gd name="T3" fmla="*/ 0 h 54"/>
                <a:gd name="T4" fmla="*/ 0 w 88"/>
                <a:gd name="T5" fmla="*/ 0 h 54"/>
                <a:gd name="T6" fmla="*/ 0 w 88"/>
                <a:gd name="T7" fmla="*/ 0 h 54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88"/>
                <a:gd name="T13" fmla="*/ 0 h 54"/>
                <a:gd name="T14" fmla="*/ 88 w 88"/>
                <a:gd name="T15" fmla="*/ 54 h 54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88" h="54">
                  <a:moveTo>
                    <a:pt x="0" y="28"/>
                  </a:moveTo>
                  <a:lnTo>
                    <a:pt x="14" y="54"/>
                  </a:lnTo>
                  <a:lnTo>
                    <a:pt x="88" y="0"/>
                  </a:lnTo>
                  <a:lnTo>
                    <a:pt x="0" y="28"/>
                  </a:lnTo>
                  <a:close/>
                </a:path>
              </a:pathLst>
            </a:custGeom>
            <a:solidFill>
              <a:srgbClr val="0000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712" name="Freeform 155">
              <a:extLst>
                <a:ext uri="{FF2B5EF4-FFF2-40B4-BE49-F238E27FC236}">
                  <a16:creationId xmlns:a16="http://schemas.microsoft.com/office/drawing/2014/main" id="{2AAA6F10-882C-F583-47A3-79CB25A51A71}"/>
                </a:ext>
              </a:extLst>
            </p:cNvPr>
            <p:cNvSpPr>
              <a:spLocks/>
            </p:cNvSpPr>
            <p:nvPr/>
          </p:nvSpPr>
          <p:spPr bwMode="auto">
            <a:xfrm>
              <a:off x="4494" y="2964"/>
              <a:ext cx="12" cy="8"/>
            </a:xfrm>
            <a:custGeom>
              <a:avLst/>
              <a:gdLst>
                <a:gd name="T0" fmla="*/ 0 w 88"/>
                <a:gd name="T1" fmla="*/ 0 h 54"/>
                <a:gd name="T2" fmla="*/ 0 w 88"/>
                <a:gd name="T3" fmla="*/ 0 h 54"/>
                <a:gd name="T4" fmla="*/ 0 w 88"/>
                <a:gd name="T5" fmla="*/ 0 h 54"/>
                <a:gd name="T6" fmla="*/ 0 w 88"/>
                <a:gd name="T7" fmla="*/ 0 h 54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88"/>
                <a:gd name="T13" fmla="*/ 0 h 54"/>
                <a:gd name="T14" fmla="*/ 88 w 88"/>
                <a:gd name="T15" fmla="*/ 54 h 54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88" h="54">
                  <a:moveTo>
                    <a:pt x="0" y="28"/>
                  </a:moveTo>
                  <a:lnTo>
                    <a:pt x="14" y="54"/>
                  </a:lnTo>
                  <a:lnTo>
                    <a:pt x="88" y="0"/>
                  </a:lnTo>
                  <a:lnTo>
                    <a:pt x="0" y="28"/>
                  </a:lnTo>
                  <a:close/>
                </a:path>
              </a:pathLst>
            </a:custGeom>
            <a:noFill/>
            <a:ln w="0">
              <a:solidFill>
                <a:srgbClr val="0000FF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713" name="Freeform 156">
              <a:extLst>
                <a:ext uri="{FF2B5EF4-FFF2-40B4-BE49-F238E27FC236}">
                  <a16:creationId xmlns:a16="http://schemas.microsoft.com/office/drawing/2014/main" id="{68691262-2D5B-076F-1382-0616B2D0DB2E}"/>
                </a:ext>
              </a:extLst>
            </p:cNvPr>
            <p:cNvSpPr>
              <a:spLocks/>
            </p:cNvSpPr>
            <p:nvPr/>
          </p:nvSpPr>
          <p:spPr bwMode="auto">
            <a:xfrm>
              <a:off x="4496" y="2964"/>
              <a:ext cx="8" cy="11"/>
            </a:xfrm>
            <a:custGeom>
              <a:avLst/>
              <a:gdLst>
                <a:gd name="T0" fmla="*/ 0 w 74"/>
                <a:gd name="T1" fmla="*/ 0 h 74"/>
                <a:gd name="T2" fmla="*/ 0 w 74"/>
                <a:gd name="T3" fmla="*/ 0 h 74"/>
                <a:gd name="T4" fmla="*/ 0 w 74"/>
                <a:gd name="T5" fmla="*/ 0 h 74"/>
                <a:gd name="T6" fmla="*/ 0 w 74"/>
                <a:gd name="T7" fmla="*/ 0 h 74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74"/>
                <a:gd name="T13" fmla="*/ 0 h 74"/>
                <a:gd name="T14" fmla="*/ 74 w 74"/>
                <a:gd name="T15" fmla="*/ 74 h 74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74" h="74">
                  <a:moveTo>
                    <a:pt x="0" y="54"/>
                  </a:moveTo>
                  <a:lnTo>
                    <a:pt x="20" y="74"/>
                  </a:lnTo>
                  <a:lnTo>
                    <a:pt x="74" y="0"/>
                  </a:lnTo>
                  <a:lnTo>
                    <a:pt x="0" y="54"/>
                  </a:lnTo>
                  <a:close/>
                </a:path>
              </a:pathLst>
            </a:custGeom>
            <a:solidFill>
              <a:srgbClr val="0000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714" name="Freeform 157">
              <a:extLst>
                <a:ext uri="{FF2B5EF4-FFF2-40B4-BE49-F238E27FC236}">
                  <a16:creationId xmlns:a16="http://schemas.microsoft.com/office/drawing/2014/main" id="{B8F644A1-575D-268C-A42F-EA3086C0EBF5}"/>
                </a:ext>
              </a:extLst>
            </p:cNvPr>
            <p:cNvSpPr>
              <a:spLocks/>
            </p:cNvSpPr>
            <p:nvPr/>
          </p:nvSpPr>
          <p:spPr bwMode="auto">
            <a:xfrm>
              <a:off x="4496" y="2964"/>
              <a:ext cx="8" cy="11"/>
            </a:xfrm>
            <a:custGeom>
              <a:avLst/>
              <a:gdLst>
                <a:gd name="T0" fmla="*/ 0 w 74"/>
                <a:gd name="T1" fmla="*/ 0 h 74"/>
                <a:gd name="T2" fmla="*/ 0 w 74"/>
                <a:gd name="T3" fmla="*/ 0 h 74"/>
                <a:gd name="T4" fmla="*/ 0 w 74"/>
                <a:gd name="T5" fmla="*/ 0 h 74"/>
                <a:gd name="T6" fmla="*/ 0 w 74"/>
                <a:gd name="T7" fmla="*/ 0 h 74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74"/>
                <a:gd name="T13" fmla="*/ 0 h 74"/>
                <a:gd name="T14" fmla="*/ 74 w 74"/>
                <a:gd name="T15" fmla="*/ 74 h 74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74" h="74">
                  <a:moveTo>
                    <a:pt x="0" y="54"/>
                  </a:moveTo>
                  <a:lnTo>
                    <a:pt x="20" y="74"/>
                  </a:lnTo>
                  <a:lnTo>
                    <a:pt x="74" y="0"/>
                  </a:lnTo>
                  <a:lnTo>
                    <a:pt x="0" y="54"/>
                  </a:lnTo>
                  <a:close/>
                </a:path>
              </a:pathLst>
            </a:custGeom>
            <a:noFill/>
            <a:ln w="0">
              <a:solidFill>
                <a:srgbClr val="0000FF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715" name="Freeform 158">
              <a:extLst>
                <a:ext uri="{FF2B5EF4-FFF2-40B4-BE49-F238E27FC236}">
                  <a16:creationId xmlns:a16="http://schemas.microsoft.com/office/drawing/2014/main" id="{DE672D80-6F2C-B60C-A7CA-94D413FE7C11}"/>
                </a:ext>
              </a:extLst>
            </p:cNvPr>
            <p:cNvSpPr>
              <a:spLocks/>
            </p:cNvSpPr>
            <p:nvPr/>
          </p:nvSpPr>
          <p:spPr bwMode="auto">
            <a:xfrm>
              <a:off x="4498" y="2964"/>
              <a:ext cx="8" cy="14"/>
            </a:xfrm>
            <a:custGeom>
              <a:avLst/>
              <a:gdLst>
                <a:gd name="T0" fmla="*/ 0 w 54"/>
                <a:gd name="T1" fmla="*/ 0 h 88"/>
                <a:gd name="T2" fmla="*/ 0 w 54"/>
                <a:gd name="T3" fmla="*/ 0 h 88"/>
                <a:gd name="T4" fmla="*/ 0 w 54"/>
                <a:gd name="T5" fmla="*/ 0 h 88"/>
                <a:gd name="T6" fmla="*/ 0 w 54"/>
                <a:gd name="T7" fmla="*/ 0 h 88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54"/>
                <a:gd name="T13" fmla="*/ 0 h 88"/>
                <a:gd name="T14" fmla="*/ 54 w 54"/>
                <a:gd name="T15" fmla="*/ 88 h 88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54" h="88">
                  <a:moveTo>
                    <a:pt x="0" y="74"/>
                  </a:moveTo>
                  <a:lnTo>
                    <a:pt x="26" y="88"/>
                  </a:lnTo>
                  <a:lnTo>
                    <a:pt x="54" y="0"/>
                  </a:lnTo>
                  <a:lnTo>
                    <a:pt x="0" y="74"/>
                  </a:lnTo>
                  <a:close/>
                </a:path>
              </a:pathLst>
            </a:custGeom>
            <a:solidFill>
              <a:srgbClr val="0000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716" name="Freeform 159">
              <a:extLst>
                <a:ext uri="{FF2B5EF4-FFF2-40B4-BE49-F238E27FC236}">
                  <a16:creationId xmlns:a16="http://schemas.microsoft.com/office/drawing/2014/main" id="{C1DA49F4-F821-C987-8856-FE9C61664672}"/>
                </a:ext>
              </a:extLst>
            </p:cNvPr>
            <p:cNvSpPr>
              <a:spLocks/>
            </p:cNvSpPr>
            <p:nvPr/>
          </p:nvSpPr>
          <p:spPr bwMode="auto">
            <a:xfrm>
              <a:off x="4498" y="2964"/>
              <a:ext cx="8" cy="14"/>
            </a:xfrm>
            <a:custGeom>
              <a:avLst/>
              <a:gdLst>
                <a:gd name="T0" fmla="*/ 0 w 54"/>
                <a:gd name="T1" fmla="*/ 0 h 88"/>
                <a:gd name="T2" fmla="*/ 0 w 54"/>
                <a:gd name="T3" fmla="*/ 0 h 88"/>
                <a:gd name="T4" fmla="*/ 0 w 54"/>
                <a:gd name="T5" fmla="*/ 0 h 88"/>
                <a:gd name="T6" fmla="*/ 0 w 54"/>
                <a:gd name="T7" fmla="*/ 0 h 88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54"/>
                <a:gd name="T13" fmla="*/ 0 h 88"/>
                <a:gd name="T14" fmla="*/ 54 w 54"/>
                <a:gd name="T15" fmla="*/ 88 h 88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54" h="88">
                  <a:moveTo>
                    <a:pt x="0" y="74"/>
                  </a:moveTo>
                  <a:lnTo>
                    <a:pt x="26" y="88"/>
                  </a:lnTo>
                  <a:lnTo>
                    <a:pt x="54" y="0"/>
                  </a:lnTo>
                  <a:lnTo>
                    <a:pt x="0" y="74"/>
                  </a:lnTo>
                  <a:close/>
                </a:path>
              </a:pathLst>
            </a:custGeom>
            <a:noFill/>
            <a:ln w="0">
              <a:solidFill>
                <a:srgbClr val="0000FF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717" name="Freeform 160">
              <a:extLst>
                <a:ext uri="{FF2B5EF4-FFF2-40B4-BE49-F238E27FC236}">
                  <a16:creationId xmlns:a16="http://schemas.microsoft.com/office/drawing/2014/main" id="{0104964E-6CB6-6074-F3E1-893E85277213}"/>
                </a:ext>
              </a:extLst>
            </p:cNvPr>
            <p:cNvSpPr>
              <a:spLocks/>
            </p:cNvSpPr>
            <p:nvPr/>
          </p:nvSpPr>
          <p:spPr bwMode="auto">
            <a:xfrm>
              <a:off x="4502" y="2964"/>
              <a:ext cx="3" cy="14"/>
            </a:xfrm>
            <a:custGeom>
              <a:avLst/>
              <a:gdLst>
                <a:gd name="T0" fmla="*/ 0 w 28"/>
                <a:gd name="T1" fmla="*/ 0 h 92"/>
                <a:gd name="T2" fmla="*/ 0 w 28"/>
                <a:gd name="T3" fmla="*/ 0 h 92"/>
                <a:gd name="T4" fmla="*/ 0 w 28"/>
                <a:gd name="T5" fmla="*/ 0 h 92"/>
                <a:gd name="T6" fmla="*/ 0 w 28"/>
                <a:gd name="T7" fmla="*/ 0 h 92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28"/>
                <a:gd name="T13" fmla="*/ 0 h 92"/>
                <a:gd name="T14" fmla="*/ 28 w 28"/>
                <a:gd name="T15" fmla="*/ 92 h 92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8" h="92">
                  <a:moveTo>
                    <a:pt x="0" y="88"/>
                  </a:moveTo>
                  <a:lnTo>
                    <a:pt x="28" y="92"/>
                  </a:lnTo>
                  <a:lnTo>
                    <a:pt x="28" y="0"/>
                  </a:lnTo>
                  <a:lnTo>
                    <a:pt x="0" y="88"/>
                  </a:lnTo>
                  <a:close/>
                </a:path>
              </a:pathLst>
            </a:custGeom>
            <a:solidFill>
              <a:srgbClr val="0000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718" name="Freeform 161">
              <a:extLst>
                <a:ext uri="{FF2B5EF4-FFF2-40B4-BE49-F238E27FC236}">
                  <a16:creationId xmlns:a16="http://schemas.microsoft.com/office/drawing/2014/main" id="{017D6972-1C8C-2BC3-B2F3-81863923DEDE}"/>
                </a:ext>
              </a:extLst>
            </p:cNvPr>
            <p:cNvSpPr>
              <a:spLocks/>
            </p:cNvSpPr>
            <p:nvPr/>
          </p:nvSpPr>
          <p:spPr bwMode="auto">
            <a:xfrm>
              <a:off x="4502" y="2964"/>
              <a:ext cx="3" cy="14"/>
            </a:xfrm>
            <a:custGeom>
              <a:avLst/>
              <a:gdLst>
                <a:gd name="T0" fmla="*/ 0 w 28"/>
                <a:gd name="T1" fmla="*/ 0 h 92"/>
                <a:gd name="T2" fmla="*/ 0 w 28"/>
                <a:gd name="T3" fmla="*/ 0 h 92"/>
                <a:gd name="T4" fmla="*/ 0 w 28"/>
                <a:gd name="T5" fmla="*/ 0 h 92"/>
                <a:gd name="T6" fmla="*/ 0 w 28"/>
                <a:gd name="T7" fmla="*/ 0 h 92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28"/>
                <a:gd name="T13" fmla="*/ 0 h 92"/>
                <a:gd name="T14" fmla="*/ 28 w 28"/>
                <a:gd name="T15" fmla="*/ 92 h 92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8" h="92">
                  <a:moveTo>
                    <a:pt x="0" y="88"/>
                  </a:moveTo>
                  <a:lnTo>
                    <a:pt x="28" y="92"/>
                  </a:lnTo>
                  <a:lnTo>
                    <a:pt x="28" y="0"/>
                  </a:lnTo>
                  <a:lnTo>
                    <a:pt x="0" y="88"/>
                  </a:lnTo>
                  <a:close/>
                </a:path>
              </a:pathLst>
            </a:custGeom>
            <a:noFill/>
            <a:ln w="0">
              <a:solidFill>
                <a:srgbClr val="0000FF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719" name="Freeform 162">
              <a:extLst>
                <a:ext uri="{FF2B5EF4-FFF2-40B4-BE49-F238E27FC236}">
                  <a16:creationId xmlns:a16="http://schemas.microsoft.com/office/drawing/2014/main" id="{10675B84-CAD4-242C-8775-F12556955808}"/>
                </a:ext>
              </a:extLst>
            </p:cNvPr>
            <p:cNvSpPr>
              <a:spLocks/>
            </p:cNvSpPr>
            <p:nvPr/>
          </p:nvSpPr>
          <p:spPr bwMode="auto">
            <a:xfrm>
              <a:off x="4506" y="2964"/>
              <a:ext cx="4" cy="14"/>
            </a:xfrm>
            <a:custGeom>
              <a:avLst/>
              <a:gdLst>
                <a:gd name="T0" fmla="*/ 0 w 28"/>
                <a:gd name="T1" fmla="*/ 0 h 92"/>
                <a:gd name="T2" fmla="*/ 0 w 28"/>
                <a:gd name="T3" fmla="*/ 0 h 92"/>
                <a:gd name="T4" fmla="*/ 0 w 28"/>
                <a:gd name="T5" fmla="*/ 0 h 92"/>
                <a:gd name="T6" fmla="*/ 0 w 28"/>
                <a:gd name="T7" fmla="*/ 0 h 92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28"/>
                <a:gd name="T13" fmla="*/ 0 h 92"/>
                <a:gd name="T14" fmla="*/ 28 w 28"/>
                <a:gd name="T15" fmla="*/ 92 h 92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8" h="92">
                  <a:moveTo>
                    <a:pt x="0" y="92"/>
                  </a:moveTo>
                  <a:lnTo>
                    <a:pt x="28" y="88"/>
                  </a:lnTo>
                  <a:lnTo>
                    <a:pt x="0" y="0"/>
                  </a:lnTo>
                  <a:lnTo>
                    <a:pt x="0" y="92"/>
                  </a:lnTo>
                  <a:close/>
                </a:path>
              </a:pathLst>
            </a:custGeom>
            <a:solidFill>
              <a:srgbClr val="0000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720" name="Freeform 163">
              <a:extLst>
                <a:ext uri="{FF2B5EF4-FFF2-40B4-BE49-F238E27FC236}">
                  <a16:creationId xmlns:a16="http://schemas.microsoft.com/office/drawing/2014/main" id="{BFD5E407-C629-768B-2FBC-B0131F1B6E53}"/>
                </a:ext>
              </a:extLst>
            </p:cNvPr>
            <p:cNvSpPr>
              <a:spLocks/>
            </p:cNvSpPr>
            <p:nvPr/>
          </p:nvSpPr>
          <p:spPr bwMode="auto">
            <a:xfrm>
              <a:off x="4506" y="2964"/>
              <a:ext cx="4" cy="14"/>
            </a:xfrm>
            <a:custGeom>
              <a:avLst/>
              <a:gdLst>
                <a:gd name="T0" fmla="*/ 0 w 28"/>
                <a:gd name="T1" fmla="*/ 0 h 92"/>
                <a:gd name="T2" fmla="*/ 0 w 28"/>
                <a:gd name="T3" fmla="*/ 0 h 92"/>
                <a:gd name="T4" fmla="*/ 0 w 28"/>
                <a:gd name="T5" fmla="*/ 0 h 92"/>
                <a:gd name="T6" fmla="*/ 0 w 28"/>
                <a:gd name="T7" fmla="*/ 0 h 92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28"/>
                <a:gd name="T13" fmla="*/ 0 h 92"/>
                <a:gd name="T14" fmla="*/ 28 w 28"/>
                <a:gd name="T15" fmla="*/ 92 h 92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8" h="92">
                  <a:moveTo>
                    <a:pt x="0" y="92"/>
                  </a:moveTo>
                  <a:lnTo>
                    <a:pt x="28" y="88"/>
                  </a:lnTo>
                  <a:lnTo>
                    <a:pt x="0" y="0"/>
                  </a:lnTo>
                  <a:lnTo>
                    <a:pt x="0" y="92"/>
                  </a:lnTo>
                  <a:close/>
                </a:path>
              </a:pathLst>
            </a:custGeom>
            <a:noFill/>
            <a:ln w="0">
              <a:solidFill>
                <a:srgbClr val="0000FF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721" name="Freeform 164">
              <a:extLst>
                <a:ext uri="{FF2B5EF4-FFF2-40B4-BE49-F238E27FC236}">
                  <a16:creationId xmlns:a16="http://schemas.microsoft.com/office/drawing/2014/main" id="{03EFECD0-1E79-91E2-6AF1-E3D49CA79A0F}"/>
                </a:ext>
              </a:extLst>
            </p:cNvPr>
            <p:cNvSpPr>
              <a:spLocks/>
            </p:cNvSpPr>
            <p:nvPr/>
          </p:nvSpPr>
          <p:spPr bwMode="auto">
            <a:xfrm>
              <a:off x="4506" y="2964"/>
              <a:ext cx="8" cy="14"/>
            </a:xfrm>
            <a:custGeom>
              <a:avLst/>
              <a:gdLst>
                <a:gd name="T0" fmla="*/ 0 w 53"/>
                <a:gd name="T1" fmla="*/ 0 h 88"/>
                <a:gd name="T2" fmla="*/ 0 w 53"/>
                <a:gd name="T3" fmla="*/ 0 h 88"/>
                <a:gd name="T4" fmla="*/ 0 w 53"/>
                <a:gd name="T5" fmla="*/ 0 h 88"/>
                <a:gd name="T6" fmla="*/ 0 w 53"/>
                <a:gd name="T7" fmla="*/ 0 h 88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53"/>
                <a:gd name="T13" fmla="*/ 0 h 88"/>
                <a:gd name="T14" fmla="*/ 53 w 53"/>
                <a:gd name="T15" fmla="*/ 88 h 88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53" h="88">
                  <a:moveTo>
                    <a:pt x="28" y="88"/>
                  </a:moveTo>
                  <a:lnTo>
                    <a:pt x="53" y="74"/>
                  </a:lnTo>
                  <a:lnTo>
                    <a:pt x="0" y="0"/>
                  </a:lnTo>
                  <a:lnTo>
                    <a:pt x="28" y="88"/>
                  </a:lnTo>
                  <a:close/>
                </a:path>
              </a:pathLst>
            </a:custGeom>
            <a:solidFill>
              <a:srgbClr val="0000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722" name="Freeform 165">
              <a:extLst>
                <a:ext uri="{FF2B5EF4-FFF2-40B4-BE49-F238E27FC236}">
                  <a16:creationId xmlns:a16="http://schemas.microsoft.com/office/drawing/2014/main" id="{05931956-8C12-7DB4-4967-17394DB42FCD}"/>
                </a:ext>
              </a:extLst>
            </p:cNvPr>
            <p:cNvSpPr>
              <a:spLocks/>
            </p:cNvSpPr>
            <p:nvPr/>
          </p:nvSpPr>
          <p:spPr bwMode="auto">
            <a:xfrm>
              <a:off x="4506" y="2964"/>
              <a:ext cx="8" cy="14"/>
            </a:xfrm>
            <a:custGeom>
              <a:avLst/>
              <a:gdLst>
                <a:gd name="T0" fmla="*/ 0 w 53"/>
                <a:gd name="T1" fmla="*/ 0 h 88"/>
                <a:gd name="T2" fmla="*/ 0 w 53"/>
                <a:gd name="T3" fmla="*/ 0 h 88"/>
                <a:gd name="T4" fmla="*/ 0 w 53"/>
                <a:gd name="T5" fmla="*/ 0 h 88"/>
                <a:gd name="T6" fmla="*/ 0 w 53"/>
                <a:gd name="T7" fmla="*/ 0 h 88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53"/>
                <a:gd name="T13" fmla="*/ 0 h 88"/>
                <a:gd name="T14" fmla="*/ 53 w 53"/>
                <a:gd name="T15" fmla="*/ 88 h 88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53" h="88">
                  <a:moveTo>
                    <a:pt x="28" y="88"/>
                  </a:moveTo>
                  <a:lnTo>
                    <a:pt x="53" y="74"/>
                  </a:lnTo>
                  <a:lnTo>
                    <a:pt x="0" y="0"/>
                  </a:lnTo>
                  <a:lnTo>
                    <a:pt x="28" y="88"/>
                  </a:lnTo>
                  <a:close/>
                </a:path>
              </a:pathLst>
            </a:custGeom>
            <a:noFill/>
            <a:ln w="0">
              <a:solidFill>
                <a:srgbClr val="0000FF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723" name="Freeform 166">
              <a:extLst>
                <a:ext uri="{FF2B5EF4-FFF2-40B4-BE49-F238E27FC236}">
                  <a16:creationId xmlns:a16="http://schemas.microsoft.com/office/drawing/2014/main" id="{FA812FC2-7217-9F15-384A-CB08B52DADC9}"/>
                </a:ext>
              </a:extLst>
            </p:cNvPr>
            <p:cNvSpPr>
              <a:spLocks/>
            </p:cNvSpPr>
            <p:nvPr/>
          </p:nvSpPr>
          <p:spPr bwMode="auto">
            <a:xfrm>
              <a:off x="4506" y="2964"/>
              <a:ext cx="11" cy="11"/>
            </a:xfrm>
            <a:custGeom>
              <a:avLst/>
              <a:gdLst>
                <a:gd name="T0" fmla="*/ 0 w 74"/>
                <a:gd name="T1" fmla="*/ 0 h 74"/>
                <a:gd name="T2" fmla="*/ 0 w 74"/>
                <a:gd name="T3" fmla="*/ 0 h 74"/>
                <a:gd name="T4" fmla="*/ 0 w 74"/>
                <a:gd name="T5" fmla="*/ 0 h 74"/>
                <a:gd name="T6" fmla="*/ 0 w 74"/>
                <a:gd name="T7" fmla="*/ 0 h 74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74"/>
                <a:gd name="T13" fmla="*/ 0 h 74"/>
                <a:gd name="T14" fmla="*/ 74 w 74"/>
                <a:gd name="T15" fmla="*/ 74 h 74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74" h="74">
                  <a:moveTo>
                    <a:pt x="53" y="74"/>
                  </a:moveTo>
                  <a:lnTo>
                    <a:pt x="74" y="54"/>
                  </a:lnTo>
                  <a:lnTo>
                    <a:pt x="0" y="0"/>
                  </a:lnTo>
                  <a:lnTo>
                    <a:pt x="53" y="74"/>
                  </a:lnTo>
                  <a:close/>
                </a:path>
              </a:pathLst>
            </a:custGeom>
            <a:solidFill>
              <a:srgbClr val="0000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724" name="Freeform 167">
              <a:extLst>
                <a:ext uri="{FF2B5EF4-FFF2-40B4-BE49-F238E27FC236}">
                  <a16:creationId xmlns:a16="http://schemas.microsoft.com/office/drawing/2014/main" id="{C7CEC732-F29C-E420-21CD-22F6C1F94B2E}"/>
                </a:ext>
              </a:extLst>
            </p:cNvPr>
            <p:cNvSpPr>
              <a:spLocks/>
            </p:cNvSpPr>
            <p:nvPr/>
          </p:nvSpPr>
          <p:spPr bwMode="auto">
            <a:xfrm>
              <a:off x="4506" y="2964"/>
              <a:ext cx="11" cy="11"/>
            </a:xfrm>
            <a:custGeom>
              <a:avLst/>
              <a:gdLst>
                <a:gd name="T0" fmla="*/ 0 w 74"/>
                <a:gd name="T1" fmla="*/ 0 h 74"/>
                <a:gd name="T2" fmla="*/ 0 w 74"/>
                <a:gd name="T3" fmla="*/ 0 h 74"/>
                <a:gd name="T4" fmla="*/ 0 w 74"/>
                <a:gd name="T5" fmla="*/ 0 h 74"/>
                <a:gd name="T6" fmla="*/ 0 w 74"/>
                <a:gd name="T7" fmla="*/ 0 h 74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74"/>
                <a:gd name="T13" fmla="*/ 0 h 74"/>
                <a:gd name="T14" fmla="*/ 74 w 74"/>
                <a:gd name="T15" fmla="*/ 74 h 74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74" h="74">
                  <a:moveTo>
                    <a:pt x="53" y="74"/>
                  </a:moveTo>
                  <a:lnTo>
                    <a:pt x="74" y="54"/>
                  </a:lnTo>
                  <a:lnTo>
                    <a:pt x="0" y="0"/>
                  </a:lnTo>
                  <a:lnTo>
                    <a:pt x="53" y="74"/>
                  </a:lnTo>
                  <a:close/>
                </a:path>
              </a:pathLst>
            </a:custGeom>
            <a:noFill/>
            <a:ln w="0">
              <a:solidFill>
                <a:srgbClr val="0000FF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725" name="Freeform 168">
              <a:extLst>
                <a:ext uri="{FF2B5EF4-FFF2-40B4-BE49-F238E27FC236}">
                  <a16:creationId xmlns:a16="http://schemas.microsoft.com/office/drawing/2014/main" id="{E62C7A56-81C8-4071-A1D2-0374DC2082AD}"/>
                </a:ext>
              </a:extLst>
            </p:cNvPr>
            <p:cNvSpPr>
              <a:spLocks/>
            </p:cNvSpPr>
            <p:nvPr/>
          </p:nvSpPr>
          <p:spPr bwMode="auto">
            <a:xfrm>
              <a:off x="4506" y="2964"/>
              <a:ext cx="14" cy="8"/>
            </a:xfrm>
            <a:custGeom>
              <a:avLst/>
              <a:gdLst>
                <a:gd name="T0" fmla="*/ 0 w 87"/>
                <a:gd name="T1" fmla="*/ 0 h 54"/>
                <a:gd name="T2" fmla="*/ 0 w 87"/>
                <a:gd name="T3" fmla="*/ 0 h 54"/>
                <a:gd name="T4" fmla="*/ 0 w 87"/>
                <a:gd name="T5" fmla="*/ 0 h 54"/>
                <a:gd name="T6" fmla="*/ 0 w 87"/>
                <a:gd name="T7" fmla="*/ 0 h 54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87"/>
                <a:gd name="T13" fmla="*/ 0 h 54"/>
                <a:gd name="T14" fmla="*/ 87 w 87"/>
                <a:gd name="T15" fmla="*/ 54 h 54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87" h="54">
                  <a:moveTo>
                    <a:pt x="74" y="54"/>
                  </a:moveTo>
                  <a:lnTo>
                    <a:pt x="87" y="28"/>
                  </a:lnTo>
                  <a:lnTo>
                    <a:pt x="0" y="0"/>
                  </a:lnTo>
                  <a:lnTo>
                    <a:pt x="74" y="54"/>
                  </a:lnTo>
                  <a:close/>
                </a:path>
              </a:pathLst>
            </a:custGeom>
            <a:solidFill>
              <a:srgbClr val="0000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726" name="Freeform 169">
              <a:extLst>
                <a:ext uri="{FF2B5EF4-FFF2-40B4-BE49-F238E27FC236}">
                  <a16:creationId xmlns:a16="http://schemas.microsoft.com/office/drawing/2014/main" id="{BB4422AB-34FA-A916-5E76-A7CE7FFF2852}"/>
                </a:ext>
              </a:extLst>
            </p:cNvPr>
            <p:cNvSpPr>
              <a:spLocks/>
            </p:cNvSpPr>
            <p:nvPr/>
          </p:nvSpPr>
          <p:spPr bwMode="auto">
            <a:xfrm>
              <a:off x="4506" y="2964"/>
              <a:ext cx="14" cy="8"/>
            </a:xfrm>
            <a:custGeom>
              <a:avLst/>
              <a:gdLst>
                <a:gd name="T0" fmla="*/ 0 w 87"/>
                <a:gd name="T1" fmla="*/ 0 h 54"/>
                <a:gd name="T2" fmla="*/ 0 w 87"/>
                <a:gd name="T3" fmla="*/ 0 h 54"/>
                <a:gd name="T4" fmla="*/ 0 w 87"/>
                <a:gd name="T5" fmla="*/ 0 h 54"/>
                <a:gd name="T6" fmla="*/ 0 w 87"/>
                <a:gd name="T7" fmla="*/ 0 h 54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87"/>
                <a:gd name="T13" fmla="*/ 0 h 54"/>
                <a:gd name="T14" fmla="*/ 87 w 87"/>
                <a:gd name="T15" fmla="*/ 54 h 54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87" h="54">
                  <a:moveTo>
                    <a:pt x="74" y="54"/>
                  </a:moveTo>
                  <a:lnTo>
                    <a:pt x="87" y="28"/>
                  </a:lnTo>
                  <a:lnTo>
                    <a:pt x="0" y="0"/>
                  </a:lnTo>
                  <a:lnTo>
                    <a:pt x="74" y="54"/>
                  </a:lnTo>
                  <a:close/>
                </a:path>
              </a:pathLst>
            </a:custGeom>
            <a:noFill/>
            <a:ln w="0">
              <a:solidFill>
                <a:srgbClr val="0000FF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727" name="Freeform 170">
              <a:extLst>
                <a:ext uri="{FF2B5EF4-FFF2-40B4-BE49-F238E27FC236}">
                  <a16:creationId xmlns:a16="http://schemas.microsoft.com/office/drawing/2014/main" id="{19E3748D-7614-9D42-09DB-F752EEF7239C}"/>
                </a:ext>
              </a:extLst>
            </p:cNvPr>
            <p:cNvSpPr>
              <a:spLocks/>
            </p:cNvSpPr>
            <p:nvPr/>
          </p:nvSpPr>
          <p:spPr bwMode="auto">
            <a:xfrm>
              <a:off x="4506" y="2964"/>
              <a:ext cx="14" cy="4"/>
            </a:xfrm>
            <a:custGeom>
              <a:avLst/>
              <a:gdLst>
                <a:gd name="T0" fmla="*/ 0 w 92"/>
                <a:gd name="T1" fmla="*/ 0 h 28"/>
                <a:gd name="T2" fmla="*/ 0 w 92"/>
                <a:gd name="T3" fmla="*/ 0 h 28"/>
                <a:gd name="T4" fmla="*/ 0 w 92"/>
                <a:gd name="T5" fmla="*/ 0 h 28"/>
                <a:gd name="T6" fmla="*/ 0 w 92"/>
                <a:gd name="T7" fmla="*/ 0 h 28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92"/>
                <a:gd name="T13" fmla="*/ 0 h 28"/>
                <a:gd name="T14" fmla="*/ 92 w 92"/>
                <a:gd name="T15" fmla="*/ 28 h 28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92" h="28">
                  <a:moveTo>
                    <a:pt x="87" y="28"/>
                  </a:moveTo>
                  <a:lnTo>
                    <a:pt x="92" y="0"/>
                  </a:lnTo>
                  <a:lnTo>
                    <a:pt x="0" y="0"/>
                  </a:lnTo>
                  <a:lnTo>
                    <a:pt x="87" y="28"/>
                  </a:lnTo>
                  <a:close/>
                </a:path>
              </a:pathLst>
            </a:custGeom>
            <a:solidFill>
              <a:srgbClr val="0000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728" name="Freeform 171">
              <a:extLst>
                <a:ext uri="{FF2B5EF4-FFF2-40B4-BE49-F238E27FC236}">
                  <a16:creationId xmlns:a16="http://schemas.microsoft.com/office/drawing/2014/main" id="{6F30B681-7676-F449-B3D6-7F6EB835F53B}"/>
                </a:ext>
              </a:extLst>
            </p:cNvPr>
            <p:cNvSpPr>
              <a:spLocks/>
            </p:cNvSpPr>
            <p:nvPr/>
          </p:nvSpPr>
          <p:spPr bwMode="auto">
            <a:xfrm>
              <a:off x="4506" y="3502"/>
              <a:ext cx="14" cy="4"/>
            </a:xfrm>
            <a:custGeom>
              <a:avLst/>
              <a:gdLst>
                <a:gd name="T0" fmla="*/ 0 w 92"/>
                <a:gd name="T1" fmla="*/ 0 h 29"/>
                <a:gd name="T2" fmla="*/ 0 w 92"/>
                <a:gd name="T3" fmla="*/ 0 h 29"/>
                <a:gd name="T4" fmla="*/ 0 w 92"/>
                <a:gd name="T5" fmla="*/ 0 h 29"/>
                <a:gd name="T6" fmla="*/ 0 w 92"/>
                <a:gd name="T7" fmla="*/ 0 h 29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92"/>
                <a:gd name="T13" fmla="*/ 0 h 29"/>
                <a:gd name="T14" fmla="*/ 92 w 92"/>
                <a:gd name="T15" fmla="*/ 29 h 29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92" h="29">
                  <a:moveTo>
                    <a:pt x="92" y="29"/>
                  </a:moveTo>
                  <a:lnTo>
                    <a:pt x="87" y="0"/>
                  </a:lnTo>
                  <a:lnTo>
                    <a:pt x="0" y="29"/>
                  </a:lnTo>
                  <a:lnTo>
                    <a:pt x="92" y="29"/>
                  </a:lnTo>
                  <a:close/>
                </a:path>
              </a:pathLst>
            </a:custGeom>
            <a:solidFill>
              <a:srgbClr val="0000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729" name="Freeform 172">
              <a:extLst>
                <a:ext uri="{FF2B5EF4-FFF2-40B4-BE49-F238E27FC236}">
                  <a16:creationId xmlns:a16="http://schemas.microsoft.com/office/drawing/2014/main" id="{F92C353C-E8F7-B35F-ECA1-F0FE81A7B7A9}"/>
                </a:ext>
              </a:extLst>
            </p:cNvPr>
            <p:cNvSpPr>
              <a:spLocks/>
            </p:cNvSpPr>
            <p:nvPr/>
          </p:nvSpPr>
          <p:spPr bwMode="auto">
            <a:xfrm>
              <a:off x="4506" y="3502"/>
              <a:ext cx="14" cy="4"/>
            </a:xfrm>
            <a:custGeom>
              <a:avLst/>
              <a:gdLst>
                <a:gd name="T0" fmla="*/ 0 w 92"/>
                <a:gd name="T1" fmla="*/ 0 h 29"/>
                <a:gd name="T2" fmla="*/ 0 w 92"/>
                <a:gd name="T3" fmla="*/ 0 h 29"/>
                <a:gd name="T4" fmla="*/ 0 w 92"/>
                <a:gd name="T5" fmla="*/ 0 h 29"/>
                <a:gd name="T6" fmla="*/ 0 w 92"/>
                <a:gd name="T7" fmla="*/ 0 h 29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92"/>
                <a:gd name="T13" fmla="*/ 0 h 29"/>
                <a:gd name="T14" fmla="*/ 92 w 92"/>
                <a:gd name="T15" fmla="*/ 29 h 29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92" h="29">
                  <a:moveTo>
                    <a:pt x="92" y="29"/>
                  </a:moveTo>
                  <a:lnTo>
                    <a:pt x="87" y="0"/>
                  </a:lnTo>
                  <a:lnTo>
                    <a:pt x="0" y="29"/>
                  </a:lnTo>
                  <a:lnTo>
                    <a:pt x="92" y="29"/>
                  </a:lnTo>
                  <a:close/>
                </a:path>
              </a:pathLst>
            </a:custGeom>
            <a:noFill/>
            <a:ln w="0">
              <a:solidFill>
                <a:srgbClr val="0000FF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730" name="Freeform 173">
              <a:extLst>
                <a:ext uri="{FF2B5EF4-FFF2-40B4-BE49-F238E27FC236}">
                  <a16:creationId xmlns:a16="http://schemas.microsoft.com/office/drawing/2014/main" id="{4B806BD6-30FF-D248-BCEC-58BB03310D01}"/>
                </a:ext>
              </a:extLst>
            </p:cNvPr>
            <p:cNvSpPr>
              <a:spLocks/>
            </p:cNvSpPr>
            <p:nvPr/>
          </p:nvSpPr>
          <p:spPr bwMode="auto">
            <a:xfrm>
              <a:off x="4506" y="3498"/>
              <a:ext cx="14" cy="8"/>
            </a:xfrm>
            <a:custGeom>
              <a:avLst/>
              <a:gdLst>
                <a:gd name="T0" fmla="*/ 0 w 87"/>
                <a:gd name="T1" fmla="*/ 0 h 55"/>
                <a:gd name="T2" fmla="*/ 0 w 87"/>
                <a:gd name="T3" fmla="*/ 0 h 55"/>
                <a:gd name="T4" fmla="*/ 0 w 87"/>
                <a:gd name="T5" fmla="*/ 0 h 55"/>
                <a:gd name="T6" fmla="*/ 0 w 87"/>
                <a:gd name="T7" fmla="*/ 0 h 55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87"/>
                <a:gd name="T13" fmla="*/ 0 h 55"/>
                <a:gd name="T14" fmla="*/ 87 w 87"/>
                <a:gd name="T15" fmla="*/ 55 h 55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87" h="55">
                  <a:moveTo>
                    <a:pt x="87" y="26"/>
                  </a:moveTo>
                  <a:lnTo>
                    <a:pt x="74" y="0"/>
                  </a:lnTo>
                  <a:lnTo>
                    <a:pt x="0" y="55"/>
                  </a:lnTo>
                  <a:lnTo>
                    <a:pt x="87" y="26"/>
                  </a:lnTo>
                  <a:close/>
                </a:path>
              </a:pathLst>
            </a:custGeom>
            <a:solidFill>
              <a:srgbClr val="0000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731" name="Freeform 174">
              <a:extLst>
                <a:ext uri="{FF2B5EF4-FFF2-40B4-BE49-F238E27FC236}">
                  <a16:creationId xmlns:a16="http://schemas.microsoft.com/office/drawing/2014/main" id="{350FCAF2-BB1E-AD70-B4DA-B2103C7F24BA}"/>
                </a:ext>
              </a:extLst>
            </p:cNvPr>
            <p:cNvSpPr>
              <a:spLocks/>
            </p:cNvSpPr>
            <p:nvPr/>
          </p:nvSpPr>
          <p:spPr bwMode="auto">
            <a:xfrm>
              <a:off x="4506" y="3498"/>
              <a:ext cx="14" cy="8"/>
            </a:xfrm>
            <a:custGeom>
              <a:avLst/>
              <a:gdLst>
                <a:gd name="T0" fmla="*/ 0 w 87"/>
                <a:gd name="T1" fmla="*/ 0 h 55"/>
                <a:gd name="T2" fmla="*/ 0 w 87"/>
                <a:gd name="T3" fmla="*/ 0 h 55"/>
                <a:gd name="T4" fmla="*/ 0 w 87"/>
                <a:gd name="T5" fmla="*/ 0 h 55"/>
                <a:gd name="T6" fmla="*/ 0 w 87"/>
                <a:gd name="T7" fmla="*/ 0 h 55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87"/>
                <a:gd name="T13" fmla="*/ 0 h 55"/>
                <a:gd name="T14" fmla="*/ 87 w 87"/>
                <a:gd name="T15" fmla="*/ 55 h 55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87" h="55">
                  <a:moveTo>
                    <a:pt x="87" y="26"/>
                  </a:moveTo>
                  <a:lnTo>
                    <a:pt x="74" y="0"/>
                  </a:lnTo>
                  <a:lnTo>
                    <a:pt x="0" y="55"/>
                  </a:lnTo>
                  <a:lnTo>
                    <a:pt x="87" y="26"/>
                  </a:lnTo>
                  <a:close/>
                </a:path>
              </a:pathLst>
            </a:custGeom>
            <a:noFill/>
            <a:ln w="0">
              <a:solidFill>
                <a:srgbClr val="0000FF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732" name="Freeform 175">
              <a:extLst>
                <a:ext uri="{FF2B5EF4-FFF2-40B4-BE49-F238E27FC236}">
                  <a16:creationId xmlns:a16="http://schemas.microsoft.com/office/drawing/2014/main" id="{C115B665-1F84-A45F-406F-65B41E7CDB16}"/>
                </a:ext>
              </a:extLst>
            </p:cNvPr>
            <p:cNvSpPr>
              <a:spLocks/>
            </p:cNvSpPr>
            <p:nvPr/>
          </p:nvSpPr>
          <p:spPr bwMode="auto">
            <a:xfrm>
              <a:off x="4506" y="3496"/>
              <a:ext cx="11" cy="10"/>
            </a:xfrm>
            <a:custGeom>
              <a:avLst/>
              <a:gdLst>
                <a:gd name="T0" fmla="*/ 0 w 74"/>
                <a:gd name="T1" fmla="*/ 0 h 75"/>
                <a:gd name="T2" fmla="*/ 0 w 74"/>
                <a:gd name="T3" fmla="*/ 0 h 75"/>
                <a:gd name="T4" fmla="*/ 0 w 74"/>
                <a:gd name="T5" fmla="*/ 0 h 75"/>
                <a:gd name="T6" fmla="*/ 0 w 74"/>
                <a:gd name="T7" fmla="*/ 0 h 75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74"/>
                <a:gd name="T13" fmla="*/ 0 h 75"/>
                <a:gd name="T14" fmla="*/ 74 w 74"/>
                <a:gd name="T15" fmla="*/ 75 h 75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74" h="75">
                  <a:moveTo>
                    <a:pt x="74" y="20"/>
                  </a:moveTo>
                  <a:lnTo>
                    <a:pt x="53" y="0"/>
                  </a:lnTo>
                  <a:lnTo>
                    <a:pt x="0" y="75"/>
                  </a:lnTo>
                  <a:lnTo>
                    <a:pt x="74" y="20"/>
                  </a:lnTo>
                  <a:close/>
                </a:path>
              </a:pathLst>
            </a:custGeom>
            <a:solidFill>
              <a:srgbClr val="0000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733" name="Freeform 176">
              <a:extLst>
                <a:ext uri="{FF2B5EF4-FFF2-40B4-BE49-F238E27FC236}">
                  <a16:creationId xmlns:a16="http://schemas.microsoft.com/office/drawing/2014/main" id="{3B47C17B-43BA-83B8-6289-46BF234E107A}"/>
                </a:ext>
              </a:extLst>
            </p:cNvPr>
            <p:cNvSpPr>
              <a:spLocks/>
            </p:cNvSpPr>
            <p:nvPr/>
          </p:nvSpPr>
          <p:spPr bwMode="auto">
            <a:xfrm>
              <a:off x="4506" y="3496"/>
              <a:ext cx="11" cy="10"/>
            </a:xfrm>
            <a:custGeom>
              <a:avLst/>
              <a:gdLst>
                <a:gd name="T0" fmla="*/ 0 w 74"/>
                <a:gd name="T1" fmla="*/ 0 h 75"/>
                <a:gd name="T2" fmla="*/ 0 w 74"/>
                <a:gd name="T3" fmla="*/ 0 h 75"/>
                <a:gd name="T4" fmla="*/ 0 w 74"/>
                <a:gd name="T5" fmla="*/ 0 h 75"/>
                <a:gd name="T6" fmla="*/ 0 w 74"/>
                <a:gd name="T7" fmla="*/ 0 h 75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74"/>
                <a:gd name="T13" fmla="*/ 0 h 75"/>
                <a:gd name="T14" fmla="*/ 74 w 74"/>
                <a:gd name="T15" fmla="*/ 75 h 75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74" h="75">
                  <a:moveTo>
                    <a:pt x="74" y="20"/>
                  </a:moveTo>
                  <a:lnTo>
                    <a:pt x="53" y="0"/>
                  </a:lnTo>
                  <a:lnTo>
                    <a:pt x="0" y="75"/>
                  </a:lnTo>
                  <a:lnTo>
                    <a:pt x="74" y="20"/>
                  </a:lnTo>
                  <a:close/>
                </a:path>
              </a:pathLst>
            </a:custGeom>
            <a:noFill/>
            <a:ln w="0">
              <a:solidFill>
                <a:srgbClr val="0000FF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734" name="Freeform 177">
              <a:extLst>
                <a:ext uri="{FF2B5EF4-FFF2-40B4-BE49-F238E27FC236}">
                  <a16:creationId xmlns:a16="http://schemas.microsoft.com/office/drawing/2014/main" id="{AE1E942C-09D0-EE62-E271-3425EB564B0A}"/>
                </a:ext>
              </a:extLst>
            </p:cNvPr>
            <p:cNvSpPr>
              <a:spLocks/>
            </p:cNvSpPr>
            <p:nvPr/>
          </p:nvSpPr>
          <p:spPr bwMode="auto">
            <a:xfrm>
              <a:off x="4506" y="3494"/>
              <a:ext cx="8" cy="14"/>
            </a:xfrm>
            <a:custGeom>
              <a:avLst/>
              <a:gdLst>
                <a:gd name="T0" fmla="*/ 0 w 53"/>
                <a:gd name="T1" fmla="*/ 0 h 89"/>
                <a:gd name="T2" fmla="*/ 0 w 53"/>
                <a:gd name="T3" fmla="*/ 0 h 89"/>
                <a:gd name="T4" fmla="*/ 0 w 53"/>
                <a:gd name="T5" fmla="*/ 0 h 89"/>
                <a:gd name="T6" fmla="*/ 0 w 53"/>
                <a:gd name="T7" fmla="*/ 0 h 89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53"/>
                <a:gd name="T13" fmla="*/ 0 h 89"/>
                <a:gd name="T14" fmla="*/ 53 w 53"/>
                <a:gd name="T15" fmla="*/ 89 h 89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53" h="89">
                  <a:moveTo>
                    <a:pt x="53" y="14"/>
                  </a:moveTo>
                  <a:lnTo>
                    <a:pt x="28" y="0"/>
                  </a:lnTo>
                  <a:lnTo>
                    <a:pt x="0" y="89"/>
                  </a:lnTo>
                  <a:lnTo>
                    <a:pt x="53" y="14"/>
                  </a:lnTo>
                  <a:close/>
                </a:path>
              </a:pathLst>
            </a:custGeom>
            <a:solidFill>
              <a:srgbClr val="0000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735" name="Freeform 178">
              <a:extLst>
                <a:ext uri="{FF2B5EF4-FFF2-40B4-BE49-F238E27FC236}">
                  <a16:creationId xmlns:a16="http://schemas.microsoft.com/office/drawing/2014/main" id="{A0D107D9-0003-4A93-3527-0328FDBADE5F}"/>
                </a:ext>
              </a:extLst>
            </p:cNvPr>
            <p:cNvSpPr>
              <a:spLocks/>
            </p:cNvSpPr>
            <p:nvPr/>
          </p:nvSpPr>
          <p:spPr bwMode="auto">
            <a:xfrm>
              <a:off x="4506" y="3494"/>
              <a:ext cx="8" cy="14"/>
            </a:xfrm>
            <a:custGeom>
              <a:avLst/>
              <a:gdLst>
                <a:gd name="T0" fmla="*/ 0 w 53"/>
                <a:gd name="T1" fmla="*/ 0 h 89"/>
                <a:gd name="T2" fmla="*/ 0 w 53"/>
                <a:gd name="T3" fmla="*/ 0 h 89"/>
                <a:gd name="T4" fmla="*/ 0 w 53"/>
                <a:gd name="T5" fmla="*/ 0 h 89"/>
                <a:gd name="T6" fmla="*/ 0 w 53"/>
                <a:gd name="T7" fmla="*/ 0 h 89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53"/>
                <a:gd name="T13" fmla="*/ 0 h 89"/>
                <a:gd name="T14" fmla="*/ 53 w 53"/>
                <a:gd name="T15" fmla="*/ 89 h 89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53" h="89">
                  <a:moveTo>
                    <a:pt x="53" y="14"/>
                  </a:moveTo>
                  <a:lnTo>
                    <a:pt x="28" y="0"/>
                  </a:lnTo>
                  <a:lnTo>
                    <a:pt x="0" y="89"/>
                  </a:lnTo>
                  <a:lnTo>
                    <a:pt x="53" y="14"/>
                  </a:lnTo>
                  <a:close/>
                </a:path>
              </a:pathLst>
            </a:custGeom>
            <a:noFill/>
            <a:ln w="0">
              <a:solidFill>
                <a:srgbClr val="0000FF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736" name="Freeform 179">
              <a:extLst>
                <a:ext uri="{FF2B5EF4-FFF2-40B4-BE49-F238E27FC236}">
                  <a16:creationId xmlns:a16="http://schemas.microsoft.com/office/drawing/2014/main" id="{6C1B8D3F-787B-DFDB-D82C-7D211EA03D19}"/>
                </a:ext>
              </a:extLst>
            </p:cNvPr>
            <p:cNvSpPr>
              <a:spLocks/>
            </p:cNvSpPr>
            <p:nvPr/>
          </p:nvSpPr>
          <p:spPr bwMode="auto">
            <a:xfrm>
              <a:off x="4506" y="3493"/>
              <a:ext cx="4" cy="14"/>
            </a:xfrm>
            <a:custGeom>
              <a:avLst/>
              <a:gdLst>
                <a:gd name="T0" fmla="*/ 0 w 28"/>
                <a:gd name="T1" fmla="*/ 0 h 93"/>
                <a:gd name="T2" fmla="*/ 0 w 28"/>
                <a:gd name="T3" fmla="*/ 0 h 93"/>
                <a:gd name="T4" fmla="*/ 0 w 28"/>
                <a:gd name="T5" fmla="*/ 0 h 93"/>
                <a:gd name="T6" fmla="*/ 0 w 28"/>
                <a:gd name="T7" fmla="*/ 0 h 93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28"/>
                <a:gd name="T13" fmla="*/ 0 h 93"/>
                <a:gd name="T14" fmla="*/ 28 w 28"/>
                <a:gd name="T15" fmla="*/ 93 h 93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8" h="93">
                  <a:moveTo>
                    <a:pt x="28" y="4"/>
                  </a:moveTo>
                  <a:lnTo>
                    <a:pt x="0" y="0"/>
                  </a:lnTo>
                  <a:lnTo>
                    <a:pt x="0" y="93"/>
                  </a:lnTo>
                  <a:lnTo>
                    <a:pt x="28" y="4"/>
                  </a:lnTo>
                  <a:close/>
                </a:path>
              </a:pathLst>
            </a:custGeom>
            <a:solidFill>
              <a:srgbClr val="0000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737" name="Freeform 180">
              <a:extLst>
                <a:ext uri="{FF2B5EF4-FFF2-40B4-BE49-F238E27FC236}">
                  <a16:creationId xmlns:a16="http://schemas.microsoft.com/office/drawing/2014/main" id="{472BFD39-3FF7-D5D3-576E-D98A27AC52F1}"/>
                </a:ext>
              </a:extLst>
            </p:cNvPr>
            <p:cNvSpPr>
              <a:spLocks/>
            </p:cNvSpPr>
            <p:nvPr/>
          </p:nvSpPr>
          <p:spPr bwMode="auto">
            <a:xfrm>
              <a:off x="4506" y="3493"/>
              <a:ext cx="4" cy="14"/>
            </a:xfrm>
            <a:custGeom>
              <a:avLst/>
              <a:gdLst>
                <a:gd name="T0" fmla="*/ 0 w 28"/>
                <a:gd name="T1" fmla="*/ 0 h 93"/>
                <a:gd name="T2" fmla="*/ 0 w 28"/>
                <a:gd name="T3" fmla="*/ 0 h 93"/>
                <a:gd name="T4" fmla="*/ 0 w 28"/>
                <a:gd name="T5" fmla="*/ 0 h 93"/>
                <a:gd name="T6" fmla="*/ 0 w 28"/>
                <a:gd name="T7" fmla="*/ 0 h 93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28"/>
                <a:gd name="T13" fmla="*/ 0 h 93"/>
                <a:gd name="T14" fmla="*/ 28 w 28"/>
                <a:gd name="T15" fmla="*/ 93 h 93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8" h="93">
                  <a:moveTo>
                    <a:pt x="28" y="4"/>
                  </a:moveTo>
                  <a:lnTo>
                    <a:pt x="0" y="0"/>
                  </a:lnTo>
                  <a:lnTo>
                    <a:pt x="0" y="93"/>
                  </a:lnTo>
                  <a:lnTo>
                    <a:pt x="28" y="4"/>
                  </a:lnTo>
                  <a:close/>
                </a:path>
              </a:pathLst>
            </a:custGeom>
            <a:noFill/>
            <a:ln w="0">
              <a:solidFill>
                <a:srgbClr val="0000FF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738" name="Freeform 181">
              <a:extLst>
                <a:ext uri="{FF2B5EF4-FFF2-40B4-BE49-F238E27FC236}">
                  <a16:creationId xmlns:a16="http://schemas.microsoft.com/office/drawing/2014/main" id="{A2314724-4268-2759-9B80-0A4BE8F4DFFA}"/>
                </a:ext>
              </a:extLst>
            </p:cNvPr>
            <p:cNvSpPr>
              <a:spLocks/>
            </p:cNvSpPr>
            <p:nvPr/>
          </p:nvSpPr>
          <p:spPr bwMode="auto">
            <a:xfrm>
              <a:off x="4502" y="3493"/>
              <a:ext cx="3" cy="14"/>
            </a:xfrm>
            <a:custGeom>
              <a:avLst/>
              <a:gdLst>
                <a:gd name="T0" fmla="*/ 0 w 28"/>
                <a:gd name="T1" fmla="*/ 0 h 93"/>
                <a:gd name="T2" fmla="*/ 0 w 28"/>
                <a:gd name="T3" fmla="*/ 0 h 93"/>
                <a:gd name="T4" fmla="*/ 0 w 28"/>
                <a:gd name="T5" fmla="*/ 0 h 93"/>
                <a:gd name="T6" fmla="*/ 0 w 28"/>
                <a:gd name="T7" fmla="*/ 0 h 93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28"/>
                <a:gd name="T13" fmla="*/ 0 h 93"/>
                <a:gd name="T14" fmla="*/ 28 w 28"/>
                <a:gd name="T15" fmla="*/ 93 h 93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8" h="93">
                  <a:moveTo>
                    <a:pt x="28" y="0"/>
                  </a:moveTo>
                  <a:lnTo>
                    <a:pt x="0" y="4"/>
                  </a:lnTo>
                  <a:lnTo>
                    <a:pt x="28" y="93"/>
                  </a:lnTo>
                  <a:lnTo>
                    <a:pt x="28" y="0"/>
                  </a:lnTo>
                  <a:close/>
                </a:path>
              </a:pathLst>
            </a:custGeom>
            <a:solidFill>
              <a:srgbClr val="0000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739" name="Freeform 182">
              <a:extLst>
                <a:ext uri="{FF2B5EF4-FFF2-40B4-BE49-F238E27FC236}">
                  <a16:creationId xmlns:a16="http://schemas.microsoft.com/office/drawing/2014/main" id="{68766F33-EB9E-9B69-480A-1500C9FF5BF3}"/>
                </a:ext>
              </a:extLst>
            </p:cNvPr>
            <p:cNvSpPr>
              <a:spLocks/>
            </p:cNvSpPr>
            <p:nvPr/>
          </p:nvSpPr>
          <p:spPr bwMode="auto">
            <a:xfrm>
              <a:off x="4502" y="3493"/>
              <a:ext cx="3" cy="14"/>
            </a:xfrm>
            <a:custGeom>
              <a:avLst/>
              <a:gdLst>
                <a:gd name="T0" fmla="*/ 0 w 28"/>
                <a:gd name="T1" fmla="*/ 0 h 93"/>
                <a:gd name="T2" fmla="*/ 0 w 28"/>
                <a:gd name="T3" fmla="*/ 0 h 93"/>
                <a:gd name="T4" fmla="*/ 0 w 28"/>
                <a:gd name="T5" fmla="*/ 0 h 93"/>
                <a:gd name="T6" fmla="*/ 0 w 28"/>
                <a:gd name="T7" fmla="*/ 0 h 93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28"/>
                <a:gd name="T13" fmla="*/ 0 h 93"/>
                <a:gd name="T14" fmla="*/ 28 w 28"/>
                <a:gd name="T15" fmla="*/ 93 h 93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8" h="93">
                  <a:moveTo>
                    <a:pt x="28" y="0"/>
                  </a:moveTo>
                  <a:lnTo>
                    <a:pt x="0" y="4"/>
                  </a:lnTo>
                  <a:lnTo>
                    <a:pt x="28" y="93"/>
                  </a:lnTo>
                  <a:lnTo>
                    <a:pt x="28" y="0"/>
                  </a:lnTo>
                  <a:close/>
                </a:path>
              </a:pathLst>
            </a:custGeom>
            <a:noFill/>
            <a:ln w="0">
              <a:solidFill>
                <a:srgbClr val="0000FF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740" name="Freeform 183">
              <a:extLst>
                <a:ext uri="{FF2B5EF4-FFF2-40B4-BE49-F238E27FC236}">
                  <a16:creationId xmlns:a16="http://schemas.microsoft.com/office/drawing/2014/main" id="{38CDB93B-48D9-6835-DE9A-1529C38B3CDA}"/>
                </a:ext>
              </a:extLst>
            </p:cNvPr>
            <p:cNvSpPr>
              <a:spLocks/>
            </p:cNvSpPr>
            <p:nvPr/>
          </p:nvSpPr>
          <p:spPr bwMode="auto">
            <a:xfrm>
              <a:off x="4498" y="3494"/>
              <a:ext cx="8" cy="14"/>
            </a:xfrm>
            <a:custGeom>
              <a:avLst/>
              <a:gdLst>
                <a:gd name="T0" fmla="*/ 0 w 54"/>
                <a:gd name="T1" fmla="*/ 0 h 89"/>
                <a:gd name="T2" fmla="*/ 0 w 54"/>
                <a:gd name="T3" fmla="*/ 0 h 89"/>
                <a:gd name="T4" fmla="*/ 0 w 54"/>
                <a:gd name="T5" fmla="*/ 0 h 89"/>
                <a:gd name="T6" fmla="*/ 0 w 54"/>
                <a:gd name="T7" fmla="*/ 0 h 89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54"/>
                <a:gd name="T13" fmla="*/ 0 h 89"/>
                <a:gd name="T14" fmla="*/ 54 w 54"/>
                <a:gd name="T15" fmla="*/ 89 h 89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54" h="89">
                  <a:moveTo>
                    <a:pt x="26" y="0"/>
                  </a:moveTo>
                  <a:lnTo>
                    <a:pt x="0" y="14"/>
                  </a:lnTo>
                  <a:lnTo>
                    <a:pt x="54" y="89"/>
                  </a:lnTo>
                  <a:lnTo>
                    <a:pt x="26" y="0"/>
                  </a:lnTo>
                  <a:close/>
                </a:path>
              </a:pathLst>
            </a:custGeom>
            <a:solidFill>
              <a:srgbClr val="0000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741" name="Freeform 184">
              <a:extLst>
                <a:ext uri="{FF2B5EF4-FFF2-40B4-BE49-F238E27FC236}">
                  <a16:creationId xmlns:a16="http://schemas.microsoft.com/office/drawing/2014/main" id="{02BB7837-F507-EAE6-C8B2-EEC71F5DBDCD}"/>
                </a:ext>
              </a:extLst>
            </p:cNvPr>
            <p:cNvSpPr>
              <a:spLocks/>
            </p:cNvSpPr>
            <p:nvPr/>
          </p:nvSpPr>
          <p:spPr bwMode="auto">
            <a:xfrm>
              <a:off x="4498" y="3494"/>
              <a:ext cx="8" cy="14"/>
            </a:xfrm>
            <a:custGeom>
              <a:avLst/>
              <a:gdLst>
                <a:gd name="T0" fmla="*/ 0 w 54"/>
                <a:gd name="T1" fmla="*/ 0 h 89"/>
                <a:gd name="T2" fmla="*/ 0 w 54"/>
                <a:gd name="T3" fmla="*/ 0 h 89"/>
                <a:gd name="T4" fmla="*/ 0 w 54"/>
                <a:gd name="T5" fmla="*/ 0 h 89"/>
                <a:gd name="T6" fmla="*/ 0 w 54"/>
                <a:gd name="T7" fmla="*/ 0 h 89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54"/>
                <a:gd name="T13" fmla="*/ 0 h 89"/>
                <a:gd name="T14" fmla="*/ 54 w 54"/>
                <a:gd name="T15" fmla="*/ 89 h 89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54" h="89">
                  <a:moveTo>
                    <a:pt x="26" y="0"/>
                  </a:moveTo>
                  <a:lnTo>
                    <a:pt x="0" y="14"/>
                  </a:lnTo>
                  <a:lnTo>
                    <a:pt x="54" y="89"/>
                  </a:lnTo>
                  <a:lnTo>
                    <a:pt x="26" y="0"/>
                  </a:lnTo>
                  <a:close/>
                </a:path>
              </a:pathLst>
            </a:custGeom>
            <a:noFill/>
            <a:ln w="0">
              <a:solidFill>
                <a:srgbClr val="0000FF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742" name="Freeform 185">
              <a:extLst>
                <a:ext uri="{FF2B5EF4-FFF2-40B4-BE49-F238E27FC236}">
                  <a16:creationId xmlns:a16="http://schemas.microsoft.com/office/drawing/2014/main" id="{6655114F-CDB0-7853-62B9-4DB321917B92}"/>
                </a:ext>
              </a:extLst>
            </p:cNvPr>
            <p:cNvSpPr>
              <a:spLocks/>
            </p:cNvSpPr>
            <p:nvPr/>
          </p:nvSpPr>
          <p:spPr bwMode="auto">
            <a:xfrm>
              <a:off x="4496" y="3496"/>
              <a:ext cx="8" cy="10"/>
            </a:xfrm>
            <a:custGeom>
              <a:avLst/>
              <a:gdLst>
                <a:gd name="T0" fmla="*/ 0 w 74"/>
                <a:gd name="T1" fmla="*/ 0 h 75"/>
                <a:gd name="T2" fmla="*/ 0 w 74"/>
                <a:gd name="T3" fmla="*/ 0 h 75"/>
                <a:gd name="T4" fmla="*/ 0 w 74"/>
                <a:gd name="T5" fmla="*/ 0 h 75"/>
                <a:gd name="T6" fmla="*/ 0 w 74"/>
                <a:gd name="T7" fmla="*/ 0 h 75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74"/>
                <a:gd name="T13" fmla="*/ 0 h 75"/>
                <a:gd name="T14" fmla="*/ 74 w 74"/>
                <a:gd name="T15" fmla="*/ 75 h 75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74" h="75">
                  <a:moveTo>
                    <a:pt x="20" y="0"/>
                  </a:moveTo>
                  <a:lnTo>
                    <a:pt x="0" y="20"/>
                  </a:lnTo>
                  <a:lnTo>
                    <a:pt x="74" y="75"/>
                  </a:lnTo>
                  <a:lnTo>
                    <a:pt x="20" y="0"/>
                  </a:lnTo>
                  <a:close/>
                </a:path>
              </a:pathLst>
            </a:custGeom>
            <a:solidFill>
              <a:srgbClr val="0000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743" name="Freeform 186">
              <a:extLst>
                <a:ext uri="{FF2B5EF4-FFF2-40B4-BE49-F238E27FC236}">
                  <a16:creationId xmlns:a16="http://schemas.microsoft.com/office/drawing/2014/main" id="{2BDD9C2E-6287-9A36-2EFB-C599054A5C62}"/>
                </a:ext>
              </a:extLst>
            </p:cNvPr>
            <p:cNvSpPr>
              <a:spLocks/>
            </p:cNvSpPr>
            <p:nvPr/>
          </p:nvSpPr>
          <p:spPr bwMode="auto">
            <a:xfrm>
              <a:off x="4496" y="3496"/>
              <a:ext cx="8" cy="10"/>
            </a:xfrm>
            <a:custGeom>
              <a:avLst/>
              <a:gdLst>
                <a:gd name="T0" fmla="*/ 0 w 74"/>
                <a:gd name="T1" fmla="*/ 0 h 75"/>
                <a:gd name="T2" fmla="*/ 0 w 74"/>
                <a:gd name="T3" fmla="*/ 0 h 75"/>
                <a:gd name="T4" fmla="*/ 0 w 74"/>
                <a:gd name="T5" fmla="*/ 0 h 75"/>
                <a:gd name="T6" fmla="*/ 0 w 74"/>
                <a:gd name="T7" fmla="*/ 0 h 75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74"/>
                <a:gd name="T13" fmla="*/ 0 h 75"/>
                <a:gd name="T14" fmla="*/ 74 w 74"/>
                <a:gd name="T15" fmla="*/ 75 h 75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74" h="75">
                  <a:moveTo>
                    <a:pt x="20" y="0"/>
                  </a:moveTo>
                  <a:lnTo>
                    <a:pt x="0" y="20"/>
                  </a:lnTo>
                  <a:lnTo>
                    <a:pt x="74" y="75"/>
                  </a:lnTo>
                  <a:lnTo>
                    <a:pt x="20" y="0"/>
                  </a:lnTo>
                  <a:close/>
                </a:path>
              </a:pathLst>
            </a:custGeom>
            <a:noFill/>
            <a:ln w="0">
              <a:solidFill>
                <a:srgbClr val="0000FF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744" name="Freeform 187">
              <a:extLst>
                <a:ext uri="{FF2B5EF4-FFF2-40B4-BE49-F238E27FC236}">
                  <a16:creationId xmlns:a16="http://schemas.microsoft.com/office/drawing/2014/main" id="{F23F75E0-952E-3989-447F-A9D6F1FB4283}"/>
                </a:ext>
              </a:extLst>
            </p:cNvPr>
            <p:cNvSpPr>
              <a:spLocks/>
            </p:cNvSpPr>
            <p:nvPr/>
          </p:nvSpPr>
          <p:spPr bwMode="auto">
            <a:xfrm>
              <a:off x="4494" y="3498"/>
              <a:ext cx="12" cy="8"/>
            </a:xfrm>
            <a:custGeom>
              <a:avLst/>
              <a:gdLst>
                <a:gd name="T0" fmla="*/ 0 w 88"/>
                <a:gd name="T1" fmla="*/ 0 h 55"/>
                <a:gd name="T2" fmla="*/ 0 w 88"/>
                <a:gd name="T3" fmla="*/ 0 h 55"/>
                <a:gd name="T4" fmla="*/ 0 w 88"/>
                <a:gd name="T5" fmla="*/ 0 h 55"/>
                <a:gd name="T6" fmla="*/ 0 w 88"/>
                <a:gd name="T7" fmla="*/ 0 h 55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88"/>
                <a:gd name="T13" fmla="*/ 0 h 55"/>
                <a:gd name="T14" fmla="*/ 88 w 88"/>
                <a:gd name="T15" fmla="*/ 55 h 55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88" h="55">
                  <a:moveTo>
                    <a:pt x="14" y="0"/>
                  </a:moveTo>
                  <a:lnTo>
                    <a:pt x="0" y="26"/>
                  </a:lnTo>
                  <a:lnTo>
                    <a:pt x="88" y="55"/>
                  </a:lnTo>
                  <a:lnTo>
                    <a:pt x="14" y="0"/>
                  </a:lnTo>
                  <a:close/>
                </a:path>
              </a:pathLst>
            </a:custGeom>
            <a:solidFill>
              <a:srgbClr val="0000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745" name="Freeform 188">
              <a:extLst>
                <a:ext uri="{FF2B5EF4-FFF2-40B4-BE49-F238E27FC236}">
                  <a16:creationId xmlns:a16="http://schemas.microsoft.com/office/drawing/2014/main" id="{300AFFD3-1EC4-86F8-3C6D-1643D7DF48E9}"/>
                </a:ext>
              </a:extLst>
            </p:cNvPr>
            <p:cNvSpPr>
              <a:spLocks/>
            </p:cNvSpPr>
            <p:nvPr/>
          </p:nvSpPr>
          <p:spPr bwMode="auto">
            <a:xfrm>
              <a:off x="4494" y="3498"/>
              <a:ext cx="12" cy="8"/>
            </a:xfrm>
            <a:custGeom>
              <a:avLst/>
              <a:gdLst>
                <a:gd name="T0" fmla="*/ 0 w 88"/>
                <a:gd name="T1" fmla="*/ 0 h 55"/>
                <a:gd name="T2" fmla="*/ 0 w 88"/>
                <a:gd name="T3" fmla="*/ 0 h 55"/>
                <a:gd name="T4" fmla="*/ 0 w 88"/>
                <a:gd name="T5" fmla="*/ 0 h 55"/>
                <a:gd name="T6" fmla="*/ 0 w 88"/>
                <a:gd name="T7" fmla="*/ 0 h 55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88"/>
                <a:gd name="T13" fmla="*/ 0 h 55"/>
                <a:gd name="T14" fmla="*/ 88 w 88"/>
                <a:gd name="T15" fmla="*/ 55 h 55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88" h="55">
                  <a:moveTo>
                    <a:pt x="14" y="0"/>
                  </a:moveTo>
                  <a:lnTo>
                    <a:pt x="0" y="26"/>
                  </a:lnTo>
                  <a:lnTo>
                    <a:pt x="88" y="55"/>
                  </a:lnTo>
                  <a:lnTo>
                    <a:pt x="14" y="0"/>
                  </a:lnTo>
                  <a:close/>
                </a:path>
              </a:pathLst>
            </a:custGeom>
            <a:noFill/>
            <a:ln w="0">
              <a:solidFill>
                <a:srgbClr val="0000FF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746" name="Freeform 189">
              <a:extLst>
                <a:ext uri="{FF2B5EF4-FFF2-40B4-BE49-F238E27FC236}">
                  <a16:creationId xmlns:a16="http://schemas.microsoft.com/office/drawing/2014/main" id="{BEB9D370-3DF3-0482-00DB-223E6FEADF55}"/>
                </a:ext>
              </a:extLst>
            </p:cNvPr>
            <p:cNvSpPr>
              <a:spLocks/>
            </p:cNvSpPr>
            <p:nvPr/>
          </p:nvSpPr>
          <p:spPr bwMode="auto">
            <a:xfrm>
              <a:off x="4493" y="3502"/>
              <a:ext cx="13" cy="4"/>
            </a:xfrm>
            <a:custGeom>
              <a:avLst/>
              <a:gdLst>
                <a:gd name="T0" fmla="*/ 0 w 92"/>
                <a:gd name="T1" fmla="*/ 0 h 29"/>
                <a:gd name="T2" fmla="*/ 0 w 92"/>
                <a:gd name="T3" fmla="*/ 0 h 29"/>
                <a:gd name="T4" fmla="*/ 0 w 92"/>
                <a:gd name="T5" fmla="*/ 0 h 29"/>
                <a:gd name="T6" fmla="*/ 0 w 92"/>
                <a:gd name="T7" fmla="*/ 0 h 29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92"/>
                <a:gd name="T13" fmla="*/ 0 h 29"/>
                <a:gd name="T14" fmla="*/ 92 w 92"/>
                <a:gd name="T15" fmla="*/ 29 h 29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92" h="29">
                  <a:moveTo>
                    <a:pt x="4" y="0"/>
                  </a:moveTo>
                  <a:lnTo>
                    <a:pt x="0" y="29"/>
                  </a:lnTo>
                  <a:lnTo>
                    <a:pt x="92" y="29"/>
                  </a:lnTo>
                  <a:lnTo>
                    <a:pt x="4" y="0"/>
                  </a:lnTo>
                  <a:close/>
                </a:path>
              </a:pathLst>
            </a:custGeom>
            <a:solidFill>
              <a:srgbClr val="0000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747" name="Freeform 190">
              <a:extLst>
                <a:ext uri="{FF2B5EF4-FFF2-40B4-BE49-F238E27FC236}">
                  <a16:creationId xmlns:a16="http://schemas.microsoft.com/office/drawing/2014/main" id="{F891D758-0C7A-303D-3401-6421CD30483D}"/>
                </a:ext>
              </a:extLst>
            </p:cNvPr>
            <p:cNvSpPr>
              <a:spLocks/>
            </p:cNvSpPr>
            <p:nvPr/>
          </p:nvSpPr>
          <p:spPr bwMode="auto">
            <a:xfrm>
              <a:off x="4493" y="3502"/>
              <a:ext cx="13" cy="4"/>
            </a:xfrm>
            <a:custGeom>
              <a:avLst/>
              <a:gdLst>
                <a:gd name="T0" fmla="*/ 0 w 92"/>
                <a:gd name="T1" fmla="*/ 0 h 29"/>
                <a:gd name="T2" fmla="*/ 0 w 92"/>
                <a:gd name="T3" fmla="*/ 0 h 29"/>
                <a:gd name="T4" fmla="*/ 0 w 92"/>
                <a:gd name="T5" fmla="*/ 0 h 29"/>
                <a:gd name="T6" fmla="*/ 0 w 92"/>
                <a:gd name="T7" fmla="*/ 0 h 29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92"/>
                <a:gd name="T13" fmla="*/ 0 h 29"/>
                <a:gd name="T14" fmla="*/ 92 w 92"/>
                <a:gd name="T15" fmla="*/ 29 h 29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92" h="29">
                  <a:moveTo>
                    <a:pt x="4" y="0"/>
                  </a:moveTo>
                  <a:lnTo>
                    <a:pt x="0" y="29"/>
                  </a:lnTo>
                  <a:lnTo>
                    <a:pt x="92" y="29"/>
                  </a:lnTo>
                  <a:lnTo>
                    <a:pt x="4" y="0"/>
                  </a:lnTo>
                  <a:close/>
                </a:path>
              </a:pathLst>
            </a:custGeom>
            <a:noFill/>
            <a:ln w="0">
              <a:solidFill>
                <a:srgbClr val="0000FF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748" name="Freeform 191">
              <a:extLst>
                <a:ext uri="{FF2B5EF4-FFF2-40B4-BE49-F238E27FC236}">
                  <a16:creationId xmlns:a16="http://schemas.microsoft.com/office/drawing/2014/main" id="{6F83CBD1-49F7-98B3-7A31-BD4FFAA0B49C}"/>
                </a:ext>
              </a:extLst>
            </p:cNvPr>
            <p:cNvSpPr>
              <a:spLocks/>
            </p:cNvSpPr>
            <p:nvPr/>
          </p:nvSpPr>
          <p:spPr bwMode="auto">
            <a:xfrm>
              <a:off x="4493" y="3506"/>
              <a:ext cx="13" cy="3"/>
            </a:xfrm>
            <a:custGeom>
              <a:avLst/>
              <a:gdLst>
                <a:gd name="T0" fmla="*/ 0 w 92"/>
                <a:gd name="T1" fmla="*/ 0 h 28"/>
                <a:gd name="T2" fmla="*/ 0 w 92"/>
                <a:gd name="T3" fmla="*/ 0 h 28"/>
                <a:gd name="T4" fmla="*/ 0 w 92"/>
                <a:gd name="T5" fmla="*/ 0 h 28"/>
                <a:gd name="T6" fmla="*/ 0 w 92"/>
                <a:gd name="T7" fmla="*/ 0 h 28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92"/>
                <a:gd name="T13" fmla="*/ 0 h 28"/>
                <a:gd name="T14" fmla="*/ 92 w 92"/>
                <a:gd name="T15" fmla="*/ 28 h 28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92" h="28">
                  <a:moveTo>
                    <a:pt x="0" y="0"/>
                  </a:moveTo>
                  <a:lnTo>
                    <a:pt x="4" y="28"/>
                  </a:lnTo>
                  <a:lnTo>
                    <a:pt x="92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749" name="Freeform 192">
              <a:extLst>
                <a:ext uri="{FF2B5EF4-FFF2-40B4-BE49-F238E27FC236}">
                  <a16:creationId xmlns:a16="http://schemas.microsoft.com/office/drawing/2014/main" id="{5A6AD718-F9B9-717F-DA85-46458FBFF109}"/>
                </a:ext>
              </a:extLst>
            </p:cNvPr>
            <p:cNvSpPr>
              <a:spLocks/>
            </p:cNvSpPr>
            <p:nvPr/>
          </p:nvSpPr>
          <p:spPr bwMode="auto">
            <a:xfrm>
              <a:off x="4493" y="3506"/>
              <a:ext cx="13" cy="3"/>
            </a:xfrm>
            <a:custGeom>
              <a:avLst/>
              <a:gdLst>
                <a:gd name="T0" fmla="*/ 0 w 92"/>
                <a:gd name="T1" fmla="*/ 0 h 28"/>
                <a:gd name="T2" fmla="*/ 0 w 92"/>
                <a:gd name="T3" fmla="*/ 0 h 28"/>
                <a:gd name="T4" fmla="*/ 0 w 92"/>
                <a:gd name="T5" fmla="*/ 0 h 28"/>
                <a:gd name="T6" fmla="*/ 0 w 92"/>
                <a:gd name="T7" fmla="*/ 0 h 28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92"/>
                <a:gd name="T13" fmla="*/ 0 h 28"/>
                <a:gd name="T14" fmla="*/ 92 w 92"/>
                <a:gd name="T15" fmla="*/ 28 h 28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92" h="28">
                  <a:moveTo>
                    <a:pt x="0" y="0"/>
                  </a:moveTo>
                  <a:lnTo>
                    <a:pt x="4" y="28"/>
                  </a:lnTo>
                  <a:lnTo>
                    <a:pt x="92" y="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solidFill>
                <a:srgbClr val="0000FF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750" name="Freeform 193">
              <a:extLst>
                <a:ext uri="{FF2B5EF4-FFF2-40B4-BE49-F238E27FC236}">
                  <a16:creationId xmlns:a16="http://schemas.microsoft.com/office/drawing/2014/main" id="{33056C13-A898-DDBB-03EF-D0449484E629}"/>
                </a:ext>
              </a:extLst>
            </p:cNvPr>
            <p:cNvSpPr>
              <a:spLocks/>
            </p:cNvSpPr>
            <p:nvPr/>
          </p:nvSpPr>
          <p:spPr bwMode="auto">
            <a:xfrm>
              <a:off x="4494" y="3506"/>
              <a:ext cx="12" cy="8"/>
            </a:xfrm>
            <a:custGeom>
              <a:avLst/>
              <a:gdLst>
                <a:gd name="T0" fmla="*/ 0 w 88"/>
                <a:gd name="T1" fmla="*/ 0 h 54"/>
                <a:gd name="T2" fmla="*/ 0 w 88"/>
                <a:gd name="T3" fmla="*/ 0 h 54"/>
                <a:gd name="T4" fmla="*/ 0 w 88"/>
                <a:gd name="T5" fmla="*/ 0 h 54"/>
                <a:gd name="T6" fmla="*/ 0 w 88"/>
                <a:gd name="T7" fmla="*/ 0 h 54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88"/>
                <a:gd name="T13" fmla="*/ 0 h 54"/>
                <a:gd name="T14" fmla="*/ 88 w 88"/>
                <a:gd name="T15" fmla="*/ 54 h 54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88" h="54">
                  <a:moveTo>
                    <a:pt x="0" y="28"/>
                  </a:moveTo>
                  <a:lnTo>
                    <a:pt x="14" y="54"/>
                  </a:lnTo>
                  <a:lnTo>
                    <a:pt x="88" y="0"/>
                  </a:lnTo>
                  <a:lnTo>
                    <a:pt x="0" y="28"/>
                  </a:lnTo>
                  <a:close/>
                </a:path>
              </a:pathLst>
            </a:custGeom>
            <a:solidFill>
              <a:srgbClr val="0000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751" name="Freeform 194">
              <a:extLst>
                <a:ext uri="{FF2B5EF4-FFF2-40B4-BE49-F238E27FC236}">
                  <a16:creationId xmlns:a16="http://schemas.microsoft.com/office/drawing/2014/main" id="{033130A2-6064-657B-A9D0-468C4720BFA8}"/>
                </a:ext>
              </a:extLst>
            </p:cNvPr>
            <p:cNvSpPr>
              <a:spLocks/>
            </p:cNvSpPr>
            <p:nvPr/>
          </p:nvSpPr>
          <p:spPr bwMode="auto">
            <a:xfrm>
              <a:off x="4494" y="3506"/>
              <a:ext cx="12" cy="8"/>
            </a:xfrm>
            <a:custGeom>
              <a:avLst/>
              <a:gdLst>
                <a:gd name="T0" fmla="*/ 0 w 88"/>
                <a:gd name="T1" fmla="*/ 0 h 54"/>
                <a:gd name="T2" fmla="*/ 0 w 88"/>
                <a:gd name="T3" fmla="*/ 0 h 54"/>
                <a:gd name="T4" fmla="*/ 0 w 88"/>
                <a:gd name="T5" fmla="*/ 0 h 54"/>
                <a:gd name="T6" fmla="*/ 0 w 88"/>
                <a:gd name="T7" fmla="*/ 0 h 54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88"/>
                <a:gd name="T13" fmla="*/ 0 h 54"/>
                <a:gd name="T14" fmla="*/ 88 w 88"/>
                <a:gd name="T15" fmla="*/ 54 h 54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88" h="54">
                  <a:moveTo>
                    <a:pt x="0" y="28"/>
                  </a:moveTo>
                  <a:lnTo>
                    <a:pt x="14" y="54"/>
                  </a:lnTo>
                  <a:lnTo>
                    <a:pt x="88" y="0"/>
                  </a:lnTo>
                  <a:lnTo>
                    <a:pt x="0" y="28"/>
                  </a:lnTo>
                  <a:close/>
                </a:path>
              </a:pathLst>
            </a:custGeom>
            <a:noFill/>
            <a:ln w="0">
              <a:solidFill>
                <a:srgbClr val="0000FF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752" name="Freeform 195">
              <a:extLst>
                <a:ext uri="{FF2B5EF4-FFF2-40B4-BE49-F238E27FC236}">
                  <a16:creationId xmlns:a16="http://schemas.microsoft.com/office/drawing/2014/main" id="{ED60E67C-1528-81EE-4912-AF12BC813902}"/>
                </a:ext>
              </a:extLst>
            </p:cNvPr>
            <p:cNvSpPr>
              <a:spLocks/>
            </p:cNvSpPr>
            <p:nvPr/>
          </p:nvSpPr>
          <p:spPr bwMode="auto">
            <a:xfrm>
              <a:off x="4496" y="3506"/>
              <a:ext cx="8" cy="11"/>
            </a:xfrm>
            <a:custGeom>
              <a:avLst/>
              <a:gdLst>
                <a:gd name="T0" fmla="*/ 0 w 74"/>
                <a:gd name="T1" fmla="*/ 0 h 74"/>
                <a:gd name="T2" fmla="*/ 0 w 74"/>
                <a:gd name="T3" fmla="*/ 0 h 74"/>
                <a:gd name="T4" fmla="*/ 0 w 74"/>
                <a:gd name="T5" fmla="*/ 0 h 74"/>
                <a:gd name="T6" fmla="*/ 0 w 74"/>
                <a:gd name="T7" fmla="*/ 0 h 74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74"/>
                <a:gd name="T13" fmla="*/ 0 h 74"/>
                <a:gd name="T14" fmla="*/ 74 w 74"/>
                <a:gd name="T15" fmla="*/ 74 h 74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74" h="74">
                  <a:moveTo>
                    <a:pt x="0" y="54"/>
                  </a:moveTo>
                  <a:lnTo>
                    <a:pt x="20" y="74"/>
                  </a:lnTo>
                  <a:lnTo>
                    <a:pt x="74" y="0"/>
                  </a:lnTo>
                  <a:lnTo>
                    <a:pt x="0" y="54"/>
                  </a:lnTo>
                  <a:close/>
                </a:path>
              </a:pathLst>
            </a:custGeom>
            <a:solidFill>
              <a:srgbClr val="0000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753" name="Freeform 196">
              <a:extLst>
                <a:ext uri="{FF2B5EF4-FFF2-40B4-BE49-F238E27FC236}">
                  <a16:creationId xmlns:a16="http://schemas.microsoft.com/office/drawing/2014/main" id="{7C93AED0-3716-CAB4-A5CC-7F749CC25141}"/>
                </a:ext>
              </a:extLst>
            </p:cNvPr>
            <p:cNvSpPr>
              <a:spLocks/>
            </p:cNvSpPr>
            <p:nvPr/>
          </p:nvSpPr>
          <p:spPr bwMode="auto">
            <a:xfrm>
              <a:off x="4496" y="3506"/>
              <a:ext cx="8" cy="11"/>
            </a:xfrm>
            <a:custGeom>
              <a:avLst/>
              <a:gdLst>
                <a:gd name="T0" fmla="*/ 0 w 74"/>
                <a:gd name="T1" fmla="*/ 0 h 74"/>
                <a:gd name="T2" fmla="*/ 0 w 74"/>
                <a:gd name="T3" fmla="*/ 0 h 74"/>
                <a:gd name="T4" fmla="*/ 0 w 74"/>
                <a:gd name="T5" fmla="*/ 0 h 74"/>
                <a:gd name="T6" fmla="*/ 0 w 74"/>
                <a:gd name="T7" fmla="*/ 0 h 74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74"/>
                <a:gd name="T13" fmla="*/ 0 h 74"/>
                <a:gd name="T14" fmla="*/ 74 w 74"/>
                <a:gd name="T15" fmla="*/ 74 h 74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74" h="74">
                  <a:moveTo>
                    <a:pt x="0" y="54"/>
                  </a:moveTo>
                  <a:lnTo>
                    <a:pt x="20" y="74"/>
                  </a:lnTo>
                  <a:lnTo>
                    <a:pt x="74" y="0"/>
                  </a:lnTo>
                  <a:lnTo>
                    <a:pt x="0" y="54"/>
                  </a:lnTo>
                  <a:close/>
                </a:path>
              </a:pathLst>
            </a:custGeom>
            <a:noFill/>
            <a:ln w="0">
              <a:solidFill>
                <a:srgbClr val="0000FF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754" name="Freeform 197">
              <a:extLst>
                <a:ext uri="{FF2B5EF4-FFF2-40B4-BE49-F238E27FC236}">
                  <a16:creationId xmlns:a16="http://schemas.microsoft.com/office/drawing/2014/main" id="{08A062FA-CFA8-A5F6-92ED-A3179D08350C}"/>
                </a:ext>
              </a:extLst>
            </p:cNvPr>
            <p:cNvSpPr>
              <a:spLocks/>
            </p:cNvSpPr>
            <p:nvPr/>
          </p:nvSpPr>
          <p:spPr bwMode="auto">
            <a:xfrm>
              <a:off x="4498" y="3506"/>
              <a:ext cx="8" cy="13"/>
            </a:xfrm>
            <a:custGeom>
              <a:avLst/>
              <a:gdLst>
                <a:gd name="T0" fmla="*/ 0 w 54"/>
                <a:gd name="T1" fmla="*/ 0 h 88"/>
                <a:gd name="T2" fmla="*/ 0 w 54"/>
                <a:gd name="T3" fmla="*/ 0 h 88"/>
                <a:gd name="T4" fmla="*/ 0 w 54"/>
                <a:gd name="T5" fmla="*/ 0 h 88"/>
                <a:gd name="T6" fmla="*/ 0 w 54"/>
                <a:gd name="T7" fmla="*/ 0 h 88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54"/>
                <a:gd name="T13" fmla="*/ 0 h 88"/>
                <a:gd name="T14" fmla="*/ 54 w 54"/>
                <a:gd name="T15" fmla="*/ 88 h 88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54" h="88">
                  <a:moveTo>
                    <a:pt x="0" y="74"/>
                  </a:moveTo>
                  <a:lnTo>
                    <a:pt x="26" y="88"/>
                  </a:lnTo>
                  <a:lnTo>
                    <a:pt x="54" y="0"/>
                  </a:lnTo>
                  <a:lnTo>
                    <a:pt x="0" y="74"/>
                  </a:lnTo>
                  <a:close/>
                </a:path>
              </a:pathLst>
            </a:custGeom>
            <a:solidFill>
              <a:srgbClr val="0000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755" name="Freeform 198">
              <a:extLst>
                <a:ext uri="{FF2B5EF4-FFF2-40B4-BE49-F238E27FC236}">
                  <a16:creationId xmlns:a16="http://schemas.microsoft.com/office/drawing/2014/main" id="{A318886D-F3BB-55E8-2877-CB0A2FF289D8}"/>
                </a:ext>
              </a:extLst>
            </p:cNvPr>
            <p:cNvSpPr>
              <a:spLocks/>
            </p:cNvSpPr>
            <p:nvPr/>
          </p:nvSpPr>
          <p:spPr bwMode="auto">
            <a:xfrm>
              <a:off x="4498" y="3506"/>
              <a:ext cx="8" cy="13"/>
            </a:xfrm>
            <a:custGeom>
              <a:avLst/>
              <a:gdLst>
                <a:gd name="T0" fmla="*/ 0 w 54"/>
                <a:gd name="T1" fmla="*/ 0 h 88"/>
                <a:gd name="T2" fmla="*/ 0 w 54"/>
                <a:gd name="T3" fmla="*/ 0 h 88"/>
                <a:gd name="T4" fmla="*/ 0 w 54"/>
                <a:gd name="T5" fmla="*/ 0 h 88"/>
                <a:gd name="T6" fmla="*/ 0 w 54"/>
                <a:gd name="T7" fmla="*/ 0 h 88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54"/>
                <a:gd name="T13" fmla="*/ 0 h 88"/>
                <a:gd name="T14" fmla="*/ 54 w 54"/>
                <a:gd name="T15" fmla="*/ 88 h 88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54" h="88">
                  <a:moveTo>
                    <a:pt x="0" y="74"/>
                  </a:moveTo>
                  <a:lnTo>
                    <a:pt x="26" y="88"/>
                  </a:lnTo>
                  <a:lnTo>
                    <a:pt x="54" y="0"/>
                  </a:lnTo>
                  <a:lnTo>
                    <a:pt x="0" y="74"/>
                  </a:lnTo>
                  <a:close/>
                </a:path>
              </a:pathLst>
            </a:custGeom>
            <a:noFill/>
            <a:ln w="0">
              <a:solidFill>
                <a:srgbClr val="0000FF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756" name="Freeform 199">
              <a:extLst>
                <a:ext uri="{FF2B5EF4-FFF2-40B4-BE49-F238E27FC236}">
                  <a16:creationId xmlns:a16="http://schemas.microsoft.com/office/drawing/2014/main" id="{C08A14BD-3E00-3446-7F20-4595526EA198}"/>
                </a:ext>
              </a:extLst>
            </p:cNvPr>
            <p:cNvSpPr>
              <a:spLocks/>
            </p:cNvSpPr>
            <p:nvPr/>
          </p:nvSpPr>
          <p:spPr bwMode="auto">
            <a:xfrm>
              <a:off x="4502" y="3506"/>
              <a:ext cx="3" cy="13"/>
            </a:xfrm>
            <a:custGeom>
              <a:avLst/>
              <a:gdLst>
                <a:gd name="T0" fmla="*/ 0 w 28"/>
                <a:gd name="T1" fmla="*/ 0 h 92"/>
                <a:gd name="T2" fmla="*/ 0 w 28"/>
                <a:gd name="T3" fmla="*/ 0 h 92"/>
                <a:gd name="T4" fmla="*/ 0 w 28"/>
                <a:gd name="T5" fmla="*/ 0 h 92"/>
                <a:gd name="T6" fmla="*/ 0 w 28"/>
                <a:gd name="T7" fmla="*/ 0 h 92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28"/>
                <a:gd name="T13" fmla="*/ 0 h 92"/>
                <a:gd name="T14" fmla="*/ 28 w 28"/>
                <a:gd name="T15" fmla="*/ 92 h 92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8" h="92">
                  <a:moveTo>
                    <a:pt x="0" y="88"/>
                  </a:moveTo>
                  <a:lnTo>
                    <a:pt x="28" y="92"/>
                  </a:lnTo>
                  <a:lnTo>
                    <a:pt x="28" y="0"/>
                  </a:lnTo>
                  <a:lnTo>
                    <a:pt x="0" y="88"/>
                  </a:lnTo>
                  <a:close/>
                </a:path>
              </a:pathLst>
            </a:custGeom>
            <a:solidFill>
              <a:srgbClr val="0000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757" name="Freeform 200">
              <a:extLst>
                <a:ext uri="{FF2B5EF4-FFF2-40B4-BE49-F238E27FC236}">
                  <a16:creationId xmlns:a16="http://schemas.microsoft.com/office/drawing/2014/main" id="{CED79900-1F73-F48F-AA5F-313D948A3069}"/>
                </a:ext>
              </a:extLst>
            </p:cNvPr>
            <p:cNvSpPr>
              <a:spLocks/>
            </p:cNvSpPr>
            <p:nvPr/>
          </p:nvSpPr>
          <p:spPr bwMode="auto">
            <a:xfrm>
              <a:off x="4502" y="3506"/>
              <a:ext cx="3" cy="13"/>
            </a:xfrm>
            <a:custGeom>
              <a:avLst/>
              <a:gdLst>
                <a:gd name="T0" fmla="*/ 0 w 28"/>
                <a:gd name="T1" fmla="*/ 0 h 92"/>
                <a:gd name="T2" fmla="*/ 0 w 28"/>
                <a:gd name="T3" fmla="*/ 0 h 92"/>
                <a:gd name="T4" fmla="*/ 0 w 28"/>
                <a:gd name="T5" fmla="*/ 0 h 92"/>
                <a:gd name="T6" fmla="*/ 0 w 28"/>
                <a:gd name="T7" fmla="*/ 0 h 92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28"/>
                <a:gd name="T13" fmla="*/ 0 h 92"/>
                <a:gd name="T14" fmla="*/ 28 w 28"/>
                <a:gd name="T15" fmla="*/ 92 h 92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8" h="92">
                  <a:moveTo>
                    <a:pt x="0" y="88"/>
                  </a:moveTo>
                  <a:lnTo>
                    <a:pt x="28" y="92"/>
                  </a:lnTo>
                  <a:lnTo>
                    <a:pt x="28" y="0"/>
                  </a:lnTo>
                  <a:lnTo>
                    <a:pt x="0" y="88"/>
                  </a:lnTo>
                  <a:close/>
                </a:path>
              </a:pathLst>
            </a:custGeom>
            <a:noFill/>
            <a:ln w="0">
              <a:solidFill>
                <a:srgbClr val="0000FF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758" name="Freeform 201">
              <a:extLst>
                <a:ext uri="{FF2B5EF4-FFF2-40B4-BE49-F238E27FC236}">
                  <a16:creationId xmlns:a16="http://schemas.microsoft.com/office/drawing/2014/main" id="{8B4C9762-97A3-C9DB-8FB9-E418A7FD0086}"/>
                </a:ext>
              </a:extLst>
            </p:cNvPr>
            <p:cNvSpPr>
              <a:spLocks/>
            </p:cNvSpPr>
            <p:nvPr/>
          </p:nvSpPr>
          <p:spPr bwMode="auto">
            <a:xfrm>
              <a:off x="4506" y="3506"/>
              <a:ext cx="4" cy="13"/>
            </a:xfrm>
            <a:custGeom>
              <a:avLst/>
              <a:gdLst>
                <a:gd name="T0" fmla="*/ 0 w 28"/>
                <a:gd name="T1" fmla="*/ 0 h 92"/>
                <a:gd name="T2" fmla="*/ 0 w 28"/>
                <a:gd name="T3" fmla="*/ 0 h 92"/>
                <a:gd name="T4" fmla="*/ 0 w 28"/>
                <a:gd name="T5" fmla="*/ 0 h 92"/>
                <a:gd name="T6" fmla="*/ 0 w 28"/>
                <a:gd name="T7" fmla="*/ 0 h 92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28"/>
                <a:gd name="T13" fmla="*/ 0 h 92"/>
                <a:gd name="T14" fmla="*/ 28 w 28"/>
                <a:gd name="T15" fmla="*/ 92 h 92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8" h="92">
                  <a:moveTo>
                    <a:pt x="0" y="92"/>
                  </a:moveTo>
                  <a:lnTo>
                    <a:pt x="28" y="88"/>
                  </a:lnTo>
                  <a:lnTo>
                    <a:pt x="0" y="0"/>
                  </a:lnTo>
                  <a:lnTo>
                    <a:pt x="0" y="92"/>
                  </a:lnTo>
                  <a:close/>
                </a:path>
              </a:pathLst>
            </a:custGeom>
            <a:solidFill>
              <a:srgbClr val="0000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759" name="Freeform 202">
              <a:extLst>
                <a:ext uri="{FF2B5EF4-FFF2-40B4-BE49-F238E27FC236}">
                  <a16:creationId xmlns:a16="http://schemas.microsoft.com/office/drawing/2014/main" id="{87B8FB34-6331-70CD-0A1E-FB4323241971}"/>
                </a:ext>
              </a:extLst>
            </p:cNvPr>
            <p:cNvSpPr>
              <a:spLocks/>
            </p:cNvSpPr>
            <p:nvPr/>
          </p:nvSpPr>
          <p:spPr bwMode="auto">
            <a:xfrm>
              <a:off x="4506" y="3506"/>
              <a:ext cx="4" cy="13"/>
            </a:xfrm>
            <a:custGeom>
              <a:avLst/>
              <a:gdLst>
                <a:gd name="T0" fmla="*/ 0 w 28"/>
                <a:gd name="T1" fmla="*/ 0 h 92"/>
                <a:gd name="T2" fmla="*/ 0 w 28"/>
                <a:gd name="T3" fmla="*/ 0 h 92"/>
                <a:gd name="T4" fmla="*/ 0 w 28"/>
                <a:gd name="T5" fmla="*/ 0 h 92"/>
                <a:gd name="T6" fmla="*/ 0 w 28"/>
                <a:gd name="T7" fmla="*/ 0 h 92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28"/>
                <a:gd name="T13" fmla="*/ 0 h 92"/>
                <a:gd name="T14" fmla="*/ 28 w 28"/>
                <a:gd name="T15" fmla="*/ 92 h 92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8" h="92">
                  <a:moveTo>
                    <a:pt x="0" y="92"/>
                  </a:moveTo>
                  <a:lnTo>
                    <a:pt x="28" y="88"/>
                  </a:lnTo>
                  <a:lnTo>
                    <a:pt x="0" y="0"/>
                  </a:lnTo>
                  <a:lnTo>
                    <a:pt x="0" y="92"/>
                  </a:lnTo>
                  <a:close/>
                </a:path>
              </a:pathLst>
            </a:custGeom>
            <a:noFill/>
            <a:ln w="0">
              <a:solidFill>
                <a:srgbClr val="0000FF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760" name="Freeform 203">
              <a:extLst>
                <a:ext uri="{FF2B5EF4-FFF2-40B4-BE49-F238E27FC236}">
                  <a16:creationId xmlns:a16="http://schemas.microsoft.com/office/drawing/2014/main" id="{4414D09D-E978-3D30-1D5F-6C21C74CE7A4}"/>
                </a:ext>
              </a:extLst>
            </p:cNvPr>
            <p:cNvSpPr>
              <a:spLocks/>
            </p:cNvSpPr>
            <p:nvPr/>
          </p:nvSpPr>
          <p:spPr bwMode="auto">
            <a:xfrm>
              <a:off x="4506" y="3506"/>
              <a:ext cx="8" cy="13"/>
            </a:xfrm>
            <a:custGeom>
              <a:avLst/>
              <a:gdLst>
                <a:gd name="T0" fmla="*/ 0 w 53"/>
                <a:gd name="T1" fmla="*/ 0 h 88"/>
                <a:gd name="T2" fmla="*/ 0 w 53"/>
                <a:gd name="T3" fmla="*/ 0 h 88"/>
                <a:gd name="T4" fmla="*/ 0 w 53"/>
                <a:gd name="T5" fmla="*/ 0 h 88"/>
                <a:gd name="T6" fmla="*/ 0 w 53"/>
                <a:gd name="T7" fmla="*/ 0 h 88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53"/>
                <a:gd name="T13" fmla="*/ 0 h 88"/>
                <a:gd name="T14" fmla="*/ 53 w 53"/>
                <a:gd name="T15" fmla="*/ 88 h 88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53" h="88">
                  <a:moveTo>
                    <a:pt x="28" y="88"/>
                  </a:moveTo>
                  <a:lnTo>
                    <a:pt x="53" y="74"/>
                  </a:lnTo>
                  <a:lnTo>
                    <a:pt x="0" y="0"/>
                  </a:lnTo>
                  <a:lnTo>
                    <a:pt x="28" y="88"/>
                  </a:lnTo>
                  <a:close/>
                </a:path>
              </a:pathLst>
            </a:custGeom>
            <a:solidFill>
              <a:srgbClr val="0000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761" name="Freeform 204">
              <a:extLst>
                <a:ext uri="{FF2B5EF4-FFF2-40B4-BE49-F238E27FC236}">
                  <a16:creationId xmlns:a16="http://schemas.microsoft.com/office/drawing/2014/main" id="{B67E0B57-CC31-A1A6-ECB2-6EA1C1621153}"/>
                </a:ext>
              </a:extLst>
            </p:cNvPr>
            <p:cNvSpPr>
              <a:spLocks/>
            </p:cNvSpPr>
            <p:nvPr/>
          </p:nvSpPr>
          <p:spPr bwMode="auto">
            <a:xfrm>
              <a:off x="4506" y="3506"/>
              <a:ext cx="8" cy="13"/>
            </a:xfrm>
            <a:custGeom>
              <a:avLst/>
              <a:gdLst>
                <a:gd name="T0" fmla="*/ 0 w 53"/>
                <a:gd name="T1" fmla="*/ 0 h 88"/>
                <a:gd name="T2" fmla="*/ 0 w 53"/>
                <a:gd name="T3" fmla="*/ 0 h 88"/>
                <a:gd name="T4" fmla="*/ 0 w 53"/>
                <a:gd name="T5" fmla="*/ 0 h 88"/>
                <a:gd name="T6" fmla="*/ 0 w 53"/>
                <a:gd name="T7" fmla="*/ 0 h 88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53"/>
                <a:gd name="T13" fmla="*/ 0 h 88"/>
                <a:gd name="T14" fmla="*/ 53 w 53"/>
                <a:gd name="T15" fmla="*/ 88 h 88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53" h="88">
                  <a:moveTo>
                    <a:pt x="28" y="88"/>
                  </a:moveTo>
                  <a:lnTo>
                    <a:pt x="53" y="74"/>
                  </a:lnTo>
                  <a:lnTo>
                    <a:pt x="0" y="0"/>
                  </a:lnTo>
                  <a:lnTo>
                    <a:pt x="28" y="88"/>
                  </a:lnTo>
                  <a:close/>
                </a:path>
              </a:pathLst>
            </a:custGeom>
            <a:noFill/>
            <a:ln w="0">
              <a:solidFill>
                <a:srgbClr val="0000FF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762" name="Freeform 205">
              <a:extLst>
                <a:ext uri="{FF2B5EF4-FFF2-40B4-BE49-F238E27FC236}">
                  <a16:creationId xmlns:a16="http://schemas.microsoft.com/office/drawing/2014/main" id="{FF001071-33A8-1424-336F-62BB5DA7DA13}"/>
                </a:ext>
              </a:extLst>
            </p:cNvPr>
            <p:cNvSpPr>
              <a:spLocks/>
            </p:cNvSpPr>
            <p:nvPr/>
          </p:nvSpPr>
          <p:spPr bwMode="auto">
            <a:xfrm>
              <a:off x="4506" y="3506"/>
              <a:ext cx="11" cy="11"/>
            </a:xfrm>
            <a:custGeom>
              <a:avLst/>
              <a:gdLst>
                <a:gd name="T0" fmla="*/ 0 w 74"/>
                <a:gd name="T1" fmla="*/ 0 h 74"/>
                <a:gd name="T2" fmla="*/ 0 w 74"/>
                <a:gd name="T3" fmla="*/ 0 h 74"/>
                <a:gd name="T4" fmla="*/ 0 w 74"/>
                <a:gd name="T5" fmla="*/ 0 h 74"/>
                <a:gd name="T6" fmla="*/ 0 w 74"/>
                <a:gd name="T7" fmla="*/ 0 h 74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74"/>
                <a:gd name="T13" fmla="*/ 0 h 74"/>
                <a:gd name="T14" fmla="*/ 74 w 74"/>
                <a:gd name="T15" fmla="*/ 74 h 74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74" h="74">
                  <a:moveTo>
                    <a:pt x="53" y="74"/>
                  </a:moveTo>
                  <a:lnTo>
                    <a:pt x="74" y="54"/>
                  </a:lnTo>
                  <a:lnTo>
                    <a:pt x="0" y="0"/>
                  </a:lnTo>
                  <a:lnTo>
                    <a:pt x="53" y="74"/>
                  </a:lnTo>
                  <a:close/>
                </a:path>
              </a:pathLst>
            </a:custGeom>
            <a:solidFill>
              <a:srgbClr val="0000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763" name="Freeform 206">
              <a:extLst>
                <a:ext uri="{FF2B5EF4-FFF2-40B4-BE49-F238E27FC236}">
                  <a16:creationId xmlns:a16="http://schemas.microsoft.com/office/drawing/2014/main" id="{4972AB1C-E59F-74DC-BA29-A7C2E49280F7}"/>
                </a:ext>
              </a:extLst>
            </p:cNvPr>
            <p:cNvSpPr>
              <a:spLocks/>
            </p:cNvSpPr>
            <p:nvPr/>
          </p:nvSpPr>
          <p:spPr bwMode="auto">
            <a:xfrm>
              <a:off x="4506" y="3506"/>
              <a:ext cx="11" cy="11"/>
            </a:xfrm>
            <a:custGeom>
              <a:avLst/>
              <a:gdLst>
                <a:gd name="T0" fmla="*/ 0 w 74"/>
                <a:gd name="T1" fmla="*/ 0 h 74"/>
                <a:gd name="T2" fmla="*/ 0 w 74"/>
                <a:gd name="T3" fmla="*/ 0 h 74"/>
                <a:gd name="T4" fmla="*/ 0 w 74"/>
                <a:gd name="T5" fmla="*/ 0 h 74"/>
                <a:gd name="T6" fmla="*/ 0 w 74"/>
                <a:gd name="T7" fmla="*/ 0 h 74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74"/>
                <a:gd name="T13" fmla="*/ 0 h 74"/>
                <a:gd name="T14" fmla="*/ 74 w 74"/>
                <a:gd name="T15" fmla="*/ 74 h 74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74" h="74">
                  <a:moveTo>
                    <a:pt x="53" y="74"/>
                  </a:moveTo>
                  <a:lnTo>
                    <a:pt x="74" y="54"/>
                  </a:lnTo>
                  <a:lnTo>
                    <a:pt x="0" y="0"/>
                  </a:lnTo>
                  <a:lnTo>
                    <a:pt x="53" y="74"/>
                  </a:lnTo>
                  <a:close/>
                </a:path>
              </a:pathLst>
            </a:custGeom>
            <a:noFill/>
            <a:ln w="0">
              <a:solidFill>
                <a:srgbClr val="0000FF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764" name="Freeform 207">
              <a:extLst>
                <a:ext uri="{FF2B5EF4-FFF2-40B4-BE49-F238E27FC236}">
                  <a16:creationId xmlns:a16="http://schemas.microsoft.com/office/drawing/2014/main" id="{9B5827D4-B44F-88B6-DF5C-1018F2C58BA4}"/>
                </a:ext>
              </a:extLst>
            </p:cNvPr>
            <p:cNvSpPr>
              <a:spLocks/>
            </p:cNvSpPr>
            <p:nvPr/>
          </p:nvSpPr>
          <p:spPr bwMode="auto">
            <a:xfrm>
              <a:off x="4506" y="3506"/>
              <a:ext cx="14" cy="8"/>
            </a:xfrm>
            <a:custGeom>
              <a:avLst/>
              <a:gdLst>
                <a:gd name="T0" fmla="*/ 0 w 87"/>
                <a:gd name="T1" fmla="*/ 0 h 54"/>
                <a:gd name="T2" fmla="*/ 0 w 87"/>
                <a:gd name="T3" fmla="*/ 0 h 54"/>
                <a:gd name="T4" fmla="*/ 0 w 87"/>
                <a:gd name="T5" fmla="*/ 0 h 54"/>
                <a:gd name="T6" fmla="*/ 0 w 87"/>
                <a:gd name="T7" fmla="*/ 0 h 54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87"/>
                <a:gd name="T13" fmla="*/ 0 h 54"/>
                <a:gd name="T14" fmla="*/ 87 w 87"/>
                <a:gd name="T15" fmla="*/ 54 h 54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87" h="54">
                  <a:moveTo>
                    <a:pt x="74" y="54"/>
                  </a:moveTo>
                  <a:lnTo>
                    <a:pt x="87" y="28"/>
                  </a:lnTo>
                  <a:lnTo>
                    <a:pt x="0" y="0"/>
                  </a:lnTo>
                  <a:lnTo>
                    <a:pt x="74" y="54"/>
                  </a:lnTo>
                  <a:close/>
                </a:path>
              </a:pathLst>
            </a:custGeom>
            <a:solidFill>
              <a:srgbClr val="0000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765" name="Freeform 208">
              <a:extLst>
                <a:ext uri="{FF2B5EF4-FFF2-40B4-BE49-F238E27FC236}">
                  <a16:creationId xmlns:a16="http://schemas.microsoft.com/office/drawing/2014/main" id="{298882DF-0A79-77E6-8B1E-6F9606467A4D}"/>
                </a:ext>
              </a:extLst>
            </p:cNvPr>
            <p:cNvSpPr>
              <a:spLocks/>
            </p:cNvSpPr>
            <p:nvPr/>
          </p:nvSpPr>
          <p:spPr bwMode="auto">
            <a:xfrm>
              <a:off x="4506" y="3506"/>
              <a:ext cx="14" cy="8"/>
            </a:xfrm>
            <a:custGeom>
              <a:avLst/>
              <a:gdLst>
                <a:gd name="T0" fmla="*/ 0 w 87"/>
                <a:gd name="T1" fmla="*/ 0 h 54"/>
                <a:gd name="T2" fmla="*/ 0 w 87"/>
                <a:gd name="T3" fmla="*/ 0 h 54"/>
                <a:gd name="T4" fmla="*/ 0 w 87"/>
                <a:gd name="T5" fmla="*/ 0 h 54"/>
                <a:gd name="T6" fmla="*/ 0 w 87"/>
                <a:gd name="T7" fmla="*/ 0 h 54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87"/>
                <a:gd name="T13" fmla="*/ 0 h 54"/>
                <a:gd name="T14" fmla="*/ 87 w 87"/>
                <a:gd name="T15" fmla="*/ 54 h 54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87" h="54">
                  <a:moveTo>
                    <a:pt x="74" y="54"/>
                  </a:moveTo>
                  <a:lnTo>
                    <a:pt x="87" y="28"/>
                  </a:lnTo>
                  <a:lnTo>
                    <a:pt x="0" y="0"/>
                  </a:lnTo>
                  <a:lnTo>
                    <a:pt x="74" y="54"/>
                  </a:lnTo>
                  <a:close/>
                </a:path>
              </a:pathLst>
            </a:custGeom>
            <a:noFill/>
            <a:ln w="0">
              <a:solidFill>
                <a:srgbClr val="0000FF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766" name="Freeform 209">
              <a:extLst>
                <a:ext uri="{FF2B5EF4-FFF2-40B4-BE49-F238E27FC236}">
                  <a16:creationId xmlns:a16="http://schemas.microsoft.com/office/drawing/2014/main" id="{7DFEA6F1-5E4F-7AE0-D44F-6C8ABB10D3AD}"/>
                </a:ext>
              </a:extLst>
            </p:cNvPr>
            <p:cNvSpPr>
              <a:spLocks/>
            </p:cNvSpPr>
            <p:nvPr/>
          </p:nvSpPr>
          <p:spPr bwMode="auto">
            <a:xfrm>
              <a:off x="4506" y="3506"/>
              <a:ext cx="14" cy="3"/>
            </a:xfrm>
            <a:custGeom>
              <a:avLst/>
              <a:gdLst>
                <a:gd name="T0" fmla="*/ 0 w 92"/>
                <a:gd name="T1" fmla="*/ 0 h 28"/>
                <a:gd name="T2" fmla="*/ 0 w 92"/>
                <a:gd name="T3" fmla="*/ 0 h 28"/>
                <a:gd name="T4" fmla="*/ 0 w 92"/>
                <a:gd name="T5" fmla="*/ 0 h 28"/>
                <a:gd name="T6" fmla="*/ 0 w 92"/>
                <a:gd name="T7" fmla="*/ 0 h 28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92"/>
                <a:gd name="T13" fmla="*/ 0 h 28"/>
                <a:gd name="T14" fmla="*/ 92 w 92"/>
                <a:gd name="T15" fmla="*/ 28 h 28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92" h="28">
                  <a:moveTo>
                    <a:pt x="87" y="28"/>
                  </a:moveTo>
                  <a:lnTo>
                    <a:pt x="92" y="0"/>
                  </a:lnTo>
                  <a:lnTo>
                    <a:pt x="0" y="0"/>
                  </a:lnTo>
                  <a:lnTo>
                    <a:pt x="87" y="28"/>
                  </a:lnTo>
                  <a:close/>
                </a:path>
              </a:pathLst>
            </a:custGeom>
            <a:solidFill>
              <a:srgbClr val="0000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grpSp>
          <p:nvGrpSpPr>
            <p:cNvPr id="767" name="Group 210">
              <a:extLst>
                <a:ext uri="{FF2B5EF4-FFF2-40B4-BE49-F238E27FC236}">
                  <a16:creationId xmlns:a16="http://schemas.microsoft.com/office/drawing/2014/main" id="{4AA61186-ED7B-E046-0340-E6D7EEEDC2CC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502" y="2964"/>
              <a:ext cx="326" cy="546"/>
              <a:chOff x="4502" y="2964"/>
              <a:chExt cx="326" cy="546"/>
            </a:xfrm>
          </p:grpSpPr>
          <p:sp>
            <p:nvSpPr>
              <p:cNvPr id="768" name="Freeform 211">
                <a:extLst>
                  <a:ext uri="{FF2B5EF4-FFF2-40B4-BE49-F238E27FC236}">
                    <a16:creationId xmlns:a16="http://schemas.microsoft.com/office/drawing/2014/main" id="{7FBC7026-9C53-ADC6-C0B9-52130D30DC2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623" y="3218"/>
                <a:ext cx="60" cy="6"/>
              </a:xfrm>
              <a:custGeom>
                <a:avLst/>
                <a:gdLst>
                  <a:gd name="T0" fmla="*/ 0 w 419"/>
                  <a:gd name="T1" fmla="*/ 0 h 46"/>
                  <a:gd name="T2" fmla="*/ 0 w 419"/>
                  <a:gd name="T3" fmla="*/ 0 h 46"/>
                  <a:gd name="T4" fmla="*/ 0 w 419"/>
                  <a:gd name="T5" fmla="*/ 0 h 46"/>
                  <a:gd name="T6" fmla="*/ 0 w 419"/>
                  <a:gd name="T7" fmla="*/ 0 h 46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419"/>
                  <a:gd name="T13" fmla="*/ 0 h 46"/>
                  <a:gd name="T14" fmla="*/ 419 w 419"/>
                  <a:gd name="T15" fmla="*/ 46 h 4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419" h="46">
                    <a:moveTo>
                      <a:pt x="0" y="46"/>
                    </a:moveTo>
                    <a:lnTo>
                      <a:pt x="419" y="5"/>
                    </a:lnTo>
                    <a:lnTo>
                      <a:pt x="402" y="0"/>
                    </a:lnTo>
                    <a:lnTo>
                      <a:pt x="357" y="15"/>
                    </a:lnTo>
                  </a:path>
                </a:pathLst>
              </a:custGeom>
              <a:noFill/>
              <a:ln w="0">
                <a:solidFill>
                  <a:srgbClr val="0000FF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769" name="Freeform 212">
                <a:extLst>
                  <a:ext uri="{FF2B5EF4-FFF2-40B4-BE49-F238E27FC236}">
                    <a16:creationId xmlns:a16="http://schemas.microsoft.com/office/drawing/2014/main" id="{BFC8ACC7-68D1-5A6B-9502-F6699838DC9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615" y="3223"/>
                <a:ext cx="41" cy="51"/>
              </a:xfrm>
              <a:custGeom>
                <a:avLst/>
                <a:gdLst>
                  <a:gd name="T0" fmla="*/ 0 w 288"/>
                  <a:gd name="T1" fmla="*/ 0 h 351"/>
                  <a:gd name="T2" fmla="*/ 0 w 288"/>
                  <a:gd name="T3" fmla="*/ 0 h 351"/>
                  <a:gd name="T4" fmla="*/ 0 w 288"/>
                  <a:gd name="T5" fmla="*/ 0 h 351"/>
                  <a:gd name="T6" fmla="*/ 0 w 288"/>
                  <a:gd name="T7" fmla="*/ 0 h 351"/>
                  <a:gd name="T8" fmla="*/ 0 w 288"/>
                  <a:gd name="T9" fmla="*/ 0 h 351"/>
                  <a:gd name="T10" fmla="*/ 0 w 288"/>
                  <a:gd name="T11" fmla="*/ 0 h 351"/>
                  <a:gd name="T12" fmla="*/ 0 w 288"/>
                  <a:gd name="T13" fmla="*/ 0 h 351"/>
                  <a:gd name="T14" fmla="*/ 0 w 288"/>
                  <a:gd name="T15" fmla="*/ 0 h 351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w 288"/>
                  <a:gd name="T25" fmla="*/ 0 h 351"/>
                  <a:gd name="T26" fmla="*/ 288 w 288"/>
                  <a:gd name="T27" fmla="*/ 351 h 351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T24" t="T25" r="T26" b="T27"/>
                <a:pathLst>
                  <a:path w="288" h="351">
                    <a:moveTo>
                      <a:pt x="288" y="0"/>
                    </a:moveTo>
                    <a:lnTo>
                      <a:pt x="264" y="66"/>
                    </a:lnTo>
                    <a:lnTo>
                      <a:pt x="219" y="132"/>
                    </a:lnTo>
                    <a:lnTo>
                      <a:pt x="166" y="203"/>
                    </a:lnTo>
                    <a:lnTo>
                      <a:pt x="126" y="244"/>
                    </a:lnTo>
                    <a:lnTo>
                      <a:pt x="77" y="289"/>
                    </a:lnTo>
                    <a:lnTo>
                      <a:pt x="40" y="320"/>
                    </a:lnTo>
                    <a:lnTo>
                      <a:pt x="0" y="351"/>
                    </a:lnTo>
                  </a:path>
                </a:pathLst>
              </a:custGeom>
              <a:noFill/>
              <a:ln w="0">
                <a:solidFill>
                  <a:srgbClr val="0000FF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770" name="Freeform 213">
                <a:extLst>
                  <a:ext uri="{FF2B5EF4-FFF2-40B4-BE49-F238E27FC236}">
                    <a16:creationId xmlns:a16="http://schemas.microsoft.com/office/drawing/2014/main" id="{68F42703-E88D-7386-D219-91738ED617B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650" y="3240"/>
                <a:ext cx="1" cy="60"/>
              </a:xfrm>
              <a:custGeom>
                <a:avLst/>
                <a:gdLst>
                  <a:gd name="T0" fmla="*/ 0 w 11"/>
                  <a:gd name="T1" fmla="*/ 0 h 418"/>
                  <a:gd name="T2" fmla="*/ 0 w 11"/>
                  <a:gd name="T3" fmla="*/ 0 h 418"/>
                  <a:gd name="T4" fmla="*/ 0 w 11"/>
                  <a:gd name="T5" fmla="*/ 0 h 418"/>
                  <a:gd name="T6" fmla="*/ 0 w 11"/>
                  <a:gd name="T7" fmla="*/ 0 h 418"/>
                  <a:gd name="T8" fmla="*/ 0 w 11"/>
                  <a:gd name="T9" fmla="*/ 0 h 418"/>
                  <a:gd name="T10" fmla="*/ 0 w 11"/>
                  <a:gd name="T11" fmla="*/ 0 h 418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11"/>
                  <a:gd name="T19" fmla="*/ 0 h 418"/>
                  <a:gd name="T20" fmla="*/ 11 w 11"/>
                  <a:gd name="T21" fmla="*/ 418 h 418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11" h="418">
                    <a:moveTo>
                      <a:pt x="8" y="0"/>
                    </a:moveTo>
                    <a:lnTo>
                      <a:pt x="11" y="32"/>
                    </a:lnTo>
                    <a:lnTo>
                      <a:pt x="8" y="397"/>
                    </a:lnTo>
                    <a:lnTo>
                      <a:pt x="3" y="418"/>
                    </a:lnTo>
                    <a:lnTo>
                      <a:pt x="0" y="382"/>
                    </a:lnTo>
                    <a:lnTo>
                      <a:pt x="8" y="346"/>
                    </a:lnTo>
                  </a:path>
                </a:pathLst>
              </a:custGeom>
              <a:noFill/>
              <a:ln w="0">
                <a:solidFill>
                  <a:srgbClr val="0000FF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771" name="Freeform 214">
                <a:extLst>
                  <a:ext uri="{FF2B5EF4-FFF2-40B4-BE49-F238E27FC236}">
                    <a16:creationId xmlns:a16="http://schemas.microsoft.com/office/drawing/2014/main" id="{90860123-BF58-B8EF-94BF-9FA7A280F3F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663" y="3250"/>
                <a:ext cx="18" cy="22"/>
              </a:xfrm>
              <a:custGeom>
                <a:avLst/>
                <a:gdLst>
                  <a:gd name="T0" fmla="*/ 0 w 130"/>
                  <a:gd name="T1" fmla="*/ 0 h 153"/>
                  <a:gd name="T2" fmla="*/ 0 w 130"/>
                  <a:gd name="T3" fmla="*/ 0 h 153"/>
                  <a:gd name="T4" fmla="*/ 0 w 130"/>
                  <a:gd name="T5" fmla="*/ 0 h 153"/>
                  <a:gd name="T6" fmla="*/ 0 w 130"/>
                  <a:gd name="T7" fmla="*/ 0 h 153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130"/>
                  <a:gd name="T13" fmla="*/ 0 h 153"/>
                  <a:gd name="T14" fmla="*/ 130 w 130"/>
                  <a:gd name="T15" fmla="*/ 153 h 153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130" h="153">
                    <a:moveTo>
                      <a:pt x="130" y="153"/>
                    </a:moveTo>
                    <a:lnTo>
                      <a:pt x="118" y="121"/>
                    </a:lnTo>
                    <a:lnTo>
                      <a:pt x="57" y="51"/>
                    </a:lnTo>
                    <a:lnTo>
                      <a:pt x="0" y="0"/>
                    </a:lnTo>
                  </a:path>
                </a:pathLst>
              </a:custGeom>
              <a:noFill/>
              <a:ln w="0">
                <a:solidFill>
                  <a:srgbClr val="0000FF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772" name="Line 215">
                <a:extLst>
                  <a:ext uri="{FF2B5EF4-FFF2-40B4-BE49-F238E27FC236}">
                    <a16:creationId xmlns:a16="http://schemas.microsoft.com/office/drawing/2014/main" id="{E91058AD-6F9F-F480-94B6-3DAC7051669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4695" y="3239"/>
                <a:ext cx="29" cy="6"/>
              </a:xfrm>
              <a:prstGeom prst="line">
                <a:avLst/>
              </a:prstGeom>
              <a:noFill/>
              <a:ln w="0">
                <a:solidFill>
                  <a:srgbClr val="0000F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773" name="Freeform 216">
                <a:extLst>
                  <a:ext uri="{FF2B5EF4-FFF2-40B4-BE49-F238E27FC236}">
                    <a16:creationId xmlns:a16="http://schemas.microsoft.com/office/drawing/2014/main" id="{44843989-9984-618C-30CF-D3E063354D3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711" y="3212"/>
                <a:ext cx="2" cy="93"/>
              </a:xfrm>
              <a:custGeom>
                <a:avLst/>
                <a:gdLst>
                  <a:gd name="T0" fmla="*/ 0 w 12"/>
                  <a:gd name="T1" fmla="*/ 0 h 647"/>
                  <a:gd name="T2" fmla="*/ 0 w 12"/>
                  <a:gd name="T3" fmla="*/ 0 h 647"/>
                  <a:gd name="T4" fmla="*/ 0 w 12"/>
                  <a:gd name="T5" fmla="*/ 0 h 647"/>
                  <a:gd name="T6" fmla="*/ 0 w 12"/>
                  <a:gd name="T7" fmla="*/ 0 h 647"/>
                  <a:gd name="T8" fmla="*/ 0 w 12"/>
                  <a:gd name="T9" fmla="*/ 0 h 647"/>
                  <a:gd name="T10" fmla="*/ 0 w 12"/>
                  <a:gd name="T11" fmla="*/ 0 h 647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12"/>
                  <a:gd name="T19" fmla="*/ 0 h 647"/>
                  <a:gd name="T20" fmla="*/ 12 w 12"/>
                  <a:gd name="T21" fmla="*/ 647 h 647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12" h="647">
                    <a:moveTo>
                      <a:pt x="0" y="0"/>
                    </a:moveTo>
                    <a:lnTo>
                      <a:pt x="12" y="26"/>
                    </a:lnTo>
                    <a:lnTo>
                      <a:pt x="9" y="20"/>
                    </a:lnTo>
                    <a:lnTo>
                      <a:pt x="9" y="647"/>
                    </a:lnTo>
                    <a:lnTo>
                      <a:pt x="0" y="601"/>
                    </a:lnTo>
                    <a:lnTo>
                      <a:pt x="4" y="560"/>
                    </a:lnTo>
                  </a:path>
                </a:pathLst>
              </a:custGeom>
              <a:noFill/>
              <a:ln w="0">
                <a:solidFill>
                  <a:srgbClr val="0000FF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774" name="Freeform 217">
                <a:extLst>
                  <a:ext uri="{FF2B5EF4-FFF2-40B4-BE49-F238E27FC236}">
                    <a16:creationId xmlns:a16="http://schemas.microsoft.com/office/drawing/2014/main" id="{CBF2A44D-71BF-9B38-1B21-5C10B2A9133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691" y="3245"/>
                <a:ext cx="21" cy="36"/>
              </a:xfrm>
              <a:custGeom>
                <a:avLst/>
                <a:gdLst>
                  <a:gd name="T0" fmla="*/ 0 w 146"/>
                  <a:gd name="T1" fmla="*/ 0 h 253"/>
                  <a:gd name="T2" fmla="*/ 0 w 146"/>
                  <a:gd name="T3" fmla="*/ 0 h 253"/>
                  <a:gd name="T4" fmla="*/ 0 w 146"/>
                  <a:gd name="T5" fmla="*/ 0 h 253"/>
                  <a:gd name="T6" fmla="*/ 0 w 146"/>
                  <a:gd name="T7" fmla="*/ 0 h 253"/>
                  <a:gd name="T8" fmla="*/ 0 w 146"/>
                  <a:gd name="T9" fmla="*/ 0 h 253"/>
                  <a:gd name="T10" fmla="*/ 0 w 146"/>
                  <a:gd name="T11" fmla="*/ 0 h 253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146"/>
                  <a:gd name="T19" fmla="*/ 0 h 253"/>
                  <a:gd name="T20" fmla="*/ 146 w 146"/>
                  <a:gd name="T21" fmla="*/ 253 h 253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146" h="253">
                    <a:moveTo>
                      <a:pt x="146" y="0"/>
                    </a:moveTo>
                    <a:lnTo>
                      <a:pt x="126" y="55"/>
                    </a:lnTo>
                    <a:lnTo>
                      <a:pt x="94" y="111"/>
                    </a:lnTo>
                    <a:lnTo>
                      <a:pt x="57" y="177"/>
                    </a:lnTo>
                    <a:lnTo>
                      <a:pt x="24" y="227"/>
                    </a:lnTo>
                    <a:lnTo>
                      <a:pt x="0" y="253"/>
                    </a:lnTo>
                  </a:path>
                </a:pathLst>
              </a:custGeom>
              <a:noFill/>
              <a:ln w="0">
                <a:solidFill>
                  <a:srgbClr val="0000FF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775" name="Freeform 218">
                <a:extLst>
                  <a:ext uri="{FF2B5EF4-FFF2-40B4-BE49-F238E27FC236}">
                    <a16:creationId xmlns:a16="http://schemas.microsoft.com/office/drawing/2014/main" id="{83D8A5BA-71A4-D23B-45C2-0BCC5F02944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712" y="3250"/>
                <a:ext cx="11" cy="11"/>
              </a:xfrm>
              <a:custGeom>
                <a:avLst/>
                <a:gdLst>
                  <a:gd name="T0" fmla="*/ 0 w 76"/>
                  <a:gd name="T1" fmla="*/ 0 h 76"/>
                  <a:gd name="T2" fmla="*/ 0 w 76"/>
                  <a:gd name="T3" fmla="*/ 0 h 76"/>
                  <a:gd name="T4" fmla="*/ 0 w 76"/>
                  <a:gd name="T5" fmla="*/ 0 h 76"/>
                  <a:gd name="T6" fmla="*/ 0 w 76"/>
                  <a:gd name="T7" fmla="*/ 0 h 76"/>
                  <a:gd name="T8" fmla="*/ 0 w 76"/>
                  <a:gd name="T9" fmla="*/ 0 h 7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76"/>
                  <a:gd name="T16" fmla="*/ 0 h 76"/>
                  <a:gd name="T17" fmla="*/ 76 w 76"/>
                  <a:gd name="T18" fmla="*/ 76 h 7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76" h="76">
                    <a:moveTo>
                      <a:pt x="0" y="0"/>
                    </a:moveTo>
                    <a:lnTo>
                      <a:pt x="44" y="30"/>
                    </a:lnTo>
                    <a:lnTo>
                      <a:pt x="73" y="56"/>
                    </a:lnTo>
                    <a:lnTo>
                      <a:pt x="76" y="76"/>
                    </a:lnTo>
                    <a:lnTo>
                      <a:pt x="60" y="46"/>
                    </a:lnTo>
                  </a:path>
                </a:pathLst>
              </a:custGeom>
              <a:noFill/>
              <a:ln w="0">
                <a:solidFill>
                  <a:srgbClr val="0000FF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776" name="Freeform 219">
                <a:extLst>
                  <a:ext uri="{FF2B5EF4-FFF2-40B4-BE49-F238E27FC236}">
                    <a16:creationId xmlns:a16="http://schemas.microsoft.com/office/drawing/2014/main" id="{2F2FA288-60AF-0E72-C84B-1B33DEE3448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728" y="3226"/>
                <a:ext cx="3" cy="69"/>
              </a:xfrm>
              <a:custGeom>
                <a:avLst/>
                <a:gdLst>
                  <a:gd name="T0" fmla="*/ 0 w 16"/>
                  <a:gd name="T1" fmla="*/ 0 h 498"/>
                  <a:gd name="T2" fmla="*/ 0 w 16"/>
                  <a:gd name="T3" fmla="*/ 0 h 498"/>
                  <a:gd name="T4" fmla="*/ 0 w 16"/>
                  <a:gd name="T5" fmla="*/ 0 h 498"/>
                  <a:gd name="T6" fmla="*/ 0 w 16"/>
                  <a:gd name="T7" fmla="*/ 0 h 498"/>
                  <a:gd name="T8" fmla="*/ 0 w 16"/>
                  <a:gd name="T9" fmla="*/ 0 h 49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6"/>
                  <a:gd name="T16" fmla="*/ 0 h 498"/>
                  <a:gd name="T17" fmla="*/ 16 w 16"/>
                  <a:gd name="T18" fmla="*/ 498 h 498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6" h="498">
                    <a:moveTo>
                      <a:pt x="0" y="0"/>
                    </a:moveTo>
                    <a:lnTo>
                      <a:pt x="13" y="40"/>
                    </a:lnTo>
                    <a:lnTo>
                      <a:pt x="16" y="498"/>
                    </a:lnTo>
                    <a:lnTo>
                      <a:pt x="8" y="452"/>
                    </a:lnTo>
                    <a:lnTo>
                      <a:pt x="16" y="391"/>
                    </a:lnTo>
                  </a:path>
                </a:pathLst>
              </a:custGeom>
              <a:noFill/>
              <a:ln w="0">
                <a:solidFill>
                  <a:srgbClr val="0000FF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777" name="Line 220">
                <a:extLst>
                  <a:ext uri="{FF2B5EF4-FFF2-40B4-BE49-F238E27FC236}">
                    <a16:creationId xmlns:a16="http://schemas.microsoft.com/office/drawing/2014/main" id="{91F11987-579C-65AE-8C73-ADF028F799D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4731" y="3268"/>
                <a:ext cx="14" cy="2"/>
              </a:xfrm>
              <a:prstGeom prst="line">
                <a:avLst/>
              </a:prstGeom>
              <a:noFill/>
              <a:ln w="0">
                <a:solidFill>
                  <a:srgbClr val="0000F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778" name="Line 221">
                <a:extLst>
                  <a:ext uri="{FF2B5EF4-FFF2-40B4-BE49-F238E27FC236}">
                    <a16:creationId xmlns:a16="http://schemas.microsoft.com/office/drawing/2014/main" id="{72C0A27C-D37E-0E38-0332-91A1E855752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4731" y="3250"/>
                <a:ext cx="14" cy="2"/>
              </a:xfrm>
              <a:prstGeom prst="line">
                <a:avLst/>
              </a:prstGeom>
              <a:noFill/>
              <a:ln w="0">
                <a:solidFill>
                  <a:srgbClr val="0000F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779" name="Freeform 222">
                <a:extLst>
                  <a:ext uri="{FF2B5EF4-FFF2-40B4-BE49-F238E27FC236}">
                    <a16:creationId xmlns:a16="http://schemas.microsoft.com/office/drawing/2014/main" id="{4AD5D95F-E5DF-0D9F-69CE-0607820A3A0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730" y="3228"/>
                <a:ext cx="25" cy="69"/>
              </a:xfrm>
              <a:custGeom>
                <a:avLst/>
                <a:gdLst>
                  <a:gd name="T0" fmla="*/ 0 w 175"/>
                  <a:gd name="T1" fmla="*/ 0 h 488"/>
                  <a:gd name="T2" fmla="*/ 0 w 175"/>
                  <a:gd name="T3" fmla="*/ 0 h 488"/>
                  <a:gd name="T4" fmla="*/ 0 w 175"/>
                  <a:gd name="T5" fmla="*/ 0 h 488"/>
                  <a:gd name="T6" fmla="*/ 0 w 175"/>
                  <a:gd name="T7" fmla="*/ 0 h 488"/>
                  <a:gd name="T8" fmla="*/ 0 w 175"/>
                  <a:gd name="T9" fmla="*/ 0 h 488"/>
                  <a:gd name="T10" fmla="*/ 0 w 175"/>
                  <a:gd name="T11" fmla="*/ 0 h 488"/>
                  <a:gd name="T12" fmla="*/ 0 w 175"/>
                  <a:gd name="T13" fmla="*/ 0 h 488"/>
                  <a:gd name="T14" fmla="*/ 0 w 175"/>
                  <a:gd name="T15" fmla="*/ 0 h 488"/>
                  <a:gd name="T16" fmla="*/ 0 w 175"/>
                  <a:gd name="T17" fmla="*/ 0 h 488"/>
                  <a:gd name="T18" fmla="*/ 0 w 175"/>
                  <a:gd name="T19" fmla="*/ 0 h 488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w 175"/>
                  <a:gd name="T31" fmla="*/ 0 h 488"/>
                  <a:gd name="T32" fmla="*/ 175 w 175"/>
                  <a:gd name="T33" fmla="*/ 488 h 488"/>
                </a:gdLst>
                <a:ahLst/>
                <a:cxnLst>
                  <a:cxn ang="T20">
                    <a:pos x="T0" y="T1"/>
                  </a:cxn>
                  <a:cxn ang="T21">
                    <a:pos x="T2" y="T3"/>
                  </a:cxn>
                  <a:cxn ang="T22">
                    <a:pos x="T4" y="T5"/>
                  </a:cxn>
                  <a:cxn ang="T23">
                    <a:pos x="T6" y="T7"/>
                  </a:cxn>
                  <a:cxn ang="T24">
                    <a:pos x="T8" y="T9"/>
                  </a:cxn>
                  <a:cxn ang="T25">
                    <a:pos x="T10" y="T11"/>
                  </a:cxn>
                  <a:cxn ang="T26">
                    <a:pos x="T12" y="T13"/>
                  </a:cxn>
                  <a:cxn ang="T27">
                    <a:pos x="T14" y="T15"/>
                  </a:cxn>
                  <a:cxn ang="T28">
                    <a:pos x="T16" y="T17"/>
                  </a:cxn>
                  <a:cxn ang="T29">
                    <a:pos x="T18" y="T19"/>
                  </a:cxn>
                </a:cxnLst>
                <a:rect l="T30" t="T31" r="T32" b="T33"/>
                <a:pathLst>
                  <a:path w="175" h="488">
                    <a:moveTo>
                      <a:pt x="0" y="41"/>
                    </a:moveTo>
                    <a:lnTo>
                      <a:pt x="175" y="20"/>
                    </a:lnTo>
                    <a:lnTo>
                      <a:pt x="158" y="0"/>
                    </a:lnTo>
                    <a:lnTo>
                      <a:pt x="150" y="301"/>
                    </a:lnTo>
                    <a:lnTo>
                      <a:pt x="145" y="397"/>
                    </a:lnTo>
                    <a:lnTo>
                      <a:pt x="142" y="468"/>
                    </a:lnTo>
                    <a:lnTo>
                      <a:pt x="142" y="488"/>
                    </a:lnTo>
                    <a:lnTo>
                      <a:pt x="121" y="437"/>
                    </a:lnTo>
                    <a:lnTo>
                      <a:pt x="113" y="427"/>
                    </a:lnTo>
                    <a:lnTo>
                      <a:pt x="3" y="442"/>
                    </a:lnTo>
                  </a:path>
                </a:pathLst>
              </a:custGeom>
              <a:noFill/>
              <a:ln w="0">
                <a:solidFill>
                  <a:srgbClr val="0000FF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780" name="Freeform 223">
                <a:extLst>
                  <a:ext uri="{FF2B5EF4-FFF2-40B4-BE49-F238E27FC236}">
                    <a16:creationId xmlns:a16="http://schemas.microsoft.com/office/drawing/2014/main" id="{D2EF7AEE-09D3-1B08-52CF-EE5AC349B44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765" y="3213"/>
                <a:ext cx="22" cy="43"/>
              </a:xfrm>
              <a:custGeom>
                <a:avLst/>
                <a:gdLst>
                  <a:gd name="T0" fmla="*/ 0 w 158"/>
                  <a:gd name="T1" fmla="*/ 0 h 301"/>
                  <a:gd name="T2" fmla="*/ 0 w 158"/>
                  <a:gd name="T3" fmla="*/ 0 h 301"/>
                  <a:gd name="T4" fmla="*/ 0 w 158"/>
                  <a:gd name="T5" fmla="*/ 0 h 301"/>
                  <a:gd name="T6" fmla="*/ 0 w 158"/>
                  <a:gd name="T7" fmla="*/ 0 h 301"/>
                  <a:gd name="T8" fmla="*/ 0 w 158"/>
                  <a:gd name="T9" fmla="*/ 0 h 301"/>
                  <a:gd name="T10" fmla="*/ 0 w 158"/>
                  <a:gd name="T11" fmla="*/ 0 h 301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158"/>
                  <a:gd name="T19" fmla="*/ 0 h 301"/>
                  <a:gd name="T20" fmla="*/ 158 w 158"/>
                  <a:gd name="T21" fmla="*/ 301 h 301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158" h="301">
                    <a:moveTo>
                      <a:pt x="158" y="0"/>
                    </a:moveTo>
                    <a:lnTo>
                      <a:pt x="153" y="41"/>
                    </a:lnTo>
                    <a:lnTo>
                      <a:pt x="118" y="117"/>
                    </a:lnTo>
                    <a:lnTo>
                      <a:pt x="81" y="189"/>
                    </a:lnTo>
                    <a:lnTo>
                      <a:pt x="40" y="249"/>
                    </a:lnTo>
                    <a:lnTo>
                      <a:pt x="0" y="301"/>
                    </a:lnTo>
                  </a:path>
                </a:pathLst>
              </a:custGeom>
              <a:noFill/>
              <a:ln w="0">
                <a:solidFill>
                  <a:srgbClr val="0000FF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781" name="Freeform 224">
                <a:extLst>
                  <a:ext uri="{FF2B5EF4-FFF2-40B4-BE49-F238E27FC236}">
                    <a16:creationId xmlns:a16="http://schemas.microsoft.com/office/drawing/2014/main" id="{D4FBC4FE-D53D-F784-04F7-EC7DA01606B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778" y="3237"/>
                <a:ext cx="1" cy="63"/>
              </a:xfrm>
              <a:custGeom>
                <a:avLst/>
                <a:gdLst>
                  <a:gd name="T0" fmla="*/ 0 w 8"/>
                  <a:gd name="T1" fmla="*/ 0 h 456"/>
                  <a:gd name="T2" fmla="*/ 0 w 8"/>
                  <a:gd name="T3" fmla="*/ 0 h 456"/>
                  <a:gd name="T4" fmla="*/ 0 w 8"/>
                  <a:gd name="T5" fmla="*/ 0 h 456"/>
                  <a:gd name="T6" fmla="*/ 0 w 8"/>
                  <a:gd name="T7" fmla="*/ 0 h 456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8"/>
                  <a:gd name="T13" fmla="*/ 0 h 456"/>
                  <a:gd name="T14" fmla="*/ 8 w 8"/>
                  <a:gd name="T15" fmla="*/ 456 h 45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8" h="456">
                    <a:moveTo>
                      <a:pt x="8" y="0"/>
                    </a:moveTo>
                    <a:lnTo>
                      <a:pt x="8" y="456"/>
                    </a:lnTo>
                    <a:lnTo>
                      <a:pt x="0" y="421"/>
                    </a:lnTo>
                    <a:lnTo>
                      <a:pt x="8" y="375"/>
                    </a:lnTo>
                  </a:path>
                </a:pathLst>
              </a:custGeom>
              <a:noFill/>
              <a:ln w="0">
                <a:solidFill>
                  <a:srgbClr val="0000FF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782" name="Freeform 225">
                <a:extLst>
                  <a:ext uri="{FF2B5EF4-FFF2-40B4-BE49-F238E27FC236}">
                    <a16:creationId xmlns:a16="http://schemas.microsoft.com/office/drawing/2014/main" id="{93CBBB93-562E-3E89-98F2-DB1FCA76913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802" y="3217"/>
                <a:ext cx="5" cy="17"/>
              </a:xfrm>
              <a:custGeom>
                <a:avLst/>
                <a:gdLst>
                  <a:gd name="T0" fmla="*/ 0 w 37"/>
                  <a:gd name="T1" fmla="*/ 0 h 117"/>
                  <a:gd name="T2" fmla="*/ 0 w 37"/>
                  <a:gd name="T3" fmla="*/ 0 h 117"/>
                  <a:gd name="T4" fmla="*/ 0 w 37"/>
                  <a:gd name="T5" fmla="*/ 0 h 117"/>
                  <a:gd name="T6" fmla="*/ 0 w 37"/>
                  <a:gd name="T7" fmla="*/ 0 h 117"/>
                  <a:gd name="T8" fmla="*/ 0 w 37"/>
                  <a:gd name="T9" fmla="*/ 0 h 117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7"/>
                  <a:gd name="T16" fmla="*/ 0 h 117"/>
                  <a:gd name="T17" fmla="*/ 37 w 37"/>
                  <a:gd name="T18" fmla="*/ 117 h 117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7" h="117">
                    <a:moveTo>
                      <a:pt x="0" y="0"/>
                    </a:moveTo>
                    <a:lnTo>
                      <a:pt x="29" y="56"/>
                    </a:lnTo>
                    <a:lnTo>
                      <a:pt x="37" y="86"/>
                    </a:lnTo>
                    <a:lnTo>
                      <a:pt x="37" y="117"/>
                    </a:lnTo>
                    <a:lnTo>
                      <a:pt x="29" y="61"/>
                    </a:lnTo>
                  </a:path>
                </a:pathLst>
              </a:custGeom>
              <a:noFill/>
              <a:ln w="0">
                <a:solidFill>
                  <a:srgbClr val="0000FF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783" name="Freeform 226">
                <a:extLst>
                  <a:ext uri="{FF2B5EF4-FFF2-40B4-BE49-F238E27FC236}">
                    <a16:creationId xmlns:a16="http://schemas.microsoft.com/office/drawing/2014/main" id="{0F5CDE9E-8B35-1023-71BB-DFFA1556A85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784" y="3239"/>
                <a:ext cx="44" cy="8"/>
              </a:xfrm>
              <a:custGeom>
                <a:avLst/>
                <a:gdLst>
                  <a:gd name="T0" fmla="*/ 0 w 308"/>
                  <a:gd name="T1" fmla="*/ 0 h 50"/>
                  <a:gd name="T2" fmla="*/ 0 w 308"/>
                  <a:gd name="T3" fmla="*/ 0 h 50"/>
                  <a:gd name="T4" fmla="*/ 0 w 308"/>
                  <a:gd name="T5" fmla="*/ 0 h 50"/>
                  <a:gd name="T6" fmla="*/ 0 w 308"/>
                  <a:gd name="T7" fmla="*/ 0 h 50"/>
                  <a:gd name="T8" fmla="*/ 0 w 308"/>
                  <a:gd name="T9" fmla="*/ 0 h 50"/>
                  <a:gd name="T10" fmla="*/ 0 w 308"/>
                  <a:gd name="T11" fmla="*/ 0 h 50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308"/>
                  <a:gd name="T19" fmla="*/ 0 h 50"/>
                  <a:gd name="T20" fmla="*/ 308 w 308"/>
                  <a:gd name="T21" fmla="*/ 50 h 50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308" h="50">
                    <a:moveTo>
                      <a:pt x="0" y="46"/>
                    </a:moveTo>
                    <a:lnTo>
                      <a:pt x="11" y="50"/>
                    </a:lnTo>
                    <a:lnTo>
                      <a:pt x="15" y="46"/>
                    </a:lnTo>
                    <a:lnTo>
                      <a:pt x="308" y="4"/>
                    </a:lnTo>
                    <a:lnTo>
                      <a:pt x="288" y="0"/>
                    </a:lnTo>
                    <a:lnTo>
                      <a:pt x="256" y="4"/>
                    </a:lnTo>
                  </a:path>
                </a:pathLst>
              </a:custGeom>
              <a:noFill/>
              <a:ln w="0">
                <a:solidFill>
                  <a:srgbClr val="0000FF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784" name="Freeform 227">
                <a:extLst>
                  <a:ext uri="{FF2B5EF4-FFF2-40B4-BE49-F238E27FC236}">
                    <a16:creationId xmlns:a16="http://schemas.microsoft.com/office/drawing/2014/main" id="{12FA2DCA-0CD2-CCD8-0AEF-2F288AC3A89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782" y="3245"/>
                <a:ext cx="19" cy="57"/>
              </a:xfrm>
              <a:custGeom>
                <a:avLst/>
                <a:gdLst>
                  <a:gd name="T0" fmla="*/ 0 w 143"/>
                  <a:gd name="T1" fmla="*/ 0 h 400"/>
                  <a:gd name="T2" fmla="*/ 0 w 143"/>
                  <a:gd name="T3" fmla="*/ 0 h 400"/>
                  <a:gd name="T4" fmla="*/ 0 w 143"/>
                  <a:gd name="T5" fmla="*/ 0 h 400"/>
                  <a:gd name="T6" fmla="*/ 0 w 143"/>
                  <a:gd name="T7" fmla="*/ 0 h 400"/>
                  <a:gd name="T8" fmla="*/ 0 w 143"/>
                  <a:gd name="T9" fmla="*/ 0 h 400"/>
                  <a:gd name="T10" fmla="*/ 0 w 143"/>
                  <a:gd name="T11" fmla="*/ 0 h 400"/>
                  <a:gd name="T12" fmla="*/ 0 w 143"/>
                  <a:gd name="T13" fmla="*/ 0 h 400"/>
                  <a:gd name="T14" fmla="*/ 0 w 143"/>
                  <a:gd name="T15" fmla="*/ 0 h 400"/>
                  <a:gd name="T16" fmla="*/ 0 w 143"/>
                  <a:gd name="T17" fmla="*/ 0 h 400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w 143"/>
                  <a:gd name="T28" fmla="*/ 0 h 400"/>
                  <a:gd name="T29" fmla="*/ 143 w 143"/>
                  <a:gd name="T30" fmla="*/ 400 h 400"/>
                </a:gdLst>
                <a:ahLst/>
                <a:cxnLst>
                  <a:cxn ang="T18">
                    <a:pos x="T0" y="T1"/>
                  </a:cxn>
                  <a:cxn ang="T19">
                    <a:pos x="T2" y="T3"/>
                  </a:cxn>
                  <a:cxn ang="T20">
                    <a:pos x="T4" y="T5"/>
                  </a:cxn>
                  <a:cxn ang="T21">
                    <a:pos x="T6" y="T7"/>
                  </a:cxn>
                  <a:cxn ang="T22">
                    <a:pos x="T8" y="T9"/>
                  </a:cxn>
                  <a:cxn ang="T23">
                    <a:pos x="T10" y="T11"/>
                  </a:cxn>
                  <a:cxn ang="T24">
                    <a:pos x="T12" y="T13"/>
                  </a:cxn>
                  <a:cxn ang="T25">
                    <a:pos x="T14" y="T15"/>
                  </a:cxn>
                  <a:cxn ang="T26">
                    <a:pos x="T16" y="T17"/>
                  </a:cxn>
                </a:cxnLst>
                <a:rect l="T27" t="T28" r="T29" b="T30"/>
                <a:pathLst>
                  <a:path w="143" h="400">
                    <a:moveTo>
                      <a:pt x="138" y="0"/>
                    </a:moveTo>
                    <a:lnTo>
                      <a:pt x="143" y="24"/>
                    </a:lnTo>
                    <a:lnTo>
                      <a:pt x="126" y="116"/>
                    </a:lnTo>
                    <a:lnTo>
                      <a:pt x="114" y="172"/>
                    </a:lnTo>
                    <a:lnTo>
                      <a:pt x="98" y="223"/>
                    </a:lnTo>
                    <a:lnTo>
                      <a:pt x="78" y="279"/>
                    </a:lnTo>
                    <a:lnTo>
                      <a:pt x="53" y="330"/>
                    </a:lnTo>
                    <a:lnTo>
                      <a:pt x="24" y="376"/>
                    </a:lnTo>
                    <a:lnTo>
                      <a:pt x="0" y="400"/>
                    </a:lnTo>
                  </a:path>
                </a:pathLst>
              </a:custGeom>
              <a:noFill/>
              <a:ln w="0">
                <a:solidFill>
                  <a:srgbClr val="0000FF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785" name="Freeform 228">
                <a:extLst>
                  <a:ext uri="{FF2B5EF4-FFF2-40B4-BE49-F238E27FC236}">
                    <a16:creationId xmlns:a16="http://schemas.microsoft.com/office/drawing/2014/main" id="{0E1BAEED-34FF-4D27-4BEC-0DD09528D88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800" y="3257"/>
                <a:ext cx="18" cy="43"/>
              </a:xfrm>
              <a:custGeom>
                <a:avLst/>
                <a:gdLst>
                  <a:gd name="T0" fmla="*/ 0 w 130"/>
                  <a:gd name="T1" fmla="*/ 0 h 305"/>
                  <a:gd name="T2" fmla="*/ 0 w 130"/>
                  <a:gd name="T3" fmla="*/ 0 h 305"/>
                  <a:gd name="T4" fmla="*/ 0 w 130"/>
                  <a:gd name="T5" fmla="*/ 0 h 305"/>
                  <a:gd name="T6" fmla="*/ 0 w 130"/>
                  <a:gd name="T7" fmla="*/ 0 h 305"/>
                  <a:gd name="T8" fmla="*/ 0 w 130"/>
                  <a:gd name="T9" fmla="*/ 0 h 305"/>
                  <a:gd name="T10" fmla="*/ 0 w 130"/>
                  <a:gd name="T11" fmla="*/ 0 h 305"/>
                  <a:gd name="T12" fmla="*/ 0 w 130"/>
                  <a:gd name="T13" fmla="*/ 0 h 305"/>
                  <a:gd name="T14" fmla="*/ 0 w 130"/>
                  <a:gd name="T15" fmla="*/ 0 h 305"/>
                  <a:gd name="T16" fmla="*/ 0 w 130"/>
                  <a:gd name="T17" fmla="*/ 0 h 305"/>
                  <a:gd name="T18" fmla="*/ 0 w 130"/>
                  <a:gd name="T19" fmla="*/ 0 h 305"/>
                  <a:gd name="T20" fmla="*/ 0 w 130"/>
                  <a:gd name="T21" fmla="*/ 0 h 305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w 130"/>
                  <a:gd name="T34" fmla="*/ 0 h 305"/>
                  <a:gd name="T35" fmla="*/ 130 w 130"/>
                  <a:gd name="T36" fmla="*/ 305 h 305"/>
                </a:gdLst>
                <a:ahLst/>
                <a:cxnLst>
                  <a:cxn ang="T22">
                    <a:pos x="T0" y="T1"/>
                  </a:cxn>
                  <a:cxn ang="T23">
                    <a:pos x="T2" y="T3"/>
                  </a:cxn>
                  <a:cxn ang="T24">
                    <a:pos x="T4" y="T5"/>
                  </a:cxn>
                  <a:cxn ang="T25">
                    <a:pos x="T6" y="T7"/>
                  </a:cxn>
                  <a:cxn ang="T26">
                    <a:pos x="T8" y="T9"/>
                  </a:cxn>
                  <a:cxn ang="T27">
                    <a:pos x="T10" y="T11"/>
                  </a:cxn>
                  <a:cxn ang="T28">
                    <a:pos x="T12" y="T13"/>
                  </a:cxn>
                  <a:cxn ang="T29">
                    <a:pos x="T14" y="T15"/>
                  </a:cxn>
                  <a:cxn ang="T30">
                    <a:pos x="T16" y="T17"/>
                  </a:cxn>
                  <a:cxn ang="T31">
                    <a:pos x="T18" y="T19"/>
                  </a:cxn>
                  <a:cxn ang="T32">
                    <a:pos x="T20" y="T21"/>
                  </a:cxn>
                </a:cxnLst>
                <a:rect l="T33" t="T34" r="T35" b="T36"/>
                <a:pathLst>
                  <a:path w="130" h="305">
                    <a:moveTo>
                      <a:pt x="16" y="30"/>
                    </a:moveTo>
                    <a:lnTo>
                      <a:pt x="32" y="35"/>
                    </a:lnTo>
                    <a:lnTo>
                      <a:pt x="130" y="20"/>
                    </a:lnTo>
                    <a:lnTo>
                      <a:pt x="122" y="0"/>
                    </a:lnTo>
                    <a:lnTo>
                      <a:pt x="110" y="76"/>
                    </a:lnTo>
                    <a:lnTo>
                      <a:pt x="89" y="188"/>
                    </a:lnTo>
                    <a:lnTo>
                      <a:pt x="74" y="244"/>
                    </a:lnTo>
                    <a:lnTo>
                      <a:pt x="57" y="285"/>
                    </a:lnTo>
                    <a:lnTo>
                      <a:pt x="49" y="305"/>
                    </a:lnTo>
                    <a:lnTo>
                      <a:pt x="0" y="228"/>
                    </a:lnTo>
                    <a:lnTo>
                      <a:pt x="49" y="295"/>
                    </a:lnTo>
                  </a:path>
                </a:pathLst>
              </a:custGeom>
              <a:noFill/>
              <a:ln w="0">
                <a:solidFill>
                  <a:srgbClr val="0000FF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786" name="Line 229">
                <a:extLst>
                  <a:ext uri="{FF2B5EF4-FFF2-40B4-BE49-F238E27FC236}">
                    <a16:creationId xmlns:a16="http://schemas.microsoft.com/office/drawing/2014/main" id="{E67AA825-F86B-9F59-6189-6ADDE98AF53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569" y="3331"/>
                <a:ext cx="254" cy="1"/>
              </a:xfrm>
              <a:prstGeom prst="line">
                <a:avLst/>
              </a:prstGeom>
              <a:noFill/>
              <a:ln w="0">
                <a:solidFill>
                  <a:srgbClr val="0000F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787" name="Line 230">
                <a:extLst>
                  <a:ext uri="{FF2B5EF4-FFF2-40B4-BE49-F238E27FC236}">
                    <a16:creationId xmlns:a16="http://schemas.microsoft.com/office/drawing/2014/main" id="{104FA9D0-1A14-5079-02DA-04115375C12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 flipV="1">
                <a:off x="4502" y="2969"/>
                <a:ext cx="67" cy="362"/>
              </a:xfrm>
              <a:prstGeom prst="line">
                <a:avLst/>
              </a:prstGeom>
              <a:noFill/>
              <a:ln w="0">
                <a:solidFill>
                  <a:srgbClr val="0000F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788" name="Line 231">
                <a:extLst>
                  <a:ext uri="{FF2B5EF4-FFF2-40B4-BE49-F238E27FC236}">
                    <a16:creationId xmlns:a16="http://schemas.microsoft.com/office/drawing/2014/main" id="{6EF389AF-5F2B-07CB-15FF-4AFF10C4C46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4507" y="3331"/>
                <a:ext cx="63" cy="174"/>
              </a:xfrm>
              <a:prstGeom prst="line">
                <a:avLst/>
              </a:prstGeom>
              <a:noFill/>
              <a:ln w="0">
                <a:solidFill>
                  <a:srgbClr val="0000F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789" name="Freeform 232">
                <a:extLst>
                  <a:ext uri="{FF2B5EF4-FFF2-40B4-BE49-F238E27FC236}">
                    <a16:creationId xmlns:a16="http://schemas.microsoft.com/office/drawing/2014/main" id="{C4900032-3B57-CF77-41FF-F08225EE535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507" y="2964"/>
                <a:ext cx="13" cy="4"/>
              </a:xfrm>
              <a:custGeom>
                <a:avLst/>
                <a:gdLst>
                  <a:gd name="T0" fmla="*/ 0 w 92"/>
                  <a:gd name="T1" fmla="*/ 0 h 28"/>
                  <a:gd name="T2" fmla="*/ 0 w 92"/>
                  <a:gd name="T3" fmla="*/ 0 h 28"/>
                  <a:gd name="T4" fmla="*/ 0 w 92"/>
                  <a:gd name="T5" fmla="*/ 0 h 28"/>
                  <a:gd name="T6" fmla="*/ 0 w 92"/>
                  <a:gd name="T7" fmla="*/ 0 h 28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92"/>
                  <a:gd name="T13" fmla="*/ 0 h 28"/>
                  <a:gd name="T14" fmla="*/ 92 w 92"/>
                  <a:gd name="T15" fmla="*/ 28 h 28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92" h="28">
                    <a:moveTo>
                      <a:pt x="87" y="28"/>
                    </a:moveTo>
                    <a:lnTo>
                      <a:pt x="92" y="0"/>
                    </a:lnTo>
                    <a:lnTo>
                      <a:pt x="0" y="0"/>
                    </a:lnTo>
                    <a:lnTo>
                      <a:pt x="87" y="28"/>
                    </a:lnTo>
                    <a:close/>
                  </a:path>
                </a:pathLst>
              </a:custGeom>
              <a:noFill/>
              <a:ln w="0">
                <a:solidFill>
                  <a:srgbClr val="0000FF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790" name="Freeform 233">
                <a:extLst>
                  <a:ext uri="{FF2B5EF4-FFF2-40B4-BE49-F238E27FC236}">
                    <a16:creationId xmlns:a16="http://schemas.microsoft.com/office/drawing/2014/main" id="{D0DF0D4C-99EC-9D26-5942-87397CEA092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507" y="3505"/>
                <a:ext cx="13" cy="4"/>
              </a:xfrm>
              <a:custGeom>
                <a:avLst/>
                <a:gdLst>
                  <a:gd name="T0" fmla="*/ 0 w 92"/>
                  <a:gd name="T1" fmla="*/ 0 h 28"/>
                  <a:gd name="T2" fmla="*/ 0 w 92"/>
                  <a:gd name="T3" fmla="*/ 0 h 28"/>
                  <a:gd name="T4" fmla="*/ 0 w 92"/>
                  <a:gd name="T5" fmla="*/ 0 h 28"/>
                  <a:gd name="T6" fmla="*/ 0 w 92"/>
                  <a:gd name="T7" fmla="*/ 0 h 28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92"/>
                  <a:gd name="T13" fmla="*/ 0 h 28"/>
                  <a:gd name="T14" fmla="*/ 92 w 92"/>
                  <a:gd name="T15" fmla="*/ 28 h 28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92" h="28">
                    <a:moveTo>
                      <a:pt x="87" y="28"/>
                    </a:moveTo>
                    <a:lnTo>
                      <a:pt x="92" y="0"/>
                    </a:lnTo>
                    <a:lnTo>
                      <a:pt x="0" y="0"/>
                    </a:lnTo>
                    <a:lnTo>
                      <a:pt x="87" y="28"/>
                    </a:lnTo>
                    <a:close/>
                  </a:path>
                </a:pathLst>
              </a:custGeom>
              <a:noFill/>
              <a:ln w="0">
                <a:solidFill>
                  <a:srgbClr val="0000FF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</p:grpSp>
      </p:grpSp>
      <p:sp>
        <p:nvSpPr>
          <p:cNvPr id="791" name="Text Box 234">
            <a:extLst>
              <a:ext uri="{FF2B5EF4-FFF2-40B4-BE49-F238E27FC236}">
                <a16:creationId xmlns:a16="http://schemas.microsoft.com/office/drawing/2014/main" id="{4E2B2559-58B2-D942-B2F6-3C550F575D5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588291" y="11608321"/>
            <a:ext cx="11145246" cy="64633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algn="l" defTabSz="1828800" hangingPunct="1">
              <a:spcBef>
                <a:spcPct val="50000"/>
              </a:spcBef>
              <a:defRPr/>
            </a:pPr>
            <a:r>
              <a:rPr lang="zh-CN" altLang="en-US" sz="3600" kern="1200" dirty="0">
                <a:solidFill>
                  <a:srgbClr val="003399"/>
                </a:solidFill>
                <a:latin typeface="等线" panose="020F0502020204030204"/>
                <a:ea typeface="微软雅黑" pitchFamily="34" charset="-122"/>
                <a:cs typeface="+mn-cs"/>
              </a:rPr>
              <a:t>正确                                                  不正确</a:t>
            </a:r>
          </a:p>
        </p:txBody>
      </p:sp>
      <p:grpSp>
        <p:nvGrpSpPr>
          <p:cNvPr id="792" name="Group 235">
            <a:extLst>
              <a:ext uri="{FF2B5EF4-FFF2-40B4-BE49-F238E27FC236}">
                <a16:creationId xmlns:a16="http://schemas.microsoft.com/office/drawing/2014/main" id="{A3A49D42-5FC0-0FB5-B1E2-8F81306CFB9B}"/>
              </a:ext>
            </a:extLst>
          </p:cNvPr>
          <p:cNvGrpSpPr>
            <a:grpSpLocks/>
          </p:cNvGrpSpPr>
          <p:nvPr/>
        </p:nvGrpSpPr>
        <p:grpSpPr bwMode="auto">
          <a:xfrm>
            <a:off x="4419601" y="5788545"/>
            <a:ext cx="14017626" cy="5695950"/>
            <a:chOff x="816" y="2092"/>
            <a:chExt cx="4415" cy="1794"/>
          </a:xfrm>
        </p:grpSpPr>
        <p:grpSp>
          <p:nvGrpSpPr>
            <p:cNvPr id="793" name="Group 236">
              <a:extLst>
                <a:ext uri="{FF2B5EF4-FFF2-40B4-BE49-F238E27FC236}">
                  <a16:creationId xmlns:a16="http://schemas.microsoft.com/office/drawing/2014/main" id="{71494F93-92E0-EC4F-8DF9-F2B5D3871626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816" y="2095"/>
              <a:ext cx="4415" cy="1791"/>
              <a:chOff x="816" y="2095"/>
              <a:chExt cx="4415" cy="1791"/>
            </a:xfrm>
          </p:grpSpPr>
          <p:sp>
            <p:nvSpPr>
              <p:cNvPr id="800" name="Line 237">
                <a:extLst>
                  <a:ext uri="{FF2B5EF4-FFF2-40B4-BE49-F238E27FC236}">
                    <a16:creationId xmlns:a16="http://schemas.microsoft.com/office/drawing/2014/main" id="{7C3AD6A0-BF8C-A675-7913-DD33BE677F9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362" y="2551"/>
                <a:ext cx="45" cy="1"/>
              </a:xfrm>
              <a:prstGeom prst="line">
                <a:avLst/>
              </a:prstGeom>
              <a:noFill/>
              <a:ln w="0">
                <a:solidFill>
                  <a:srgbClr val="0000F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801" name="Line 238">
                <a:extLst>
                  <a:ext uri="{FF2B5EF4-FFF2-40B4-BE49-F238E27FC236}">
                    <a16:creationId xmlns:a16="http://schemas.microsoft.com/office/drawing/2014/main" id="{F1FB322A-7BDD-2C67-28E1-139F4DF0AB1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431" y="2551"/>
                <a:ext cx="46" cy="1"/>
              </a:xfrm>
              <a:prstGeom prst="line">
                <a:avLst/>
              </a:prstGeom>
              <a:noFill/>
              <a:ln w="0">
                <a:solidFill>
                  <a:srgbClr val="0000F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802" name="Line 239">
                <a:extLst>
                  <a:ext uri="{FF2B5EF4-FFF2-40B4-BE49-F238E27FC236}">
                    <a16:creationId xmlns:a16="http://schemas.microsoft.com/office/drawing/2014/main" id="{FE5577EA-9078-31C2-EAA2-0D14419F523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501" y="2551"/>
                <a:ext cx="46" cy="1"/>
              </a:xfrm>
              <a:prstGeom prst="line">
                <a:avLst/>
              </a:prstGeom>
              <a:noFill/>
              <a:ln w="0">
                <a:solidFill>
                  <a:srgbClr val="0000F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803" name="Line 240">
                <a:extLst>
                  <a:ext uri="{FF2B5EF4-FFF2-40B4-BE49-F238E27FC236}">
                    <a16:creationId xmlns:a16="http://schemas.microsoft.com/office/drawing/2014/main" id="{6538A949-AD00-A912-8322-D6D62847EB1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570" y="2551"/>
                <a:ext cx="48" cy="1"/>
              </a:xfrm>
              <a:prstGeom prst="line">
                <a:avLst/>
              </a:prstGeom>
              <a:noFill/>
              <a:ln w="0">
                <a:solidFill>
                  <a:srgbClr val="0000F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804" name="Line 241">
                <a:extLst>
                  <a:ext uri="{FF2B5EF4-FFF2-40B4-BE49-F238E27FC236}">
                    <a16:creationId xmlns:a16="http://schemas.microsoft.com/office/drawing/2014/main" id="{3BC84C31-0D70-9342-3AB5-E8D474050B9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640" y="2551"/>
                <a:ext cx="47" cy="1"/>
              </a:xfrm>
              <a:prstGeom prst="line">
                <a:avLst/>
              </a:prstGeom>
              <a:noFill/>
              <a:ln w="0">
                <a:solidFill>
                  <a:srgbClr val="0000F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805" name="Line 242">
                <a:extLst>
                  <a:ext uri="{FF2B5EF4-FFF2-40B4-BE49-F238E27FC236}">
                    <a16:creationId xmlns:a16="http://schemas.microsoft.com/office/drawing/2014/main" id="{D2A9A975-18D5-B92A-287B-E85BE78DD7F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711" y="2551"/>
                <a:ext cx="46" cy="1"/>
              </a:xfrm>
              <a:prstGeom prst="line">
                <a:avLst/>
              </a:prstGeom>
              <a:noFill/>
              <a:ln w="0">
                <a:solidFill>
                  <a:srgbClr val="0000F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806" name="Line 243">
                <a:extLst>
                  <a:ext uri="{FF2B5EF4-FFF2-40B4-BE49-F238E27FC236}">
                    <a16:creationId xmlns:a16="http://schemas.microsoft.com/office/drawing/2014/main" id="{16B7C5DB-397E-905B-681C-1B218ECE7AB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781" y="2551"/>
                <a:ext cx="45" cy="1"/>
              </a:xfrm>
              <a:prstGeom prst="line">
                <a:avLst/>
              </a:prstGeom>
              <a:noFill/>
              <a:ln w="0">
                <a:solidFill>
                  <a:srgbClr val="0000F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807" name="Freeform 244">
                <a:extLst>
                  <a:ext uri="{FF2B5EF4-FFF2-40B4-BE49-F238E27FC236}">
                    <a16:creationId xmlns:a16="http://schemas.microsoft.com/office/drawing/2014/main" id="{5FA21A0B-F518-5891-F7ED-77C730BA9ED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322" y="2676"/>
                <a:ext cx="10" cy="19"/>
              </a:xfrm>
              <a:custGeom>
                <a:avLst/>
                <a:gdLst>
                  <a:gd name="T0" fmla="*/ 0 w 56"/>
                  <a:gd name="T1" fmla="*/ 0 h 113"/>
                  <a:gd name="T2" fmla="*/ 0 w 56"/>
                  <a:gd name="T3" fmla="*/ 0 h 113"/>
                  <a:gd name="T4" fmla="*/ 0 w 56"/>
                  <a:gd name="T5" fmla="*/ 0 h 113"/>
                  <a:gd name="T6" fmla="*/ 0 w 56"/>
                  <a:gd name="T7" fmla="*/ 0 h 113"/>
                  <a:gd name="T8" fmla="*/ 0 w 56"/>
                  <a:gd name="T9" fmla="*/ 0 h 113"/>
                  <a:gd name="T10" fmla="*/ 0 w 56"/>
                  <a:gd name="T11" fmla="*/ 0 h 113"/>
                  <a:gd name="T12" fmla="*/ 0 w 56"/>
                  <a:gd name="T13" fmla="*/ 0 h 113"/>
                  <a:gd name="T14" fmla="*/ 0 w 56"/>
                  <a:gd name="T15" fmla="*/ 0 h 113"/>
                  <a:gd name="T16" fmla="*/ 0 w 56"/>
                  <a:gd name="T17" fmla="*/ 0 h 113"/>
                  <a:gd name="T18" fmla="*/ 0 w 56"/>
                  <a:gd name="T19" fmla="*/ 0 h 113"/>
                  <a:gd name="T20" fmla="*/ 0 w 56"/>
                  <a:gd name="T21" fmla="*/ 0 h 113"/>
                  <a:gd name="T22" fmla="*/ 0 w 56"/>
                  <a:gd name="T23" fmla="*/ 0 h 113"/>
                  <a:gd name="T24" fmla="*/ 0 w 56"/>
                  <a:gd name="T25" fmla="*/ 0 h 113"/>
                  <a:gd name="T26" fmla="*/ 0 w 56"/>
                  <a:gd name="T27" fmla="*/ 0 h 113"/>
                  <a:gd name="T28" fmla="*/ 0 w 56"/>
                  <a:gd name="T29" fmla="*/ 0 h 113"/>
                  <a:gd name="T30" fmla="*/ 0 w 56"/>
                  <a:gd name="T31" fmla="*/ 0 h 113"/>
                  <a:gd name="T32" fmla="*/ 0 w 56"/>
                  <a:gd name="T33" fmla="*/ 0 h 113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w 56"/>
                  <a:gd name="T52" fmla="*/ 0 h 113"/>
                  <a:gd name="T53" fmla="*/ 56 w 56"/>
                  <a:gd name="T54" fmla="*/ 113 h 113"/>
                </a:gdLst>
                <a:ahLst/>
                <a:cxnLst>
                  <a:cxn ang="T34">
                    <a:pos x="T0" y="T1"/>
                  </a:cxn>
                  <a:cxn ang="T35">
                    <a:pos x="T2" y="T3"/>
                  </a:cxn>
                  <a:cxn ang="T36">
                    <a:pos x="T4" y="T5"/>
                  </a:cxn>
                  <a:cxn ang="T37">
                    <a:pos x="T6" y="T7"/>
                  </a:cxn>
                  <a:cxn ang="T38">
                    <a:pos x="T8" y="T9"/>
                  </a:cxn>
                  <a:cxn ang="T39">
                    <a:pos x="T10" y="T11"/>
                  </a:cxn>
                  <a:cxn ang="T40">
                    <a:pos x="T12" y="T13"/>
                  </a:cxn>
                  <a:cxn ang="T41">
                    <a:pos x="T14" y="T15"/>
                  </a:cxn>
                  <a:cxn ang="T42">
                    <a:pos x="T16" y="T17"/>
                  </a:cxn>
                  <a:cxn ang="T43">
                    <a:pos x="T18" y="T19"/>
                  </a:cxn>
                  <a:cxn ang="T44">
                    <a:pos x="T20" y="T21"/>
                  </a:cxn>
                  <a:cxn ang="T45">
                    <a:pos x="T22" y="T23"/>
                  </a:cxn>
                  <a:cxn ang="T46">
                    <a:pos x="T24" y="T25"/>
                  </a:cxn>
                  <a:cxn ang="T47">
                    <a:pos x="T26" y="T27"/>
                  </a:cxn>
                  <a:cxn ang="T48">
                    <a:pos x="T28" y="T29"/>
                  </a:cxn>
                  <a:cxn ang="T49">
                    <a:pos x="T30" y="T31"/>
                  </a:cxn>
                  <a:cxn ang="T50">
                    <a:pos x="T32" y="T33"/>
                  </a:cxn>
                </a:cxnLst>
                <a:rect l="T51" t="T52" r="T53" b="T54"/>
                <a:pathLst>
                  <a:path w="56" h="113">
                    <a:moveTo>
                      <a:pt x="56" y="57"/>
                    </a:moveTo>
                    <a:lnTo>
                      <a:pt x="56" y="113"/>
                    </a:lnTo>
                    <a:lnTo>
                      <a:pt x="44" y="112"/>
                    </a:lnTo>
                    <a:lnTo>
                      <a:pt x="32" y="108"/>
                    </a:lnTo>
                    <a:lnTo>
                      <a:pt x="22" y="101"/>
                    </a:lnTo>
                    <a:lnTo>
                      <a:pt x="13" y="92"/>
                    </a:lnTo>
                    <a:lnTo>
                      <a:pt x="6" y="82"/>
                    </a:lnTo>
                    <a:lnTo>
                      <a:pt x="1" y="70"/>
                    </a:lnTo>
                    <a:lnTo>
                      <a:pt x="0" y="57"/>
                    </a:lnTo>
                    <a:lnTo>
                      <a:pt x="1" y="45"/>
                    </a:lnTo>
                    <a:lnTo>
                      <a:pt x="6" y="32"/>
                    </a:lnTo>
                    <a:lnTo>
                      <a:pt x="13" y="22"/>
                    </a:lnTo>
                    <a:lnTo>
                      <a:pt x="22" y="13"/>
                    </a:lnTo>
                    <a:lnTo>
                      <a:pt x="32" y="7"/>
                    </a:lnTo>
                    <a:lnTo>
                      <a:pt x="44" y="2"/>
                    </a:lnTo>
                    <a:lnTo>
                      <a:pt x="56" y="0"/>
                    </a:lnTo>
                    <a:lnTo>
                      <a:pt x="56" y="57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808" name="Freeform 245">
                <a:extLst>
                  <a:ext uri="{FF2B5EF4-FFF2-40B4-BE49-F238E27FC236}">
                    <a16:creationId xmlns:a16="http://schemas.microsoft.com/office/drawing/2014/main" id="{AF80B9EE-B83A-2649-CE62-719AEADB019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322" y="2676"/>
                <a:ext cx="10" cy="19"/>
              </a:xfrm>
              <a:custGeom>
                <a:avLst/>
                <a:gdLst>
                  <a:gd name="T0" fmla="*/ 0 w 56"/>
                  <a:gd name="T1" fmla="*/ 0 h 113"/>
                  <a:gd name="T2" fmla="*/ 0 w 56"/>
                  <a:gd name="T3" fmla="*/ 0 h 113"/>
                  <a:gd name="T4" fmla="*/ 0 w 56"/>
                  <a:gd name="T5" fmla="*/ 0 h 113"/>
                  <a:gd name="T6" fmla="*/ 0 w 56"/>
                  <a:gd name="T7" fmla="*/ 0 h 113"/>
                  <a:gd name="T8" fmla="*/ 0 w 56"/>
                  <a:gd name="T9" fmla="*/ 0 h 113"/>
                  <a:gd name="T10" fmla="*/ 0 w 56"/>
                  <a:gd name="T11" fmla="*/ 0 h 113"/>
                  <a:gd name="T12" fmla="*/ 0 w 56"/>
                  <a:gd name="T13" fmla="*/ 0 h 113"/>
                  <a:gd name="T14" fmla="*/ 0 w 56"/>
                  <a:gd name="T15" fmla="*/ 0 h 113"/>
                  <a:gd name="T16" fmla="*/ 0 w 56"/>
                  <a:gd name="T17" fmla="*/ 0 h 113"/>
                  <a:gd name="T18" fmla="*/ 0 w 56"/>
                  <a:gd name="T19" fmla="*/ 0 h 113"/>
                  <a:gd name="T20" fmla="*/ 0 w 56"/>
                  <a:gd name="T21" fmla="*/ 0 h 113"/>
                  <a:gd name="T22" fmla="*/ 0 w 56"/>
                  <a:gd name="T23" fmla="*/ 0 h 113"/>
                  <a:gd name="T24" fmla="*/ 0 w 56"/>
                  <a:gd name="T25" fmla="*/ 0 h 113"/>
                  <a:gd name="T26" fmla="*/ 0 w 56"/>
                  <a:gd name="T27" fmla="*/ 0 h 113"/>
                  <a:gd name="T28" fmla="*/ 0 w 56"/>
                  <a:gd name="T29" fmla="*/ 0 h 113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w 56"/>
                  <a:gd name="T46" fmla="*/ 0 h 113"/>
                  <a:gd name="T47" fmla="*/ 56 w 56"/>
                  <a:gd name="T48" fmla="*/ 113 h 113"/>
                </a:gdLst>
                <a:ahLst/>
                <a:cxnLst>
                  <a:cxn ang="T30">
                    <a:pos x="T0" y="T1"/>
                  </a:cxn>
                  <a:cxn ang="T31">
                    <a:pos x="T2" y="T3"/>
                  </a:cxn>
                  <a:cxn ang="T32">
                    <a:pos x="T4" y="T5"/>
                  </a:cxn>
                  <a:cxn ang="T33">
                    <a:pos x="T6" y="T7"/>
                  </a:cxn>
                  <a:cxn ang="T34">
                    <a:pos x="T8" y="T9"/>
                  </a:cxn>
                  <a:cxn ang="T35">
                    <a:pos x="T10" y="T11"/>
                  </a:cxn>
                  <a:cxn ang="T36">
                    <a:pos x="T12" y="T13"/>
                  </a:cxn>
                  <a:cxn ang="T37">
                    <a:pos x="T14" y="T15"/>
                  </a:cxn>
                  <a:cxn ang="T38">
                    <a:pos x="T16" y="T17"/>
                  </a:cxn>
                  <a:cxn ang="T39">
                    <a:pos x="T18" y="T19"/>
                  </a:cxn>
                  <a:cxn ang="T40">
                    <a:pos x="T20" y="T21"/>
                  </a:cxn>
                  <a:cxn ang="T41">
                    <a:pos x="T22" y="T23"/>
                  </a:cxn>
                  <a:cxn ang="T42">
                    <a:pos x="T24" y="T25"/>
                  </a:cxn>
                  <a:cxn ang="T43">
                    <a:pos x="T26" y="T27"/>
                  </a:cxn>
                  <a:cxn ang="T44">
                    <a:pos x="T28" y="T29"/>
                  </a:cxn>
                </a:cxnLst>
                <a:rect l="T45" t="T46" r="T47" b="T48"/>
                <a:pathLst>
                  <a:path w="56" h="113">
                    <a:moveTo>
                      <a:pt x="56" y="113"/>
                    </a:moveTo>
                    <a:lnTo>
                      <a:pt x="44" y="112"/>
                    </a:lnTo>
                    <a:lnTo>
                      <a:pt x="32" y="108"/>
                    </a:lnTo>
                    <a:lnTo>
                      <a:pt x="22" y="101"/>
                    </a:lnTo>
                    <a:lnTo>
                      <a:pt x="13" y="92"/>
                    </a:lnTo>
                    <a:lnTo>
                      <a:pt x="6" y="82"/>
                    </a:lnTo>
                    <a:lnTo>
                      <a:pt x="1" y="70"/>
                    </a:lnTo>
                    <a:lnTo>
                      <a:pt x="0" y="57"/>
                    </a:lnTo>
                    <a:lnTo>
                      <a:pt x="1" y="45"/>
                    </a:lnTo>
                    <a:lnTo>
                      <a:pt x="6" y="32"/>
                    </a:lnTo>
                    <a:lnTo>
                      <a:pt x="13" y="22"/>
                    </a:lnTo>
                    <a:lnTo>
                      <a:pt x="22" y="13"/>
                    </a:lnTo>
                    <a:lnTo>
                      <a:pt x="32" y="7"/>
                    </a:lnTo>
                    <a:lnTo>
                      <a:pt x="44" y="2"/>
                    </a:lnTo>
                    <a:lnTo>
                      <a:pt x="56" y="0"/>
                    </a:lnTo>
                  </a:path>
                </a:pathLst>
              </a:cu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809" name="Freeform 246">
                <a:extLst>
                  <a:ext uri="{FF2B5EF4-FFF2-40B4-BE49-F238E27FC236}">
                    <a16:creationId xmlns:a16="http://schemas.microsoft.com/office/drawing/2014/main" id="{060E746C-8233-774D-5A1B-D3962C8AAB5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332" y="2676"/>
                <a:ext cx="524" cy="19"/>
              </a:xfrm>
              <a:custGeom>
                <a:avLst/>
                <a:gdLst>
                  <a:gd name="T0" fmla="*/ 0 w 3110"/>
                  <a:gd name="T1" fmla="*/ 0 h 113"/>
                  <a:gd name="T2" fmla="*/ 0 w 3110"/>
                  <a:gd name="T3" fmla="*/ 0 h 113"/>
                  <a:gd name="T4" fmla="*/ 0 w 3110"/>
                  <a:gd name="T5" fmla="*/ 0 h 113"/>
                  <a:gd name="T6" fmla="*/ 0 w 3110"/>
                  <a:gd name="T7" fmla="*/ 0 h 113"/>
                  <a:gd name="T8" fmla="*/ 0 w 3110"/>
                  <a:gd name="T9" fmla="*/ 0 h 113"/>
                  <a:gd name="T10" fmla="*/ 0 w 3110"/>
                  <a:gd name="T11" fmla="*/ 0 h 113"/>
                  <a:gd name="T12" fmla="*/ 0 w 3110"/>
                  <a:gd name="T13" fmla="*/ 0 h 113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3110"/>
                  <a:gd name="T22" fmla="*/ 0 h 113"/>
                  <a:gd name="T23" fmla="*/ 3110 w 3110"/>
                  <a:gd name="T24" fmla="*/ 113 h 113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3110" h="113">
                    <a:moveTo>
                      <a:pt x="0" y="0"/>
                    </a:moveTo>
                    <a:lnTo>
                      <a:pt x="0" y="57"/>
                    </a:lnTo>
                    <a:lnTo>
                      <a:pt x="0" y="113"/>
                    </a:lnTo>
                    <a:lnTo>
                      <a:pt x="3110" y="113"/>
                    </a:lnTo>
                    <a:lnTo>
                      <a:pt x="3110" y="57"/>
                    </a:lnTo>
                    <a:lnTo>
                      <a:pt x="3110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810" name="Freeform 247">
                <a:extLst>
                  <a:ext uri="{FF2B5EF4-FFF2-40B4-BE49-F238E27FC236}">
                    <a16:creationId xmlns:a16="http://schemas.microsoft.com/office/drawing/2014/main" id="{1696D5F1-84B6-E764-EB1B-8385D2521E2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332" y="2676"/>
                <a:ext cx="524" cy="19"/>
              </a:xfrm>
              <a:custGeom>
                <a:avLst/>
                <a:gdLst>
                  <a:gd name="T0" fmla="*/ 0 w 3110"/>
                  <a:gd name="T1" fmla="*/ 0 h 113"/>
                  <a:gd name="T2" fmla="*/ 0 w 3110"/>
                  <a:gd name="T3" fmla="*/ 0 h 113"/>
                  <a:gd name="T4" fmla="*/ 0 w 3110"/>
                  <a:gd name="T5" fmla="*/ 0 h 113"/>
                  <a:gd name="T6" fmla="*/ 0 w 3110"/>
                  <a:gd name="T7" fmla="*/ 0 h 113"/>
                  <a:gd name="T8" fmla="*/ 0 w 3110"/>
                  <a:gd name="T9" fmla="*/ 0 h 113"/>
                  <a:gd name="T10" fmla="*/ 0 w 3110"/>
                  <a:gd name="T11" fmla="*/ 0 h 113"/>
                  <a:gd name="T12" fmla="*/ 0 w 3110"/>
                  <a:gd name="T13" fmla="*/ 0 h 113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3110"/>
                  <a:gd name="T22" fmla="*/ 0 h 113"/>
                  <a:gd name="T23" fmla="*/ 3110 w 3110"/>
                  <a:gd name="T24" fmla="*/ 113 h 113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3110" h="113">
                    <a:moveTo>
                      <a:pt x="0" y="0"/>
                    </a:moveTo>
                    <a:lnTo>
                      <a:pt x="0" y="57"/>
                    </a:lnTo>
                    <a:lnTo>
                      <a:pt x="0" y="113"/>
                    </a:lnTo>
                    <a:lnTo>
                      <a:pt x="3110" y="113"/>
                    </a:lnTo>
                    <a:lnTo>
                      <a:pt x="3110" y="57"/>
                    </a:lnTo>
                    <a:lnTo>
                      <a:pt x="3110" y="0"/>
                    </a:lnTo>
                    <a:lnTo>
                      <a:pt x="0" y="0"/>
                    </a:lnTo>
                    <a:close/>
                  </a:path>
                </a:pathLst>
              </a:cu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811" name="Freeform 248">
                <a:extLst>
                  <a:ext uri="{FF2B5EF4-FFF2-40B4-BE49-F238E27FC236}">
                    <a16:creationId xmlns:a16="http://schemas.microsoft.com/office/drawing/2014/main" id="{5D58EA13-182E-4409-9D54-82CC2434A16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856" y="2676"/>
                <a:ext cx="10" cy="19"/>
              </a:xfrm>
              <a:custGeom>
                <a:avLst/>
                <a:gdLst>
                  <a:gd name="T0" fmla="*/ 0 w 57"/>
                  <a:gd name="T1" fmla="*/ 0 h 113"/>
                  <a:gd name="T2" fmla="*/ 0 w 57"/>
                  <a:gd name="T3" fmla="*/ 0 h 113"/>
                  <a:gd name="T4" fmla="*/ 0 w 57"/>
                  <a:gd name="T5" fmla="*/ 0 h 113"/>
                  <a:gd name="T6" fmla="*/ 0 w 57"/>
                  <a:gd name="T7" fmla="*/ 0 h 113"/>
                  <a:gd name="T8" fmla="*/ 0 w 57"/>
                  <a:gd name="T9" fmla="*/ 0 h 113"/>
                  <a:gd name="T10" fmla="*/ 0 w 57"/>
                  <a:gd name="T11" fmla="*/ 0 h 113"/>
                  <a:gd name="T12" fmla="*/ 0 w 57"/>
                  <a:gd name="T13" fmla="*/ 0 h 113"/>
                  <a:gd name="T14" fmla="*/ 0 w 57"/>
                  <a:gd name="T15" fmla="*/ 0 h 113"/>
                  <a:gd name="T16" fmla="*/ 0 w 57"/>
                  <a:gd name="T17" fmla="*/ 0 h 113"/>
                  <a:gd name="T18" fmla="*/ 0 w 57"/>
                  <a:gd name="T19" fmla="*/ 0 h 113"/>
                  <a:gd name="T20" fmla="*/ 0 w 57"/>
                  <a:gd name="T21" fmla="*/ 0 h 113"/>
                  <a:gd name="T22" fmla="*/ 0 w 57"/>
                  <a:gd name="T23" fmla="*/ 0 h 113"/>
                  <a:gd name="T24" fmla="*/ 0 w 57"/>
                  <a:gd name="T25" fmla="*/ 0 h 113"/>
                  <a:gd name="T26" fmla="*/ 0 w 57"/>
                  <a:gd name="T27" fmla="*/ 0 h 113"/>
                  <a:gd name="T28" fmla="*/ 0 w 57"/>
                  <a:gd name="T29" fmla="*/ 0 h 113"/>
                  <a:gd name="T30" fmla="*/ 0 w 57"/>
                  <a:gd name="T31" fmla="*/ 0 h 113"/>
                  <a:gd name="T32" fmla="*/ 0 w 57"/>
                  <a:gd name="T33" fmla="*/ 0 h 113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w 57"/>
                  <a:gd name="T52" fmla="*/ 0 h 113"/>
                  <a:gd name="T53" fmla="*/ 57 w 57"/>
                  <a:gd name="T54" fmla="*/ 113 h 113"/>
                </a:gdLst>
                <a:ahLst/>
                <a:cxnLst>
                  <a:cxn ang="T34">
                    <a:pos x="T0" y="T1"/>
                  </a:cxn>
                  <a:cxn ang="T35">
                    <a:pos x="T2" y="T3"/>
                  </a:cxn>
                  <a:cxn ang="T36">
                    <a:pos x="T4" y="T5"/>
                  </a:cxn>
                  <a:cxn ang="T37">
                    <a:pos x="T6" y="T7"/>
                  </a:cxn>
                  <a:cxn ang="T38">
                    <a:pos x="T8" y="T9"/>
                  </a:cxn>
                  <a:cxn ang="T39">
                    <a:pos x="T10" y="T11"/>
                  </a:cxn>
                  <a:cxn ang="T40">
                    <a:pos x="T12" y="T13"/>
                  </a:cxn>
                  <a:cxn ang="T41">
                    <a:pos x="T14" y="T15"/>
                  </a:cxn>
                  <a:cxn ang="T42">
                    <a:pos x="T16" y="T17"/>
                  </a:cxn>
                  <a:cxn ang="T43">
                    <a:pos x="T18" y="T19"/>
                  </a:cxn>
                  <a:cxn ang="T44">
                    <a:pos x="T20" y="T21"/>
                  </a:cxn>
                  <a:cxn ang="T45">
                    <a:pos x="T22" y="T23"/>
                  </a:cxn>
                  <a:cxn ang="T46">
                    <a:pos x="T24" y="T25"/>
                  </a:cxn>
                  <a:cxn ang="T47">
                    <a:pos x="T26" y="T27"/>
                  </a:cxn>
                  <a:cxn ang="T48">
                    <a:pos x="T28" y="T29"/>
                  </a:cxn>
                  <a:cxn ang="T49">
                    <a:pos x="T30" y="T31"/>
                  </a:cxn>
                  <a:cxn ang="T50">
                    <a:pos x="T32" y="T33"/>
                  </a:cxn>
                </a:cxnLst>
                <a:rect l="T51" t="T52" r="T53" b="T54"/>
                <a:pathLst>
                  <a:path w="57" h="113">
                    <a:moveTo>
                      <a:pt x="0" y="57"/>
                    </a:moveTo>
                    <a:lnTo>
                      <a:pt x="0" y="0"/>
                    </a:lnTo>
                    <a:lnTo>
                      <a:pt x="13" y="2"/>
                    </a:lnTo>
                    <a:lnTo>
                      <a:pt x="25" y="7"/>
                    </a:lnTo>
                    <a:lnTo>
                      <a:pt x="35" y="13"/>
                    </a:lnTo>
                    <a:lnTo>
                      <a:pt x="44" y="22"/>
                    </a:lnTo>
                    <a:lnTo>
                      <a:pt x="51" y="32"/>
                    </a:lnTo>
                    <a:lnTo>
                      <a:pt x="55" y="45"/>
                    </a:lnTo>
                    <a:lnTo>
                      <a:pt x="57" y="57"/>
                    </a:lnTo>
                    <a:lnTo>
                      <a:pt x="55" y="70"/>
                    </a:lnTo>
                    <a:lnTo>
                      <a:pt x="51" y="82"/>
                    </a:lnTo>
                    <a:lnTo>
                      <a:pt x="44" y="92"/>
                    </a:lnTo>
                    <a:lnTo>
                      <a:pt x="35" y="101"/>
                    </a:lnTo>
                    <a:lnTo>
                      <a:pt x="25" y="108"/>
                    </a:lnTo>
                    <a:lnTo>
                      <a:pt x="13" y="112"/>
                    </a:lnTo>
                    <a:lnTo>
                      <a:pt x="0" y="113"/>
                    </a:lnTo>
                    <a:lnTo>
                      <a:pt x="0" y="57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812" name="Freeform 249">
                <a:extLst>
                  <a:ext uri="{FF2B5EF4-FFF2-40B4-BE49-F238E27FC236}">
                    <a16:creationId xmlns:a16="http://schemas.microsoft.com/office/drawing/2014/main" id="{E4668D93-E30B-8EBF-4AE9-BB4295149EE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856" y="2676"/>
                <a:ext cx="10" cy="19"/>
              </a:xfrm>
              <a:custGeom>
                <a:avLst/>
                <a:gdLst>
                  <a:gd name="T0" fmla="*/ 0 w 57"/>
                  <a:gd name="T1" fmla="*/ 0 h 113"/>
                  <a:gd name="T2" fmla="*/ 0 w 57"/>
                  <a:gd name="T3" fmla="*/ 0 h 113"/>
                  <a:gd name="T4" fmla="*/ 0 w 57"/>
                  <a:gd name="T5" fmla="*/ 0 h 113"/>
                  <a:gd name="T6" fmla="*/ 0 w 57"/>
                  <a:gd name="T7" fmla="*/ 0 h 113"/>
                  <a:gd name="T8" fmla="*/ 0 w 57"/>
                  <a:gd name="T9" fmla="*/ 0 h 113"/>
                  <a:gd name="T10" fmla="*/ 0 w 57"/>
                  <a:gd name="T11" fmla="*/ 0 h 113"/>
                  <a:gd name="T12" fmla="*/ 0 w 57"/>
                  <a:gd name="T13" fmla="*/ 0 h 113"/>
                  <a:gd name="T14" fmla="*/ 0 w 57"/>
                  <a:gd name="T15" fmla="*/ 0 h 113"/>
                  <a:gd name="T16" fmla="*/ 0 w 57"/>
                  <a:gd name="T17" fmla="*/ 0 h 113"/>
                  <a:gd name="T18" fmla="*/ 0 w 57"/>
                  <a:gd name="T19" fmla="*/ 0 h 113"/>
                  <a:gd name="T20" fmla="*/ 0 w 57"/>
                  <a:gd name="T21" fmla="*/ 0 h 113"/>
                  <a:gd name="T22" fmla="*/ 0 w 57"/>
                  <a:gd name="T23" fmla="*/ 0 h 113"/>
                  <a:gd name="T24" fmla="*/ 0 w 57"/>
                  <a:gd name="T25" fmla="*/ 0 h 113"/>
                  <a:gd name="T26" fmla="*/ 0 w 57"/>
                  <a:gd name="T27" fmla="*/ 0 h 113"/>
                  <a:gd name="T28" fmla="*/ 0 w 57"/>
                  <a:gd name="T29" fmla="*/ 0 h 113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w 57"/>
                  <a:gd name="T46" fmla="*/ 0 h 113"/>
                  <a:gd name="T47" fmla="*/ 57 w 57"/>
                  <a:gd name="T48" fmla="*/ 113 h 113"/>
                </a:gdLst>
                <a:ahLst/>
                <a:cxnLst>
                  <a:cxn ang="T30">
                    <a:pos x="T0" y="T1"/>
                  </a:cxn>
                  <a:cxn ang="T31">
                    <a:pos x="T2" y="T3"/>
                  </a:cxn>
                  <a:cxn ang="T32">
                    <a:pos x="T4" y="T5"/>
                  </a:cxn>
                  <a:cxn ang="T33">
                    <a:pos x="T6" y="T7"/>
                  </a:cxn>
                  <a:cxn ang="T34">
                    <a:pos x="T8" y="T9"/>
                  </a:cxn>
                  <a:cxn ang="T35">
                    <a:pos x="T10" y="T11"/>
                  </a:cxn>
                  <a:cxn ang="T36">
                    <a:pos x="T12" y="T13"/>
                  </a:cxn>
                  <a:cxn ang="T37">
                    <a:pos x="T14" y="T15"/>
                  </a:cxn>
                  <a:cxn ang="T38">
                    <a:pos x="T16" y="T17"/>
                  </a:cxn>
                  <a:cxn ang="T39">
                    <a:pos x="T18" y="T19"/>
                  </a:cxn>
                  <a:cxn ang="T40">
                    <a:pos x="T20" y="T21"/>
                  </a:cxn>
                  <a:cxn ang="T41">
                    <a:pos x="T22" y="T23"/>
                  </a:cxn>
                  <a:cxn ang="T42">
                    <a:pos x="T24" y="T25"/>
                  </a:cxn>
                  <a:cxn ang="T43">
                    <a:pos x="T26" y="T27"/>
                  </a:cxn>
                  <a:cxn ang="T44">
                    <a:pos x="T28" y="T29"/>
                  </a:cxn>
                </a:cxnLst>
                <a:rect l="T45" t="T46" r="T47" b="T48"/>
                <a:pathLst>
                  <a:path w="57" h="113">
                    <a:moveTo>
                      <a:pt x="0" y="0"/>
                    </a:moveTo>
                    <a:lnTo>
                      <a:pt x="13" y="2"/>
                    </a:lnTo>
                    <a:lnTo>
                      <a:pt x="25" y="7"/>
                    </a:lnTo>
                    <a:lnTo>
                      <a:pt x="35" y="13"/>
                    </a:lnTo>
                    <a:lnTo>
                      <a:pt x="44" y="22"/>
                    </a:lnTo>
                    <a:lnTo>
                      <a:pt x="51" y="32"/>
                    </a:lnTo>
                    <a:lnTo>
                      <a:pt x="55" y="45"/>
                    </a:lnTo>
                    <a:lnTo>
                      <a:pt x="57" y="57"/>
                    </a:lnTo>
                    <a:lnTo>
                      <a:pt x="55" y="70"/>
                    </a:lnTo>
                    <a:lnTo>
                      <a:pt x="51" y="82"/>
                    </a:lnTo>
                    <a:lnTo>
                      <a:pt x="44" y="92"/>
                    </a:lnTo>
                    <a:lnTo>
                      <a:pt x="35" y="101"/>
                    </a:lnTo>
                    <a:lnTo>
                      <a:pt x="25" y="108"/>
                    </a:lnTo>
                    <a:lnTo>
                      <a:pt x="13" y="112"/>
                    </a:lnTo>
                    <a:lnTo>
                      <a:pt x="0" y="113"/>
                    </a:lnTo>
                  </a:path>
                </a:pathLst>
              </a:cu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813" name="Freeform 250">
                <a:extLst>
                  <a:ext uri="{FF2B5EF4-FFF2-40B4-BE49-F238E27FC236}">
                    <a16:creationId xmlns:a16="http://schemas.microsoft.com/office/drawing/2014/main" id="{77E8EB55-D3B7-C0E1-3F69-45E4E8CDABA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719" y="2116"/>
                <a:ext cx="19" cy="12"/>
              </a:xfrm>
              <a:custGeom>
                <a:avLst/>
                <a:gdLst>
                  <a:gd name="T0" fmla="*/ 0 w 112"/>
                  <a:gd name="T1" fmla="*/ 0 h 69"/>
                  <a:gd name="T2" fmla="*/ 0 w 112"/>
                  <a:gd name="T3" fmla="*/ 0 h 69"/>
                  <a:gd name="T4" fmla="*/ 0 w 112"/>
                  <a:gd name="T5" fmla="*/ 0 h 69"/>
                  <a:gd name="T6" fmla="*/ 0 w 112"/>
                  <a:gd name="T7" fmla="*/ 0 h 69"/>
                  <a:gd name="T8" fmla="*/ 0 w 112"/>
                  <a:gd name="T9" fmla="*/ 0 h 69"/>
                  <a:gd name="T10" fmla="*/ 0 w 112"/>
                  <a:gd name="T11" fmla="*/ 0 h 69"/>
                  <a:gd name="T12" fmla="*/ 0 w 112"/>
                  <a:gd name="T13" fmla="*/ 0 h 69"/>
                  <a:gd name="T14" fmla="*/ 0 w 112"/>
                  <a:gd name="T15" fmla="*/ 0 h 69"/>
                  <a:gd name="T16" fmla="*/ 0 w 112"/>
                  <a:gd name="T17" fmla="*/ 0 h 69"/>
                  <a:gd name="T18" fmla="*/ 0 w 112"/>
                  <a:gd name="T19" fmla="*/ 0 h 69"/>
                  <a:gd name="T20" fmla="*/ 0 w 112"/>
                  <a:gd name="T21" fmla="*/ 0 h 69"/>
                  <a:gd name="T22" fmla="*/ 0 w 112"/>
                  <a:gd name="T23" fmla="*/ 0 h 69"/>
                  <a:gd name="T24" fmla="*/ 0 w 112"/>
                  <a:gd name="T25" fmla="*/ 0 h 69"/>
                  <a:gd name="T26" fmla="*/ 0 w 112"/>
                  <a:gd name="T27" fmla="*/ 0 h 69"/>
                  <a:gd name="T28" fmla="*/ 0 w 112"/>
                  <a:gd name="T29" fmla="*/ 0 h 69"/>
                  <a:gd name="T30" fmla="*/ 0 w 112"/>
                  <a:gd name="T31" fmla="*/ 0 h 69"/>
                  <a:gd name="T32" fmla="*/ 0 w 112"/>
                  <a:gd name="T33" fmla="*/ 0 h 69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w 112"/>
                  <a:gd name="T52" fmla="*/ 0 h 69"/>
                  <a:gd name="T53" fmla="*/ 112 w 112"/>
                  <a:gd name="T54" fmla="*/ 69 h 69"/>
                </a:gdLst>
                <a:ahLst/>
                <a:cxnLst>
                  <a:cxn ang="T34">
                    <a:pos x="T0" y="T1"/>
                  </a:cxn>
                  <a:cxn ang="T35">
                    <a:pos x="T2" y="T3"/>
                  </a:cxn>
                  <a:cxn ang="T36">
                    <a:pos x="T4" y="T5"/>
                  </a:cxn>
                  <a:cxn ang="T37">
                    <a:pos x="T6" y="T7"/>
                  </a:cxn>
                  <a:cxn ang="T38">
                    <a:pos x="T8" y="T9"/>
                  </a:cxn>
                  <a:cxn ang="T39">
                    <a:pos x="T10" y="T11"/>
                  </a:cxn>
                  <a:cxn ang="T40">
                    <a:pos x="T12" y="T13"/>
                  </a:cxn>
                  <a:cxn ang="T41">
                    <a:pos x="T14" y="T15"/>
                  </a:cxn>
                  <a:cxn ang="T42">
                    <a:pos x="T16" y="T17"/>
                  </a:cxn>
                  <a:cxn ang="T43">
                    <a:pos x="T18" y="T19"/>
                  </a:cxn>
                  <a:cxn ang="T44">
                    <a:pos x="T20" y="T21"/>
                  </a:cxn>
                  <a:cxn ang="T45">
                    <a:pos x="T22" y="T23"/>
                  </a:cxn>
                  <a:cxn ang="T46">
                    <a:pos x="T24" y="T25"/>
                  </a:cxn>
                  <a:cxn ang="T47">
                    <a:pos x="T26" y="T27"/>
                  </a:cxn>
                  <a:cxn ang="T48">
                    <a:pos x="T28" y="T29"/>
                  </a:cxn>
                  <a:cxn ang="T49">
                    <a:pos x="T30" y="T31"/>
                  </a:cxn>
                  <a:cxn ang="T50">
                    <a:pos x="T32" y="T33"/>
                  </a:cxn>
                </a:cxnLst>
                <a:rect l="T51" t="T52" r="T53" b="T54"/>
                <a:pathLst>
                  <a:path w="112" h="69">
                    <a:moveTo>
                      <a:pt x="57" y="57"/>
                    </a:moveTo>
                    <a:lnTo>
                      <a:pt x="2" y="69"/>
                    </a:lnTo>
                    <a:lnTo>
                      <a:pt x="0" y="57"/>
                    </a:lnTo>
                    <a:lnTo>
                      <a:pt x="2" y="44"/>
                    </a:lnTo>
                    <a:lnTo>
                      <a:pt x="5" y="32"/>
                    </a:lnTo>
                    <a:lnTo>
                      <a:pt x="13" y="22"/>
                    </a:lnTo>
                    <a:lnTo>
                      <a:pt x="22" y="13"/>
                    </a:lnTo>
                    <a:lnTo>
                      <a:pt x="32" y="6"/>
                    </a:lnTo>
                    <a:lnTo>
                      <a:pt x="44" y="2"/>
                    </a:lnTo>
                    <a:lnTo>
                      <a:pt x="57" y="0"/>
                    </a:lnTo>
                    <a:lnTo>
                      <a:pt x="69" y="2"/>
                    </a:lnTo>
                    <a:lnTo>
                      <a:pt x="81" y="5"/>
                    </a:lnTo>
                    <a:lnTo>
                      <a:pt x="91" y="13"/>
                    </a:lnTo>
                    <a:lnTo>
                      <a:pt x="100" y="22"/>
                    </a:lnTo>
                    <a:lnTo>
                      <a:pt x="107" y="32"/>
                    </a:lnTo>
                    <a:lnTo>
                      <a:pt x="112" y="44"/>
                    </a:lnTo>
                    <a:lnTo>
                      <a:pt x="57" y="57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814" name="Freeform 251">
                <a:extLst>
                  <a:ext uri="{FF2B5EF4-FFF2-40B4-BE49-F238E27FC236}">
                    <a16:creationId xmlns:a16="http://schemas.microsoft.com/office/drawing/2014/main" id="{4E539C93-9692-18D4-6B8E-1BBE1432792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719" y="2116"/>
                <a:ext cx="19" cy="12"/>
              </a:xfrm>
              <a:custGeom>
                <a:avLst/>
                <a:gdLst>
                  <a:gd name="T0" fmla="*/ 0 w 112"/>
                  <a:gd name="T1" fmla="*/ 0 h 69"/>
                  <a:gd name="T2" fmla="*/ 0 w 112"/>
                  <a:gd name="T3" fmla="*/ 0 h 69"/>
                  <a:gd name="T4" fmla="*/ 0 w 112"/>
                  <a:gd name="T5" fmla="*/ 0 h 69"/>
                  <a:gd name="T6" fmla="*/ 0 w 112"/>
                  <a:gd name="T7" fmla="*/ 0 h 69"/>
                  <a:gd name="T8" fmla="*/ 0 w 112"/>
                  <a:gd name="T9" fmla="*/ 0 h 69"/>
                  <a:gd name="T10" fmla="*/ 0 w 112"/>
                  <a:gd name="T11" fmla="*/ 0 h 69"/>
                  <a:gd name="T12" fmla="*/ 0 w 112"/>
                  <a:gd name="T13" fmla="*/ 0 h 69"/>
                  <a:gd name="T14" fmla="*/ 0 w 112"/>
                  <a:gd name="T15" fmla="*/ 0 h 69"/>
                  <a:gd name="T16" fmla="*/ 0 w 112"/>
                  <a:gd name="T17" fmla="*/ 0 h 69"/>
                  <a:gd name="T18" fmla="*/ 0 w 112"/>
                  <a:gd name="T19" fmla="*/ 0 h 69"/>
                  <a:gd name="T20" fmla="*/ 0 w 112"/>
                  <a:gd name="T21" fmla="*/ 0 h 69"/>
                  <a:gd name="T22" fmla="*/ 0 w 112"/>
                  <a:gd name="T23" fmla="*/ 0 h 69"/>
                  <a:gd name="T24" fmla="*/ 0 w 112"/>
                  <a:gd name="T25" fmla="*/ 0 h 69"/>
                  <a:gd name="T26" fmla="*/ 0 w 112"/>
                  <a:gd name="T27" fmla="*/ 0 h 69"/>
                  <a:gd name="T28" fmla="*/ 0 w 112"/>
                  <a:gd name="T29" fmla="*/ 0 h 69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w 112"/>
                  <a:gd name="T46" fmla="*/ 0 h 69"/>
                  <a:gd name="T47" fmla="*/ 112 w 112"/>
                  <a:gd name="T48" fmla="*/ 69 h 69"/>
                </a:gdLst>
                <a:ahLst/>
                <a:cxnLst>
                  <a:cxn ang="T30">
                    <a:pos x="T0" y="T1"/>
                  </a:cxn>
                  <a:cxn ang="T31">
                    <a:pos x="T2" y="T3"/>
                  </a:cxn>
                  <a:cxn ang="T32">
                    <a:pos x="T4" y="T5"/>
                  </a:cxn>
                  <a:cxn ang="T33">
                    <a:pos x="T6" y="T7"/>
                  </a:cxn>
                  <a:cxn ang="T34">
                    <a:pos x="T8" y="T9"/>
                  </a:cxn>
                  <a:cxn ang="T35">
                    <a:pos x="T10" y="T11"/>
                  </a:cxn>
                  <a:cxn ang="T36">
                    <a:pos x="T12" y="T13"/>
                  </a:cxn>
                  <a:cxn ang="T37">
                    <a:pos x="T14" y="T15"/>
                  </a:cxn>
                  <a:cxn ang="T38">
                    <a:pos x="T16" y="T17"/>
                  </a:cxn>
                  <a:cxn ang="T39">
                    <a:pos x="T18" y="T19"/>
                  </a:cxn>
                  <a:cxn ang="T40">
                    <a:pos x="T20" y="T21"/>
                  </a:cxn>
                  <a:cxn ang="T41">
                    <a:pos x="T22" y="T23"/>
                  </a:cxn>
                  <a:cxn ang="T42">
                    <a:pos x="T24" y="T25"/>
                  </a:cxn>
                  <a:cxn ang="T43">
                    <a:pos x="T26" y="T27"/>
                  </a:cxn>
                  <a:cxn ang="T44">
                    <a:pos x="T28" y="T29"/>
                  </a:cxn>
                </a:cxnLst>
                <a:rect l="T45" t="T46" r="T47" b="T48"/>
                <a:pathLst>
                  <a:path w="112" h="69">
                    <a:moveTo>
                      <a:pt x="2" y="69"/>
                    </a:moveTo>
                    <a:lnTo>
                      <a:pt x="0" y="57"/>
                    </a:lnTo>
                    <a:lnTo>
                      <a:pt x="2" y="44"/>
                    </a:lnTo>
                    <a:lnTo>
                      <a:pt x="5" y="32"/>
                    </a:lnTo>
                    <a:lnTo>
                      <a:pt x="13" y="22"/>
                    </a:lnTo>
                    <a:lnTo>
                      <a:pt x="22" y="13"/>
                    </a:lnTo>
                    <a:lnTo>
                      <a:pt x="32" y="6"/>
                    </a:lnTo>
                    <a:lnTo>
                      <a:pt x="44" y="2"/>
                    </a:lnTo>
                    <a:lnTo>
                      <a:pt x="57" y="0"/>
                    </a:lnTo>
                    <a:lnTo>
                      <a:pt x="69" y="2"/>
                    </a:lnTo>
                    <a:lnTo>
                      <a:pt x="81" y="5"/>
                    </a:lnTo>
                    <a:lnTo>
                      <a:pt x="91" y="13"/>
                    </a:lnTo>
                    <a:lnTo>
                      <a:pt x="100" y="22"/>
                    </a:lnTo>
                    <a:lnTo>
                      <a:pt x="107" y="32"/>
                    </a:lnTo>
                    <a:lnTo>
                      <a:pt x="112" y="44"/>
                    </a:lnTo>
                  </a:path>
                </a:pathLst>
              </a:cu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815" name="Freeform 252">
                <a:extLst>
                  <a:ext uri="{FF2B5EF4-FFF2-40B4-BE49-F238E27FC236}">
                    <a16:creationId xmlns:a16="http://schemas.microsoft.com/office/drawing/2014/main" id="{A6CFA2D6-A0EC-123A-4267-C659D3E9DE5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719" y="2123"/>
                <a:ext cx="198" cy="790"/>
              </a:xfrm>
              <a:custGeom>
                <a:avLst/>
                <a:gdLst>
                  <a:gd name="T0" fmla="*/ 0 w 1171"/>
                  <a:gd name="T1" fmla="*/ 0 h 4673"/>
                  <a:gd name="T2" fmla="*/ 0 w 1171"/>
                  <a:gd name="T3" fmla="*/ 0 h 4673"/>
                  <a:gd name="T4" fmla="*/ 0 w 1171"/>
                  <a:gd name="T5" fmla="*/ 0 h 4673"/>
                  <a:gd name="T6" fmla="*/ 0 w 1171"/>
                  <a:gd name="T7" fmla="*/ 0 h 4673"/>
                  <a:gd name="T8" fmla="*/ 0 w 1171"/>
                  <a:gd name="T9" fmla="*/ 0 h 4673"/>
                  <a:gd name="T10" fmla="*/ 0 w 1171"/>
                  <a:gd name="T11" fmla="*/ 0 h 4673"/>
                  <a:gd name="T12" fmla="*/ 0 w 1171"/>
                  <a:gd name="T13" fmla="*/ 0 h 4673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1171"/>
                  <a:gd name="T22" fmla="*/ 0 h 4673"/>
                  <a:gd name="T23" fmla="*/ 1171 w 1171"/>
                  <a:gd name="T24" fmla="*/ 4673 h 4673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1171" h="4673">
                    <a:moveTo>
                      <a:pt x="110" y="0"/>
                    </a:moveTo>
                    <a:lnTo>
                      <a:pt x="55" y="13"/>
                    </a:lnTo>
                    <a:lnTo>
                      <a:pt x="0" y="25"/>
                    </a:lnTo>
                    <a:lnTo>
                      <a:pt x="1061" y="4673"/>
                    </a:lnTo>
                    <a:lnTo>
                      <a:pt x="1116" y="4661"/>
                    </a:lnTo>
                    <a:lnTo>
                      <a:pt x="1171" y="4648"/>
                    </a:lnTo>
                    <a:lnTo>
                      <a:pt x="110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816" name="Freeform 253">
                <a:extLst>
                  <a:ext uri="{FF2B5EF4-FFF2-40B4-BE49-F238E27FC236}">
                    <a16:creationId xmlns:a16="http://schemas.microsoft.com/office/drawing/2014/main" id="{24897A9E-427B-06C9-4A4A-B12F01D7F2D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719" y="2123"/>
                <a:ext cx="198" cy="790"/>
              </a:xfrm>
              <a:custGeom>
                <a:avLst/>
                <a:gdLst>
                  <a:gd name="T0" fmla="*/ 0 w 1171"/>
                  <a:gd name="T1" fmla="*/ 0 h 4673"/>
                  <a:gd name="T2" fmla="*/ 0 w 1171"/>
                  <a:gd name="T3" fmla="*/ 0 h 4673"/>
                  <a:gd name="T4" fmla="*/ 0 w 1171"/>
                  <a:gd name="T5" fmla="*/ 0 h 4673"/>
                  <a:gd name="T6" fmla="*/ 0 w 1171"/>
                  <a:gd name="T7" fmla="*/ 0 h 4673"/>
                  <a:gd name="T8" fmla="*/ 0 w 1171"/>
                  <a:gd name="T9" fmla="*/ 0 h 4673"/>
                  <a:gd name="T10" fmla="*/ 0 w 1171"/>
                  <a:gd name="T11" fmla="*/ 0 h 4673"/>
                  <a:gd name="T12" fmla="*/ 0 w 1171"/>
                  <a:gd name="T13" fmla="*/ 0 h 4673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1171"/>
                  <a:gd name="T22" fmla="*/ 0 h 4673"/>
                  <a:gd name="T23" fmla="*/ 1171 w 1171"/>
                  <a:gd name="T24" fmla="*/ 4673 h 4673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1171" h="4673">
                    <a:moveTo>
                      <a:pt x="110" y="0"/>
                    </a:moveTo>
                    <a:lnTo>
                      <a:pt x="55" y="13"/>
                    </a:lnTo>
                    <a:lnTo>
                      <a:pt x="0" y="25"/>
                    </a:lnTo>
                    <a:lnTo>
                      <a:pt x="1061" y="4673"/>
                    </a:lnTo>
                    <a:lnTo>
                      <a:pt x="1116" y="4661"/>
                    </a:lnTo>
                    <a:lnTo>
                      <a:pt x="1171" y="4648"/>
                    </a:lnTo>
                    <a:lnTo>
                      <a:pt x="110" y="0"/>
                    </a:lnTo>
                    <a:close/>
                  </a:path>
                </a:pathLst>
              </a:cu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817" name="Freeform 254">
                <a:extLst>
                  <a:ext uri="{FF2B5EF4-FFF2-40B4-BE49-F238E27FC236}">
                    <a16:creationId xmlns:a16="http://schemas.microsoft.com/office/drawing/2014/main" id="{34CF5B44-2BA6-6BD6-FC52-23B6C454106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898" y="2908"/>
                <a:ext cx="19" cy="12"/>
              </a:xfrm>
              <a:custGeom>
                <a:avLst/>
                <a:gdLst>
                  <a:gd name="T0" fmla="*/ 0 w 112"/>
                  <a:gd name="T1" fmla="*/ 0 h 69"/>
                  <a:gd name="T2" fmla="*/ 0 w 112"/>
                  <a:gd name="T3" fmla="*/ 0 h 69"/>
                  <a:gd name="T4" fmla="*/ 0 w 112"/>
                  <a:gd name="T5" fmla="*/ 0 h 69"/>
                  <a:gd name="T6" fmla="*/ 0 w 112"/>
                  <a:gd name="T7" fmla="*/ 0 h 69"/>
                  <a:gd name="T8" fmla="*/ 0 w 112"/>
                  <a:gd name="T9" fmla="*/ 0 h 69"/>
                  <a:gd name="T10" fmla="*/ 0 w 112"/>
                  <a:gd name="T11" fmla="*/ 0 h 69"/>
                  <a:gd name="T12" fmla="*/ 0 w 112"/>
                  <a:gd name="T13" fmla="*/ 0 h 69"/>
                  <a:gd name="T14" fmla="*/ 0 w 112"/>
                  <a:gd name="T15" fmla="*/ 0 h 69"/>
                  <a:gd name="T16" fmla="*/ 0 w 112"/>
                  <a:gd name="T17" fmla="*/ 0 h 69"/>
                  <a:gd name="T18" fmla="*/ 0 w 112"/>
                  <a:gd name="T19" fmla="*/ 0 h 69"/>
                  <a:gd name="T20" fmla="*/ 0 w 112"/>
                  <a:gd name="T21" fmla="*/ 0 h 69"/>
                  <a:gd name="T22" fmla="*/ 0 w 112"/>
                  <a:gd name="T23" fmla="*/ 0 h 69"/>
                  <a:gd name="T24" fmla="*/ 0 w 112"/>
                  <a:gd name="T25" fmla="*/ 0 h 69"/>
                  <a:gd name="T26" fmla="*/ 0 w 112"/>
                  <a:gd name="T27" fmla="*/ 0 h 69"/>
                  <a:gd name="T28" fmla="*/ 0 w 112"/>
                  <a:gd name="T29" fmla="*/ 0 h 69"/>
                  <a:gd name="T30" fmla="*/ 0 w 112"/>
                  <a:gd name="T31" fmla="*/ 0 h 69"/>
                  <a:gd name="T32" fmla="*/ 0 w 112"/>
                  <a:gd name="T33" fmla="*/ 0 h 69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w 112"/>
                  <a:gd name="T52" fmla="*/ 0 h 69"/>
                  <a:gd name="T53" fmla="*/ 112 w 112"/>
                  <a:gd name="T54" fmla="*/ 69 h 69"/>
                </a:gdLst>
                <a:ahLst/>
                <a:cxnLst>
                  <a:cxn ang="T34">
                    <a:pos x="T0" y="T1"/>
                  </a:cxn>
                  <a:cxn ang="T35">
                    <a:pos x="T2" y="T3"/>
                  </a:cxn>
                  <a:cxn ang="T36">
                    <a:pos x="T4" y="T5"/>
                  </a:cxn>
                  <a:cxn ang="T37">
                    <a:pos x="T6" y="T7"/>
                  </a:cxn>
                  <a:cxn ang="T38">
                    <a:pos x="T8" y="T9"/>
                  </a:cxn>
                  <a:cxn ang="T39">
                    <a:pos x="T10" y="T11"/>
                  </a:cxn>
                  <a:cxn ang="T40">
                    <a:pos x="T12" y="T13"/>
                  </a:cxn>
                  <a:cxn ang="T41">
                    <a:pos x="T14" y="T15"/>
                  </a:cxn>
                  <a:cxn ang="T42">
                    <a:pos x="T16" y="T17"/>
                  </a:cxn>
                  <a:cxn ang="T43">
                    <a:pos x="T18" y="T19"/>
                  </a:cxn>
                  <a:cxn ang="T44">
                    <a:pos x="T20" y="T21"/>
                  </a:cxn>
                  <a:cxn ang="T45">
                    <a:pos x="T22" y="T23"/>
                  </a:cxn>
                  <a:cxn ang="T46">
                    <a:pos x="T24" y="T25"/>
                  </a:cxn>
                  <a:cxn ang="T47">
                    <a:pos x="T26" y="T27"/>
                  </a:cxn>
                  <a:cxn ang="T48">
                    <a:pos x="T28" y="T29"/>
                  </a:cxn>
                  <a:cxn ang="T49">
                    <a:pos x="T30" y="T31"/>
                  </a:cxn>
                  <a:cxn ang="T50">
                    <a:pos x="T32" y="T33"/>
                  </a:cxn>
                </a:cxnLst>
                <a:rect l="T51" t="T52" r="T53" b="T54"/>
                <a:pathLst>
                  <a:path w="112" h="69">
                    <a:moveTo>
                      <a:pt x="55" y="13"/>
                    </a:moveTo>
                    <a:lnTo>
                      <a:pt x="110" y="0"/>
                    </a:lnTo>
                    <a:lnTo>
                      <a:pt x="112" y="13"/>
                    </a:lnTo>
                    <a:lnTo>
                      <a:pt x="110" y="25"/>
                    </a:lnTo>
                    <a:lnTo>
                      <a:pt x="107" y="37"/>
                    </a:lnTo>
                    <a:lnTo>
                      <a:pt x="99" y="47"/>
                    </a:lnTo>
                    <a:lnTo>
                      <a:pt x="90" y="56"/>
                    </a:lnTo>
                    <a:lnTo>
                      <a:pt x="80" y="63"/>
                    </a:lnTo>
                    <a:lnTo>
                      <a:pt x="68" y="68"/>
                    </a:lnTo>
                    <a:lnTo>
                      <a:pt x="55" y="69"/>
                    </a:lnTo>
                    <a:lnTo>
                      <a:pt x="43" y="68"/>
                    </a:lnTo>
                    <a:lnTo>
                      <a:pt x="31" y="64"/>
                    </a:lnTo>
                    <a:lnTo>
                      <a:pt x="20" y="56"/>
                    </a:lnTo>
                    <a:lnTo>
                      <a:pt x="11" y="47"/>
                    </a:lnTo>
                    <a:lnTo>
                      <a:pt x="5" y="37"/>
                    </a:lnTo>
                    <a:lnTo>
                      <a:pt x="0" y="25"/>
                    </a:lnTo>
                    <a:lnTo>
                      <a:pt x="55" y="13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818" name="Freeform 255">
                <a:extLst>
                  <a:ext uri="{FF2B5EF4-FFF2-40B4-BE49-F238E27FC236}">
                    <a16:creationId xmlns:a16="http://schemas.microsoft.com/office/drawing/2014/main" id="{1C050B75-BEFC-6535-1365-59D368D2AEE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898" y="2908"/>
                <a:ext cx="19" cy="12"/>
              </a:xfrm>
              <a:custGeom>
                <a:avLst/>
                <a:gdLst>
                  <a:gd name="T0" fmla="*/ 0 w 112"/>
                  <a:gd name="T1" fmla="*/ 0 h 69"/>
                  <a:gd name="T2" fmla="*/ 0 w 112"/>
                  <a:gd name="T3" fmla="*/ 0 h 69"/>
                  <a:gd name="T4" fmla="*/ 0 w 112"/>
                  <a:gd name="T5" fmla="*/ 0 h 69"/>
                  <a:gd name="T6" fmla="*/ 0 w 112"/>
                  <a:gd name="T7" fmla="*/ 0 h 69"/>
                  <a:gd name="T8" fmla="*/ 0 w 112"/>
                  <a:gd name="T9" fmla="*/ 0 h 69"/>
                  <a:gd name="T10" fmla="*/ 0 w 112"/>
                  <a:gd name="T11" fmla="*/ 0 h 69"/>
                  <a:gd name="T12" fmla="*/ 0 w 112"/>
                  <a:gd name="T13" fmla="*/ 0 h 69"/>
                  <a:gd name="T14" fmla="*/ 0 w 112"/>
                  <a:gd name="T15" fmla="*/ 0 h 69"/>
                  <a:gd name="T16" fmla="*/ 0 w 112"/>
                  <a:gd name="T17" fmla="*/ 0 h 69"/>
                  <a:gd name="T18" fmla="*/ 0 w 112"/>
                  <a:gd name="T19" fmla="*/ 0 h 69"/>
                  <a:gd name="T20" fmla="*/ 0 w 112"/>
                  <a:gd name="T21" fmla="*/ 0 h 69"/>
                  <a:gd name="T22" fmla="*/ 0 w 112"/>
                  <a:gd name="T23" fmla="*/ 0 h 69"/>
                  <a:gd name="T24" fmla="*/ 0 w 112"/>
                  <a:gd name="T25" fmla="*/ 0 h 69"/>
                  <a:gd name="T26" fmla="*/ 0 w 112"/>
                  <a:gd name="T27" fmla="*/ 0 h 69"/>
                  <a:gd name="T28" fmla="*/ 0 w 112"/>
                  <a:gd name="T29" fmla="*/ 0 h 69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w 112"/>
                  <a:gd name="T46" fmla="*/ 0 h 69"/>
                  <a:gd name="T47" fmla="*/ 112 w 112"/>
                  <a:gd name="T48" fmla="*/ 69 h 69"/>
                </a:gdLst>
                <a:ahLst/>
                <a:cxnLst>
                  <a:cxn ang="T30">
                    <a:pos x="T0" y="T1"/>
                  </a:cxn>
                  <a:cxn ang="T31">
                    <a:pos x="T2" y="T3"/>
                  </a:cxn>
                  <a:cxn ang="T32">
                    <a:pos x="T4" y="T5"/>
                  </a:cxn>
                  <a:cxn ang="T33">
                    <a:pos x="T6" y="T7"/>
                  </a:cxn>
                  <a:cxn ang="T34">
                    <a:pos x="T8" y="T9"/>
                  </a:cxn>
                  <a:cxn ang="T35">
                    <a:pos x="T10" y="T11"/>
                  </a:cxn>
                  <a:cxn ang="T36">
                    <a:pos x="T12" y="T13"/>
                  </a:cxn>
                  <a:cxn ang="T37">
                    <a:pos x="T14" y="T15"/>
                  </a:cxn>
                  <a:cxn ang="T38">
                    <a:pos x="T16" y="T17"/>
                  </a:cxn>
                  <a:cxn ang="T39">
                    <a:pos x="T18" y="T19"/>
                  </a:cxn>
                  <a:cxn ang="T40">
                    <a:pos x="T20" y="T21"/>
                  </a:cxn>
                  <a:cxn ang="T41">
                    <a:pos x="T22" y="T23"/>
                  </a:cxn>
                  <a:cxn ang="T42">
                    <a:pos x="T24" y="T25"/>
                  </a:cxn>
                  <a:cxn ang="T43">
                    <a:pos x="T26" y="T27"/>
                  </a:cxn>
                  <a:cxn ang="T44">
                    <a:pos x="T28" y="T29"/>
                  </a:cxn>
                </a:cxnLst>
                <a:rect l="T45" t="T46" r="T47" b="T48"/>
                <a:pathLst>
                  <a:path w="112" h="69">
                    <a:moveTo>
                      <a:pt x="110" y="0"/>
                    </a:moveTo>
                    <a:lnTo>
                      <a:pt x="112" y="13"/>
                    </a:lnTo>
                    <a:lnTo>
                      <a:pt x="110" y="25"/>
                    </a:lnTo>
                    <a:lnTo>
                      <a:pt x="107" y="37"/>
                    </a:lnTo>
                    <a:lnTo>
                      <a:pt x="99" y="47"/>
                    </a:lnTo>
                    <a:lnTo>
                      <a:pt x="90" y="56"/>
                    </a:lnTo>
                    <a:lnTo>
                      <a:pt x="80" y="63"/>
                    </a:lnTo>
                    <a:lnTo>
                      <a:pt x="68" y="68"/>
                    </a:lnTo>
                    <a:lnTo>
                      <a:pt x="55" y="69"/>
                    </a:lnTo>
                    <a:lnTo>
                      <a:pt x="43" y="68"/>
                    </a:lnTo>
                    <a:lnTo>
                      <a:pt x="31" y="64"/>
                    </a:lnTo>
                    <a:lnTo>
                      <a:pt x="20" y="56"/>
                    </a:lnTo>
                    <a:lnTo>
                      <a:pt x="11" y="47"/>
                    </a:lnTo>
                    <a:lnTo>
                      <a:pt x="5" y="37"/>
                    </a:lnTo>
                    <a:lnTo>
                      <a:pt x="0" y="25"/>
                    </a:lnTo>
                  </a:path>
                </a:pathLst>
              </a:cu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819" name="Freeform 256">
                <a:extLst>
                  <a:ext uri="{FF2B5EF4-FFF2-40B4-BE49-F238E27FC236}">
                    <a16:creationId xmlns:a16="http://schemas.microsoft.com/office/drawing/2014/main" id="{66593A50-A2E1-8D35-5259-15269B5A901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270" y="2908"/>
                <a:ext cx="19" cy="12"/>
              </a:xfrm>
              <a:custGeom>
                <a:avLst/>
                <a:gdLst>
                  <a:gd name="T0" fmla="*/ 0 w 111"/>
                  <a:gd name="T1" fmla="*/ 0 h 69"/>
                  <a:gd name="T2" fmla="*/ 0 w 111"/>
                  <a:gd name="T3" fmla="*/ 0 h 69"/>
                  <a:gd name="T4" fmla="*/ 0 w 111"/>
                  <a:gd name="T5" fmla="*/ 0 h 69"/>
                  <a:gd name="T6" fmla="*/ 0 w 111"/>
                  <a:gd name="T7" fmla="*/ 0 h 69"/>
                  <a:gd name="T8" fmla="*/ 0 w 111"/>
                  <a:gd name="T9" fmla="*/ 0 h 69"/>
                  <a:gd name="T10" fmla="*/ 0 w 111"/>
                  <a:gd name="T11" fmla="*/ 0 h 69"/>
                  <a:gd name="T12" fmla="*/ 0 w 111"/>
                  <a:gd name="T13" fmla="*/ 0 h 69"/>
                  <a:gd name="T14" fmla="*/ 0 w 111"/>
                  <a:gd name="T15" fmla="*/ 0 h 69"/>
                  <a:gd name="T16" fmla="*/ 0 w 111"/>
                  <a:gd name="T17" fmla="*/ 0 h 69"/>
                  <a:gd name="T18" fmla="*/ 0 w 111"/>
                  <a:gd name="T19" fmla="*/ 0 h 69"/>
                  <a:gd name="T20" fmla="*/ 0 w 111"/>
                  <a:gd name="T21" fmla="*/ 0 h 69"/>
                  <a:gd name="T22" fmla="*/ 0 w 111"/>
                  <a:gd name="T23" fmla="*/ 0 h 69"/>
                  <a:gd name="T24" fmla="*/ 0 w 111"/>
                  <a:gd name="T25" fmla="*/ 0 h 69"/>
                  <a:gd name="T26" fmla="*/ 0 w 111"/>
                  <a:gd name="T27" fmla="*/ 0 h 69"/>
                  <a:gd name="T28" fmla="*/ 0 w 111"/>
                  <a:gd name="T29" fmla="*/ 0 h 69"/>
                  <a:gd name="T30" fmla="*/ 0 w 111"/>
                  <a:gd name="T31" fmla="*/ 0 h 69"/>
                  <a:gd name="T32" fmla="*/ 0 w 111"/>
                  <a:gd name="T33" fmla="*/ 0 h 69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w 111"/>
                  <a:gd name="T52" fmla="*/ 0 h 69"/>
                  <a:gd name="T53" fmla="*/ 111 w 111"/>
                  <a:gd name="T54" fmla="*/ 69 h 69"/>
                </a:gdLst>
                <a:ahLst/>
                <a:cxnLst>
                  <a:cxn ang="T34">
                    <a:pos x="T0" y="T1"/>
                  </a:cxn>
                  <a:cxn ang="T35">
                    <a:pos x="T2" y="T3"/>
                  </a:cxn>
                  <a:cxn ang="T36">
                    <a:pos x="T4" y="T5"/>
                  </a:cxn>
                  <a:cxn ang="T37">
                    <a:pos x="T6" y="T7"/>
                  </a:cxn>
                  <a:cxn ang="T38">
                    <a:pos x="T8" y="T9"/>
                  </a:cxn>
                  <a:cxn ang="T39">
                    <a:pos x="T10" y="T11"/>
                  </a:cxn>
                  <a:cxn ang="T40">
                    <a:pos x="T12" y="T13"/>
                  </a:cxn>
                  <a:cxn ang="T41">
                    <a:pos x="T14" y="T15"/>
                  </a:cxn>
                  <a:cxn ang="T42">
                    <a:pos x="T16" y="T17"/>
                  </a:cxn>
                  <a:cxn ang="T43">
                    <a:pos x="T18" y="T19"/>
                  </a:cxn>
                  <a:cxn ang="T44">
                    <a:pos x="T20" y="T21"/>
                  </a:cxn>
                  <a:cxn ang="T45">
                    <a:pos x="T22" y="T23"/>
                  </a:cxn>
                  <a:cxn ang="T46">
                    <a:pos x="T24" y="T25"/>
                  </a:cxn>
                  <a:cxn ang="T47">
                    <a:pos x="T26" y="T27"/>
                  </a:cxn>
                  <a:cxn ang="T48">
                    <a:pos x="T28" y="T29"/>
                  </a:cxn>
                  <a:cxn ang="T49">
                    <a:pos x="T30" y="T31"/>
                  </a:cxn>
                  <a:cxn ang="T50">
                    <a:pos x="T32" y="T33"/>
                  </a:cxn>
                </a:cxnLst>
                <a:rect l="T51" t="T52" r="T53" b="T54"/>
                <a:pathLst>
                  <a:path w="111" h="69">
                    <a:moveTo>
                      <a:pt x="56" y="13"/>
                    </a:moveTo>
                    <a:lnTo>
                      <a:pt x="111" y="25"/>
                    </a:lnTo>
                    <a:lnTo>
                      <a:pt x="107" y="37"/>
                    </a:lnTo>
                    <a:lnTo>
                      <a:pt x="100" y="47"/>
                    </a:lnTo>
                    <a:lnTo>
                      <a:pt x="91" y="56"/>
                    </a:lnTo>
                    <a:lnTo>
                      <a:pt x="81" y="64"/>
                    </a:lnTo>
                    <a:lnTo>
                      <a:pt x="69" y="68"/>
                    </a:lnTo>
                    <a:lnTo>
                      <a:pt x="56" y="69"/>
                    </a:lnTo>
                    <a:lnTo>
                      <a:pt x="44" y="68"/>
                    </a:lnTo>
                    <a:lnTo>
                      <a:pt x="32" y="63"/>
                    </a:lnTo>
                    <a:lnTo>
                      <a:pt x="22" y="56"/>
                    </a:lnTo>
                    <a:lnTo>
                      <a:pt x="13" y="47"/>
                    </a:lnTo>
                    <a:lnTo>
                      <a:pt x="5" y="37"/>
                    </a:lnTo>
                    <a:lnTo>
                      <a:pt x="1" y="25"/>
                    </a:lnTo>
                    <a:lnTo>
                      <a:pt x="0" y="13"/>
                    </a:lnTo>
                    <a:lnTo>
                      <a:pt x="1" y="0"/>
                    </a:lnTo>
                    <a:lnTo>
                      <a:pt x="56" y="13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820" name="Freeform 257">
                <a:extLst>
                  <a:ext uri="{FF2B5EF4-FFF2-40B4-BE49-F238E27FC236}">
                    <a16:creationId xmlns:a16="http://schemas.microsoft.com/office/drawing/2014/main" id="{C4078F17-D079-FA2E-6DD3-D18361D4AAF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270" y="2908"/>
                <a:ext cx="19" cy="12"/>
              </a:xfrm>
              <a:custGeom>
                <a:avLst/>
                <a:gdLst>
                  <a:gd name="T0" fmla="*/ 0 w 111"/>
                  <a:gd name="T1" fmla="*/ 0 h 69"/>
                  <a:gd name="T2" fmla="*/ 0 w 111"/>
                  <a:gd name="T3" fmla="*/ 0 h 69"/>
                  <a:gd name="T4" fmla="*/ 0 w 111"/>
                  <a:gd name="T5" fmla="*/ 0 h 69"/>
                  <a:gd name="T6" fmla="*/ 0 w 111"/>
                  <a:gd name="T7" fmla="*/ 0 h 69"/>
                  <a:gd name="T8" fmla="*/ 0 w 111"/>
                  <a:gd name="T9" fmla="*/ 0 h 69"/>
                  <a:gd name="T10" fmla="*/ 0 w 111"/>
                  <a:gd name="T11" fmla="*/ 0 h 69"/>
                  <a:gd name="T12" fmla="*/ 0 w 111"/>
                  <a:gd name="T13" fmla="*/ 0 h 69"/>
                  <a:gd name="T14" fmla="*/ 0 w 111"/>
                  <a:gd name="T15" fmla="*/ 0 h 69"/>
                  <a:gd name="T16" fmla="*/ 0 w 111"/>
                  <a:gd name="T17" fmla="*/ 0 h 69"/>
                  <a:gd name="T18" fmla="*/ 0 w 111"/>
                  <a:gd name="T19" fmla="*/ 0 h 69"/>
                  <a:gd name="T20" fmla="*/ 0 w 111"/>
                  <a:gd name="T21" fmla="*/ 0 h 69"/>
                  <a:gd name="T22" fmla="*/ 0 w 111"/>
                  <a:gd name="T23" fmla="*/ 0 h 69"/>
                  <a:gd name="T24" fmla="*/ 0 w 111"/>
                  <a:gd name="T25" fmla="*/ 0 h 69"/>
                  <a:gd name="T26" fmla="*/ 0 w 111"/>
                  <a:gd name="T27" fmla="*/ 0 h 69"/>
                  <a:gd name="T28" fmla="*/ 0 w 111"/>
                  <a:gd name="T29" fmla="*/ 0 h 69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w 111"/>
                  <a:gd name="T46" fmla="*/ 0 h 69"/>
                  <a:gd name="T47" fmla="*/ 111 w 111"/>
                  <a:gd name="T48" fmla="*/ 69 h 69"/>
                </a:gdLst>
                <a:ahLst/>
                <a:cxnLst>
                  <a:cxn ang="T30">
                    <a:pos x="T0" y="T1"/>
                  </a:cxn>
                  <a:cxn ang="T31">
                    <a:pos x="T2" y="T3"/>
                  </a:cxn>
                  <a:cxn ang="T32">
                    <a:pos x="T4" y="T5"/>
                  </a:cxn>
                  <a:cxn ang="T33">
                    <a:pos x="T6" y="T7"/>
                  </a:cxn>
                  <a:cxn ang="T34">
                    <a:pos x="T8" y="T9"/>
                  </a:cxn>
                  <a:cxn ang="T35">
                    <a:pos x="T10" y="T11"/>
                  </a:cxn>
                  <a:cxn ang="T36">
                    <a:pos x="T12" y="T13"/>
                  </a:cxn>
                  <a:cxn ang="T37">
                    <a:pos x="T14" y="T15"/>
                  </a:cxn>
                  <a:cxn ang="T38">
                    <a:pos x="T16" y="T17"/>
                  </a:cxn>
                  <a:cxn ang="T39">
                    <a:pos x="T18" y="T19"/>
                  </a:cxn>
                  <a:cxn ang="T40">
                    <a:pos x="T20" y="T21"/>
                  </a:cxn>
                  <a:cxn ang="T41">
                    <a:pos x="T22" y="T23"/>
                  </a:cxn>
                  <a:cxn ang="T42">
                    <a:pos x="T24" y="T25"/>
                  </a:cxn>
                  <a:cxn ang="T43">
                    <a:pos x="T26" y="T27"/>
                  </a:cxn>
                  <a:cxn ang="T44">
                    <a:pos x="T28" y="T29"/>
                  </a:cxn>
                </a:cxnLst>
                <a:rect l="T45" t="T46" r="T47" b="T48"/>
                <a:pathLst>
                  <a:path w="111" h="69">
                    <a:moveTo>
                      <a:pt x="111" y="25"/>
                    </a:moveTo>
                    <a:lnTo>
                      <a:pt x="107" y="37"/>
                    </a:lnTo>
                    <a:lnTo>
                      <a:pt x="100" y="47"/>
                    </a:lnTo>
                    <a:lnTo>
                      <a:pt x="91" y="56"/>
                    </a:lnTo>
                    <a:lnTo>
                      <a:pt x="81" y="64"/>
                    </a:lnTo>
                    <a:lnTo>
                      <a:pt x="69" y="68"/>
                    </a:lnTo>
                    <a:lnTo>
                      <a:pt x="56" y="69"/>
                    </a:lnTo>
                    <a:lnTo>
                      <a:pt x="44" y="68"/>
                    </a:lnTo>
                    <a:lnTo>
                      <a:pt x="32" y="63"/>
                    </a:lnTo>
                    <a:lnTo>
                      <a:pt x="22" y="56"/>
                    </a:lnTo>
                    <a:lnTo>
                      <a:pt x="13" y="47"/>
                    </a:lnTo>
                    <a:lnTo>
                      <a:pt x="5" y="37"/>
                    </a:lnTo>
                    <a:lnTo>
                      <a:pt x="1" y="25"/>
                    </a:lnTo>
                    <a:lnTo>
                      <a:pt x="0" y="13"/>
                    </a:lnTo>
                    <a:lnTo>
                      <a:pt x="1" y="0"/>
                    </a:lnTo>
                  </a:path>
                </a:pathLst>
              </a:cu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821" name="Freeform 258">
                <a:extLst>
                  <a:ext uri="{FF2B5EF4-FFF2-40B4-BE49-F238E27FC236}">
                    <a16:creationId xmlns:a16="http://schemas.microsoft.com/office/drawing/2014/main" id="{71AC9387-EA37-37E1-83A9-214749FA10D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272" y="2123"/>
                <a:ext cx="197" cy="790"/>
              </a:xfrm>
              <a:custGeom>
                <a:avLst/>
                <a:gdLst>
                  <a:gd name="T0" fmla="*/ 0 w 1172"/>
                  <a:gd name="T1" fmla="*/ 0 h 4673"/>
                  <a:gd name="T2" fmla="*/ 0 w 1172"/>
                  <a:gd name="T3" fmla="*/ 0 h 4673"/>
                  <a:gd name="T4" fmla="*/ 0 w 1172"/>
                  <a:gd name="T5" fmla="*/ 0 h 4673"/>
                  <a:gd name="T6" fmla="*/ 0 w 1172"/>
                  <a:gd name="T7" fmla="*/ 0 h 4673"/>
                  <a:gd name="T8" fmla="*/ 0 w 1172"/>
                  <a:gd name="T9" fmla="*/ 0 h 4673"/>
                  <a:gd name="T10" fmla="*/ 0 w 1172"/>
                  <a:gd name="T11" fmla="*/ 0 h 4673"/>
                  <a:gd name="T12" fmla="*/ 0 w 1172"/>
                  <a:gd name="T13" fmla="*/ 0 h 4673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1172"/>
                  <a:gd name="T22" fmla="*/ 0 h 4673"/>
                  <a:gd name="T23" fmla="*/ 1172 w 1172"/>
                  <a:gd name="T24" fmla="*/ 4673 h 4673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1172" h="4673">
                    <a:moveTo>
                      <a:pt x="0" y="4648"/>
                    </a:moveTo>
                    <a:lnTo>
                      <a:pt x="55" y="4661"/>
                    </a:lnTo>
                    <a:lnTo>
                      <a:pt x="110" y="4673"/>
                    </a:lnTo>
                    <a:lnTo>
                      <a:pt x="1172" y="25"/>
                    </a:lnTo>
                    <a:lnTo>
                      <a:pt x="1117" y="13"/>
                    </a:lnTo>
                    <a:lnTo>
                      <a:pt x="1062" y="0"/>
                    </a:lnTo>
                    <a:lnTo>
                      <a:pt x="0" y="4648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822" name="Freeform 259">
                <a:extLst>
                  <a:ext uri="{FF2B5EF4-FFF2-40B4-BE49-F238E27FC236}">
                    <a16:creationId xmlns:a16="http://schemas.microsoft.com/office/drawing/2014/main" id="{A603FD2D-98D3-A2C9-AC59-687087F5363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272" y="2123"/>
                <a:ext cx="197" cy="790"/>
              </a:xfrm>
              <a:custGeom>
                <a:avLst/>
                <a:gdLst>
                  <a:gd name="T0" fmla="*/ 0 w 1172"/>
                  <a:gd name="T1" fmla="*/ 0 h 4673"/>
                  <a:gd name="T2" fmla="*/ 0 w 1172"/>
                  <a:gd name="T3" fmla="*/ 0 h 4673"/>
                  <a:gd name="T4" fmla="*/ 0 w 1172"/>
                  <a:gd name="T5" fmla="*/ 0 h 4673"/>
                  <a:gd name="T6" fmla="*/ 0 w 1172"/>
                  <a:gd name="T7" fmla="*/ 0 h 4673"/>
                  <a:gd name="T8" fmla="*/ 0 w 1172"/>
                  <a:gd name="T9" fmla="*/ 0 h 4673"/>
                  <a:gd name="T10" fmla="*/ 0 w 1172"/>
                  <a:gd name="T11" fmla="*/ 0 h 4673"/>
                  <a:gd name="T12" fmla="*/ 0 w 1172"/>
                  <a:gd name="T13" fmla="*/ 0 h 4673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1172"/>
                  <a:gd name="T22" fmla="*/ 0 h 4673"/>
                  <a:gd name="T23" fmla="*/ 1172 w 1172"/>
                  <a:gd name="T24" fmla="*/ 4673 h 4673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1172" h="4673">
                    <a:moveTo>
                      <a:pt x="0" y="4648"/>
                    </a:moveTo>
                    <a:lnTo>
                      <a:pt x="55" y="4661"/>
                    </a:lnTo>
                    <a:lnTo>
                      <a:pt x="110" y="4673"/>
                    </a:lnTo>
                    <a:lnTo>
                      <a:pt x="1172" y="25"/>
                    </a:lnTo>
                    <a:lnTo>
                      <a:pt x="1117" y="13"/>
                    </a:lnTo>
                    <a:lnTo>
                      <a:pt x="1062" y="0"/>
                    </a:lnTo>
                    <a:lnTo>
                      <a:pt x="0" y="4648"/>
                    </a:lnTo>
                    <a:close/>
                  </a:path>
                </a:pathLst>
              </a:cu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823" name="Freeform 260">
                <a:extLst>
                  <a:ext uri="{FF2B5EF4-FFF2-40B4-BE49-F238E27FC236}">
                    <a16:creationId xmlns:a16="http://schemas.microsoft.com/office/drawing/2014/main" id="{F26595A7-2143-A977-3300-4C087F66FE1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450" y="2116"/>
                <a:ext cx="19" cy="12"/>
              </a:xfrm>
              <a:custGeom>
                <a:avLst/>
                <a:gdLst>
                  <a:gd name="T0" fmla="*/ 0 w 112"/>
                  <a:gd name="T1" fmla="*/ 0 h 69"/>
                  <a:gd name="T2" fmla="*/ 0 w 112"/>
                  <a:gd name="T3" fmla="*/ 0 h 69"/>
                  <a:gd name="T4" fmla="*/ 0 w 112"/>
                  <a:gd name="T5" fmla="*/ 0 h 69"/>
                  <a:gd name="T6" fmla="*/ 0 w 112"/>
                  <a:gd name="T7" fmla="*/ 0 h 69"/>
                  <a:gd name="T8" fmla="*/ 0 w 112"/>
                  <a:gd name="T9" fmla="*/ 0 h 69"/>
                  <a:gd name="T10" fmla="*/ 0 w 112"/>
                  <a:gd name="T11" fmla="*/ 0 h 69"/>
                  <a:gd name="T12" fmla="*/ 0 w 112"/>
                  <a:gd name="T13" fmla="*/ 0 h 69"/>
                  <a:gd name="T14" fmla="*/ 0 w 112"/>
                  <a:gd name="T15" fmla="*/ 0 h 69"/>
                  <a:gd name="T16" fmla="*/ 0 w 112"/>
                  <a:gd name="T17" fmla="*/ 0 h 69"/>
                  <a:gd name="T18" fmla="*/ 0 w 112"/>
                  <a:gd name="T19" fmla="*/ 0 h 69"/>
                  <a:gd name="T20" fmla="*/ 0 w 112"/>
                  <a:gd name="T21" fmla="*/ 0 h 69"/>
                  <a:gd name="T22" fmla="*/ 0 w 112"/>
                  <a:gd name="T23" fmla="*/ 0 h 69"/>
                  <a:gd name="T24" fmla="*/ 0 w 112"/>
                  <a:gd name="T25" fmla="*/ 0 h 69"/>
                  <a:gd name="T26" fmla="*/ 0 w 112"/>
                  <a:gd name="T27" fmla="*/ 0 h 69"/>
                  <a:gd name="T28" fmla="*/ 0 w 112"/>
                  <a:gd name="T29" fmla="*/ 0 h 69"/>
                  <a:gd name="T30" fmla="*/ 0 w 112"/>
                  <a:gd name="T31" fmla="*/ 0 h 69"/>
                  <a:gd name="T32" fmla="*/ 0 w 112"/>
                  <a:gd name="T33" fmla="*/ 0 h 69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w 112"/>
                  <a:gd name="T52" fmla="*/ 0 h 69"/>
                  <a:gd name="T53" fmla="*/ 112 w 112"/>
                  <a:gd name="T54" fmla="*/ 69 h 69"/>
                </a:gdLst>
                <a:ahLst/>
                <a:cxnLst>
                  <a:cxn ang="T34">
                    <a:pos x="T0" y="T1"/>
                  </a:cxn>
                  <a:cxn ang="T35">
                    <a:pos x="T2" y="T3"/>
                  </a:cxn>
                  <a:cxn ang="T36">
                    <a:pos x="T4" y="T5"/>
                  </a:cxn>
                  <a:cxn ang="T37">
                    <a:pos x="T6" y="T7"/>
                  </a:cxn>
                  <a:cxn ang="T38">
                    <a:pos x="T8" y="T9"/>
                  </a:cxn>
                  <a:cxn ang="T39">
                    <a:pos x="T10" y="T11"/>
                  </a:cxn>
                  <a:cxn ang="T40">
                    <a:pos x="T12" y="T13"/>
                  </a:cxn>
                  <a:cxn ang="T41">
                    <a:pos x="T14" y="T15"/>
                  </a:cxn>
                  <a:cxn ang="T42">
                    <a:pos x="T16" y="T17"/>
                  </a:cxn>
                  <a:cxn ang="T43">
                    <a:pos x="T18" y="T19"/>
                  </a:cxn>
                  <a:cxn ang="T44">
                    <a:pos x="T20" y="T21"/>
                  </a:cxn>
                  <a:cxn ang="T45">
                    <a:pos x="T22" y="T23"/>
                  </a:cxn>
                  <a:cxn ang="T46">
                    <a:pos x="T24" y="T25"/>
                  </a:cxn>
                  <a:cxn ang="T47">
                    <a:pos x="T26" y="T27"/>
                  </a:cxn>
                  <a:cxn ang="T48">
                    <a:pos x="T28" y="T29"/>
                  </a:cxn>
                  <a:cxn ang="T49">
                    <a:pos x="T30" y="T31"/>
                  </a:cxn>
                  <a:cxn ang="T50">
                    <a:pos x="T32" y="T33"/>
                  </a:cxn>
                </a:cxnLst>
                <a:rect l="T51" t="T52" r="T53" b="T54"/>
                <a:pathLst>
                  <a:path w="112" h="69">
                    <a:moveTo>
                      <a:pt x="55" y="57"/>
                    </a:moveTo>
                    <a:lnTo>
                      <a:pt x="0" y="44"/>
                    </a:lnTo>
                    <a:lnTo>
                      <a:pt x="5" y="32"/>
                    </a:lnTo>
                    <a:lnTo>
                      <a:pt x="11" y="22"/>
                    </a:lnTo>
                    <a:lnTo>
                      <a:pt x="20" y="13"/>
                    </a:lnTo>
                    <a:lnTo>
                      <a:pt x="30" y="5"/>
                    </a:lnTo>
                    <a:lnTo>
                      <a:pt x="43" y="2"/>
                    </a:lnTo>
                    <a:lnTo>
                      <a:pt x="55" y="0"/>
                    </a:lnTo>
                    <a:lnTo>
                      <a:pt x="67" y="2"/>
                    </a:lnTo>
                    <a:lnTo>
                      <a:pt x="80" y="6"/>
                    </a:lnTo>
                    <a:lnTo>
                      <a:pt x="90" y="13"/>
                    </a:lnTo>
                    <a:lnTo>
                      <a:pt x="99" y="22"/>
                    </a:lnTo>
                    <a:lnTo>
                      <a:pt x="107" y="32"/>
                    </a:lnTo>
                    <a:lnTo>
                      <a:pt x="110" y="44"/>
                    </a:lnTo>
                    <a:lnTo>
                      <a:pt x="112" y="57"/>
                    </a:lnTo>
                    <a:lnTo>
                      <a:pt x="110" y="69"/>
                    </a:lnTo>
                    <a:lnTo>
                      <a:pt x="55" y="57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824" name="Freeform 261">
                <a:extLst>
                  <a:ext uri="{FF2B5EF4-FFF2-40B4-BE49-F238E27FC236}">
                    <a16:creationId xmlns:a16="http://schemas.microsoft.com/office/drawing/2014/main" id="{39FD04D1-52F5-5CA5-B319-294DAFEF52F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450" y="2116"/>
                <a:ext cx="19" cy="12"/>
              </a:xfrm>
              <a:custGeom>
                <a:avLst/>
                <a:gdLst>
                  <a:gd name="T0" fmla="*/ 0 w 112"/>
                  <a:gd name="T1" fmla="*/ 0 h 69"/>
                  <a:gd name="T2" fmla="*/ 0 w 112"/>
                  <a:gd name="T3" fmla="*/ 0 h 69"/>
                  <a:gd name="T4" fmla="*/ 0 w 112"/>
                  <a:gd name="T5" fmla="*/ 0 h 69"/>
                  <a:gd name="T6" fmla="*/ 0 w 112"/>
                  <a:gd name="T7" fmla="*/ 0 h 69"/>
                  <a:gd name="T8" fmla="*/ 0 w 112"/>
                  <a:gd name="T9" fmla="*/ 0 h 69"/>
                  <a:gd name="T10" fmla="*/ 0 w 112"/>
                  <a:gd name="T11" fmla="*/ 0 h 69"/>
                  <a:gd name="T12" fmla="*/ 0 w 112"/>
                  <a:gd name="T13" fmla="*/ 0 h 69"/>
                  <a:gd name="T14" fmla="*/ 0 w 112"/>
                  <a:gd name="T15" fmla="*/ 0 h 69"/>
                  <a:gd name="T16" fmla="*/ 0 w 112"/>
                  <a:gd name="T17" fmla="*/ 0 h 69"/>
                  <a:gd name="T18" fmla="*/ 0 w 112"/>
                  <a:gd name="T19" fmla="*/ 0 h 69"/>
                  <a:gd name="T20" fmla="*/ 0 w 112"/>
                  <a:gd name="T21" fmla="*/ 0 h 69"/>
                  <a:gd name="T22" fmla="*/ 0 w 112"/>
                  <a:gd name="T23" fmla="*/ 0 h 69"/>
                  <a:gd name="T24" fmla="*/ 0 w 112"/>
                  <a:gd name="T25" fmla="*/ 0 h 69"/>
                  <a:gd name="T26" fmla="*/ 0 w 112"/>
                  <a:gd name="T27" fmla="*/ 0 h 69"/>
                  <a:gd name="T28" fmla="*/ 0 w 112"/>
                  <a:gd name="T29" fmla="*/ 0 h 69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w 112"/>
                  <a:gd name="T46" fmla="*/ 0 h 69"/>
                  <a:gd name="T47" fmla="*/ 112 w 112"/>
                  <a:gd name="T48" fmla="*/ 69 h 69"/>
                </a:gdLst>
                <a:ahLst/>
                <a:cxnLst>
                  <a:cxn ang="T30">
                    <a:pos x="T0" y="T1"/>
                  </a:cxn>
                  <a:cxn ang="T31">
                    <a:pos x="T2" y="T3"/>
                  </a:cxn>
                  <a:cxn ang="T32">
                    <a:pos x="T4" y="T5"/>
                  </a:cxn>
                  <a:cxn ang="T33">
                    <a:pos x="T6" y="T7"/>
                  </a:cxn>
                  <a:cxn ang="T34">
                    <a:pos x="T8" y="T9"/>
                  </a:cxn>
                  <a:cxn ang="T35">
                    <a:pos x="T10" y="T11"/>
                  </a:cxn>
                  <a:cxn ang="T36">
                    <a:pos x="T12" y="T13"/>
                  </a:cxn>
                  <a:cxn ang="T37">
                    <a:pos x="T14" y="T15"/>
                  </a:cxn>
                  <a:cxn ang="T38">
                    <a:pos x="T16" y="T17"/>
                  </a:cxn>
                  <a:cxn ang="T39">
                    <a:pos x="T18" y="T19"/>
                  </a:cxn>
                  <a:cxn ang="T40">
                    <a:pos x="T20" y="T21"/>
                  </a:cxn>
                  <a:cxn ang="T41">
                    <a:pos x="T22" y="T23"/>
                  </a:cxn>
                  <a:cxn ang="T42">
                    <a:pos x="T24" y="T25"/>
                  </a:cxn>
                  <a:cxn ang="T43">
                    <a:pos x="T26" y="T27"/>
                  </a:cxn>
                  <a:cxn ang="T44">
                    <a:pos x="T28" y="T29"/>
                  </a:cxn>
                </a:cxnLst>
                <a:rect l="T45" t="T46" r="T47" b="T48"/>
                <a:pathLst>
                  <a:path w="112" h="69">
                    <a:moveTo>
                      <a:pt x="0" y="44"/>
                    </a:moveTo>
                    <a:lnTo>
                      <a:pt x="5" y="32"/>
                    </a:lnTo>
                    <a:lnTo>
                      <a:pt x="11" y="22"/>
                    </a:lnTo>
                    <a:lnTo>
                      <a:pt x="20" y="13"/>
                    </a:lnTo>
                    <a:lnTo>
                      <a:pt x="30" y="5"/>
                    </a:lnTo>
                    <a:lnTo>
                      <a:pt x="43" y="2"/>
                    </a:lnTo>
                    <a:lnTo>
                      <a:pt x="55" y="0"/>
                    </a:lnTo>
                    <a:lnTo>
                      <a:pt x="67" y="2"/>
                    </a:lnTo>
                    <a:lnTo>
                      <a:pt x="80" y="6"/>
                    </a:lnTo>
                    <a:lnTo>
                      <a:pt x="90" y="13"/>
                    </a:lnTo>
                    <a:lnTo>
                      <a:pt x="99" y="22"/>
                    </a:lnTo>
                    <a:lnTo>
                      <a:pt x="107" y="32"/>
                    </a:lnTo>
                    <a:lnTo>
                      <a:pt x="110" y="44"/>
                    </a:lnTo>
                    <a:lnTo>
                      <a:pt x="112" y="57"/>
                    </a:lnTo>
                    <a:lnTo>
                      <a:pt x="110" y="69"/>
                    </a:lnTo>
                  </a:path>
                </a:pathLst>
              </a:cu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825" name="Line 262">
                <a:extLst>
                  <a:ext uri="{FF2B5EF4-FFF2-40B4-BE49-F238E27FC236}">
                    <a16:creationId xmlns:a16="http://schemas.microsoft.com/office/drawing/2014/main" id="{27E0B786-12B9-6AB9-CA48-08F6BC234A4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474" y="2520"/>
                <a:ext cx="1" cy="176"/>
              </a:xfrm>
              <a:prstGeom prst="line">
                <a:avLst/>
              </a:prstGeom>
              <a:noFill/>
              <a:ln w="0">
                <a:solidFill>
                  <a:srgbClr val="0000F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826" name="Line 263">
                <a:extLst>
                  <a:ext uri="{FF2B5EF4-FFF2-40B4-BE49-F238E27FC236}">
                    <a16:creationId xmlns:a16="http://schemas.microsoft.com/office/drawing/2014/main" id="{D0F2C434-C530-2DD7-D073-B9076DF88BC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474" y="2719"/>
                <a:ext cx="1" cy="23"/>
              </a:xfrm>
              <a:prstGeom prst="line">
                <a:avLst/>
              </a:prstGeom>
              <a:noFill/>
              <a:ln w="0">
                <a:solidFill>
                  <a:srgbClr val="0000F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827" name="Line 264">
                <a:extLst>
                  <a:ext uri="{FF2B5EF4-FFF2-40B4-BE49-F238E27FC236}">
                    <a16:creationId xmlns:a16="http://schemas.microsoft.com/office/drawing/2014/main" id="{389CE141-A117-D950-98C7-46EE4BE2339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474" y="2766"/>
                <a:ext cx="1" cy="175"/>
              </a:xfrm>
              <a:prstGeom prst="line">
                <a:avLst/>
              </a:prstGeom>
              <a:noFill/>
              <a:ln w="0">
                <a:solidFill>
                  <a:srgbClr val="0000F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828" name="Freeform 265">
                <a:extLst>
                  <a:ext uri="{FF2B5EF4-FFF2-40B4-BE49-F238E27FC236}">
                    <a16:creationId xmlns:a16="http://schemas.microsoft.com/office/drawing/2014/main" id="{8CFE0606-7E08-50A1-F2D6-80354A40D31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78" y="2116"/>
                <a:ext cx="9" cy="19"/>
              </a:xfrm>
              <a:custGeom>
                <a:avLst/>
                <a:gdLst>
                  <a:gd name="T0" fmla="*/ 0 w 56"/>
                  <a:gd name="T1" fmla="*/ 0 h 113"/>
                  <a:gd name="T2" fmla="*/ 0 w 56"/>
                  <a:gd name="T3" fmla="*/ 0 h 113"/>
                  <a:gd name="T4" fmla="*/ 0 w 56"/>
                  <a:gd name="T5" fmla="*/ 0 h 113"/>
                  <a:gd name="T6" fmla="*/ 0 w 56"/>
                  <a:gd name="T7" fmla="*/ 0 h 113"/>
                  <a:gd name="T8" fmla="*/ 0 w 56"/>
                  <a:gd name="T9" fmla="*/ 0 h 113"/>
                  <a:gd name="T10" fmla="*/ 0 w 56"/>
                  <a:gd name="T11" fmla="*/ 0 h 113"/>
                  <a:gd name="T12" fmla="*/ 0 w 56"/>
                  <a:gd name="T13" fmla="*/ 0 h 113"/>
                  <a:gd name="T14" fmla="*/ 0 w 56"/>
                  <a:gd name="T15" fmla="*/ 0 h 113"/>
                  <a:gd name="T16" fmla="*/ 0 w 56"/>
                  <a:gd name="T17" fmla="*/ 0 h 113"/>
                  <a:gd name="T18" fmla="*/ 0 w 56"/>
                  <a:gd name="T19" fmla="*/ 0 h 113"/>
                  <a:gd name="T20" fmla="*/ 0 w 56"/>
                  <a:gd name="T21" fmla="*/ 0 h 113"/>
                  <a:gd name="T22" fmla="*/ 0 w 56"/>
                  <a:gd name="T23" fmla="*/ 0 h 113"/>
                  <a:gd name="T24" fmla="*/ 0 w 56"/>
                  <a:gd name="T25" fmla="*/ 0 h 113"/>
                  <a:gd name="T26" fmla="*/ 0 w 56"/>
                  <a:gd name="T27" fmla="*/ 0 h 113"/>
                  <a:gd name="T28" fmla="*/ 0 w 56"/>
                  <a:gd name="T29" fmla="*/ 0 h 113"/>
                  <a:gd name="T30" fmla="*/ 0 w 56"/>
                  <a:gd name="T31" fmla="*/ 0 h 113"/>
                  <a:gd name="T32" fmla="*/ 0 w 56"/>
                  <a:gd name="T33" fmla="*/ 0 h 113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w 56"/>
                  <a:gd name="T52" fmla="*/ 0 h 113"/>
                  <a:gd name="T53" fmla="*/ 56 w 56"/>
                  <a:gd name="T54" fmla="*/ 113 h 113"/>
                </a:gdLst>
                <a:ahLst/>
                <a:cxnLst>
                  <a:cxn ang="T34">
                    <a:pos x="T0" y="T1"/>
                  </a:cxn>
                  <a:cxn ang="T35">
                    <a:pos x="T2" y="T3"/>
                  </a:cxn>
                  <a:cxn ang="T36">
                    <a:pos x="T4" y="T5"/>
                  </a:cxn>
                  <a:cxn ang="T37">
                    <a:pos x="T6" y="T7"/>
                  </a:cxn>
                  <a:cxn ang="T38">
                    <a:pos x="T8" y="T9"/>
                  </a:cxn>
                  <a:cxn ang="T39">
                    <a:pos x="T10" y="T11"/>
                  </a:cxn>
                  <a:cxn ang="T40">
                    <a:pos x="T12" y="T13"/>
                  </a:cxn>
                  <a:cxn ang="T41">
                    <a:pos x="T14" y="T15"/>
                  </a:cxn>
                  <a:cxn ang="T42">
                    <a:pos x="T16" y="T17"/>
                  </a:cxn>
                  <a:cxn ang="T43">
                    <a:pos x="T18" y="T19"/>
                  </a:cxn>
                  <a:cxn ang="T44">
                    <a:pos x="T20" y="T21"/>
                  </a:cxn>
                  <a:cxn ang="T45">
                    <a:pos x="T22" y="T23"/>
                  </a:cxn>
                  <a:cxn ang="T46">
                    <a:pos x="T24" y="T25"/>
                  </a:cxn>
                  <a:cxn ang="T47">
                    <a:pos x="T26" y="T27"/>
                  </a:cxn>
                  <a:cxn ang="T48">
                    <a:pos x="T28" y="T29"/>
                  </a:cxn>
                  <a:cxn ang="T49">
                    <a:pos x="T30" y="T31"/>
                  </a:cxn>
                  <a:cxn ang="T50">
                    <a:pos x="T32" y="T33"/>
                  </a:cxn>
                </a:cxnLst>
                <a:rect l="T51" t="T52" r="T53" b="T54"/>
                <a:pathLst>
                  <a:path w="56" h="113">
                    <a:moveTo>
                      <a:pt x="56" y="57"/>
                    </a:moveTo>
                    <a:lnTo>
                      <a:pt x="56" y="113"/>
                    </a:lnTo>
                    <a:lnTo>
                      <a:pt x="44" y="112"/>
                    </a:lnTo>
                    <a:lnTo>
                      <a:pt x="31" y="107"/>
                    </a:lnTo>
                    <a:lnTo>
                      <a:pt x="21" y="101"/>
                    </a:lnTo>
                    <a:lnTo>
                      <a:pt x="12" y="92"/>
                    </a:lnTo>
                    <a:lnTo>
                      <a:pt x="6" y="81"/>
                    </a:lnTo>
                    <a:lnTo>
                      <a:pt x="1" y="69"/>
                    </a:lnTo>
                    <a:lnTo>
                      <a:pt x="0" y="57"/>
                    </a:lnTo>
                    <a:lnTo>
                      <a:pt x="1" y="44"/>
                    </a:lnTo>
                    <a:lnTo>
                      <a:pt x="6" y="32"/>
                    </a:lnTo>
                    <a:lnTo>
                      <a:pt x="12" y="22"/>
                    </a:lnTo>
                    <a:lnTo>
                      <a:pt x="21" y="13"/>
                    </a:lnTo>
                    <a:lnTo>
                      <a:pt x="31" y="6"/>
                    </a:lnTo>
                    <a:lnTo>
                      <a:pt x="44" y="2"/>
                    </a:lnTo>
                    <a:lnTo>
                      <a:pt x="56" y="0"/>
                    </a:lnTo>
                    <a:lnTo>
                      <a:pt x="56" y="57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829" name="Freeform 266">
                <a:extLst>
                  <a:ext uri="{FF2B5EF4-FFF2-40B4-BE49-F238E27FC236}">
                    <a16:creationId xmlns:a16="http://schemas.microsoft.com/office/drawing/2014/main" id="{C42B2826-F0D1-486F-A9D4-2FFC46F7F71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78" y="2116"/>
                <a:ext cx="9" cy="19"/>
              </a:xfrm>
              <a:custGeom>
                <a:avLst/>
                <a:gdLst>
                  <a:gd name="T0" fmla="*/ 0 w 56"/>
                  <a:gd name="T1" fmla="*/ 0 h 113"/>
                  <a:gd name="T2" fmla="*/ 0 w 56"/>
                  <a:gd name="T3" fmla="*/ 0 h 113"/>
                  <a:gd name="T4" fmla="*/ 0 w 56"/>
                  <a:gd name="T5" fmla="*/ 0 h 113"/>
                  <a:gd name="T6" fmla="*/ 0 w 56"/>
                  <a:gd name="T7" fmla="*/ 0 h 113"/>
                  <a:gd name="T8" fmla="*/ 0 w 56"/>
                  <a:gd name="T9" fmla="*/ 0 h 113"/>
                  <a:gd name="T10" fmla="*/ 0 w 56"/>
                  <a:gd name="T11" fmla="*/ 0 h 113"/>
                  <a:gd name="T12" fmla="*/ 0 w 56"/>
                  <a:gd name="T13" fmla="*/ 0 h 113"/>
                  <a:gd name="T14" fmla="*/ 0 w 56"/>
                  <a:gd name="T15" fmla="*/ 0 h 113"/>
                  <a:gd name="T16" fmla="*/ 0 w 56"/>
                  <a:gd name="T17" fmla="*/ 0 h 113"/>
                  <a:gd name="T18" fmla="*/ 0 w 56"/>
                  <a:gd name="T19" fmla="*/ 0 h 113"/>
                  <a:gd name="T20" fmla="*/ 0 w 56"/>
                  <a:gd name="T21" fmla="*/ 0 h 113"/>
                  <a:gd name="T22" fmla="*/ 0 w 56"/>
                  <a:gd name="T23" fmla="*/ 0 h 113"/>
                  <a:gd name="T24" fmla="*/ 0 w 56"/>
                  <a:gd name="T25" fmla="*/ 0 h 113"/>
                  <a:gd name="T26" fmla="*/ 0 w 56"/>
                  <a:gd name="T27" fmla="*/ 0 h 113"/>
                  <a:gd name="T28" fmla="*/ 0 w 56"/>
                  <a:gd name="T29" fmla="*/ 0 h 113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w 56"/>
                  <a:gd name="T46" fmla="*/ 0 h 113"/>
                  <a:gd name="T47" fmla="*/ 56 w 56"/>
                  <a:gd name="T48" fmla="*/ 113 h 113"/>
                </a:gdLst>
                <a:ahLst/>
                <a:cxnLst>
                  <a:cxn ang="T30">
                    <a:pos x="T0" y="T1"/>
                  </a:cxn>
                  <a:cxn ang="T31">
                    <a:pos x="T2" y="T3"/>
                  </a:cxn>
                  <a:cxn ang="T32">
                    <a:pos x="T4" y="T5"/>
                  </a:cxn>
                  <a:cxn ang="T33">
                    <a:pos x="T6" y="T7"/>
                  </a:cxn>
                  <a:cxn ang="T34">
                    <a:pos x="T8" y="T9"/>
                  </a:cxn>
                  <a:cxn ang="T35">
                    <a:pos x="T10" y="T11"/>
                  </a:cxn>
                  <a:cxn ang="T36">
                    <a:pos x="T12" y="T13"/>
                  </a:cxn>
                  <a:cxn ang="T37">
                    <a:pos x="T14" y="T15"/>
                  </a:cxn>
                  <a:cxn ang="T38">
                    <a:pos x="T16" y="T17"/>
                  </a:cxn>
                  <a:cxn ang="T39">
                    <a:pos x="T18" y="T19"/>
                  </a:cxn>
                  <a:cxn ang="T40">
                    <a:pos x="T20" y="T21"/>
                  </a:cxn>
                  <a:cxn ang="T41">
                    <a:pos x="T22" y="T23"/>
                  </a:cxn>
                  <a:cxn ang="T42">
                    <a:pos x="T24" y="T25"/>
                  </a:cxn>
                  <a:cxn ang="T43">
                    <a:pos x="T26" y="T27"/>
                  </a:cxn>
                  <a:cxn ang="T44">
                    <a:pos x="T28" y="T29"/>
                  </a:cxn>
                </a:cxnLst>
                <a:rect l="T45" t="T46" r="T47" b="T48"/>
                <a:pathLst>
                  <a:path w="56" h="113">
                    <a:moveTo>
                      <a:pt x="56" y="113"/>
                    </a:moveTo>
                    <a:lnTo>
                      <a:pt x="44" y="112"/>
                    </a:lnTo>
                    <a:lnTo>
                      <a:pt x="31" y="107"/>
                    </a:lnTo>
                    <a:lnTo>
                      <a:pt x="21" y="101"/>
                    </a:lnTo>
                    <a:lnTo>
                      <a:pt x="12" y="92"/>
                    </a:lnTo>
                    <a:lnTo>
                      <a:pt x="6" y="81"/>
                    </a:lnTo>
                    <a:lnTo>
                      <a:pt x="1" y="69"/>
                    </a:lnTo>
                    <a:lnTo>
                      <a:pt x="0" y="57"/>
                    </a:lnTo>
                    <a:lnTo>
                      <a:pt x="1" y="44"/>
                    </a:lnTo>
                    <a:lnTo>
                      <a:pt x="6" y="32"/>
                    </a:lnTo>
                    <a:lnTo>
                      <a:pt x="12" y="22"/>
                    </a:lnTo>
                    <a:lnTo>
                      <a:pt x="21" y="13"/>
                    </a:lnTo>
                    <a:lnTo>
                      <a:pt x="31" y="6"/>
                    </a:lnTo>
                    <a:lnTo>
                      <a:pt x="44" y="2"/>
                    </a:lnTo>
                    <a:lnTo>
                      <a:pt x="56" y="0"/>
                    </a:lnTo>
                  </a:path>
                </a:pathLst>
              </a:cu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830" name="Freeform 267">
                <a:extLst>
                  <a:ext uri="{FF2B5EF4-FFF2-40B4-BE49-F238E27FC236}">
                    <a16:creationId xmlns:a16="http://schemas.microsoft.com/office/drawing/2014/main" id="{CCE85B43-0420-3161-5AB0-FF4B09C1452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87" y="2116"/>
                <a:ext cx="157" cy="19"/>
              </a:xfrm>
              <a:custGeom>
                <a:avLst/>
                <a:gdLst>
                  <a:gd name="T0" fmla="*/ 0 w 929"/>
                  <a:gd name="T1" fmla="*/ 0 h 113"/>
                  <a:gd name="T2" fmla="*/ 0 w 929"/>
                  <a:gd name="T3" fmla="*/ 0 h 113"/>
                  <a:gd name="T4" fmla="*/ 0 w 929"/>
                  <a:gd name="T5" fmla="*/ 0 h 113"/>
                  <a:gd name="T6" fmla="*/ 0 w 929"/>
                  <a:gd name="T7" fmla="*/ 0 h 113"/>
                  <a:gd name="T8" fmla="*/ 0 w 929"/>
                  <a:gd name="T9" fmla="*/ 0 h 113"/>
                  <a:gd name="T10" fmla="*/ 0 w 929"/>
                  <a:gd name="T11" fmla="*/ 0 h 113"/>
                  <a:gd name="T12" fmla="*/ 0 w 929"/>
                  <a:gd name="T13" fmla="*/ 0 h 113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929"/>
                  <a:gd name="T22" fmla="*/ 0 h 113"/>
                  <a:gd name="T23" fmla="*/ 929 w 929"/>
                  <a:gd name="T24" fmla="*/ 113 h 113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929" h="113">
                    <a:moveTo>
                      <a:pt x="0" y="0"/>
                    </a:moveTo>
                    <a:lnTo>
                      <a:pt x="0" y="57"/>
                    </a:lnTo>
                    <a:lnTo>
                      <a:pt x="0" y="113"/>
                    </a:lnTo>
                    <a:lnTo>
                      <a:pt x="929" y="113"/>
                    </a:lnTo>
                    <a:lnTo>
                      <a:pt x="929" y="57"/>
                    </a:lnTo>
                    <a:lnTo>
                      <a:pt x="929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831" name="Freeform 268">
                <a:extLst>
                  <a:ext uri="{FF2B5EF4-FFF2-40B4-BE49-F238E27FC236}">
                    <a16:creationId xmlns:a16="http://schemas.microsoft.com/office/drawing/2014/main" id="{7AB22A0B-44DF-ABFD-4FF9-6BDC9962D97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87" y="2116"/>
                <a:ext cx="157" cy="19"/>
              </a:xfrm>
              <a:custGeom>
                <a:avLst/>
                <a:gdLst>
                  <a:gd name="T0" fmla="*/ 0 w 929"/>
                  <a:gd name="T1" fmla="*/ 0 h 113"/>
                  <a:gd name="T2" fmla="*/ 0 w 929"/>
                  <a:gd name="T3" fmla="*/ 0 h 113"/>
                  <a:gd name="T4" fmla="*/ 0 w 929"/>
                  <a:gd name="T5" fmla="*/ 0 h 113"/>
                  <a:gd name="T6" fmla="*/ 0 w 929"/>
                  <a:gd name="T7" fmla="*/ 0 h 113"/>
                  <a:gd name="T8" fmla="*/ 0 w 929"/>
                  <a:gd name="T9" fmla="*/ 0 h 113"/>
                  <a:gd name="T10" fmla="*/ 0 w 929"/>
                  <a:gd name="T11" fmla="*/ 0 h 113"/>
                  <a:gd name="T12" fmla="*/ 0 w 929"/>
                  <a:gd name="T13" fmla="*/ 0 h 113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929"/>
                  <a:gd name="T22" fmla="*/ 0 h 113"/>
                  <a:gd name="T23" fmla="*/ 929 w 929"/>
                  <a:gd name="T24" fmla="*/ 113 h 113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929" h="113">
                    <a:moveTo>
                      <a:pt x="0" y="0"/>
                    </a:moveTo>
                    <a:lnTo>
                      <a:pt x="0" y="57"/>
                    </a:lnTo>
                    <a:lnTo>
                      <a:pt x="0" y="113"/>
                    </a:lnTo>
                    <a:lnTo>
                      <a:pt x="929" y="113"/>
                    </a:lnTo>
                    <a:lnTo>
                      <a:pt x="929" y="57"/>
                    </a:lnTo>
                    <a:lnTo>
                      <a:pt x="929" y="0"/>
                    </a:lnTo>
                    <a:lnTo>
                      <a:pt x="0" y="0"/>
                    </a:lnTo>
                    <a:close/>
                  </a:path>
                </a:pathLst>
              </a:cu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832" name="Freeform 269">
                <a:extLst>
                  <a:ext uri="{FF2B5EF4-FFF2-40B4-BE49-F238E27FC236}">
                    <a16:creationId xmlns:a16="http://schemas.microsoft.com/office/drawing/2014/main" id="{CDDA90DE-68E4-2FEA-9F1F-821C1FCE39C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944" y="2116"/>
                <a:ext cx="10" cy="19"/>
              </a:xfrm>
              <a:custGeom>
                <a:avLst/>
                <a:gdLst>
                  <a:gd name="T0" fmla="*/ 0 w 58"/>
                  <a:gd name="T1" fmla="*/ 0 h 113"/>
                  <a:gd name="T2" fmla="*/ 0 w 58"/>
                  <a:gd name="T3" fmla="*/ 0 h 113"/>
                  <a:gd name="T4" fmla="*/ 0 w 58"/>
                  <a:gd name="T5" fmla="*/ 0 h 113"/>
                  <a:gd name="T6" fmla="*/ 0 w 58"/>
                  <a:gd name="T7" fmla="*/ 0 h 113"/>
                  <a:gd name="T8" fmla="*/ 0 w 58"/>
                  <a:gd name="T9" fmla="*/ 0 h 113"/>
                  <a:gd name="T10" fmla="*/ 0 w 58"/>
                  <a:gd name="T11" fmla="*/ 0 h 113"/>
                  <a:gd name="T12" fmla="*/ 0 w 58"/>
                  <a:gd name="T13" fmla="*/ 0 h 113"/>
                  <a:gd name="T14" fmla="*/ 0 w 58"/>
                  <a:gd name="T15" fmla="*/ 0 h 113"/>
                  <a:gd name="T16" fmla="*/ 0 w 58"/>
                  <a:gd name="T17" fmla="*/ 0 h 113"/>
                  <a:gd name="T18" fmla="*/ 0 w 58"/>
                  <a:gd name="T19" fmla="*/ 0 h 113"/>
                  <a:gd name="T20" fmla="*/ 0 w 58"/>
                  <a:gd name="T21" fmla="*/ 0 h 113"/>
                  <a:gd name="T22" fmla="*/ 0 w 58"/>
                  <a:gd name="T23" fmla="*/ 0 h 113"/>
                  <a:gd name="T24" fmla="*/ 0 w 58"/>
                  <a:gd name="T25" fmla="*/ 0 h 113"/>
                  <a:gd name="T26" fmla="*/ 0 w 58"/>
                  <a:gd name="T27" fmla="*/ 0 h 113"/>
                  <a:gd name="T28" fmla="*/ 0 w 58"/>
                  <a:gd name="T29" fmla="*/ 0 h 113"/>
                  <a:gd name="T30" fmla="*/ 0 w 58"/>
                  <a:gd name="T31" fmla="*/ 0 h 113"/>
                  <a:gd name="T32" fmla="*/ 0 w 58"/>
                  <a:gd name="T33" fmla="*/ 0 h 113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w 58"/>
                  <a:gd name="T52" fmla="*/ 0 h 113"/>
                  <a:gd name="T53" fmla="*/ 58 w 58"/>
                  <a:gd name="T54" fmla="*/ 113 h 113"/>
                </a:gdLst>
                <a:ahLst/>
                <a:cxnLst>
                  <a:cxn ang="T34">
                    <a:pos x="T0" y="T1"/>
                  </a:cxn>
                  <a:cxn ang="T35">
                    <a:pos x="T2" y="T3"/>
                  </a:cxn>
                  <a:cxn ang="T36">
                    <a:pos x="T4" y="T5"/>
                  </a:cxn>
                  <a:cxn ang="T37">
                    <a:pos x="T6" y="T7"/>
                  </a:cxn>
                  <a:cxn ang="T38">
                    <a:pos x="T8" y="T9"/>
                  </a:cxn>
                  <a:cxn ang="T39">
                    <a:pos x="T10" y="T11"/>
                  </a:cxn>
                  <a:cxn ang="T40">
                    <a:pos x="T12" y="T13"/>
                  </a:cxn>
                  <a:cxn ang="T41">
                    <a:pos x="T14" y="T15"/>
                  </a:cxn>
                  <a:cxn ang="T42">
                    <a:pos x="T16" y="T17"/>
                  </a:cxn>
                  <a:cxn ang="T43">
                    <a:pos x="T18" y="T19"/>
                  </a:cxn>
                  <a:cxn ang="T44">
                    <a:pos x="T20" y="T21"/>
                  </a:cxn>
                  <a:cxn ang="T45">
                    <a:pos x="T22" y="T23"/>
                  </a:cxn>
                  <a:cxn ang="T46">
                    <a:pos x="T24" y="T25"/>
                  </a:cxn>
                  <a:cxn ang="T47">
                    <a:pos x="T26" y="T27"/>
                  </a:cxn>
                  <a:cxn ang="T48">
                    <a:pos x="T28" y="T29"/>
                  </a:cxn>
                  <a:cxn ang="T49">
                    <a:pos x="T30" y="T31"/>
                  </a:cxn>
                  <a:cxn ang="T50">
                    <a:pos x="T32" y="T33"/>
                  </a:cxn>
                </a:cxnLst>
                <a:rect l="T51" t="T52" r="T53" b="T54"/>
                <a:pathLst>
                  <a:path w="58" h="113">
                    <a:moveTo>
                      <a:pt x="0" y="57"/>
                    </a:moveTo>
                    <a:lnTo>
                      <a:pt x="0" y="0"/>
                    </a:lnTo>
                    <a:lnTo>
                      <a:pt x="13" y="2"/>
                    </a:lnTo>
                    <a:lnTo>
                      <a:pt x="25" y="6"/>
                    </a:lnTo>
                    <a:lnTo>
                      <a:pt x="35" y="13"/>
                    </a:lnTo>
                    <a:lnTo>
                      <a:pt x="44" y="22"/>
                    </a:lnTo>
                    <a:lnTo>
                      <a:pt x="51" y="32"/>
                    </a:lnTo>
                    <a:lnTo>
                      <a:pt x="55" y="44"/>
                    </a:lnTo>
                    <a:lnTo>
                      <a:pt x="58" y="57"/>
                    </a:lnTo>
                    <a:lnTo>
                      <a:pt x="55" y="69"/>
                    </a:lnTo>
                    <a:lnTo>
                      <a:pt x="51" y="81"/>
                    </a:lnTo>
                    <a:lnTo>
                      <a:pt x="44" y="92"/>
                    </a:lnTo>
                    <a:lnTo>
                      <a:pt x="35" y="101"/>
                    </a:lnTo>
                    <a:lnTo>
                      <a:pt x="25" y="107"/>
                    </a:lnTo>
                    <a:lnTo>
                      <a:pt x="13" y="112"/>
                    </a:lnTo>
                    <a:lnTo>
                      <a:pt x="0" y="113"/>
                    </a:lnTo>
                    <a:lnTo>
                      <a:pt x="0" y="57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833" name="Freeform 270">
                <a:extLst>
                  <a:ext uri="{FF2B5EF4-FFF2-40B4-BE49-F238E27FC236}">
                    <a16:creationId xmlns:a16="http://schemas.microsoft.com/office/drawing/2014/main" id="{BBBAC0F8-267E-8E36-1350-27955007771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944" y="2116"/>
                <a:ext cx="10" cy="19"/>
              </a:xfrm>
              <a:custGeom>
                <a:avLst/>
                <a:gdLst>
                  <a:gd name="T0" fmla="*/ 0 w 58"/>
                  <a:gd name="T1" fmla="*/ 0 h 113"/>
                  <a:gd name="T2" fmla="*/ 0 w 58"/>
                  <a:gd name="T3" fmla="*/ 0 h 113"/>
                  <a:gd name="T4" fmla="*/ 0 w 58"/>
                  <a:gd name="T5" fmla="*/ 0 h 113"/>
                  <a:gd name="T6" fmla="*/ 0 w 58"/>
                  <a:gd name="T7" fmla="*/ 0 h 113"/>
                  <a:gd name="T8" fmla="*/ 0 w 58"/>
                  <a:gd name="T9" fmla="*/ 0 h 113"/>
                  <a:gd name="T10" fmla="*/ 0 w 58"/>
                  <a:gd name="T11" fmla="*/ 0 h 113"/>
                  <a:gd name="T12" fmla="*/ 0 w 58"/>
                  <a:gd name="T13" fmla="*/ 0 h 113"/>
                  <a:gd name="T14" fmla="*/ 0 w 58"/>
                  <a:gd name="T15" fmla="*/ 0 h 113"/>
                  <a:gd name="T16" fmla="*/ 0 w 58"/>
                  <a:gd name="T17" fmla="*/ 0 h 113"/>
                  <a:gd name="T18" fmla="*/ 0 w 58"/>
                  <a:gd name="T19" fmla="*/ 0 h 113"/>
                  <a:gd name="T20" fmla="*/ 0 w 58"/>
                  <a:gd name="T21" fmla="*/ 0 h 113"/>
                  <a:gd name="T22" fmla="*/ 0 w 58"/>
                  <a:gd name="T23" fmla="*/ 0 h 113"/>
                  <a:gd name="T24" fmla="*/ 0 w 58"/>
                  <a:gd name="T25" fmla="*/ 0 h 113"/>
                  <a:gd name="T26" fmla="*/ 0 w 58"/>
                  <a:gd name="T27" fmla="*/ 0 h 113"/>
                  <a:gd name="T28" fmla="*/ 0 w 58"/>
                  <a:gd name="T29" fmla="*/ 0 h 113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w 58"/>
                  <a:gd name="T46" fmla="*/ 0 h 113"/>
                  <a:gd name="T47" fmla="*/ 58 w 58"/>
                  <a:gd name="T48" fmla="*/ 113 h 113"/>
                </a:gdLst>
                <a:ahLst/>
                <a:cxnLst>
                  <a:cxn ang="T30">
                    <a:pos x="T0" y="T1"/>
                  </a:cxn>
                  <a:cxn ang="T31">
                    <a:pos x="T2" y="T3"/>
                  </a:cxn>
                  <a:cxn ang="T32">
                    <a:pos x="T4" y="T5"/>
                  </a:cxn>
                  <a:cxn ang="T33">
                    <a:pos x="T6" y="T7"/>
                  </a:cxn>
                  <a:cxn ang="T34">
                    <a:pos x="T8" y="T9"/>
                  </a:cxn>
                  <a:cxn ang="T35">
                    <a:pos x="T10" y="T11"/>
                  </a:cxn>
                  <a:cxn ang="T36">
                    <a:pos x="T12" y="T13"/>
                  </a:cxn>
                  <a:cxn ang="T37">
                    <a:pos x="T14" y="T15"/>
                  </a:cxn>
                  <a:cxn ang="T38">
                    <a:pos x="T16" y="T17"/>
                  </a:cxn>
                  <a:cxn ang="T39">
                    <a:pos x="T18" y="T19"/>
                  </a:cxn>
                  <a:cxn ang="T40">
                    <a:pos x="T20" y="T21"/>
                  </a:cxn>
                  <a:cxn ang="T41">
                    <a:pos x="T22" y="T23"/>
                  </a:cxn>
                  <a:cxn ang="T42">
                    <a:pos x="T24" y="T25"/>
                  </a:cxn>
                  <a:cxn ang="T43">
                    <a:pos x="T26" y="T27"/>
                  </a:cxn>
                  <a:cxn ang="T44">
                    <a:pos x="T28" y="T29"/>
                  </a:cxn>
                </a:cxnLst>
                <a:rect l="T45" t="T46" r="T47" b="T48"/>
                <a:pathLst>
                  <a:path w="58" h="113">
                    <a:moveTo>
                      <a:pt x="0" y="0"/>
                    </a:moveTo>
                    <a:lnTo>
                      <a:pt x="13" y="2"/>
                    </a:lnTo>
                    <a:lnTo>
                      <a:pt x="25" y="6"/>
                    </a:lnTo>
                    <a:lnTo>
                      <a:pt x="35" y="13"/>
                    </a:lnTo>
                    <a:lnTo>
                      <a:pt x="44" y="22"/>
                    </a:lnTo>
                    <a:lnTo>
                      <a:pt x="51" y="32"/>
                    </a:lnTo>
                    <a:lnTo>
                      <a:pt x="55" y="44"/>
                    </a:lnTo>
                    <a:lnTo>
                      <a:pt x="58" y="57"/>
                    </a:lnTo>
                    <a:lnTo>
                      <a:pt x="55" y="69"/>
                    </a:lnTo>
                    <a:lnTo>
                      <a:pt x="51" y="81"/>
                    </a:lnTo>
                    <a:lnTo>
                      <a:pt x="44" y="92"/>
                    </a:lnTo>
                    <a:lnTo>
                      <a:pt x="35" y="101"/>
                    </a:lnTo>
                    <a:lnTo>
                      <a:pt x="25" y="107"/>
                    </a:lnTo>
                    <a:lnTo>
                      <a:pt x="13" y="112"/>
                    </a:lnTo>
                    <a:lnTo>
                      <a:pt x="0" y="113"/>
                    </a:lnTo>
                  </a:path>
                </a:pathLst>
              </a:cu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834" name="Freeform 271">
                <a:extLst>
                  <a:ext uri="{FF2B5EF4-FFF2-40B4-BE49-F238E27FC236}">
                    <a16:creationId xmlns:a16="http://schemas.microsoft.com/office/drawing/2014/main" id="{EB4EE915-18A6-15E5-8D01-F7892F9852B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577" y="2547"/>
                <a:ext cx="18" cy="15"/>
              </a:xfrm>
              <a:custGeom>
                <a:avLst/>
                <a:gdLst>
                  <a:gd name="T0" fmla="*/ 0 w 108"/>
                  <a:gd name="T1" fmla="*/ 0 h 81"/>
                  <a:gd name="T2" fmla="*/ 0 w 108"/>
                  <a:gd name="T3" fmla="*/ 0 h 81"/>
                  <a:gd name="T4" fmla="*/ 0 w 108"/>
                  <a:gd name="T5" fmla="*/ 0 h 81"/>
                  <a:gd name="T6" fmla="*/ 0 w 108"/>
                  <a:gd name="T7" fmla="*/ 0 h 81"/>
                  <a:gd name="T8" fmla="*/ 0 w 108"/>
                  <a:gd name="T9" fmla="*/ 0 h 81"/>
                  <a:gd name="T10" fmla="*/ 0 w 108"/>
                  <a:gd name="T11" fmla="*/ 0 h 81"/>
                  <a:gd name="T12" fmla="*/ 0 w 108"/>
                  <a:gd name="T13" fmla="*/ 0 h 81"/>
                  <a:gd name="T14" fmla="*/ 0 w 108"/>
                  <a:gd name="T15" fmla="*/ 0 h 81"/>
                  <a:gd name="T16" fmla="*/ 0 w 108"/>
                  <a:gd name="T17" fmla="*/ 0 h 81"/>
                  <a:gd name="T18" fmla="*/ 0 w 108"/>
                  <a:gd name="T19" fmla="*/ 0 h 81"/>
                  <a:gd name="T20" fmla="*/ 0 w 108"/>
                  <a:gd name="T21" fmla="*/ 0 h 81"/>
                  <a:gd name="T22" fmla="*/ 0 w 108"/>
                  <a:gd name="T23" fmla="*/ 0 h 81"/>
                  <a:gd name="T24" fmla="*/ 0 w 108"/>
                  <a:gd name="T25" fmla="*/ 0 h 81"/>
                  <a:gd name="T26" fmla="*/ 0 w 108"/>
                  <a:gd name="T27" fmla="*/ 0 h 81"/>
                  <a:gd name="T28" fmla="*/ 0 w 108"/>
                  <a:gd name="T29" fmla="*/ 0 h 81"/>
                  <a:gd name="T30" fmla="*/ 0 w 108"/>
                  <a:gd name="T31" fmla="*/ 0 h 81"/>
                  <a:gd name="T32" fmla="*/ 0 w 108"/>
                  <a:gd name="T33" fmla="*/ 0 h 81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w 108"/>
                  <a:gd name="T52" fmla="*/ 0 h 81"/>
                  <a:gd name="T53" fmla="*/ 108 w 108"/>
                  <a:gd name="T54" fmla="*/ 81 h 81"/>
                </a:gdLst>
                <a:ahLst/>
                <a:cxnLst>
                  <a:cxn ang="T34">
                    <a:pos x="T0" y="T1"/>
                  </a:cxn>
                  <a:cxn ang="T35">
                    <a:pos x="T2" y="T3"/>
                  </a:cxn>
                  <a:cxn ang="T36">
                    <a:pos x="T4" y="T5"/>
                  </a:cxn>
                  <a:cxn ang="T37">
                    <a:pos x="T6" y="T7"/>
                  </a:cxn>
                  <a:cxn ang="T38">
                    <a:pos x="T8" y="T9"/>
                  </a:cxn>
                  <a:cxn ang="T39">
                    <a:pos x="T10" y="T11"/>
                  </a:cxn>
                  <a:cxn ang="T40">
                    <a:pos x="T12" y="T13"/>
                  </a:cxn>
                  <a:cxn ang="T41">
                    <a:pos x="T14" y="T15"/>
                  </a:cxn>
                  <a:cxn ang="T42">
                    <a:pos x="T16" y="T17"/>
                  </a:cxn>
                  <a:cxn ang="T43">
                    <a:pos x="T18" y="T19"/>
                  </a:cxn>
                  <a:cxn ang="T44">
                    <a:pos x="T20" y="T21"/>
                  </a:cxn>
                  <a:cxn ang="T45">
                    <a:pos x="T22" y="T23"/>
                  </a:cxn>
                  <a:cxn ang="T46">
                    <a:pos x="T24" y="T25"/>
                  </a:cxn>
                  <a:cxn ang="T47">
                    <a:pos x="T26" y="T27"/>
                  </a:cxn>
                  <a:cxn ang="T48">
                    <a:pos x="T28" y="T29"/>
                  </a:cxn>
                  <a:cxn ang="T49">
                    <a:pos x="T30" y="T31"/>
                  </a:cxn>
                  <a:cxn ang="T50">
                    <a:pos x="T32" y="T33"/>
                  </a:cxn>
                </a:cxnLst>
                <a:rect l="T51" t="T52" r="T53" b="T54"/>
                <a:pathLst>
                  <a:path w="108" h="81">
                    <a:moveTo>
                      <a:pt x="56" y="24"/>
                    </a:moveTo>
                    <a:lnTo>
                      <a:pt x="108" y="49"/>
                    </a:lnTo>
                    <a:lnTo>
                      <a:pt x="101" y="59"/>
                    </a:lnTo>
                    <a:lnTo>
                      <a:pt x="92" y="68"/>
                    </a:lnTo>
                    <a:lnTo>
                      <a:pt x="81" y="75"/>
                    </a:lnTo>
                    <a:lnTo>
                      <a:pt x="70" y="79"/>
                    </a:lnTo>
                    <a:lnTo>
                      <a:pt x="56" y="81"/>
                    </a:lnTo>
                    <a:lnTo>
                      <a:pt x="44" y="79"/>
                    </a:lnTo>
                    <a:lnTo>
                      <a:pt x="31" y="76"/>
                    </a:lnTo>
                    <a:lnTo>
                      <a:pt x="21" y="69"/>
                    </a:lnTo>
                    <a:lnTo>
                      <a:pt x="12" y="60"/>
                    </a:lnTo>
                    <a:lnTo>
                      <a:pt x="6" y="49"/>
                    </a:lnTo>
                    <a:lnTo>
                      <a:pt x="1" y="38"/>
                    </a:lnTo>
                    <a:lnTo>
                      <a:pt x="0" y="24"/>
                    </a:lnTo>
                    <a:lnTo>
                      <a:pt x="1" y="12"/>
                    </a:lnTo>
                    <a:lnTo>
                      <a:pt x="4" y="0"/>
                    </a:lnTo>
                    <a:lnTo>
                      <a:pt x="56" y="24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835" name="Freeform 272">
                <a:extLst>
                  <a:ext uri="{FF2B5EF4-FFF2-40B4-BE49-F238E27FC236}">
                    <a16:creationId xmlns:a16="http://schemas.microsoft.com/office/drawing/2014/main" id="{A864EF6C-0E97-D0CA-A6BD-FFEE1ABA7E9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577" y="2547"/>
                <a:ext cx="18" cy="15"/>
              </a:xfrm>
              <a:custGeom>
                <a:avLst/>
                <a:gdLst>
                  <a:gd name="T0" fmla="*/ 0 w 108"/>
                  <a:gd name="T1" fmla="*/ 0 h 81"/>
                  <a:gd name="T2" fmla="*/ 0 w 108"/>
                  <a:gd name="T3" fmla="*/ 0 h 81"/>
                  <a:gd name="T4" fmla="*/ 0 w 108"/>
                  <a:gd name="T5" fmla="*/ 0 h 81"/>
                  <a:gd name="T6" fmla="*/ 0 w 108"/>
                  <a:gd name="T7" fmla="*/ 0 h 81"/>
                  <a:gd name="T8" fmla="*/ 0 w 108"/>
                  <a:gd name="T9" fmla="*/ 0 h 81"/>
                  <a:gd name="T10" fmla="*/ 0 w 108"/>
                  <a:gd name="T11" fmla="*/ 0 h 81"/>
                  <a:gd name="T12" fmla="*/ 0 w 108"/>
                  <a:gd name="T13" fmla="*/ 0 h 81"/>
                  <a:gd name="T14" fmla="*/ 0 w 108"/>
                  <a:gd name="T15" fmla="*/ 0 h 81"/>
                  <a:gd name="T16" fmla="*/ 0 w 108"/>
                  <a:gd name="T17" fmla="*/ 0 h 81"/>
                  <a:gd name="T18" fmla="*/ 0 w 108"/>
                  <a:gd name="T19" fmla="*/ 0 h 81"/>
                  <a:gd name="T20" fmla="*/ 0 w 108"/>
                  <a:gd name="T21" fmla="*/ 0 h 81"/>
                  <a:gd name="T22" fmla="*/ 0 w 108"/>
                  <a:gd name="T23" fmla="*/ 0 h 81"/>
                  <a:gd name="T24" fmla="*/ 0 w 108"/>
                  <a:gd name="T25" fmla="*/ 0 h 81"/>
                  <a:gd name="T26" fmla="*/ 0 w 108"/>
                  <a:gd name="T27" fmla="*/ 0 h 81"/>
                  <a:gd name="T28" fmla="*/ 0 w 108"/>
                  <a:gd name="T29" fmla="*/ 0 h 81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w 108"/>
                  <a:gd name="T46" fmla="*/ 0 h 81"/>
                  <a:gd name="T47" fmla="*/ 108 w 108"/>
                  <a:gd name="T48" fmla="*/ 81 h 81"/>
                </a:gdLst>
                <a:ahLst/>
                <a:cxnLst>
                  <a:cxn ang="T30">
                    <a:pos x="T0" y="T1"/>
                  </a:cxn>
                  <a:cxn ang="T31">
                    <a:pos x="T2" y="T3"/>
                  </a:cxn>
                  <a:cxn ang="T32">
                    <a:pos x="T4" y="T5"/>
                  </a:cxn>
                  <a:cxn ang="T33">
                    <a:pos x="T6" y="T7"/>
                  </a:cxn>
                  <a:cxn ang="T34">
                    <a:pos x="T8" y="T9"/>
                  </a:cxn>
                  <a:cxn ang="T35">
                    <a:pos x="T10" y="T11"/>
                  </a:cxn>
                  <a:cxn ang="T36">
                    <a:pos x="T12" y="T13"/>
                  </a:cxn>
                  <a:cxn ang="T37">
                    <a:pos x="T14" y="T15"/>
                  </a:cxn>
                  <a:cxn ang="T38">
                    <a:pos x="T16" y="T17"/>
                  </a:cxn>
                  <a:cxn ang="T39">
                    <a:pos x="T18" y="T19"/>
                  </a:cxn>
                  <a:cxn ang="T40">
                    <a:pos x="T20" y="T21"/>
                  </a:cxn>
                  <a:cxn ang="T41">
                    <a:pos x="T22" y="T23"/>
                  </a:cxn>
                  <a:cxn ang="T42">
                    <a:pos x="T24" y="T25"/>
                  </a:cxn>
                  <a:cxn ang="T43">
                    <a:pos x="T26" y="T27"/>
                  </a:cxn>
                  <a:cxn ang="T44">
                    <a:pos x="T28" y="T29"/>
                  </a:cxn>
                </a:cxnLst>
                <a:rect l="T45" t="T46" r="T47" b="T48"/>
                <a:pathLst>
                  <a:path w="108" h="81">
                    <a:moveTo>
                      <a:pt x="108" y="49"/>
                    </a:moveTo>
                    <a:lnTo>
                      <a:pt x="101" y="59"/>
                    </a:lnTo>
                    <a:lnTo>
                      <a:pt x="92" y="68"/>
                    </a:lnTo>
                    <a:lnTo>
                      <a:pt x="81" y="75"/>
                    </a:lnTo>
                    <a:lnTo>
                      <a:pt x="70" y="79"/>
                    </a:lnTo>
                    <a:lnTo>
                      <a:pt x="56" y="81"/>
                    </a:lnTo>
                    <a:lnTo>
                      <a:pt x="44" y="79"/>
                    </a:lnTo>
                    <a:lnTo>
                      <a:pt x="31" y="76"/>
                    </a:lnTo>
                    <a:lnTo>
                      <a:pt x="21" y="69"/>
                    </a:lnTo>
                    <a:lnTo>
                      <a:pt x="12" y="60"/>
                    </a:lnTo>
                    <a:lnTo>
                      <a:pt x="6" y="49"/>
                    </a:lnTo>
                    <a:lnTo>
                      <a:pt x="1" y="38"/>
                    </a:lnTo>
                    <a:lnTo>
                      <a:pt x="0" y="24"/>
                    </a:lnTo>
                    <a:lnTo>
                      <a:pt x="1" y="12"/>
                    </a:lnTo>
                    <a:lnTo>
                      <a:pt x="4" y="0"/>
                    </a:lnTo>
                  </a:path>
                </a:pathLst>
              </a:cu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836" name="Freeform 273">
                <a:extLst>
                  <a:ext uri="{FF2B5EF4-FFF2-40B4-BE49-F238E27FC236}">
                    <a16:creationId xmlns:a16="http://schemas.microsoft.com/office/drawing/2014/main" id="{7135A7ED-A951-44AD-79B0-D65CADFC1AB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577" y="2121"/>
                <a:ext cx="220" cy="435"/>
              </a:xfrm>
              <a:custGeom>
                <a:avLst/>
                <a:gdLst>
                  <a:gd name="T0" fmla="*/ 0 w 1298"/>
                  <a:gd name="T1" fmla="*/ 0 h 2573"/>
                  <a:gd name="T2" fmla="*/ 0 w 1298"/>
                  <a:gd name="T3" fmla="*/ 0 h 2573"/>
                  <a:gd name="T4" fmla="*/ 0 w 1298"/>
                  <a:gd name="T5" fmla="*/ 0 h 2573"/>
                  <a:gd name="T6" fmla="*/ 0 w 1298"/>
                  <a:gd name="T7" fmla="*/ 0 h 2573"/>
                  <a:gd name="T8" fmla="*/ 0 w 1298"/>
                  <a:gd name="T9" fmla="*/ 0 h 2573"/>
                  <a:gd name="T10" fmla="*/ 0 w 1298"/>
                  <a:gd name="T11" fmla="*/ 0 h 2573"/>
                  <a:gd name="T12" fmla="*/ 0 w 1298"/>
                  <a:gd name="T13" fmla="*/ 0 h 2573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1298"/>
                  <a:gd name="T22" fmla="*/ 0 h 2573"/>
                  <a:gd name="T23" fmla="*/ 1298 w 1298"/>
                  <a:gd name="T24" fmla="*/ 2573 h 2573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1298" h="2573">
                    <a:moveTo>
                      <a:pt x="0" y="2524"/>
                    </a:moveTo>
                    <a:lnTo>
                      <a:pt x="52" y="2548"/>
                    </a:lnTo>
                    <a:lnTo>
                      <a:pt x="104" y="2573"/>
                    </a:lnTo>
                    <a:lnTo>
                      <a:pt x="1298" y="49"/>
                    </a:lnTo>
                    <a:lnTo>
                      <a:pt x="1246" y="25"/>
                    </a:lnTo>
                    <a:lnTo>
                      <a:pt x="1195" y="0"/>
                    </a:lnTo>
                    <a:lnTo>
                      <a:pt x="0" y="2524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837" name="Freeform 274">
                <a:extLst>
                  <a:ext uri="{FF2B5EF4-FFF2-40B4-BE49-F238E27FC236}">
                    <a16:creationId xmlns:a16="http://schemas.microsoft.com/office/drawing/2014/main" id="{6B080475-019E-DB2C-AA3B-A389188513C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577" y="2121"/>
                <a:ext cx="220" cy="435"/>
              </a:xfrm>
              <a:custGeom>
                <a:avLst/>
                <a:gdLst>
                  <a:gd name="T0" fmla="*/ 0 w 1298"/>
                  <a:gd name="T1" fmla="*/ 0 h 2573"/>
                  <a:gd name="T2" fmla="*/ 0 w 1298"/>
                  <a:gd name="T3" fmla="*/ 0 h 2573"/>
                  <a:gd name="T4" fmla="*/ 0 w 1298"/>
                  <a:gd name="T5" fmla="*/ 0 h 2573"/>
                  <a:gd name="T6" fmla="*/ 0 w 1298"/>
                  <a:gd name="T7" fmla="*/ 0 h 2573"/>
                  <a:gd name="T8" fmla="*/ 0 w 1298"/>
                  <a:gd name="T9" fmla="*/ 0 h 2573"/>
                  <a:gd name="T10" fmla="*/ 0 w 1298"/>
                  <a:gd name="T11" fmla="*/ 0 h 2573"/>
                  <a:gd name="T12" fmla="*/ 0 w 1298"/>
                  <a:gd name="T13" fmla="*/ 0 h 2573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1298"/>
                  <a:gd name="T22" fmla="*/ 0 h 2573"/>
                  <a:gd name="T23" fmla="*/ 1298 w 1298"/>
                  <a:gd name="T24" fmla="*/ 2573 h 2573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1298" h="2573">
                    <a:moveTo>
                      <a:pt x="0" y="2524"/>
                    </a:moveTo>
                    <a:lnTo>
                      <a:pt x="52" y="2548"/>
                    </a:lnTo>
                    <a:lnTo>
                      <a:pt x="104" y="2573"/>
                    </a:lnTo>
                    <a:lnTo>
                      <a:pt x="1298" y="49"/>
                    </a:lnTo>
                    <a:lnTo>
                      <a:pt x="1246" y="25"/>
                    </a:lnTo>
                    <a:lnTo>
                      <a:pt x="1195" y="0"/>
                    </a:lnTo>
                    <a:lnTo>
                      <a:pt x="0" y="2524"/>
                    </a:lnTo>
                    <a:close/>
                  </a:path>
                </a:pathLst>
              </a:cu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838" name="Freeform 275">
                <a:extLst>
                  <a:ext uri="{FF2B5EF4-FFF2-40B4-BE49-F238E27FC236}">
                    <a16:creationId xmlns:a16="http://schemas.microsoft.com/office/drawing/2014/main" id="{D26F08C5-44D7-617A-658E-66F855A2C43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79" y="2116"/>
                <a:ext cx="18" cy="13"/>
              </a:xfrm>
              <a:custGeom>
                <a:avLst/>
                <a:gdLst>
                  <a:gd name="T0" fmla="*/ 0 w 107"/>
                  <a:gd name="T1" fmla="*/ 0 h 80"/>
                  <a:gd name="T2" fmla="*/ 0 w 107"/>
                  <a:gd name="T3" fmla="*/ 0 h 80"/>
                  <a:gd name="T4" fmla="*/ 0 w 107"/>
                  <a:gd name="T5" fmla="*/ 0 h 80"/>
                  <a:gd name="T6" fmla="*/ 0 w 107"/>
                  <a:gd name="T7" fmla="*/ 0 h 80"/>
                  <a:gd name="T8" fmla="*/ 0 w 107"/>
                  <a:gd name="T9" fmla="*/ 0 h 80"/>
                  <a:gd name="T10" fmla="*/ 0 w 107"/>
                  <a:gd name="T11" fmla="*/ 0 h 80"/>
                  <a:gd name="T12" fmla="*/ 0 w 107"/>
                  <a:gd name="T13" fmla="*/ 0 h 80"/>
                  <a:gd name="T14" fmla="*/ 0 w 107"/>
                  <a:gd name="T15" fmla="*/ 0 h 80"/>
                  <a:gd name="T16" fmla="*/ 0 w 107"/>
                  <a:gd name="T17" fmla="*/ 0 h 80"/>
                  <a:gd name="T18" fmla="*/ 0 w 107"/>
                  <a:gd name="T19" fmla="*/ 0 h 80"/>
                  <a:gd name="T20" fmla="*/ 0 w 107"/>
                  <a:gd name="T21" fmla="*/ 0 h 80"/>
                  <a:gd name="T22" fmla="*/ 0 w 107"/>
                  <a:gd name="T23" fmla="*/ 0 h 80"/>
                  <a:gd name="T24" fmla="*/ 0 w 107"/>
                  <a:gd name="T25" fmla="*/ 0 h 80"/>
                  <a:gd name="T26" fmla="*/ 0 w 107"/>
                  <a:gd name="T27" fmla="*/ 0 h 80"/>
                  <a:gd name="T28" fmla="*/ 0 w 107"/>
                  <a:gd name="T29" fmla="*/ 0 h 80"/>
                  <a:gd name="T30" fmla="*/ 0 w 107"/>
                  <a:gd name="T31" fmla="*/ 0 h 80"/>
                  <a:gd name="T32" fmla="*/ 0 w 107"/>
                  <a:gd name="T33" fmla="*/ 0 h 80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w 107"/>
                  <a:gd name="T52" fmla="*/ 0 h 80"/>
                  <a:gd name="T53" fmla="*/ 107 w 107"/>
                  <a:gd name="T54" fmla="*/ 80 h 80"/>
                </a:gdLst>
                <a:ahLst/>
                <a:cxnLst>
                  <a:cxn ang="T34">
                    <a:pos x="T0" y="T1"/>
                  </a:cxn>
                  <a:cxn ang="T35">
                    <a:pos x="T2" y="T3"/>
                  </a:cxn>
                  <a:cxn ang="T36">
                    <a:pos x="T4" y="T5"/>
                  </a:cxn>
                  <a:cxn ang="T37">
                    <a:pos x="T6" y="T7"/>
                  </a:cxn>
                  <a:cxn ang="T38">
                    <a:pos x="T8" y="T9"/>
                  </a:cxn>
                  <a:cxn ang="T39">
                    <a:pos x="T10" y="T11"/>
                  </a:cxn>
                  <a:cxn ang="T40">
                    <a:pos x="T12" y="T13"/>
                  </a:cxn>
                  <a:cxn ang="T41">
                    <a:pos x="T14" y="T15"/>
                  </a:cxn>
                  <a:cxn ang="T42">
                    <a:pos x="T16" y="T17"/>
                  </a:cxn>
                  <a:cxn ang="T43">
                    <a:pos x="T18" y="T19"/>
                  </a:cxn>
                  <a:cxn ang="T44">
                    <a:pos x="T20" y="T21"/>
                  </a:cxn>
                  <a:cxn ang="T45">
                    <a:pos x="T22" y="T23"/>
                  </a:cxn>
                  <a:cxn ang="T46">
                    <a:pos x="T24" y="T25"/>
                  </a:cxn>
                  <a:cxn ang="T47">
                    <a:pos x="T26" y="T27"/>
                  </a:cxn>
                  <a:cxn ang="T48">
                    <a:pos x="T28" y="T29"/>
                  </a:cxn>
                  <a:cxn ang="T49">
                    <a:pos x="T30" y="T31"/>
                  </a:cxn>
                  <a:cxn ang="T50">
                    <a:pos x="T32" y="T33"/>
                  </a:cxn>
                </a:cxnLst>
                <a:rect l="T51" t="T52" r="T53" b="T54"/>
                <a:pathLst>
                  <a:path w="107" h="80">
                    <a:moveTo>
                      <a:pt x="51" y="56"/>
                    </a:moveTo>
                    <a:lnTo>
                      <a:pt x="0" y="31"/>
                    </a:lnTo>
                    <a:lnTo>
                      <a:pt x="6" y="21"/>
                    </a:lnTo>
                    <a:lnTo>
                      <a:pt x="15" y="12"/>
                    </a:lnTo>
                    <a:lnTo>
                      <a:pt x="26" y="5"/>
                    </a:lnTo>
                    <a:lnTo>
                      <a:pt x="38" y="1"/>
                    </a:lnTo>
                    <a:lnTo>
                      <a:pt x="51" y="0"/>
                    </a:lnTo>
                    <a:lnTo>
                      <a:pt x="64" y="1"/>
                    </a:lnTo>
                    <a:lnTo>
                      <a:pt x="76" y="4"/>
                    </a:lnTo>
                    <a:lnTo>
                      <a:pt x="86" y="11"/>
                    </a:lnTo>
                    <a:lnTo>
                      <a:pt x="95" y="20"/>
                    </a:lnTo>
                    <a:lnTo>
                      <a:pt x="102" y="31"/>
                    </a:lnTo>
                    <a:lnTo>
                      <a:pt x="106" y="42"/>
                    </a:lnTo>
                    <a:lnTo>
                      <a:pt x="107" y="56"/>
                    </a:lnTo>
                    <a:lnTo>
                      <a:pt x="106" y="68"/>
                    </a:lnTo>
                    <a:lnTo>
                      <a:pt x="103" y="80"/>
                    </a:lnTo>
                    <a:lnTo>
                      <a:pt x="51" y="56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839" name="Freeform 276">
                <a:extLst>
                  <a:ext uri="{FF2B5EF4-FFF2-40B4-BE49-F238E27FC236}">
                    <a16:creationId xmlns:a16="http://schemas.microsoft.com/office/drawing/2014/main" id="{17FCEA0E-72A4-0BE3-1278-7CEB874CF1A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79" y="2116"/>
                <a:ext cx="18" cy="13"/>
              </a:xfrm>
              <a:custGeom>
                <a:avLst/>
                <a:gdLst>
                  <a:gd name="T0" fmla="*/ 0 w 107"/>
                  <a:gd name="T1" fmla="*/ 0 h 80"/>
                  <a:gd name="T2" fmla="*/ 0 w 107"/>
                  <a:gd name="T3" fmla="*/ 0 h 80"/>
                  <a:gd name="T4" fmla="*/ 0 w 107"/>
                  <a:gd name="T5" fmla="*/ 0 h 80"/>
                  <a:gd name="T6" fmla="*/ 0 w 107"/>
                  <a:gd name="T7" fmla="*/ 0 h 80"/>
                  <a:gd name="T8" fmla="*/ 0 w 107"/>
                  <a:gd name="T9" fmla="*/ 0 h 80"/>
                  <a:gd name="T10" fmla="*/ 0 w 107"/>
                  <a:gd name="T11" fmla="*/ 0 h 80"/>
                  <a:gd name="T12" fmla="*/ 0 w 107"/>
                  <a:gd name="T13" fmla="*/ 0 h 80"/>
                  <a:gd name="T14" fmla="*/ 0 w 107"/>
                  <a:gd name="T15" fmla="*/ 0 h 80"/>
                  <a:gd name="T16" fmla="*/ 0 w 107"/>
                  <a:gd name="T17" fmla="*/ 0 h 80"/>
                  <a:gd name="T18" fmla="*/ 0 w 107"/>
                  <a:gd name="T19" fmla="*/ 0 h 80"/>
                  <a:gd name="T20" fmla="*/ 0 w 107"/>
                  <a:gd name="T21" fmla="*/ 0 h 80"/>
                  <a:gd name="T22" fmla="*/ 0 w 107"/>
                  <a:gd name="T23" fmla="*/ 0 h 80"/>
                  <a:gd name="T24" fmla="*/ 0 w 107"/>
                  <a:gd name="T25" fmla="*/ 0 h 80"/>
                  <a:gd name="T26" fmla="*/ 0 w 107"/>
                  <a:gd name="T27" fmla="*/ 0 h 80"/>
                  <a:gd name="T28" fmla="*/ 0 w 107"/>
                  <a:gd name="T29" fmla="*/ 0 h 80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w 107"/>
                  <a:gd name="T46" fmla="*/ 0 h 80"/>
                  <a:gd name="T47" fmla="*/ 107 w 107"/>
                  <a:gd name="T48" fmla="*/ 80 h 80"/>
                </a:gdLst>
                <a:ahLst/>
                <a:cxnLst>
                  <a:cxn ang="T30">
                    <a:pos x="T0" y="T1"/>
                  </a:cxn>
                  <a:cxn ang="T31">
                    <a:pos x="T2" y="T3"/>
                  </a:cxn>
                  <a:cxn ang="T32">
                    <a:pos x="T4" y="T5"/>
                  </a:cxn>
                  <a:cxn ang="T33">
                    <a:pos x="T6" y="T7"/>
                  </a:cxn>
                  <a:cxn ang="T34">
                    <a:pos x="T8" y="T9"/>
                  </a:cxn>
                  <a:cxn ang="T35">
                    <a:pos x="T10" y="T11"/>
                  </a:cxn>
                  <a:cxn ang="T36">
                    <a:pos x="T12" y="T13"/>
                  </a:cxn>
                  <a:cxn ang="T37">
                    <a:pos x="T14" y="T15"/>
                  </a:cxn>
                  <a:cxn ang="T38">
                    <a:pos x="T16" y="T17"/>
                  </a:cxn>
                  <a:cxn ang="T39">
                    <a:pos x="T18" y="T19"/>
                  </a:cxn>
                  <a:cxn ang="T40">
                    <a:pos x="T20" y="T21"/>
                  </a:cxn>
                  <a:cxn ang="T41">
                    <a:pos x="T22" y="T23"/>
                  </a:cxn>
                  <a:cxn ang="T42">
                    <a:pos x="T24" y="T25"/>
                  </a:cxn>
                  <a:cxn ang="T43">
                    <a:pos x="T26" y="T27"/>
                  </a:cxn>
                  <a:cxn ang="T44">
                    <a:pos x="T28" y="T29"/>
                  </a:cxn>
                </a:cxnLst>
                <a:rect l="T45" t="T46" r="T47" b="T48"/>
                <a:pathLst>
                  <a:path w="107" h="80">
                    <a:moveTo>
                      <a:pt x="0" y="31"/>
                    </a:moveTo>
                    <a:lnTo>
                      <a:pt x="6" y="21"/>
                    </a:lnTo>
                    <a:lnTo>
                      <a:pt x="15" y="12"/>
                    </a:lnTo>
                    <a:lnTo>
                      <a:pt x="26" y="5"/>
                    </a:lnTo>
                    <a:lnTo>
                      <a:pt x="38" y="1"/>
                    </a:lnTo>
                    <a:lnTo>
                      <a:pt x="51" y="0"/>
                    </a:lnTo>
                    <a:lnTo>
                      <a:pt x="64" y="1"/>
                    </a:lnTo>
                    <a:lnTo>
                      <a:pt x="76" y="4"/>
                    </a:lnTo>
                    <a:lnTo>
                      <a:pt x="86" y="11"/>
                    </a:lnTo>
                    <a:lnTo>
                      <a:pt x="95" y="20"/>
                    </a:lnTo>
                    <a:lnTo>
                      <a:pt x="102" y="31"/>
                    </a:lnTo>
                    <a:lnTo>
                      <a:pt x="106" y="42"/>
                    </a:lnTo>
                    <a:lnTo>
                      <a:pt x="107" y="56"/>
                    </a:lnTo>
                    <a:lnTo>
                      <a:pt x="106" y="68"/>
                    </a:lnTo>
                    <a:lnTo>
                      <a:pt x="103" y="80"/>
                    </a:lnTo>
                  </a:path>
                </a:pathLst>
              </a:cu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840" name="Freeform 277">
                <a:extLst>
                  <a:ext uri="{FF2B5EF4-FFF2-40B4-BE49-F238E27FC236}">
                    <a16:creationId xmlns:a16="http://schemas.microsoft.com/office/drawing/2014/main" id="{6909C6BB-620B-9497-E1C8-429E1458048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354" y="2547"/>
                <a:ext cx="17" cy="15"/>
              </a:xfrm>
              <a:custGeom>
                <a:avLst/>
                <a:gdLst>
                  <a:gd name="T0" fmla="*/ 0 w 108"/>
                  <a:gd name="T1" fmla="*/ 0 h 81"/>
                  <a:gd name="T2" fmla="*/ 0 w 108"/>
                  <a:gd name="T3" fmla="*/ 0 h 81"/>
                  <a:gd name="T4" fmla="*/ 0 w 108"/>
                  <a:gd name="T5" fmla="*/ 0 h 81"/>
                  <a:gd name="T6" fmla="*/ 0 w 108"/>
                  <a:gd name="T7" fmla="*/ 0 h 81"/>
                  <a:gd name="T8" fmla="*/ 0 w 108"/>
                  <a:gd name="T9" fmla="*/ 0 h 81"/>
                  <a:gd name="T10" fmla="*/ 0 w 108"/>
                  <a:gd name="T11" fmla="*/ 0 h 81"/>
                  <a:gd name="T12" fmla="*/ 0 w 108"/>
                  <a:gd name="T13" fmla="*/ 0 h 81"/>
                  <a:gd name="T14" fmla="*/ 0 w 108"/>
                  <a:gd name="T15" fmla="*/ 0 h 81"/>
                  <a:gd name="T16" fmla="*/ 0 w 108"/>
                  <a:gd name="T17" fmla="*/ 0 h 81"/>
                  <a:gd name="T18" fmla="*/ 0 w 108"/>
                  <a:gd name="T19" fmla="*/ 0 h 81"/>
                  <a:gd name="T20" fmla="*/ 0 w 108"/>
                  <a:gd name="T21" fmla="*/ 0 h 81"/>
                  <a:gd name="T22" fmla="*/ 0 w 108"/>
                  <a:gd name="T23" fmla="*/ 0 h 81"/>
                  <a:gd name="T24" fmla="*/ 0 w 108"/>
                  <a:gd name="T25" fmla="*/ 0 h 81"/>
                  <a:gd name="T26" fmla="*/ 0 w 108"/>
                  <a:gd name="T27" fmla="*/ 0 h 81"/>
                  <a:gd name="T28" fmla="*/ 0 w 108"/>
                  <a:gd name="T29" fmla="*/ 0 h 81"/>
                  <a:gd name="T30" fmla="*/ 0 w 108"/>
                  <a:gd name="T31" fmla="*/ 0 h 81"/>
                  <a:gd name="T32" fmla="*/ 0 w 108"/>
                  <a:gd name="T33" fmla="*/ 0 h 81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w 108"/>
                  <a:gd name="T52" fmla="*/ 0 h 81"/>
                  <a:gd name="T53" fmla="*/ 108 w 108"/>
                  <a:gd name="T54" fmla="*/ 81 h 81"/>
                </a:gdLst>
                <a:ahLst/>
                <a:cxnLst>
                  <a:cxn ang="T34">
                    <a:pos x="T0" y="T1"/>
                  </a:cxn>
                  <a:cxn ang="T35">
                    <a:pos x="T2" y="T3"/>
                  </a:cxn>
                  <a:cxn ang="T36">
                    <a:pos x="T4" y="T5"/>
                  </a:cxn>
                  <a:cxn ang="T37">
                    <a:pos x="T6" y="T7"/>
                  </a:cxn>
                  <a:cxn ang="T38">
                    <a:pos x="T8" y="T9"/>
                  </a:cxn>
                  <a:cxn ang="T39">
                    <a:pos x="T10" y="T11"/>
                  </a:cxn>
                  <a:cxn ang="T40">
                    <a:pos x="T12" y="T13"/>
                  </a:cxn>
                  <a:cxn ang="T41">
                    <a:pos x="T14" y="T15"/>
                  </a:cxn>
                  <a:cxn ang="T42">
                    <a:pos x="T16" y="T17"/>
                  </a:cxn>
                  <a:cxn ang="T43">
                    <a:pos x="T18" y="T19"/>
                  </a:cxn>
                  <a:cxn ang="T44">
                    <a:pos x="T20" y="T21"/>
                  </a:cxn>
                  <a:cxn ang="T45">
                    <a:pos x="T22" y="T23"/>
                  </a:cxn>
                  <a:cxn ang="T46">
                    <a:pos x="T24" y="T25"/>
                  </a:cxn>
                  <a:cxn ang="T47">
                    <a:pos x="T26" y="T27"/>
                  </a:cxn>
                  <a:cxn ang="T48">
                    <a:pos x="T28" y="T29"/>
                  </a:cxn>
                  <a:cxn ang="T49">
                    <a:pos x="T30" y="T31"/>
                  </a:cxn>
                  <a:cxn ang="T50">
                    <a:pos x="T32" y="T33"/>
                  </a:cxn>
                </a:cxnLst>
                <a:rect l="T51" t="T52" r="T53" b="T54"/>
                <a:pathLst>
                  <a:path w="108" h="81">
                    <a:moveTo>
                      <a:pt x="51" y="24"/>
                    </a:moveTo>
                    <a:lnTo>
                      <a:pt x="103" y="0"/>
                    </a:lnTo>
                    <a:lnTo>
                      <a:pt x="106" y="12"/>
                    </a:lnTo>
                    <a:lnTo>
                      <a:pt x="108" y="24"/>
                    </a:lnTo>
                    <a:lnTo>
                      <a:pt x="106" y="38"/>
                    </a:lnTo>
                    <a:lnTo>
                      <a:pt x="102" y="49"/>
                    </a:lnTo>
                    <a:lnTo>
                      <a:pt x="95" y="60"/>
                    </a:lnTo>
                    <a:lnTo>
                      <a:pt x="86" y="69"/>
                    </a:lnTo>
                    <a:lnTo>
                      <a:pt x="76" y="76"/>
                    </a:lnTo>
                    <a:lnTo>
                      <a:pt x="64" y="79"/>
                    </a:lnTo>
                    <a:lnTo>
                      <a:pt x="51" y="81"/>
                    </a:lnTo>
                    <a:lnTo>
                      <a:pt x="38" y="79"/>
                    </a:lnTo>
                    <a:lnTo>
                      <a:pt x="27" y="75"/>
                    </a:lnTo>
                    <a:lnTo>
                      <a:pt x="15" y="68"/>
                    </a:lnTo>
                    <a:lnTo>
                      <a:pt x="6" y="59"/>
                    </a:lnTo>
                    <a:lnTo>
                      <a:pt x="0" y="49"/>
                    </a:lnTo>
                    <a:lnTo>
                      <a:pt x="51" y="24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841" name="Freeform 278">
                <a:extLst>
                  <a:ext uri="{FF2B5EF4-FFF2-40B4-BE49-F238E27FC236}">
                    <a16:creationId xmlns:a16="http://schemas.microsoft.com/office/drawing/2014/main" id="{1579D126-84DD-BF63-A73D-1A87EDA305D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354" y="2547"/>
                <a:ext cx="17" cy="15"/>
              </a:xfrm>
              <a:custGeom>
                <a:avLst/>
                <a:gdLst>
                  <a:gd name="T0" fmla="*/ 0 w 108"/>
                  <a:gd name="T1" fmla="*/ 0 h 81"/>
                  <a:gd name="T2" fmla="*/ 0 w 108"/>
                  <a:gd name="T3" fmla="*/ 0 h 81"/>
                  <a:gd name="T4" fmla="*/ 0 w 108"/>
                  <a:gd name="T5" fmla="*/ 0 h 81"/>
                  <a:gd name="T6" fmla="*/ 0 w 108"/>
                  <a:gd name="T7" fmla="*/ 0 h 81"/>
                  <a:gd name="T8" fmla="*/ 0 w 108"/>
                  <a:gd name="T9" fmla="*/ 0 h 81"/>
                  <a:gd name="T10" fmla="*/ 0 w 108"/>
                  <a:gd name="T11" fmla="*/ 0 h 81"/>
                  <a:gd name="T12" fmla="*/ 0 w 108"/>
                  <a:gd name="T13" fmla="*/ 0 h 81"/>
                  <a:gd name="T14" fmla="*/ 0 w 108"/>
                  <a:gd name="T15" fmla="*/ 0 h 81"/>
                  <a:gd name="T16" fmla="*/ 0 w 108"/>
                  <a:gd name="T17" fmla="*/ 0 h 81"/>
                  <a:gd name="T18" fmla="*/ 0 w 108"/>
                  <a:gd name="T19" fmla="*/ 0 h 81"/>
                  <a:gd name="T20" fmla="*/ 0 w 108"/>
                  <a:gd name="T21" fmla="*/ 0 h 81"/>
                  <a:gd name="T22" fmla="*/ 0 w 108"/>
                  <a:gd name="T23" fmla="*/ 0 h 81"/>
                  <a:gd name="T24" fmla="*/ 0 w 108"/>
                  <a:gd name="T25" fmla="*/ 0 h 81"/>
                  <a:gd name="T26" fmla="*/ 0 w 108"/>
                  <a:gd name="T27" fmla="*/ 0 h 81"/>
                  <a:gd name="T28" fmla="*/ 0 w 108"/>
                  <a:gd name="T29" fmla="*/ 0 h 81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w 108"/>
                  <a:gd name="T46" fmla="*/ 0 h 81"/>
                  <a:gd name="T47" fmla="*/ 108 w 108"/>
                  <a:gd name="T48" fmla="*/ 81 h 81"/>
                </a:gdLst>
                <a:ahLst/>
                <a:cxnLst>
                  <a:cxn ang="T30">
                    <a:pos x="T0" y="T1"/>
                  </a:cxn>
                  <a:cxn ang="T31">
                    <a:pos x="T2" y="T3"/>
                  </a:cxn>
                  <a:cxn ang="T32">
                    <a:pos x="T4" y="T5"/>
                  </a:cxn>
                  <a:cxn ang="T33">
                    <a:pos x="T6" y="T7"/>
                  </a:cxn>
                  <a:cxn ang="T34">
                    <a:pos x="T8" y="T9"/>
                  </a:cxn>
                  <a:cxn ang="T35">
                    <a:pos x="T10" y="T11"/>
                  </a:cxn>
                  <a:cxn ang="T36">
                    <a:pos x="T12" y="T13"/>
                  </a:cxn>
                  <a:cxn ang="T37">
                    <a:pos x="T14" y="T15"/>
                  </a:cxn>
                  <a:cxn ang="T38">
                    <a:pos x="T16" y="T17"/>
                  </a:cxn>
                  <a:cxn ang="T39">
                    <a:pos x="T18" y="T19"/>
                  </a:cxn>
                  <a:cxn ang="T40">
                    <a:pos x="T20" y="T21"/>
                  </a:cxn>
                  <a:cxn ang="T41">
                    <a:pos x="T22" y="T23"/>
                  </a:cxn>
                  <a:cxn ang="T42">
                    <a:pos x="T24" y="T25"/>
                  </a:cxn>
                  <a:cxn ang="T43">
                    <a:pos x="T26" y="T27"/>
                  </a:cxn>
                  <a:cxn ang="T44">
                    <a:pos x="T28" y="T29"/>
                  </a:cxn>
                </a:cxnLst>
                <a:rect l="T45" t="T46" r="T47" b="T48"/>
                <a:pathLst>
                  <a:path w="108" h="81">
                    <a:moveTo>
                      <a:pt x="103" y="0"/>
                    </a:moveTo>
                    <a:lnTo>
                      <a:pt x="106" y="12"/>
                    </a:lnTo>
                    <a:lnTo>
                      <a:pt x="108" y="24"/>
                    </a:lnTo>
                    <a:lnTo>
                      <a:pt x="106" y="38"/>
                    </a:lnTo>
                    <a:lnTo>
                      <a:pt x="102" y="49"/>
                    </a:lnTo>
                    <a:lnTo>
                      <a:pt x="95" y="60"/>
                    </a:lnTo>
                    <a:lnTo>
                      <a:pt x="86" y="69"/>
                    </a:lnTo>
                    <a:lnTo>
                      <a:pt x="76" y="76"/>
                    </a:lnTo>
                    <a:lnTo>
                      <a:pt x="64" y="79"/>
                    </a:lnTo>
                    <a:lnTo>
                      <a:pt x="51" y="81"/>
                    </a:lnTo>
                    <a:lnTo>
                      <a:pt x="38" y="79"/>
                    </a:lnTo>
                    <a:lnTo>
                      <a:pt x="27" y="75"/>
                    </a:lnTo>
                    <a:lnTo>
                      <a:pt x="15" y="68"/>
                    </a:lnTo>
                    <a:lnTo>
                      <a:pt x="6" y="59"/>
                    </a:lnTo>
                    <a:lnTo>
                      <a:pt x="0" y="49"/>
                    </a:lnTo>
                  </a:path>
                </a:pathLst>
              </a:cu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842" name="Freeform 279">
                <a:extLst>
                  <a:ext uri="{FF2B5EF4-FFF2-40B4-BE49-F238E27FC236}">
                    <a16:creationId xmlns:a16="http://schemas.microsoft.com/office/drawing/2014/main" id="{FBEF0ECB-D1BC-0106-CEF2-C2B7E35E951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152" y="2121"/>
                <a:ext cx="218" cy="435"/>
              </a:xfrm>
              <a:custGeom>
                <a:avLst/>
                <a:gdLst>
                  <a:gd name="T0" fmla="*/ 0 w 1297"/>
                  <a:gd name="T1" fmla="*/ 0 h 2573"/>
                  <a:gd name="T2" fmla="*/ 0 w 1297"/>
                  <a:gd name="T3" fmla="*/ 0 h 2573"/>
                  <a:gd name="T4" fmla="*/ 0 w 1297"/>
                  <a:gd name="T5" fmla="*/ 0 h 2573"/>
                  <a:gd name="T6" fmla="*/ 0 w 1297"/>
                  <a:gd name="T7" fmla="*/ 0 h 2573"/>
                  <a:gd name="T8" fmla="*/ 0 w 1297"/>
                  <a:gd name="T9" fmla="*/ 0 h 2573"/>
                  <a:gd name="T10" fmla="*/ 0 w 1297"/>
                  <a:gd name="T11" fmla="*/ 0 h 2573"/>
                  <a:gd name="T12" fmla="*/ 0 w 1297"/>
                  <a:gd name="T13" fmla="*/ 0 h 2573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1297"/>
                  <a:gd name="T22" fmla="*/ 0 h 2573"/>
                  <a:gd name="T23" fmla="*/ 1297 w 1297"/>
                  <a:gd name="T24" fmla="*/ 2573 h 2573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1297" h="2573">
                    <a:moveTo>
                      <a:pt x="1194" y="2573"/>
                    </a:moveTo>
                    <a:lnTo>
                      <a:pt x="1245" y="2548"/>
                    </a:lnTo>
                    <a:lnTo>
                      <a:pt x="1297" y="2524"/>
                    </a:lnTo>
                    <a:lnTo>
                      <a:pt x="103" y="0"/>
                    </a:lnTo>
                    <a:lnTo>
                      <a:pt x="51" y="25"/>
                    </a:lnTo>
                    <a:lnTo>
                      <a:pt x="0" y="49"/>
                    </a:lnTo>
                    <a:lnTo>
                      <a:pt x="1194" y="2573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843" name="Freeform 280">
                <a:extLst>
                  <a:ext uri="{FF2B5EF4-FFF2-40B4-BE49-F238E27FC236}">
                    <a16:creationId xmlns:a16="http://schemas.microsoft.com/office/drawing/2014/main" id="{FCA1916E-0492-916F-948A-4E26B87476F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152" y="2121"/>
                <a:ext cx="218" cy="435"/>
              </a:xfrm>
              <a:custGeom>
                <a:avLst/>
                <a:gdLst>
                  <a:gd name="T0" fmla="*/ 0 w 1297"/>
                  <a:gd name="T1" fmla="*/ 0 h 2573"/>
                  <a:gd name="T2" fmla="*/ 0 w 1297"/>
                  <a:gd name="T3" fmla="*/ 0 h 2573"/>
                  <a:gd name="T4" fmla="*/ 0 w 1297"/>
                  <a:gd name="T5" fmla="*/ 0 h 2573"/>
                  <a:gd name="T6" fmla="*/ 0 w 1297"/>
                  <a:gd name="T7" fmla="*/ 0 h 2573"/>
                  <a:gd name="T8" fmla="*/ 0 w 1297"/>
                  <a:gd name="T9" fmla="*/ 0 h 2573"/>
                  <a:gd name="T10" fmla="*/ 0 w 1297"/>
                  <a:gd name="T11" fmla="*/ 0 h 2573"/>
                  <a:gd name="T12" fmla="*/ 0 w 1297"/>
                  <a:gd name="T13" fmla="*/ 0 h 2573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1297"/>
                  <a:gd name="T22" fmla="*/ 0 h 2573"/>
                  <a:gd name="T23" fmla="*/ 1297 w 1297"/>
                  <a:gd name="T24" fmla="*/ 2573 h 2573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1297" h="2573">
                    <a:moveTo>
                      <a:pt x="1194" y="2573"/>
                    </a:moveTo>
                    <a:lnTo>
                      <a:pt x="1245" y="2548"/>
                    </a:lnTo>
                    <a:lnTo>
                      <a:pt x="1297" y="2524"/>
                    </a:lnTo>
                    <a:lnTo>
                      <a:pt x="103" y="0"/>
                    </a:lnTo>
                    <a:lnTo>
                      <a:pt x="51" y="25"/>
                    </a:lnTo>
                    <a:lnTo>
                      <a:pt x="0" y="49"/>
                    </a:lnTo>
                    <a:lnTo>
                      <a:pt x="1194" y="2573"/>
                    </a:lnTo>
                    <a:close/>
                  </a:path>
                </a:pathLst>
              </a:cu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844" name="Freeform 281">
                <a:extLst>
                  <a:ext uri="{FF2B5EF4-FFF2-40B4-BE49-F238E27FC236}">
                    <a16:creationId xmlns:a16="http://schemas.microsoft.com/office/drawing/2014/main" id="{7E6F6AE8-BEA5-A77B-FA91-A01D587E5FC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150" y="2116"/>
                <a:ext cx="19" cy="13"/>
              </a:xfrm>
              <a:custGeom>
                <a:avLst/>
                <a:gdLst>
                  <a:gd name="T0" fmla="*/ 0 w 108"/>
                  <a:gd name="T1" fmla="*/ 0 h 80"/>
                  <a:gd name="T2" fmla="*/ 0 w 108"/>
                  <a:gd name="T3" fmla="*/ 0 h 80"/>
                  <a:gd name="T4" fmla="*/ 0 w 108"/>
                  <a:gd name="T5" fmla="*/ 0 h 80"/>
                  <a:gd name="T6" fmla="*/ 0 w 108"/>
                  <a:gd name="T7" fmla="*/ 0 h 80"/>
                  <a:gd name="T8" fmla="*/ 0 w 108"/>
                  <a:gd name="T9" fmla="*/ 0 h 80"/>
                  <a:gd name="T10" fmla="*/ 0 w 108"/>
                  <a:gd name="T11" fmla="*/ 0 h 80"/>
                  <a:gd name="T12" fmla="*/ 0 w 108"/>
                  <a:gd name="T13" fmla="*/ 0 h 80"/>
                  <a:gd name="T14" fmla="*/ 0 w 108"/>
                  <a:gd name="T15" fmla="*/ 0 h 80"/>
                  <a:gd name="T16" fmla="*/ 0 w 108"/>
                  <a:gd name="T17" fmla="*/ 0 h 80"/>
                  <a:gd name="T18" fmla="*/ 0 w 108"/>
                  <a:gd name="T19" fmla="*/ 0 h 80"/>
                  <a:gd name="T20" fmla="*/ 0 w 108"/>
                  <a:gd name="T21" fmla="*/ 0 h 80"/>
                  <a:gd name="T22" fmla="*/ 0 w 108"/>
                  <a:gd name="T23" fmla="*/ 0 h 80"/>
                  <a:gd name="T24" fmla="*/ 0 w 108"/>
                  <a:gd name="T25" fmla="*/ 0 h 80"/>
                  <a:gd name="T26" fmla="*/ 0 w 108"/>
                  <a:gd name="T27" fmla="*/ 0 h 80"/>
                  <a:gd name="T28" fmla="*/ 0 w 108"/>
                  <a:gd name="T29" fmla="*/ 0 h 80"/>
                  <a:gd name="T30" fmla="*/ 0 w 108"/>
                  <a:gd name="T31" fmla="*/ 0 h 80"/>
                  <a:gd name="T32" fmla="*/ 0 w 108"/>
                  <a:gd name="T33" fmla="*/ 0 h 80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w 108"/>
                  <a:gd name="T52" fmla="*/ 0 h 80"/>
                  <a:gd name="T53" fmla="*/ 108 w 108"/>
                  <a:gd name="T54" fmla="*/ 80 h 80"/>
                </a:gdLst>
                <a:ahLst/>
                <a:cxnLst>
                  <a:cxn ang="T34">
                    <a:pos x="T0" y="T1"/>
                  </a:cxn>
                  <a:cxn ang="T35">
                    <a:pos x="T2" y="T3"/>
                  </a:cxn>
                  <a:cxn ang="T36">
                    <a:pos x="T4" y="T5"/>
                  </a:cxn>
                  <a:cxn ang="T37">
                    <a:pos x="T6" y="T7"/>
                  </a:cxn>
                  <a:cxn ang="T38">
                    <a:pos x="T8" y="T9"/>
                  </a:cxn>
                  <a:cxn ang="T39">
                    <a:pos x="T10" y="T11"/>
                  </a:cxn>
                  <a:cxn ang="T40">
                    <a:pos x="T12" y="T13"/>
                  </a:cxn>
                  <a:cxn ang="T41">
                    <a:pos x="T14" y="T15"/>
                  </a:cxn>
                  <a:cxn ang="T42">
                    <a:pos x="T16" y="T17"/>
                  </a:cxn>
                  <a:cxn ang="T43">
                    <a:pos x="T18" y="T19"/>
                  </a:cxn>
                  <a:cxn ang="T44">
                    <a:pos x="T20" y="T21"/>
                  </a:cxn>
                  <a:cxn ang="T45">
                    <a:pos x="T22" y="T23"/>
                  </a:cxn>
                  <a:cxn ang="T46">
                    <a:pos x="T24" y="T25"/>
                  </a:cxn>
                  <a:cxn ang="T47">
                    <a:pos x="T26" y="T27"/>
                  </a:cxn>
                  <a:cxn ang="T48">
                    <a:pos x="T28" y="T29"/>
                  </a:cxn>
                  <a:cxn ang="T49">
                    <a:pos x="T30" y="T31"/>
                  </a:cxn>
                  <a:cxn ang="T50">
                    <a:pos x="T32" y="T33"/>
                  </a:cxn>
                </a:cxnLst>
                <a:rect l="T51" t="T52" r="T53" b="T54"/>
                <a:pathLst>
                  <a:path w="108" h="80">
                    <a:moveTo>
                      <a:pt x="56" y="56"/>
                    </a:moveTo>
                    <a:lnTo>
                      <a:pt x="5" y="80"/>
                    </a:lnTo>
                    <a:lnTo>
                      <a:pt x="1" y="68"/>
                    </a:lnTo>
                    <a:lnTo>
                      <a:pt x="0" y="56"/>
                    </a:lnTo>
                    <a:lnTo>
                      <a:pt x="1" y="42"/>
                    </a:lnTo>
                    <a:lnTo>
                      <a:pt x="6" y="31"/>
                    </a:lnTo>
                    <a:lnTo>
                      <a:pt x="13" y="20"/>
                    </a:lnTo>
                    <a:lnTo>
                      <a:pt x="21" y="11"/>
                    </a:lnTo>
                    <a:lnTo>
                      <a:pt x="32" y="4"/>
                    </a:lnTo>
                    <a:lnTo>
                      <a:pt x="44" y="1"/>
                    </a:lnTo>
                    <a:lnTo>
                      <a:pt x="56" y="0"/>
                    </a:lnTo>
                    <a:lnTo>
                      <a:pt x="70" y="1"/>
                    </a:lnTo>
                    <a:lnTo>
                      <a:pt x="81" y="5"/>
                    </a:lnTo>
                    <a:lnTo>
                      <a:pt x="92" y="12"/>
                    </a:lnTo>
                    <a:lnTo>
                      <a:pt x="101" y="21"/>
                    </a:lnTo>
                    <a:lnTo>
                      <a:pt x="108" y="31"/>
                    </a:lnTo>
                    <a:lnTo>
                      <a:pt x="56" y="56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845" name="Freeform 282">
                <a:extLst>
                  <a:ext uri="{FF2B5EF4-FFF2-40B4-BE49-F238E27FC236}">
                    <a16:creationId xmlns:a16="http://schemas.microsoft.com/office/drawing/2014/main" id="{5F4DB010-151B-6E75-A000-0CF3802DE6D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150" y="2116"/>
                <a:ext cx="19" cy="13"/>
              </a:xfrm>
              <a:custGeom>
                <a:avLst/>
                <a:gdLst>
                  <a:gd name="T0" fmla="*/ 0 w 108"/>
                  <a:gd name="T1" fmla="*/ 0 h 80"/>
                  <a:gd name="T2" fmla="*/ 0 w 108"/>
                  <a:gd name="T3" fmla="*/ 0 h 80"/>
                  <a:gd name="T4" fmla="*/ 0 w 108"/>
                  <a:gd name="T5" fmla="*/ 0 h 80"/>
                  <a:gd name="T6" fmla="*/ 0 w 108"/>
                  <a:gd name="T7" fmla="*/ 0 h 80"/>
                  <a:gd name="T8" fmla="*/ 0 w 108"/>
                  <a:gd name="T9" fmla="*/ 0 h 80"/>
                  <a:gd name="T10" fmla="*/ 0 w 108"/>
                  <a:gd name="T11" fmla="*/ 0 h 80"/>
                  <a:gd name="T12" fmla="*/ 0 w 108"/>
                  <a:gd name="T13" fmla="*/ 0 h 80"/>
                  <a:gd name="T14" fmla="*/ 0 w 108"/>
                  <a:gd name="T15" fmla="*/ 0 h 80"/>
                  <a:gd name="T16" fmla="*/ 0 w 108"/>
                  <a:gd name="T17" fmla="*/ 0 h 80"/>
                  <a:gd name="T18" fmla="*/ 0 w 108"/>
                  <a:gd name="T19" fmla="*/ 0 h 80"/>
                  <a:gd name="T20" fmla="*/ 0 w 108"/>
                  <a:gd name="T21" fmla="*/ 0 h 80"/>
                  <a:gd name="T22" fmla="*/ 0 w 108"/>
                  <a:gd name="T23" fmla="*/ 0 h 80"/>
                  <a:gd name="T24" fmla="*/ 0 w 108"/>
                  <a:gd name="T25" fmla="*/ 0 h 80"/>
                  <a:gd name="T26" fmla="*/ 0 w 108"/>
                  <a:gd name="T27" fmla="*/ 0 h 80"/>
                  <a:gd name="T28" fmla="*/ 0 w 108"/>
                  <a:gd name="T29" fmla="*/ 0 h 80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w 108"/>
                  <a:gd name="T46" fmla="*/ 0 h 80"/>
                  <a:gd name="T47" fmla="*/ 108 w 108"/>
                  <a:gd name="T48" fmla="*/ 80 h 80"/>
                </a:gdLst>
                <a:ahLst/>
                <a:cxnLst>
                  <a:cxn ang="T30">
                    <a:pos x="T0" y="T1"/>
                  </a:cxn>
                  <a:cxn ang="T31">
                    <a:pos x="T2" y="T3"/>
                  </a:cxn>
                  <a:cxn ang="T32">
                    <a:pos x="T4" y="T5"/>
                  </a:cxn>
                  <a:cxn ang="T33">
                    <a:pos x="T6" y="T7"/>
                  </a:cxn>
                  <a:cxn ang="T34">
                    <a:pos x="T8" y="T9"/>
                  </a:cxn>
                  <a:cxn ang="T35">
                    <a:pos x="T10" y="T11"/>
                  </a:cxn>
                  <a:cxn ang="T36">
                    <a:pos x="T12" y="T13"/>
                  </a:cxn>
                  <a:cxn ang="T37">
                    <a:pos x="T14" y="T15"/>
                  </a:cxn>
                  <a:cxn ang="T38">
                    <a:pos x="T16" y="T17"/>
                  </a:cxn>
                  <a:cxn ang="T39">
                    <a:pos x="T18" y="T19"/>
                  </a:cxn>
                  <a:cxn ang="T40">
                    <a:pos x="T20" y="T21"/>
                  </a:cxn>
                  <a:cxn ang="T41">
                    <a:pos x="T22" y="T23"/>
                  </a:cxn>
                  <a:cxn ang="T42">
                    <a:pos x="T24" y="T25"/>
                  </a:cxn>
                  <a:cxn ang="T43">
                    <a:pos x="T26" y="T27"/>
                  </a:cxn>
                  <a:cxn ang="T44">
                    <a:pos x="T28" y="T29"/>
                  </a:cxn>
                </a:cxnLst>
                <a:rect l="T45" t="T46" r="T47" b="T48"/>
                <a:pathLst>
                  <a:path w="108" h="80">
                    <a:moveTo>
                      <a:pt x="5" y="80"/>
                    </a:moveTo>
                    <a:lnTo>
                      <a:pt x="1" y="68"/>
                    </a:lnTo>
                    <a:lnTo>
                      <a:pt x="0" y="56"/>
                    </a:lnTo>
                    <a:lnTo>
                      <a:pt x="1" y="42"/>
                    </a:lnTo>
                    <a:lnTo>
                      <a:pt x="6" y="31"/>
                    </a:lnTo>
                    <a:lnTo>
                      <a:pt x="13" y="20"/>
                    </a:lnTo>
                    <a:lnTo>
                      <a:pt x="21" y="11"/>
                    </a:lnTo>
                    <a:lnTo>
                      <a:pt x="32" y="4"/>
                    </a:lnTo>
                    <a:lnTo>
                      <a:pt x="44" y="1"/>
                    </a:lnTo>
                    <a:lnTo>
                      <a:pt x="56" y="0"/>
                    </a:lnTo>
                    <a:lnTo>
                      <a:pt x="70" y="1"/>
                    </a:lnTo>
                    <a:lnTo>
                      <a:pt x="81" y="5"/>
                    </a:lnTo>
                    <a:lnTo>
                      <a:pt x="92" y="12"/>
                    </a:lnTo>
                    <a:lnTo>
                      <a:pt x="101" y="21"/>
                    </a:lnTo>
                    <a:lnTo>
                      <a:pt x="108" y="31"/>
                    </a:lnTo>
                  </a:path>
                </a:pathLst>
              </a:cu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846" name="Freeform 283">
                <a:extLst>
                  <a:ext uri="{FF2B5EF4-FFF2-40B4-BE49-F238E27FC236}">
                    <a16:creationId xmlns:a16="http://schemas.microsoft.com/office/drawing/2014/main" id="{D11CAD56-9C9C-F7D1-CE24-4DD5810E9FB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935" y="2686"/>
                <a:ext cx="19" cy="9"/>
              </a:xfrm>
              <a:custGeom>
                <a:avLst/>
                <a:gdLst>
                  <a:gd name="T0" fmla="*/ 0 w 114"/>
                  <a:gd name="T1" fmla="*/ 0 h 56"/>
                  <a:gd name="T2" fmla="*/ 0 w 114"/>
                  <a:gd name="T3" fmla="*/ 0 h 56"/>
                  <a:gd name="T4" fmla="*/ 0 w 114"/>
                  <a:gd name="T5" fmla="*/ 0 h 56"/>
                  <a:gd name="T6" fmla="*/ 0 w 114"/>
                  <a:gd name="T7" fmla="*/ 0 h 56"/>
                  <a:gd name="T8" fmla="*/ 0 w 114"/>
                  <a:gd name="T9" fmla="*/ 0 h 56"/>
                  <a:gd name="T10" fmla="*/ 0 w 114"/>
                  <a:gd name="T11" fmla="*/ 0 h 56"/>
                  <a:gd name="T12" fmla="*/ 0 w 114"/>
                  <a:gd name="T13" fmla="*/ 0 h 56"/>
                  <a:gd name="T14" fmla="*/ 0 w 114"/>
                  <a:gd name="T15" fmla="*/ 0 h 56"/>
                  <a:gd name="T16" fmla="*/ 0 w 114"/>
                  <a:gd name="T17" fmla="*/ 0 h 56"/>
                  <a:gd name="T18" fmla="*/ 0 w 114"/>
                  <a:gd name="T19" fmla="*/ 0 h 56"/>
                  <a:gd name="T20" fmla="*/ 0 w 114"/>
                  <a:gd name="T21" fmla="*/ 0 h 56"/>
                  <a:gd name="T22" fmla="*/ 0 w 114"/>
                  <a:gd name="T23" fmla="*/ 0 h 56"/>
                  <a:gd name="T24" fmla="*/ 0 w 114"/>
                  <a:gd name="T25" fmla="*/ 0 h 56"/>
                  <a:gd name="T26" fmla="*/ 0 w 114"/>
                  <a:gd name="T27" fmla="*/ 0 h 56"/>
                  <a:gd name="T28" fmla="*/ 0 w 114"/>
                  <a:gd name="T29" fmla="*/ 0 h 56"/>
                  <a:gd name="T30" fmla="*/ 0 w 114"/>
                  <a:gd name="T31" fmla="*/ 0 h 56"/>
                  <a:gd name="T32" fmla="*/ 0 w 114"/>
                  <a:gd name="T33" fmla="*/ 0 h 5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w 114"/>
                  <a:gd name="T52" fmla="*/ 0 h 56"/>
                  <a:gd name="T53" fmla="*/ 114 w 114"/>
                  <a:gd name="T54" fmla="*/ 56 h 56"/>
                </a:gdLst>
                <a:ahLst/>
                <a:cxnLst>
                  <a:cxn ang="T34">
                    <a:pos x="T0" y="T1"/>
                  </a:cxn>
                  <a:cxn ang="T35">
                    <a:pos x="T2" y="T3"/>
                  </a:cxn>
                  <a:cxn ang="T36">
                    <a:pos x="T4" y="T5"/>
                  </a:cxn>
                  <a:cxn ang="T37">
                    <a:pos x="T6" y="T7"/>
                  </a:cxn>
                  <a:cxn ang="T38">
                    <a:pos x="T8" y="T9"/>
                  </a:cxn>
                  <a:cxn ang="T39">
                    <a:pos x="T10" y="T11"/>
                  </a:cxn>
                  <a:cxn ang="T40">
                    <a:pos x="T12" y="T13"/>
                  </a:cxn>
                  <a:cxn ang="T41">
                    <a:pos x="T14" y="T15"/>
                  </a:cxn>
                  <a:cxn ang="T42">
                    <a:pos x="T16" y="T17"/>
                  </a:cxn>
                  <a:cxn ang="T43">
                    <a:pos x="T18" y="T19"/>
                  </a:cxn>
                  <a:cxn ang="T44">
                    <a:pos x="T20" y="T21"/>
                  </a:cxn>
                  <a:cxn ang="T45">
                    <a:pos x="T22" y="T23"/>
                  </a:cxn>
                  <a:cxn ang="T46">
                    <a:pos x="T24" y="T25"/>
                  </a:cxn>
                  <a:cxn ang="T47">
                    <a:pos x="T26" y="T27"/>
                  </a:cxn>
                  <a:cxn ang="T48">
                    <a:pos x="T28" y="T29"/>
                  </a:cxn>
                  <a:cxn ang="T49">
                    <a:pos x="T30" y="T31"/>
                  </a:cxn>
                  <a:cxn ang="T50">
                    <a:pos x="T32" y="T33"/>
                  </a:cxn>
                </a:cxnLst>
                <a:rect l="T51" t="T52" r="T53" b="T54"/>
                <a:pathLst>
                  <a:path w="114" h="56">
                    <a:moveTo>
                      <a:pt x="56" y="0"/>
                    </a:moveTo>
                    <a:lnTo>
                      <a:pt x="114" y="0"/>
                    </a:lnTo>
                    <a:lnTo>
                      <a:pt x="111" y="13"/>
                    </a:lnTo>
                    <a:lnTo>
                      <a:pt x="107" y="25"/>
                    </a:lnTo>
                    <a:lnTo>
                      <a:pt x="100" y="35"/>
                    </a:lnTo>
                    <a:lnTo>
                      <a:pt x="91" y="44"/>
                    </a:lnTo>
                    <a:lnTo>
                      <a:pt x="81" y="51"/>
                    </a:lnTo>
                    <a:lnTo>
                      <a:pt x="69" y="55"/>
                    </a:lnTo>
                    <a:lnTo>
                      <a:pt x="56" y="56"/>
                    </a:lnTo>
                    <a:lnTo>
                      <a:pt x="44" y="55"/>
                    </a:lnTo>
                    <a:lnTo>
                      <a:pt x="32" y="51"/>
                    </a:lnTo>
                    <a:lnTo>
                      <a:pt x="22" y="44"/>
                    </a:lnTo>
                    <a:lnTo>
                      <a:pt x="13" y="35"/>
                    </a:lnTo>
                    <a:lnTo>
                      <a:pt x="6" y="25"/>
                    </a:lnTo>
                    <a:lnTo>
                      <a:pt x="1" y="13"/>
                    </a:lnTo>
                    <a:lnTo>
                      <a:pt x="0" y="0"/>
                    </a:lnTo>
                    <a:lnTo>
                      <a:pt x="56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847" name="Freeform 284">
                <a:extLst>
                  <a:ext uri="{FF2B5EF4-FFF2-40B4-BE49-F238E27FC236}">
                    <a16:creationId xmlns:a16="http://schemas.microsoft.com/office/drawing/2014/main" id="{82187CD9-8230-49A4-03C3-F2F9D18C3FB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935" y="2686"/>
                <a:ext cx="19" cy="9"/>
              </a:xfrm>
              <a:custGeom>
                <a:avLst/>
                <a:gdLst>
                  <a:gd name="T0" fmla="*/ 0 w 114"/>
                  <a:gd name="T1" fmla="*/ 0 h 56"/>
                  <a:gd name="T2" fmla="*/ 0 w 114"/>
                  <a:gd name="T3" fmla="*/ 0 h 56"/>
                  <a:gd name="T4" fmla="*/ 0 w 114"/>
                  <a:gd name="T5" fmla="*/ 0 h 56"/>
                  <a:gd name="T6" fmla="*/ 0 w 114"/>
                  <a:gd name="T7" fmla="*/ 0 h 56"/>
                  <a:gd name="T8" fmla="*/ 0 w 114"/>
                  <a:gd name="T9" fmla="*/ 0 h 56"/>
                  <a:gd name="T10" fmla="*/ 0 w 114"/>
                  <a:gd name="T11" fmla="*/ 0 h 56"/>
                  <a:gd name="T12" fmla="*/ 0 w 114"/>
                  <a:gd name="T13" fmla="*/ 0 h 56"/>
                  <a:gd name="T14" fmla="*/ 0 w 114"/>
                  <a:gd name="T15" fmla="*/ 0 h 56"/>
                  <a:gd name="T16" fmla="*/ 0 w 114"/>
                  <a:gd name="T17" fmla="*/ 0 h 56"/>
                  <a:gd name="T18" fmla="*/ 0 w 114"/>
                  <a:gd name="T19" fmla="*/ 0 h 56"/>
                  <a:gd name="T20" fmla="*/ 0 w 114"/>
                  <a:gd name="T21" fmla="*/ 0 h 56"/>
                  <a:gd name="T22" fmla="*/ 0 w 114"/>
                  <a:gd name="T23" fmla="*/ 0 h 56"/>
                  <a:gd name="T24" fmla="*/ 0 w 114"/>
                  <a:gd name="T25" fmla="*/ 0 h 56"/>
                  <a:gd name="T26" fmla="*/ 0 w 114"/>
                  <a:gd name="T27" fmla="*/ 0 h 56"/>
                  <a:gd name="T28" fmla="*/ 0 w 114"/>
                  <a:gd name="T29" fmla="*/ 0 h 5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w 114"/>
                  <a:gd name="T46" fmla="*/ 0 h 56"/>
                  <a:gd name="T47" fmla="*/ 114 w 114"/>
                  <a:gd name="T48" fmla="*/ 56 h 56"/>
                </a:gdLst>
                <a:ahLst/>
                <a:cxnLst>
                  <a:cxn ang="T30">
                    <a:pos x="T0" y="T1"/>
                  </a:cxn>
                  <a:cxn ang="T31">
                    <a:pos x="T2" y="T3"/>
                  </a:cxn>
                  <a:cxn ang="T32">
                    <a:pos x="T4" y="T5"/>
                  </a:cxn>
                  <a:cxn ang="T33">
                    <a:pos x="T6" y="T7"/>
                  </a:cxn>
                  <a:cxn ang="T34">
                    <a:pos x="T8" y="T9"/>
                  </a:cxn>
                  <a:cxn ang="T35">
                    <a:pos x="T10" y="T11"/>
                  </a:cxn>
                  <a:cxn ang="T36">
                    <a:pos x="T12" y="T13"/>
                  </a:cxn>
                  <a:cxn ang="T37">
                    <a:pos x="T14" y="T15"/>
                  </a:cxn>
                  <a:cxn ang="T38">
                    <a:pos x="T16" y="T17"/>
                  </a:cxn>
                  <a:cxn ang="T39">
                    <a:pos x="T18" y="T19"/>
                  </a:cxn>
                  <a:cxn ang="T40">
                    <a:pos x="T20" y="T21"/>
                  </a:cxn>
                  <a:cxn ang="T41">
                    <a:pos x="T22" y="T23"/>
                  </a:cxn>
                  <a:cxn ang="T42">
                    <a:pos x="T24" y="T25"/>
                  </a:cxn>
                  <a:cxn ang="T43">
                    <a:pos x="T26" y="T27"/>
                  </a:cxn>
                  <a:cxn ang="T44">
                    <a:pos x="T28" y="T29"/>
                  </a:cxn>
                </a:cxnLst>
                <a:rect l="T45" t="T46" r="T47" b="T48"/>
                <a:pathLst>
                  <a:path w="114" h="56">
                    <a:moveTo>
                      <a:pt x="114" y="0"/>
                    </a:moveTo>
                    <a:lnTo>
                      <a:pt x="111" y="13"/>
                    </a:lnTo>
                    <a:lnTo>
                      <a:pt x="107" y="25"/>
                    </a:lnTo>
                    <a:lnTo>
                      <a:pt x="100" y="35"/>
                    </a:lnTo>
                    <a:lnTo>
                      <a:pt x="91" y="44"/>
                    </a:lnTo>
                    <a:lnTo>
                      <a:pt x="81" y="51"/>
                    </a:lnTo>
                    <a:lnTo>
                      <a:pt x="69" y="55"/>
                    </a:lnTo>
                    <a:lnTo>
                      <a:pt x="56" y="56"/>
                    </a:lnTo>
                    <a:lnTo>
                      <a:pt x="44" y="55"/>
                    </a:lnTo>
                    <a:lnTo>
                      <a:pt x="32" y="51"/>
                    </a:lnTo>
                    <a:lnTo>
                      <a:pt x="22" y="44"/>
                    </a:lnTo>
                    <a:lnTo>
                      <a:pt x="13" y="35"/>
                    </a:lnTo>
                    <a:lnTo>
                      <a:pt x="6" y="25"/>
                    </a:lnTo>
                    <a:lnTo>
                      <a:pt x="1" y="13"/>
                    </a:lnTo>
                    <a:lnTo>
                      <a:pt x="0" y="0"/>
                    </a:lnTo>
                  </a:path>
                </a:pathLst>
              </a:cu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848" name="Freeform 285">
                <a:extLst>
                  <a:ext uri="{FF2B5EF4-FFF2-40B4-BE49-F238E27FC236}">
                    <a16:creationId xmlns:a16="http://schemas.microsoft.com/office/drawing/2014/main" id="{60D4F9D1-435E-2F20-8A8A-91448848763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935" y="2126"/>
                <a:ext cx="19" cy="560"/>
              </a:xfrm>
              <a:custGeom>
                <a:avLst/>
                <a:gdLst>
                  <a:gd name="T0" fmla="*/ 0 w 114"/>
                  <a:gd name="T1" fmla="*/ 0 h 3320"/>
                  <a:gd name="T2" fmla="*/ 0 w 114"/>
                  <a:gd name="T3" fmla="*/ 0 h 3320"/>
                  <a:gd name="T4" fmla="*/ 0 w 114"/>
                  <a:gd name="T5" fmla="*/ 0 h 3320"/>
                  <a:gd name="T6" fmla="*/ 0 w 114"/>
                  <a:gd name="T7" fmla="*/ 0 h 3320"/>
                  <a:gd name="T8" fmla="*/ 0 w 114"/>
                  <a:gd name="T9" fmla="*/ 0 h 3320"/>
                  <a:gd name="T10" fmla="*/ 0 w 114"/>
                  <a:gd name="T11" fmla="*/ 0 h 3320"/>
                  <a:gd name="T12" fmla="*/ 0 w 114"/>
                  <a:gd name="T13" fmla="*/ 0 h 3320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114"/>
                  <a:gd name="T22" fmla="*/ 0 h 3320"/>
                  <a:gd name="T23" fmla="*/ 114 w 114"/>
                  <a:gd name="T24" fmla="*/ 3320 h 3320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114" h="3320">
                    <a:moveTo>
                      <a:pt x="0" y="3320"/>
                    </a:moveTo>
                    <a:lnTo>
                      <a:pt x="56" y="3320"/>
                    </a:lnTo>
                    <a:lnTo>
                      <a:pt x="114" y="3320"/>
                    </a:lnTo>
                    <a:lnTo>
                      <a:pt x="114" y="0"/>
                    </a:lnTo>
                    <a:lnTo>
                      <a:pt x="56" y="0"/>
                    </a:lnTo>
                    <a:lnTo>
                      <a:pt x="0" y="0"/>
                    </a:lnTo>
                    <a:lnTo>
                      <a:pt x="0" y="332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849" name="Freeform 286">
                <a:extLst>
                  <a:ext uri="{FF2B5EF4-FFF2-40B4-BE49-F238E27FC236}">
                    <a16:creationId xmlns:a16="http://schemas.microsoft.com/office/drawing/2014/main" id="{B09C83BA-8A48-1C7F-33FA-9DFD09459A9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935" y="2126"/>
                <a:ext cx="19" cy="560"/>
              </a:xfrm>
              <a:custGeom>
                <a:avLst/>
                <a:gdLst>
                  <a:gd name="T0" fmla="*/ 0 w 114"/>
                  <a:gd name="T1" fmla="*/ 0 h 3320"/>
                  <a:gd name="T2" fmla="*/ 0 w 114"/>
                  <a:gd name="T3" fmla="*/ 0 h 3320"/>
                  <a:gd name="T4" fmla="*/ 0 w 114"/>
                  <a:gd name="T5" fmla="*/ 0 h 3320"/>
                  <a:gd name="T6" fmla="*/ 0 w 114"/>
                  <a:gd name="T7" fmla="*/ 0 h 3320"/>
                  <a:gd name="T8" fmla="*/ 0 w 114"/>
                  <a:gd name="T9" fmla="*/ 0 h 3320"/>
                  <a:gd name="T10" fmla="*/ 0 w 114"/>
                  <a:gd name="T11" fmla="*/ 0 h 3320"/>
                  <a:gd name="T12" fmla="*/ 0 w 114"/>
                  <a:gd name="T13" fmla="*/ 0 h 3320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114"/>
                  <a:gd name="T22" fmla="*/ 0 h 3320"/>
                  <a:gd name="T23" fmla="*/ 114 w 114"/>
                  <a:gd name="T24" fmla="*/ 3320 h 3320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114" h="3320">
                    <a:moveTo>
                      <a:pt x="0" y="3320"/>
                    </a:moveTo>
                    <a:lnTo>
                      <a:pt x="56" y="3320"/>
                    </a:lnTo>
                    <a:lnTo>
                      <a:pt x="114" y="3320"/>
                    </a:lnTo>
                    <a:lnTo>
                      <a:pt x="114" y="0"/>
                    </a:lnTo>
                    <a:lnTo>
                      <a:pt x="56" y="0"/>
                    </a:lnTo>
                    <a:lnTo>
                      <a:pt x="0" y="0"/>
                    </a:lnTo>
                    <a:lnTo>
                      <a:pt x="0" y="3320"/>
                    </a:lnTo>
                    <a:close/>
                  </a:path>
                </a:pathLst>
              </a:cu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850" name="Freeform 287">
                <a:extLst>
                  <a:ext uri="{FF2B5EF4-FFF2-40B4-BE49-F238E27FC236}">
                    <a16:creationId xmlns:a16="http://schemas.microsoft.com/office/drawing/2014/main" id="{BF160BC0-EAFD-0C1C-9B7B-06AF62852AB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935" y="2116"/>
                <a:ext cx="19" cy="10"/>
              </a:xfrm>
              <a:custGeom>
                <a:avLst/>
                <a:gdLst>
                  <a:gd name="T0" fmla="*/ 0 w 114"/>
                  <a:gd name="T1" fmla="*/ 0 h 57"/>
                  <a:gd name="T2" fmla="*/ 0 w 114"/>
                  <a:gd name="T3" fmla="*/ 0 h 57"/>
                  <a:gd name="T4" fmla="*/ 0 w 114"/>
                  <a:gd name="T5" fmla="*/ 0 h 57"/>
                  <a:gd name="T6" fmla="*/ 0 w 114"/>
                  <a:gd name="T7" fmla="*/ 0 h 57"/>
                  <a:gd name="T8" fmla="*/ 0 w 114"/>
                  <a:gd name="T9" fmla="*/ 0 h 57"/>
                  <a:gd name="T10" fmla="*/ 0 w 114"/>
                  <a:gd name="T11" fmla="*/ 0 h 57"/>
                  <a:gd name="T12" fmla="*/ 0 w 114"/>
                  <a:gd name="T13" fmla="*/ 0 h 57"/>
                  <a:gd name="T14" fmla="*/ 0 w 114"/>
                  <a:gd name="T15" fmla="*/ 0 h 57"/>
                  <a:gd name="T16" fmla="*/ 0 w 114"/>
                  <a:gd name="T17" fmla="*/ 0 h 57"/>
                  <a:gd name="T18" fmla="*/ 0 w 114"/>
                  <a:gd name="T19" fmla="*/ 0 h 57"/>
                  <a:gd name="T20" fmla="*/ 0 w 114"/>
                  <a:gd name="T21" fmla="*/ 0 h 57"/>
                  <a:gd name="T22" fmla="*/ 0 w 114"/>
                  <a:gd name="T23" fmla="*/ 0 h 57"/>
                  <a:gd name="T24" fmla="*/ 0 w 114"/>
                  <a:gd name="T25" fmla="*/ 0 h 57"/>
                  <a:gd name="T26" fmla="*/ 0 w 114"/>
                  <a:gd name="T27" fmla="*/ 0 h 57"/>
                  <a:gd name="T28" fmla="*/ 0 w 114"/>
                  <a:gd name="T29" fmla="*/ 0 h 57"/>
                  <a:gd name="T30" fmla="*/ 0 w 114"/>
                  <a:gd name="T31" fmla="*/ 0 h 57"/>
                  <a:gd name="T32" fmla="*/ 0 w 114"/>
                  <a:gd name="T33" fmla="*/ 0 h 57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w 114"/>
                  <a:gd name="T52" fmla="*/ 0 h 57"/>
                  <a:gd name="T53" fmla="*/ 114 w 114"/>
                  <a:gd name="T54" fmla="*/ 57 h 57"/>
                </a:gdLst>
                <a:ahLst/>
                <a:cxnLst>
                  <a:cxn ang="T34">
                    <a:pos x="T0" y="T1"/>
                  </a:cxn>
                  <a:cxn ang="T35">
                    <a:pos x="T2" y="T3"/>
                  </a:cxn>
                  <a:cxn ang="T36">
                    <a:pos x="T4" y="T5"/>
                  </a:cxn>
                  <a:cxn ang="T37">
                    <a:pos x="T6" y="T7"/>
                  </a:cxn>
                  <a:cxn ang="T38">
                    <a:pos x="T8" y="T9"/>
                  </a:cxn>
                  <a:cxn ang="T39">
                    <a:pos x="T10" y="T11"/>
                  </a:cxn>
                  <a:cxn ang="T40">
                    <a:pos x="T12" y="T13"/>
                  </a:cxn>
                  <a:cxn ang="T41">
                    <a:pos x="T14" y="T15"/>
                  </a:cxn>
                  <a:cxn ang="T42">
                    <a:pos x="T16" y="T17"/>
                  </a:cxn>
                  <a:cxn ang="T43">
                    <a:pos x="T18" y="T19"/>
                  </a:cxn>
                  <a:cxn ang="T44">
                    <a:pos x="T20" y="T21"/>
                  </a:cxn>
                  <a:cxn ang="T45">
                    <a:pos x="T22" y="T23"/>
                  </a:cxn>
                  <a:cxn ang="T46">
                    <a:pos x="T24" y="T25"/>
                  </a:cxn>
                  <a:cxn ang="T47">
                    <a:pos x="T26" y="T27"/>
                  </a:cxn>
                  <a:cxn ang="T48">
                    <a:pos x="T28" y="T29"/>
                  </a:cxn>
                  <a:cxn ang="T49">
                    <a:pos x="T30" y="T31"/>
                  </a:cxn>
                  <a:cxn ang="T50">
                    <a:pos x="T32" y="T33"/>
                  </a:cxn>
                </a:cxnLst>
                <a:rect l="T51" t="T52" r="T53" b="T54"/>
                <a:pathLst>
                  <a:path w="114" h="57">
                    <a:moveTo>
                      <a:pt x="56" y="57"/>
                    </a:moveTo>
                    <a:lnTo>
                      <a:pt x="0" y="57"/>
                    </a:lnTo>
                    <a:lnTo>
                      <a:pt x="1" y="44"/>
                    </a:lnTo>
                    <a:lnTo>
                      <a:pt x="6" y="32"/>
                    </a:lnTo>
                    <a:lnTo>
                      <a:pt x="13" y="22"/>
                    </a:lnTo>
                    <a:lnTo>
                      <a:pt x="22" y="13"/>
                    </a:lnTo>
                    <a:lnTo>
                      <a:pt x="32" y="6"/>
                    </a:lnTo>
                    <a:lnTo>
                      <a:pt x="44" y="2"/>
                    </a:lnTo>
                    <a:lnTo>
                      <a:pt x="56" y="0"/>
                    </a:lnTo>
                    <a:lnTo>
                      <a:pt x="69" y="2"/>
                    </a:lnTo>
                    <a:lnTo>
                      <a:pt x="81" y="6"/>
                    </a:lnTo>
                    <a:lnTo>
                      <a:pt x="91" y="13"/>
                    </a:lnTo>
                    <a:lnTo>
                      <a:pt x="100" y="22"/>
                    </a:lnTo>
                    <a:lnTo>
                      <a:pt x="107" y="32"/>
                    </a:lnTo>
                    <a:lnTo>
                      <a:pt x="111" y="44"/>
                    </a:lnTo>
                    <a:lnTo>
                      <a:pt x="114" y="57"/>
                    </a:lnTo>
                    <a:lnTo>
                      <a:pt x="56" y="57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851" name="Freeform 288">
                <a:extLst>
                  <a:ext uri="{FF2B5EF4-FFF2-40B4-BE49-F238E27FC236}">
                    <a16:creationId xmlns:a16="http://schemas.microsoft.com/office/drawing/2014/main" id="{5057A120-6984-43F7-3DDF-4953E3A7587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935" y="2116"/>
                <a:ext cx="19" cy="10"/>
              </a:xfrm>
              <a:custGeom>
                <a:avLst/>
                <a:gdLst>
                  <a:gd name="T0" fmla="*/ 0 w 114"/>
                  <a:gd name="T1" fmla="*/ 0 h 57"/>
                  <a:gd name="T2" fmla="*/ 0 w 114"/>
                  <a:gd name="T3" fmla="*/ 0 h 57"/>
                  <a:gd name="T4" fmla="*/ 0 w 114"/>
                  <a:gd name="T5" fmla="*/ 0 h 57"/>
                  <a:gd name="T6" fmla="*/ 0 w 114"/>
                  <a:gd name="T7" fmla="*/ 0 h 57"/>
                  <a:gd name="T8" fmla="*/ 0 w 114"/>
                  <a:gd name="T9" fmla="*/ 0 h 57"/>
                  <a:gd name="T10" fmla="*/ 0 w 114"/>
                  <a:gd name="T11" fmla="*/ 0 h 57"/>
                  <a:gd name="T12" fmla="*/ 0 w 114"/>
                  <a:gd name="T13" fmla="*/ 0 h 57"/>
                  <a:gd name="T14" fmla="*/ 0 w 114"/>
                  <a:gd name="T15" fmla="*/ 0 h 57"/>
                  <a:gd name="T16" fmla="*/ 0 w 114"/>
                  <a:gd name="T17" fmla="*/ 0 h 57"/>
                  <a:gd name="T18" fmla="*/ 0 w 114"/>
                  <a:gd name="T19" fmla="*/ 0 h 57"/>
                  <a:gd name="T20" fmla="*/ 0 w 114"/>
                  <a:gd name="T21" fmla="*/ 0 h 57"/>
                  <a:gd name="T22" fmla="*/ 0 w 114"/>
                  <a:gd name="T23" fmla="*/ 0 h 57"/>
                  <a:gd name="T24" fmla="*/ 0 w 114"/>
                  <a:gd name="T25" fmla="*/ 0 h 57"/>
                  <a:gd name="T26" fmla="*/ 0 w 114"/>
                  <a:gd name="T27" fmla="*/ 0 h 57"/>
                  <a:gd name="T28" fmla="*/ 0 w 114"/>
                  <a:gd name="T29" fmla="*/ 0 h 57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w 114"/>
                  <a:gd name="T46" fmla="*/ 0 h 57"/>
                  <a:gd name="T47" fmla="*/ 114 w 114"/>
                  <a:gd name="T48" fmla="*/ 57 h 57"/>
                </a:gdLst>
                <a:ahLst/>
                <a:cxnLst>
                  <a:cxn ang="T30">
                    <a:pos x="T0" y="T1"/>
                  </a:cxn>
                  <a:cxn ang="T31">
                    <a:pos x="T2" y="T3"/>
                  </a:cxn>
                  <a:cxn ang="T32">
                    <a:pos x="T4" y="T5"/>
                  </a:cxn>
                  <a:cxn ang="T33">
                    <a:pos x="T6" y="T7"/>
                  </a:cxn>
                  <a:cxn ang="T34">
                    <a:pos x="T8" y="T9"/>
                  </a:cxn>
                  <a:cxn ang="T35">
                    <a:pos x="T10" y="T11"/>
                  </a:cxn>
                  <a:cxn ang="T36">
                    <a:pos x="T12" y="T13"/>
                  </a:cxn>
                  <a:cxn ang="T37">
                    <a:pos x="T14" y="T15"/>
                  </a:cxn>
                  <a:cxn ang="T38">
                    <a:pos x="T16" y="T17"/>
                  </a:cxn>
                  <a:cxn ang="T39">
                    <a:pos x="T18" y="T19"/>
                  </a:cxn>
                  <a:cxn ang="T40">
                    <a:pos x="T20" y="T21"/>
                  </a:cxn>
                  <a:cxn ang="T41">
                    <a:pos x="T22" y="T23"/>
                  </a:cxn>
                  <a:cxn ang="T42">
                    <a:pos x="T24" y="T25"/>
                  </a:cxn>
                  <a:cxn ang="T43">
                    <a:pos x="T26" y="T27"/>
                  </a:cxn>
                  <a:cxn ang="T44">
                    <a:pos x="T28" y="T29"/>
                  </a:cxn>
                </a:cxnLst>
                <a:rect l="T45" t="T46" r="T47" b="T48"/>
                <a:pathLst>
                  <a:path w="114" h="57">
                    <a:moveTo>
                      <a:pt x="0" y="57"/>
                    </a:moveTo>
                    <a:lnTo>
                      <a:pt x="1" y="44"/>
                    </a:lnTo>
                    <a:lnTo>
                      <a:pt x="6" y="32"/>
                    </a:lnTo>
                    <a:lnTo>
                      <a:pt x="13" y="22"/>
                    </a:lnTo>
                    <a:lnTo>
                      <a:pt x="22" y="13"/>
                    </a:lnTo>
                    <a:lnTo>
                      <a:pt x="32" y="6"/>
                    </a:lnTo>
                    <a:lnTo>
                      <a:pt x="44" y="2"/>
                    </a:lnTo>
                    <a:lnTo>
                      <a:pt x="56" y="0"/>
                    </a:lnTo>
                    <a:lnTo>
                      <a:pt x="69" y="2"/>
                    </a:lnTo>
                    <a:lnTo>
                      <a:pt x="81" y="6"/>
                    </a:lnTo>
                    <a:lnTo>
                      <a:pt x="91" y="13"/>
                    </a:lnTo>
                    <a:lnTo>
                      <a:pt x="100" y="22"/>
                    </a:lnTo>
                    <a:lnTo>
                      <a:pt x="107" y="32"/>
                    </a:lnTo>
                    <a:lnTo>
                      <a:pt x="111" y="44"/>
                    </a:lnTo>
                    <a:lnTo>
                      <a:pt x="114" y="57"/>
                    </a:lnTo>
                  </a:path>
                </a:pathLst>
              </a:cu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852" name="Freeform 289">
                <a:extLst>
                  <a:ext uri="{FF2B5EF4-FFF2-40B4-BE49-F238E27FC236}">
                    <a16:creationId xmlns:a16="http://schemas.microsoft.com/office/drawing/2014/main" id="{AF41CC2B-ACC6-EAFD-6FE4-0414873BAE6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101" y="2676"/>
                <a:ext cx="10" cy="19"/>
              </a:xfrm>
              <a:custGeom>
                <a:avLst/>
                <a:gdLst>
                  <a:gd name="T0" fmla="*/ 0 w 57"/>
                  <a:gd name="T1" fmla="*/ 0 h 113"/>
                  <a:gd name="T2" fmla="*/ 0 w 57"/>
                  <a:gd name="T3" fmla="*/ 0 h 113"/>
                  <a:gd name="T4" fmla="*/ 0 w 57"/>
                  <a:gd name="T5" fmla="*/ 0 h 113"/>
                  <a:gd name="T6" fmla="*/ 0 w 57"/>
                  <a:gd name="T7" fmla="*/ 0 h 113"/>
                  <a:gd name="T8" fmla="*/ 0 w 57"/>
                  <a:gd name="T9" fmla="*/ 0 h 113"/>
                  <a:gd name="T10" fmla="*/ 0 w 57"/>
                  <a:gd name="T11" fmla="*/ 0 h 113"/>
                  <a:gd name="T12" fmla="*/ 0 w 57"/>
                  <a:gd name="T13" fmla="*/ 0 h 113"/>
                  <a:gd name="T14" fmla="*/ 0 w 57"/>
                  <a:gd name="T15" fmla="*/ 0 h 113"/>
                  <a:gd name="T16" fmla="*/ 0 w 57"/>
                  <a:gd name="T17" fmla="*/ 0 h 113"/>
                  <a:gd name="T18" fmla="*/ 0 w 57"/>
                  <a:gd name="T19" fmla="*/ 0 h 113"/>
                  <a:gd name="T20" fmla="*/ 0 w 57"/>
                  <a:gd name="T21" fmla="*/ 0 h 113"/>
                  <a:gd name="T22" fmla="*/ 0 w 57"/>
                  <a:gd name="T23" fmla="*/ 0 h 113"/>
                  <a:gd name="T24" fmla="*/ 0 w 57"/>
                  <a:gd name="T25" fmla="*/ 0 h 113"/>
                  <a:gd name="T26" fmla="*/ 0 w 57"/>
                  <a:gd name="T27" fmla="*/ 0 h 113"/>
                  <a:gd name="T28" fmla="*/ 0 w 57"/>
                  <a:gd name="T29" fmla="*/ 0 h 113"/>
                  <a:gd name="T30" fmla="*/ 0 w 57"/>
                  <a:gd name="T31" fmla="*/ 0 h 113"/>
                  <a:gd name="T32" fmla="*/ 0 w 57"/>
                  <a:gd name="T33" fmla="*/ 0 h 113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w 57"/>
                  <a:gd name="T52" fmla="*/ 0 h 113"/>
                  <a:gd name="T53" fmla="*/ 57 w 57"/>
                  <a:gd name="T54" fmla="*/ 113 h 113"/>
                </a:gdLst>
                <a:ahLst/>
                <a:cxnLst>
                  <a:cxn ang="T34">
                    <a:pos x="T0" y="T1"/>
                  </a:cxn>
                  <a:cxn ang="T35">
                    <a:pos x="T2" y="T3"/>
                  </a:cxn>
                  <a:cxn ang="T36">
                    <a:pos x="T4" y="T5"/>
                  </a:cxn>
                  <a:cxn ang="T37">
                    <a:pos x="T6" y="T7"/>
                  </a:cxn>
                  <a:cxn ang="T38">
                    <a:pos x="T8" y="T9"/>
                  </a:cxn>
                  <a:cxn ang="T39">
                    <a:pos x="T10" y="T11"/>
                  </a:cxn>
                  <a:cxn ang="T40">
                    <a:pos x="T12" y="T13"/>
                  </a:cxn>
                  <a:cxn ang="T41">
                    <a:pos x="T14" y="T15"/>
                  </a:cxn>
                  <a:cxn ang="T42">
                    <a:pos x="T16" y="T17"/>
                  </a:cxn>
                  <a:cxn ang="T43">
                    <a:pos x="T18" y="T19"/>
                  </a:cxn>
                  <a:cxn ang="T44">
                    <a:pos x="T20" y="T21"/>
                  </a:cxn>
                  <a:cxn ang="T45">
                    <a:pos x="T22" y="T23"/>
                  </a:cxn>
                  <a:cxn ang="T46">
                    <a:pos x="T24" y="T25"/>
                  </a:cxn>
                  <a:cxn ang="T47">
                    <a:pos x="T26" y="T27"/>
                  </a:cxn>
                  <a:cxn ang="T48">
                    <a:pos x="T28" y="T29"/>
                  </a:cxn>
                  <a:cxn ang="T49">
                    <a:pos x="T30" y="T31"/>
                  </a:cxn>
                  <a:cxn ang="T50">
                    <a:pos x="T32" y="T33"/>
                  </a:cxn>
                </a:cxnLst>
                <a:rect l="T51" t="T52" r="T53" b="T54"/>
                <a:pathLst>
                  <a:path w="57" h="113">
                    <a:moveTo>
                      <a:pt x="0" y="57"/>
                    </a:moveTo>
                    <a:lnTo>
                      <a:pt x="0" y="0"/>
                    </a:lnTo>
                    <a:lnTo>
                      <a:pt x="12" y="2"/>
                    </a:lnTo>
                    <a:lnTo>
                      <a:pt x="24" y="7"/>
                    </a:lnTo>
                    <a:lnTo>
                      <a:pt x="34" y="13"/>
                    </a:lnTo>
                    <a:lnTo>
                      <a:pt x="43" y="22"/>
                    </a:lnTo>
                    <a:lnTo>
                      <a:pt x="50" y="32"/>
                    </a:lnTo>
                    <a:lnTo>
                      <a:pt x="55" y="45"/>
                    </a:lnTo>
                    <a:lnTo>
                      <a:pt x="57" y="57"/>
                    </a:lnTo>
                    <a:lnTo>
                      <a:pt x="55" y="70"/>
                    </a:lnTo>
                    <a:lnTo>
                      <a:pt x="50" y="82"/>
                    </a:lnTo>
                    <a:lnTo>
                      <a:pt x="43" y="92"/>
                    </a:lnTo>
                    <a:lnTo>
                      <a:pt x="34" y="101"/>
                    </a:lnTo>
                    <a:lnTo>
                      <a:pt x="24" y="108"/>
                    </a:lnTo>
                    <a:lnTo>
                      <a:pt x="12" y="112"/>
                    </a:lnTo>
                    <a:lnTo>
                      <a:pt x="0" y="113"/>
                    </a:lnTo>
                    <a:lnTo>
                      <a:pt x="0" y="57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853" name="Freeform 290">
                <a:extLst>
                  <a:ext uri="{FF2B5EF4-FFF2-40B4-BE49-F238E27FC236}">
                    <a16:creationId xmlns:a16="http://schemas.microsoft.com/office/drawing/2014/main" id="{DB8211E5-E733-BB38-51D4-F1C349B093E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101" y="2676"/>
                <a:ext cx="10" cy="19"/>
              </a:xfrm>
              <a:custGeom>
                <a:avLst/>
                <a:gdLst>
                  <a:gd name="T0" fmla="*/ 0 w 57"/>
                  <a:gd name="T1" fmla="*/ 0 h 113"/>
                  <a:gd name="T2" fmla="*/ 0 w 57"/>
                  <a:gd name="T3" fmla="*/ 0 h 113"/>
                  <a:gd name="T4" fmla="*/ 0 w 57"/>
                  <a:gd name="T5" fmla="*/ 0 h 113"/>
                  <a:gd name="T6" fmla="*/ 0 w 57"/>
                  <a:gd name="T7" fmla="*/ 0 h 113"/>
                  <a:gd name="T8" fmla="*/ 0 w 57"/>
                  <a:gd name="T9" fmla="*/ 0 h 113"/>
                  <a:gd name="T10" fmla="*/ 0 w 57"/>
                  <a:gd name="T11" fmla="*/ 0 h 113"/>
                  <a:gd name="T12" fmla="*/ 0 w 57"/>
                  <a:gd name="T13" fmla="*/ 0 h 113"/>
                  <a:gd name="T14" fmla="*/ 0 w 57"/>
                  <a:gd name="T15" fmla="*/ 0 h 113"/>
                  <a:gd name="T16" fmla="*/ 0 w 57"/>
                  <a:gd name="T17" fmla="*/ 0 h 113"/>
                  <a:gd name="T18" fmla="*/ 0 w 57"/>
                  <a:gd name="T19" fmla="*/ 0 h 113"/>
                  <a:gd name="T20" fmla="*/ 0 w 57"/>
                  <a:gd name="T21" fmla="*/ 0 h 113"/>
                  <a:gd name="T22" fmla="*/ 0 w 57"/>
                  <a:gd name="T23" fmla="*/ 0 h 113"/>
                  <a:gd name="T24" fmla="*/ 0 w 57"/>
                  <a:gd name="T25" fmla="*/ 0 h 113"/>
                  <a:gd name="T26" fmla="*/ 0 w 57"/>
                  <a:gd name="T27" fmla="*/ 0 h 113"/>
                  <a:gd name="T28" fmla="*/ 0 w 57"/>
                  <a:gd name="T29" fmla="*/ 0 h 113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w 57"/>
                  <a:gd name="T46" fmla="*/ 0 h 113"/>
                  <a:gd name="T47" fmla="*/ 57 w 57"/>
                  <a:gd name="T48" fmla="*/ 113 h 113"/>
                </a:gdLst>
                <a:ahLst/>
                <a:cxnLst>
                  <a:cxn ang="T30">
                    <a:pos x="T0" y="T1"/>
                  </a:cxn>
                  <a:cxn ang="T31">
                    <a:pos x="T2" y="T3"/>
                  </a:cxn>
                  <a:cxn ang="T32">
                    <a:pos x="T4" y="T5"/>
                  </a:cxn>
                  <a:cxn ang="T33">
                    <a:pos x="T6" y="T7"/>
                  </a:cxn>
                  <a:cxn ang="T34">
                    <a:pos x="T8" y="T9"/>
                  </a:cxn>
                  <a:cxn ang="T35">
                    <a:pos x="T10" y="T11"/>
                  </a:cxn>
                  <a:cxn ang="T36">
                    <a:pos x="T12" y="T13"/>
                  </a:cxn>
                  <a:cxn ang="T37">
                    <a:pos x="T14" y="T15"/>
                  </a:cxn>
                  <a:cxn ang="T38">
                    <a:pos x="T16" y="T17"/>
                  </a:cxn>
                  <a:cxn ang="T39">
                    <a:pos x="T18" y="T19"/>
                  </a:cxn>
                  <a:cxn ang="T40">
                    <a:pos x="T20" y="T21"/>
                  </a:cxn>
                  <a:cxn ang="T41">
                    <a:pos x="T22" y="T23"/>
                  </a:cxn>
                  <a:cxn ang="T42">
                    <a:pos x="T24" y="T25"/>
                  </a:cxn>
                  <a:cxn ang="T43">
                    <a:pos x="T26" y="T27"/>
                  </a:cxn>
                  <a:cxn ang="T44">
                    <a:pos x="T28" y="T29"/>
                  </a:cxn>
                </a:cxnLst>
                <a:rect l="T45" t="T46" r="T47" b="T48"/>
                <a:pathLst>
                  <a:path w="57" h="113">
                    <a:moveTo>
                      <a:pt x="0" y="0"/>
                    </a:moveTo>
                    <a:lnTo>
                      <a:pt x="12" y="2"/>
                    </a:lnTo>
                    <a:lnTo>
                      <a:pt x="24" y="7"/>
                    </a:lnTo>
                    <a:lnTo>
                      <a:pt x="34" y="13"/>
                    </a:lnTo>
                    <a:lnTo>
                      <a:pt x="43" y="22"/>
                    </a:lnTo>
                    <a:lnTo>
                      <a:pt x="50" y="32"/>
                    </a:lnTo>
                    <a:lnTo>
                      <a:pt x="55" y="45"/>
                    </a:lnTo>
                    <a:lnTo>
                      <a:pt x="57" y="57"/>
                    </a:lnTo>
                    <a:lnTo>
                      <a:pt x="55" y="70"/>
                    </a:lnTo>
                    <a:lnTo>
                      <a:pt x="50" y="82"/>
                    </a:lnTo>
                    <a:lnTo>
                      <a:pt x="43" y="92"/>
                    </a:lnTo>
                    <a:lnTo>
                      <a:pt x="34" y="101"/>
                    </a:lnTo>
                    <a:lnTo>
                      <a:pt x="24" y="108"/>
                    </a:lnTo>
                    <a:lnTo>
                      <a:pt x="12" y="112"/>
                    </a:lnTo>
                    <a:lnTo>
                      <a:pt x="0" y="113"/>
                    </a:lnTo>
                  </a:path>
                </a:pathLst>
              </a:cu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854" name="Freeform 291">
                <a:extLst>
                  <a:ext uri="{FF2B5EF4-FFF2-40B4-BE49-F238E27FC236}">
                    <a16:creationId xmlns:a16="http://schemas.microsoft.com/office/drawing/2014/main" id="{408BC571-A0FC-4BAB-C850-8267778FF5B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944" y="2676"/>
                <a:ext cx="157" cy="19"/>
              </a:xfrm>
              <a:custGeom>
                <a:avLst/>
                <a:gdLst>
                  <a:gd name="T0" fmla="*/ 0 w 930"/>
                  <a:gd name="T1" fmla="*/ 0 h 113"/>
                  <a:gd name="T2" fmla="*/ 0 w 930"/>
                  <a:gd name="T3" fmla="*/ 0 h 113"/>
                  <a:gd name="T4" fmla="*/ 0 w 930"/>
                  <a:gd name="T5" fmla="*/ 0 h 113"/>
                  <a:gd name="T6" fmla="*/ 0 w 930"/>
                  <a:gd name="T7" fmla="*/ 0 h 113"/>
                  <a:gd name="T8" fmla="*/ 0 w 930"/>
                  <a:gd name="T9" fmla="*/ 0 h 113"/>
                  <a:gd name="T10" fmla="*/ 0 w 930"/>
                  <a:gd name="T11" fmla="*/ 0 h 113"/>
                  <a:gd name="T12" fmla="*/ 0 w 930"/>
                  <a:gd name="T13" fmla="*/ 0 h 113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930"/>
                  <a:gd name="T22" fmla="*/ 0 h 113"/>
                  <a:gd name="T23" fmla="*/ 930 w 930"/>
                  <a:gd name="T24" fmla="*/ 113 h 113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930" h="113">
                    <a:moveTo>
                      <a:pt x="930" y="113"/>
                    </a:moveTo>
                    <a:lnTo>
                      <a:pt x="930" y="57"/>
                    </a:lnTo>
                    <a:lnTo>
                      <a:pt x="930" y="0"/>
                    </a:lnTo>
                    <a:lnTo>
                      <a:pt x="0" y="0"/>
                    </a:lnTo>
                    <a:lnTo>
                      <a:pt x="0" y="57"/>
                    </a:lnTo>
                    <a:lnTo>
                      <a:pt x="0" y="113"/>
                    </a:lnTo>
                    <a:lnTo>
                      <a:pt x="930" y="113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855" name="Freeform 292">
                <a:extLst>
                  <a:ext uri="{FF2B5EF4-FFF2-40B4-BE49-F238E27FC236}">
                    <a16:creationId xmlns:a16="http://schemas.microsoft.com/office/drawing/2014/main" id="{9237BA3F-5E7E-E003-526D-25AC045A2E3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944" y="2676"/>
                <a:ext cx="157" cy="19"/>
              </a:xfrm>
              <a:custGeom>
                <a:avLst/>
                <a:gdLst>
                  <a:gd name="T0" fmla="*/ 0 w 930"/>
                  <a:gd name="T1" fmla="*/ 0 h 113"/>
                  <a:gd name="T2" fmla="*/ 0 w 930"/>
                  <a:gd name="T3" fmla="*/ 0 h 113"/>
                  <a:gd name="T4" fmla="*/ 0 w 930"/>
                  <a:gd name="T5" fmla="*/ 0 h 113"/>
                  <a:gd name="T6" fmla="*/ 0 w 930"/>
                  <a:gd name="T7" fmla="*/ 0 h 113"/>
                  <a:gd name="T8" fmla="*/ 0 w 930"/>
                  <a:gd name="T9" fmla="*/ 0 h 113"/>
                  <a:gd name="T10" fmla="*/ 0 w 930"/>
                  <a:gd name="T11" fmla="*/ 0 h 113"/>
                  <a:gd name="T12" fmla="*/ 0 w 930"/>
                  <a:gd name="T13" fmla="*/ 0 h 113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930"/>
                  <a:gd name="T22" fmla="*/ 0 h 113"/>
                  <a:gd name="T23" fmla="*/ 930 w 930"/>
                  <a:gd name="T24" fmla="*/ 113 h 113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930" h="113">
                    <a:moveTo>
                      <a:pt x="930" y="113"/>
                    </a:moveTo>
                    <a:lnTo>
                      <a:pt x="930" y="57"/>
                    </a:lnTo>
                    <a:lnTo>
                      <a:pt x="930" y="0"/>
                    </a:lnTo>
                    <a:lnTo>
                      <a:pt x="0" y="0"/>
                    </a:lnTo>
                    <a:lnTo>
                      <a:pt x="0" y="57"/>
                    </a:lnTo>
                    <a:lnTo>
                      <a:pt x="0" y="113"/>
                    </a:lnTo>
                    <a:lnTo>
                      <a:pt x="930" y="113"/>
                    </a:lnTo>
                    <a:close/>
                  </a:path>
                </a:pathLst>
              </a:cu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856" name="Freeform 293">
                <a:extLst>
                  <a:ext uri="{FF2B5EF4-FFF2-40B4-BE49-F238E27FC236}">
                    <a16:creationId xmlns:a16="http://schemas.microsoft.com/office/drawing/2014/main" id="{60B3EF76-0053-3877-1F2B-22256DA3F32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935" y="2676"/>
                <a:ext cx="9" cy="19"/>
              </a:xfrm>
              <a:custGeom>
                <a:avLst/>
                <a:gdLst>
                  <a:gd name="T0" fmla="*/ 0 w 56"/>
                  <a:gd name="T1" fmla="*/ 0 h 113"/>
                  <a:gd name="T2" fmla="*/ 0 w 56"/>
                  <a:gd name="T3" fmla="*/ 0 h 113"/>
                  <a:gd name="T4" fmla="*/ 0 w 56"/>
                  <a:gd name="T5" fmla="*/ 0 h 113"/>
                  <a:gd name="T6" fmla="*/ 0 w 56"/>
                  <a:gd name="T7" fmla="*/ 0 h 113"/>
                  <a:gd name="T8" fmla="*/ 0 w 56"/>
                  <a:gd name="T9" fmla="*/ 0 h 113"/>
                  <a:gd name="T10" fmla="*/ 0 w 56"/>
                  <a:gd name="T11" fmla="*/ 0 h 113"/>
                  <a:gd name="T12" fmla="*/ 0 w 56"/>
                  <a:gd name="T13" fmla="*/ 0 h 113"/>
                  <a:gd name="T14" fmla="*/ 0 w 56"/>
                  <a:gd name="T15" fmla="*/ 0 h 113"/>
                  <a:gd name="T16" fmla="*/ 0 w 56"/>
                  <a:gd name="T17" fmla="*/ 0 h 113"/>
                  <a:gd name="T18" fmla="*/ 0 w 56"/>
                  <a:gd name="T19" fmla="*/ 0 h 113"/>
                  <a:gd name="T20" fmla="*/ 0 w 56"/>
                  <a:gd name="T21" fmla="*/ 0 h 113"/>
                  <a:gd name="T22" fmla="*/ 0 w 56"/>
                  <a:gd name="T23" fmla="*/ 0 h 113"/>
                  <a:gd name="T24" fmla="*/ 0 w 56"/>
                  <a:gd name="T25" fmla="*/ 0 h 113"/>
                  <a:gd name="T26" fmla="*/ 0 w 56"/>
                  <a:gd name="T27" fmla="*/ 0 h 113"/>
                  <a:gd name="T28" fmla="*/ 0 w 56"/>
                  <a:gd name="T29" fmla="*/ 0 h 113"/>
                  <a:gd name="T30" fmla="*/ 0 w 56"/>
                  <a:gd name="T31" fmla="*/ 0 h 113"/>
                  <a:gd name="T32" fmla="*/ 0 w 56"/>
                  <a:gd name="T33" fmla="*/ 0 h 113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w 56"/>
                  <a:gd name="T52" fmla="*/ 0 h 113"/>
                  <a:gd name="T53" fmla="*/ 56 w 56"/>
                  <a:gd name="T54" fmla="*/ 113 h 113"/>
                </a:gdLst>
                <a:ahLst/>
                <a:cxnLst>
                  <a:cxn ang="T34">
                    <a:pos x="T0" y="T1"/>
                  </a:cxn>
                  <a:cxn ang="T35">
                    <a:pos x="T2" y="T3"/>
                  </a:cxn>
                  <a:cxn ang="T36">
                    <a:pos x="T4" y="T5"/>
                  </a:cxn>
                  <a:cxn ang="T37">
                    <a:pos x="T6" y="T7"/>
                  </a:cxn>
                  <a:cxn ang="T38">
                    <a:pos x="T8" y="T9"/>
                  </a:cxn>
                  <a:cxn ang="T39">
                    <a:pos x="T10" y="T11"/>
                  </a:cxn>
                  <a:cxn ang="T40">
                    <a:pos x="T12" y="T13"/>
                  </a:cxn>
                  <a:cxn ang="T41">
                    <a:pos x="T14" y="T15"/>
                  </a:cxn>
                  <a:cxn ang="T42">
                    <a:pos x="T16" y="T17"/>
                  </a:cxn>
                  <a:cxn ang="T43">
                    <a:pos x="T18" y="T19"/>
                  </a:cxn>
                  <a:cxn ang="T44">
                    <a:pos x="T20" y="T21"/>
                  </a:cxn>
                  <a:cxn ang="T45">
                    <a:pos x="T22" y="T23"/>
                  </a:cxn>
                  <a:cxn ang="T46">
                    <a:pos x="T24" y="T25"/>
                  </a:cxn>
                  <a:cxn ang="T47">
                    <a:pos x="T26" y="T27"/>
                  </a:cxn>
                  <a:cxn ang="T48">
                    <a:pos x="T28" y="T29"/>
                  </a:cxn>
                  <a:cxn ang="T49">
                    <a:pos x="T30" y="T31"/>
                  </a:cxn>
                  <a:cxn ang="T50">
                    <a:pos x="T32" y="T33"/>
                  </a:cxn>
                </a:cxnLst>
                <a:rect l="T51" t="T52" r="T53" b="T54"/>
                <a:pathLst>
                  <a:path w="56" h="113">
                    <a:moveTo>
                      <a:pt x="56" y="57"/>
                    </a:moveTo>
                    <a:lnTo>
                      <a:pt x="56" y="113"/>
                    </a:lnTo>
                    <a:lnTo>
                      <a:pt x="44" y="112"/>
                    </a:lnTo>
                    <a:lnTo>
                      <a:pt x="32" y="108"/>
                    </a:lnTo>
                    <a:lnTo>
                      <a:pt x="22" y="101"/>
                    </a:lnTo>
                    <a:lnTo>
                      <a:pt x="13" y="92"/>
                    </a:lnTo>
                    <a:lnTo>
                      <a:pt x="6" y="82"/>
                    </a:lnTo>
                    <a:lnTo>
                      <a:pt x="1" y="70"/>
                    </a:lnTo>
                    <a:lnTo>
                      <a:pt x="0" y="57"/>
                    </a:lnTo>
                    <a:lnTo>
                      <a:pt x="1" y="45"/>
                    </a:lnTo>
                    <a:lnTo>
                      <a:pt x="6" y="32"/>
                    </a:lnTo>
                    <a:lnTo>
                      <a:pt x="13" y="22"/>
                    </a:lnTo>
                    <a:lnTo>
                      <a:pt x="22" y="13"/>
                    </a:lnTo>
                    <a:lnTo>
                      <a:pt x="32" y="7"/>
                    </a:lnTo>
                    <a:lnTo>
                      <a:pt x="44" y="2"/>
                    </a:lnTo>
                    <a:lnTo>
                      <a:pt x="56" y="0"/>
                    </a:lnTo>
                    <a:lnTo>
                      <a:pt x="56" y="57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857" name="Freeform 294">
                <a:extLst>
                  <a:ext uri="{FF2B5EF4-FFF2-40B4-BE49-F238E27FC236}">
                    <a16:creationId xmlns:a16="http://schemas.microsoft.com/office/drawing/2014/main" id="{DFFCDB10-328D-EA71-B58F-398346AE808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935" y="2676"/>
                <a:ext cx="9" cy="19"/>
              </a:xfrm>
              <a:custGeom>
                <a:avLst/>
                <a:gdLst>
                  <a:gd name="T0" fmla="*/ 0 w 56"/>
                  <a:gd name="T1" fmla="*/ 0 h 113"/>
                  <a:gd name="T2" fmla="*/ 0 w 56"/>
                  <a:gd name="T3" fmla="*/ 0 h 113"/>
                  <a:gd name="T4" fmla="*/ 0 w 56"/>
                  <a:gd name="T5" fmla="*/ 0 h 113"/>
                  <a:gd name="T6" fmla="*/ 0 w 56"/>
                  <a:gd name="T7" fmla="*/ 0 h 113"/>
                  <a:gd name="T8" fmla="*/ 0 w 56"/>
                  <a:gd name="T9" fmla="*/ 0 h 113"/>
                  <a:gd name="T10" fmla="*/ 0 w 56"/>
                  <a:gd name="T11" fmla="*/ 0 h 113"/>
                  <a:gd name="T12" fmla="*/ 0 w 56"/>
                  <a:gd name="T13" fmla="*/ 0 h 113"/>
                  <a:gd name="T14" fmla="*/ 0 w 56"/>
                  <a:gd name="T15" fmla="*/ 0 h 113"/>
                  <a:gd name="T16" fmla="*/ 0 w 56"/>
                  <a:gd name="T17" fmla="*/ 0 h 113"/>
                  <a:gd name="T18" fmla="*/ 0 w 56"/>
                  <a:gd name="T19" fmla="*/ 0 h 113"/>
                  <a:gd name="T20" fmla="*/ 0 w 56"/>
                  <a:gd name="T21" fmla="*/ 0 h 113"/>
                  <a:gd name="T22" fmla="*/ 0 w 56"/>
                  <a:gd name="T23" fmla="*/ 0 h 113"/>
                  <a:gd name="T24" fmla="*/ 0 w 56"/>
                  <a:gd name="T25" fmla="*/ 0 h 113"/>
                  <a:gd name="T26" fmla="*/ 0 w 56"/>
                  <a:gd name="T27" fmla="*/ 0 h 113"/>
                  <a:gd name="T28" fmla="*/ 0 w 56"/>
                  <a:gd name="T29" fmla="*/ 0 h 113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w 56"/>
                  <a:gd name="T46" fmla="*/ 0 h 113"/>
                  <a:gd name="T47" fmla="*/ 56 w 56"/>
                  <a:gd name="T48" fmla="*/ 113 h 113"/>
                </a:gdLst>
                <a:ahLst/>
                <a:cxnLst>
                  <a:cxn ang="T30">
                    <a:pos x="T0" y="T1"/>
                  </a:cxn>
                  <a:cxn ang="T31">
                    <a:pos x="T2" y="T3"/>
                  </a:cxn>
                  <a:cxn ang="T32">
                    <a:pos x="T4" y="T5"/>
                  </a:cxn>
                  <a:cxn ang="T33">
                    <a:pos x="T6" y="T7"/>
                  </a:cxn>
                  <a:cxn ang="T34">
                    <a:pos x="T8" y="T9"/>
                  </a:cxn>
                  <a:cxn ang="T35">
                    <a:pos x="T10" y="T11"/>
                  </a:cxn>
                  <a:cxn ang="T36">
                    <a:pos x="T12" y="T13"/>
                  </a:cxn>
                  <a:cxn ang="T37">
                    <a:pos x="T14" y="T15"/>
                  </a:cxn>
                  <a:cxn ang="T38">
                    <a:pos x="T16" y="T17"/>
                  </a:cxn>
                  <a:cxn ang="T39">
                    <a:pos x="T18" y="T19"/>
                  </a:cxn>
                  <a:cxn ang="T40">
                    <a:pos x="T20" y="T21"/>
                  </a:cxn>
                  <a:cxn ang="T41">
                    <a:pos x="T22" y="T23"/>
                  </a:cxn>
                  <a:cxn ang="T42">
                    <a:pos x="T24" y="T25"/>
                  </a:cxn>
                  <a:cxn ang="T43">
                    <a:pos x="T26" y="T27"/>
                  </a:cxn>
                  <a:cxn ang="T44">
                    <a:pos x="T28" y="T29"/>
                  </a:cxn>
                </a:cxnLst>
                <a:rect l="T45" t="T46" r="T47" b="T48"/>
                <a:pathLst>
                  <a:path w="56" h="113">
                    <a:moveTo>
                      <a:pt x="56" y="113"/>
                    </a:moveTo>
                    <a:lnTo>
                      <a:pt x="44" y="112"/>
                    </a:lnTo>
                    <a:lnTo>
                      <a:pt x="32" y="108"/>
                    </a:lnTo>
                    <a:lnTo>
                      <a:pt x="22" y="101"/>
                    </a:lnTo>
                    <a:lnTo>
                      <a:pt x="13" y="92"/>
                    </a:lnTo>
                    <a:lnTo>
                      <a:pt x="6" y="82"/>
                    </a:lnTo>
                    <a:lnTo>
                      <a:pt x="1" y="70"/>
                    </a:lnTo>
                    <a:lnTo>
                      <a:pt x="0" y="57"/>
                    </a:lnTo>
                    <a:lnTo>
                      <a:pt x="1" y="45"/>
                    </a:lnTo>
                    <a:lnTo>
                      <a:pt x="6" y="32"/>
                    </a:lnTo>
                    <a:lnTo>
                      <a:pt x="13" y="22"/>
                    </a:lnTo>
                    <a:lnTo>
                      <a:pt x="22" y="13"/>
                    </a:lnTo>
                    <a:lnTo>
                      <a:pt x="32" y="7"/>
                    </a:lnTo>
                    <a:lnTo>
                      <a:pt x="44" y="2"/>
                    </a:lnTo>
                    <a:lnTo>
                      <a:pt x="56" y="0"/>
                    </a:lnTo>
                  </a:path>
                </a:pathLst>
              </a:cu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858" name="Freeform 295">
                <a:extLst>
                  <a:ext uri="{FF2B5EF4-FFF2-40B4-BE49-F238E27FC236}">
                    <a16:creationId xmlns:a16="http://schemas.microsoft.com/office/drawing/2014/main" id="{1147B531-FB40-0A50-1198-FD201E8339B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994" y="2686"/>
                <a:ext cx="19" cy="9"/>
              </a:xfrm>
              <a:custGeom>
                <a:avLst/>
                <a:gdLst>
                  <a:gd name="T0" fmla="*/ 0 w 113"/>
                  <a:gd name="T1" fmla="*/ 0 h 56"/>
                  <a:gd name="T2" fmla="*/ 0 w 113"/>
                  <a:gd name="T3" fmla="*/ 0 h 56"/>
                  <a:gd name="T4" fmla="*/ 0 w 113"/>
                  <a:gd name="T5" fmla="*/ 0 h 56"/>
                  <a:gd name="T6" fmla="*/ 0 w 113"/>
                  <a:gd name="T7" fmla="*/ 0 h 56"/>
                  <a:gd name="T8" fmla="*/ 0 w 113"/>
                  <a:gd name="T9" fmla="*/ 0 h 56"/>
                  <a:gd name="T10" fmla="*/ 0 w 113"/>
                  <a:gd name="T11" fmla="*/ 0 h 56"/>
                  <a:gd name="T12" fmla="*/ 0 w 113"/>
                  <a:gd name="T13" fmla="*/ 0 h 56"/>
                  <a:gd name="T14" fmla="*/ 0 w 113"/>
                  <a:gd name="T15" fmla="*/ 0 h 56"/>
                  <a:gd name="T16" fmla="*/ 0 w 113"/>
                  <a:gd name="T17" fmla="*/ 0 h 56"/>
                  <a:gd name="T18" fmla="*/ 0 w 113"/>
                  <a:gd name="T19" fmla="*/ 0 h 56"/>
                  <a:gd name="T20" fmla="*/ 0 w 113"/>
                  <a:gd name="T21" fmla="*/ 0 h 56"/>
                  <a:gd name="T22" fmla="*/ 0 w 113"/>
                  <a:gd name="T23" fmla="*/ 0 h 56"/>
                  <a:gd name="T24" fmla="*/ 0 w 113"/>
                  <a:gd name="T25" fmla="*/ 0 h 56"/>
                  <a:gd name="T26" fmla="*/ 0 w 113"/>
                  <a:gd name="T27" fmla="*/ 0 h 56"/>
                  <a:gd name="T28" fmla="*/ 0 w 113"/>
                  <a:gd name="T29" fmla="*/ 0 h 56"/>
                  <a:gd name="T30" fmla="*/ 0 w 113"/>
                  <a:gd name="T31" fmla="*/ 0 h 56"/>
                  <a:gd name="T32" fmla="*/ 0 w 113"/>
                  <a:gd name="T33" fmla="*/ 0 h 5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w 113"/>
                  <a:gd name="T52" fmla="*/ 0 h 56"/>
                  <a:gd name="T53" fmla="*/ 113 w 113"/>
                  <a:gd name="T54" fmla="*/ 56 h 56"/>
                </a:gdLst>
                <a:ahLst/>
                <a:cxnLst>
                  <a:cxn ang="T34">
                    <a:pos x="T0" y="T1"/>
                  </a:cxn>
                  <a:cxn ang="T35">
                    <a:pos x="T2" y="T3"/>
                  </a:cxn>
                  <a:cxn ang="T36">
                    <a:pos x="T4" y="T5"/>
                  </a:cxn>
                  <a:cxn ang="T37">
                    <a:pos x="T6" y="T7"/>
                  </a:cxn>
                  <a:cxn ang="T38">
                    <a:pos x="T8" y="T9"/>
                  </a:cxn>
                  <a:cxn ang="T39">
                    <a:pos x="T10" y="T11"/>
                  </a:cxn>
                  <a:cxn ang="T40">
                    <a:pos x="T12" y="T13"/>
                  </a:cxn>
                  <a:cxn ang="T41">
                    <a:pos x="T14" y="T15"/>
                  </a:cxn>
                  <a:cxn ang="T42">
                    <a:pos x="T16" y="T17"/>
                  </a:cxn>
                  <a:cxn ang="T43">
                    <a:pos x="T18" y="T19"/>
                  </a:cxn>
                  <a:cxn ang="T44">
                    <a:pos x="T20" y="T21"/>
                  </a:cxn>
                  <a:cxn ang="T45">
                    <a:pos x="T22" y="T23"/>
                  </a:cxn>
                  <a:cxn ang="T46">
                    <a:pos x="T24" y="T25"/>
                  </a:cxn>
                  <a:cxn ang="T47">
                    <a:pos x="T26" y="T27"/>
                  </a:cxn>
                  <a:cxn ang="T48">
                    <a:pos x="T28" y="T29"/>
                  </a:cxn>
                  <a:cxn ang="T49">
                    <a:pos x="T30" y="T31"/>
                  </a:cxn>
                  <a:cxn ang="T50">
                    <a:pos x="T32" y="T33"/>
                  </a:cxn>
                </a:cxnLst>
                <a:rect l="T51" t="T52" r="T53" b="T54"/>
                <a:pathLst>
                  <a:path w="113" h="56">
                    <a:moveTo>
                      <a:pt x="56" y="0"/>
                    </a:moveTo>
                    <a:lnTo>
                      <a:pt x="113" y="0"/>
                    </a:lnTo>
                    <a:lnTo>
                      <a:pt x="111" y="13"/>
                    </a:lnTo>
                    <a:lnTo>
                      <a:pt x="107" y="25"/>
                    </a:lnTo>
                    <a:lnTo>
                      <a:pt x="100" y="35"/>
                    </a:lnTo>
                    <a:lnTo>
                      <a:pt x="91" y="44"/>
                    </a:lnTo>
                    <a:lnTo>
                      <a:pt x="81" y="51"/>
                    </a:lnTo>
                    <a:lnTo>
                      <a:pt x="68" y="55"/>
                    </a:lnTo>
                    <a:lnTo>
                      <a:pt x="56" y="56"/>
                    </a:lnTo>
                    <a:lnTo>
                      <a:pt x="44" y="55"/>
                    </a:lnTo>
                    <a:lnTo>
                      <a:pt x="31" y="51"/>
                    </a:lnTo>
                    <a:lnTo>
                      <a:pt x="21" y="44"/>
                    </a:lnTo>
                    <a:lnTo>
                      <a:pt x="12" y="35"/>
                    </a:lnTo>
                    <a:lnTo>
                      <a:pt x="6" y="25"/>
                    </a:lnTo>
                    <a:lnTo>
                      <a:pt x="1" y="13"/>
                    </a:lnTo>
                    <a:lnTo>
                      <a:pt x="0" y="0"/>
                    </a:lnTo>
                    <a:lnTo>
                      <a:pt x="56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859" name="Freeform 296">
                <a:extLst>
                  <a:ext uri="{FF2B5EF4-FFF2-40B4-BE49-F238E27FC236}">
                    <a16:creationId xmlns:a16="http://schemas.microsoft.com/office/drawing/2014/main" id="{BD014F23-98E4-DE25-BE04-229BD3366BA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994" y="2686"/>
                <a:ext cx="19" cy="9"/>
              </a:xfrm>
              <a:custGeom>
                <a:avLst/>
                <a:gdLst>
                  <a:gd name="T0" fmla="*/ 0 w 113"/>
                  <a:gd name="T1" fmla="*/ 0 h 56"/>
                  <a:gd name="T2" fmla="*/ 0 w 113"/>
                  <a:gd name="T3" fmla="*/ 0 h 56"/>
                  <a:gd name="T4" fmla="*/ 0 w 113"/>
                  <a:gd name="T5" fmla="*/ 0 h 56"/>
                  <a:gd name="T6" fmla="*/ 0 w 113"/>
                  <a:gd name="T7" fmla="*/ 0 h 56"/>
                  <a:gd name="T8" fmla="*/ 0 w 113"/>
                  <a:gd name="T9" fmla="*/ 0 h 56"/>
                  <a:gd name="T10" fmla="*/ 0 w 113"/>
                  <a:gd name="T11" fmla="*/ 0 h 56"/>
                  <a:gd name="T12" fmla="*/ 0 w 113"/>
                  <a:gd name="T13" fmla="*/ 0 h 56"/>
                  <a:gd name="T14" fmla="*/ 0 w 113"/>
                  <a:gd name="T15" fmla="*/ 0 h 56"/>
                  <a:gd name="T16" fmla="*/ 0 w 113"/>
                  <a:gd name="T17" fmla="*/ 0 h 56"/>
                  <a:gd name="T18" fmla="*/ 0 w 113"/>
                  <a:gd name="T19" fmla="*/ 0 h 56"/>
                  <a:gd name="T20" fmla="*/ 0 w 113"/>
                  <a:gd name="T21" fmla="*/ 0 h 56"/>
                  <a:gd name="T22" fmla="*/ 0 w 113"/>
                  <a:gd name="T23" fmla="*/ 0 h 56"/>
                  <a:gd name="T24" fmla="*/ 0 w 113"/>
                  <a:gd name="T25" fmla="*/ 0 h 56"/>
                  <a:gd name="T26" fmla="*/ 0 w 113"/>
                  <a:gd name="T27" fmla="*/ 0 h 56"/>
                  <a:gd name="T28" fmla="*/ 0 w 113"/>
                  <a:gd name="T29" fmla="*/ 0 h 5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w 113"/>
                  <a:gd name="T46" fmla="*/ 0 h 56"/>
                  <a:gd name="T47" fmla="*/ 113 w 113"/>
                  <a:gd name="T48" fmla="*/ 56 h 56"/>
                </a:gdLst>
                <a:ahLst/>
                <a:cxnLst>
                  <a:cxn ang="T30">
                    <a:pos x="T0" y="T1"/>
                  </a:cxn>
                  <a:cxn ang="T31">
                    <a:pos x="T2" y="T3"/>
                  </a:cxn>
                  <a:cxn ang="T32">
                    <a:pos x="T4" y="T5"/>
                  </a:cxn>
                  <a:cxn ang="T33">
                    <a:pos x="T6" y="T7"/>
                  </a:cxn>
                  <a:cxn ang="T34">
                    <a:pos x="T8" y="T9"/>
                  </a:cxn>
                  <a:cxn ang="T35">
                    <a:pos x="T10" y="T11"/>
                  </a:cxn>
                  <a:cxn ang="T36">
                    <a:pos x="T12" y="T13"/>
                  </a:cxn>
                  <a:cxn ang="T37">
                    <a:pos x="T14" y="T15"/>
                  </a:cxn>
                  <a:cxn ang="T38">
                    <a:pos x="T16" y="T17"/>
                  </a:cxn>
                  <a:cxn ang="T39">
                    <a:pos x="T18" y="T19"/>
                  </a:cxn>
                  <a:cxn ang="T40">
                    <a:pos x="T20" y="T21"/>
                  </a:cxn>
                  <a:cxn ang="T41">
                    <a:pos x="T22" y="T23"/>
                  </a:cxn>
                  <a:cxn ang="T42">
                    <a:pos x="T24" y="T25"/>
                  </a:cxn>
                  <a:cxn ang="T43">
                    <a:pos x="T26" y="T27"/>
                  </a:cxn>
                  <a:cxn ang="T44">
                    <a:pos x="T28" y="T29"/>
                  </a:cxn>
                </a:cxnLst>
                <a:rect l="T45" t="T46" r="T47" b="T48"/>
                <a:pathLst>
                  <a:path w="113" h="56">
                    <a:moveTo>
                      <a:pt x="113" y="0"/>
                    </a:moveTo>
                    <a:lnTo>
                      <a:pt x="111" y="13"/>
                    </a:lnTo>
                    <a:lnTo>
                      <a:pt x="107" y="25"/>
                    </a:lnTo>
                    <a:lnTo>
                      <a:pt x="100" y="35"/>
                    </a:lnTo>
                    <a:lnTo>
                      <a:pt x="91" y="44"/>
                    </a:lnTo>
                    <a:lnTo>
                      <a:pt x="81" y="51"/>
                    </a:lnTo>
                    <a:lnTo>
                      <a:pt x="68" y="55"/>
                    </a:lnTo>
                    <a:lnTo>
                      <a:pt x="56" y="56"/>
                    </a:lnTo>
                    <a:lnTo>
                      <a:pt x="44" y="55"/>
                    </a:lnTo>
                    <a:lnTo>
                      <a:pt x="31" y="51"/>
                    </a:lnTo>
                    <a:lnTo>
                      <a:pt x="21" y="44"/>
                    </a:lnTo>
                    <a:lnTo>
                      <a:pt x="12" y="35"/>
                    </a:lnTo>
                    <a:lnTo>
                      <a:pt x="6" y="25"/>
                    </a:lnTo>
                    <a:lnTo>
                      <a:pt x="1" y="13"/>
                    </a:lnTo>
                    <a:lnTo>
                      <a:pt x="0" y="0"/>
                    </a:lnTo>
                  </a:path>
                </a:pathLst>
              </a:cu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860" name="Freeform 297">
                <a:extLst>
                  <a:ext uri="{FF2B5EF4-FFF2-40B4-BE49-F238E27FC236}">
                    <a16:creationId xmlns:a16="http://schemas.microsoft.com/office/drawing/2014/main" id="{3C601BA8-897E-1D77-8244-6CFFB88522F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994" y="2126"/>
                <a:ext cx="19" cy="560"/>
              </a:xfrm>
              <a:custGeom>
                <a:avLst/>
                <a:gdLst>
                  <a:gd name="T0" fmla="*/ 0 w 113"/>
                  <a:gd name="T1" fmla="*/ 0 h 3320"/>
                  <a:gd name="T2" fmla="*/ 0 w 113"/>
                  <a:gd name="T3" fmla="*/ 0 h 3320"/>
                  <a:gd name="T4" fmla="*/ 0 w 113"/>
                  <a:gd name="T5" fmla="*/ 0 h 3320"/>
                  <a:gd name="T6" fmla="*/ 0 w 113"/>
                  <a:gd name="T7" fmla="*/ 0 h 3320"/>
                  <a:gd name="T8" fmla="*/ 0 w 113"/>
                  <a:gd name="T9" fmla="*/ 0 h 3320"/>
                  <a:gd name="T10" fmla="*/ 0 w 113"/>
                  <a:gd name="T11" fmla="*/ 0 h 3320"/>
                  <a:gd name="T12" fmla="*/ 0 w 113"/>
                  <a:gd name="T13" fmla="*/ 0 h 3320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113"/>
                  <a:gd name="T22" fmla="*/ 0 h 3320"/>
                  <a:gd name="T23" fmla="*/ 113 w 113"/>
                  <a:gd name="T24" fmla="*/ 3320 h 3320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113" h="3320">
                    <a:moveTo>
                      <a:pt x="0" y="3320"/>
                    </a:moveTo>
                    <a:lnTo>
                      <a:pt x="56" y="3320"/>
                    </a:lnTo>
                    <a:lnTo>
                      <a:pt x="113" y="3320"/>
                    </a:lnTo>
                    <a:lnTo>
                      <a:pt x="113" y="0"/>
                    </a:lnTo>
                    <a:lnTo>
                      <a:pt x="56" y="0"/>
                    </a:lnTo>
                    <a:lnTo>
                      <a:pt x="0" y="0"/>
                    </a:lnTo>
                    <a:lnTo>
                      <a:pt x="0" y="332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861" name="Freeform 298">
                <a:extLst>
                  <a:ext uri="{FF2B5EF4-FFF2-40B4-BE49-F238E27FC236}">
                    <a16:creationId xmlns:a16="http://schemas.microsoft.com/office/drawing/2014/main" id="{78B718B4-ABAC-167F-B082-EFD79B1F676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994" y="2126"/>
                <a:ext cx="19" cy="560"/>
              </a:xfrm>
              <a:custGeom>
                <a:avLst/>
                <a:gdLst>
                  <a:gd name="T0" fmla="*/ 0 w 113"/>
                  <a:gd name="T1" fmla="*/ 0 h 3320"/>
                  <a:gd name="T2" fmla="*/ 0 w 113"/>
                  <a:gd name="T3" fmla="*/ 0 h 3320"/>
                  <a:gd name="T4" fmla="*/ 0 w 113"/>
                  <a:gd name="T5" fmla="*/ 0 h 3320"/>
                  <a:gd name="T6" fmla="*/ 0 w 113"/>
                  <a:gd name="T7" fmla="*/ 0 h 3320"/>
                  <a:gd name="T8" fmla="*/ 0 w 113"/>
                  <a:gd name="T9" fmla="*/ 0 h 3320"/>
                  <a:gd name="T10" fmla="*/ 0 w 113"/>
                  <a:gd name="T11" fmla="*/ 0 h 3320"/>
                  <a:gd name="T12" fmla="*/ 0 w 113"/>
                  <a:gd name="T13" fmla="*/ 0 h 3320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113"/>
                  <a:gd name="T22" fmla="*/ 0 h 3320"/>
                  <a:gd name="T23" fmla="*/ 113 w 113"/>
                  <a:gd name="T24" fmla="*/ 3320 h 3320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113" h="3320">
                    <a:moveTo>
                      <a:pt x="0" y="3320"/>
                    </a:moveTo>
                    <a:lnTo>
                      <a:pt x="56" y="3320"/>
                    </a:lnTo>
                    <a:lnTo>
                      <a:pt x="113" y="3320"/>
                    </a:lnTo>
                    <a:lnTo>
                      <a:pt x="113" y="0"/>
                    </a:lnTo>
                    <a:lnTo>
                      <a:pt x="56" y="0"/>
                    </a:lnTo>
                    <a:lnTo>
                      <a:pt x="0" y="0"/>
                    </a:lnTo>
                    <a:lnTo>
                      <a:pt x="0" y="3320"/>
                    </a:lnTo>
                    <a:close/>
                  </a:path>
                </a:pathLst>
              </a:cu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862" name="Freeform 299">
                <a:extLst>
                  <a:ext uri="{FF2B5EF4-FFF2-40B4-BE49-F238E27FC236}">
                    <a16:creationId xmlns:a16="http://schemas.microsoft.com/office/drawing/2014/main" id="{FAC867CB-9324-7261-C0BC-BE7590D963A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994" y="2116"/>
                <a:ext cx="19" cy="10"/>
              </a:xfrm>
              <a:custGeom>
                <a:avLst/>
                <a:gdLst>
                  <a:gd name="T0" fmla="*/ 0 w 113"/>
                  <a:gd name="T1" fmla="*/ 0 h 57"/>
                  <a:gd name="T2" fmla="*/ 0 w 113"/>
                  <a:gd name="T3" fmla="*/ 0 h 57"/>
                  <a:gd name="T4" fmla="*/ 0 w 113"/>
                  <a:gd name="T5" fmla="*/ 0 h 57"/>
                  <a:gd name="T6" fmla="*/ 0 w 113"/>
                  <a:gd name="T7" fmla="*/ 0 h 57"/>
                  <a:gd name="T8" fmla="*/ 0 w 113"/>
                  <a:gd name="T9" fmla="*/ 0 h 57"/>
                  <a:gd name="T10" fmla="*/ 0 w 113"/>
                  <a:gd name="T11" fmla="*/ 0 h 57"/>
                  <a:gd name="T12" fmla="*/ 0 w 113"/>
                  <a:gd name="T13" fmla="*/ 0 h 57"/>
                  <a:gd name="T14" fmla="*/ 0 w 113"/>
                  <a:gd name="T15" fmla="*/ 0 h 57"/>
                  <a:gd name="T16" fmla="*/ 0 w 113"/>
                  <a:gd name="T17" fmla="*/ 0 h 57"/>
                  <a:gd name="T18" fmla="*/ 0 w 113"/>
                  <a:gd name="T19" fmla="*/ 0 h 57"/>
                  <a:gd name="T20" fmla="*/ 0 w 113"/>
                  <a:gd name="T21" fmla="*/ 0 h 57"/>
                  <a:gd name="T22" fmla="*/ 0 w 113"/>
                  <a:gd name="T23" fmla="*/ 0 h 57"/>
                  <a:gd name="T24" fmla="*/ 0 w 113"/>
                  <a:gd name="T25" fmla="*/ 0 h 57"/>
                  <a:gd name="T26" fmla="*/ 0 w 113"/>
                  <a:gd name="T27" fmla="*/ 0 h 57"/>
                  <a:gd name="T28" fmla="*/ 0 w 113"/>
                  <a:gd name="T29" fmla="*/ 0 h 57"/>
                  <a:gd name="T30" fmla="*/ 0 w 113"/>
                  <a:gd name="T31" fmla="*/ 0 h 57"/>
                  <a:gd name="T32" fmla="*/ 0 w 113"/>
                  <a:gd name="T33" fmla="*/ 0 h 57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w 113"/>
                  <a:gd name="T52" fmla="*/ 0 h 57"/>
                  <a:gd name="T53" fmla="*/ 113 w 113"/>
                  <a:gd name="T54" fmla="*/ 57 h 57"/>
                </a:gdLst>
                <a:ahLst/>
                <a:cxnLst>
                  <a:cxn ang="T34">
                    <a:pos x="T0" y="T1"/>
                  </a:cxn>
                  <a:cxn ang="T35">
                    <a:pos x="T2" y="T3"/>
                  </a:cxn>
                  <a:cxn ang="T36">
                    <a:pos x="T4" y="T5"/>
                  </a:cxn>
                  <a:cxn ang="T37">
                    <a:pos x="T6" y="T7"/>
                  </a:cxn>
                  <a:cxn ang="T38">
                    <a:pos x="T8" y="T9"/>
                  </a:cxn>
                  <a:cxn ang="T39">
                    <a:pos x="T10" y="T11"/>
                  </a:cxn>
                  <a:cxn ang="T40">
                    <a:pos x="T12" y="T13"/>
                  </a:cxn>
                  <a:cxn ang="T41">
                    <a:pos x="T14" y="T15"/>
                  </a:cxn>
                  <a:cxn ang="T42">
                    <a:pos x="T16" y="T17"/>
                  </a:cxn>
                  <a:cxn ang="T43">
                    <a:pos x="T18" y="T19"/>
                  </a:cxn>
                  <a:cxn ang="T44">
                    <a:pos x="T20" y="T21"/>
                  </a:cxn>
                  <a:cxn ang="T45">
                    <a:pos x="T22" y="T23"/>
                  </a:cxn>
                  <a:cxn ang="T46">
                    <a:pos x="T24" y="T25"/>
                  </a:cxn>
                  <a:cxn ang="T47">
                    <a:pos x="T26" y="T27"/>
                  </a:cxn>
                  <a:cxn ang="T48">
                    <a:pos x="T28" y="T29"/>
                  </a:cxn>
                  <a:cxn ang="T49">
                    <a:pos x="T30" y="T31"/>
                  </a:cxn>
                  <a:cxn ang="T50">
                    <a:pos x="T32" y="T33"/>
                  </a:cxn>
                </a:cxnLst>
                <a:rect l="T51" t="T52" r="T53" b="T54"/>
                <a:pathLst>
                  <a:path w="113" h="57">
                    <a:moveTo>
                      <a:pt x="56" y="57"/>
                    </a:moveTo>
                    <a:lnTo>
                      <a:pt x="0" y="57"/>
                    </a:lnTo>
                    <a:lnTo>
                      <a:pt x="1" y="44"/>
                    </a:lnTo>
                    <a:lnTo>
                      <a:pt x="6" y="32"/>
                    </a:lnTo>
                    <a:lnTo>
                      <a:pt x="12" y="22"/>
                    </a:lnTo>
                    <a:lnTo>
                      <a:pt x="21" y="13"/>
                    </a:lnTo>
                    <a:lnTo>
                      <a:pt x="31" y="6"/>
                    </a:lnTo>
                    <a:lnTo>
                      <a:pt x="44" y="2"/>
                    </a:lnTo>
                    <a:lnTo>
                      <a:pt x="56" y="0"/>
                    </a:lnTo>
                    <a:lnTo>
                      <a:pt x="68" y="2"/>
                    </a:lnTo>
                    <a:lnTo>
                      <a:pt x="81" y="6"/>
                    </a:lnTo>
                    <a:lnTo>
                      <a:pt x="91" y="13"/>
                    </a:lnTo>
                    <a:lnTo>
                      <a:pt x="100" y="22"/>
                    </a:lnTo>
                    <a:lnTo>
                      <a:pt x="107" y="32"/>
                    </a:lnTo>
                    <a:lnTo>
                      <a:pt x="111" y="44"/>
                    </a:lnTo>
                    <a:lnTo>
                      <a:pt x="113" y="57"/>
                    </a:lnTo>
                    <a:lnTo>
                      <a:pt x="56" y="57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863" name="Freeform 300">
                <a:extLst>
                  <a:ext uri="{FF2B5EF4-FFF2-40B4-BE49-F238E27FC236}">
                    <a16:creationId xmlns:a16="http://schemas.microsoft.com/office/drawing/2014/main" id="{6BE6E65B-9F2F-0F9E-0ABF-7F203DFE3DF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994" y="2116"/>
                <a:ext cx="19" cy="10"/>
              </a:xfrm>
              <a:custGeom>
                <a:avLst/>
                <a:gdLst>
                  <a:gd name="T0" fmla="*/ 0 w 113"/>
                  <a:gd name="T1" fmla="*/ 0 h 57"/>
                  <a:gd name="T2" fmla="*/ 0 w 113"/>
                  <a:gd name="T3" fmla="*/ 0 h 57"/>
                  <a:gd name="T4" fmla="*/ 0 w 113"/>
                  <a:gd name="T5" fmla="*/ 0 h 57"/>
                  <a:gd name="T6" fmla="*/ 0 w 113"/>
                  <a:gd name="T7" fmla="*/ 0 h 57"/>
                  <a:gd name="T8" fmla="*/ 0 w 113"/>
                  <a:gd name="T9" fmla="*/ 0 h 57"/>
                  <a:gd name="T10" fmla="*/ 0 w 113"/>
                  <a:gd name="T11" fmla="*/ 0 h 57"/>
                  <a:gd name="T12" fmla="*/ 0 w 113"/>
                  <a:gd name="T13" fmla="*/ 0 h 57"/>
                  <a:gd name="T14" fmla="*/ 0 w 113"/>
                  <a:gd name="T15" fmla="*/ 0 h 57"/>
                  <a:gd name="T16" fmla="*/ 0 w 113"/>
                  <a:gd name="T17" fmla="*/ 0 h 57"/>
                  <a:gd name="T18" fmla="*/ 0 w 113"/>
                  <a:gd name="T19" fmla="*/ 0 h 57"/>
                  <a:gd name="T20" fmla="*/ 0 w 113"/>
                  <a:gd name="T21" fmla="*/ 0 h 57"/>
                  <a:gd name="T22" fmla="*/ 0 w 113"/>
                  <a:gd name="T23" fmla="*/ 0 h 57"/>
                  <a:gd name="T24" fmla="*/ 0 w 113"/>
                  <a:gd name="T25" fmla="*/ 0 h 57"/>
                  <a:gd name="T26" fmla="*/ 0 w 113"/>
                  <a:gd name="T27" fmla="*/ 0 h 57"/>
                  <a:gd name="T28" fmla="*/ 0 w 113"/>
                  <a:gd name="T29" fmla="*/ 0 h 57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w 113"/>
                  <a:gd name="T46" fmla="*/ 0 h 57"/>
                  <a:gd name="T47" fmla="*/ 113 w 113"/>
                  <a:gd name="T48" fmla="*/ 57 h 57"/>
                </a:gdLst>
                <a:ahLst/>
                <a:cxnLst>
                  <a:cxn ang="T30">
                    <a:pos x="T0" y="T1"/>
                  </a:cxn>
                  <a:cxn ang="T31">
                    <a:pos x="T2" y="T3"/>
                  </a:cxn>
                  <a:cxn ang="T32">
                    <a:pos x="T4" y="T5"/>
                  </a:cxn>
                  <a:cxn ang="T33">
                    <a:pos x="T6" y="T7"/>
                  </a:cxn>
                  <a:cxn ang="T34">
                    <a:pos x="T8" y="T9"/>
                  </a:cxn>
                  <a:cxn ang="T35">
                    <a:pos x="T10" y="T11"/>
                  </a:cxn>
                  <a:cxn ang="T36">
                    <a:pos x="T12" y="T13"/>
                  </a:cxn>
                  <a:cxn ang="T37">
                    <a:pos x="T14" y="T15"/>
                  </a:cxn>
                  <a:cxn ang="T38">
                    <a:pos x="T16" y="T17"/>
                  </a:cxn>
                  <a:cxn ang="T39">
                    <a:pos x="T18" y="T19"/>
                  </a:cxn>
                  <a:cxn ang="T40">
                    <a:pos x="T20" y="T21"/>
                  </a:cxn>
                  <a:cxn ang="T41">
                    <a:pos x="T22" y="T23"/>
                  </a:cxn>
                  <a:cxn ang="T42">
                    <a:pos x="T24" y="T25"/>
                  </a:cxn>
                  <a:cxn ang="T43">
                    <a:pos x="T26" y="T27"/>
                  </a:cxn>
                  <a:cxn ang="T44">
                    <a:pos x="T28" y="T29"/>
                  </a:cxn>
                </a:cxnLst>
                <a:rect l="T45" t="T46" r="T47" b="T48"/>
                <a:pathLst>
                  <a:path w="113" h="57">
                    <a:moveTo>
                      <a:pt x="0" y="57"/>
                    </a:moveTo>
                    <a:lnTo>
                      <a:pt x="1" y="44"/>
                    </a:lnTo>
                    <a:lnTo>
                      <a:pt x="6" y="32"/>
                    </a:lnTo>
                    <a:lnTo>
                      <a:pt x="12" y="22"/>
                    </a:lnTo>
                    <a:lnTo>
                      <a:pt x="21" y="13"/>
                    </a:lnTo>
                    <a:lnTo>
                      <a:pt x="31" y="6"/>
                    </a:lnTo>
                    <a:lnTo>
                      <a:pt x="44" y="2"/>
                    </a:lnTo>
                    <a:lnTo>
                      <a:pt x="56" y="0"/>
                    </a:lnTo>
                    <a:lnTo>
                      <a:pt x="68" y="2"/>
                    </a:lnTo>
                    <a:lnTo>
                      <a:pt x="81" y="6"/>
                    </a:lnTo>
                    <a:lnTo>
                      <a:pt x="91" y="13"/>
                    </a:lnTo>
                    <a:lnTo>
                      <a:pt x="100" y="22"/>
                    </a:lnTo>
                    <a:lnTo>
                      <a:pt x="107" y="32"/>
                    </a:lnTo>
                    <a:lnTo>
                      <a:pt x="111" y="44"/>
                    </a:lnTo>
                    <a:lnTo>
                      <a:pt x="113" y="57"/>
                    </a:lnTo>
                  </a:path>
                </a:pathLst>
              </a:cu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864" name="Freeform 301">
                <a:extLst>
                  <a:ext uri="{FF2B5EF4-FFF2-40B4-BE49-F238E27FC236}">
                    <a16:creationId xmlns:a16="http://schemas.microsoft.com/office/drawing/2014/main" id="{40C9496C-01E8-E191-A0E6-0EB8C4F6DF7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37" y="2676"/>
                <a:ext cx="10" cy="19"/>
              </a:xfrm>
              <a:custGeom>
                <a:avLst/>
                <a:gdLst>
                  <a:gd name="T0" fmla="*/ 0 w 56"/>
                  <a:gd name="T1" fmla="*/ 0 h 113"/>
                  <a:gd name="T2" fmla="*/ 0 w 56"/>
                  <a:gd name="T3" fmla="*/ 0 h 113"/>
                  <a:gd name="T4" fmla="*/ 0 w 56"/>
                  <a:gd name="T5" fmla="*/ 0 h 113"/>
                  <a:gd name="T6" fmla="*/ 0 w 56"/>
                  <a:gd name="T7" fmla="*/ 0 h 113"/>
                  <a:gd name="T8" fmla="*/ 0 w 56"/>
                  <a:gd name="T9" fmla="*/ 0 h 113"/>
                  <a:gd name="T10" fmla="*/ 0 w 56"/>
                  <a:gd name="T11" fmla="*/ 0 h 113"/>
                  <a:gd name="T12" fmla="*/ 0 w 56"/>
                  <a:gd name="T13" fmla="*/ 0 h 113"/>
                  <a:gd name="T14" fmla="*/ 0 w 56"/>
                  <a:gd name="T15" fmla="*/ 0 h 113"/>
                  <a:gd name="T16" fmla="*/ 0 w 56"/>
                  <a:gd name="T17" fmla="*/ 0 h 113"/>
                  <a:gd name="T18" fmla="*/ 0 w 56"/>
                  <a:gd name="T19" fmla="*/ 0 h 113"/>
                  <a:gd name="T20" fmla="*/ 0 w 56"/>
                  <a:gd name="T21" fmla="*/ 0 h 113"/>
                  <a:gd name="T22" fmla="*/ 0 w 56"/>
                  <a:gd name="T23" fmla="*/ 0 h 113"/>
                  <a:gd name="T24" fmla="*/ 0 w 56"/>
                  <a:gd name="T25" fmla="*/ 0 h 113"/>
                  <a:gd name="T26" fmla="*/ 0 w 56"/>
                  <a:gd name="T27" fmla="*/ 0 h 113"/>
                  <a:gd name="T28" fmla="*/ 0 w 56"/>
                  <a:gd name="T29" fmla="*/ 0 h 113"/>
                  <a:gd name="T30" fmla="*/ 0 w 56"/>
                  <a:gd name="T31" fmla="*/ 0 h 113"/>
                  <a:gd name="T32" fmla="*/ 0 w 56"/>
                  <a:gd name="T33" fmla="*/ 0 h 113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w 56"/>
                  <a:gd name="T52" fmla="*/ 0 h 113"/>
                  <a:gd name="T53" fmla="*/ 56 w 56"/>
                  <a:gd name="T54" fmla="*/ 113 h 113"/>
                </a:gdLst>
                <a:ahLst/>
                <a:cxnLst>
                  <a:cxn ang="T34">
                    <a:pos x="T0" y="T1"/>
                  </a:cxn>
                  <a:cxn ang="T35">
                    <a:pos x="T2" y="T3"/>
                  </a:cxn>
                  <a:cxn ang="T36">
                    <a:pos x="T4" y="T5"/>
                  </a:cxn>
                  <a:cxn ang="T37">
                    <a:pos x="T6" y="T7"/>
                  </a:cxn>
                  <a:cxn ang="T38">
                    <a:pos x="T8" y="T9"/>
                  </a:cxn>
                  <a:cxn ang="T39">
                    <a:pos x="T10" y="T11"/>
                  </a:cxn>
                  <a:cxn ang="T40">
                    <a:pos x="T12" y="T13"/>
                  </a:cxn>
                  <a:cxn ang="T41">
                    <a:pos x="T14" y="T15"/>
                  </a:cxn>
                  <a:cxn ang="T42">
                    <a:pos x="T16" y="T17"/>
                  </a:cxn>
                  <a:cxn ang="T43">
                    <a:pos x="T18" y="T19"/>
                  </a:cxn>
                  <a:cxn ang="T44">
                    <a:pos x="T20" y="T21"/>
                  </a:cxn>
                  <a:cxn ang="T45">
                    <a:pos x="T22" y="T23"/>
                  </a:cxn>
                  <a:cxn ang="T46">
                    <a:pos x="T24" y="T25"/>
                  </a:cxn>
                  <a:cxn ang="T47">
                    <a:pos x="T26" y="T27"/>
                  </a:cxn>
                  <a:cxn ang="T48">
                    <a:pos x="T28" y="T29"/>
                  </a:cxn>
                  <a:cxn ang="T49">
                    <a:pos x="T30" y="T31"/>
                  </a:cxn>
                  <a:cxn ang="T50">
                    <a:pos x="T32" y="T33"/>
                  </a:cxn>
                </a:cxnLst>
                <a:rect l="T51" t="T52" r="T53" b="T54"/>
                <a:pathLst>
                  <a:path w="56" h="113">
                    <a:moveTo>
                      <a:pt x="56" y="57"/>
                    </a:moveTo>
                    <a:lnTo>
                      <a:pt x="56" y="113"/>
                    </a:lnTo>
                    <a:lnTo>
                      <a:pt x="43" y="112"/>
                    </a:lnTo>
                    <a:lnTo>
                      <a:pt x="31" y="108"/>
                    </a:lnTo>
                    <a:lnTo>
                      <a:pt x="21" y="101"/>
                    </a:lnTo>
                    <a:lnTo>
                      <a:pt x="12" y="92"/>
                    </a:lnTo>
                    <a:lnTo>
                      <a:pt x="5" y="82"/>
                    </a:lnTo>
                    <a:lnTo>
                      <a:pt x="1" y="70"/>
                    </a:lnTo>
                    <a:lnTo>
                      <a:pt x="0" y="57"/>
                    </a:lnTo>
                    <a:lnTo>
                      <a:pt x="1" y="45"/>
                    </a:lnTo>
                    <a:lnTo>
                      <a:pt x="5" y="32"/>
                    </a:lnTo>
                    <a:lnTo>
                      <a:pt x="12" y="22"/>
                    </a:lnTo>
                    <a:lnTo>
                      <a:pt x="21" y="13"/>
                    </a:lnTo>
                    <a:lnTo>
                      <a:pt x="31" y="7"/>
                    </a:lnTo>
                    <a:lnTo>
                      <a:pt x="43" y="2"/>
                    </a:lnTo>
                    <a:lnTo>
                      <a:pt x="56" y="0"/>
                    </a:lnTo>
                    <a:lnTo>
                      <a:pt x="56" y="57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865" name="Freeform 302">
                <a:extLst>
                  <a:ext uri="{FF2B5EF4-FFF2-40B4-BE49-F238E27FC236}">
                    <a16:creationId xmlns:a16="http://schemas.microsoft.com/office/drawing/2014/main" id="{AB8B5568-3DE8-F7A2-B0BA-B2E52217C51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37" y="2676"/>
                <a:ext cx="10" cy="19"/>
              </a:xfrm>
              <a:custGeom>
                <a:avLst/>
                <a:gdLst>
                  <a:gd name="T0" fmla="*/ 0 w 56"/>
                  <a:gd name="T1" fmla="*/ 0 h 113"/>
                  <a:gd name="T2" fmla="*/ 0 w 56"/>
                  <a:gd name="T3" fmla="*/ 0 h 113"/>
                  <a:gd name="T4" fmla="*/ 0 w 56"/>
                  <a:gd name="T5" fmla="*/ 0 h 113"/>
                  <a:gd name="T6" fmla="*/ 0 w 56"/>
                  <a:gd name="T7" fmla="*/ 0 h 113"/>
                  <a:gd name="T8" fmla="*/ 0 w 56"/>
                  <a:gd name="T9" fmla="*/ 0 h 113"/>
                  <a:gd name="T10" fmla="*/ 0 w 56"/>
                  <a:gd name="T11" fmla="*/ 0 h 113"/>
                  <a:gd name="T12" fmla="*/ 0 w 56"/>
                  <a:gd name="T13" fmla="*/ 0 h 113"/>
                  <a:gd name="T14" fmla="*/ 0 w 56"/>
                  <a:gd name="T15" fmla="*/ 0 h 113"/>
                  <a:gd name="T16" fmla="*/ 0 w 56"/>
                  <a:gd name="T17" fmla="*/ 0 h 113"/>
                  <a:gd name="T18" fmla="*/ 0 w 56"/>
                  <a:gd name="T19" fmla="*/ 0 h 113"/>
                  <a:gd name="T20" fmla="*/ 0 w 56"/>
                  <a:gd name="T21" fmla="*/ 0 h 113"/>
                  <a:gd name="T22" fmla="*/ 0 w 56"/>
                  <a:gd name="T23" fmla="*/ 0 h 113"/>
                  <a:gd name="T24" fmla="*/ 0 w 56"/>
                  <a:gd name="T25" fmla="*/ 0 h 113"/>
                  <a:gd name="T26" fmla="*/ 0 w 56"/>
                  <a:gd name="T27" fmla="*/ 0 h 113"/>
                  <a:gd name="T28" fmla="*/ 0 w 56"/>
                  <a:gd name="T29" fmla="*/ 0 h 113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w 56"/>
                  <a:gd name="T46" fmla="*/ 0 h 113"/>
                  <a:gd name="T47" fmla="*/ 56 w 56"/>
                  <a:gd name="T48" fmla="*/ 113 h 113"/>
                </a:gdLst>
                <a:ahLst/>
                <a:cxnLst>
                  <a:cxn ang="T30">
                    <a:pos x="T0" y="T1"/>
                  </a:cxn>
                  <a:cxn ang="T31">
                    <a:pos x="T2" y="T3"/>
                  </a:cxn>
                  <a:cxn ang="T32">
                    <a:pos x="T4" y="T5"/>
                  </a:cxn>
                  <a:cxn ang="T33">
                    <a:pos x="T6" y="T7"/>
                  </a:cxn>
                  <a:cxn ang="T34">
                    <a:pos x="T8" y="T9"/>
                  </a:cxn>
                  <a:cxn ang="T35">
                    <a:pos x="T10" y="T11"/>
                  </a:cxn>
                  <a:cxn ang="T36">
                    <a:pos x="T12" y="T13"/>
                  </a:cxn>
                  <a:cxn ang="T37">
                    <a:pos x="T14" y="T15"/>
                  </a:cxn>
                  <a:cxn ang="T38">
                    <a:pos x="T16" y="T17"/>
                  </a:cxn>
                  <a:cxn ang="T39">
                    <a:pos x="T18" y="T19"/>
                  </a:cxn>
                  <a:cxn ang="T40">
                    <a:pos x="T20" y="T21"/>
                  </a:cxn>
                  <a:cxn ang="T41">
                    <a:pos x="T22" y="T23"/>
                  </a:cxn>
                  <a:cxn ang="T42">
                    <a:pos x="T24" y="T25"/>
                  </a:cxn>
                  <a:cxn ang="T43">
                    <a:pos x="T26" y="T27"/>
                  </a:cxn>
                  <a:cxn ang="T44">
                    <a:pos x="T28" y="T29"/>
                  </a:cxn>
                </a:cxnLst>
                <a:rect l="T45" t="T46" r="T47" b="T48"/>
                <a:pathLst>
                  <a:path w="56" h="113">
                    <a:moveTo>
                      <a:pt x="56" y="113"/>
                    </a:moveTo>
                    <a:lnTo>
                      <a:pt x="43" y="112"/>
                    </a:lnTo>
                    <a:lnTo>
                      <a:pt x="31" y="108"/>
                    </a:lnTo>
                    <a:lnTo>
                      <a:pt x="21" y="101"/>
                    </a:lnTo>
                    <a:lnTo>
                      <a:pt x="12" y="92"/>
                    </a:lnTo>
                    <a:lnTo>
                      <a:pt x="5" y="82"/>
                    </a:lnTo>
                    <a:lnTo>
                      <a:pt x="1" y="70"/>
                    </a:lnTo>
                    <a:lnTo>
                      <a:pt x="0" y="57"/>
                    </a:lnTo>
                    <a:lnTo>
                      <a:pt x="1" y="45"/>
                    </a:lnTo>
                    <a:lnTo>
                      <a:pt x="5" y="32"/>
                    </a:lnTo>
                    <a:lnTo>
                      <a:pt x="12" y="22"/>
                    </a:lnTo>
                    <a:lnTo>
                      <a:pt x="21" y="13"/>
                    </a:lnTo>
                    <a:lnTo>
                      <a:pt x="31" y="7"/>
                    </a:lnTo>
                    <a:lnTo>
                      <a:pt x="43" y="2"/>
                    </a:lnTo>
                    <a:lnTo>
                      <a:pt x="56" y="0"/>
                    </a:lnTo>
                  </a:path>
                </a:pathLst>
              </a:cu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866" name="Freeform 303">
                <a:extLst>
                  <a:ext uri="{FF2B5EF4-FFF2-40B4-BE49-F238E27FC236}">
                    <a16:creationId xmlns:a16="http://schemas.microsoft.com/office/drawing/2014/main" id="{50CA9191-E2EA-460C-0CB6-BC62785FB1E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47" y="2676"/>
                <a:ext cx="157" cy="19"/>
              </a:xfrm>
              <a:custGeom>
                <a:avLst/>
                <a:gdLst>
                  <a:gd name="T0" fmla="*/ 0 w 929"/>
                  <a:gd name="T1" fmla="*/ 0 h 113"/>
                  <a:gd name="T2" fmla="*/ 0 w 929"/>
                  <a:gd name="T3" fmla="*/ 0 h 113"/>
                  <a:gd name="T4" fmla="*/ 0 w 929"/>
                  <a:gd name="T5" fmla="*/ 0 h 113"/>
                  <a:gd name="T6" fmla="*/ 0 w 929"/>
                  <a:gd name="T7" fmla="*/ 0 h 113"/>
                  <a:gd name="T8" fmla="*/ 0 w 929"/>
                  <a:gd name="T9" fmla="*/ 0 h 113"/>
                  <a:gd name="T10" fmla="*/ 0 w 929"/>
                  <a:gd name="T11" fmla="*/ 0 h 113"/>
                  <a:gd name="T12" fmla="*/ 0 w 929"/>
                  <a:gd name="T13" fmla="*/ 0 h 113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929"/>
                  <a:gd name="T22" fmla="*/ 0 h 113"/>
                  <a:gd name="T23" fmla="*/ 929 w 929"/>
                  <a:gd name="T24" fmla="*/ 113 h 113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929" h="113">
                    <a:moveTo>
                      <a:pt x="0" y="0"/>
                    </a:moveTo>
                    <a:lnTo>
                      <a:pt x="0" y="57"/>
                    </a:lnTo>
                    <a:lnTo>
                      <a:pt x="0" y="113"/>
                    </a:lnTo>
                    <a:lnTo>
                      <a:pt x="929" y="113"/>
                    </a:lnTo>
                    <a:lnTo>
                      <a:pt x="929" y="57"/>
                    </a:lnTo>
                    <a:lnTo>
                      <a:pt x="929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867" name="Freeform 304">
                <a:extLst>
                  <a:ext uri="{FF2B5EF4-FFF2-40B4-BE49-F238E27FC236}">
                    <a16:creationId xmlns:a16="http://schemas.microsoft.com/office/drawing/2014/main" id="{5BBF0A94-4D89-9ABE-FEDC-2C337864ED5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47" y="2676"/>
                <a:ext cx="157" cy="19"/>
              </a:xfrm>
              <a:custGeom>
                <a:avLst/>
                <a:gdLst>
                  <a:gd name="T0" fmla="*/ 0 w 929"/>
                  <a:gd name="T1" fmla="*/ 0 h 113"/>
                  <a:gd name="T2" fmla="*/ 0 w 929"/>
                  <a:gd name="T3" fmla="*/ 0 h 113"/>
                  <a:gd name="T4" fmla="*/ 0 w 929"/>
                  <a:gd name="T5" fmla="*/ 0 h 113"/>
                  <a:gd name="T6" fmla="*/ 0 w 929"/>
                  <a:gd name="T7" fmla="*/ 0 h 113"/>
                  <a:gd name="T8" fmla="*/ 0 w 929"/>
                  <a:gd name="T9" fmla="*/ 0 h 113"/>
                  <a:gd name="T10" fmla="*/ 0 w 929"/>
                  <a:gd name="T11" fmla="*/ 0 h 113"/>
                  <a:gd name="T12" fmla="*/ 0 w 929"/>
                  <a:gd name="T13" fmla="*/ 0 h 113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929"/>
                  <a:gd name="T22" fmla="*/ 0 h 113"/>
                  <a:gd name="T23" fmla="*/ 929 w 929"/>
                  <a:gd name="T24" fmla="*/ 113 h 113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929" h="113">
                    <a:moveTo>
                      <a:pt x="0" y="0"/>
                    </a:moveTo>
                    <a:lnTo>
                      <a:pt x="0" y="57"/>
                    </a:lnTo>
                    <a:lnTo>
                      <a:pt x="0" y="113"/>
                    </a:lnTo>
                    <a:lnTo>
                      <a:pt x="929" y="113"/>
                    </a:lnTo>
                    <a:lnTo>
                      <a:pt x="929" y="57"/>
                    </a:lnTo>
                    <a:lnTo>
                      <a:pt x="929" y="0"/>
                    </a:lnTo>
                    <a:lnTo>
                      <a:pt x="0" y="0"/>
                    </a:lnTo>
                    <a:close/>
                  </a:path>
                </a:pathLst>
              </a:cu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868" name="Freeform 305">
                <a:extLst>
                  <a:ext uri="{FF2B5EF4-FFF2-40B4-BE49-F238E27FC236}">
                    <a16:creationId xmlns:a16="http://schemas.microsoft.com/office/drawing/2014/main" id="{FD7BA5F6-5A72-6C92-7951-933E9CC45A0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004" y="2676"/>
                <a:ext cx="9" cy="19"/>
              </a:xfrm>
              <a:custGeom>
                <a:avLst/>
                <a:gdLst>
                  <a:gd name="T0" fmla="*/ 0 w 57"/>
                  <a:gd name="T1" fmla="*/ 0 h 113"/>
                  <a:gd name="T2" fmla="*/ 0 w 57"/>
                  <a:gd name="T3" fmla="*/ 0 h 113"/>
                  <a:gd name="T4" fmla="*/ 0 w 57"/>
                  <a:gd name="T5" fmla="*/ 0 h 113"/>
                  <a:gd name="T6" fmla="*/ 0 w 57"/>
                  <a:gd name="T7" fmla="*/ 0 h 113"/>
                  <a:gd name="T8" fmla="*/ 0 w 57"/>
                  <a:gd name="T9" fmla="*/ 0 h 113"/>
                  <a:gd name="T10" fmla="*/ 0 w 57"/>
                  <a:gd name="T11" fmla="*/ 0 h 113"/>
                  <a:gd name="T12" fmla="*/ 0 w 57"/>
                  <a:gd name="T13" fmla="*/ 0 h 113"/>
                  <a:gd name="T14" fmla="*/ 0 w 57"/>
                  <a:gd name="T15" fmla="*/ 0 h 113"/>
                  <a:gd name="T16" fmla="*/ 0 w 57"/>
                  <a:gd name="T17" fmla="*/ 0 h 113"/>
                  <a:gd name="T18" fmla="*/ 0 w 57"/>
                  <a:gd name="T19" fmla="*/ 0 h 113"/>
                  <a:gd name="T20" fmla="*/ 0 w 57"/>
                  <a:gd name="T21" fmla="*/ 0 h 113"/>
                  <a:gd name="T22" fmla="*/ 0 w 57"/>
                  <a:gd name="T23" fmla="*/ 0 h 113"/>
                  <a:gd name="T24" fmla="*/ 0 w 57"/>
                  <a:gd name="T25" fmla="*/ 0 h 113"/>
                  <a:gd name="T26" fmla="*/ 0 w 57"/>
                  <a:gd name="T27" fmla="*/ 0 h 113"/>
                  <a:gd name="T28" fmla="*/ 0 w 57"/>
                  <a:gd name="T29" fmla="*/ 0 h 113"/>
                  <a:gd name="T30" fmla="*/ 0 w 57"/>
                  <a:gd name="T31" fmla="*/ 0 h 113"/>
                  <a:gd name="T32" fmla="*/ 0 w 57"/>
                  <a:gd name="T33" fmla="*/ 0 h 113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w 57"/>
                  <a:gd name="T52" fmla="*/ 0 h 113"/>
                  <a:gd name="T53" fmla="*/ 57 w 57"/>
                  <a:gd name="T54" fmla="*/ 113 h 113"/>
                </a:gdLst>
                <a:ahLst/>
                <a:cxnLst>
                  <a:cxn ang="T34">
                    <a:pos x="T0" y="T1"/>
                  </a:cxn>
                  <a:cxn ang="T35">
                    <a:pos x="T2" y="T3"/>
                  </a:cxn>
                  <a:cxn ang="T36">
                    <a:pos x="T4" y="T5"/>
                  </a:cxn>
                  <a:cxn ang="T37">
                    <a:pos x="T6" y="T7"/>
                  </a:cxn>
                  <a:cxn ang="T38">
                    <a:pos x="T8" y="T9"/>
                  </a:cxn>
                  <a:cxn ang="T39">
                    <a:pos x="T10" y="T11"/>
                  </a:cxn>
                  <a:cxn ang="T40">
                    <a:pos x="T12" y="T13"/>
                  </a:cxn>
                  <a:cxn ang="T41">
                    <a:pos x="T14" y="T15"/>
                  </a:cxn>
                  <a:cxn ang="T42">
                    <a:pos x="T16" y="T17"/>
                  </a:cxn>
                  <a:cxn ang="T43">
                    <a:pos x="T18" y="T19"/>
                  </a:cxn>
                  <a:cxn ang="T44">
                    <a:pos x="T20" y="T21"/>
                  </a:cxn>
                  <a:cxn ang="T45">
                    <a:pos x="T22" y="T23"/>
                  </a:cxn>
                  <a:cxn ang="T46">
                    <a:pos x="T24" y="T25"/>
                  </a:cxn>
                  <a:cxn ang="T47">
                    <a:pos x="T26" y="T27"/>
                  </a:cxn>
                  <a:cxn ang="T48">
                    <a:pos x="T28" y="T29"/>
                  </a:cxn>
                  <a:cxn ang="T49">
                    <a:pos x="T30" y="T31"/>
                  </a:cxn>
                  <a:cxn ang="T50">
                    <a:pos x="T32" y="T33"/>
                  </a:cxn>
                </a:cxnLst>
                <a:rect l="T51" t="T52" r="T53" b="T54"/>
                <a:pathLst>
                  <a:path w="57" h="113">
                    <a:moveTo>
                      <a:pt x="0" y="57"/>
                    </a:moveTo>
                    <a:lnTo>
                      <a:pt x="0" y="0"/>
                    </a:lnTo>
                    <a:lnTo>
                      <a:pt x="12" y="2"/>
                    </a:lnTo>
                    <a:lnTo>
                      <a:pt x="25" y="7"/>
                    </a:lnTo>
                    <a:lnTo>
                      <a:pt x="35" y="13"/>
                    </a:lnTo>
                    <a:lnTo>
                      <a:pt x="44" y="22"/>
                    </a:lnTo>
                    <a:lnTo>
                      <a:pt x="51" y="32"/>
                    </a:lnTo>
                    <a:lnTo>
                      <a:pt x="55" y="45"/>
                    </a:lnTo>
                    <a:lnTo>
                      <a:pt x="57" y="57"/>
                    </a:lnTo>
                    <a:lnTo>
                      <a:pt x="55" y="70"/>
                    </a:lnTo>
                    <a:lnTo>
                      <a:pt x="51" y="82"/>
                    </a:lnTo>
                    <a:lnTo>
                      <a:pt x="44" y="92"/>
                    </a:lnTo>
                    <a:lnTo>
                      <a:pt x="35" y="101"/>
                    </a:lnTo>
                    <a:lnTo>
                      <a:pt x="25" y="108"/>
                    </a:lnTo>
                    <a:lnTo>
                      <a:pt x="12" y="112"/>
                    </a:lnTo>
                    <a:lnTo>
                      <a:pt x="0" y="113"/>
                    </a:lnTo>
                    <a:lnTo>
                      <a:pt x="0" y="57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869" name="Freeform 306">
                <a:extLst>
                  <a:ext uri="{FF2B5EF4-FFF2-40B4-BE49-F238E27FC236}">
                    <a16:creationId xmlns:a16="http://schemas.microsoft.com/office/drawing/2014/main" id="{91FDACFA-EEC3-EC38-4003-665CC294A13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004" y="2676"/>
                <a:ext cx="9" cy="19"/>
              </a:xfrm>
              <a:custGeom>
                <a:avLst/>
                <a:gdLst>
                  <a:gd name="T0" fmla="*/ 0 w 57"/>
                  <a:gd name="T1" fmla="*/ 0 h 113"/>
                  <a:gd name="T2" fmla="*/ 0 w 57"/>
                  <a:gd name="T3" fmla="*/ 0 h 113"/>
                  <a:gd name="T4" fmla="*/ 0 w 57"/>
                  <a:gd name="T5" fmla="*/ 0 h 113"/>
                  <a:gd name="T6" fmla="*/ 0 w 57"/>
                  <a:gd name="T7" fmla="*/ 0 h 113"/>
                  <a:gd name="T8" fmla="*/ 0 w 57"/>
                  <a:gd name="T9" fmla="*/ 0 h 113"/>
                  <a:gd name="T10" fmla="*/ 0 w 57"/>
                  <a:gd name="T11" fmla="*/ 0 h 113"/>
                  <a:gd name="T12" fmla="*/ 0 w 57"/>
                  <a:gd name="T13" fmla="*/ 0 h 113"/>
                  <a:gd name="T14" fmla="*/ 0 w 57"/>
                  <a:gd name="T15" fmla="*/ 0 h 113"/>
                  <a:gd name="T16" fmla="*/ 0 w 57"/>
                  <a:gd name="T17" fmla="*/ 0 h 113"/>
                  <a:gd name="T18" fmla="*/ 0 w 57"/>
                  <a:gd name="T19" fmla="*/ 0 h 113"/>
                  <a:gd name="T20" fmla="*/ 0 w 57"/>
                  <a:gd name="T21" fmla="*/ 0 h 113"/>
                  <a:gd name="T22" fmla="*/ 0 w 57"/>
                  <a:gd name="T23" fmla="*/ 0 h 113"/>
                  <a:gd name="T24" fmla="*/ 0 w 57"/>
                  <a:gd name="T25" fmla="*/ 0 h 113"/>
                  <a:gd name="T26" fmla="*/ 0 w 57"/>
                  <a:gd name="T27" fmla="*/ 0 h 113"/>
                  <a:gd name="T28" fmla="*/ 0 w 57"/>
                  <a:gd name="T29" fmla="*/ 0 h 113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w 57"/>
                  <a:gd name="T46" fmla="*/ 0 h 113"/>
                  <a:gd name="T47" fmla="*/ 57 w 57"/>
                  <a:gd name="T48" fmla="*/ 113 h 113"/>
                </a:gdLst>
                <a:ahLst/>
                <a:cxnLst>
                  <a:cxn ang="T30">
                    <a:pos x="T0" y="T1"/>
                  </a:cxn>
                  <a:cxn ang="T31">
                    <a:pos x="T2" y="T3"/>
                  </a:cxn>
                  <a:cxn ang="T32">
                    <a:pos x="T4" y="T5"/>
                  </a:cxn>
                  <a:cxn ang="T33">
                    <a:pos x="T6" y="T7"/>
                  </a:cxn>
                  <a:cxn ang="T34">
                    <a:pos x="T8" y="T9"/>
                  </a:cxn>
                  <a:cxn ang="T35">
                    <a:pos x="T10" y="T11"/>
                  </a:cxn>
                  <a:cxn ang="T36">
                    <a:pos x="T12" y="T13"/>
                  </a:cxn>
                  <a:cxn ang="T37">
                    <a:pos x="T14" y="T15"/>
                  </a:cxn>
                  <a:cxn ang="T38">
                    <a:pos x="T16" y="T17"/>
                  </a:cxn>
                  <a:cxn ang="T39">
                    <a:pos x="T18" y="T19"/>
                  </a:cxn>
                  <a:cxn ang="T40">
                    <a:pos x="T20" y="T21"/>
                  </a:cxn>
                  <a:cxn ang="T41">
                    <a:pos x="T22" y="T23"/>
                  </a:cxn>
                  <a:cxn ang="T42">
                    <a:pos x="T24" y="T25"/>
                  </a:cxn>
                  <a:cxn ang="T43">
                    <a:pos x="T26" y="T27"/>
                  </a:cxn>
                  <a:cxn ang="T44">
                    <a:pos x="T28" y="T29"/>
                  </a:cxn>
                </a:cxnLst>
                <a:rect l="T45" t="T46" r="T47" b="T48"/>
                <a:pathLst>
                  <a:path w="57" h="113">
                    <a:moveTo>
                      <a:pt x="0" y="0"/>
                    </a:moveTo>
                    <a:lnTo>
                      <a:pt x="12" y="2"/>
                    </a:lnTo>
                    <a:lnTo>
                      <a:pt x="25" y="7"/>
                    </a:lnTo>
                    <a:lnTo>
                      <a:pt x="35" y="13"/>
                    </a:lnTo>
                    <a:lnTo>
                      <a:pt x="44" y="22"/>
                    </a:lnTo>
                    <a:lnTo>
                      <a:pt x="51" y="32"/>
                    </a:lnTo>
                    <a:lnTo>
                      <a:pt x="55" y="45"/>
                    </a:lnTo>
                    <a:lnTo>
                      <a:pt x="57" y="57"/>
                    </a:lnTo>
                    <a:lnTo>
                      <a:pt x="55" y="70"/>
                    </a:lnTo>
                    <a:lnTo>
                      <a:pt x="51" y="82"/>
                    </a:lnTo>
                    <a:lnTo>
                      <a:pt x="44" y="92"/>
                    </a:lnTo>
                    <a:lnTo>
                      <a:pt x="35" y="101"/>
                    </a:lnTo>
                    <a:lnTo>
                      <a:pt x="25" y="108"/>
                    </a:lnTo>
                    <a:lnTo>
                      <a:pt x="12" y="112"/>
                    </a:lnTo>
                    <a:lnTo>
                      <a:pt x="0" y="113"/>
                    </a:lnTo>
                  </a:path>
                </a:pathLst>
              </a:cu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870" name="Freeform 307">
                <a:extLst>
                  <a:ext uri="{FF2B5EF4-FFF2-40B4-BE49-F238E27FC236}">
                    <a16:creationId xmlns:a16="http://schemas.microsoft.com/office/drawing/2014/main" id="{06A6AD5D-B0B6-3738-B10F-2EE66DFC587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729" y="2116"/>
                <a:ext cx="9" cy="19"/>
              </a:xfrm>
              <a:custGeom>
                <a:avLst/>
                <a:gdLst>
                  <a:gd name="T0" fmla="*/ 0 w 57"/>
                  <a:gd name="T1" fmla="*/ 0 h 113"/>
                  <a:gd name="T2" fmla="*/ 0 w 57"/>
                  <a:gd name="T3" fmla="*/ 0 h 113"/>
                  <a:gd name="T4" fmla="*/ 0 w 57"/>
                  <a:gd name="T5" fmla="*/ 0 h 113"/>
                  <a:gd name="T6" fmla="*/ 0 w 57"/>
                  <a:gd name="T7" fmla="*/ 0 h 113"/>
                  <a:gd name="T8" fmla="*/ 0 w 57"/>
                  <a:gd name="T9" fmla="*/ 0 h 113"/>
                  <a:gd name="T10" fmla="*/ 0 w 57"/>
                  <a:gd name="T11" fmla="*/ 0 h 113"/>
                  <a:gd name="T12" fmla="*/ 0 w 57"/>
                  <a:gd name="T13" fmla="*/ 0 h 113"/>
                  <a:gd name="T14" fmla="*/ 0 w 57"/>
                  <a:gd name="T15" fmla="*/ 0 h 113"/>
                  <a:gd name="T16" fmla="*/ 0 w 57"/>
                  <a:gd name="T17" fmla="*/ 0 h 113"/>
                  <a:gd name="T18" fmla="*/ 0 w 57"/>
                  <a:gd name="T19" fmla="*/ 0 h 113"/>
                  <a:gd name="T20" fmla="*/ 0 w 57"/>
                  <a:gd name="T21" fmla="*/ 0 h 113"/>
                  <a:gd name="T22" fmla="*/ 0 w 57"/>
                  <a:gd name="T23" fmla="*/ 0 h 113"/>
                  <a:gd name="T24" fmla="*/ 0 w 57"/>
                  <a:gd name="T25" fmla="*/ 0 h 113"/>
                  <a:gd name="T26" fmla="*/ 0 w 57"/>
                  <a:gd name="T27" fmla="*/ 0 h 113"/>
                  <a:gd name="T28" fmla="*/ 0 w 57"/>
                  <a:gd name="T29" fmla="*/ 0 h 113"/>
                  <a:gd name="T30" fmla="*/ 0 w 57"/>
                  <a:gd name="T31" fmla="*/ 0 h 113"/>
                  <a:gd name="T32" fmla="*/ 0 w 57"/>
                  <a:gd name="T33" fmla="*/ 0 h 113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w 57"/>
                  <a:gd name="T52" fmla="*/ 0 h 113"/>
                  <a:gd name="T53" fmla="*/ 57 w 57"/>
                  <a:gd name="T54" fmla="*/ 113 h 113"/>
                </a:gdLst>
                <a:ahLst/>
                <a:cxnLst>
                  <a:cxn ang="T34">
                    <a:pos x="T0" y="T1"/>
                  </a:cxn>
                  <a:cxn ang="T35">
                    <a:pos x="T2" y="T3"/>
                  </a:cxn>
                  <a:cxn ang="T36">
                    <a:pos x="T4" y="T5"/>
                  </a:cxn>
                  <a:cxn ang="T37">
                    <a:pos x="T6" y="T7"/>
                  </a:cxn>
                  <a:cxn ang="T38">
                    <a:pos x="T8" y="T9"/>
                  </a:cxn>
                  <a:cxn ang="T39">
                    <a:pos x="T10" y="T11"/>
                  </a:cxn>
                  <a:cxn ang="T40">
                    <a:pos x="T12" y="T13"/>
                  </a:cxn>
                  <a:cxn ang="T41">
                    <a:pos x="T14" y="T15"/>
                  </a:cxn>
                  <a:cxn ang="T42">
                    <a:pos x="T16" y="T17"/>
                  </a:cxn>
                  <a:cxn ang="T43">
                    <a:pos x="T18" y="T19"/>
                  </a:cxn>
                  <a:cxn ang="T44">
                    <a:pos x="T20" y="T21"/>
                  </a:cxn>
                  <a:cxn ang="T45">
                    <a:pos x="T22" y="T23"/>
                  </a:cxn>
                  <a:cxn ang="T46">
                    <a:pos x="T24" y="T25"/>
                  </a:cxn>
                  <a:cxn ang="T47">
                    <a:pos x="T26" y="T27"/>
                  </a:cxn>
                  <a:cxn ang="T48">
                    <a:pos x="T28" y="T29"/>
                  </a:cxn>
                  <a:cxn ang="T49">
                    <a:pos x="T30" y="T31"/>
                  </a:cxn>
                  <a:cxn ang="T50">
                    <a:pos x="T32" y="T33"/>
                  </a:cxn>
                </a:cxnLst>
                <a:rect l="T51" t="T52" r="T53" b="T54"/>
                <a:pathLst>
                  <a:path w="57" h="113">
                    <a:moveTo>
                      <a:pt x="0" y="57"/>
                    </a:moveTo>
                    <a:lnTo>
                      <a:pt x="0" y="0"/>
                    </a:lnTo>
                    <a:lnTo>
                      <a:pt x="12" y="2"/>
                    </a:lnTo>
                    <a:lnTo>
                      <a:pt x="24" y="6"/>
                    </a:lnTo>
                    <a:lnTo>
                      <a:pt x="34" y="13"/>
                    </a:lnTo>
                    <a:lnTo>
                      <a:pt x="43" y="22"/>
                    </a:lnTo>
                    <a:lnTo>
                      <a:pt x="50" y="32"/>
                    </a:lnTo>
                    <a:lnTo>
                      <a:pt x="55" y="44"/>
                    </a:lnTo>
                    <a:lnTo>
                      <a:pt x="57" y="57"/>
                    </a:lnTo>
                    <a:lnTo>
                      <a:pt x="55" y="69"/>
                    </a:lnTo>
                    <a:lnTo>
                      <a:pt x="50" y="81"/>
                    </a:lnTo>
                    <a:lnTo>
                      <a:pt x="43" y="92"/>
                    </a:lnTo>
                    <a:lnTo>
                      <a:pt x="34" y="101"/>
                    </a:lnTo>
                    <a:lnTo>
                      <a:pt x="24" y="107"/>
                    </a:lnTo>
                    <a:lnTo>
                      <a:pt x="12" y="112"/>
                    </a:lnTo>
                    <a:lnTo>
                      <a:pt x="0" y="113"/>
                    </a:lnTo>
                    <a:lnTo>
                      <a:pt x="0" y="57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871" name="Freeform 308">
                <a:extLst>
                  <a:ext uri="{FF2B5EF4-FFF2-40B4-BE49-F238E27FC236}">
                    <a16:creationId xmlns:a16="http://schemas.microsoft.com/office/drawing/2014/main" id="{BFE995D2-C8D0-CBAF-04F2-B5C6058DCB7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729" y="2116"/>
                <a:ext cx="9" cy="19"/>
              </a:xfrm>
              <a:custGeom>
                <a:avLst/>
                <a:gdLst>
                  <a:gd name="T0" fmla="*/ 0 w 57"/>
                  <a:gd name="T1" fmla="*/ 0 h 113"/>
                  <a:gd name="T2" fmla="*/ 0 w 57"/>
                  <a:gd name="T3" fmla="*/ 0 h 113"/>
                  <a:gd name="T4" fmla="*/ 0 w 57"/>
                  <a:gd name="T5" fmla="*/ 0 h 113"/>
                  <a:gd name="T6" fmla="*/ 0 w 57"/>
                  <a:gd name="T7" fmla="*/ 0 h 113"/>
                  <a:gd name="T8" fmla="*/ 0 w 57"/>
                  <a:gd name="T9" fmla="*/ 0 h 113"/>
                  <a:gd name="T10" fmla="*/ 0 w 57"/>
                  <a:gd name="T11" fmla="*/ 0 h 113"/>
                  <a:gd name="T12" fmla="*/ 0 w 57"/>
                  <a:gd name="T13" fmla="*/ 0 h 113"/>
                  <a:gd name="T14" fmla="*/ 0 w 57"/>
                  <a:gd name="T15" fmla="*/ 0 h 113"/>
                  <a:gd name="T16" fmla="*/ 0 w 57"/>
                  <a:gd name="T17" fmla="*/ 0 h 113"/>
                  <a:gd name="T18" fmla="*/ 0 w 57"/>
                  <a:gd name="T19" fmla="*/ 0 h 113"/>
                  <a:gd name="T20" fmla="*/ 0 w 57"/>
                  <a:gd name="T21" fmla="*/ 0 h 113"/>
                  <a:gd name="T22" fmla="*/ 0 w 57"/>
                  <a:gd name="T23" fmla="*/ 0 h 113"/>
                  <a:gd name="T24" fmla="*/ 0 w 57"/>
                  <a:gd name="T25" fmla="*/ 0 h 113"/>
                  <a:gd name="T26" fmla="*/ 0 w 57"/>
                  <a:gd name="T27" fmla="*/ 0 h 113"/>
                  <a:gd name="T28" fmla="*/ 0 w 57"/>
                  <a:gd name="T29" fmla="*/ 0 h 113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w 57"/>
                  <a:gd name="T46" fmla="*/ 0 h 113"/>
                  <a:gd name="T47" fmla="*/ 57 w 57"/>
                  <a:gd name="T48" fmla="*/ 113 h 113"/>
                </a:gdLst>
                <a:ahLst/>
                <a:cxnLst>
                  <a:cxn ang="T30">
                    <a:pos x="T0" y="T1"/>
                  </a:cxn>
                  <a:cxn ang="T31">
                    <a:pos x="T2" y="T3"/>
                  </a:cxn>
                  <a:cxn ang="T32">
                    <a:pos x="T4" y="T5"/>
                  </a:cxn>
                  <a:cxn ang="T33">
                    <a:pos x="T6" y="T7"/>
                  </a:cxn>
                  <a:cxn ang="T34">
                    <a:pos x="T8" y="T9"/>
                  </a:cxn>
                  <a:cxn ang="T35">
                    <a:pos x="T10" y="T11"/>
                  </a:cxn>
                  <a:cxn ang="T36">
                    <a:pos x="T12" y="T13"/>
                  </a:cxn>
                  <a:cxn ang="T37">
                    <a:pos x="T14" y="T15"/>
                  </a:cxn>
                  <a:cxn ang="T38">
                    <a:pos x="T16" y="T17"/>
                  </a:cxn>
                  <a:cxn ang="T39">
                    <a:pos x="T18" y="T19"/>
                  </a:cxn>
                  <a:cxn ang="T40">
                    <a:pos x="T20" y="T21"/>
                  </a:cxn>
                  <a:cxn ang="T41">
                    <a:pos x="T22" y="T23"/>
                  </a:cxn>
                  <a:cxn ang="T42">
                    <a:pos x="T24" y="T25"/>
                  </a:cxn>
                  <a:cxn ang="T43">
                    <a:pos x="T26" y="T27"/>
                  </a:cxn>
                  <a:cxn ang="T44">
                    <a:pos x="T28" y="T29"/>
                  </a:cxn>
                </a:cxnLst>
                <a:rect l="T45" t="T46" r="T47" b="T48"/>
                <a:pathLst>
                  <a:path w="57" h="113">
                    <a:moveTo>
                      <a:pt x="0" y="0"/>
                    </a:moveTo>
                    <a:lnTo>
                      <a:pt x="12" y="2"/>
                    </a:lnTo>
                    <a:lnTo>
                      <a:pt x="24" y="6"/>
                    </a:lnTo>
                    <a:lnTo>
                      <a:pt x="34" y="13"/>
                    </a:lnTo>
                    <a:lnTo>
                      <a:pt x="43" y="22"/>
                    </a:lnTo>
                    <a:lnTo>
                      <a:pt x="50" y="32"/>
                    </a:lnTo>
                    <a:lnTo>
                      <a:pt x="55" y="44"/>
                    </a:lnTo>
                    <a:lnTo>
                      <a:pt x="57" y="57"/>
                    </a:lnTo>
                    <a:lnTo>
                      <a:pt x="55" y="69"/>
                    </a:lnTo>
                    <a:lnTo>
                      <a:pt x="50" y="81"/>
                    </a:lnTo>
                    <a:lnTo>
                      <a:pt x="43" y="92"/>
                    </a:lnTo>
                    <a:lnTo>
                      <a:pt x="34" y="101"/>
                    </a:lnTo>
                    <a:lnTo>
                      <a:pt x="24" y="107"/>
                    </a:lnTo>
                    <a:lnTo>
                      <a:pt x="12" y="112"/>
                    </a:lnTo>
                    <a:lnTo>
                      <a:pt x="0" y="113"/>
                    </a:lnTo>
                  </a:path>
                </a:pathLst>
              </a:cu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872" name="Freeform 309">
                <a:extLst>
                  <a:ext uri="{FF2B5EF4-FFF2-40B4-BE49-F238E27FC236}">
                    <a16:creationId xmlns:a16="http://schemas.microsoft.com/office/drawing/2014/main" id="{FFE27A23-A3DB-81DE-F26D-8845BA1469C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459" y="2116"/>
                <a:ext cx="270" cy="19"/>
              </a:xfrm>
              <a:custGeom>
                <a:avLst/>
                <a:gdLst>
                  <a:gd name="T0" fmla="*/ 0 w 1593"/>
                  <a:gd name="T1" fmla="*/ 0 h 113"/>
                  <a:gd name="T2" fmla="*/ 0 w 1593"/>
                  <a:gd name="T3" fmla="*/ 0 h 113"/>
                  <a:gd name="T4" fmla="*/ 0 w 1593"/>
                  <a:gd name="T5" fmla="*/ 0 h 113"/>
                  <a:gd name="T6" fmla="*/ 0 w 1593"/>
                  <a:gd name="T7" fmla="*/ 0 h 113"/>
                  <a:gd name="T8" fmla="*/ 0 w 1593"/>
                  <a:gd name="T9" fmla="*/ 0 h 113"/>
                  <a:gd name="T10" fmla="*/ 0 w 1593"/>
                  <a:gd name="T11" fmla="*/ 0 h 113"/>
                  <a:gd name="T12" fmla="*/ 0 w 1593"/>
                  <a:gd name="T13" fmla="*/ 0 h 113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1593"/>
                  <a:gd name="T22" fmla="*/ 0 h 113"/>
                  <a:gd name="T23" fmla="*/ 1593 w 1593"/>
                  <a:gd name="T24" fmla="*/ 113 h 113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1593" h="113">
                    <a:moveTo>
                      <a:pt x="1593" y="113"/>
                    </a:moveTo>
                    <a:lnTo>
                      <a:pt x="1593" y="57"/>
                    </a:lnTo>
                    <a:lnTo>
                      <a:pt x="1593" y="0"/>
                    </a:lnTo>
                    <a:lnTo>
                      <a:pt x="0" y="0"/>
                    </a:lnTo>
                    <a:lnTo>
                      <a:pt x="0" y="57"/>
                    </a:lnTo>
                    <a:lnTo>
                      <a:pt x="0" y="113"/>
                    </a:lnTo>
                    <a:lnTo>
                      <a:pt x="1593" y="113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873" name="Freeform 310">
                <a:extLst>
                  <a:ext uri="{FF2B5EF4-FFF2-40B4-BE49-F238E27FC236}">
                    <a16:creationId xmlns:a16="http://schemas.microsoft.com/office/drawing/2014/main" id="{DFE86B91-6514-ACA0-1FFA-5B9C22E9D98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459" y="2116"/>
                <a:ext cx="270" cy="19"/>
              </a:xfrm>
              <a:custGeom>
                <a:avLst/>
                <a:gdLst>
                  <a:gd name="T0" fmla="*/ 0 w 1593"/>
                  <a:gd name="T1" fmla="*/ 0 h 113"/>
                  <a:gd name="T2" fmla="*/ 0 w 1593"/>
                  <a:gd name="T3" fmla="*/ 0 h 113"/>
                  <a:gd name="T4" fmla="*/ 0 w 1593"/>
                  <a:gd name="T5" fmla="*/ 0 h 113"/>
                  <a:gd name="T6" fmla="*/ 0 w 1593"/>
                  <a:gd name="T7" fmla="*/ 0 h 113"/>
                  <a:gd name="T8" fmla="*/ 0 w 1593"/>
                  <a:gd name="T9" fmla="*/ 0 h 113"/>
                  <a:gd name="T10" fmla="*/ 0 w 1593"/>
                  <a:gd name="T11" fmla="*/ 0 h 113"/>
                  <a:gd name="T12" fmla="*/ 0 w 1593"/>
                  <a:gd name="T13" fmla="*/ 0 h 113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1593"/>
                  <a:gd name="T22" fmla="*/ 0 h 113"/>
                  <a:gd name="T23" fmla="*/ 1593 w 1593"/>
                  <a:gd name="T24" fmla="*/ 113 h 113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1593" h="113">
                    <a:moveTo>
                      <a:pt x="1593" y="113"/>
                    </a:moveTo>
                    <a:lnTo>
                      <a:pt x="1593" y="57"/>
                    </a:lnTo>
                    <a:lnTo>
                      <a:pt x="1593" y="0"/>
                    </a:lnTo>
                    <a:lnTo>
                      <a:pt x="0" y="0"/>
                    </a:lnTo>
                    <a:lnTo>
                      <a:pt x="0" y="57"/>
                    </a:lnTo>
                    <a:lnTo>
                      <a:pt x="0" y="113"/>
                    </a:lnTo>
                    <a:lnTo>
                      <a:pt x="1593" y="113"/>
                    </a:lnTo>
                    <a:close/>
                  </a:path>
                </a:pathLst>
              </a:cu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874" name="Freeform 311">
                <a:extLst>
                  <a:ext uri="{FF2B5EF4-FFF2-40B4-BE49-F238E27FC236}">
                    <a16:creationId xmlns:a16="http://schemas.microsoft.com/office/drawing/2014/main" id="{AAACC71D-FA16-1512-444A-2F99300BE6A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450" y="2116"/>
                <a:ext cx="9" cy="19"/>
              </a:xfrm>
              <a:custGeom>
                <a:avLst/>
                <a:gdLst>
                  <a:gd name="T0" fmla="*/ 0 w 56"/>
                  <a:gd name="T1" fmla="*/ 0 h 113"/>
                  <a:gd name="T2" fmla="*/ 0 w 56"/>
                  <a:gd name="T3" fmla="*/ 0 h 113"/>
                  <a:gd name="T4" fmla="*/ 0 w 56"/>
                  <a:gd name="T5" fmla="*/ 0 h 113"/>
                  <a:gd name="T6" fmla="*/ 0 w 56"/>
                  <a:gd name="T7" fmla="*/ 0 h 113"/>
                  <a:gd name="T8" fmla="*/ 0 w 56"/>
                  <a:gd name="T9" fmla="*/ 0 h 113"/>
                  <a:gd name="T10" fmla="*/ 0 w 56"/>
                  <a:gd name="T11" fmla="*/ 0 h 113"/>
                  <a:gd name="T12" fmla="*/ 0 w 56"/>
                  <a:gd name="T13" fmla="*/ 0 h 113"/>
                  <a:gd name="T14" fmla="*/ 0 w 56"/>
                  <a:gd name="T15" fmla="*/ 0 h 113"/>
                  <a:gd name="T16" fmla="*/ 0 w 56"/>
                  <a:gd name="T17" fmla="*/ 0 h 113"/>
                  <a:gd name="T18" fmla="*/ 0 w 56"/>
                  <a:gd name="T19" fmla="*/ 0 h 113"/>
                  <a:gd name="T20" fmla="*/ 0 w 56"/>
                  <a:gd name="T21" fmla="*/ 0 h 113"/>
                  <a:gd name="T22" fmla="*/ 0 w 56"/>
                  <a:gd name="T23" fmla="*/ 0 h 113"/>
                  <a:gd name="T24" fmla="*/ 0 w 56"/>
                  <a:gd name="T25" fmla="*/ 0 h 113"/>
                  <a:gd name="T26" fmla="*/ 0 w 56"/>
                  <a:gd name="T27" fmla="*/ 0 h 113"/>
                  <a:gd name="T28" fmla="*/ 0 w 56"/>
                  <a:gd name="T29" fmla="*/ 0 h 113"/>
                  <a:gd name="T30" fmla="*/ 0 w 56"/>
                  <a:gd name="T31" fmla="*/ 0 h 113"/>
                  <a:gd name="T32" fmla="*/ 0 w 56"/>
                  <a:gd name="T33" fmla="*/ 0 h 113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w 56"/>
                  <a:gd name="T52" fmla="*/ 0 h 113"/>
                  <a:gd name="T53" fmla="*/ 56 w 56"/>
                  <a:gd name="T54" fmla="*/ 113 h 113"/>
                </a:gdLst>
                <a:ahLst/>
                <a:cxnLst>
                  <a:cxn ang="T34">
                    <a:pos x="T0" y="T1"/>
                  </a:cxn>
                  <a:cxn ang="T35">
                    <a:pos x="T2" y="T3"/>
                  </a:cxn>
                  <a:cxn ang="T36">
                    <a:pos x="T4" y="T5"/>
                  </a:cxn>
                  <a:cxn ang="T37">
                    <a:pos x="T6" y="T7"/>
                  </a:cxn>
                  <a:cxn ang="T38">
                    <a:pos x="T8" y="T9"/>
                  </a:cxn>
                  <a:cxn ang="T39">
                    <a:pos x="T10" y="T11"/>
                  </a:cxn>
                  <a:cxn ang="T40">
                    <a:pos x="T12" y="T13"/>
                  </a:cxn>
                  <a:cxn ang="T41">
                    <a:pos x="T14" y="T15"/>
                  </a:cxn>
                  <a:cxn ang="T42">
                    <a:pos x="T16" y="T17"/>
                  </a:cxn>
                  <a:cxn ang="T43">
                    <a:pos x="T18" y="T19"/>
                  </a:cxn>
                  <a:cxn ang="T44">
                    <a:pos x="T20" y="T21"/>
                  </a:cxn>
                  <a:cxn ang="T45">
                    <a:pos x="T22" y="T23"/>
                  </a:cxn>
                  <a:cxn ang="T46">
                    <a:pos x="T24" y="T25"/>
                  </a:cxn>
                  <a:cxn ang="T47">
                    <a:pos x="T26" y="T27"/>
                  </a:cxn>
                  <a:cxn ang="T48">
                    <a:pos x="T28" y="T29"/>
                  </a:cxn>
                  <a:cxn ang="T49">
                    <a:pos x="T30" y="T31"/>
                  </a:cxn>
                  <a:cxn ang="T50">
                    <a:pos x="T32" y="T33"/>
                  </a:cxn>
                </a:cxnLst>
                <a:rect l="T51" t="T52" r="T53" b="T54"/>
                <a:pathLst>
                  <a:path w="56" h="113">
                    <a:moveTo>
                      <a:pt x="56" y="57"/>
                    </a:moveTo>
                    <a:lnTo>
                      <a:pt x="56" y="113"/>
                    </a:lnTo>
                    <a:lnTo>
                      <a:pt x="44" y="112"/>
                    </a:lnTo>
                    <a:lnTo>
                      <a:pt x="31" y="107"/>
                    </a:lnTo>
                    <a:lnTo>
                      <a:pt x="21" y="101"/>
                    </a:lnTo>
                    <a:lnTo>
                      <a:pt x="12" y="92"/>
                    </a:lnTo>
                    <a:lnTo>
                      <a:pt x="6" y="81"/>
                    </a:lnTo>
                    <a:lnTo>
                      <a:pt x="1" y="69"/>
                    </a:lnTo>
                    <a:lnTo>
                      <a:pt x="0" y="57"/>
                    </a:lnTo>
                    <a:lnTo>
                      <a:pt x="1" y="44"/>
                    </a:lnTo>
                    <a:lnTo>
                      <a:pt x="6" y="32"/>
                    </a:lnTo>
                    <a:lnTo>
                      <a:pt x="12" y="22"/>
                    </a:lnTo>
                    <a:lnTo>
                      <a:pt x="21" y="13"/>
                    </a:lnTo>
                    <a:lnTo>
                      <a:pt x="31" y="6"/>
                    </a:lnTo>
                    <a:lnTo>
                      <a:pt x="44" y="2"/>
                    </a:lnTo>
                    <a:lnTo>
                      <a:pt x="56" y="0"/>
                    </a:lnTo>
                    <a:lnTo>
                      <a:pt x="56" y="57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875" name="Freeform 312">
                <a:extLst>
                  <a:ext uri="{FF2B5EF4-FFF2-40B4-BE49-F238E27FC236}">
                    <a16:creationId xmlns:a16="http://schemas.microsoft.com/office/drawing/2014/main" id="{620A96AA-A13C-A4DD-57DC-98289454B62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450" y="2116"/>
                <a:ext cx="9" cy="19"/>
              </a:xfrm>
              <a:custGeom>
                <a:avLst/>
                <a:gdLst>
                  <a:gd name="T0" fmla="*/ 0 w 56"/>
                  <a:gd name="T1" fmla="*/ 0 h 113"/>
                  <a:gd name="T2" fmla="*/ 0 w 56"/>
                  <a:gd name="T3" fmla="*/ 0 h 113"/>
                  <a:gd name="T4" fmla="*/ 0 w 56"/>
                  <a:gd name="T5" fmla="*/ 0 h 113"/>
                  <a:gd name="T6" fmla="*/ 0 w 56"/>
                  <a:gd name="T7" fmla="*/ 0 h 113"/>
                  <a:gd name="T8" fmla="*/ 0 w 56"/>
                  <a:gd name="T9" fmla="*/ 0 h 113"/>
                  <a:gd name="T10" fmla="*/ 0 w 56"/>
                  <a:gd name="T11" fmla="*/ 0 h 113"/>
                  <a:gd name="T12" fmla="*/ 0 w 56"/>
                  <a:gd name="T13" fmla="*/ 0 h 113"/>
                  <a:gd name="T14" fmla="*/ 0 w 56"/>
                  <a:gd name="T15" fmla="*/ 0 h 113"/>
                  <a:gd name="T16" fmla="*/ 0 w 56"/>
                  <a:gd name="T17" fmla="*/ 0 h 113"/>
                  <a:gd name="T18" fmla="*/ 0 w 56"/>
                  <a:gd name="T19" fmla="*/ 0 h 113"/>
                  <a:gd name="T20" fmla="*/ 0 w 56"/>
                  <a:gd name="T21" fmla="*/ 0 h 113"/>
                  <a:gd name="T22" fmla="*/ 0 w 56"/>
                  <a:gd name="T23" fmla="*/ 0 h 113"/>
                  <a:gd name="T24" fmla="*/ 0 w 56"/>
                  <a:gd name="T25" fmla="*/ 0 h 113"/>
                  <a:gd name="T26" fmla="*/ 0 w 56"/>
                  <a:gd name="T27" fmla="*/ 0 h 113"/>
                  <a:gd name="T28" fmla="*/ 0 w 56"/>
                  <a:gd name="T29" fmla="*/ 0 h 113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w 56"/>
                  <a:gd name="T46" fmla="*/ 0 h 113"/>
                  <a:gd name="T47" fmla="*/ 56 w 56"/>
                  <a:gd name="T48" fmla="*/ 113 h 113"/>
                </a:gdLst>
                <a:ahLst/>
                <a:cxnLst>
                  <a:cxn ang="T30">
                    <a:pos x="T0" y="T1"/>
                  </a:cxn>
                  <a:cxn ang="T31">
                    <a:pos x="T2" y="T3"/>
                  </a:cxn>
                  <a:cxn ang="T32">
                    <a:pos x="T4" y="T5"/>
                  </a:cxn>
                  <a:cxn ang="T33">
                    <a:pos x="T6" y="T7"/>
                  </a:cxn>
                  <a:cxn ang="T34">
                    <a:pos x="T8" y="T9"/>
                  </a:cxn>
                  <a:cxn ang="T35">
                    <a:pos x="T10" y="T11"/>
                  </a:cxn>
                  <a:cxn ang="T36">
                    <a:pos x="T12" y="T13"/>
                  </a:cxn>
                  <a:cxn ang="T37">
                    <a:pos x="T14" y="T15"/>
                  </a:cxn>
                  <a:cxn ang="T38">
                    <a:pos x="T16" y="T17"/>
                  </a:cxn>
                  <a:cxn ang="T39">
                    <a:pos x="T18" y="T19"/>
                  </a:cxn>
                  <a:cxn ang="T40">
                    <a:pos x="T20" y="T21"/>
                  </a:cxn>
                  <a:cxn ang="T41">
                    <a:pos x="T22" y="T23"/>
                  </a:cxn>
                  <a:cxn ang="T42">
                    <a:pos x="T24" y="T25"/>
                  </a:cxn>
                  <a:cxn ang="T43">
                    <a:pos x="T26" y="T27"/>
                  </a:cxn>
                  <a:cxn ang="T44">
                    <a:pos x="T28" y="T29"/>
                  </a:cxn>
                </a:cxnLst>
                <a:rect l="T45" t="T46" r="T47" b="T48"/>
                <a:pathLst>
                  <a:path w="56" h="113">
                    <a:moveTo>
                      <a:pt x="56" y="113"/>
                    </a:moveTo>
                    <a:lnTo>
                      <a:pt x="44" y="112"/>
                    </a:lnTo>
                    <a:lnTo>
                      <a:pt x="31" y="107"/>
                    </a:lnTo>
                    <a:lnTo>
                      <a:pt x="21" y="101"/>
                    </a:lnTo>
                    <a:lnTo>
                      <a:pt x="12" y="92"/>
                    </a:lnTo>
                    <a:lnTo>
                      <a:pt x="6" y="81"/>
                    </a:lnTo>
                    <a:lnTo>
                      <a:pt x="1" y="69"/>
                    </a:lnTo>
                    <a:lnTo>
                      <a:pt x="0" y="57"/>
                    </a:lnTo>
                    <a:lnTo>
                      <a:pt x="1" y="44"/>
                    </a:lnTo>
                    <a:lnTo>
                      <a:pt x="6" y="32"/>
                    </a:lnTo>
                    <a:lnTo>
                      <a:pt x="12" y="22"/>
                    </a:lnTo>
                    <a:lnTo>
                      <a:pt x="21" y="13"/>
                    </a:lnTo>
                    <a:lnTo>
                      <a:pt x="31" y="6"/>
                    </a:lnTo>
                    <a:lnTo>
                      <a:pt x="44" y="2"/>
                    </a:lnTo>
                    <a:lnTo>
                      <a:pt x="56" y="0"/>
                    </a:lnTo>
                  </a:path>
                </a:pathLst>
              </a:cu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876" name="Freeform 313">
                <a:extLst>
                  <a:ext uri="{FF2B5EF4-FFF2-40B4-BE49-F238E27FC236}">
                    <a16:creationId xmlns:a16="http://schemas.microsoft.com/office/drawing/2014/main" id="{AB9AF4BE-BECE-F816-6459-E85B7823932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270" y="2901"/>
                <a:ext cx="10" cy="19"/>
              </a:xfrm>
              <a:custGeom>
                <a:avLst/>
                <a:gdLst>
                  <a:gd name="T0" fmla="*/ 0 w 56"/>
                  <a:gd name="T1" fmla="*/ 0 h 114"/>
                  <a:gd name="T2" fmla="*/ 0 w 56"/>
                  <a:gd name="T3" fmla="*/ 0 h 114"/>
                  <a:gd name="T4" fmla="*/ 0 w 56"/>
                  <a:gd name="T5" fmla="*/ 0 h 114"/>
                  <a:gd name="T6" fmla="*/ 0 w 56"/>
                  <a:gd name="T7" fmla="*/ 0 h 114"/>
                  <a:gd name="T8" fmla="*/ 0 w 56"/>
                  <a:gd name="T9" fmla="*/ 0 h 114"/>
                  <a:gd name="T10" fmla="*/ 0 w 56"/>
                  <a:gd name="T11" fmla="*/ 0 h 114"/>
                  <a:gd name="T12" fmla="*/ 0 w 56"/>
                  <a:gd name="T13" fmla="*/ 0 h 114"/>
                  <a:gd name="T14" fmla="*/ 0 w 56"/>
                  <a:gd name="T15" fmla="*/ 0 h 114"/>
                  <a:gd name="T16" fmla="*/ 0 w 56"/>
                  <a:gd name="T17" fmla="*/ 0 h 114"/>
                  <a:gd name="T18" fmla="*/ 0 w 56"/>
                  <a:gd name="T19" fmla="*/ 0 h 114"/>
                  <a:gd name="T20" fmla="*/ 0 w 56"/>
                  <a:gd name="T21" fmla="*/ 0 h 114"/>
                  <a:gd name="T22" fmla="*/ 0 w 56"/>
                  <a:gd name="T23" fmla="*/ 0 h 114"/>
                  <a:gd name="T24" fmla="*/ 0 w 56"/>
                  <a:gd name="T25" fmla="*/ 0 h 114"/>
                  <a:gd name="T26" fmla="*/ 0 w 56"/>
                  <a:gd name="T27" fmla="*/ 0 h 114"/>
                  <a:gd name="T28" fmla="*/ 0 w 56"/>
                  <a:gd name="T29" fmla="*/ 0 h 114"/>
                  <a:gd name="T30" fmla="*/ 0 w 56"/>
                  <a:gd name="T31" fmla="*/ 0 h 114"/>
                  <a:gd name="T32" fmla="*/ 0 w 56"/>
                  <a:gd name="T33" fmla="*/ 0 h 114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w 56"/>
                  <a:gd name="T52" fmla="*/ 0 h 114"/>
                  <a:gd name="T53" fmla="*/ 56 w 56"/>
                  <a:gd name="T54" fmla="*/ 114 h 114"/>
                </a:gdLst>
                <a:ahLst/>
                <a:cxnLst>
                  <a:cxn ang="T34">
                    <a:pos x="T0" y="T1"/>
                  </a:cxn>
                  <a:cxn ang="T35">
                    <a:pos x="T2" y="T3"/>
                  </a:cxn>
                  <a:cxn ang="T36">
                    <a:pos x="T4" y="T5"/>
                  </a:cxn>
                  <a:cxn ang="T37">
                    <a:pos x="T6" y="T7"/>
                  </a:cxn>
                  <a:cxn ang="T38">
                    <a:pos x="T8" y="T9"/>
                  </a:cxn>
                  <a:cxn ang="T39">
                    <a:pos x="T10" y="T11"/>
                  </a:cxn>
                  <a:cxn ang="T40">
                    <a:pos x="T12" y="T13"/>
                  </a:cxn>
                  <a:cxn ang="T41">
                    <a:pos x="T14" y="T15"/>
                  </a:cxn>
                  <a:cxn ang="T42">
                    <a:pos x="T16" y="T17"/>
                  </a:cxn>
                  <a:cxn ang="T43">
                    <a:pos x="T18" y="T19"/>
                  </a:cxn>
                  <a:cxn ang="T44">
                    <a:pos x="T20" y="T21"/>
                  </a:cxn>
                  <a:cxn ang="T45">
                    <a:pos x="T22" y="T23"/>
                  </a:cxn>
                  <a:cxn ang="T46">
                    <a:pos x="T24" y="T25"/>
                  </a:cxn>
                  <a:cxn ang="T47">
                    <a:pos x="T26" y="T27"/>
                  </a:cxn>
                  <a:cxn ang="T48">
                    <a:pos x="T28" y="T29"/>
                  </a:cxn>
                  <a:cxn ang="T49">
                    <a:pos x="T30" y="T31"/>
                  </a:cxn>
                  <a:cxn ang="T50">
                    <a:pos x="T32" y="T33"/>
                  </a:cxn>
                </a:cxnLst>
                <a:rect l="T51" t="T52" r="T53" b="T54"/>
                <a:pathLst>
                  <a:path w="56" h="114">
                    <a:moveTo>
                      <a:pt x="56" y="58"/>
                    </a:moveTo>
                    <a:lnTo>
                      <a:pt x="56" y="114"/>
                    </a:lnTo>
                    <a:lnTo>
                      <a:pt x="44" y="113"/>
                    </a:lnTo>
                    <a:lnTo>
                      <a:pt x="32" y="108"/>
                    </a:lnTo>
                    <a:lnTo>
                      <a:pt x="22" y="101"/>
                    </a:lnTo>
                    <a:lnTo>
                      <a:pt x="13" y="92"/>
                    </a:lnTo>
                    <a:lnTo>
                      <a:pt x="6" y="82"/>
                    </a:lnTo>
                    <a:lnTo>
                      <a:pt x="1" y="70"/>
                    </a:lnTo>
                    <a:lnTo>
                      <a:pt x="0" y="58"/>
                    </a:lnTo>
                    <a:lnTo>
                      <a:pt x="1" y="45"/>
                    </a:lnTo>
                    <a:lnTo>
                      <a:pt x="6" y="33"/>
                    </a:lnTo>
                    <a:lnTo>
                      <a:pt x="13" y="23"/>
                    </a:lnTo>
                    <a:lnTo>
                      <a:pt x="22" y="14"/>
                    </a:lnTo>
                    <a:lnTo>
                      <a:pt x="32" y="7"/>
                    </a:lnTo>
                    <a:lnTo>
                      <a:pt x="44" y="3"/>
                    </a:lnTo>
                    <a:lnTo>
                      <a:pt x="56" y="0"/>
                    </a:lnTo>
                    <a:lnTo>
                      <a:pt x="56" y="58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877" name="Freeform 314">
                <a:extLst>
                  <a:ext uri="{FF2B5EF4-FFF2-40B4-BE49-F238E27FC236}">
                    <a16:creationId xmlns:a16="http://schemas.microsoft.com/office/drawing/2014/main" id="{480019E1-CEA1-FECE-05A3-3A8D7A6D67A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270" y="2901"/>
                <a:ext cx="10" cy="19"/>
              </a:xfrm>
              <a:custGeom>
                <a:avLst/>
                <a:gdLst>
                  <a:gd name="T0" fmla="*/ 0 w 56"/>
                  <a:gd name="T1" fmla="*/ 0 h 114"/>
                  <a:gd name="T2" fmla="*/ 0 w 56"/>
                  <a:gd name="T3" fmla="*/ 0 h 114"/>
                  <a:gd name="T4" fmla="*/ 0 w 56"/>
                  <a:gd name="T5" fmla="*/ 0 h 114"/>
                  <a:gd name="T6" fmla="*/ 0 w 56"/>
                  <a:gd name="T7" fmla="*/ 0 h 114"/>
                  <a:gd name="T8" fmla="*/ 0 w 56"/>
                  <a:gd name="T9" fmla="*/ 0 h 114"/>
                  <a:gd name="T10" fmla="*/ 0 w 56"/>
                  <a:gd name="T11" fmla="*/ 0 h 114"/>
                  <a:gd name="T12" fmla="*/ 0 w 56"/>
                  <a:gd name="T13" fmla="*/ 0 h 114"/>
                  <a:gd name="T14" fmla="*/ 0 w 56"/>
                  <a:gd name="T15" fmla="*/ 0 h 114"/>
                  <a:gd name="T16" fmla="*/ 0 w 56"/>
                  <a:gd name="T17" fmla="*/ 0 h 114"/>
                  <a:gd name="T18" fmla="*/ 0 w 56"/>
                  <a:gd name="T19" fmla="*/ 0 h 114"/>
                  <a:gd name="T20" fmla="*/ 0 w 56"/>
                  <a:gd name="T21" fmla="*/ 0 h 114"/>
                  <a:gd name="T22" fmla="*/ 0 w 56"/>
                  <a:gd name="T23" fmla="*/ 0 h 114"/>
                  <a:gd name="T24" fmla="*/ 0 w 56"/>
                  <a:gd name="T25" fmla="*/ 0 h 114"/>
                  <a:gd name="T26" fmla="*/ 0 w 56"/>
                  <a:gd name="T27" fmla="*/ 0 h 114"/>
                  <a:gd name="T28" fmla="*/ 0 w 56"/>
                  <a:gd name="T29" fmla="*/ 0 h 114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w 56"/>
                  <a:gd name="T46" fmla="*/ 0 h 114"/>
                  <a:gd name="T47" fmla="*/ 56 w 56"/>
                  <a:gd name="T48" fmla="*/ 114 h 114"/>
                </a:gdLst>
                <a:ahLst/>
                <a:cxnLst>
                  <a:cxn ang="T30">
                    <a:pos x="T0" y="T1"/>
                  </a:cxn>
                  <a:cxn ang="T31">
                    <a:pos x="T2" y="T3"/>
                  </a:cxn>
                  <a:cxn ang="T32">
                    <a:pos x="T4" y="T5"/>
                  </a:cxn>
                  <a:cxn ang="T33">
                    <a:pos x="T6" y="T7"/>
                  </a:cxn>
                  <a:cxn ang="T34">
                    <a:pos x="T8" y="T9"/>
                  </a:cxn>
                  <a:cxn ang="T35">
                    <a:pos x="T10" y="T11"/>
                  </a:cxn>
                  <a:cxn ang="T36">
                    <a:pos x="T12" y="T13"/>
                  </a:cxn>
                  <a:cxn ang="T37">
                    <a:pos x="T14" y="T15"/>
                  </a:cxn>
                  <a:cxn ang="T38">
                    <a:pos x="T16" y="T17"/>
                  </a:cxn>
                  <a:cxn ang="T39">
                    <a:pos x="T18" y="T19"/>
                  </a:cxn>
                  <a:cxn ang="T40">
                    <a:pos x="T20" y="T21"/>
                  </a:cxn>
                  <a:cxn ang="T41">
                    <a:pos x="T22" y="T23"/>
                  </a:cxn>
                  <a:cxn ang="T42">
                    <a:pos x="T24" y="T25"/>
                  </a:cxn>
                  <a:cxn ang="T43">
                    <a:pos x="T26" y="T27"/>
                  </a:cxn>
                  <a:cxn ang="T44">
                    <a:pos x="T28" y="T29"/>
                  </a:cxn>
                </a:cxnLst>
                <a:rect l="T45" t="T46" r="T47" b="T48"/>
                <a:pathLst>
                  <a:path w="56" h="114">
                    <a:moveTo>
                      <a:pt x="56" y="114"/>
                    </a:moveTo>
                    <a:lnTo>
                      <a:pt x="44" y="113"/>
                    </a:lnTo>
                    <a:lnTo>
                      <a:pt x="32" y="108"/>
                    </a:lnTo>
                    <a:lnTo>
                      <a:pt x="22" y="101"/>
                    </a:lnTo>
                    <a:lnTo>
                      <a:pt x="13" y="92"/>
                    </a:lnTo>
                    <a:lnTo>
                      <a:pt x="6" y="82"/>
                    </a:lnTo>
                    <a:lnTo>
                      <a:pt x="1" y="70"/>
                    </a:lnTo>
                    <a:lnTo>
                      <a:pt x="0" y="58"/>
                    </a:lnTo>
                    <a:lnTo>
                      <a:pt x="1" y="45"/>
                    </a:lnTo>
                    <a:lnTo>
                      <a:pt x="6" y="33"/>
                    </a:lnTo>
                    <a:lnTo>
                      <a:pt x="13" y="23"/>
                    </a:lnTo>
                    <a:lnTo>
                      <a:pt x="22" y="14"/>
                    </a:lnTo>
                    <a:lnTo>
                      <a:pt x="32" y="7"/>
                    </a:lnTo>
                    <a:lnTo>
                      <a:pt x="44" y="3"/>
                    </a:lnTo>
                    <a:lnTo>
                      <a:pt x="56" y="0"/>
                    </a:lnTo>
                  </a:path>
                </a:pathLst>
              </a:cu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878" name="Freeform 315">
                <a:extLst>
                  <a:ext uri="{FF2B5EF4-FFF2-40B4-BE49-F238E27FC236}">
                    <a16:creationId xmlns:a16="http://schemas.microsoft.com/office/drawing/2014/main" id="{0BF14020-65D8-C9F6-F5E9-05AAEEA17A2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280" y="2901"/>
                <a:ext cx="627" cy="19"/>
              </a:xfrm>
              <a:custGeom>
                <a:avLst/>
                <a:gdLst>
                  <a:gd name="T0" fmla="*/ 0 w 3716"/>
                  <a:gd name="T1" fmla="*/ 0 h 114"/>
                  <a:gd name="T2" fmla="*/ 0 w 3716"/>
                  <a:gd name="T3" fmla="*/ 0 h 114"/>
                  <a:gd name="T4" fmla="*/ 0 w 3716"/>
                  <a:gd name="T5" fmla="*/ 0 h 114"/>
                  <a:gd name="T6" fmla="*/ 0 w 3716"/>
                  <a:gd name="T7" fmla="*/ 0 h 114"/>
                  <a:gd name="T8" fmla="*/ 0 w 3716"/>
                  <a:gd name="T9" fmla="*/ 0 h 114"/>
                  <a:gd name="T10" fmla="*/ 0 w 3716"/>
                  <a:gd name="T11" fmla="*/ 0 h 114"/>
                  <a:gd name="T12" fmla="*/ 0 w 3716"/>
                  <a:gd name="T13" fmla="*/ 0 h 114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3716"/>
                  <a:gd name="T22" fmla="*/ 0 h 114"/>
                  <a:gd name="T23" fmla="*/ 3716 w 3716"/>
                  <a:gd name="T24" fmla="*/ 114 h 114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3716" h="114">
                    <a:moveTo>
                      <a:pt x="0" y="0"/>
                    </a:moveTo>
                    <a:lnTo>
                      <a:pt x="0" y="58"/>
                    </a:lnTo>
                    <a:lnTo>
                      <a:pt x="0" y="114"/>
                    </a:lnTo>
                    <a:lnTo>
                      <a:pt x="3716" y="114"/>
                    </a:lnTo>
                    <a:lnTo>
                      <a:pt x="3716" y="58"/>
                    </a:lnTo>
                    <a:lnTo>
                      <a:pt x="3716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879" name="Freeform 316">
                <a:extLst>
                  <a:ext uri="{FF2B5EF4-FFF2-40B4-BE49-F238E27FC236}">
                    <a16:creationId xmlns:a16="http://schemas.microsoft.com/office/drawing/2014/main" id="{603480A0-6E0F-BF26-6949-1A93D3E8F70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280" y="2901"/>
                <a:ext cx="627" cy="19"/>
              </a:xfrm>
              <a:custGeom>
                <a:avLst/>
                <a:gdLst>
                  <a:gd name="T0" fmla="*/ 0 w 3716"/>
                  <a:gd name="T1" fmla="*/ 0 h 114"/>
                  <a:gd name="T2" fmla="*/ 0 w 3716"/>
                  <a:gd name="T3" fmla="*/ 0 h 114"/>
                  <a:gd name="T4" fmla="*/ 0 w 3716"/>
                  <a:gd name="T5" fmla="*/ 0 h 114"/>
                  <a:gd name="T6" fmla="*/ 0 w 3716"/>
                  <a:gd name="T7" fmla="*/ 0 h 114"/>
                  <a:gd name="T8" fmla="*/ 0 w 3716"/>
                  <a:gd name="T9" fmla="*/ 0 h 114"/>
                  <a:gd name="T10" fmla="*/ 0 w 3716"/>
                  <a:gd name="T11" fmla="*/ 0 h 114"/>
                  <a:gd name="T12" fmla="*/ 0 w 3716"/>
                  <a:gd name="T13" fmla="*/ 0 h 114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3716"/>
                  <a:gd name="T22" fmla="*/ 0 h 114"/>
                  <a:gd name="T23" fmla="*/ 3716 w 3716"/>
                  <a:gd name="T24" fmla="*/ 114 h 114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3716" h="114">
                    <a:moveTo>
                      <a:pt x="0" y="0"/>
                    </a:moveTo>
                    <a:lnTo>
                      <a:pt x="0" y="58"/>
                    </a:lnTo>
                    <a:lnTo>
                      <a:pt x="0" y="114"/>
                    </a:lnTo>
                    <a:lnTo>
                      <a:pt x="3716" y="114"/>
                    </a:lnTo>
                    <a:lnTo>
                      <a:pt x="3716" y="58"/>
                    </a:lnTo>
                    <a:lnTo>
                      <a:pt x="3716" y="0"/>
                    </a:lnTo>
                    <a:lnTo>
                      <a:pt x="0" y="0"/>
                    </a:lnTo>
                    <a:close/>
                  </a:path>
                </a:pathLst>
              </a:cu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880" name="Freeform 317">
                <a:extLst>
                  <a:ext uri="{FF2B5EF4-FFF2-40B4-BE49-F238E27FC236}">
                    <a16:creationId xmlns:a16="http://schemas.microsoft.com/office/drawing/2014/main" id="{78D1B7DA-C468-4A1C-7F79-CA2E506B966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907" y="2901"/>
                <a:ext cx="10" cy="19"/>
              </a:xfrm>
              <a:custGeom>
                <a:avLst/>
                <a:gdLst>
                  <a:gd name="T0" fmla="*/ 0 w 57"/>
                  <a:gd name="T1" fmla="*/ 0 h 114"/>
                  <a:gd name="T2" fmla="*/ 0 w 57"/>
                  <a:gd name="T3" fmla="*/ 0 h 114"/>
                  <a:gd name="T4" fmla="*/ 0 w 57"/>
                  <a:gd name="T5" fmla="*/ 0 h 114"/>
                  <a:gd name="T6" fmla="*/ 0 w 57"/>
                  <a:gd name="T7" fmla="*/ 0 h 114"/>
                  <a:gd name="T8" fmla="*/ 0 w 57"/>
                  <a:gd name="T9" fmla="*/ 0 h 114"/>
                  <a:gd name="T10" fmla="*/ 0 w 57"/>
                  <a:gd name="T11" fmla="*/ 0 h 114"/>
                  <a:gd name="T12" fmla="*/ 0 w 57"/>
                  <a:gd name="T13" fmla="*/ 0 h 114"/>
                  <a:gd name="T14" fmla="*/ 0 w 57"/>
                  <a:gd name="T15" fmla="*/ 0 h 114"/>
                  <a:gd name="T16" fmla="*/ 0 w 57"/>
                  <a:gd name="T17" fmla="*/ 0 h 114"/>
                  <a:gd name="T18" fmla="*/ 0 w 57"/>
                  <a:gd name="T19" fmla="*/ 0 h 114"/>
                  <a:gd name="T20" fmla="*/ 0 w 57"/>
                  <a:gd name="T21" fmla="*/ 0 h 114"/>
                  <a:gd name="T22" fmla="*/ 0 w 57"/>
                  <a:gd name="T23" fmla="*/ 0 h 114"/>
                  <a:gd name="T24" fmla="*/ 0 w 57"/>
                  <a:gd name="T25" fmla="*/ 0 h 114"/>
                  <a:gd name="T26" fmla="*/ 0 w 57"/>
                  <a:gd name="T27" fmla="*/ 0 h 114"/>
                  <a:gd name="T28" fmla="*/ 0 w 57"/>
                  <a:gd name="T29" fmla="*/ 0 h 114"/>
                  <a:gd name="T30" fmla="*/ 0 w 57"/>
                  <a:gd name="T31" fmla="*/ 0 h 114"/>
                  <a:gd name="T32" fmla="*/ 0 w 57"/>
                  <a:gd name="T33" fmla="*/ 0 h 114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w 57"/>
                  <a:gd name="T52" fmla="*/ 0 h 114"/>
                  <a:gd name="T53" fmla="*/ 57 w 57"/>
                  <a:gd name="T54" fmla="*/ 114 h 114"/>
                </a:gdLst>
                <a:ahLst/>
                <a:cxnLst>
                  <a:cxn ang="T34">
                    <a:pos x="T0" y="T1"/>
                  </a:cxn>
                  <a:cxn ang="T35">
                    <a:pos x="T2" y="T3"/>
                  </a:cxn>
                  <a:cxn ang="T36">
                    <a:pos x="T4" y="T5"/>
                  </a:cxn>
                  <a:cxn ang="T37">
                    <a:pos x="T6" y="T7"/>
                  </a:cxn>
                  <a:cxn ang="T38">
                    <a:pos x="T8" y="T9"/>
                  </a:cxn>
                  <a:cxn ang="T39">
                    <a:pos x="T10" y="T11"/>
                  </a:cxn>
                  <a:cxn ang="T40">
                    <a:pos x="T12" y="T13"/>
                  </a:cxn>
                  <a:cxn ang="T41">
                    <a:pos x="T14" y="T15"/>
                  </a:cxn>
                  <a:cxn ang="T42">
                    <a:pos x="T16" y="T17"/>
                  </a:cxn>
                  <a:cxn ang="T43">
                    <a:pos x="T18" y="T19"/>
                  </a:cxn>
                  <a:cxn ang="T44">
                    <a:pos x="T20" y="T21"/>
                  </a:cxn>
                  <a:cxn ang="T45">
                    <a:pos x="T22" y="T23"/>
                  </a:cxn>
                  <a:cxn ang="T46">
                    <a:pos x="T24" y="T25"/>
                  </a:cxn>
                  <a:cxn ang="T47">
                    <a:pos x="T26" y="T27"/>
                  </a:cxn>
                  <a:cxn ang="T48">
                    <a:pos x="T28" y="T29"/>
                  </a:cxn>
                  <a:cxn ang="T49">
                    <a:pos x="T30" y="T31"/>
                  </a:cxn>
                  <a:cxn ang="T50">
                    <a:pos x="T32" y="T33"/>
                  </a:cxn>
                </a:cxnLst>
                <a:rect l="T51" t="T52" r="T53" b="T54"/>
                <a:pathLst>
                  <a:path w="57" h="114">
                    <a:moveTo>
                      <a:pt x="0" y="58"/>
                    </a:moveTo>
                    <a:lnTo>
                      <a:pt x="0" y="0"/>
                    </a:lnTo>
                    <a:lnTo>
                      <a:pt x="13" y="3"/>
                    </a:lnTo>
                    <a:lnTo>
                      <a:pt x="25" y="7"/>
                    </a:lnTo>
                    <a:lnTo>
                      <a:pt x="35" y="14"/>
                    </a:lnTo>
                    <a:lnTo>
                      <a:pt x="44" y="23"/>
                    </a:lnTo>
                    <a:lnTo>
                      <a:pt x="51" y="33"/>
                    </a:lnTo>
                    <a:lnTo>
                      <a:pt x="55" y="45"/>
                    </a:lnTo>
                    <a:lnTo>
                      <a:pt x="57" y="58"/>
                    </a:lnTo>
                    <a:lnTo>
                      <a:pt x="55" y="70"/>
                    </a:lnTo>
                    <a:lnTo>
                      <a:pt x="51" y="82"/>
                    </a:lnTo>
                    <a:lnTo>
                      <a:pt x="44" y="92"/>
                    </a:lnTo>
                    <a:lnTo>
                      <a:pt x="35" y="101"/>
                    </a:lnTo>
                    <a:lnTo>
                      <a:pt x="25" y="108"/>
                    </a:lnTo>
                    <a:lnTo>
                      <a:pt x="13" y="113"/>
                    </a:lnTo>
                    <a:lnTo>
                      <a:pt x="0" y="114"/>
                    </a:lnTo>
                    <a:lnTo>
                      <a:pt x="0" y="58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881" name="Freeform 318">
                <a:extLst>
                  <a:ext uri="{FF2B5EF4-FFF2-40B4-BE49-F238E27FC236}">
                    <a16:creationId xmlns:a16="http://schemas.microsoft.com/office/drawing/2014/main" id="{1FEE44EC-B082-E678-7DA5-8040D8D1DF5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907" y="2901"/>
                <a:ext cx="10" cy="19"/>
              </a:xfrm>
              <a:custGeom>
                <a:avLst/>
                <a:gdLst>
                  <a:gd name="T0" fmla="*/ 0 w 57"/>
                  <a:gd name="T1" fmla="*/ 0 h 114"/>
                  <a:gd name="T2" fmla="*/ 0 w 57"/>
                  <a:gd name="T3" fmla="*/ 0 h 114"/>
                  <a:gd name="T4" fmla="*/ 0 w 57"/>
                  <a:gd name="T5" fmla="*/ 0 h 114"/>
                  <a:gd name="T6" fmla="*/ 0 w 57"/>
                  <a:gd name="T7" fmla="*/ 0 h 114"/>
                  <a:gd name="T8" fmla="*/ 0 w 57"/>
                  <a:gd name="T9" fmla="*/ 0 h 114"/>
                  <a:gd name="T10" fmla="*/ 0 w 57"/>
                  <a:gd name="T11" fmla="*/ 0 h 114"/>
                  <a:gd name="T12" fmla="*/ 0 w 57"/>
                  <a:gd name="T13" fmla="*/ 0 h 114"/>
                  <a:gd name="T14" fmla="*/ 0 w 57"/>
                  <a:gd name="T15" fmla="*/ 0 h 114"/>
                  <a:gd name="T16" fmla="*/ 0 w 57"/>
                  <a:gd name="T17" fmla="*/ 0 h 114"/>
                  <a:gd name="T18" fmla="*/ 0 w 57"/>
                  <a:gd name="T19" fmla="*/ 0 h 114"/>
                  <a:gd name="T20" fmla="*/ 0 w 57"/>
                  <a:gd name="T21" fmla="*/ 0 h 114"/>
                  <a:gd name="T22" fmla="*/ 0 w 57"/>
                  <a:gd name="T23" fmla="*/ 0 h 114"/>
                  <a:gd name="T24" fmla="*/ 0 w 57"/>
                  <a:gd name="T25" fmla="*/ 0 h 114"/>
                  <a:gd name="T26" fmla="*/ 0 w 57"/>
                  <a:gd name="T27" fmla="*/ 0 h 114"/>
                  <a:gd name="T28" fmla="*/ 0 w 57"/>
                  <a:gd name="T29" fmla="*/ 0 h 114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w 57"/>
                  <a:gd name="T46" fmla="*/ 0 h 114"/>
                  <a:gd name="T47" fmla="*/ 57 w 57"/>
                  <a:gd name="T48" fmla="*/ 114 h 114"/>
                </a:gdLst>
                <a:ahLst/>
                <a:cxnLst>
                  <a:cxn ang="T30">
                    <a:pos x="T0" y="T1"/>
                  </a:cxn>
                  <a:cxn ang="T31">
                    <a:pos x="T2" y="T3"/>
                  </a:cxn>
                  <a:cxn ang="T32">
                    <a:pos x="T4" y="T5"/>
                  </a:cxn>
                  <a:cxn ang="T33">
                    <a:pos x="T6" y="T7"/>
                  </a:cxn>
                  <a:cxn ang="T34">
                    <a:pos x="T8" y="T9"/>
                  </a:cxn>
                  <a:cxn ang="T35">
                    <a:pos x="T10" y="T11"/>
                  </a:cxn>
                  <a:cxn ang="T36">
                    <a:pos x="T12" y="T13"/>
                  </a:cxn>
                  <a:cxn ang="T37">
                    <a:pos x="T14" y="T15"/>
                  </a:cxn>
                  <a:cxn ang="T38">
                    <a:pos x="T16" y="T17"/>
                  </a:cxn>
                  <a:cxn ang="T39">
                    <a:pos x="T18" y="T19"/>
                  </a:cxn>
                  <a:cxn ang="T40">
                    <a:pos x="T20" y="T21"/>
                  </a:cxn>
                  <a:cxn ang="T41">
                    <a:pos x="T22" y="T23"/>
                  </a:cxn>
                  <a:cxn ang="T42">
                    <a:pos x="T24" y="T25"/>
                  </a:cxn>
                  <a:cxn ang="T43">
                    <a:pos x="T26" y="T27"/>
                  </a:cxn>
                  <a:cxn ang="T44">
                    <a:pos x="T28" y="T29"/>
                  </a:cxn>
                </a:cxnLst>
                <a:rect l="T45" t="T46" r="T47" b="T48"/>
                <a:pathLst>
                  <a:path w="57" h="114">
                    <a:moveTo>
                      <a:pt x="0" y="0"/>
                    </a:moveTo>
                    <a:lnTo>
                      <a:pt x="13" y="3"/>
                    </a:lnTo>
                    <a:lnTo>
                      <a:pt x="25" y="7"/>
                    </a:lnTo>
                    <a:lnTo>
                      <a:pt x="35" y="14"/>
                    </a:lnTo>
                    <a:lnTo>
                      <a:pt x="44" y="23"/>
                    </a:lnTo>
                    <a:lnTo>
                      <a:pt x="51" y="33"/>
                    </a:lnTo>
                    <a:lnTo>
                      <a:pt x="55" y="45"/>
                    </a:lnTo>
                    <a:lnTo>
                      <a:pt x="57" y="58"/>
                    </a:lnTo>
                    <a:lnTo>
                      <a:pt x="55" y="70"/>
                    </a:lnTo>
                    <a:lnTo>
                      <a:pt x="51" y="82"/>
                    </a:lnTo>
                    <a:lnTo>
                      <a:pt x="44" y="92"/>
                    </a:lnTo>
                    <a:lnTo>
                      <a:pt x="35" y="101"/>
                    </a:lnTo>
                    <a:lnTo>
                      <a:pt x="25" y="108"/>
                    </a:lnTo>
                    <a:lnTo>
                      <a:pt x="13" y="113"/>
                    </a:lnTo>
                    <a:lnTo>
                      <a:pt x="0" y="114"/>
                    </a:lnTo>
                  </a:path>
                </a:pathLst>
              </a:cu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882" name="Line 319">
                <a:extLst>
                  <a:ext uri="{FF2B5EF4-FFF2-40B4-BE49-F238E27FC236}">
                    <a16:creationId xmlns:a16="http://schemas.microsoft.com/office/drawing/2014/main" id="{6C35FC83-B438-316D-636A-59EDF73F4FC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594" y="2095"/>
                <a:ext cx="1" cy="228"/>
              </a:xfrm>
              <a:prstGeom prst="line">
                <a:avLst/>
              </a:prstGeom>
              <a:noFill/>
              <a:ln w="0">
                <a:solidFill>
                  <a:srgbClr val="0000F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883" name="Line 320">
                <a:extLst>
                  <a:ext uri="{FF2B5EF4-FFF2-40B4-BE49-F238E27FC236}">
                    <a16:creationId xmlns:a16="http://schemas.microsoft.com/office/drawing/2014/main" id="{0E5BA29F-5FBF-59D9-8EBD-30D03903162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594" y="2347"/>
                <a:ext cx="1" cy="23"/>
              </a:xfrm>
              <a:prstGeom prst="line">
                <a:avLst/>
              </a:prstGeom>
              <a:noFill/>
              <a:ln w="0">
                <a:solidFill>
                  <a:srgbClr val="0000F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884" name="Line 321">
                <a:extLst>
                  <a:ext uri="{FF2B5EF4-FFF2-40B4-BE49-F238E27FC236}">
                    <a16:creationId xmlns:a16="http://schemas.microsoft.com/office/drawing/2014/main" id="{C8E9A968-EF74-EDC9-99CD-7226CB6AED0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594" y="2394"/>
                <a:ext cx="1" cy="248"/>
              </a:xfrm>
              <a:prstGeom prst="line">
                <a:avLst/>
              </a:prstGeom>
              <a:noFill/>
              <a:ln w="0">
                <a:solidFill>
                  <a:srgbClr val="0000F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885" name="Line 322">
                <a:extLst>
                  <a:ext uri="{FF2B5EF4-FFF2-40B4-BE49-F238E27FC236}">
                    <a16:creationId xmlns:a16="http://schemas.microsoft.com/office/drawing/2014/main" id="{15A4CF4C-442B-C70E-F452-AD53EBC8CB1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594" y="2666"/>
                <a:ext cx="1" cy="23"/>
              </a:xfrm>
              <a:prstGeom prst="line">
                <a:avLst/>
              </a:prstGeom>
              <a:noFill/>
              <a:ln w="0">
                <a:solidFill>
                  <a:srgbClr val="0000F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886" name="Line 323">
                <a:extLst>
                  <a:ext uri="{FF2B5EF4-FFF2-40B4-BE49-F238E27FC236}">
                    <a16:creationId xmlns:a16="http://schemas.microsoft.com/office/drawing/2014/main" id="{2BEE1D1E-FFDB-FFEA-1EA3-524CC73AD8E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594" y="2713"/>
                <a:ext cx="1" cy="228"/>
              </a:xfrm>
              <a:prstGeom prst="line">
                <a:avLst/>
              </a:prstGeom>
              <a:noFill/>
              <a:ln w="0">
                <a:solidFill>
                  <a:srgbClr val="0000F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887" name="Freeform 324">
                <a:extLst>
                  <a:ext uri="{FF2B5EF4-FFF2-40B4-BE49-F238E27FC236}">
                    <a16:creationId xmlns:a16="http://schemas.microsoft.com/office/drawing/2014/main" id="{8388A490-57D1-8638-ACE7-BA463181B51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352" y="2542"/>
                <a:ext cx="10" cy="20"/>
              </a:xfrm>
              <a:custGeom>
                <a:avLst/>
                <a:gdLst>
                  <a:gd name="T0" fmla="*/ 0 w 56"/>
                  <a:gd name="T1" fmla="*/ 0 h 114"/>
                  <a:gd name="T2" fmla="*/ 0 w 56"/>
                  <a:gd name="T3" fmla="*/ 0 h 114"/>
                  <a:gd name="T4" fmla="*/ 0 w 56"/>
                  <a:gd name="T5" fmla="*/ 0 h 114"/>
                  <a:gd name="T6" fmla="*/ 0 w 56"/>
                  <a:gd name="T7" fmla="*/ 0 h 114"/>
                  <a:gd name="T8" fmla="*/ 0 w 56"/>
                  <a:gd name="T9" fmla="*/ 0 h 114"/>
                  <a:gd name="T10" fmla="*/ 0 w 56"/>
                  <a:gd name="T11" fmla="*/ 0 h 114"/>
                  <a:gd name="T12" fmla="*/ 0 w 56"/>
                  <a:gd name="T13" fmla="*/ 0 h 114"/>
                  <a:gd name="T14" fmla="*/ 0 w 56"/>
                  <a:gd name="T15" fmla="*/ 0 h 114"/>
                  <a:gd name="T16" fmla="*/ 0 w 56"/>
                  <a:gd name="T17" fmla="*/ 0 h 114"/>
                  <a:gd name="T18" fmla="*/ 0 w 56"/>
                  <a:gd name="T19" fmla="*/ 0 h 114"/>
                  <a:gd name="T20" fmla="*/ 0 w 56"/>
                  <a:gd name="T21" fmla="*/ 0 h 114"/>
                  <a:gd name="T22" fmla="*/ 0 w 56"/>
                  <a:gd name="T23" fmla="*/ 0 h 114"/>
                  <a:gd name="T24" fmla="*/ 0 w 56"/>
                  <a:gd name="T25" fmla="*/ 0 h 114"/>
                  <a:gd name="T26" fmla="*/ 0 w 56"/>
                  <a:gd name="T27" fmla="*/ 0 h 114"/>
                  <a:gd name="T28" fmla="*/ 0 w 56"/>
                  <a:gd name="T29" fmla="*/ 0 h 114"/>
                  <a:gd name="T30" fmla="*/ 0 w 56"/>
                  <a:gd name="T31" fmla="*/ 0 h 114"/>
                  <a:gd name="T32" fmla="*/ 0 w 56"/>
                  <a:gd name="T33" fmla="*/ 0 h 114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w 56"/>
                  <a:gd name="T52" fmla="*/ 0 h 114"/>
                  <a:gd name="T53" fmla="*/ 56 w 56"/>
                  <a:gd name="T54" fmla="*/ 114 h 114"/>
                </a:gdLst>
                <a:ahLst/>
                <a:cxnLst>
                  <a:cxn ang="T34">
                    <a:pos x="T0" y="T1"/>
                  </a:cxn>
                  <a:cxn ang="T35">
                    <a:pos x="T2" y="T3"/>
                  </a:cxn>
                  <a:cxn ang="T36">
                    <a:pos x="T4" y="T5"/>
                  </a:cxn>
                  <a:cxn ang="T37">
                    <a:pos x="T6" y="T7"/>
                  </a:cxn>
                  <a:cxn ang="T38">
                    <a:pos x="T8" y="T9"/>
                  </a:cxn>
                  <a:cxn ang="T39">
                    <a:pos x="T10" y="T11"/>
                  </a:cxn>
                  <a:cxn ang="T40">
                    <a:pos x="T12" y="T13"/>
                  </a:cxn>
                  <a:cxn ang="T41">
                    <a:pos x="T14" y="T15"/>
                  </a:cxn>
                  <a:cxn ang="T42">
                    <a:pos x="T16" y="T17"/>
                  </a:cxn>
                  <a:cxn ang="T43">
                    <a:pos x="T18" y="T19"/>
                  </a:cxn>
                  <a:cxn ang="T44">
                    <a:pos x="T20" y="T21"/>
                  </a:cxn>
                  <a:cxn ang="T45">
                    <a:pos x="T22" y="T23"/>
                  </a:cxn>
                  <a:cxn ang="T46">
                    <a:pos x="T24" y="T25"/>
                  </a:cxn>
                  <a:cxn ang="T47">
                    <a:pos x="T26" y="T27"/>
                  </a:cxn>
                  <a:cxn ang="T48">
                    <a:pos x="T28" y="T29"/>
                  </a:cxn>
                  <a:cxn ang="T49">
                    <a:pos x="T30" y="T31"/>
                  </a:cxn>
                  <a:cxn ang="T50">
                    <a:pos x="T32" y="T33"/>
                  </a:cxn>
                </a:cxnLst>
                <a:rect l="T51" t="T52" r="T53" b="T54"/>
                <a:pathLst>
                  <a:path w="56" h="114">
                    <a:moveTo>
                      <a:pt x="56" y="57"/>
                    </a:moveTo>
                    <a:lnTo>
                      <a:pt x="56" y="114"/>
                    </a:lnTo>
                    <a:lnTo>
                      <a:pt x="44" y="112"/>
                    </a:lnTo>
                    <a:lnTo>
                      <a:pt x="32" y="108"/>
                    </a:lnTo>
                    <a:lnTo>
                      <a:pt x="22" y="101"/>
                    </a:lnTo>
                    <a:lnTo>
                      <a:pt x="13" y="92"/>
                    </a:lnTo>
                    <a:lnTo>
                      <a:pt x="6" y="82"/>
                    </a:lnTo>
                    <a:lnTo>
                      <a:pt x="1" y="70"/>
                    </a:lnTo>
                    <a:lnTo>
                      <a:pt x="0" y="57"/>
                    </a:lnTo>
                    <a:lnTo>
                      <a:pt x="1" y="45"/>
                    </a:lnTo>
                    <a:lnTo>
                      <a:pt x="6" y="33"/>
                    </a:lnTo>
                    <a:lnTo>
                      <a:pt x="13" y="23"/>
                    </a:lnTo>
                    <a:lnTo>
                      <a:pt x="22" y="14"/>
                    </a:lnTo>
                    <a:lnTo>
                      <a:pt x="32" y="7"/>
                    </a:lnTo>
                    <a:lnTo>
                      <a:pt x="44" y="2"/>
                    </a:lnTo>
                    <a:lnTo>
                      <a:pt x="56" y="0"/>
                    </a:lnTo>
                    <a:lnTo>
                      <a:pt x="56" y="57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888" name="Freeform 325">
                <a:extLst>
                  <a:ext uri="{FF2B5EF4-FFF2-40B4-BE49-F238E27FC236}">
                    <a16:creationId xmlns:a16="http://schemas.microsoft.com/office/drawing/2014/main" id="{D327C66B-431A-A53A-A189-A0278C314FF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352" y="2542"/>
                <a:ext cx="10" cy="20"/>
              </a:xfrm>
              <a:custGeom>
                <a:avLst/>
                <a:gdLst>
                  <a:gd name="T0" fmla="*/ 0 w 56"/>
                  <a:gd name="T1" fmla="*/ 0 h 114"/>
                  <a:gd name="T2" fmla="*/ 0 w 56"/>
                  <a:gd name="T3" fmla="*/ 0 h 114"/>
                  <a:gd name="T4" fmla="*/ 0 w 56"/>
                  <a:gd name="T5" fmla="*/ 0 h 114"/>
                  <a:gd name="T6" fmla="*/ 0 w 56"/>
                  <a:gd name="T7" fmla="*/ 0 h 114"/>
                  <a:gd name="T8" fmla="*/ 0 w 56"/>
                  <a:gd name="T9" fmla="*/ 0 h 114"/>
                  <a:gd name="T10" fmla="*/ 0 w 56"/>
                  <a:gd name="T11" fmla="*/ 0 h 114"/>
                  <a:gd name="T12" fmla="*/ 0 w 56"/>
                  <a:gd name="T13" fmla="*/ 0 h 114"/>
                  <a:gd name="T14" fmla="*/ 0 w 56"/>
                  <a:gd name="T15" fmla="*/ 0 h 114"/>
                  <a:gd name="T16" fmla="*/ 0 w 56"/>
                  <a:gd name="T17" fmla="*/ 0 h 114"/>
                  <a:gd name="T18" fmla="*/ 0 w 56"/>
                  <a:gd name="T19" fmla="*/ 0 h 114"/>
                  <a:gd name="T20" fmla="*/ 0 w 56"/>
                  <a:gd name="T21" fmla="*/ 0 h 114"/>
                  <a:gd name="T22" fmla="*/ 0 w 56"/>
                  <a:gd name="T23" fmla="*/ 0 h 114"/>
                  <a:gd name="T24" fmla="*/ 0 w 56"/>
                  <a:gd name="T25" fmla="*/ 0 h 114"/>
                  <a:gd name="T26" fmla="*/ 0 w 56"/>
                  <a:gd name="T27" fmla="*/ 0 h 114"/>
                  <a:gd name="T28" fmla="*/ 0 w 56"/>
                  <a:gd name="T29" fmla="*/ 0 h 114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w 56"/>
                  <a:gd name="T46" fmla="*/ 0 h 114"/>
                  <a:gd name="T47" fmla="*/ 56 w 56"/>
                  <a:gd name="T48" fmla="*/ 114 h 114"/>
                </a:gdLst>
                <a:ahLst/>
                <a:cxnLst>
                  <a:cxn ang="T30">
                    <a:pos x="T0" y="T1"/>
                  </a:cxn>
                  <a:cxn ang="T31">
                    <a:pos x="T2" y="T3"/>
                  </a:cxn>
                  <a:cxn ang="T32">
                    <a:pos x="T4" y="T5"/>
                  </a:cxn>
                  <a:cxn ang="T33">
                    <a:pos x="T6" y="T7"/>
                  </a:cxn>
                  <a:cxn ang="T34">
                    <a:pos x="T8" y="T9"/>
                  </a:cxn>
                  <a:cxn ang="T35">
                    <a:pos x="T10" y="T11"/>
                  </a:cxn>
                  <a:cxn ang="T36">
                    <a:pos x="T12" y="T13"/>
                  </a:cxn>
                  <a:cxn ang="T37">
                    <a:pos x="T14" y="T15"/>
                  </a:cxn>
                  <a:cxn ang="T38">
                    <a:pos x="T16" y="T17"/>
                  </a:cxn>
                  <a:cxn ang="T39">
                    <a:pos x="T18" y="T19"/>
                  </a:cxn>
                  <a:cxn ang="T40">
                    <a:pos x="T20" y="T21"/>
                  </a:cxn>
                  <a:cxn ang="T41">
                    <a:pos x="T22" y="T23"/>
                  </a:cxn>
                  <a:cxn ang="T42">
                    <a:pos x="T24" y="T25"/>
                  </a:cxn>
                  <a:cxn ang="T43">
                    <a:pos x="T26" y="T27"/>
                  </a:cxn>
                  <a:cxn ang="T44">
                    <a:pos x="T28" y="T29"/>
                  </a:cxn>
                </a:cxnLst>
                <a:rect l="T45" t="T46" r="T47" b="T48"/>
                <a:pathLst>
                  <a:path w="56" h="114">
                    <a:moveTo>
                      <a:pt x="56" y="114"/>
                    </a:moveTo>
                    <a:lnTo>
                      <a:pt x="44" y="112"/>
                    </a:lnTo>
                    <a:lnTo>
                      <a:pt x="32" y="108"/>
                    </a:lnTo>
                    <a:lnTo>
                      <a:pt x="22" y="101"/>
                    </a:lnTo>
                    <a:lnTo>
                      <a:pt x="13" y="92"/>
                    </a:lnTo>
                    <a:lnTo>
                      <a:pt x="6" y="82"/>
                    </a:lnTo>
                    <a:lnTo>
                      <a:pt x="1" y="70"/>
                    </a:lnTo>
                    <a:lnTo>
                      <a:pt x="0" y="57"/>
                    </a:lnTo>
                    <a:lnTo>
                      <a:pt x="1" y="45"/>
                    </a:lnTo>
                    <a:lnTo>
                      <a:pt x="6" y="33"/>
                    </a:lnTo>
                    <a:lnTo>
                      <a:pt x="13" y="23"/>
                    </a:lnTo>
                    <a:lnTo>
                      <a:pt x="22" y="14"/>
                    </a:lnTo>
                    <a:lnTo>
                      <a:pt x="32" y="7"/>
                    </a:lnTo>
                    <a:lnTo>
                      <a:pt x="44" y="2"/>
                    </a:lnTo>
                    <a:lnTo>
                      <a:pt x="56" y="0"/>
                    </a:lnTo>
                  </a:path>
                </a:pathLst>
              </a:cu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889" name="Freeform 326">
                <a:extLst>
                  <a:ext uri="{FF2B5EF4-FFF2-40B4-BE49-F238E27FC236}">
                    <a16:creationId xmlns:a16="http://schemas.microsoft.com/office/drawing/2014/main" id="{98CA83FC-E95F-8ABE-184C-B3FD85AEC23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362" y="2542"/>
                <a:ext cx="224" cy="20"/>
              </a:xfrm>
              <a:custGeom>
                <a:avLst/>
                <a:gdLst>
                  <a:gd name="T0" fmla="*/ 0 w 1328"/>
                  <a:gd name="T1" fmla="*/ 0 h 114"/>
                  <a:gd name="T2" fmla="*/ 0 w 1328"/>
                  <a:gd name="T3" fmla="*/ 0 h 114"/>
                  <a:gd name="T4" fmla="*/ 0 w 1328"/>
                  <a:gd name="T5" fmla="*/ 0 h 114"/>
                  <a:gd name="T6" fmla="*/ 0 w 1328"/>
                  <a:gd name="T7" fmla="*/ 0 h 114"/>
                  <a:gd name="T8" fmla="*/ 0 w 1328"/>
                  <a:gd name="T9" fmla="*/ 0 h 114"/>
                  <a:gd name="T10" fmla="*/ 0 w 1328"/>
                  <a:gd name="T11" fmla="*/ 0 h 114"/>
                  <a:gd name="T12" fmla="*/ 0 w 1328"/>
                  <a:gd name="T13" fmla="*/ 0 h 114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1328"/>
                  <a:gd name="T22" fmla="*/ 0 h 114"/>
                  <a:gd name="T23" fmla="*/ 1328 w 1328"/>
                  <a:gd name="T24" fmla="*/ 114 h 114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1328" h="114">
                    <a:moveTo>
                      <a:pt x="0" y="0"/>
                    </a:moveTo>
                    <a:lnTo>
                      <a:pt x="0" y="57"/>
                    </a:lnTo>
                    <a:lnTo>
                      <a:pt x="0" y="114"/>
                    </a:lnTo>
                    <a:lnTo>
                      <a:pt x="1328" y="114"/>
                    </a:lnTo>
                    <a:lnTo>
                      <a:pt x="1328" y="57"/>
                    </a:lnTo>
                    <a:lnTo>
                      <a:pt x="1328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890" name="Freeform 327">
                <a:extLst>
                  <a:ext uri="{FF2B5EF4-FFF2-40B4-BE49-F238E27FC236}">
                    <a16:creationId xmlns:a16="http://schemas.microsoft.com/office/drawing/2014/main" id="{C6D5DA89-AEBA-773B-C375-2B8889770F4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362" y="2542"/>
                <a:ext cx="224" cy="20"/>
              </a:xfrm>
              <a:custGeom>
                <a:avLst/>
                <a:gdLst>
                  <a:gd name="T0" fmla="*/ 0 w 1328"/>
                  <a:gd name="T1" fmla="*/ 0 h 114"/>
                  <a:gd name="T2" fmla="*/ 0 w 1328"/>
                  <a:gd name="T3" fmla="*/ 0 h 114"/>
                  <a:gd name="T4" fmla="*/ 0 w 1328"/>
                  <a:gd name="T5" fmla="*/ 0 h 114"/>
                  <a:gd name="T6" fmla="*/ 0 w 1328"/>
                  <a:gd name="T7" fmla="*/ 0 h 114"/>
                  <a:gd name="T8" fmla="*/ 0 w 1328"/>
                  <a:gd name="T9" fmla="*/ 0 h 114"/>
                  <a:gd name="T10" fmla="*/ 0 w 1328"/>
                  <a:gd name="T11" fmla="*/ 0 h 114"/>
                  <a:gd name="T12" fmla="*/ 0 w 1328"/>
                  <a:gd name="T13" fmla="*/ 0 h 114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1328"/>
                  <a:gd name="T22" fmla="*/ 0 h 114"/>
                  <a:gd name="T23" fmla="*/ 1328 w 1328"/>
                  <a:gd name="T24" fmla="*/ 114 h 114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1328" h="114">
                    <a:moveTo>
                      <a:pt x="0" y="0"/>
                    </a:moveTo>
                    <a:lnTo>
                      <a:pt x="0" y="57"/>
                    </a:lnTo>
                    <a:lnTo>
                      <a:pt x="0" y="114"/>
                    </a:lnTo>
                    <a:lnTo>
                      <a:pt x="1328" y="114"/>
                    </a:lnTo>
                    <a:lnTo>
                      <a:pt x="1328" y="57"/>
                    </a:lnTo>
                    <a:lnTo>
                      <a:pt x="1328" y="0"/>
                    </a:lnTo>
                    <a:lnTo>
                      <a:pt x="0" y="0"/>
                    </a:lnTo>
                    <a:close/>
                  </a:path>
                </a:pathLst>
              </a:cu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891" name="Freeform 328">
                <a:extLst>
                  <a:ext uri="{FF2B5EF4-FFF2-40B4-BE49-F238E27FC236}">
                    <a16:creationId xmlns:a16="http://schemas.microsoft.com/office/drawing/2014/main" id="{EADFE765-DF49-3A04-98C9-9C95B49B4B6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586" y="2542"/>
                <a:ext cx="10" cy="20"/>
              </a:xfrm>
              <a:custGeom>
                <a:avLst/>
                <a:gdLst>
                  <a:gd name="T0" fmla="*/ 0 w 57"/>
                  <a:gd name="T1" fmla="*/ 0 h 114"/>
                  <a:gd name="T2" fmla="*/ 0 w 57"/>
                  <a:gd name="T3" fmla="*/ 0 h 114"/>
                  <a:gd name="T4" fmla="*/ 0 w 57"/>
                  <a:gd name="T5" fmla="*/ 0 h 114"/>
                  <a:gd name="T6" fmla="*/ 0 w 57"/>
                  <a:gd name="T7" fmla="*/ 0 h 114"/>
                  <a:gd name="T8" fmla="*/ 0 w 57"/>
                  <a:gd name="T9" fmla="*/ 0 h 114"/>
                  <a:gd name="T10" fmla="*/ 0 w 57"/>
                  <a:gd name="T11" fmla="*/ 0 h 114"/>
                  <a:gd name="T12" fmla="*/ 0 w 57"/>
                  <a:gd name="T13" fmla="*/ 0 h 114"/>
                  <a:gd name="T14" fmla="*/ 0 w 57"/>
                  <a:gd name="T15" fmla="*/ 0 h 114"/>
                  <a:gd name="T16" fmla="*/ 0 w 57"/>
                  <a:gd name="T17" fmla="*/ 0 h 114"/>
                  <a:gd name="T18" fmla="*/ 0 w 57"/>
                  <a:gd name="T19" fmla="*/ 0 h 114"/>
                  <a:gd name="T20" fmla="*/ 0 w 57"/>
                  <a:gd name="T21" fmla="*/ 0 h 114"/>
                  <a:gd name="T22" fmla="*/ 0 w 57"/>
                  <a:gd name="T23" fmla="*/ 0 h 114"/>
                  <a:gd name="T24" fmla="*/ 0 w 57"/>
                  <a:gd name="T25" fmla="*/ 0 h 114"/>
                  <a:gd name="T26" fmla="*/ 0 w 57"/>
                  <a:gd name="T27" fmla="*/ 0 h 114"/>
                  <a:gd name="T28" fmla="*/ 0 w 57"/>
                  <a:gd name="T29" fmla="*/ 0 h 114"/>
                  <a:gd name="T30" fmla="*/ 0 w 57"/>
                  <a:gd name="T31" fmla="*/ 0 h 114"/>
                  <a:gd name="T32" fmla="*/ 0 w 57"/>
                  <a:gd name="T33" fmla="*/ 0 h 114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w 57"/>
                  <a:gd name="T52" fmla="*/ 0 h 114"/>
                  <a:gd name="T53" fmla="*/ 57 w 57"/>
                  <a:gd name="T54" fmla="*/ 114 h 114"/>
                </a:gdLst>
                <a:ahLst/>
                <a:cxnLst>
                  <a:cxn ang="T34">
                    <a:pos x="T0" y="T1"/>
                  </a:cxn>
                  <a:cxn ang="T35">
                    <a:pos x="T2" y="T3"/>
                  </a:cxn>
                  <a:cxn ang="T36">
                    <a:pos x="T4" y="T5"/>
                  </a:cxn>
                  <a:cxn ang="T37">
                    <a:pos x="T6" y="T7"/>
                  </a:cxn>
                  <a:cxn ang="T38">
                    <a:pos x="T8" y="T9"/>
                  </a:cxn>
                  <a:cxn ang="T39">
                    <a:pos x="T10" y="T11"/>
                  </a:cxn>
                  <a:cxn ang="T40">
                    <a:pos x="T12" y="T13"/>
                  </a:cxn>
                  <a:cxn ang="T41">
                    <a:pos x="T14" y="T15"/>
                  </a:cxn>
                  <a:cxn ang="T42">
                    <a:pos x="T16" y="T17"/>
                  </a:cxn>
                  <a:cxn ang="T43">
                    <a:pos x="T18" y="T19"/>
                  </a:cxn>
                  <a:cxn ang="T44">
                    <a:pos x="T20" y="T21"/>
                  </a:cxn>
                  <a:cxn ang="T45">
                    <a:pos x="T22" y="T23"/>
                  </a:cxn>
                  <a:cxn ang="T46">
                    <a:pos x="T24" y="T25"/>
                  </a:cxn>
                  <a:cxn ang="T47">
                    <a:pos x="T26" y="T27"/>
                  </a:cxn>
                  <a:cxn ang="T48">
                    <a:pos x="T28" y="T29"/>
                  </a:cxn>
                  <a:cxn ang="T49">
                    <a:pos x="T30" y="T31"/>
                  </a:cxn>
                  <a:cxn ang="T50">
                    <a:pos x="T32" y="T33"/>
                  </a:cxn>
                </a:cxnLst>
                <a:rect l="T51" t="T52" r="T53" b="T54"/>
                <a:pathLst>
                  <a:path w="57" h="114">
                    <a:moveTo>
                      <a:pt x="0" y="57"/>
                    </a:moveTo>
                    <a:lnTo>
                      <a:pt x="0" y="0"/>
                    </a:lnTo>
                    <a:lnTo>
                      <a:pt x="12" y="2"/>
                    </a:lnTo>
                    <a:lnTo>
                      <a:pt x="25" y="7"/>
                    </a:lnTo>
                    <a:lnTo>
                      <a:pt x="35" y="14"/>
                    </a:lnTo>
                    <a:lnTo>
                      <a:pt x="44" y="23"/>
                    </a:lnTo>
                    <a:lnTo>
                      <a:pt x="51" y="33"/>
                    </a:lnTo>
                    <a:lnTo>
                      <a:pt x="55" y="45"/>
                    </a:lnTo>
                    <a:lnTo>
                      <a:pt x="57" y="57"/>
                    </a:lnTo>
                    <a:lnTo>
                      <a:pt x="55" y="70"/>
                    </a:lnTo>
                    <a:lnTo>
                      <a:pt x="51" y="82"/>
                    </a:lnTo>
                    <a:lnTo>
                      <a:pt x="44" y="92"/>
                    </a:lnTo>
                    <a:lnTo>
                      <a:pt x="35" y="101"/>
                    </a:lnTo>
                    <a:lnTo>
                      <a:pt x="25" y="108"/>
                    </a:lnTo>
                    <a:lnTo>
                      <a:pt x="12" y="112"/>
                    </a:lnTo>
                    <a:lnTo>
                      <a:pt x="0" y="114"/>
                    </a:lnTo>
                    <a:lnTo>
                      <a:pt x="0" y="57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892" name="Freeform 329">
                <a:extLst>
                  <a:ext uri="{FF2B5EF4-FFF2-40B4-BE49-F238E27FC236}">
                    <a16:creationId xmlns:a16="http://schemas.microsoft.com/office/drawing/2014/main" id="{20309DE2-B956-CB55-F9D2-F6D8FE21CD3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586" y="2542"/>
                <a:ext cx="10" cy="20"/>
              </a:xfrm>
              <a:custGeom>
                <a:avLst/>
                <a:gdLst>
                  <a:gd name="T0" fmla="*/ 0 w 57"/>
                  <a:gd name="T1" fmla="*/ 0 h 114"/>
                  <a:gd name="T2" fmla="*/ 0 w 57"/>
                  <a:gd name="T3" fmla="*/ 0 h 114"/>
                  <a:gd name="T4" fmla="*/ 0 w 57"/>
                  <a:gd name="T5" fmla="*/ 0 h 114"/>
                  <a:gd name="T6" fmla="*/ 0 w 57"/>
                  <a:gd name="T7" fmla="*/ 0 h 114"/>
                  <a:gd name="T8" fmla="*/ 0 w 57"/>
                  <a:gd name="T9" fmla="*/ 0 h 114"/>
                  <a:gd name="T10" fmla="*/ 0 w 57"/>
                  <a:gd name="T11" fmla="*/ 0 h 114"/>
                  <a:gd name="T12" fmla="*/ 0 w 57"/>
                  <a:gd name="T13" fmla="*/ 0 h 114"/>
                  <a:gd name="T14" fmla="*/ 0 w 57"/>
                  <a:gd name="T15" fmla="*/ 0 h 114"/>
                  <a:gd name="T16" fmla="*/ 0 w 57"/>
                  <a:gd name="T17" fmla="*/ 0 h 114"/>
                  <a:gd name="T18" fmla="*/ 0 w 57"/>
                  <a:gd name="T19" fmla="*/ 0 h 114"/>
                  <a:gd name="T20" fmla="*/ 0 w 57"/>
                  <a:gd name="T21" fmla="*/ 0 h 114"/>
                  <a:gd name="T22" fmla="*/ 0 w 57"/>
                  <a:gd name="T23" fmla="*/ 0 h 114"/>
                  <a:gd name="T24" fmla="*/ 0 w 57"/>
                  <a:gd name="T25" fmla="*/ 0 h 114"/>
                  <a:gd name="T26" fmla="*/ 0 w 57"/>
                  <a:gd name="T27" fmla="*/ 0 h 114"/>
                  <a:gd name="T28" fmla="*/ 0 w 57"/>
                  <a:gd name="T29" fmla="*/ 0 h 114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w 57"/>
                  <a:gd name="T46" fmla="*/ 0 h 114"/>
                  <a:gd name="T47" fmla="*/ 57 w 57"/>
                  <a:gd name="T48" fmla="*/ 114 h 114"/>
                </a:gdLst>
                <a:ahLst/>
                <a:cxnLst>
                  <a:cxn ang="T30">
                    <a:pos x="T0" y="T1"/>
                  </a:cxn>
                  <a:cxn ang="T31">
                    <a:pos x="T2" y="T3"/>
                  </a:cxn>
                  <a:cxn ang="T32">
                    <a:pos x="T4" y="T5"/>
                  </a:cxn>
                  <a:cxn ang="T33">
                    <a:pos x="T6" y="T7"/>
                  </a:cxn>
                  <a:cxn ang="T34">
                    <a:pos x="T8" y="T9"/>
                  </a:cxn>
                  <a:cxn ang="T35">
                    <a:pos x="T10" y="T11"/>
                  </a:cxn>
                  <a:cxn ang="T36">
                    <a:pos x="T12" y="T13"/>
                  </a:cxn>
                  <a:cxn ang="T37">
                    <a:pos x="T14" y="T15"/>
                  </a:cxn>
                  <a:cxn ang="T38">
                    <a:pos x="T16" y="T17"/>
                  </a:cxn>
                  <a:cxn ang="T39">
                    <a:pos x="T18" y="T19"/>
                  </a:cxn>
                  <a:cxn ang="T40">
                    <a:pos x="T20" y="T21"/>
                  </a:cxn>
                  <a:cxn ang="T41">
                    <a:pos x="T22" y="T23"/>
                  </a:cxn>
                  <a:cxn ang="T42">
                    <a:pos x="T24" y="T25"/>
                  </a:cxn>
                  <a:cxn ang="T43">
                    <a:pos x="T26" y="T27"/>
                  </a:cxn>
                  <a:cxn ang="T44">
                    <a:pos x="T28" y="T29"/>
                  </a:cxn>
                </a:cxnLst>
                <a:rect l="T45" t="T46" r="T47" b="T48"/>
                <a:pathLst>
                  <a:path w="57" h="114">
                    <a:moveTo>
                      <a:pt x="0" y="0"/>
                    </a:moveTo>
                    <a:lnTo>
                      <a:pt x="12" y="2"/>
                    </a:lnTo>
                    <a:lnTo>
                      <a:pt x="25" y="7"/>
                    </a:lnTo>
                    <a:lnTo>
                      <a:pt x="35" y="14"/>
                    </a:lnTo>
                    <a:lnTo>
                      <a:pt x="44" y="23"/>
                    </a:lnTo>
                    <a:lnTo>
                      <a:pt x="51" y="33"/>
                    </a:lnTo>
                    <a:lnTo>
                      <a:pt x="55" y="45"/>
                    </a:lnTo>
                    <a:lnTo>
                      <a:pt x="57" y="57"/>
                    </a:lnTo>
                    <a:lnTo>
                      <a:pt x="55" y="70"/>
                    </a:lnTo>
                    <a:lnTo>
                      <a:pt x="51" y="82"/>
                    </a:lnTo>
                    <a:lnTo>
                      <a:pt x="44" y="92"/>
                    </a:lnTo>
                    <a:lnTo>
                      <a:pt x="35" y="101"/>
                    </a:lnTo>
                    <a:lnTo>
                      <a:pt x="25" y="108"/>
                    </a:lnTo>
                    <a:lnTo>
                      <a:pt x="12" y="112"/>
                    </a:lnTo>
                    <a:lnTo>
                      <a:pt x="0" y="114"/>
                    </a:lnTo>
                  </a:path>
                </a:pathLst>
              </a:cu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893" name="Freeform 330">
                <a:extLst>
                  <a:ext uri="{FF2B5EF4-FFF2-40B4-BE49-F238E27FC236}">
                    <a16:creationId xmlns:a16="http://schemas.microsoft.com/office/drawing/2014/main" id="{DE841E92-5F66-E786-95F0-585B8531817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092" y="2676"/>
                <a:ext cx="19" cy="10"/>
              </a:xfrm>
              <a:custGeom>
                <a:avLst/>
                <a:gdLst>
                  <a:gd name="T0" fmla="*/ 0 w 113"/>
                  <a:gd name="T1" fmla="*/ 0 h 57"/>
                  <a:gd name="T2" fmla="*/ 0 w 113"/>
                  <a:gd name="T3" fmla="*/ 0 h 57"/>
                  <a:gd name="T4" fmla="*/ 0 w 113"/>
                  <a:gd name="T5" fmla="*/ 0 h 57"/>
                  <a:gd name="T6" fmla="*/ 0 w 113"/>
                  <a:gd name="T7" fmla="*/ 0 h 57"/>
                  <a:gd name="T8" fmla="*/ 0 w 113"/>
                  <a:gd name="T9" fmla="*/ 0 h 57"/>
                  <a:gd name="T10" fmla="*/ 0 w 113"/>
                  <a:gd name="T11" fmla="*/ 0 h 57"/>
                  <a:gd name="T12" fmla="*/ 0 w 113"/>
                  <a:gd name="T13" fmla="*/ 0 h 57"/>
                  <a:gd name="T14" fmla="*/ 0 w 113"/>
                  <a:gd name="T15" fmla="*/ 0 h 57"/>
                  <a:gd name="T16" fmla="*/ 0 w 113"/>
                  <a:gd name="T17" fmla="*/ 0 h 57"/>
                  <a:gd name="T18" fmla="*/ 0 w 113"/>
                  <a:gd name="T19" fmla="*/ 0 h 57"/>
                  <a:gd name="T20" fmla="*/ 0 w 113"/>
                  <a:gd name="T21" fmla="*/ 0 h 57"/>
                  <a:gd name="T22" fmla="*/ 0 w 113"/>
                  <a:gd name="T23" fmla="*/ 0 h 57"/>
                  <a:gd name="T24" fmla="*/ 0 w 113"/>
                  <a:gd name="T25" fmla="*/ 0 h 57"/>
                  <a:gd name="T26" fmla="*/ 0 w 113"/>
                  <a:gd name="T27" fmla="*/ 0 h 57"/>
                  <a:gd name="T28" fmla="*/ 0 w 113"/>
                  <a:gd name="T29" fmla="*/ 0 h 57"/>
                  <a:gd name="T30" fmla="*/ 0 w 113"/>
                  <a:gd name="T31" fmla="*/ 0 h 57"/>
                  <a:gd name="T32" fmla="*/ 0 w 113"/>
                  <a:gd name="T33" fmla="*/ 0 h 57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w 113"/>
                  <a:gd name="T52" fmla="*/ 0 h 57"/>
                  <a:gd name="T53" fmla="*/ 113 w 113"/>
                  <a:gd name="T54" fmla="*/ 57 h 57"/>
                </a:gdLst>
                <a:ahLst/>
                <a:cxnLst>
                  <a:cxn ang="T34">
                    <a:pos x="T0" y="T1"/>
                  </a:cxn>
                  <a:cxn ang="T35">
                    <a:pos x="T2" y="T3"/>
                  </a:cxn>
                  <a:cxn ang="T36">
                    <a:pos x="T4" y="T5"/>
                  </a:cxn>
                  <a:cxn ang="T37">
                    <a:pos x="T6" y="T7"/>
                  </a:cxn>
                  <a:cxn ang="T38">
                    <a:pos x="T8" y="T9"/>
                  </a:cxn>
                  <a:cxn ang="T39">
                    <a:pos x="T10" y="T11"/>
                  </a:cxn>
                  <a:cxn ang="T40">
                    <a:pos x="T12" y="T13"/>
                  </a:cxn>
                  <a:cxn ang="T41">
                    <a:pos x="T14" y="T15"/>
                  </a:cxn>
                  <a:cxn ang="T42">
                    <a:pos x="T16" y="T17"/>
                  </a:cxn>
                  <a:cxn ang="T43">
                    <a:pos x="T18" y="T19"/>
                  </a:cxn>
                  <a:cxn ang="T44">
                    <a:pos x="T20" y="T21"/>
                  </a:cxn>
                  <a:cxn ang="T45">
                    <a:pos x="T22" y="T23"/>
                  </a:cxn>
                  <a:cxn ang="T46">
                    <a:pos x="T24" y="T25"/>
                  </a:cxn>
                  <a:cxn ang="T47">
                    <a:pos x="T26" y="T27"/>
                  </a:cxn>
                  <a:cxn ang="T48">
                    <a:pos x="T28" y="T29"/>
                  </a:cxn>
                  <a:cxn ang="T49">
                    <a:pos x="T30" y="T31"/>
                  </a:cxn>
                  <a:cxn ang="T50">
                    <a:pos x="T32" y="T33"/>
                  </a:cxn>
                </a:cxnLst>
                <a:rect l="T51" t="T52" r="T53" b="T54"/>
                <a:pathLst>
                  <a:path w="113" h="57">
                    <a:moveTo>
                      <a:pt x="56" y="57"/>
                    </a:moveTo>
                    <a:lnTo>
                      <a:pt x="0" y="57"/>
                    </a:lnTo>
                    <a:lnTo>
                      <a:pt x="1" y="45"/>
                    </a:lnTo>
                    <a:lnTo>
                      <a:pt x="5" y="32"/>
                    </a:lnTo>
                    <a:lnTo>
                      <a:pt x="12" y="22"/>
                    </a:lnTo>
                    <a:lnTo>
                      <a:pt x="21" y="13"/>
                    </a:lnTo>
                    <a:lnTo>
                      <a:pt x="31" y="7"/>
                    </a:lnTo>
                    <a:lnTo>
                      <a:pt x="43" y="2"/>
                    </a:lnTo>
                    <a:lnTo>
                      <a:pt x="56" y="0"/>
                    </a:lnTo>
                    <a:lnTo>
                      <a:pt x="68" y="2"/>
                    </a:lnTo>
                    <a:lnTo>
                      <a:pt x="80" y="7"/>
                    </a:lnTo>
                    <a:lnTo>
                      <a:pt x="90" y="13"/>
                    </a:lnTo>
                    <a:lnTo>
                      <a:pt x="99" y="22"/>
                    </a:lnTo>
                    <a:lnTo>
                      <a:pt x="106" y="32"/>
                    </a:lnTo>
                    <a:lnTo>
                      <a:pt x="111" y="45"/>
                    </a:lnTo>
                    <a:lnTo>
                      <a:pt x="113" y="57"/>
                    </a:lnTo>
                    <a:lnTo>
                      <a:pt x="56" y="57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894" name="Freeform 331">
                <a:extLst>
                  <a:ext uri="{FF2B5EF4-FFF2-40B4-BE49-F238E27FC236}">
                    <a16:creationId xmlns:a16="http://schemas.microsoft.com/office/drawing/2014/main" id="{5D16360D-E22D-473B-FAF6-8BBF14B4F95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092" y="2676"/>
                <a:ext cx="19" cy="10"/>
              </a:xfrm>
              <a:custGeom>
                <a:avLst/>
                <a:gdLst>
                  <a:gd name="T0" fmla="*/ 0 w 113"/>
                  <a:gd name="T1" fmla="*/ 0 h 57"/>
                  <a:gd name="T2" fmla="*/ 0 w 113"/>
                  <a:gd name="T3" fmla="*/ 0 h 57"/>
                  <a:gd name="T4" fmla="*/ 0 w 113"/>
                  <a:gd name="T5" fmla="*/ 0 h 57"/>
                  <a:gd name="T6" fmla="*/ 0 w 113"/>
                  <a:gd name="T7" fmla="*/ 0 h 57"/>
                  <a:gd name="T8" fmla="*/ 0 w 113"/>
                  <a:gd name="T9" fmla="*/ 0 h 57"/>
                  <a:gd name="T10" fmla="*/ 0 w 113"/>
                  <a:gd name="T11" fmla="*/ 0 h 57"/>
                  <a:gd name="T12" fmla="*/ 0 w 113"/>
                  <a:gd name="T13" fmla="*/ 0 h 57"/>
                  <a:gd name="T14" fmla="*/ 0 w 113"/>
                  <a:gd name="T15" fmla="*/ 0 h 57"/>
                  <a:gd name="T16" fmla="*/ 0 w 113"/>
                  <a:gd name="T17" fmla="*/ 0 h 57"/>
                  <a:gd name="T18" fmla="*/ 0 w 113"/>
                  <a:gd name="T19" fmla="*/ 0 h 57"/>
                  <a:gd name="T20" fmla="*/ 0 w 113"/>
                  <a:gd name="T21" fmla="*/ 0 h 57"/>
                  <a:gd name="T22" fmla="*/ 0 w 113"/>
                  <a:gd name="T23" fmla="*/ 0 h 57"/>
                  <a:gd name="T24" fmla="*/ 0 w 113"/>
                  <a:gd name="T25" fmla="*/ 0 h 57"/>
                  <a:gd name="T26" fmla="*/ 0 w 113"/>
                  <a:gd name="T27" fmla="*/ 0 h 57"/>
                  <a:gd name="T28" fmla="*/ 0 w 113"/>
                  <a:gd name="T29" fmla="*/ 0 h 57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w 113"/>
                  <a:gd name="T46" fmla="*/ 0 h 57"/>
                  <a:gd name="T47" fmla="*/ 113 w 113"/>
                  <a:gd name="T48" fmla="*/ 57 h 57"/>
                </a:gdLst>
                <a:ahLst/>
                <a:cxnLst>
                  <a:cxn ang="T30">
                    <a:pos x="T0" y="T1"/>
                  </a:cxn>
                  <a:cxn ang="T31">
                    <a:pos x="T2" y="T3"/>
                  </a:cxn>
                  <a:cxn ang="T32">
                    <a:pos x="T4" y="T5"/>
                  </a:cxn>
                  <a:cxn ang="T33">
                    <a:pos x="T6" y="T7"/>
                  </a:cxn>
                  <a:cxn ang="T34">
                    <a:pos x="T8" y="T9"/>
                  </a:cxn>
                  <a:cxn ang="T35">
                    <a:pos x="T10" y="T11"/>
                  </a:cxn>
                  <a:cxn ang="T36">
                    <a:pos x="T12" y="T13"/>
                  </a:cxn>
                  <a:cxn ang="T37">
                    <a:pos x="T14" y="T15"/>
                  </a:cxn>
                  <a:cxn ang="T38">
                    <a:pos x="T16" y="T17"/>
                  </a:cxn>
                  <a:cxn ang="T39">
                    <a:pos x="T18" y="T19"/>
                  </a:cxn>
                  <a:cxn ang="T40">
                    <a:pos x="T20" y="T21"/>
                  </a:cxn>
                  <a:cxn ang="T41">
                    <a:pos x="T22" y="T23"/>
                  </a:cxn>
                  <a:cxn ang="T42">
                    <a:pos x="T24" y="T25"/>
                  </a:cxn>
                  <a:cxn ang="T43">
                    <a:pos x="T26" y="T27"/>
                  </a:cxn>
                  <a:cxn ang="T44">
                    <a:pos x="T28" y="T29"/>
                  </a:cxn>
                </a:cxnLst>
                <a:rect l="T45" t="T46" r="T47" b="T48"/>
                <a:pathLst>
                  <a:path w="113" h="57">
                    <a:moveTo>
                      <a:pt x="0" y="57"/>
                    </a:moveTo>
                    <a:lnTo>
                      <a:pt x="1" y="45"/>
                    </a:lnTo>
                    <a:lnTo>
                      <a:pt x="5" y="32"/>
                    </a:lnTo>
                    <a:lnTo>
                      <a:pt x="12" y="22"/>
                    </a:lnTo>
                    <a:lnTo>
                      <a:pt x="21" y="13"/>
                    </a:lnTo>
                    <a:lnTo>
                      <a:pt x="31" y="7"/>
                    </a:lnTo>
                    <a:lnTo>
                      <a:pt x="43" y="2"/>
                    </a:lnTo>
                    <a:lnTo>
                      <a:pt x="56" y="0"/>
                    </a:lnTo>
                    <a:lnTo>
                      <a:pt x="68" y="2"/>
                    </a:lnTo>
                    <a:lnTo>
                      <a:pt x="80" y="7"/>
                    </a:lnTo>
                    <a:lnTo>
                      <a:pt x="90" y="13"/>
                    </a:lnTo>
                    <a:lnTo>
                      <a:pt x="99" y="22"/>
                    </a:lnTo>
                    <a:lnTo>
                      <a:pt x="106" y="32"/>
                    </a:lnTo>
                    <a:lnTo>
                      <a:pt x="111" y="45"/>
                    </a:lnTo>
                    <a:lnTo>
                      <a:pt x="113" y="57"/>
                    </a:lnTo>
                  </a:path>
                </a:pathLst>
              </a:cu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895" name="Freeform 332">
                <a:extLst>
                  <a:ext uri="{FF2B5EF4-FFF2-40B4-BE49-F238E27FC236}">
                    <a16:creationId xmlns:a16="http://schemas.microsoft.com/office/drawing/2014/main" id="{927EE856-75E4-9EA1-4A7A-350124535F5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092" y="2686"/>
                <a:ext cx="19" cy="224"/>
              </a:xfrm>
              <a:custGeom>
                <a:avLst/>
                <a:gdLst>
                  <a:gd name="T0" fmla="*/ 0 w 113"/>
                  <a:gd name="T1" fmla="*/ 0 h 1328"/>
                  <a:gd name="T2" fmla="*/ 0 w 113"/>
                  <a:gd name="T3" fmla="*/ 0 h 1328"/>
                  <a:gd name="T4" fmla="*/ 0 w 113"/>
                  <a:gd name="T5" fmla="*/ 0 h 1328"/>
                  <a:gd name="T6" fmla="*/ 0 w 113"/>
                  <a:gd name="T7" fmla="*/ 0 h 1328"/>
                  <a:gd name="T8" fmla="*/ 0 w 113"/>
                  <a:gd name="T9" fmla="*/ 0 h 1328"/>
                  <a:gd name="T10" fmla="*/ 0 w 113"/>
                  <a:gd name="T11" fmla="*/ 0 h 1328"/>
                  <a:gd name="T12" fmla="*/ 0 w 113"/>
                  <a:gd name="T13" fmla="*/ 0 h 1328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113"/>
                  <a:gd name="T22" fmla="*/ 0 h 1328"/>
                  <a:gd name="T23" fmla="*/ 113 w 113"/>
                  <a:gd name="T24" fmla="*/ 1328 h 1328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113" h="1328">
                    <a:moveTo>
                      <a:pt x="113" y="0"/>
                    </a:moveTo>
                    <a:lnTo>
                      <a:pt x="56" y="0"/>
                    </a:lnTo>
                    <a:lnTo>
                      <a:pt x="0" y="0"/>
                    </a:lnTo>
                    <a:lnTo>
                      <a:pt x="0" y="1328"/>
                    </a:lnTo>
                    <a:lnTo>
                      <a:pt x="56" y="1328"/>
                    </a:lnTo>
                    <a:lnTo>
                      <a:pt x="113" y="1328"/>
                    </a:lnTo>
                    <a:lnTo>
                      <a:pt x="113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896" name="Freeform 333">
                <a:extLst>
                  <a:ext uri="{FF2B5EF4-FFF2-40B4-BE49-F238E27FC236}">
                    <a16:creationId xmlns:a16="http://schemas.microsoft.com/office/drawing/2014/main" id="{0410477B-68AF-7656-9926-5757261478F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092" y="2686"/>
                <a:ext cx="19" cy="224"/>
              </a:xfrm>
              <a:custGeom>
                <a:avLst/>
                <a:gdLst>
                  <a:gd name="T0" fmla="*/ 0 w 113"/>
                  <a:gd name="T1" fmla="*/ 0 h 1328"/>
                  <a:gd name="T2" fmla="*/ 0 w 113"/>
                  <a:gd name="T3" fmla="*/ 0 h 1328"/>
                  <a:gd name="T4" fmla="*/ 0 w 113"/>
                  <a:gd name="T5" fmla="*/ 0 h 1328"/>
                  <a:gd name="T6" fmla="*/ 0 w 113"/>
                  <a:gd name="T7" fmla="*/ 0 h 1328"/>
                  <a:gd name="T8" fmla="*/ 0 w 113"/>
                  <a:gd name="T9" fmla="*/ 0 h 1328"/>
                  <a:gd name="T10" fmla="*/ 0 w 113"/>
                  <a:gd name="T11" fmla="*/ 0 h 1328"/>
                  <a:gd name="T12" fmla="*/ 0 w 113"/>
                  <a:gd name="T13" fmla="*/ 0 h 1328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113"/>
                  <a:gd name="T22" fmla="*/ 0 h 1328"/>
                  <a:gd name="T23" fmla="*/ 113 w 113"/>
                  <a:gd name="T24" fmla="*/ 1328 h 1328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113" h="1328">
                    <a:moveTo>
                      <a:pt x="113" y="0"/>
                    </a:moveTo>
                    <a:lnTo>
                      <a:pt x="56" y="0"/>
                    </a:lnTo>
                    <a:lnTo>
                      <a:pt x="0" y="0"/>
                    </a:lnTo>
                    <a:lnTo>
                      <a:pt x="0" y="1328"/>
                    </a:lnTo>
                    <a:lnTo>
                      <a:pt x="56" y="1328"/>
                    </a:lnTo>
                    <a:lnTo>
                      <a:pt x="113" y="1328"/>
                    </a:lnTo>
                    <a:lnTo>
                      <a:pt x="113" y="0"/>
                    </a:lnTo>
                    <a:close/>
                  </a:path>
                </a:pathLst>
              </a:cu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897" name="Freeform 334">
                <a:extLst>
                  <a:ext uri="{FF2B5EF4-FFF2-40B4-BE49-F238E27FC236}">
                    <a16:creationId xmlns:a16="http://schemas.microsoft.com/office/drawing/2014/main" id="{8EA2C6D0-E262-74B2-6622-6D5C6CCBB7E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092" y="2910"/>
                <a:ext cx="19" cy="10"/>
              </a:xfrm>
              <a:custGeom>
                <a:avLst/>
                <a:gdLst>
                  <a:gd name="T0" fmla="*/ 0 w 113"/>
                  <a:gd name="T1" fmla="*/ 0 h 56"/>
                  <a:gd name="T2" fmla="*/ 0 w 113"/>
                  <a:gd name="T3" fmla="*/ 0 h 56"/>
                  <a:gd name="T4" fmla="*/ 0 w 113"/>
                  <a:gd name="T5" fmla="*/ 0 h 56"/>
                  <a:gd name="T6" fmla="*/ 0 w 113"/>
                  <a:gd name="T7" fmla="*/ 0 h 56"/>
                  <a:gd name="T8" fmla="*/ 0 w 113"/>
                  <a:gd name="T9" fmla="*/ 0 h 56"/>
                  <a:gd name="T10" fmla="*/ 0 w 113"/>
                  <a:gd name="T11" fmla="*/ 0 h 56"/>
                  <a:gd name="T12" fmla="*/ 0 w 113"/>
                  <a:gd name="T13" fmla="*/ 0 h 56"/>
                  <a:gd name="T14" fmla="*/ 0 w 113"/>
                  <a:gd name="T15" fmla="*/ 0 h 56"/>
                  <a:gd name="T16" fmla="*/ 0 w 113"/>
                  <a:gd name="T17" fmla="*/ 0 h 56"/>
                  <a:gd name="T18" fmla="*/ 0 w 113"/>
                  <a:gd name="T19" fmla="*/ 0 h 56"/>
                  <a:gd name="T20" fmla="*/ 0 w 113"/>
                  <a:gd name="T21" fmla="*/ 0 h 56"/>
                  <a:gd name="T22" fmla="*/ 0 w 113"/>
                  <a:gd name="T23" fmla="*/ 0 h 56"/>
                  <a:gd name="T24" fmla="*/ 0 w 113"/>
                  <a:gd name="T25" fmla="*/ 0 h 56"/>
                  <a:gd name="T26" fmla="*/ 0 w 113"/>
                  <a:gd name="T27" fmla="*/ 0 h 56"/>
                  <a:gd name="T28" fmla="*/ 0 w 113"/>
                  <a:gd name="T29" fmla="*/ 0 h 56"/>
                  <a:gd name="T30" fmla="*/ 0 w 113"/>
                  <a:gd name="T31" fmla="*/ 0 h 56"/>
                  <a:gd name="T32" fmla="*/ 0 w 113"/>
                  <a:gd name="T33" fmla="*/ 0 h 5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w 113"/>
                  <a:gd name="T52" fmla="*/ 0 h 56"/>
                  <a:gd name="T53" fmla="*/ 113 w 113"/>
                  <a:gd name="T54" fmla="*/ 56 h 56"/>
                </a:gdLst>
                <a:ahLst/>
                <a:cxnLst>
                  <a:cxn ang="T34">
                    <a:pos x="T0" y="T1"/>
                  </a:cxn>
                  <a:cxn ang="T35">
                    <a:pos x="T2" y="T3"/>
                  </a:cxn>
                  <a:cxn ang="T36">
                    <a:pos x="T4" y="T5"/>
                  </a:cxn>
                  <a:cxn ang="T37">
                    <a:pos x="T6" y="T7"/>
                  </a:cxn>
                  <a:cxn ang="T38">
                    <a:pos x="T8" y="T9"/>
                  </a:cxn>
                  <a:cxn ang="T39">
                    <a:pos x="T10" y="T11"/>
                  </a:cxn>
                  <a:cxn ang="T40">
                    <a:pos x="T12" y="T13"/>
                  </a:cxn>
                  <a:cxn ang="T41">
                    <a:pos x="T14" y="T15"/>
                  </a:cxn>
                  <a:cxn ang="T42">
                    <a:pos x="T16" y="T17"/>
                  </a:cxn>
                  <a:cxn ang="T43">
                    <a:pos x="T18" y="T19"/>
                  </a:cxn>
                  <a:cxn ang="T44">
                    <a:pos x="T20" y="T21"/>
                  </a:cxn>
                  <a:cxn ang="T45">
                    <a:pos x="T22" y="T23"/>
                  </a:cxn>
                  <a:cxn ang="T46">
                    <a:pos x="T24" y="T25"/>
                  </a:cxn>
                  <a:cxn ang="T47">
                    <a:pos x="T26" y="T27"/>
                  </a:cxn>
                  <a:cxn ang="T48">
                    <a:pos x="T28" y="T29"/>
                  </a:cxn>
                  <a:cxn ang="T49">
                    <a:pos x="T30" y="T31"/>
                  </a:cxn>
                  <a:cxn ang="T50">
                    <a:pos x="T32" y="T33"/>
                  </a:cxn>
                </a:cxnLst>
                <a:rect l="T51" t="T52" r="T53" b="T54"/>
                <a:pathLst>
                  <a:path w="113" h="56">
                    <a:moveTo>
                      <a:pt x="56" y="0"/>
                    </a:moveTo>
                    <a:lnTo>
                      <a:pt x="113" y="0"/>
                    </a:lnTo>
                    <a:lnTo>
                      <a:pt x="111" y="12"/>
                    </a:lnTo>
                    <a:lnTo>
                      <a:pt x="106" y="24"/>
                    </a:lnTo>
                    <a:lnTo>
                      <a:pt x="99" y="34"/>
                    </a:lnTo>
                    <a:lnTo>
                      <a:pt x="90" y="43"/>
                    </a:lnTo>
                    <a:lnTo>
                      <a:pt x="80" y="50"/>
                    </a:lnTo>
                    <a:lnTo>
                      <a:pt x="68" y="55"/>
                    </a:lnTo>
                    <a:lnTo>
                      <a:pt x="56" y="56"/>
                    </a:lnTo>
                    <a:lnTo>
                      <a:pt x="43" y="55"/>
                    </a:lnTo>
                    <a:lnTo>
                      <a:pt x="31" y="50"/>
                    </a:lnTo>
                    <a:lnTo>
                      <a:pt x="21" y="43"/>
                    </a:lnTo>
                    <a:lnTo>
                      <a:pt x="12" y="34"/>
                    </a:lnTo>
                    <a:lnTo>
                      <a:pt x="5" y="24"/>
                    </a:lnTo>
                    <a:lnTo>
                      <a:pt x="1" y="12"/>
                    </a:lnTo>
                    <a:lnTo>
                      <a:pt x="0" y="0"/>
                    </a:lnTo>
                    <a:lnTo>
                      <a:pt x="56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898" name="Freeform 335">
                <a:extLst>
                  <a:ext uri="{FF2B5EF4-FFF2-40B4-BE49-F238E27FC236}">
                    <a16:creationId xmlns:a16="http://schemas.microsoft.com/office/drawing/2014/main" id="{F709CB43-C2B5-D6FF-3250-4A6A8857CA1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092" y="2910"/>
                <a:ext cx="19" cy="10"/>
              </a:xfrm>
              <a:custGeom>
                <a:avLst/>
                <a:gdLst>
                  <a:gd name="T0" fmla="*/ 0 w 113"/>
                  <a:gd name="T1" fmla="*/ 0 h 56"/>
                  <a:gd name="T2" fmla="*/ 0 w 113"/>
                  <a:gd name="T3" fmla="*/ 0 h 56"/>
                  <a:gd name="T4" fmla="*/ 0 w 113"/>
                  <a:gd name="T5" fmla="*/ 0 h 56"/>
                  <a:gd name="T6" fmla="*/ 0 w 113"/>
                  <a:gd name="T7" fmla="*/ 0 h 56"/>
                  <a:gd name="T8" fmla="*/ 0 w 113"/>
                  <a:gd name="T9" fmla="*/ 0 h 56"/>
                  <a:gd name="T10" fmla="*/ 0 w 113"/>
                  <a:gd name="T11" fmla="*/ 0 h 56"/>
                  <a:gd name="T12" fmla="*/ 0 w 113"/>
                  <a:gd name="T13" fmla="*/ 0 h 56"/>
                  <a:gd name="T14" fmla="*/ 0 w 113"/>
                  <a:gd name="T15" fmla="*/ 0 h 56"/>
                  <a:gd name="T16" fmla="*/ 0 w 113"/>
                  <a:gd name="T17" fmla="*/ 0 h 56"/>
                  <a:gd name="T18" fmla="*/ 0 w 113"/>
                  <a:gd name="T19" fmla="*/ 0 h 56"/>
                  <a:gd name="T20" fmla="*/ 0 w 113"/>
                  <a:gd name="T21" fmla="*/ 0 h 56"/>
                  <a:gd name="T22" fmla="*/ 0 w 113"/>
                  <a:gd name="T23" fmla="*/ 0 h 56"/>
                  <a:gd name="T24" fmla="*/ 0 w 113"/>
                  <a:gd name="T25" fmla="*/ 0 h 56"/>
                  <a:gd name="T26" fmla="*/ 0 w 113"/>
                  <a:gd name="T27" fmla="*/ 0 h 56"/>
                  <a:gd name="T28" fmla="*/ 0 w 113"/>
                  <a:gd name="T29" fmla="*/ 0 h 5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w 113"/>
                  <a:gd name="T46" fmla="*/ 0 h 56"/>
                  <a:gd name="T47" fmla="*/ 113 w 113"/>
                  <a:gd name="T48" fmla="*/ 56 h 56"/>
                </a:gdLst>
                <a:ahLst/>
                <a:cxnLst>
                  <a:cxn ang="T30">
                    <a:pos x="T0" y="T1"/>
                  </a:cxn>
                  <a:cxn ang="T31">
                    <a:pos x="T2" y="T3"/>
                  </a:cxn>
                  <a:cxn ang="T32">
                    <a:pos x="T4" y="T5"/>
                  </a:cxn>
                  <a:cxn ang="T33">
                    <a:pos x="T6" y="T7"/>
                  </a:cxn>
                  <a:cxn ang="T34">
                    <a:pos x="T8" y="T9"/>
                  </a:cxn>
                  <a:cxn ang="T35">
                    <a:pos x="T10" y="T11"/>
                  </a:cxn>
                  <a:cxn ang="T36">
                    <a:pos x="T12" y="T13"/>
                  </a:cxn>
                  <a:cxn ang="T37">
                    <a:pos x="T14" y="T15"/>
                  </a:cxn>
                  <a:cxn ang="T38">
                    <a:pos x="T16" y="T17"/>
                  </a:cxn>
                  <a:cxn ang="T39">
                    <a:pos x="T18" y="T19"/>
                  </a:cxn>
                  <a:cxn ang="T40">
                    <a:pos x="T20" y="T21"/>
                  </a:cxn>
                  <a:cxn ang="T41">
                    <a:pos x="T22" y="T23"/>
                  </a:cxn>
                  <a:cxn ang="T42">
                    <a:pos x="T24" y="T25"/>
                  </a:cxn>
                  <a:cxn ang="T43">
                    <a:pos x="T26" y="T27"/>
                  </a:cxn>
                  <a:cxn ang="T44">
                    <a:pos x="T28" y="T29"/>
                  </a:cxn>
                </a:cxnLst>
                <a:rect l="T45" t="T46" r="T47" b="T48"/>
                <a:pathLst>
                  <a:path w="113" h="56">
                    <a:moveTo>
                      <a:pt x="113" y="0"/>
                    </a:moveTo>
                    <a:lnTo>
                      <a:pt x="111" y="12"/>
                    </a:lnTo>
                    <a:lnTo>
                      <a:pt x="106" y="24"/>
                    </a:lnTo>
                    <a:lnTo>
                      <a:pt x="99" y="34"/>
                    </a:lnTo>
                    <a:lnTo>
                      <a:pt x="90" y="43"/>
                    </a:lnTo>
                    <a:lnTo>
                      <a:pt x="80" y="50"/>
                    </a:lnTo>
                    <a:lnTo>
                      <a:pt x="68" y="55"/>
                    </a:lnTo>
                    <a:lnTo>
                      <a:pt x="56" y="56"/>
                    </a:lnTo>
                    <a:lnTo>
                      <a:pt x="43" y="55"/>
                    </a:lnTo>
                    <a:lnTo>
                      <a:pt x="31" y="50"/>
                    </a:lnTo>
                    <a:lnTo>
                      <a:pt x="21" y="43"/>
                    </a:lnTo>
                    <a:lnTo>
                      <a:pt x="12" y="34"/>
                    </a:lnTo>
                    <a:lnTo>
                      <a:pt x="5" y="24"/>
                    </a:lnTo>
                    <a:lnTo>
                      <a:pt x="1" y="12"/>
                    </a:lnTo>
                    <a:lnTo>
                      <a:pt x="0" y="0"/>
                    </a:lnTo>
                  </a:path>
                </a:pathLst>
              </a:cu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899" name="Freeform 336">
                <a:extLst>
                  <a:ext uri="{FF2B5EF4-FFF2-40B4-BE49-F238E27FC236}">
                    <a16:creationId xmlns:a16="http://schemas.microsoft.com/office/drawing/2014/main" id="{00A7C52E-698E-60C5-0203-1E015861C47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069" y="3855"/>
                <a:ext cx="19" cy="10"/>
              </a:xfrm>
              <a:custGeom>
                <a:avLst/>
                <a:gdLst>
                  <a:gd name="T0" fmla="*/ 0 w 113"/>
                  <a:gd name="T1" fmla="*/ 0 h 56"/>
                  <a:gd name="T2" fmla="*/ 0 w 113"/>
                  <a:gd name="T3" fmla="*/ 0 h 56"/>
                  <a:gd name="T4" fmla="*/ 0 w 113"/>
                  <a:gd name="T5" fmla="*/ 0 h 56"/>
                  <a:gd name="T6" fmla="*/ 0 w 113"/>
                  <a:gd name="T7" fmla="*/ 0 h 56"/>
                  <a:gd name="T8" fmla="*/ 0 w 113"/>
                  <a:gd name="T9" fmla="*/ 0 h 56"/>
                  <a:gd name="T10" fmla="*/ 0 w 113"/>
                  <a:gd name="T11" fmla="*/ 0 h 56"/>
                  <a:gd name="T12" fmla="*/ 0 w 113"/>
                  <a:gd name="T13" fmla="*/ 0 h 56"/>
                  <a:gd name="T14" fmla="*/ 0 w 113"/>
                  <a:gd name="T15" fmla="*/ 0 h 56"/>
                  <a:gd name="T16" fmla="*/ 0 w 113"/>
                  <a:gd name="T17" fmla="*/ 0 h 56"/>
                  <a:gd name="T18" fmla="*/ 0 w 113"/>
                  <a:gd name="T19" fmla="*/ 0 h 56"/>
                  <a:gd name="T20" fmla="*/ 0 w 113"/>
                  <a:gd name="T21" fmla="*/ 0 h 56"/>
                  <a:gd name="T22" fmla="*/ 0 w 113"/>
                  <a:gd name="T23" fmla="*/ 0 h 56"/>
                  <a:gd name="T24" fmla="*/ 0 w 113"/>
                  <a:gd name="T25" fmla="*/ 0 h 56"/>
                  <a:gd name="T26" fmla="*/ 0 w 113"/>
                  <a:gd name="T27" fmla="*/ 0 h 56"/>
                  <a:gd name="T28" fmla="*/ 0 w 113"/>
                  <a:gd name="T29" fmla="*/ 0 h 56"/>
                  <a:gd name="T30" fmla="*/ 0 w 113"/>
                  <a:gd name="T31" fmla="*/ 0 h 56"/>
                  <a:gd name="T32" fmla="*/ 0 w 113"/>
                  <a:gd name="T33" fmla="*/ 0 h 5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w 113"/>
                  <a:gd name="T52" fmla="*/ 0 h 56"/>
                  <a:gd name="T53" fmla="*/ 113 w 113"/>
                  <a:gd name="T54" fmla="*/ 56 h 56"/>
                </a:gdLst>
                <a:ahLst/>
                <a:cxnLst>
                  <a:cxn ang="T34">
                    <a:pos x="T0" y="T1"/>
                  </a:cxn>
                  <a:cxn ang="T35">
                    <a:pos x="T2" y="T3"/>
                  </a:cxn>
                  <a:cxn ang="T36">
                    <a:pos x="T4" y="T5"/>
                  </a:cxn>
                  <a:cxn ang="T37">
                    <a:pos x="T6" y="T7"/>
                  </a:cxn>
                  <a:cxn ang="T38">
                    <a:pos x="T8" y="T9"/>
                  </a:cxn>
                  <a:cxn ang="T39">
                    <a:pos x="T10" y="T11"/>
                  </a:cxn>
                  <a:cxn ang="T40">
                    <a:pos x="T12" y="T13"/>
                  </a:cxn>
                  <a:cxn ang="T41">
                    <a:pos x="T14" y="T15"/>
                  </a:cxn>
                  <a:cxn ang="T42">
                    <a:pos x="T16" y="T17"/>
                  </a:cxn>
                  <a:cxn ang="T43">
                    <a:pos x="T18" y="T19"/>
                  </a:cxn>
                  <a:cxn ang="T44">
                    <a:pos x="T20" y="T21"/>
                  </a:cxn>
                  <a:cxn ang="T45">
                    <a:pos x="T22" y="T23"/>
                  </a:cxn>
                  <a:cxn ang="T46">
                    <a:pos x="T24" y="T25"/>
                  </a:cxn>
                  <a:cxn ang="T47">
                    <a:pos x="T26" y="T27"/>
                  </a:cxn>
                  <a:cxn ang="T48">
                    <a:pos x="T28" y="T29"/>
                  </a:cxn>
                  <a:cxn ang="T49">
                    <a:pos x="T30" y="T31"/>
                  </a:cxn>
                  <a:cxn ang="T50">
                    <a:pos x="T32" y="T33"/>
                  </a:cxn>
                </a:cxnLst>
                <a:rect l="T51" t="T52" r="T53" b="T54"/>
                <a:pathLst>
                  <a:path w="113" h="56">
                    <a:moveTo>
                      <a:pt x="56" y="0"/>
                    </a:moveTo>
                    <a:lnTo>
                      <a:pt x="113" y="0"/>
                    </a:lnTo>
                    <a:lnTo>
                      <a:pt x="111" y="12"/>
                    </a:lnTo>
                    <a:lnTo>
                      <a:pt x="107" y="25"/>
                    </a:lnTo>
                    <a:lnTo>
                      <a:pt x="100" y="35"/>
                    </a:lnTo>
                    <a:lnTo>
                      <a:pt x="91" y="44"/>
                    </a:lnTo>
                    <a:lnTo>
                      <a:pt x="81" y="50"/>
                    </a:lnTo>
                    <a:lnTo>
                      <a:pt x="68" y="55"/>
                    </a:lnTo>
                    <a:lnTo>
                      <a:pt x="56" y="56"/>
                    </a:lnTo>
                    <a:lnTo>
                      <a:pt x="44" y="55"/>
                    </a:lnTo>
                    <a:lnTo>
                      <a:pt x="31" y="50"/>
                    </a:lnTo>
                    <a:lnTo>
                      <a:pt x="21" y="44"/>
                    </a:lnTo>
                    <a:lnTo>
                      <a:pt x="12" y="35"/>
                    </a:lnTo>
                    <a:lnTo>
                      <a:pt x="6" y="25"/>
                    </a:lnTo>
                    <a:lnTo>
                      <a:pt x="1" y="12"/>
                    </a:lnTo>
                    <a:lnTo>
                      <a:pt x="0" y="0"/>
                    </a:lnTo>
                    <a:lnTo>
                      <a:pt x="56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900" name="Freeform 337">
                <a:extLst>
                  <a:ext uri="{FF2B5EF4-FFF2-40B4-BE49-F238E27FC236}">
                    <a16:creationId xmlns:a16="http://schemas.microsoft.com/office/drawing/2014/main" id="{D2854D30-7D46-03D1-4B92-E9A6D6F7DB6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069" y="3855"/>
                <a:ext cx="19" cy="10"/>
              </a:xfrm>
              <a:custGeom>
                <a:avLst/>
                <a:gdLst>
                  <a:gd name="T0" fmla="*/ 0 w 113"/>
                  <a:gd name="T1" fmla="*/ 0 h 56"/>
                  <a:gd name="T2" fmla="*/ 0 w 113"/>
                  <a:gd name="T3" fmla="*/ 0 h 56"/>
                  <a:gd name="T4" fmla="*/ 0 w 113"/>
                  <a:gd name="T5" fmla="*/ 0 h 56"/>
                  <a:gd name="T6" fmla="*/ 0 w 113"/>
                  <a:gd name="T7" fmla="*/ 0 h 56"/>
                  <a:gd name="T8" fmla="*/ 0 w 113"/>
                  <a:gd name="T9" fmla="*/ 0 h 56"/>
                  <a:gd name="T10" fmla="*/ 0 w 113"/>
                  <a:gd name="T11" fmla="*/ 0 h 56"/>
                  <a:gd name="T12" fmla="*/ 0 w 113"/>
                  <a:gd name="T13" fmla="*/ 0 h 56"/>
                  <a:gd name="T14" fmla="*/ 0 w 113"/>
                  <a:gd name="T15" fmla="*/ 0 h 56"/>
                  <a:gd name="T16" fmla="*/ 0 w 113"/>
                  <a:gd name="T17" fmla="*/ 0 h 56"/>
                  <a:gd name="T18" fmla="*/ 0 w 113"/>
                  <a:gd name="T19" fmla="*/ 0 h 56"/>
                  <a:gd name="T20" fmla="*/ 0 w 113"/>
                  <a:gd name="T21" fmla="*/ 0 h 56"/>
                  <a:gd name="T22" fmla="*/ 0 w 113"/>
                  <a:gd name="T23" fmla="*/ 0 h 56"/>
                  <a:gd name="T24" fmla="*/ 0 w 113"/>
                  <a:gd name="T25" fmla="*/ 0 h 56"/>
                  <a:gd name="T26" fmla="*/ 0 w 113"/>
                  <a:gd name="T27" fmla="*/ 0 h 56"/>
                  <a:gd name="T28" fmla="*/ 0 w 113"/>
                  <a:gd name="T29" fmla="*/ 0 h 5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w 113"/>
                  <a:gd name="T46" fmla="*/ 0 h 56"/>
                  <a:gd name="T47" fmla="*/ 113 w 113"/>
                  <a:gd name="T48" fmla="*/ 56 h 56"/>
                </a:gdLst>
                <a:ahLst/>
                <a:cxnLst>
                  <a:cxn ang="T30">
                    <a:pos x="T0" y="T1"/>
                  </a:cxn>
                  <a:cxn ang="T31">
                    <a:pos x="T2" y="T3"/>
                  </a:cxn>
                  <a:cxn ang="T32">
                    <a:pos x="T4" y="T5"/>
                  </a:cxn>
                  <a:cxn ang="T33">
                    <a:pos x="T6" y="T7"/>
                  </a:cxn>
                  <a:cxn ang="T34">
                    <a:pos x="T8" y="T9"/>
                  </a:cxn>
                  <a:cxn ang="T35">
                    <a:pos x="T10" y="T11"/>
                  </a:cxn>
                  <a:cxn ang="T36">
                    <a:pos x="T12" y="T13"/>
                  </a:cxn>
                  <a:cxn ang="T37">
                    <a:pos x="T14" y="T15"/>
                  </a:cxn>
                  <a:cxn ang="T38">
                    <a:pos x="T16" y="T17"/>
                  </a:cxn>
                  <a:cxn ang="T39">
                    <a:pos x="T18" y="T19"/>
                  </a:cxn>
                  <a:cxn ang="T40">
                    <a:pos x="T20" y="T21"/>
                  </a:cxn>
                  <a:cxn ang="T41">
                    <a:pos x="T22" y="T23"/>
                  </a:cxn>
                  <a:cxn ang="T42">
                    <a:pos x="T24" y="T25"/>
                  </a:cxn>
                  <a:cxn ang="T43">
                    <a:pos x="T26" y="T27"/>
                  </a:cxn>
                  <a:cxn ang="T44">
                    <a:pos x="T28" y="T29"/>
                  </a:cxn>
                </a:cxnLst>
                <a:rect l="T45" t="T46" r="T47" b="T48"/>
                <a:pathLst>
                  <a:path w="113" h="56">
                    <a:moveTo>
                      <a:pt x="113" y="0"/>
                    </a:moveTo>
                    <a:lnTo>
                      <a:pt x="111" y="12"/>
                    </a:lnTo>
                    <a:lnTo>
                      <a:pt x="107" y="25"/>
                    </a:lnTo>
                    <a:lnTo>
                      <a:pt x="100" y="35"/>
                    </a:lnTo>
                    <a:lnTo>
                      <a:pt x="91" y="44"/>
                    </a:lnTo>
                    <a:lnTo>
                      <a:pt x="81" y="50"/>
                    </a:lnTo>
                    <a:lnTo>
                      <a:pt x="68" y="55"/>
                    </a:lnTo>
                    <a:lnTo>
                      <a:pt x="56" y="56"/>
                    </a:lnTo>
                    <a:lnTo>
                      <a:pt x="44" y="55"/>
                    </a:lnTo>
                    <a:lnTo>
                      <a:pt x="31" y="50"/>
                    </a:lnTo>
                    <a:lnTo>
                      <a:pt x="21" y="44"/>
                    </a:lnTo>
                    <a:lnTo>
                      <a:pt x="12" y="35"/>
                    </a:lnTo>
                    <a:lnTo>
                      <a:pt x="6" y="25"/>
                    </a:lnTo>
                    <a:lnTo>
                      <a:pt x="1" y="12"/>
                    </a:lnTo>
                    <a:lnTo>
                      <a:pt x="0" y="0"/>
                    </a:lnTo>
                  </a:path>
                </a:pathLst>
              </a:cu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901" name="Freeform 338">
                <a:extLst>
                  <a:ext uri="{FF2B5EF4-FFF2-40B4-BE49-F238E27FC236}">
                    <a16:creationId xmlns:a16="http://schemas.microsoft.com/office/drawing/2014/main" id="{D57C9FB2-4E0C-9C8E-FD99-A1BEB8D81CB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069" y="3227"/>
                <a:ext cx="19" cy="628"/>
              </a:xfrm>
              <a:custGeom>
                <a:avLst/>
                <a:gdLst>
                  <a:gd name="T0" fmla="*/ 0 w 113"/>
                  <a:gd name="T1" fmla="*/ 0 h 3719"/>
                  <a:gd name="T2" fmla="*/ 0 w 113"/>
                  <a:gd name="T3" fmla="*/ 0 h 3719"/>
                  <a:gd name="T4" fmla="*/ 0 w 113"/>
                  <a:gd name="T5" fmla="*/ 0 h 3719"/>
                  <a:gd name="T6" fmla="*/ 0 w 113"/>
                  <a:gd name="T7" fmla="*/ 0 h 3719"/>
                  <a:gd name="T8" fmla="*/ 0 w 113"/>
                  <a:gd name="T9" fmla="*/ 0 h 3719"/>
                  <a:gd name="T10" fmla="*/ 0 w 113"/>
                  <a:gd name="T11" fmla="*/ 0 h 3719"/>
                  <a:gd name="T12" fmla="*/ 0 w 113"/>
                  <a:gd name="T13" fmla="*/ 0 h 3719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113"/>
                  <a:gd name="T22" fmla="*/ 0 h 3719"/>
                  <a:gd name="T23" fmla="*/ 113 w 113"/>
                  <a:gd name="T24" fmla="*/ 3719 h 3719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113" h="3719">
                    <a:moveTo>
                      <a:pt x="0" y="3719"/>
                    </a:moveTo>
                    <a:lnTo>
                      <a:pt x="56" y="3719"/>
                    </a:lnTo>
                    <a:lnTo>
                      <a:pt x="113" y="3719"/>
                    </a:lnTo>
                    <a:lnTo>
                      <a:pt x="113" y="0"/>
                    </a:lnTo>
                    <a:lnTo>
                      <a:pt x="56" y="0"/>
                    </a:lnTo>
                    <a:lnTo>
                      <a:pt x="0" y="0"/>
                    </a:lnTo>
                    <a:lnTo>
                      <a:pt x="0" y="3719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902" name="Freeform 339">
                <a:extLst>
                  <a:ext uri="{FF2B5EF4-FFF2-40B4-BE49-F238E27FC236}">
                    <a16:creationId xmlns:a16="http://schemas.microsoft.com/office/drawing/2014/main" id="{049C897F-95CE-037D-DCA5-55AC86761EB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069" y="3227"/>
                <a:ext cx="19" cy="628"/>
              </a:xfrm>
              <a:custGeom>
                <a:avLst/>
                <a:gdLst>
                  <a:gd name="T0" fmla="*/ 0 w 113"/>
                  <a:gd name="T1" fmla="*/ 0 h 3719"/>
                  <a:gd name="T2" fmla="*/ 0 w 113"/>
                  <a:gd name="T3" fmla="*/ 0 h 3719"/>
                  <a:gd name="T4" fmla="*/ 0 w 113"/>
                  <a:gd name="T5" fmla="*/ 0 h 3719"/>
                  <a:gd name="T6" fmla="*/ 0 w 113"/>
                  <a:gd name="T7" fmla="*/ 0 h 3719"/>
                  <a:gd name="T8" fmla="*/ 0 w 113"/>
                  <a:gd name="T9" fmla="*/ 0 h 3719"/>
                  <a:gd name="T10" fmla="*/ 0 w 113"/>
                  <a:gd name="T11" fmla="*/ 0 h 3719"/>
                  <a:gd name="T12" fmla="*/ 0 w 113"/>
                  <a:gd name="T13" fmla="*/ 0 h 3719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113"/>
                  <a:gd name="T22" fmla="*/ 0 h 3719"/>
                  <a:gd name="T23" fmla="*/ 113 w 113"/>
                  <a:gd name="T24" fmla="*/ 3719 h 3719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113" h="3719">
                    <a:moveTo>
                      <a:pt x="0" y="3719"/>
                    </a:moveTo>
                    <a:lnTo>
                      <a:pt x="56" y="3719"/>
                    </a:lnTo>
                    <a:lnTo>
                      <a:pt x="113" y="3719"/>
                    </a:lnTo>
                    <a:lnTo>
                      <a:pt x="113" y="0"/>
                    </a:lnTo>
                    <a:lnTo>
                      <a:pt x="56" y="0"/>
                    </a:lnTo>
                    <a:lnTo>
                      <a:pt x="0" y="0"/>
                    </a:lnTo>
                    <a:lnTo>
                      <a:pt x="0" y="3719"/>
                    </a:lnTo>
                    <a:close/>
                  </a:path>
                </a:pathLst>
              </a:cu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903" name="Freeform 340">
                <a:extLst>
                  <a:ext uri="{FF2B5EF4-FFF2-40B4-BE49-F238E27FC236}">
                    <a16:creationId xmlns:a16="http://schemas.microsoft.com/office/drawing/2014/main" id="{C9ABBFB7-9A0A-111C-A46F-C7AC293E3E6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069" y="3217"/>
                <a:ext cx="19" cy="10"/>
              </a:xfrm>
              <a:custGeom>
                <a:avLst/>
                <a:gdLst>
                  <a:gd name="T0" fmla="*/ 0 w 113"/>
                  <a:gd name="T1" fmla="*/ 0 h 57"/>
                  <a:gd name="T2" fmla="*/ 0 w 113"/>
                  <a:gd name="T3" fmla="*/ 0 h 57"/>
                  <a:gd name="T4" fmla="*/ 0 w 113"/>
                  <a:gd name="T5" fmla="*/ 0 h 57"/>
                  <a:gd name="T6" fmla="*/ 0 w 113"/>
                  <a:gd name="T7" fmla="*/ 0 h 57"/>
                  <a:gd name="T8" fmla="*/ 0 w 113"/>
                  <a:gd name="T9" fmla="*/ 0 h 57"/>
                  <a:gd name="T10" fmla="*/ 0 w 113"/>
                  <a:gd name="T11" fmla="*/ 0 h 57"/>
                  <a:gd name="T12" fmla="*/ 0 w 113"/>
                  <a:gd name="T13" fmla="*/ 0 h 57"/>
                  <a:gd name="T14" fmla="*/ 0 w 113"/>
                  <a:gd name="T15" fmla="*/ 0 h 57"/>
                  <a:gd name="T16" fmla="*/ 0 w 113"/>
                  <a:gd name="T17" fmla="*/ 0 h 57"/>
                  <a:gd name="T18" fmla="*/ 0 w 113"/>
                  <a:gd name="T19" fmla="*/ 0 h 57"/>
                  <a:gd name="T20" fmla="*/ 0 w 113"/>
                  <a:gd name="T21" fmla="*/ 0 h 57"/>
                  <a:gd name="T22" fmla="*/ 0 w 113"/>
                  <a:gd name="T23" fmla="*/ 0 h 57"/>
                  <a:gd name="T24" fmla="*/ 0 w 113"/>
                  <a:gd name="T25" fmla="*/ 0 h 57"/>
                  <a:gd name="T26" fmla="*/ 0 w 113"/>
                  <a:gd name="T27" fmla="*/ 0 h 57"/>
                  <a:gd name="T28" fmla="*/ 0 w 113"/>
                  <a:gd name="T29" fmla="*/ 0 h 57"/>
                  <a:gd name="T30" fmla="*/ 0 w 113"/>
                  <a:gd name="T31" fmla="*/ 0 h 57"/>
                  <a:gd name="T32" fmla="*/ 0 w 113"/>
                  <a:gd name="T33" fmla="*/ 0 h 57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w 113"/>
                  <a:gd name="T52" fmla="*/ 0 h 57"/>
                  <a:gd name="T53" fmla="*/ 113 w 113"/>
                  <a:gd name="T54" fmla="*/ 57 h 57"/>
                </a:gdLst>
                <a:ahLst/>
                <a:cxnLst>
                  <a:cxn ang="T34">
                    <a:pos x="T0" y="T1"/>
                  </a:cxn>
                  <a:cxn ang="T35">
                    <a:pos x="T2" y="T3"/>
                  </a:cxn>
                  <a:cxn ang="T36">
                    <a:pos x="T4" y="T5"/>
                  </a:cxn>
                  <a:cxn ang="T37">
                    <a:pos x="T6" y="T7"/>
                  </a:cxn>
                  <a:cxn ang="T38">
                    <a:pos x="T8" y="T9"/>
                  </a:cxn>
                  <a:cxn ang="T39">
                    <a:pos x="T10" y="T11"/>
                  </a:cxn>
                  <a:cxn ang="T40">
                    <a:pos x="T12" y="T13"/>
                  </a:cxn>
                  <a:cxn ang="T41">
                    <a:pos x="T14" y="T15"/>
                  </a:cxn>
                  <a:cxn ang="T42">
                    <a:pos x="T16" y="T17"/>
                  </a:cxn>
                  <a:cxn ang="T43">
                    <a:pos x="T18" y="T19"/>
                  </a:cxn>
                  <a:cxn ang="T44">
                    <a:pos x="T20" y="T21"/>
                  </a:cxn>
                  <a:cxn ang="T45">
                    <a:pos x="T22" y="T23"/>
                  </a:cxn>
                  <a:cxn ang="T46">
                    <a:pos x="T24" y="T25"/>
                  </a:cxn>
                  <a:cxn ang="T47">
                    <a:pos x="T26" y="T27"/>
                  </a:cxn>
                  <a:cxn ang="T48">
                    <a:pos x="T28" y="T29"/>
                  </a:cxn>
                  <a:cxn ang="T49">
                    <a:pos x="T30" y="T31"/>
                  </a:cxn>
                  <a:cxn ang="T50">
                    <a:pos x="T32" y="T33"/>
                  </a:cxn>
                </a:cxnLst>
                <a:rect l="T51" t="T52" r="T53" b="T54"/>
                <a:pathLst>
                  <a:path w="113" h="57">
                    <a:moveTo>
                      <a:pt x="56" y="57"/>
                    </a:moveTo>
                    <a:lnTo>
                      <a:pt x="0" y="57"/>
                    </a:lnTo>
                    <a:lnTo>
                      <a:pt x="1" y="45"/>
                    </a:lnTo>
                    <a:lnTo>
                      <a:pt x="6" y="32"/>
                    </a:lnTo>
                    <a:lnTo>
                      <a:pt x="12" y="22"/>
                    </a:lnTo>
                    <a:lnTo>
                      <a:pt x="21" y="13"/>
                    </a:lnTo>
                    <a:lnTo>
                      <a:pt x="31" y="7"/>
                    </a:lnTo>
                    <a:lnTo>
                      <a:pt x="44" y="2"/>
                    </a:lnTo>
                    <a:lnTo>
                      <a:pt x="56" y="0"/>
                    </a:lnTo>
                    <a:lnTo>
                      <a:pt x="68" y="2"/>
                    </a:lnTo>
                    <a:lnTo>
                      <a:pt x="81" y="7"/>
                    </a:lnTo>
                    <a:lnTo>
                      <a:pt x="91" y="13"/>
                    </a:lnTo>
                    <a:lnTo>
                      <a:pt x="100" y="22"/>
                    </a:lnTo>
                    <a:lnTo>
                      <a:pt x="107" y="32"/>
                    </a:lnTo>
                    <a:lnTo>
                      <a:pt x="111" y="45"/>
                    </a:lnTo>
                    <a:lnTo>
                      <a:pt x="113" y="57"/>
                    </a:lnTo>
                    <a:lnTo>
                      <a:pt x="56" y="57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904" name="Freeform 341">
                <a:extLst>
                  <a:ext uri="{FF2B5EF4-FFF2-40B4-BE49-F238E27FC236}">
                    <a16:creationId xmlns:a16="http://schemas.microsoft.com/office/drawing/2014/main" id="{21F0C147-5306-72CC-1791-4667AF0FA71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069" y="3217"/>
                <a:ext cx="19" cy="10"/>
              </a:xfrm>
              <a:custGeom>
                <a:avLst/>
                <a:gdLst>
                  <a:gd name="T0" fmla="*/ 0 w 113"/>
                  <a:gd name="T1" fmla="*/ 0 h 57"/>
                  <a:gd name="T2" fmla="*/ 0 w 113"/>
                  <a:gd name="T3" fmla="*/ 0 h 57"/>
                  <a:gd name="T4" fmla="*/ 0 w 113"/>
                  <a:gd name="T5" fmla="*/ 0 h 57"/>
                  <a:gd name="T6" fmla="*/ 0 w 113"/>
                  <a:gd name="T7" fmla="*/ 0 h 57"/>
                  <a:gd name="T8" fmla="*/ 0 w 113"/>
                  <a:gd name="T9" fmla="*/ 0 h 57"/>
                  <a:gd name="T10" fmla="*/ 0 w 113"/>
                  <a:gd name="T11" fmla="*/ 0 h 57"/>
                  <a:gd name="T12" fmla="*/ 0 w 113"/>
                  <a:gd name="T13" fmla="*/ 0 h 57"/>
                  <a:gd name="T14" fmla="*/ 0 w 113"/>
                  <a:gd name="T15" fmla="*/ 0 h 57"/>
                  <a:gd name="T16" fmla="*/ 0 w 113"/>
                  <a:gd name="T17" fmla="*/ 0 h 57"/>
                  <a:gd name="T18" fmla="*/ 0 w 113"/>
                  <a:gd name="T19" fmla="*/ 0 h 57"/>
                  <a:gd name="T20" fmla="*/ 0 w 113"/>
                  <a:gd name="T21" fmla="*/ 0 h 57"/>
                  <a:gd name="T22" fmla="*/ 0 w 113"/>
                  <a:gd name="T23" fmla="*/ 0 h 57"/>
                  <a:gd name="T24" fmla="*/ 0 w 113"/>
                  <a:gd name="T25" fmla="*/ 0 h 57"/>
                  <a:gd name="T26" fmla="*/ 0 w 113"/>
                  <a:gd name="T27" fmla="*/ 0 h 57"/>
                  <a:gd name="T28" fmla="*/ 0 w 113"/>
                  <a:gd name="T29" fmla="*/ 0 h 57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w 113"/>
                  <a:gd name="T46" fmla="*/ 0 h 57"/>
                  <a:gd name="T47" fmla="*/ 113 w 113"/>
                  <a:gd name="T48" fmla="*/ 57 h 57"/>
                </a:gdLst>
                <a:ahLst/>
                <a:cxnLst>
                  <a:cxn ang="T30">
                    <a:pos x="T0" y="T1"/>
                  </a:cxn>
                  <a:cxn ang="T31">
                    <a:pos x="T2" y="T3"/>
                  </a:cxn>
                  <a:cxn ang="T32">
                    <a:pos x="T4" y="T5"/>
                  </a:cxn>
                  <a:cxn ang="T33">
                    <a:pos x="T6" y="T7"/>
                  </a:cxn>
                  <a:cxn ang="T34">
                    <a:pos x="T8" y="T9"/>
                  </a:cxn>
                  <a:cxn ang="T35">
                    <a:pos x="T10" y="T11"/>
                  </a:cxn>
                  <a:cxn ang="T36">
                    <a:pos x="T12" y="T13"/>
                  </a:cxn>
                  <a:cxn ang="T37">
                    <a:pos x="T14" y="T15"/>
                  </a:cxn>
                  <a:cxn ang="T38">
                    <a:pos x="T16" y="T17"/>
                  </a:cxn>
                  <a:cxn ang="T39">
                    <a:pos x="T18" y="T19"/>
                  </a:cxn>
                  <a:cxn ang="T40">
                    <a:pos x="T20" y="T21"/>
                  </a:cxn>
                  <a:cxn ang="T41">
                    <a:pos x="T22" y="T23"/>
                  </a:cxn>
                  <a:cxn ang="T42">
                    <a:pos x="T24" y="T25"/>
                  </a:cxn>
                  <a:cxn ang="T43">
                    <a:pos x="T26" y="T27"/>
                  </a:cxn>
                  <a:cxn ang="T44">
                    <a:pos x="T28" y="T29"/>
                  </a:cxn>
                </a:cxnLst>
                <a:rect l="T45" t="T46" r="T47" b="T48"/>
                <a:pathLst>
                  <a:path w="113" h="57">
                    <a:moveTo>
                      <a:pt x="0" y="57"/>
                    </a:moveTo>
                    <a:lnTo>
                      <a:pt x="1" y="45"/>
                    </a:lnTo>
                    <a:lnTo>
                      <a:pt x="6" y="32"/>
                    </a:lnTo>
                    <a:lnTo>
                      <a:pt x="12" y="22"/>
                    </a:lnTo>
                    <a:lnTo>
                      <a:pt x="21" y="13"/>
                    </a:lnTo>
                    <a:lnTo>
                      <a:pt x="31" y="7"/>
                    </a:lnTo>
                    <a:lnTo>
                      <a:pt x="44" y="2"/>
                    </a:lnTo>
                    <a:lnTo>
                      <a:pt x="56" y="0"/>
                    </a:lnTo>
                    <a:lnTo>
                      <a:pt x="68" y="2"/>
                    </a:lnTo>
                    <a:lnTo>
                      <a:pt x="81" y="7"/>
                    </a:lnTo>
                    <a:lnTo>
                      <a:pt x="91" y="13"/>
                    </a:lnTo>
                    <a:lnTo>
                      <a:pt x="100" y="22"/>
                    </a:lnTo>
                    <a:lnTo>
                      <a:pt x="107" y="32"/>
                    </a:lnTo>
                    <a:lnTo>
                      <a:pt x="111" y="45"/>
                    </a:lnTo>
                    <a:lnTo>
                      <a:pt x="113" y="57"/>
                    </a:lnTo>
                  </a:path>
                </a:pathLst>
              </a:cu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905" name="Line 342">
                <a:extLst>
                  <a:ext uri="{FF2B5EF4-FFF2-40B4-BE49-F238E27FC236}">
                    <a16:creationId xmlns:a16="http://schemas.microsoft.com/office/drawing/2014/main" id="{F858DAA9-A2BE-3BB0-7DBF-EBA96398F90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474" y="3196"/>
                <a:ext cx="1" cy="150"/>
              </a:xfrm>
              <a:prstGeom prst="line">
                <a:avLst/>
              </a:prstGeom>
              <a:noFill/>
              <a:ln w="0">
                <a:solidFill>
                  <a:srgbClr val="0000F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906" name="Line 343">
                <a:extLst>
                  <a:ext uri="{FF2B5EF4-FFF2-40B4-BE49-F238E27FC236}">
                    <a16:creationId xmlns:a16="http://schemas.microsoft.com/office/drawing/2014/main" id="{0A013FB4-7F86-9B77-5B33-5EFBBA2695B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474" y="3370"/>
                <a:ext cx="1" cy="23"/>
              </a:xfrm>
              <a:prstGeom prst="line">
                <a:avLst/>
              </a:prstGeom>
              <a:noFill/>
              <a:ln w="0">
                <a:solidFill>
                  <a:srgbClr val="0000F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907" name="Line 344">
                <a:extLst>
                  <a:ext uri="{FF2B5EF4-FFF2-40B4-BE49-F238E27FC236}">
                    <a16:creationId xmlns:a16="http://schemas.microsoft.com/office/drawing/2014/main" id="{A24A4385-43F4-7AB9-B069-30903A814DD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474" y="3416"/>
                <a:ext cx="1" cy="249"/>
              </a:xfrm>
              <a:prstGeom prst="line">
                <a:avLst/>
              </a:prstGeom>
              <a:noFill/>
              <a:ln w="0">
                <a:solidFill>
                  <a:srgbClr val="0000F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908" name="Line 345">
                <a:extLst>
                  <a:ext uri="{FF2B5EF4-FFF2-40B4-BE49-F238E27FC236}">
                    <a16:creationId xmlns:a16="http://schemas.microsoft.com/office/drawing/2014/main" id="{6A4195BA-B1F6-8B7C-DFBB-9530B8D983B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474" y="3689"/>
                <a:ext cx="1" cy="23"/>
              </a:xfrm>
              <a:prstGeom prst="line">
                <a:avLst/>
              </a:prstGeom>
              <a:noFill/>
              <a:ln w="0">
                <a:solidFill>
                  <a:srgbClr val="0000F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909" name="Line 346">
                <a:extLst>
                  <a:ext uri="{FF2B5EF4-FFF2-40B4-BE49-F238E27FC236}">
                    <a16:creationId xmlns:a16="http://schemas.microsoft.com/office/drawing/2014/main" id="{2910FA62-D10A-8E10-0623-1C4E3DD6316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474" y="3736"/>
                <a:ext cx="1" cy="150"/>
              </a:xfrm>
              <a:prstGeom prst="line">
                <a:avLst/>
              </a:prstGeom>
              <a:noFill/>
              <a:ln w="0">
                <a:solidFill>
                  <a:srgbClr val="0000F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910" name="Freeform 347">
                <a:extLst>
                  <a:ext uri="{FF2B5EF4-FFF2-40B4-BE49-F238E27FC236}">
                    <a16:creationId xmlns:a16="http://schemas.microsoft.com/office/drawing/2014/main" id="{7FDFAF8E-DFA1-BE25-BB8C-AE8CE268905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37" y="2910"/>
                <a:ext cx="19" cy="10"/>
              </a:xfrm>
              <a:custGeom>
                <a:avLst/>
                <a:gdLst>
                  <a:gd name="T0" fmla="*/ 0 w 113"/>
                  <a:gd name="T1" fmla="*/ 0 h 56"/>
                  <a:gd name="T2" fmla="*/ 0 w 113"/>
                  <a:gd name="T3" fmla="*/ 0 h 56"/>
                  <a:gd name="T4" fmla="*/ 0 w 113"/>
                  <a:gd name="T5" fmla="*/ 0 h 56"/>
                  <a:gd name="T6" fmla="*/ 0 w 113"/>
                  <a:gd name="T7" fmla="*/ 0 h 56"/>
                  <a:gd name="T8" fmla="*/ 0 w 113"/>
                  <a:gd name="T9" fmla="*/ 0 h 56"/>
                  <a:gd name="T10" fmla="*/ 0 w 113"/>
                  <a:gd name="T11" fmla="*/ 0 h 56"/>
                  <a:gd name="T12" fmla="*/ 0 w 113"/>
                  <a:gd name="T13" fmla="*/ 0 h 56"/>
                  <a:gd name="T14" fmla="*/ 0 w 113"/>
                  <a:gd name="T15" fmla="*/ 0 h 56"/>
                  <a:gd name="T16" fmla="*/ 0 w 113"/>
                  <a:gd name="T17" fmla="*/ 0 h 56"/>
                  <a:gd name="T18" fmla="*/ 0 w 113"/>
                  <a:gd name="T19" fmla="*/ 0 h 56"/>
                  <a:gd name="T20" fmla="*/ 0 w 113"/>
                  <a:gd name="T21" fmla="*/ 0 h 56"/>
                  <a:gd name="T22" fmla="*/ 0 w 113"/>
                  <a:gd name="T23" fmla="*/ 0 h 56"/>
                  <a:gd name="T24" fmla="*/ 0 w 113"/>
                  <a:gd name="T25" fmla="*/ 0 h 56"/>
                  <a:gd name="T26" fmla="*/ 0 w 113"/>
                  <a:gd name="T27" fmla="*/ 0 h 56"/>
                  <a:gd name="T28" fmla="*/ 0 w 113"/>
                  <a:gd name="T29" fmla="*/ 0 h 56"/>
                  <a:gd name="T30" fmla="*/ 0 w 113"/>
                  <a:gd name="T31" fmla="*/ 0 h 56"/>
                  <a:gd name="T32" fmla="*/ 0 w 113"/>
                  <a:gd name="T33" fmla="*/ 0 h 5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w 113"/>
                  <a:gd name="T52" fmla="*/ 0 h 56"/>
                  <a:gd name="T53" fmla="*/ 113 w 113"/>
                  <a:gd name="T54" fmla="*/ 56 h 56"/>
                </a:gdLst>
                <a:ahLst/>
                <a:cxnLst>
                  <a:cxn ang="T34">
                    <a:pos x="T0" y="T1"/>
                  </a:cxn>
                  <a:cxn ang="T35">
                    <a:pos x="T2" y="T3"/>
                  </a:cxn>
                  <a:cxn ang="T36">
                    <a:pos x="T4" y="T5"/>
                  </a:cxn>
                  <a:cxn ang="T37">
                    <a:pos x="T6" y="T7"/>
                  </a:cxn>
                  <a:cxn ang="T38">
                    <a:pos x="T8" y="T9"/>
                  </a:cxn>
                  <a:cxn ang="T39">
                    <a:pos x="T10" y="T11"/>
                  </a:cxn>
                  <a:cxn ang="T40">
                    <a:pos x="T12" y="T13"/>
                  </a:cxn>
                  <a:cxn ang="T41">
                    <a:pos x="T14" y="T15"/>
                  </a:cxn>
                  <a:cxn ang="T42">
                    <a:pos x="T16" y="T17"/>
                  </a:cxn>
                  <a:cxn ang="T43">
                    <a:pos x="T18" y="T19"/>
                  </a:cxn>
                  <a:cxn ang="T44">
                    <a:pos x="T20" y="T21"/>
                  </a:cxn>
                  <a:cxn ang="T45">
                    <a:pos x="T22" y="T23"/>
                  </a:cxn>
                  <a:cxn ang="T46">
                    <a:pos x="T24" y="T25"/>
                  </a:cxn>
                  <a:cxn ang="T47">
                    <a:pos x="T26" y="T27"/>
                  </a:cxn>
                  <a:cxn ang="T48">
                    <a:pos x="T28" y="T29"/>
                  </a:cxn>
                  <a:cxn ang="T49">
                    <a:pos x="T30" y="T31"/>
                  </a:cxn>
                  <a:cxn ang="T50">
                    <a:pos x="T32" y="T33"/>
                  </a:cxn>
                </a:cxnLst>
                <a:rect l="T51" t="T52" r="T53" b="T54"/>
                <a:pathLst>
                  <a:path w="113" h="56">
                    <a:moveTo>
                      <a:pt x="56" y="0"/>
                    </a:moveTo>
                    <a:lnTo>
                      <a:pt x="113" y="0"/>
                    </a:lnTo>
                    <a:lnTo>
                      <a:pt x="111" y="12"/>
                    </a:lnTo>
                    <a:lnTo>
                      <a:pt x="106" y="24"/>
                    </a:lnTo>
                    <a:lnTo>
                      <a:pt x="100" y="34"/>
                    </a:lnTo>
                    <a:lnTo>
                      <a:pt x="91" y="43"/>
                    </a:lnTo>
                    <a:lnTo>
                      <a:pt x="80" y="50"/>
                    </a:lnTo>
                    <a:lnTo>
                      <a:pt x="68" y="55"/>
                    </a:lnTo>
                    <a:lnTo>
                      <a:pt x="56" y="56"/>
                    </a:lnTo>
                    <a:lnTo>
                      <a:pt x="43" y="55"/>
                    </a:lnTo>
                    <a:lnTo>
                      <a:pt x="31" y="50"/>
                    </a:lnTo>
                    <a:lnTo>
                      <a:pt x="21" y="43"/>
                    </a:lnTo>
                    <a:lnTo>
                      <a:pt x="12" y="34"/>
                    </a:lnTo>
                    <a:lnTo>
                      <a:pt x="5" y="24"/>
                    </a:lnTo>
                    <a:lnTo>
                      <a:pt x="1" y="12"/>
                    </a:lnTo>
                    <a:lnTo>
                      <a:pt x="0" y="0"/>
                    </a:lnTo>
                    <a:lnTo>
                      <a:pt x="56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911" name="Freeform 348">
                <a:extLst>
                  <a:ext uri="{FF2B5EF4-FFF2-40B4-BE49-F238E27FC236}">
                    <a16:creationId xmlns:a16="http://schemas.microsoft.com/office/drawing/2014/main" id="{B09C9168-344E-7C22-4F6A-B333F4F858E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37" y="2910"/>
                <a:ext cx="19" cy="10"/>
              </a:xfrm>
              <a:custGeom>
                <a:avLst/>
                <a:gdLst>
                  <a:gd name="T0" fmla="*/ 0 w 113"/>
                  <a:gd name="T1" fmla="*/ 0 h 56"/>
                  <a:gd name="T2" fmla="*/ 0 w 113"/>
                  <a:gd name="T3" fmla="*/ 0 h 56"/>
                  <a:gd name="T4" fmla="*/ 0 w 113"/>
                  <a:gd name="T5" fmla="*/ 0 h 56"/>
                  <a:gd name="T6" fmla="*/ 0 w 113"/>
                  <a:gd name="T7" fmla="*/ 0 h 56"/>
                  <a:gd name="T8" fmla="*/ 0 w 113"/>
                  <a:gd name="T9" fmla="*/ 0 h 56"/>
                  <a:gd name="T10" fmla="*/ 0 w 113"/>
                  <a:gd name="T11" fmla="*/ 0 h 56"/>
                  <a:gd name="T12" fmla="*/ 0 w 113"/>
                  <a:gd name="T13" fmla="*/ 0 h 56"/>
                  <a:gd name="T14" fmla="*/ 0 w 113"/>
                  <a:gd name="T15" fmla="*/ 0 h 56"/>
                  <a:gd name="T16" fmla="*/ 0 w 113"/>
                  <a:gd name="T17" fmla="*/ 0 h 56"/>
                  <a:gd name="T18" fmla="*/ 0 w 113"/>
                  <a:gd name="T19" fmla="*/ 0 h 56"/>
                  <a:gd name="T20" fmla="*/ 0 w 113"/>
                  <a:gd name="T21" fmla="*/ 0 h 56"/>
                  <a:gd name="T22" fmla="*/ 0 w 113"/>
                  <a:gd name="T23" fmla="*/ 0 h 56"/>
                  <a:gd name="T24" fmla="*/ 0 w 113"/>
                  <a:gd name="T25" fmla="*/ 0 h 56"/>
                  <a:gd name="T26" fmla="*/ 0 w 113"/>
                  <a:gd name="T27" fmla="*/ 0 h 56"/>
                  <a:gd name="T28" fmla="*/ 0 w 113"/>
                  <a:gd name="T29" fmla="*/ 0 h 5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w 113"/>
                  <a:gd name="T46" fmla="*/ 0 h 56"/>
                  <a:gd name="T47" fmla="*/ 113 w 113"/>
                  <a:gd name="T48" fmla="*/ 56 h 56"/>
                </a:gdLst>
                <a:ahLst/>
                <a:cxnLst>
                  <a:cxn ang="T30">
                    <a:pos x="T0" y="T1"/>
                  </a:cxn>
                  <a:cxn ang="T31">
                    <a:pos x="T2" y="T3"/>
                  </a:cxn>
                  <a:cxn ang="T32">
                    <a:pos x="T4" y="T5"/>
                  </a:cxn>
                  <a:cxn ang="T33">
                    <a:pos x="T6" y="T7"/>
                  </a:cxn>
                  <a:cxn ang="T34">
                    <a:pos x="T8" y="T9"/>
                  </a:cxn>
                  <a:cxn ang="T35">
                    <a:pos x="T10" y="T11"/>
                  </a:cxn>
                  <a:cxn ang="T36">
                    <a:pos x="T12" y="T13"/>
                  </a:cxn>
                  <a:cxn ang="T37">
                    <a:pos x="T14" y="T15"/>
                  </a:cxn>
                  <a:cxn ang="T38">
                    <a:pos x="T16" y="T17"/>
                  </a:cxn>
                  <a:cxn ang="T39">
                    <a:pos x="T18" y="T19"/>
                  </a:cxn>
                  <a:cxn ang="T40">
                    <a:pos x="T20" y="T21"/>
                  </a:cxn>
                  <a:cxn ang="T41">
                    <a:pos x="T22" y="T23"/>
                  </a:cxn>
                  <a:cxn ang="T42">
                    <a:pos x="T24" y="T25"/>
                  </a:cxn>
                  <a:cxn ang="T43">
                    <a:pos x="T26" y="T27"/>
                  </a:cxn>
                  <a:cxn ang="T44">
                    <a:pos x="T28" y="T29"/>
                  </a:cxn>
                </a:cxnLst>
                <a:rect l="T45" t="T46" r="T47" b="T48"/>
                <a:pathLst>
                  <a:path w="113" h="56">
                    <a:moveTo>
                      <a:pt x="113" y="0"/>
                    </a:moveTo>
                    <a:lnTo>
                      <a:pt x="111" y="12"/>
                    </a:lnTo>
                    <a:lnTo>
                      <a:pt x="106" y="24"/>
                    </a:lnTo>
                    <a:lnTo>
                      <a:pt x="100" y="34"/>
                    </a:lnTo>
                    <a:lnTo>
                      <a:pt x="91" y="43"/>
                    </a:lnTo>
                    <a:lnTo>
                      <a:pt x="80" y="50"/>
                    </a:lnTo>
                    <a:lnTo>
                      <a:pt x="68" y="55"/>
                    </a:lnTo>
                    <a:lnTo>
                      <a:pt x="56" y="56"/>
                    </a:lnTo>
                    <a:lnTo>
                      <a:pt x="43" y="55"/>
                    </a:lnTo>
                    <a:lnTo>
                      <a:pt x="31" y="50"/>
                    </a:lnTo>
                    <a:lnTo>
                      <a:pt x="21" y="43"/>
                    </a:lnTo>
                    <a:lnTo>
                      <a:pt x="12" y="34"/>
                    </a:lnTo>
                    <a:lnTo>
                      <a:pt x="5" y="24"/>
                    </a:lnTo>
                    <a:lnTo>
                      <a:pt x="1" y="12"/>
                    </a:lnTo>
                    <a:lnTo>
                      <a:pt x="0" y="0"/>
                    </a:lnTo>
                  </a:path>
                </a:pathLst>
              </a:cu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912" name="Freeform 349">
                <a:extLst>
                  <a:ext uri="{FF2B5EF4-FFF2-40B4-BE49-F238E27FC236}">
                    <a16:creationId xmlns:a16="http://schemas.microsoft.com/office/drawing/2014/main" id="{E617E68F-0E3B-9C99-7AD2-5E687258985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37" y="2686"/>
                <a:ext cx="19" cy="224"/>
              </a:xfrm>
              <a:custGeom>
                <a:avLst/>
                <a:gdLst>
                  <a:gd name="T0" fmla="*/ 0 w 113"/>
                  <a:gd name="T1" fmla="*/ 0 h 1328"/>
                  <a:gd name="T2" fmla="*/ 0 w 113"/>
                  <a:gd name="T3" fmla="*/ 0 h 1328"/>
                  <a:gd name="T4" fmla="*/ 0 w 113"/>
                  <a:gd name="T5" fmla="*/ 0 h 1328"/>
                  <a:gd name="T6" fmla="*/ 0 w 113"/>
                  <a:gd name="T7" fmla="*/ 0 h 1328"/>
                  <a:gd name="T8" fmla="*/ 0 w 113"/>
                  <a:gd name="T9" fmla="*/ 0 h 1328"/>
                  <a:gd name="T10" fmla="*/ 0 w 113"/>
                  <a:gd name="T11" fmla="*/ 0 h 1328"/>
                  <a:gd name="T12" fmla="*/ 0 w 113"/>
                  <a:gd name="T13" fmla="*/ 0 h 1328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113"/>
                  <a:gd name="T22" fmla="*/ 0 h 1328"/>
                  <a:gd name="T23" fmla="*/ 113 w 113"/>
                  <a:gd name="T24" fmla="*/ 1328 h 1328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113" h="1328">
                    <a:moveTo>
                      <a:pt x="0" y="1328"/>
                    </a:moveTo>
                    <a:lnTo>
                      <a:pt x="56" y="1328"/>
                    </a:lnTo>
                    <a:lnTo>
                      <a:pt x="113" y="1328"/>
                    </a:lnTo>
                    <a:lnTo>
                      <a:pt x="113" y="0"/>
                    </a:lnTo>
                    <a:lnTo>
                      <a:pt x="56" y="0"/>
                    </a:lnTo>
                    <a:lnTo>
                      <a:pt x="0" y="0"/>
                    </a:lnTo>
                    <a:lnTo>
                      <a:pt x="0" y="1328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913" name="Freeform 350">
                <a:extLst>
                  <a:ext uri="{FF2B5EF4-FFF2-40B4-BE49-F238E27FC236}">
                    <a16:creationId xmlns:a16="http://schemas.microsoft.com/office/drawing/2014/main" id="{1B1CCA62-4883-B331-4DA5-EAB7391A557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37" y="2686"/>
                <a:ext cx="19" cy="224"/>
              </a:xfrm>
              <a:custGeom>
                <a:avLst/>
                <a:gdLst>
                  <a:gd name="T0" fmla="*/ 0 w 113"/>
                  <a:gd name="T1" fmla="*/ 0 h 1328"/>
                  <a:gd name="T2" fmla="*/ 0 w 113"/>
                  <a:gd name="T3" fmla="*/ 0 h 1328"/>
                  <a:gd name="T4" fmla="*/ 0 w 113"/>
                  <a:gd name="T5" fmla="*/ 0 h 1328"/>
                  <a:gd name="T6" fmla="*/ 0 w 113"/>
                  <a:gd name="T7" fmla="*/ 0 h 1328"/>
                  <a:gd name="T8" fmla="*/ 0 w 113"/>
                  <a:gd name="T9" fmla="*/ 0 h 1328"/>
                  <a:gd name="T10" fmla="*/ 0 w 113"/>
                  <a:gd name="T11" fmla="*/ 0 h 1328"/>
                  <a:gd name="T12" fmla="*/ 0 w 113"/>
                  <a:gd name="T13" fmla="*/ 0 h 1328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113"/>
                  <a:gd name="T22" fmla="*/ 0 h 1328"/>
                  <a:gd name="T23" fmla="*/ 113 w 113"/>
                  <a:gd name="T24" fmla="*/ 1328 h 1328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113" h="1328">
                    <a:moveTo>
                      <a:pt x="0" y="1328"/>
                    </a:moveTo>
                    <a:lnTo>
                      <a:pt x="56" y="1328"/>
                    </a:lnTo>
                    <a:lnTo>
                      <a:pt x="113" y="1328"/>
                    </a:lnTo>
                    <a:lnTo>
                      <a:pt x="113" y="0"/>
                    </a:lnTo>
                    <a:lnTo>
                      <a:pt x="56" y="0"/>
                    </a:lnTo>
                    <a:lnTo>
                      <a:pt x="0" y="0"/>
                    </a:lnTo>
                    <a:lnTo>
                      <a:pt x="0" y="1328"/>
                    </a:lnTo>
                    <a:close/>
                  </a:path>
                </a:pathLst>
              </a:cu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914" name="Freeform 351">
                <a:extLst>
                  <a:ext uri="{FF2B5EF4-FFF2-40B4-BE49-F238E27FC236}">
                    <a16:creationId xmlns:a16="http://schemas.microsoft.com/office/drawing/2014/main" id="{C90C81FD-7DF2-387C-61B4-93C55462F9C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37" y="2676"/>
                <a:ext cx="19" cy="10"/>
              </a:xfrm>
              <a:custGeom>
                <a:avLst/>
                <a:gdLst>
                  <a:gd name="T0" fmla="*/ 0 w 113"/>
                  <a:gd name="T1" fmla="*/ 0 h 57"/>
                  <a:gd name="T2" fmla="*/ 0 w 113"/>
                  <a:gd name="T3" fmla="*/ 0 h 57"/>
                  <a:gd name="T4" fmla="*/ 0 w 113"/>
                  <a:gd name="T5" fmla="*/ 0 h 57"/>
                  <a:gd name="T6" fmla="*/ 0 w 113"/>
                  <a:gd name="T7" fmla="*/ 0 h 57"/>
                  <a:gd name="T8" fmla="*/ 0 w 113"/>
                  <a:gd name="T9" fmla="*/ 0 h 57"/>
                  <a:gd name="T10" fmla="*/ 0 w 113"/>
                  <a:gd name="T11" fmla="*/ 0 h 57"/>
                  <a:gd name="T12" fmla="*/ 0 w 113"/>
                  <a:gd name="T13" fmla="*/ 0 h 57"/>
                  <a:gd name="T14" fmla="*/ 0 w 113"/>
                  <a:gd name="T15" fmla="*/ 0 h 57"/>
                  <a:gd name="T16" fmla="*/ 0 w 113"/>
                  <a:gd name="T17" fmla="*/ 0 h 57"/>
                  <a:gd name="T18" fmla="*/ 0 w 113"/>
                  <a:gd name="T19" fmla="*/ 0 h 57"/>
                  <a:gd name="T20" fmla="*/ 0 w 113"/>
                  <a:gd name="T21" fmla="*/ 0 h 57"/>
                  <a:gd name="T22" fmla="*/ 0 w 113"/>
                  <a:gd name="T23" fmla="*/ 0 h 57"/>
                  <a:gd name="T24" fmla="*/ 0 w 113"/>
                  <a:gd name="T25" fmla="*/ 0 h 57"/>
                  <a:gd name="T26" fmla="*/ 0 w 113"/>
                  <a:gd name="T27" fmla="*/ 0 h 57"/>
                  <a:gd name="T28" fmla="*/ 0 w 113"/>
                  <a:gd name="T29" fmla="*/ 0 h 57"/>
                  <a:gd name="T30" fmla="*/ 0 w 113"/>
                  <a:gd name="T31" fmla="*/ 0 h 57"/>
                  <a:gd name="T32" fmla="*/ 0 w 113"/>
                  <a:gd name="T33" fmla="*/ 0 h 57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w 113"/>
                  <a:gd name="T52" fmla="*/ 0 h 57"/>
                  <a:gd name="T53" fmla="*/ 113 w 113"/>
                  <a:gd name="T54" fmla="*/ 57 h 57"/>
                </a:gdLst>
                <a:ahLst/>
                <a:cxnLst>
                  <a:cxn ang="T34">
                    <a:pos x="T0" y="T1"/>
                  </a:cxn>
                  <a:cxn ang="T35">
                    <a:pos x="T2" y="T3"/>
                  </a:cxn>
                  <a:cxn ang="T36">
                    <a:pos x="T4" y="T5"/>
                  </a:cxn>
                  <a:cxn ang="T37">
                    <a:pos x="T6" y="T7"/>
                  </a:cxn>
                  <a:cxn ang="T38">
                    <a:pos x="T8" y="T9"/>
                  </a:cxn>
                  <a:cxn ang="T39">
                    <a:pos x="T10" y="T11"/>
                  </a:cxn>
                  <a:cxn ang="T40">
                    <a:pos x="T12" y="T13"/>
                  </a:cxn>
                  <a:cxn ang="T41">
                    <a:pos x="T14" y="T15"/>
                  </a:cxn>
                  <a:cxn ang="T42">
                    <a:pos x="T16" y="T17"/>
                  </a:cxn>
                  <a:cxn ang="T43">
                    <a:pos x="T18" y="T19"/>
                  </a:cxn>
                  <a:cxn ang="T44">
                    <a:pos x="T20" y="T21"/>
                  </a:cxn>
                  <a:cxn ang="T45">
                    <a:pos x="T22" y="T23"/>
                  </a:cxn>
                  <a:cxn ang="T46">
                    <a:pos x="T24" y="T25"/>
                  </a:cxn>
                  <a:cxn ang="T47">
                    <a:pos x="T26" y="T27"/>
                  </a:cxn>
                  <a:cxn ang="T48">
                    <a:pos x="T28" y="T29"/>
                  </a:cxn>
                  <a:cxn ang="T49">
                    <a:pos x="T30" y="T31"/>
                  </a:cxn>
                  <a:cxn ang="T50">
                    <a:pos x="T32" y="T33"/>
                  </a:cxn>
                </a:cxnLst>
                <a:rect l="T51" t="T52" r="T53" b="T54"/>
                <a:pathLst>
                  <a:path w="113" h="57">
                    <a:moveTo>
                      <a:pt x="56" y="57"/>
                    </a:moveTo>
                    <a:lnTo>
                      <a:pt x="0" y="57"/>
                    </a:lnTo>
                    <a:lnTo>
                      <a:pt x="1" y="45"/>
                    </a:lnTo>
                    <a:lnTo>
                      <a:pt x="5" y="32"/>
                    </a:lnTo>
                    <a:lnTo>
                      <a:pt x="12" y="22"/>
                    </a:lnTo>
                    <a:lnTo>
                      <a:pt x="21" y="13"/>
                    </a:lnTo>
                    <a:lnTo>
                      <a:pt x="31" y="7"/>
                    </a:lnTo>
                    <a:lnTo>
                      <a:pt x="43" y="2"/>
                    </a:lnTo>
                    <a:lnTo>
                      <a:pt x="56" y="0"/>
                    </a:lnTo>
                    <a:lnTo>
                      <a:pt x="68" y="2"/>
                    </a:lnTo>
                    <a:lnTo>
                      <a:pt x="80" y="7"/>
                    </a:lnTo>
                    <a:lnTo>
                      <a:pt x="91" y="13"/>
                    </a:lnTo>
                    <a:lnTo>
                      <a:pt x="100" y="22"/>
                    </a:lnTo>
                    <a:lnTo>
                      <a:pt x="106" y="32"/>
                    </a:lnTo>
                    <a:lnTo>
                      <a:pt x="111" y="45"/>
                    </a:lnTo>
                    <a:lnTo>
                      <a:pt x="113" y="57"/>
                    </a:lnTo>
                    <a:lnTo>
                      <a:pt x="56" y="57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915" name="Freeform 352">
                <a:extLst>
                  <a:ext uri="{FF2B5EF4-FFF2-40B4-BE49-F238E27FC236}">
                    <a16:creationId xmlns:a16="http://schemas.microsoft.com/office/drawing/2014/main" id="{7D1DE033-6A74-3CE7-F033-CA116D93FA0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37" y="2676"/>
                <a:ext cx="19" cy="10"/>
              </a:xfrm>
              <a:custGeom>
                <a:avLst/>
                <a:gdLst>
                  <a:gd name="T0" fmla="*/ 0 w 113"/>
                  <a:gd name="T1" fmla="*/ 0 h 57"/>
                  <a:gd name="T2" fmla="*/ 0 w 113"/>
                  <a:gd name="T3" fmla="*/ 0 h 57"/>
                  <a:gd name="T4" fmla="*/ 0 w 113"/>
                  <a:gd name="T5" fmla="*/ 0 h 57"/>
                  <a:gd name="T6" fmla="*/ 0 w 113"/>
                  <a:gd name="T7" fmla="*/ 0 h 57"/>
                  <a:gd name="T8" fmla="*/ 0 w 113"/>
                  <a:gd name="T9" fmla="*/ 0 h 57"/>
                  <a:gd name="T10" fmla="*/ 0 w 113"/>
                  <a:gd name="T11" fmla="*/ 0 h 57"/>
                  <a:gd name="T12" fmla="*/ 0 w 113"/>
                  <a:gd name="T13" fmla="*/ 0 h 57"/>
                  <a:gd name="T14" fmla="*/ 0 w 113"/>
                  <a:gd name="T15" fmla="*/ 0 h 57"/>
                  <a:gd name="T16" fmla="*/ 0 w 113"/>
                  <a:gd name="T17" fmla="*/ 0 h 57"/>
                  <a:gd name="T18" fmla="*/ 0 w 113"/>
                  <a:gd name="T19" fmla="*/ 0 h 57"/>
                  <a:gd name="T20" fmla="*/ 0 w 113"/>
                  <a:gd name="T21" fmla="*/ 0 h 57"/>
                  <a:gd name="T22" fmla="*/ 0 w 113"/>
                  <a:gd name="T23" fmla="*/ 0 h 57"/>
                  <a:gd name="T24" fmla="*/ 0 w 113"/>
                  <a:gd name="T25" fmla="*/ 0 h 57"/>
                  <a:gd name="T26" fmla="*/ 0 w 113"/>
                  <a:gd name="T27" fmla="*/ 0 h 57"/>
                  <a:gd name="T28" fmla="*/ 0 w 113"/>
                  <a:gd name="T29" fmla="*/ 0 h 57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w 113"/>
                  <a:gd name="T46" fmla="*/ 0 h 57"/>
                  <a:gd name="T47" fmla="*/ 113 w 113"/>
                  <a:gd name="T48" fmla="*/ 57 h 57"/>
                </a:gdLst>
                <a:ahLst/>
                <a:cxnLst>
                  <a:cxn ang="T30">
                    <a:pos x="T0" y="T1"/>
                  </a:cxn>
                  <a:cxn ang="T31">
                    <a:pos x="T2" y="T3"/>
                  </a:cxn>
                  <a:cxn ang="T32">
                    <a:pos x="T4" y="T5"/>
                  </a:cxn>
                  <a:cxn ang="T33">
                    <a:pos x="T6" y="T7"/>
                  </a:cxn>
                  <a:cxn ang="T34">
                    <a:pos x="T8" y="T9"/>
                  </a:cxn>
                  <a:cxn ang="T35">
                    <a:pos x="T10" y="T11"/>
                  </a:cxn>
                  <a:cxn ang="T36">
                    <a:pos x="T12" y="T13"/>
                  </a:cxn>
                  <a:cxn ang="T37">
                    <a:pos x="T14" y="T15"/>
                  </a:cxn>
                  <a:cxn ang="T38">
                    <a:pos x="T16" y="T17"/>
                  </a:cxn>
                  <a:cxn ang="T39">
                    <a:pos x="T18" y="T19"/>
                  </a:cxn>
                  <a:cxn ang="T40">
                    <a:pos x="T20" y="T21"/>
                  </a:cxn>
                  <a:cxn ang="T41">
                    <a:pos x="T22" y="T23"/>
                  </a:cxn>
                  <a:cxn ang="T42">
                    <a:pos x="T24" y="T25"/>
                  </a:cxn>
                  <a:cxn ang="T43">
                    <a:pos x="T26" y="T27"/>
                  </a:cxn>
                  <a:cxn ang="T44">
                    <a:pos x="T28" y="T29"/>
                  </a:cxn>
                </a:cxnLst>
                <a:rect l="T45" t="T46" r="T47" b="T48"/>
                <a:pathLst>
                  <a:path w="113" h="57">
                    <a:moveTo>
                      <a:pt x="0" y="57"/>
                    </a:moveTo>
                    <a:lnTo>
                      <a:pt x="1" y="45"/>
                    </a:lnTo>
                    <a:lnTo>
                      <a:pt x="5" y="32"/>
                    </a:lnTo>
                    <a:lnTo>
                      <a:pt x="12" y="22"/>
                    </a:lnTo>
                    <a:lnTo>
                      <a:pt x="21" y="13"/>
                    </a:lnTo>
                    <a:lnTo>
                      <a:pt x="31" y="7"/>
                    </a:lnTo>
                    <a:lnTo>
                      <a:pt x="43" y="2"/>
                    </a:lnTo>
                    <a:lnTo>
                      <a:pt x="56" y="0"/>
                    </a:lnTo>
                    <a:lnTo>
                      <a:pt x="68" y="2"/>
                    </a:lnTo>
                    <a:lnTo>
                      <a:pt x="80" y="7"/>
                    </a:lnTo>
                    <a:lnTo>
                      <a:pt x="91" y="13"/>
                    </a:lnTo>
                    <a:lnTo>
                      <a:pt x="100" y="22"/>
                    </a:lnTo>
                    <a:lnTo>
                      <a:pt x="106" y="32"/>
                    </a:lnTo>
                    <a:lnTo>
                      <a:pt x="111" y="45"/>
                    </a:lnTo>
                    <a:lnTo>
                      <a:pt x="113" y="57"/>
                    </a:lnTo>
                  </a:path>
                </a:pathLst>
              </a:cu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916" name="Freeform 353">
                <a:extLst>
                  <a:ext uri="{FF2B5EF4-FFF2-40B4-BE49-F238E27FC236}">
                    <a16:creationId xmlns:a16="http://schemas.microsoft.com/office/drawing/2014/main" id="{69D714BC-474D-5EC5-CBA4-B71EC0DFB2B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37" y="3217"/>
                <a:ext cx="19" cy="10"/>
              </a:xfrm>
              <a:custGeom>
                <a:avLst/>
                <a:gdLst>
                  <a:gd name="T0" fmla="*/ 0 w 113"/>
                  <a:gd name="T1" fmla="*/ 0 h 57"/>
                  <a:gd name="T2" fmla="*/ 0 w 113"/>
                  <a:gd name="T3" fmla="*/ 0 h 57"/>
                  <a:gd name="T4" fmla="*/ 0 w 113"/>
                  <a:gd name="T5" fmla="*/ 0 h 57"/>
                  <a:gd name="T6" fmla="*/ 0 w 113"/>
                  <a:gd name="T7" fmla="*/ 0 h 57"/>
                  <a:gd name="T8" fmla="*/ 0 w 113"/>
                  <a:gd name="T9" fmla="*/ 0 h 57"/>
                  <a:gd name="T10" fmla="*/ 0 w 113"/>
                  <a:gd name="T11" fmla="*/ 0 h 57"/>
                  <a:gd name="T12" fmla="*/ 0 w 113"/>
                  <a:gd name="T13" fmla="*/ 0 h 57"/>
                  <a:gd name="T14" fmla="*/ 0 w 113"/>
                  <a:gd name="T15" fmla="*/ 0 h 57"/>
                  <a:gd name="T16" fmla="*/ 0 w 113"/>
                  <a:gd name="T17" fmla="*/ 0 h 57"/>
                  <a:gd name="T18" fmla="*/ 0 w 113"/>
                  <a:gd name="T19" fmla="*/ 0 h 57"/>
                  <a:gd name="T20" fmla="*/ 0 w 113"/>
                  <a:gd name="T21" fmla="*/ 0 h 57"/>
                  <a:gd name="T22" fmla="*/ 0 w 113"/>
                  <a:gd name="T23" fmla="*/ 0 h 57"/>
                  <a:gd name="T24" fmla="*/ 0 w 113"/>
                  <a:gd name="T25" fmla="*/ 0 h 57"/>
                  <a:gd name="T26" fmla="*/ 0 w 113"/>
                  <a:gd name="T27" fmla="*/ 0 h 57"/>
                  <a:gd name="T28" fmla="*/ 0 w 113"/>
                  <a:gd name="T29" fmla="*/ 0 h 57"/>
                  <a:gd name="T30" fmla="*/ 0 w 113"/>
                  <a:gd name="T31" fmla="*/ 0 h 57"/>
                  <a:gd name="T32" fmla="*/ 0 w 113"/>
                  <a:gd name="T33" fmla="*/ 0 h 57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w 113"/>
                  <a:gd name="T52" fmla="*/ 0 h 57"/>
                  <a:gd name="T53" fmla="*/ 113 w 113"/>
                  <a:gd name="T54" fmla="*/ 57 h 57"/>
                </a:gdLst>
                <a:ahLst/>
                <a:cxnLst>
                  <a:cxn ang="T34">
                    <a:pos x="T0" y="T1"/>
                  </a:cxn>
                  <a:cxn ang="T35">
                    <a:pos x="T2" y="T3"/>
                  </a:cxn>
                  <a:cxn ang="T36">
                    <a:pos x="T4" y="T5"/>
                  </a:cxn>
                  <a:cxn ang="T37">
                    <a:pos x="T6" y="T7"/>
                  </a:cxn>
                  <a:cxn ang="T38">
                    <a:pos x="T8" y="T9"/>
                  </a:cxn>
                  <a:cxn ang="T39">
                    <a:pos x="T10" y="T11"/>
                  </a:cxn>
                  <a:cxn ang="T40">
                    <a:pos x="T12" y="T13"/>
                  </a:cxn>
                  <a:cxn ang="T41">
                    <a:pos x="T14" y="T15"/>
                  </a:cxn>
                  <a:cxn ang="T42">
                    <a:pos x="T16" y="T17"/>
                  </a:cxn>
                  <a:cxn ang="T43">
                    <a:pos x="T18" y="T19"/>
                  </a:cxn>
                  <a:cxn ang="T44">
                    <a:pos x="T20" y="T21"/>
                  </a:cxn>
                  <a:cxn ang="T45">
                    <a:pos x="T22" y="T23"/>
                  </a:cxn>
                  <a:cxn ang="T46">
                    <a:pos x="T24" y="T25"/>
                  </a:cxn>
                  <a:cxn ang="T47">
                    <a:pos x="T26" y="T27"/>
                  </a:cxn>
                  <a:cxn ang="T48">
                    <a:pos x="T28" y="T29"/>
                  </a:cxn>
                  <a:cxn ang="T49">
                    <a:pos x="T30" y="T31"/>
                  </a:cxn>
                  <a:cxn ang="T50">
                    <a:pos x="T32" y="T33"/>
                  </a:cxn>
                </a:cxnLst>
                <a:rect l="T51" t="T52" r="T53" b="T54"/>
                <a:pathLst>
                  <a:path w="113" h="57">
                    <a:moveTo>
                      <a:pt x="56" y="57"/>
                    </a:moveTo>
                    <a:lnTo>
                      <a:pt x="0" y="57"/>
                    </a:lnTo>
                    <a:lnTo>
                      <a:pt x="1" y="45"/>
                    </a:lnTo>
                    <a:lnTo>
                      <a:pt x="5" y="32"/>
                    </a:lnTo>
                    <a:lnTo>
                      <a:pt x="12" y="22"/>
                    </a:lnTo>
                    <a:lnTo>
                      <a:pt x="21" y="13"/>
                    </a:lnTo>
                    <a:lnTo>
                      <a:pt x="31" y="7"/>
                    </a:lnTo>
                    <a:lnTo>
                      <a:pt x="43" y="2"/>
                    </a:lnTo>
                    <a:lnTo>
                      <a:pt x="56" y="0"/>
                    </a:lnTo>
                    <a:lnTo>
                      <a:pt x="68" y="2"/>
                    </a:lnTo>
                    <a:lnTo>
                      <a:pt x="80" y="7"/>
                    </a:lnTo>
                    <a:lnTo>
                      <a:pt x="91" y="13"/>
                    </a:lnTo>
                    <a:lnTo>
                      <a:pt x="100" y="22"/>
                    </a:lnTo>
                    <a:lnTo>
                      <a:pt x="106" y="32"/>
                    </a:lnTo>
                    <a:lnTo>
                      <a:pt x="111" y="45"/>
                    </a:lnTo>
                    <a:lnTo>
                      <a:pt x="113" y="57"/>
                    </a:lnTo>
                    <a:lnTo>
                      <a:pt x="56" y="57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917" name="Freeform 354">
                <a:extLst>
                  <a:ext uri="{FF2B5EF4-FFF2-40B4-BE49-F238E27FC236}">
                    <a16:creationId xmlns:a16="http://schemas.microsoft.com/office/drawing/2014/main" id="{4C84CFE6-17FF-82CA-61D4-96DE51C2769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37" y="3217"/>
                <a:ext cx="19" cy="10"/>
              </a:xfrm>
              <a:custGeom>
                <a:avLst/>
                <a:gdLst>
                  <a:gd name="T0" fmla="*/ 0 w 113"/>
                  <a:gd name="T1" fmla="*/ 0 h 57"/>
                  <a:gd name="T2" fmla="*/ 0 w 113"/>
                  <a:gd name="T3" fmla="*/ 0 h 57"/>
                  <a:gd name="T4" fmla="*/ 0 w 113"/>
                  <a:gd name="T5" fmla="*/ 0 h 57"/>
                  <a:gd name="T6" fmla="*/ 0 w 113"/>
                  <a:gd name="T7" fmla="*/ 0 h 57"/>
                  <a:gd name="T8" fmla="*/ 0 w 113"/>
                  <a:gd name="T9" fmla="*/ 0 h 57"/>
                  <a:gd name="T10" fmla="*/ 0 w 113"/>
                  <a:gd name="T11" fmla="*/ 0 h 57"/>
                  <a:gd name="T12" fmla="*/ 0 w 113"/>
                  <a:gd name="T13" fmla="*/ 0 h 57"/>
                  <a:gd name="T14" fmla="*/ 0 w 113"/>
                  <a:gd name="T15" fmla="*/ 0 h 57"/>
                  <a:gd name="T16" fmla="*/ 0 w 113"/>
                  <a:gd name="T17" fmla="*/ 0 h 57"/>
                  <a:gd name="T18" fmla="*/ 0 w 113"/>
                  <a:gd name="T19" fmla="*/ 0 h 57"/>
                  <a:gd name="T20" fmla="*/ 0 w 113"/>
                  <a:gd name="T21" fmla="*/ 0 h 57"/>
                  <a:gd name="T22" fmla="*/ 0 w 113"/>
                  <a:gd name="T23" fmla="*/ 0 h 57"/>
                  <a:gd name="T24" fmla="*/ 0 w 113"/>
                  <a:gd name="T25" fmla="*/ 0 h 57"/>
                  <a:gd name="T26" fmla="*/ 0 w 113"/>
                  <a:gd name="T27" fmla="*/ 0 h 57"/>
                  <a:gd name="T28" fmla="*/ 0 w 113"/>
                  <a:gd name="T29" fmla="*/ 0 h 57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w 113"/>
                  <a:gd name="T46" fmla="*/ 0 h 57"/>
                  <a:gd name="T47" fmla="*/ 113 w 113"/>
                  <a:gd name="T48" fmla="*/ 57 h 57"/>
                </a:gdLst>
                <a:ahLst/>
                <a:cxnLst>
                  <a:cxn ang="T30">
                    <a:pos x="T0" y="T1"/>
                  </a:cxn>
                  <a:cxn ang="T31">
                    <a:pos x="T2" y="T3"/>
                  </a:cxn>
                  <a:cxn ang="T32">
                    <a:pos x="T4" y="T5"/>
                  </a:cxn>
                  <a:cxn ang="T33">
                    <a:pos x="T6" y="T7"/>
                  </a:cxn>
                  <a:cxn ang="T34">
                    <a:pos x="T8" y="T9"/>
                  </a:cxn>
                  <a:cxn ang="T35">
                    <a:pos x="T10" y="T11"/>
                  </a:cxn>
                  <a:cxn ang="T36">
                    <a:pos x="T12" y="T13"/>
                  </a:cxn>
                  <a:cxn ang="T37">
                    <a:pos x="T14" y="T15"/>
                  </a:cxn>
                  <a:cxn ang="T38">
                    <a:pos x="T16" y="T17"/>
                  </a:cxn>
                  <a:cxn ang="T39">
                    <a:pos x="T18" y="T19"/>
                  </a:cxn>
                  <a:cxn ang="T40">
                    <a:pos x="T20" y="T21"/>
                  </a:cxn>
                  <a:cxn ang="T41">
                    <a:pos x="T22" y="T23"/>
                  </a:cxn>
                  <a:cxn ang="T42">
                    <a:pos x="T24" y="T25"/>
                  </a:cxn>
                  <a:cxn ang="T43">
                    <a:pos x="T26" y="T27"/>
                  </a:cxn>
                  <a:cxn ang="T44">
                    <a:pos x="T28" y="T29"/>
                  </a:cxn>
                </a:cxnLst>
                <a:rect l="T45" t="T46" r="T47" b="T48"/>
                <a:pathLst>
                  <a:path w="113" h="57">
                    <a:moveTo>
                      <a:pt x="0" y="57"/>
                    </a:moveTo>
                    <a:lnTo>
                      <a:pt x="1" y="45"/>
                    </a:lnTo>
                    <a:lnTo>
                      <a:pt x="5" y="32"/>
                    </a:lnTo>
                    <a:lnTo>
                      <a:pt x="12" y="22"/>
                    </a:lnTo>
                    <a:lnTo>
                      <a:pt x="21" y="13"/>
                    </a:lnTo>
                    <a:lnTo>
                      <a:pt x="31" y="7"/>
                    </a:lnTo>
                    <a:lnTo>
                      <a:pt x="43" y="2"/>
                    </a:lnTo>
                    <a:lnTo>
                      <a:pt x="56" y="0"/>
                    </a:lnTo>
                    <a:lnTo>
                      <a:pt x="68" y="2"/>
                    </a:lnTo>
                    <a:lnTo>
                      <a:pt x="80" y="7"/>
                    </a:lnTo>
                    <a:lnTo>
                      <a:pt x="91" y="13"/>
                    </a:lnTo>
                    <a:lnTo>
                      <a:pt x="100" y="22"/>
                    </a:lnTo>
                    <a:lnTo>
                      <a:pt x="106" y="32"/>
                    </a:lnTo>
                    <a:lnTo>
                      <a:pt x="111" y="45"/>
                    </a:lnTo>
                    <a:lnTo>
                      <a:pt x="113" y="57"/>
                    </a:lnTo>
                  </a:path>
                </a:pathLst>
              </a:cu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918" name="Freeform 355">
                <a:extLst>
                  <a:ext uri="{FF2B5EF4-FFF2-40B4-BE49-F238E27FC236}">
                    <a16:creationId xmlns:a16="http://schemas.microsoft.com/office/drawing/2014/main" id="{DCCF2872-54FA-F155-BF7F-BD07E274CB9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37" y="3227"/>
                <a:ext cx="19" cy="628"/>
              </a:xfrm>
              <a:custGeom>
                <a:avLst/>
                <a:gdLst>
                  <a:gd name="T0" fmla="*/ 0 w 113"/>
                  <a:gd name="T1" fmla="*/ 0 h 3719"/>
                  <a:gd name="T2" fmla="*/ 0 w 113"/>
                  <a:gd name="T3" fmla="*/ 0 h 3719"/>
                  <a:gd name="T4" fmla="*/ 0 w 113"/>
                  <a:gd name="T5" fmla="*/ 0 h 3719"/>
                  <a:gd name="T6" fmla="*/ 0 w 113"/>
                  <a:gd name="T7" fmla="*/ 0 h 3719"/>
                  <a:gd name="T8" fmla="*/ 0 w 113"/>
                  <a:gd name="T9" fmla="*/ 0 h 3719"/>
                  <a:gd name="T10" fmla="*/ 0 w 113"/>
                  <a:gd name="T11" fmla="*/ 0 h 3719"/>
                  <a:gd name="T12" fmla="*/ 0 w 113"/>
                  <a:gd name="T13" fmla="*/ 0 h 3719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113"/>
                  <a:gd name="T22" fmla="*/ 0 h 3719"/>
                  <a:gd name="T23" fmla="*/ 113 w 113"/>
                  <a:gd name="T24" fmla="*/ 3719 h 3719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113" h="3719">
                    <a:moveTo>
                      <a:pt x="113" y="0"/>
                    </a:moveTo>
                    <a:lnTo>
                      <a:pt x="56" y="0"/>
                    </a:lnTo>
                    <a:lnTo>
                      <a:pt x="0" y="0"/>
                    </a:lnTo>
                    <a:lnTo>
                      <a:pt x="0" y="3719"/>
                    </a:lnTo>
                    <a:lnTo>
                      <a:pt x="56" y="3719"/>
                    </a:lnTo>
                    <a:lnTo>
                      <a:pt x="113" y="3719"/>
                    </a:lnTo>
                    <a:lnTo>
                      <a:pt x="113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919" name="Freeform 356">
                <a:extLst>
                  <a:ext uri="{FF2B5EF4-FFF2-40B4-BE49-F238E27FC236}">
                    <a16:creationId xmlns:a16="http://schemas.microsoft.com/office/drawing/2014/main" id="{B220BA07-8442-EC48-73AA-1A4E3A64E63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37" y="3227"/>
                <a:ext cx="19" cy="628"/>
              </a:xfrm>
              <a:custGeom>
                <a:avLst/>
                <a:gdLst>
                  <a:gd name="T0" fmla="*/ 0 w 113"/>
                  <a:gd name="T1" fmla="*/ 0 h 3719"/>
                  <a:gd name="T2" fmla="*/ 0 w 113"/>
                  <a:gd name="T3" fmla="*/ 0 h 3719"/>
                  <a:gd name="T4" fmla="*/ 0 w 113"/>
                  <a:gd name="T5" fmla="*/ 0 h 3719"/>
                  <a:gd name="T6" fmla="*/ 0 w 113"/>
                  <a:gd name="T7" fmla="*/ 0 h 3719"/>
                  <a:gd name="T8" fmla="*/ 0 w 113"/>
                  <a:gd name="T9" fmla="*/ 0 h 3719"/>
                  <a:gd name="T10" fmla="*/ 0 w 113"/>
                  <a:gd name="T11" fmla="*/ 0 h 3719"/>
                  <a:gd name="T12" fmla="*/ 0 w 113"/>
                  <a:gd name="T13" fmla="*/ 0 h 3719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113"/>
                  <a:gd name="T22" fmla="*/ 0 h 3719"/>
                  <a:gd name="T23" fmla="*/ 113 w 113"/>
                  <a:gd name="T24" fmla="*/ 3719 h 3719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113" h="3719">
                    <a:moveTo>
                      <a:pt x="113" y="0"/>
                    </a:moveTo>
                    <a:lnTo>
                      <a:pt x="56" y="0"/>
                    </a:lnTo>
                    <a:lnTo>
                      <a:pt x="0" y="0"/>
                    </a:lnTo>
                    <a:lnTo>
                      <a:pt x="0" y="3719"/>
                    </a:lnTo>
                    <a:lnTo>
                      <a:pt x="56" y="3719"/>
                    </a:lnTo>
                    <a:lnTo>
                      <a:pt x="113" y="3719"/>
                    </a:lnTo>
                    <a:lnTo>
                      <a:pt x="113" y="0"/>
                    </a:lnTo>
                    <a:close/>
                  </a:path>
                </a:pathLst>
              </a:cu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920" name="Freeform 357">
                <a:extLst>
                  <a:ext uri="{FF2B5EF4-FFF2-40B4-BE49-F238E27FC236}">
                    <a16:creationId xmlns:a16="http://schemas.microsoft.com/office/drawing/2014/main" id="{5594867D-96EA-76C1-C2D6-7BCA4AD4CA4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37" y="3855"/>
                <a:ext cx="19" cy="10"/>
              </a:xfrm>
              <a:custGeom>
                <a:avLst/>
                <a:gdLst>
                  <a:gd name="T0" fmla="*/ 0 w 113"/>
                  <a:gd name="T1" fmla="*/ 0 h 56"/>
                  <a:gd name="T2" fmla="*/ 0 w 113"/>
                  <a:gd name="T3" fmla="*/ 0 h 56"/>
                  <a:gd name="T4" fmla="*/ 0 w 113"/>
                  <a:gd name="T5" fmla="*/ 0 h 56"/>
                  <a:gd name="T6" fmla="*/ 0 w 113"/>
                  <a:gd name="T7" fmla="*/ 0 h 56"/>
                  <a:gd name="T8" fmla="*/ 0 w 113"/>
                  <a:gd name="T9" fmla="*/ 0 h 56"/>
                  <a:gd name="T10" fmla="*/ 0 w 113"/>
                  <a:gd name="T11" fmla="*/ 0 h 56"/>
                  <a:gd name="T12" fmla="*/ 0 w 113"/>
                  <a:gd name="T13" fmla="*/ 0 h 56"/>
                  <a:gd name="T14" fmla="*/ 0 w 113"/>
                  <a:gd name="T15" fmla="*/ 0 h 56"/>
                  <a:gd name="T16" fmla="*/ 0 w 113"/>
                  <a:gd name="T17" fmla="*/ 0 h 56"/>
                  <a:gd name="T18" fmla="*/ 0 w 113"/>
                  <a:gd name="T19" fmla="*/ 0 h 56"/>
                  <a:gd name="T20" fmla="*/ 0 w 113"/>
                  <a:gd name="T21" fmla="*/ 0 h 56"/>
                  <a:gd name="T22" fmla="*/ 0 w 113"/>
                  <a:gd name="T23" fmla="*/ 0 h 56"/>
                  <a:gd name="T24" fmla="*/ 0 w 113"/>
                  <a:gd name="T25" fmla="*/ 0 h 56"/>
                  <a:gd name="T26" fmla="*/ 0 w 113"/>
                  <a:gd name="T27" fmla="*/ 0 h 56"/>
                  <a:gd name="T28" fmla="*/ 0 w 113"/>
                  <a:gd name="T29" fmla="*/ 0 h 56"/>
                  <a:gd name="T30" fmla="*/ 0 w 113"/>
                  <a:gd name="T31" fmla="*/ 0 h 56"/>
                  <a:gd name="T32" fmla="*/ 0 w 113"/>
                  <a:gd name="T33" fmla="*/ 0 h 5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w 113"/>
                  <a:gd name="T52" fmla="*/ 0 h 56"/>
                  <a:gd name="T53" fmla="*/ 113 w 113"/>
                  <a:gd name="T54" fmla="*/ 56 h 56"/>
                </a:gdLst>
                <a:ahLst/>
                <a:cxnLst>
                  <a:cxn ang="T34">
                    <a:pos x="T0" y="T1"/>
                  </a:cxn>
                  <a:cxn ang="T35">
                    <a:pos x="T2" y="T3"/>
                  </a:cxn>
                  <a:cxn ang="T36">
                    <a:pos x="T4" y="T5"/>
                  </a:cxn>
                  <a:cxn ang="T37">
                    <a:pos x="T6" y="T7"/>
                  </a:cxn>
                  <a:cxn ang="T38">
                    <a:pos x="T8" y="T9"/>
                  </a:cxn>
                  <a:cxn ang="T39">
                    <a:pos x="T10" y="T11"/>
                  </a:cxn>
                  <a:cxn ang="T40">
                    <a:pos x="T12" y="T13"/>
                  </a:cxn>
                  <a:cxn ang="T41">
                    <a:pos x="T14" y="T15"/>
                  </a:cxn>
                  <a:cxn ang="T42">
                    <a:pos x="T16" y="T17"/>
                  </a:cxn>
                  <a:cxn ang="T43">
                    <a:pos x="T18" y="T19"/>
                  </a:cxn>
                  <a:cxn ang="T44">
                    <a:pos x="T20" y="T21"/>
                  </a:cxn>
                  <a:cxn ang="T45">
                    <a:pos x="T22" y="T23"/>
                  </a:cxn>
                  <a:cxn ang="T46">
                    <a:pos x="T24" y="T25"/>
                  </a:cxn>
                  <a:cxn ang="T47">
                    <a:pos x="T26" y="T27"/>
                  </a:cxn>
                  <a:cxn ang="T48">
                    <a:pos x="T28" y="T29"/>
                  </a:cxn>
                  <a:cxn ang="T49">
                    <a:pos x="T30" y="T31"/>
                  </a:cxn>
                  <a:cxn ang="T50">
                    <a:pos x="T32" y="T33"/>
                  </a:cxn>
                </a:cxnLst>
                <a:rect l="T51" t="T52" r="T53" b="T54"/>
                <a:pathLst>
                  <a:path w="113" h="56">
                    <a:moveTo>
                      <a:pt x="56" y="0"/>
                    </a:moveTo>
                    <a:lnTo>
                      <a:pt x="113" y="0"/>
                    </a:lnTo>
                    <a:lnTo>
                      <a:pt x="111" y="12"/>
                    </a:lnTo>
                    <a:lnTo>
                      <a:pt x="106" y="25"/>
                    </a:lnTo>
                    <a:lnTo>
                      <a:pt x="100" y="35"/>
                    </a:lnTo>
                    <a:lnTo>
                      <a:pt x="91" y="44"/>
                    </a:lnTo>
                    <a:lnTo>
                      <a:pt x="80" y="50"/>
                    </a:lnTo>
                    <a:lnTo>
                      <a:pt x="68" y="55"/>
                    </a:lnTo>
                    <a:lnTo>
                      <a:pt x="56" y="56"/>
                    </a:lnTo>
                    <a:lnTo>
                      <a:pt x="43" y="55"/>
                    </a:lnTo>
                    <a:lnTo>
                      <a:pt x="31" y="50"/>
                    </a:lnTo>
                    <a:lnTo>
                      <a:pt x="21" y="44"/>
                    </a:lnTo>
                    <a:lnTo>
                      <a:pt x="12" y="35"/>
                    </a:lnTo>
                    <a:lnTo>
                      <a:pt x="5" y="25"/>
                    </a:lnTo>
                    <a:lnTo>
                      <a:pt x="1" y="12"/>
                    </a:lnTo>
                    <a:lnTo>
                      <a:pt x="0" y="0"/>
                    </a:lnTo>
                    <a:lnTo>
                      <a:pt x="56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921" name="Freeform 358">
                <a:extLst>
                  <a:ext uri="{FF2B5EF4-FFF2-40B4-BE49-F238E27FC236}">
                    <a16:creationId xmlns:a16="http://schemas.microsoft.com/office/drawing/2014/main" id="{A8E9C700-FBA8-27DC-2054-410FD0BB633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37" y="3855"/>
                <a:ext cx="19" cy="10"/>
              </a:xfrm>
              <a:custGeom>
                <a:avLst/>
                <a:gdLst>
                  <a:gd name="T0" fmla="*/ 0 w 113"/>
                  <a:gd name="T1" fmla="*/ 0 h 56"/>
                  <a:gd name="T2" fmla="*/ 0 w 113"/>
                  <a:gd name="T3" fmla="*/ 0 h 56"/>
                  <a:gd name="T4" fmla="*/ 0 w 113"/>
                  <a:gd name="T5" fmla="*/ 0 h 56"/>
                  <a:gd name="T6" fmla="*/ 0 w 113"/>
                  <a:gd name="T7" fmla="*/ 0 h 56"/>
                  <a:gd name="T8" fmla="*/ 0 w 113"/>
                  <a:gd name="T9" fmla="*/ 0 h 56"/>
                  <a:gd name="T10" fmla="*/ 0 w 113"/>
                  <a:gd name="T11" fmla="*/ 0 h 56"/>
                  <a:gd name="T12" fmla="*/ 0 w 113"/>
                  <a:gd name="T13" fmla="*/ 0 h 56"/>
                  <a:gd name="T14" fmla="*/ 0 w 113"/>
                  <a:gd name="T15" fmla="*/ 0 h 56"/>
                  <a:gd name="T16" fmla="*/ 0 w 113"/>
                  <a:gd name="T17" fmla="*/ 0 h 56"/>
                  <a:gd name="T18" fmla="*/ 0 w 113"/>
                  <a:gd name="T19" fmla="*/ 0 h 56"/>
                  <a:gd name="T20" fmla="*/ 0 w 113"/>
                  <a:gd name="T21" fmla="*/ 0 h 56"/>
                  <a:gd name="T22" fmla="*/ 0 w 113"/>
                  <a:gd name="T23" fmla="*/ 0 h 56"/>
                  <a:gd name="T24" fmla="*/ 0 w 113"/>
                  <a:gd name="T25" fmla="*/ 0 h 56"/>
                  <a:gd name="T26" fmla="*/ 0 w 113"/>
                  <a:gd name="T27" fmla="*/ 0 h 56"/>
                  <a:gd name="T28" fmla="*/ 0 w 113"/>
                  <a:gd name="T29" fmla="*/ 0 h 5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w 113"/>
                  <a:gd name="T46" fmla="*/ 0 h 56"/>
                  <a:gd name="T47" fmla="*/ 113 w 113"/>
                  <a:gd name="T48" fmla="*/ 56 h 56"/>
                </a:gdLst>
                <a:ahLst/>
                <a:cxnLst>
                  <a:cxn ang="T30">
                    <a:pos x="T0" y="T1"/>
                  </a:cxn>
                  <a:cxn ang="T31">
                    <a:pos x="T2" y="T3"/>
                  </a:cxn>
                  <a:cxn ang="T32">
                    <a:pos x="T4" y="T5"/>
                  </a:cxn>
                  <a:cxn ang="T33">
                    <a:pos x="T6" y="T7"/>
                  </a:cxn>
                  <a:cxn ang="T34">
                    <a:pos x="T8" y="T9"/>
                  </a:cxn>
                  <a:cxn ang="T35">
                    <a:pos x="T10" y="T11"/>
                  </a:cxn>
                  <a:cxn ang="T36">
                    <a:pos x="T12" y="T13"/>
                  </a:cxn>
                  <a:cxn ang="T37">
                    <a:pos x="T14" y="T15"/>
                  </a:cxn>
                  <a:cxn ang="T38">
                    <a:pos x="T16" y="T17"/>
                  </a:cxn>
                  <a:cxn ang="T39">
                    <a:pos x="T18" y="T19"/>
                  </a:cxn>
                  <a:cxn ang="T40">
                    <a:pos x="T20" y="T21"/>
                  </a:cxn>
                  <a:cxn ang="T41">
                    <a:pos x="T22" y="T23"/>
                  </a:cxn>
                  <a:cxn ang="T42">
                    <a:pos x="T24" y="T25"/>
                  </a:cxn>
                  <a:cxn ang="T43">
                    <a:pos x="T26" y="T27"/>
                  </a:cxn>
                  <a:cxn ang="T44">
                    <a:pos x="T28" y="T29"/>
                  </a:cxn>
                </a:cxnLst>
                <a:rect l="T45" t="T46" r="T47" b="T48"/>
                <a:pathLst>
                  <a:path w="113" h="56">
                    <a:moveTo>
                      <a:pt x="113" y="0"/>
                    </a:moveTo>
                    <a:lnTo>
                      <a:pt x="111" y="12"/>
                    </a:lnTo>
                    <a:lnTo>
                      <a:pt x="106" y="25"/>
                    </a:lnTo>
                    <a:lnTo>
                      <a:pt x="100" y="35"/>
                    </a:lnTo>
                    <a:lnTo>
                      <a:pt x="91" y="44"/>
                    </a:lnTo>
                    <a:lnTo>
                      <a:pt x="80" y="50"/>
                    </a:lnTo>
                    <a:lnTo>
                      <a:pt x="68" y="55"/>
                    </a:lnTo>
                    <a:lnTo>
                      <a:pt x="56" y="56"/>
                    </a:lnTo>
                    <a:lnTo>
                      <a:pt x="43" y="55"/>
                    </a:lnTo>
                    <a:lnTo>
                      <a:pt x="31" y="50"/>
                    </a:lnTo>
                    <a:lnTo>
                      <a:pt x="21" y="44"/>
                    </a:lnTo>
                    <a:lnTo>
                      <a:pt x="12" y="35"/>
                    </a:lnTo>
                    <a:lnTo>
                      <a:pt x="5" y="25"/>
                    </a:lnTo>
                    <a:lnTo>
                      <a:pt x="1" y="12"/>
                    </a:lnTo>
                    <a:lnTo>
                      <a:pt x="0" y="0"/>
                    </a:lnTo>
                  </a:path>
                </a:pathLst>
              </a:cu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922" name="Freeform 359">
                <a:extLst>
                  <a:ext uri="{FF2B5EF4-FFF2-40B4-BE49-F238E27FC236}">
                    <a16:creationId xmlns:a16="http://schemas.microsoft.com/office/drawing/2014/main" id="{030BC86A-3DF0-3004-A133-FE84531C405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079" y="3217"/>
                <a:ext cx="9" cy="19"/>
              </a:xfrm>
              <a:custGeom>
                <a:avLst/>
                <a:gdLst>
                  <a:gd name="T0" fmla="*/ 0 w 57"/>
                  <a:gd name="T1" fmla="*/ 0 h 113"/>
                  <a:gd name="T2" fmla="*/ 0 w 57"/>
                  <a:gd name="T3" fmla="*/ 0 h 113"/>
                  <a:gd name="T4" fmla="*/ 0 w 57"/>
                  <a:gd name="T5" fmla="*/ 0 h 113"/>
                  <a:gd name="T6" fmla="*/ 0 w 57"/>
                  <a:gd name="T7" fmla="*/ 0 h 113"/>
                  <a:gd name="T8" fmla="*/ 0 w 57"/>
                  <a:gd name="T9" fmla="*/ 0 h 113"/>
                  <a:gd name="T10" fmla="*/ 0 w 57"/>
                  <a:gd name="T11" fmla="*/ 0 h 113"/>
                  <a:gd name="T12" fmla="*/ 0 w 57"/>
                  <a:gd name="T13" fmla="*/ 0 h 113"/>
                  <a:gd name="T14" fmla="*/ 0 w 57"/>
                  <a:gd name="T15" fmla="*/ 0 h 113"/>
                  <a:gd name="T16" fmla="*/ 0 w 57"/>
                  <a:gd name="T17" fmla="*/ 0 h 113"/>
                  <a:gd name="T18" fmla="*/ 0 w 57"/>
                  <a:gd name="T19" fmla="*/ 0 h 113"/>
                  <a:gd name="T20" fmla="*/ 0 w 57"/>
                  <a:gd name="T21" fmla="*/ 0 h 113"/>
                  <a:gd name="T22" fmla="*/ 0 w 57"/>
                  <a:gd name="T23" fmla="*/ 0 h 113"/>
                  <a:gd name="T24" fmla="*/ 0 w 57"/>
                  <a:gd name="T25" fmla="*/ 0 h 113"/>
                  <a:gd name="T26" fmla="*/ 0 w 57"/>
                  <a:gd name="T27" fmla="*/ 0 h 113"/>
                  <a:gd name="T28" fmla="*/ 0 w 57"/>
                  <a:gd name="T29" fmla="*/ 0 h 113"/>
                  <a:gd name="T30" fmla="*/ 0 w 57"/>
                  <a:gd name="T31" fmla="*/ 0 h 113"/>
                  <a:gd name="T32" fmla="*/ 0 w 57"/>
                  <a:gd name="T33" fmla="*/ 0 h 113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w 57"/>
                  <a:gd name="T52" fmla="*/ 0 h 113"/>
                  <a:gd name="T53" fmla="*/ 57 w 57"/>
                  <a:gd name="T54" fmla="*/ 113 h 113"/>
                </a:gdLst>
                <a:ahLst/>
                <a:cxnLst>
                  <a:cxn ang="T34">
                    <a:pos x="T0" y="T1"/>
                  </a:cxn>
                  <a:cxn ang="T35">
                    <a:pos x="T2" y="T3"/>
                  </a:cxn>
                  <a:cxn ang="T36">
                    <a:pos x="T4" y="T5"/>
                  </a:cxn>
                  <a:cxn ang="T37">
                    <a:pos x="T6" y="T7"/>
                  </a:cxn>
                  <a:cxn ang="T38">
                    <a:pos x="T8" y="T9"/>
                  </a:cxn>
                  <a:cxn ang="T39">
                    <a:pos x="T10" y="T11"/>
                  </a:cxn>
                  <a:cxn ang="T40">
                    <a:pos x="T12" y="T13"/>
                  </a:cxn>
                  <a:cxn ang="T41">
                    <a:pos x="T14" y="T15"/>
                  </a:cxn>
                  <a:cxn ang="T42">
                    <a:pos x="T16" y="T17"/>
                  </a:cxn>
                  <a:cxn ang="T43">
                    <a:pos x="T18" y="T19"/>
                  </a:cxn>
                  <a:cxn ang="T44">
                    <a:pos x="T20" y="T21"/>
                  </a:cxn>
                  <a:cxn ang="T45">
                    <a:pos x="T22" y="T23"/>
                  </a:cxn>
                  <a:cxn ang="T46">
                    <a:pos x="T24" y="T25"/>
                  </a:cxn>
                  <a:cxn ang="T47">
                    <a:pos x="T26" y="T27"/>
                  </a:cxn>
                  <a:cxn ang="T48">
                    <a:pos x="T28" y="T29"/>
                  </a:cxn>
                  <a:cxn ang="T49">
                    <a:pos x="T30" y="T31"/>
                  </a:cxn>
                  <a:cxn ang="T50">
                    <a:pos x="T32" y="T33"/>
                  </a:cxn>
                </a:cxnLst>
                <a:rect l="T51" t="T52" r="T53" b="T54"/>
                <a:pathLst>
                  <a:path w="57" h="113">
                    <a:moveTo>
                      <a:pt x="0" y="57"/>
                    </a:moveTo>
                    <a:lnTo>
                      <a:pt x="0" y="0"/>
                    </a:lnTo>
                    <a:lnTo>
                      <a:pt x="12" y="2"/>
                    </a:lnTo>
                    <a:lnTo>
                      <a:pt x="25" y="7"/>
                    </a:lnTo>
                    <a:lnTo>
                      <a:pt x="35" y="13"/>
                    </a:lnTo>
                    <a:lnTo>
                      <a:pt x="44" y="22"/>
                    </a:lnTo>
                    <a:lnTo>
                      <a:pt x="51" y="32"/>
                    </a:lnTo>
                    <a:lnTo>
                      <a:pt x="55" y="45"/>
                    </a:lnTo>
                    <a:lnTo>
                      <a:pt x="57" y="57"/>
                    </a:lnTo>
                    <a:lnTo>
                      <a:pt x="55" y="69"/>
                    </a:lnTo>
                    <a:lnTo>
                      <a:pt x="51" y="82"/>
                    </a:lnTo>
                    <a:lnTo>
                      <a:pt x="44" y="92"/>
                    </a:lnTo>
                    <a:lnTo>
                      <a:pt x="35" y="101"/>
                    </a:lnTo>
                    <a:lnTo>
                      <a:pt x="25" y="108"/>
                    </a:lnTo>
                    <a:lnTo>
                      <a:pt x="12" y="112"/>
                    </a:lnTo>
                    <a:lnTo>
                      <a:pt x="0" y="113"/>
                    </a:lnTo>
                    <a:lnTo>
                      <a:pt x="0" y="57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923" name="Freeform 360">
                <a:extLst>
                  <a:ext uri="{FF2B5EF4-FFF2-40B4-BE49-F238E27FC236}">
                    <a16:creationId xmlns:a16="http://schemas.microsoft.com/office/drawing/2014/main" id="{6BA02286-A8FF-74D1-D58B-FE8DE0946A5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079" y="3217"/>
                <a:ext cx="9" cy="19"/>
              </a:xfrm>
              <a:custGeom>
                <a:avLst/>
                <a:gdLst>
                  <a:gd name="T0" fmla="*/ 0 w 57"/>
                  <a:gd name="T1" fmla="*/ 0 h 113"/>
                  <a:gd name="T2" fmla="*/ 0 w 57"/>
                  <a:gd name="T3" fmla="*/ 0 h 113"/>
                  <a:gd name="T4" fmla="*/ 0 w 57"/>
                  <a:gd name="T5" fmla="*/ 0 h 113"/>
                  <a:gd name="T6" fmla="*/ 0 w 57"/>
                  <a:gd name="T7" fmla="*/ 0 h 113"/>
                  <a:gd name="T8" fmla="*/ 0 w 57"/>
                  <a:gd name="T9" fmla="*/ 0 h 113"/>
                  <a:gd name="T10" fmla="*/ 0 w 57"/>
                  <a:gd name="T11" fmla="*/ 0 h 113"/>
                  <a:gd name="T12" fmla="*/ 0 w 57"/>
                  <a:gd name="T13" fmla="*/ 0 h 113"/>
                  <a:gd name="T14" fmla="*/ 0 w 57"/>
                  <a:gd name="T15" fmla="*/ 0 h 113"/>
                  <a:gd name="T16" fmla="*/ 0 w 57"/>
                  <a:gd name="T17" fmla="*/ 0 h 113"/>
                  <a:gd name="T18" fmla="*/ 0 w 57"/>
                  <a:gd name="T19" fmla="*/ 0 h 113"/>
                  <a:gd name="T20" fmla="*/ 0 w 57"/>
                  <a:gd name="T21" fmla="*/ 0 h 113"/>
                  <a:gd name="T22" fmla="*/ 0 w 57"/>
                  <a:gd name="T23" fmla="*/ 0 h 113"/>
                  <a:gd name="T24" fmla="*/ 0 w 57"/>
                  <a:gd name="T25" fmla="*/ 0 h 113"/>
                  <a:gd name="T26" fmla="*/ 0 w 57"/>
                  <a:gd name="T27" fmla="*/ 0 h 113"/>
                  <a:gd name="T28" fmla="*/ 0 w 57"/>
                  <a:gd name="T29" fmla="*/ 0 h 113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w 57"/>
                  <a:gd name="T46" fmla="*/ 0 h 113"/>
                  <a:gd name="T47" fmla="*/ 57 w 57"/>
                  <a:gd name="T48" fmla="*/ 113 h 113"/>
                </a:gdLst>
                <a:ahLst/>
                <a:cxnLst>
                  <a:cxn ang="T30">
                    <a:pos x="T0" y="T1"/>
                  </a:cxn>
                  <a:cxn ang="T31">
                    <a:pos x="T2" y="T3"/>
                  </a:cxn>
                  <a:cxn ang="T32">
                    <a:pos x="T4" y="T5"/>
                  </a:cxn>
                  <a:cxn ang="T33">
                    <a:pos x="T6" y="T7"/>
                  </a:cxn>
                  <a:cxn ang="T34">
                    <a:pos x="T8" y="T9"/>
                  </a:cxn>
                  <a:cxn ang="T35">
                    <a:pos x="T10" y="T11"/>
                  </a:cxn>
                  <a:cxn ang="T36">
                    <a:pos x="T12" y="T13"/>
                  </a:cxn>
                  <a:cxn ang="T37">
                    <a:pos x="T14" y="T15"/>
                  </a:cxn>
                  <a:cxn ang="T38">
                    <a:pos x="T16" y="T17"/>
                  </a:cxn>
                  <a:cxn ang="T39">
                    <a:pos x="T18" y="T19"/>
                  </a:cxn>
                  <a:cxn ang="T40">
                    <a:pos x="T20" y="T21"/>
                  </a:cxn>
                  <a:cxn ang="T41">
                    <a:pos x="T22" y="T23"/>
                  </a:cxn>
                  <a:cxn ang="T42">
                    <a:pos x="T24" y="T25"/>
                  </a:cxn>
                  <a:cxn ang="T43">
                    <a:pos x="T26" y="T27"/>
                  </a:cxn>
                  <a:cxn ang="T44">
                    <a:pos x="T28" y="T29"/>
                  </a:cxn>
                </a:cxnLst>
                <a:rect l="T45" t="T46" r="T47" b="T48"/>
                <a:pathLst>
                  <a:path w="57" h="113">
                    <a:moveTo>
                      <a:pt x="0" y="0"/>
                    </a:moveTo>
                    <a:lnTo>
                      <a:pt x="12" y="2"/>
                    </a:lnTo>
                    <a:lnTo>
                      <a:pt x="25" y="7"/>
                    </a:lnTo>
                    <a:lnTo>
                      <a:pt x="35" y="13"/>
                    </a:lnTo>
                    <a:lnTo>
                      <a:pt x="44" y="22"/>
                    </a:lnTo>
                    <a:lnTo>
                      <a:pt x="51" y="32"/>
                    </a:lnTo>
                    <a:lnTo>
                      <a:pt x="55" y="45"/>
                    </a:lnTo>
                    <a:lnTo>
                      <a:pt x="57" y="57"/>
                    </a:lnTo>
                    <a:lnTo>
                      <a:pt x="55" y="69"/>
                    </a:lnTo>
                    <a:lnTo>
                      <a:pt x="51" y="82"/>
                    </a:lnTo>
                    <a:lnTo>
                      <a:pt x="44" y="92"/>
                    </a:lnTo>
                    <a:lnTo>
                      <a:pt x="35" y="101"/>
                    </a:lnTo>
                    <a:lnTo>
                      <a:pt x="25" y="108"/>
                    </a:lnTo>
                    <a:lnTo>
                      <a:pt x="12" y="112"/>
                    </a:lnTo>
                    <a:lnTo>
                      <a:pt x="0" y="113"/>
                    </a:lnTo>
                  </a:path>
                </a:pathLst>
              </a:cu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924" name="Freeform 361">
                <a:extLst>
                  <a:ext uri="{FF2B5EF4-FFF2-40B4-BE49-F238E27FC236}">
                    <a16:creationId xmlns:a16="http://schemas.microsoft.com/office/drawing/2014/main" id="{14B76DE7-2E04-DB3C-2704-E65D8C3CF68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47" y="3217"/>
                <a:ext cx="1232" cy="19"/>
              </a:xfrm>
              <a:custGeom>
                <a:avLst/>
                <a:gdLst>
                  <a:gd name="T0" fmla="*/ 0 w 7299"/>
                  <a:gd name="T1" fmla="*/ 0 h 113"/>
                  <a:gd name="T2" fmla="*/ 0 w 7299"/>
                  <a:gd name="T3" fmla="*/ 0 h 113"/>
                  <a:gd name="T4" fmla="*/ 0 w 7299"/>
                  <a:gd name="T5" fmla="*/ 0 h 113"/>
                  <a:gd name="T6" fmla="*/ 0 w 7299"/>
                  <a:gd name="T7" fmla="*/ 0 h 113"/>
                  <a:gd name="T8" fmla="*/ 0 w 7299"/>
                  <a:gd name="T9" fmla="*/ 0 h 113"/>
                  <a:gd name="T10" fmla="*/ 0 w 7299"/>
                  <a:gd name="T11" fmla="*/ 0 h 113"/>
                  <a:gd name="T12" fmla="*/ 0 w 7299"/>
                  <a:gd name="T13" fmla="*/ 0 h 113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7299"/>
                  <a:gd name="T22" fmla="*/ 0 h 113"/>
                  <a:gd name="T23" fmla="*/ 7299 w 7299"/>
                  <a:gd name="T24" fmla="*/ 113 h 113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7299" h="113">
                    <a:moveTo>
                      <a:pt x="7299" y="113"/>
                    </a:moveTo>
                    <a:lnTo>
                      <a:pt x="7299" y="57"/>
                    </a:lnTo>
                    <a:lnTo>
                      <a:pt x="7299" y="0"/>
                    </a:lnTo>
                    <a:lnTo>
                      <a:pt x="0" y="0"/>
                    </a:lnTo>
                    <a:lnTo>
                      <a:pt x="0" y="57"/>
                    </a:lnTo>
                    <a:lnTo>
                      <a:pt x="0" y="113"/>
                    </a:lnTo>
                    <a:lnTo>
                      <a:pt x="7299" y="113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925" name="Freeform 362">
                <a:extLst>
                  <a:ext uri="{FF2B5EF4-FFF2-40B4-BE49-F238E27FC236}">
                    <a16:creationId xmlns:a16="http://schemas.microsoft.com/office/drawing/2014/main" id="{82D2CB21-3CE5-8B83-A5AB-29C4BE3CC77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47" y="3217"/>
                <a:ext cx="1232" cy="19"/>
              </a:xfrm>
              <a:custGeom>
                <a:avLst/>
                <a:gdLst>
                  <a:gd name="T0" fmla="*/ 0 w 7299"/>
                  <a:gd name="T1" fmla="*/ 0 h 113"/>
                  <a:gd name="T2" fmla="*/ 0 w 7299"/>
                  <a:gd name="T3" fmla="*/ 0 h 113"/>
                  <a:gd name="T4" fmla="*/ 0 w 7299"/>
                  <a:gd name="T5" fmla="*/ 0 h 113"/>
                  <a:gd name="T6" fmla="*/ 0 w 7299"/>
                  <a:gd name="T7" fmla="*/ 0 h 113"/>
                  <a:gd name="T8" fmla="*/ 0 w 7299"/>
                  <a:gd name="T9" fmla="*/ 0 h 113"/>
                  <a:gd name="T10" fmla="*/ 0 w 7299"/>
                  <a:gd name="T11" fmla="*/ 0 h 113"/>
                  <a:gd name="T12" fmla="*/ 0 w 7299"/>
                  <a:gd name="T13" fmla="*/ 0 h 113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7299"/>
                  <a:gd name="T22" fmla="*/ 0 h 113"/>
                  <a:gd name="T23" fmla="*/ 7299 w 7299"/>
                  <a:gd name="T24" fmla="*/ 113 h 113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7299" h="113">
                    <a:moveTo>
                      <a:pt x="7299" y="113"/>
                    </a:moveTo>
                    <a:lnTo>
                      <a:pt x="7299" y="57"/>
                    </a:lnTo>
                    <a:lnTo>
                      <a:pt x="7299" y="0"/>
                    </a:lnTo>
                    <a:lnTo>
                      <a:pt x="0" y="0"/>
                    </a:lnTo>
                    <a:lnTo>
                      <a:pt x="0" y="57"/>
                    </a:lnTo>
                    <a:lnTo>
                      <a:pt x="0" y="113"/>
                    </a:lnTo>
                    <a:lnTo>
                      <a:pt x="7299" y="113"/>
                    </a:lnTo>
                    <a:close/>
                  </a:path>
                </a:pathLst>
              </a:custGeom>
              <a:solidFill>
                <a:srgbClr val="FF33CC"/>
              </a:solidFill>
              <a:ln w="0">
                <a:solidFill>
                  <a:srgbClr val="FF33CC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926" name="Freeform 363">
                <a:extLst>
                  <a:ext uri="{FF2B5EF4-FFF2-40B4-BE49-F238E27FC236}">
                    <a16:creationId xmlns:a16="http://schemas.microsoft.com/office/drawing/2014/main" id="{2C694DB7-ADB7-087F-B206-69C9145728A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37" y="3217"/>
                <a:ext cx="10" cy="19"/>
              </a:xfrm>
              <a:custGeom>
                <a:avLst/>
                <a:gdLst>
                  <a:gd name="T0" fmla="*/ 0 w 56"/>
                  <a:gd name="T1" fmla="*/ 0 h 113"/>
                  <a:gd name="T2" fmla="*/ 0 w 56"/>
                  <a:gd name="T3" fmla="*/ 0 h 113"/>
                  <a:gd name="T4" fmla="*/ 0 w 56"/>
                  <a:gd name="T5" fmla="*/ 0 h 113"/>
                  <a:gd name="T6" fmla="*/ 0 w 56"/>
                  <a:gd name="T7" fmla="*/ 0 h 113"/>
                  <a:gd name="T8" fmla="*/ 0 w 56"/>
                  <a:gd name="T9" fmla="*/ 0 h 113"/>
                  <a:gd name="T10" fmla="*/ 0 w 56"/>
                  <a:gd name="T11" fmla="*/ 0 h 113"/>
                  <a:gd name="T12" fmla="*/ 0 w 56"/>
                  <a:gd name="T13" fmla="*/ 0 h 113"/>
                  <a:gd name="T14" fmla="*/ 0 w 56"/>
                  <a:gd name="T15" fmla="*/ 0 h 113"/>
                  <a:gd name="T16" fmla="*/ 0 w 56"/>
                  <a:gd name="T17" fmla="*/ 0 h 113"/>
                  <a:gd name="T18" fmla="*/ 0 w 56"/>
                  <a:gd name="T19" fmla="*/ 0 h 113"/>
                  <a:gd name="T20" fmla="*/ 0 w 56"/>
                  <a:gd name="T21" fmla="*/ 0 h 113"/>
                  <a:gd name="T22" fmla="*/ 0 w 56"/>
                  <a:gd name="T23" fmla="*/ 0 h 113"/>
                  <a:gd name="T24" fmla="*/ 0 w 56"/>
                  <a:gd name="T25" fmla="*/ 0 h 113"/>
                  <a:gd name="T26" fmla="*/ 0 w 56"/>
                  <a:gd name="T27" fmla="*/ 0 h 113"/>
                  <a:gd name="T28" fmla="*/ 0 w 56"/>
                  <a:gd name="T29" fmla="*/ 0 h 113"/>
                  <a:gd name="T30" fmla="*/ 0 w 56"/>
                  <a:gd name="T31" fmla="*/ 0 h 113"/>
                  <a:gd name="T32" fmla="*/ 0 w 56"/>
                  <a:gd name="T33" fmla="*/ 0 h 113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w 56"/>
                  <a:gd name="T52" fmla="*/ 0 h 113"/>
                  <a:gd name="T53" fmla="*/ 56 w 56"/>
                  <a:gd name="T54" fmla="*/ 113 h 113"/>
                </a:gdLst>
                <a:ahLst/>
                <a:cxnLst>
                  <a:cxn ang="T34">
                    <a:pos x="T0" y="T1"/>
                  </a:cxn>
                  <a:cxn ang="T35">
                    <a:pos x="T2" y="T3"/>
                  </a:cxn>
                  <a:cxn ang="T36">
                    <a:pos x="T4" y="T5"/>
                  </a:cxn>
                  <a:cxn ang="T37">
                    <a:pos x="T6" y="T7"/>
                  </a:cxn>
                  <a:cxn ang="T38">
                    <a:pos x="T8" y="T9"/>
                  </a:cxn>
                  <a:cxn ang="T39">
                    <a:pos x="T10" y="T11"/>
                  </a:cxn>
                  <a:cxn ang="T40">
                    <a:pos x="T12" y="T13"/>
                  </a:cxn>
                  <a:cxn ang="T41">
                    <a:pos x="T14" y="T15"/>
                  </a:cxn>
                  <a:cxn ang="T42">
                    <a:pos x="T16" y="T17"/>
                  </a:cxn>
                  <a:cxn ang="T43">
                    <a:pos x="T18" y="T19"/>
                  </a:cxn>
                  <a:cxn ang="T44">
                    <a:pos x="T20" y="T21"/>
                  </a:cxn>
                  <a:cxn ang="T45">
                    <a:pos x="T22" y="T23"/>
                  </a:cxn>
                  <a:cxn ang="T46">
                    <a:pos x="T24" y="T25"/>
                  </a:cxn>
                  <a:cxn ang="T47">
                    <a:pos x="T26" y="T27"/>
                  </a:cxn>
                  <a:cxn ang="T48">
                    <a:pos x="T28" y="T29"/>
                  </a:cxn>
                  <a:cxn ang="T49">
                    <a:pos x="T30" y="T31"/>
                  </a:cxn>
                  <a:cxn ang="T50">
                    <a:pos x="T32" y="T33"/>
                  </a:cxn>
                </a:cxnLst>
                <a:rect l="T51" t="T52" r="T53" b="T54"/>
                <a:pathLst>
                  <a:path w="56" h="113">
                    <a:moveTo>
                      <a:pt x="56" y="57"/>
                    </a:moveTo>
                    <a:lnTo>
                      <a:pt x="56" y="113"/>
                    </a:lnTo>
                    <a:lnTo>
                      <a:pt x="43" y="112"/>
                    </a:lnTo>
                    <a:lnTo>
                      <a:pt x="31" y="108"/>
                    </a:lnTo>
                    <a:lnTo>
                      <a:pt x="21" y="101"/>
                    </a:lnTo>
                    <a:lnTo>
                      <a:pt x="12" y="92"/>
                    </a:lnTo>
                    <a:lnTo>
                      <a:pt x="5" y="82"/>
                    </a:lnTo>
                    <a:lnTo>
                      <a:pt x="1" y="69"/>
                    </a:lnTo>
                    <a:lnTo>
                      <a:pt x="0" y="57"/>
                    </a:lnTo>
                    <a:lnTo>
                      <a:pt x="1" y="45"/>
                    </a:lnTo>
                    <a:lnTo>
                      <a:pt x="5" y="32"/>
                    </a:lnTo>
                    <a:lnTo>
                      <a:pt x="12" y="22"/>
                    </a:lnTo>
                    <a:lnTo>
                      <a:pt x="21" y="13"/>
                    </a:lnTo>
                    <a:lnTo>
                      <a:pt x="31" y="7"/>
                    </a:lnTo>
                    <a:lnTo>
                      <a:pt x="43" y="2"/>
                    </a:lnTo>
                    <a:lnTo>
                      <a:pt x="56" y="0"/>
                    </a:lnTo>
                    <a:lnTo>
                      <a:pt x="56" y="57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927" name="Freeform 364">
                <a:extLst>
                  <a:ext uri="{FF2B5EF4-FFF2-40B4-BE49-F238E27FC236}">
                    <a16:creationId xmlns:a16="http://schemas.microsoft.com/office/drawing/2014/main" id="{6B3EAE95-E9E0-212C-9757-87637EF2D9E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37" y="3217"/>
                <a:ext cx="10" cy="19"/>
              </a:xfrm>
              <a:custGeom>
                <a:avLst/>
                <a:gdLst>
                  <a:gd name="T0" fmla="*/ 0 w 56"/>
                  <a:gd name="T1" fmla="*/ 0 h 113"/>
                  <a:gd name="T2" fmla="*/ 0 w 56"/>
                  <a:gd name="T3" fmla="*/ 0 h 113"/>
                  <a:gd name="T4" fmla="*/ 0 w 56"/>
                  <a:gd name="T5" fmla="*/ 0 h 113"/>
                  <a:gd name="T6" fmla="*/ 0 w 56"/>
                  <a:gd name="T7" fmla="*/ 0 h 113"/>
                  <a:gd name="T8" fmla="*/ 0 w 56"/>
                  <a:gd name="T9" fmla="*/ 0 h 113"/>
                  <a:gd name="T10" fmla="*/ 0 w 56"/>
                  <a:gd name="T11" fmla="*/ 0 h 113"/>
                  <a:gd name="T12" fmla="*/ 0 w 56"/>
                  <a:gd name="T13" fmla="*/ 0 h 113"/>
                  <a:gd name="T14" fmla="*/ 0 w 56"/>
                  <a:gd name="T15" fmla="*/ 0 h 113"/>
                  <a:gd name="T16" fmla="*/ 0 w 56"/>
                  <a:gd name="T17" fmla="*/ 0 h 113"/>
                  <a:gd name="T18" fmla="*/ 0 w 56"/>
                  <a:gd name="T19" fmla="*/ 0 h 113"/>
                  <a:gd name="T20" fmla="*/ 0 w 56"/>
                  <a:gd name="T21" fmla="*/ 0 h 113"/>
                  <a:gd name="T22" fmla="*/ 0 w 56"/>
                  <a:gd name="T23" fmla="*/ 0 h 113"/>
                  <a:gd name="T24" fmla="*/ 0 w 56"/>
                  <a:gd name="T25" fmla="*/ 0 h 113"/>
                  <a:gd name="T26" fmla="*/ 0 w 56"/>
                  <a:gd name="T27" fmla="*/ 0 h 113"/>
                  <a:gd name="T28" fmla="*/ 0 w 56"/>
                  <a:gd name="T29" fmla="*/ 0 h 113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w 56"/>
                  <a:gd name="T46" fmla="*/ 0 h 113"/>
                  <a:gd name="T47" fmla="*/ 56 w 56"/>
                  <a:gd name="T48" fmla="*/ 113 h 113"/>
                </a:gdLst>
                <a:ahLst/>
                <a:cxnLst>
                  <a:cxn ang="T30">
                    <a:pos x="T0" y="T1"/>
                  </a:cxn>
                  <a:cxn ang="T31">
                    <a:pos x="T2" y="T3"/>
                  </a:cxn>
                  <a:cxn ang="T32">
                    <a:pos x="T4" y="T5"/>
                  </a:cxn>
                  <a:cxn ang="T33">
                    <a:pos x="T6" y="T7"/>
                  </a:cxn>
                  <a:cxn ang="T34">
                    <a:pos x="T8" y="T9"/>
                  </a:cxn>
                  <a:cxn ang="T35">
                    <a:pos x="T10" y="T11"/>
                  </a:cxn>
                  <a:cxn ang="T36">
                    <a:pos x="T12" y="T13"/>
                  </a:cxn>
                  <a:cxn ang="T37">
                    <a:pos x="T14" y="T15"/>
                  </a:cxn>
                  <a:cxn ang="T38">
                    <a:pos x="T16" y="T17"/>
                  </a:cxn>
                  <a:cxn ang="T39">
                    <a:pos x="T18" y="T19"/>
                  </a:cxn>
                  <a:cxn ang="T40">
                    <a:pos x="T20" y="T21"/>
                  </a:cxn>
                  <a:cxn ang="T41">
                    <a:pos x="T22" y="T23"/>
                  </a:cxn>
                  <a:cxn ang="T42">
                    <a:pos x="T24" y="T25"/>
                  </a:cxn>
                  <a:cxn ang="T43">
                    <a:pos x="T26" y="T27"/>
                  </a:cxn>
                  <a:cxn ang="T44">
                    <a:pos x="T28" y="T29"/>
                  </a:cxn>
                </a:cxnLst>
                <a:rect l="T45" t="T46" r="T47" b="T48"/>
                <a:pathLst>
                  <a:path w="56" h="113">
                    <a:moveTo>
                      <a:pt x="56" y="113"/>
                    </a:moveTo>
                    <a:lnTo>
                      <a:pt x="43" y="112"/>
                    </a:lnTo>
                    <a:lnTo>
                      <a:pt x="31" y="108"/>
                    </a:lnTo>
                    <a:lnTo>
                      <a:pt x="21" y="101"/>
                    </a:lnTo>
                    <a:lnTo>
                      <a:pt x="12" y="92"/>
                    </a:lnTo>
                    <a:lnTo>
                      <a:pt x="5" y="82"/>
                    </a:lnTo>
                    <a:lnTo>
                      <a:pt x="1" y="69"/>
                    </a:lnTo>
                    <a:lnTo>
                      <a:pt x="0" y="57"/>
                    </a:lnTo>
                    <a:lnTo>
                      <a:pt x="1" y="45"/>
                    </a:lnTo>
                    <a:lnTo>
                      <a:pt x="5" y="32"/>
                    </a:lnTo>
                    <a:lnTo>
                      <a:pt x="12" y="22"/>
                    </a:lnTo>
                    <a:lnTo>
                      <a:pt x="21" y="13"/>
                    </a:lnTo>
                    <a:lnTo>
                      <a:pt x="31" y="7"/>
                    </a:lnTo>
                    <a:lnTo>
                      <a:pt x="43" y="2"/>
                    </a:lnTo>
                    <a:lnTo>
                      <a:pt x="56" y="0"/>
                    </a:lnTo>
                  </a:path>
                </a:pathLst>
              </a:cu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928" name="Freeform 365">
                <a:extLst>
                  <a:ext uri="{FF2B5EF4-FFF2-40B4-BE49-F238E27FC236}">
                    <a16:creationId xmlns:a16="http://schemas.microsoft.com/office/drawing/2014/main" id="{3FD983D0-D403-E886-B07B-76143F01090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37" y="3845"/>
                <a:ext cx="10" cy="20"/>
              </a:xfrm>
              <a:custGeom>
                <a:avLst/>
                <a:gdLst>
                  <a:gd name="T0" fmla="*/ 0 w 56"/>
                  <a:gd name="T1" fmla="*/ 0 h 113"/>
                  <a:gd name="T2" fmla="*/ 0 w 56"/>
                  <a:gd name="T3" fmla="*/ 0 h 113"/>
                  <a:gd name="T4" fmla="*/ 0 w 56"/>
                  <a:gd name="T5" fmla="*/ 0 h 113"/>
                  <a:gd name="T6" fmla="*/ 0 w 56"/>
                  <a:gd name="T7" fmla="*/ 0 h 113"/>
                  <a:gd name="T8" fmla="*/ 0 w 56"/>
                  <a:gd name="T9" fmla="*/ 0 h 113"/>
                  <a:gd name="T10" fmla="*/ 0 w 56"/>
                  <a:gd name="T11" fmla="*/ 0 h 113"/>
                  <a:gd name="T12" fmla="*/ 0 w 56"/>
                  <a:gd name="T13" fmla="*/ 0 h 113"/>
                  <a:gd name="T14" fmla="*/ 0 w 56"/>
                  <a:gd name="T15" fmla="*/ 0 h 113"/>
                  <a:gd name="T16" fmla="*/ 0 w 56"/>
                  <a:gd name="T17" fmla="*/ 0 h 113"/>
                  <a:gd name="T18" fmla="*/ 0 w 56"/>
                  <a:gd name="T19" fmla="*/ 0 h 113"/>
                  <a:gd name="T20" fmla="*/ 0 w 56"/>
                  <a:gd name="T21" fmla="*/ 0 h 113"/>
                  <a:gd name="T22" fmla="*/ 0 w 56"/>
                  <a:gd name="T23" fmla="*/ 0 h 113"/>
                  <a:gd name="T24" fmla="*/ 0 w 56"/>
                  <a:gd name="T25" fmla="*/ 0 h 113"/>
                  <a:gd name="T26" fmla="*/ 0 w 56"/>
                  <a:gd name="T27" fmla="*/ 0 h 113"/>
                  <a:gd name="T28" fmla="*/ 0 w 56"/>
                  <a:gd name="T29" fmla="*/ 0 h 113"/>
                  <a:gd name="T30" fmla="*/ 0 w 56"/>
                  <a:gd name="T31" fmla="*/ 0 h 113"/>
                  <a:gd name="T32" fmla="*/ 0 w 56"/>
                  <a:gd name="T33" fmla="*/ 0 h 113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w 56"/>
                  <a:gd name="T52" fmla="*/ 0 h 113"/>
                  <a:gd name="T53" fmla="*/ 56 w 56"/>
                  <a:gd name="T54" fmla="*/ 113 h 113"/>
                </a:gdLst>
                <a:ahLst/>
                <a:cxnLst>
                  <a:cxn ang="T34">
                    <a:pos x="T0" y="T1"/>
                  </a:cxn>
                  <a:cxn ang="T35">
                    <a:pos x="T2" y="T3"/>
                  </a:cxn>
                  <a:cxn ang="T36">
                    <a:pos x="T4" y="T5"/>
                  </a:cxn>
                  <a:cxn ang="T37">
                    <a:pos x="T6" y="T7"/>
                  </a:cxn>
                  <a:cxn ang="T38">
                    <a:pos x="T8" y="T9"/>
                  </a:cxn>
                  <a:cxn ang="T39">
                    <a:pos x="T10" y="T11"/>
                  </a:cxn>
                  <a:cxn ang="T40">
                    <a:pos x="T12" y="T13"/>
                  </a:cxn>
                  <a:cxn ang="T41">
                    <a:pos x="T14" y="T15"/>
                  </a:cxn>
                  <a:cxn ang="T42">
                    <a:pos x="T16" y="T17"/>
                  </a:cxn>
                  <a:cxn ang="T43">
                    <a:pos x="T18" y="T19"/>
                  </a:cxn>
                  <a:cxn ang="T44">
                    <a:pos x="T20" y="T21"/>
                  </a:cxn>
                  <a:cxn ang="T45">
                    <a:pos x="T22" y="T23"/>
                  </a:cxn>
                  <a:cxn ang="T46">
                    <a:pos x="T24" y="T25"/>
                  </a:cxn>
                  <a:cxn ang="T47">
                    <a:pos x="T26" y="T27"/>
                  </a:cxn>
                  <a:cxn ang="T48">
                    <a:pos x="T28" y="T29"/>
                  </a:cxn>
                  <a:cxn ang="T49">
                    <a:pos x="T30" y="T31"/>
                  </a:cxn>
                  <a:cxn ang="T50">
                    <a:pos x="T32" y="T33"/>
                  </a:cxn>
                </a:cxnLst>
                <a:rect l="T51" t="T52" r="T53" b="T54"/>
                <a:pathLst>
                  <a:path w="56" h="113">
                    <a:moveTo>
                      <a:pt x="56" y="57"/>
                    </a:moveTo>
                    <a:lnTo>
                      <a:pt x="56" y="113"/>
                    </a:lnTo>
                    <a:lnTo>
                      <a:pt x="43" y="112"/>
                    </a:lnTo>
                    <a:lnTo>
                      <a:pt x="31" y="107"/>
                    </a:lnTo>
                    <a:lnTo>
                      <a:pt x="21" y="101"/>
                    </a:lnTo>
                    <a:lnTo>
                      <a:pt x="12" y="92"/>
                    </a:lnTo>
                    <a:lnTo>
                      <a:pt x="5" y="82"/>
                    </a:lnTo>
                    <a:lnTo>
                      <a:pt x="1" y="69"/>
                    </a:lnTo>
                    <a:lnTo>
                      <a:pt x="0" y="57"/>
                    </a:lnTo>
                    <a:lnTo>
                      <a:pt x="1" y="45"/>
                    </a:lnTo>
                    <a:lnTo>
                      <a:pt x="5" y="32"/>
                    </a:lnTo>
                    <a:lnTo>
                      <a:pt x="12" y="22"/>
                    </a:lnTo>
                    <a:lnTo>
                      <a:pt x="21" y="13"/>
                    </a:lnTo>
                    <a:lnTo>
                      <a:pt x="31" y="6"/>
                    </a:lnTo>
                    <a:lnTo>
                      <a:pt x="43" y="2"/>
                    </a:lnTo>
                    <a:lnTo>
                      <a:pt x="56" y="0"/>
                    </a:lnTo>
                    <a:lnTo>
                      <a:pt x="56" y="57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929" name="Freeform 366">
                <a:extLst>
                  <a:ext uri="{FF2B5EF4-FFF2-40B4-BE49-F238E27FC236}">
                    <a16:creationId xmlns:a16="http://schemas.microsoft.com/office/drawing/2014/main" id="{3AAC8AFE-D103-B621-0625-1C515929ED2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37" y="3845"/>
                <a:ext cx="10" cy="20"/>
              </a:xfrm>
              <a:custGeom>
                <a:avLst/>
                <a:gdLst>
                  <a:gd name="T0" fmla="*/ 0 w 56"/>
                  <a:gd name="T1" fmla="*/ 0 h 113"/>
                  <a:gd name="T2" fmla="*/ 0 w 56"/>
                  <a:gd name="T3" fmla="*/ 0 h 113"/>
                  <a:gd name="T4" fmla="*/ 0 w 56"/>
                  <a:gd name="T5" fmla="*/ 0 h 113"/>
                  <a:gd name="T6" fmla="*/ 0 w 56"/>
                  <a:gd name="T7" fmla="*/ 0 h 113"/>
                  <a:gd name="T8" fmla="*/ 0 w 56"/>
                  <a:gd name="T9" fmla="*/ 0 h 113"/>
                  <a:gd name="T10" fmla="*/ 0 w 56"/>
                  <a:gd name="T11" fmla="*/ 0 h 113"/>
                  <a:gd name="T12" fmla="*/ 0 w 56"/>
                  <a:gd name="T13" fmla="*/ 0 h 113"/>
                  <a:gd name="T14" fmla="*/ 0 w 56"/>
                  <a:gd name="T15" fmla="*/ 0 h 113"/>
                  <a:gd name="T16" fmla="*/ 0 w 56"/>
                  <a:gd name="T17" fmla="*/ 0 h 113"/>
                  <a:gd name="T18" fmla="*/ 0 w 56"/>
                  <a:gd name="T19" fmla="*/ 0 h 113"/>
                  <a:gd name="T20" fmla="*/ 0 w 56"/>
                  <a:gd name="T21" fmla="*/ 0 h 113"/>
                  <a:gd name="T22" fmla="*/ 0 w 56"/>
                  <a:gd name="T23" fmla="*/ 0 h 113"/>
                  <a:gd name="T24" fmla="*/ 0 w 56"/>
                  <a:gd name="T25" fmla="*/ 0 h 113"/>
                  <a:gd name="T26" fmla="*/ 0 w 56"/>
                  <a:gd name="T27" fmla="*/ 0 h 113"/>
                  <a:gd name="T28" fmla="*/ 0 w 56"/>
                  <a:gd name="T29" fmla="*/ 0 h 113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w 56"/>
                  <a:gd name="T46" fmla="*/ 0 h 113"/>
                  <a:gd name="T47" fmla="*/ 56 w 56"/>
                  <a:gd name="T48" fmla="*/ 113 h 113"/>
                </a:gdLst>
                <a:ahLst/>
                <a:cxnLst>
                  <a:cxn ang="T30">
                    <a:pos x="T0" y="T1"/>
                  </a:cxn>
                  <a:cxn ang="T31">
                    <a:pos x="T2" y="T3"/>
                  </a:cxn>
                  <a:cxn ang="T32">
                    <a:pos x="T4" y="T5"/>
                  </a:cxn>
                  <a:cxn ang="T33">
                    <a:pos x="T6" y="T7"/>
                  </a:cxn>
                  <a:cxn ang="T34">
                    <a:pos x="T8" y="T9"/>
                  </a:cxn>
                  <a:cxn ang="T35">
                    <a:pos x="T10" y="T11"/>
                  </a:cxn>
                  <a:cxn ang="T36">
                    <a:pos x="T12" y="T13"/>
                  </a:cxn>
                  <a:cxn ang="T37">
                    <a:pos x="T14" y="T15"/>
                  </a:cxn>
                  <a:cxn ang="T38">
                    <a:pos x="T16" y="T17"/>
                  </a:cxn>
                  <a:cxn ang="T39">
                    <a:pos x="T18" y="T19"/>
                  </a:cxn>
                  <a:cxn ang="T40">
                    <a:pos x="T20" y="T21"/>
                  </a:cxn>
                  <a:cxn ang="T41">
                    <a:pos x="T22" y="T23"/>
                  </a:cxn>
                  <a:cxn ang="T42">
                    <a:pos x="T24" y="T25"/>
                  </a:cxn>
                  <a:cxn ang="T43">
                    <a:pos x="T26" y="T27"/>
                  </a:cxn>
                  <a:cxn ang="T44">
                    <a:pos x="T28" y="T29"/>
                  </a:cxn>
                </a:cxnLst>
                <a:rect l="T45" t="T46" r="T47" b="T48"/>
                <a:pathLst>
                  <a:path w="56" h="113">
                    <a:moveTo>
                      <a:pt x="56" y="113"/>
                    </a:moveTo>
                    <a:lnTo>
                      <a:pt x="43" y="112"/>
                    </a:lnTo>
                    <a:lnTo>
                      <a:pt x="31" y="107"/>
                    </a:lnTo>
                    <a:lnTo>
                      <a:pt x="21" y="101"/>
                    </a:lnTo>
                    <a:lnTo>
                      <a:pt x="12" y="92"/>
                    </a:lnTo>
                    <a:lnTo>
                      <a:pt x="5" y="82"/>
                    </a:lnTo>
                    <a:lnTo>
                      <a:pt x="1" y="69"/>
                    </a:lnTo>
                    <a:lnTo>
                      <a:pt x="0" y="57"/>
                    </a:lnTo>
                    <a:lnTo>
                      <a:pt x="1" y="45"/>
                    </a:lnTo>
                    <a:lnTo>
                      <a:pt x="5" y="32"/>
                    </a:lnTo>
                    <a:lnTo>
                      <a:pt x="12" y="22"/>
                    </a:lnTo>
                    <a:lnTo>
                      <a:pt x="21" y="13"/>
                    </a:lnTo>
                    <a:lnTo>
                      <a:pt x="31" y="6"/>
                    </a:lnTo>
                    <a:lnTo>
                      <a:pt x="43" y="2"/>
                    </a:lnTo>
                    <a:lnTo>
                      <a:pt x="56" y="0"/>
                    </a:lnTo>
                  </a:path>
                </a:pathLst>
              </a:cu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930" name="Freeform 367">
                <a:extLst>
                  <a:ext uri="{FF2B5EF4-FFF2-40B4-BE49-F238E27FC236}">
                    <a16:creationId xmlns:a16="http://schemas.microsoft.com/office/drawing/2014/main" id="{94787B7A-2BB8-B32D-9E49-5C53B90F9E5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47" y="3845"/>
                <a:ext cx="1232" cy="20"/>
              </a:xfrm>
              <a:custGeom>
                <a:avLst/>
                <a:gdLst>
                  <a:gd name="T0" fmla="*/ 0 w 7299"/>
                  <a:gd name="T1" fmla="*/ 0 h 113"/>
                  <a:gd name="T2" fmla="*/ 0 w 7299"/>
                  <a:gd name="T3" fmla="*/ 0 h 113"/>
                  <a:gd name="T4" fmla="*/ 0 w 7299"/>
                  <a:gd name="T5" fmla="*/ 0 h 113"/>
                  <a:gd name="T6" fmla="*/ 0 w 7299"/>
                  <a:gd name="T7" fmla="*/ 0 h 113"/>
                  <a:gd name="T8" fmla="*/ 0 w 7299"/>
                  <a:gd name="T9" fmla="*/ 0 h 113"/>
                  <a:gd name="T10" fmla="*/ 0 w 7299"/>
                  <a:gd name="T11" fmla="*/ 0 h 113"/>
                  <a:gd name="T12" fmla="*/ 0 w 7299"/>
                  <a:gd name="T13" fmla="*/ 0 h 113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7299"/>
                  <a:gd name="T22" fmla="*/ 0 h 113"/>
                  <a:gd name="T23" fmla="*/ 7299 w 7299"/>
                  <a:gd name="T24" fmla="*/ 113 h 113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7299" h="113">
                    <a:moveTo>
                      <a:pt x="0" y="0"/>
                    </a:moveTo>
                    <a:lnTo>
                      <a:pt x="0" y="57"/>
                    </a:lnTo>
                    <a:lnTo>
                      <a:pt x="0" y="113"/>
                    </a:lnTo>
                    <a:lnTo>
                      <a:pt x="7299" y="113"/>
                    </a:lnTo>
                    <a:lnTo>
                      <a:pt x="7299" y="57"/>
                    </a:lnTo>
                    <a:lnTo>
                      <a:pt x="7299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931" name="Freeform 368">
                <a:extLst>
                  <a:ext uri="{FF2B5EF4-FFF2-40B4-BE49-F238E27FC236}">
                    <a16:creationId xmlns:a16="http://schemas.microsoft.com/office/drawing/2014/main" id="{1EE1FEAA-649E-56A9-839C-E07F4D7BA2D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47" y="3845"/>
                <a:ext cx="1232" cy="20"/>
              </a:xfrm>
              <a:custGeom>
                <a:avLst/>
                <a:gdLst>
                  <a:gd name="T0" fmla="*/ 0 w 7299"/>
                  <a:gd name="T1" fmla="*/ 0 h 113"/>
                  <a:gd name="T2" fmla="*/ 0 w 7299"/>
                  <a:gd name="T3" fmla="*/ 0 h 113"/>
                  <a:gd name="T4" fmla="*/ 0 w 7299"/>
                  <a:gd name="T5" fmla="*/ 0 h 113"/>
                  <a:gd name="T6" fmla="*/ 0 w 7299"/>
                  <a:gd name="T7" fmla="*/ 0 h 113"/>
                  <a:gd name="T8" fmla="*/ 0 w 7299"/>
                  <a:gd name="T9" fmla="*/ 0 h 113"/>
                  <a:gd name="T10" fmla="*/ 0 w 7299"/>
                  <a:gd name="T11" fmla="*/ 0 h 113"/>
                  <a:gd name="T12" fmla="*/ 0 w 7299"/>
                  <a:gd name="T13" fmla="*/ 0 h 113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7299"/>
                  <a:gd name="T22" fmla="*/ 0 h 113"/>
                  <a:gd name="T23" fmla="*/ 7299 w 7299"/>
                  <a:gd name="T24" fmla="*/ 113 h 113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7299" h="113">
                    <a:moveTo>
                      <a:pt x="0" y="0"/>
                    </a:moveTo>
                    <a:lnTo>
                      <a:pt x="0" y="57"/>
                    </a:lnTo>
                    <a:lnTo>
                      <a:pt x="0" y="113"/>
                    </a:lnTo>
                    <a:lnTo>
                      <a:pt x="7299" y="113"/>
                    </a:lnTo>
                    <a:lnTo>
                      <a:pt x="7299" y="57"/>
                    </a:lnTo>
                    <a:lnTo>
                      <a:pt x="7299" y="0"/>
                    </a:lnTo>
                    <a:lnTo>
                      <a:pt x="0" y="0"/>
                    </a:lnTo>
                    <a:close/>
                  </a:path>
                </a:pathLst>
              </a:cu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932" name="Freeform 369">
                <a:extLst>
                  <a:ext uri="{FF2B5EF4-FFF2-40B4-BE49-F238E27FC236}">
                    <a16:creationId xmlns:a16="http://schemas.microsoft.com/office/drawing/2014/main" id="{2277581D-3E52-F8DC-A571-602A976FCF2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079" y="3845"/>
                <a:ext cx="9" cy="20"/>
              </a:xfrm>
              <a:custGeom>
                <a:avLst/>
                <a:gdLst>
                  <a:gd name="T0" fmla="*/ 0 w 57"/>
                  <a:gd name="T1" fmla="*/ 0 h 113"/>
                  <a:gd name="T2" fmla="*/ 0 w 57"/>
                  <a:gd name="T3" fmla="*/ 0 h 113"/>
                  <a:gd name="T4" fmla="*/ 0 w 57"/>
                  <a:gd name="T5" fmla="*/ 0 h 113"/>
                  <a:gd name="T6" fmla="*/ 0 w 57"/>
                  <a:gd name="T7" fmla="*/ 0 h 113"/>
                  <a:gd name="T8" fmla="*/ 0 w 57"/>
                  <a:gd name="T9" fmla="*/ 0 h 113"/>
                  <a:gd name="T10" fmla="*/ 0 w 57"/>
                  <a:gd name="T11" fmla="*/ 0 h 113"/>
                  <a:gd name="T12" fmla="*/ 0 w 57"/>
                  <a:gd name="T13" fmla="*/ 0 h 113"/>
                  <a:gd name="T14" fmla="*/ 0 w 57"/>
                  <a:gd name="T15" fmla="*/ 0 h 113"/>
                  <a:gd name="T16" fmla="*/ 0 w 57"/>
                  <a:gd name="T17" fmla="*/ 0 h 113"/>
                  <a:gd name="T18" fmla="*/ 0 w 57"/>
                  <a:gd name="T19" fmla="*/ 0 h 113"/>
                  <a:gd name="T20" fmla="*/ 0 w 57"/>
                  <a:gd name="T21" fmla="*/ 0 h 113"/>
                  <a:gd name="T22" fmla="*/ 0 w 57"/>
                  <a:gd name="T23" fmla="*/ 0 h 113"/>
                  <a:gd name="T24" fmla="*/ 0 w 57"/>
                  <a:gd name="T25" fmla="*/ 0 h 113"/>
                  <a:gd name="T26" fmla="*/ 0 w 57"/>
                  <a:gd name="T27" fmla="*/ 0 h 113"/>
                  <a:gd name="T28" fmla="*/ 0 w 57"/>
                  <a:gd name="T29" fmla="*/ 0 h 113"/>
                  <a:gd name="T30" fmla="*/ 0 w 57"/>
                  <a:gd name="T31" fmla="*/ 0 h 113"/>
                  <a:gd name="T32" fmla="*/ 0 w 57"/>
                  <a:gd name="T33" fmla="*/ 0 h 113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w 57"/>
                  <a:gd name="T52" fmla="*/ 0 h 113"/>
                  <a:gd name="T53" fmla="*/ 57 w 57"/>
                  <a:gd name="T54" fmla="*/ 113 h 113"/>
                </a:gdLst>
                <a:ahLst/>
                <a:cxnLst>
                  <a:cxn ang="T34">
                    <a:pos x="T0" y="T1"/>
                  </a:cxn>
                  <a:cxn ang="T35">
                    <a:pos x="T2" y="T3"/>
                  </a:cxn>
                  <a:cxn ang="T36">
                    <a:pos x="T4" y="T5"/>
                  </a:cxn>
                  <a:cxn ang="T37">
                    <a:pos x="T6" y="T7"/>
                  </a:cxn>
                  <a:cxn ang="T38">
                    <a:pos x="T8" y="T9"/>
                  </a:cxn>
                  <a:cxn ang="T39">
                    <a:pos x="T10" y="T11"/>
                  </a:cxn>
                  <a:cxn ang="T40">
                    <a:pos x="T12" y="T13"/>
                  </a:cxn>
                  <a:cxn ang="T41">
                    <a:pos x="T14" y="T15"/>
                  </a:cxn>
                  <a:cxn ang="T42">
                    <a:pos x="T16" y="T17"/>
                  </a:cxn>
                  <a:cxn ang="T43">
                    <a:pos x="T18" y="T19"/>
                  </a:cxn>
                  <a:cxn ang="T44">
                    <a:pos x="T20" y="T21"/>
                  </a:cxn>
                  <a:cxn ang="T45">
                    <a:pos x="T22" y="T23"/>
                  </a:cxn>
                  <a:cxn ang="T46">
                    <a:pos x="T24" y="T25"/>
                  </a:cxn>
                  <a:cxn ang="T47">
                    <a:pos x="T26" y="T27"/>
                  </a:cxn>
                  <a:cxn ang="T48">
                    <a:pos x="T28" y="T29"/>
                  </a:cxn>
                  <a:cxn ang="T49">
                    <a:pos x="T30" y="T31"/>
                  </a:cxn>
                  <a:cxn ang="T50">
                    <a:pos x="T32" y="T33"/>
                  </a:cxn>
                </a:cxnLst>
                <a:rect l="T51" t="T52" r="T53" b="T54"/>
                <a:pathLst>
                  <a:path w="57" h="113">
                    <a:moveTo>
                      <a:pt x="0" y="57"/>
                    </a:moveTo>
                    <a:lnTo>
                      <a:pt x="0" y="0"/>
                    </a:lnTo>
                    <a:lnTo>
                      <a:pt x="12" y="2"/>
                    </a:lnTo>
                    <a:lnTo>
                      <a:pt x="25" y="6"/>
                    </a:lnTo>
                    <a:lnTo>
                      <a:pt x="35" y="13"/>
                    </a:lnTo>
                    <a:lnTo>
                      <a:pt x="44" y="22"/>
                    </a:lnTo>
                    <a:lnTo>
                      <a:pt x="51" y="32"/>
                    </a:lnTo>
                    <a:lnTo>
                      <a:pt x="55" y="45"/>
                    </a:lnTo>
                    <a:lnTo>
                      <a:pt x="57" y="57"/>
                    </a:lnTo>
                    <a:lnTo>
                      <a:pt x="55" y="69"/>
                    </a:lnTo>
                    <a:lnTo>
                      <a:pt x="51" y="82"/>
                    </a:lnTo>
                    <a:lnTo>
                      <a:pt x="44" y="92"/>
                    </a:lnTo>
                    <a:lnTo>
                      <a:pt x="35" y="101"/>
                    </a:lnTo>
                    <a:lnTo>
                      <a:pt x="25" y="107"/>
                    </a:lnTo>
                    <a:lnTo>
                      <a:pt x="12" y="112"/>
                    </a:lnTo>
                    <a:lnTo>
                      <a:pt x="0" y="113"/>
                    </a:lnTo>
                    <a:lnTo>
                      <a:pt x="0" y="57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933" name="Freeform 370">
                <a:extLst>
                  <a:ext uri="{FF2B5EF4-FFF2-40B4-BE49-F238E27FC236}">
                    <a16:creationId xmlns:a16="http://schemas.microsoft.com/office/drawing/2014/main" id="{EB85FFB8-BD2C-ADDE-81C4-E1EB01B5184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079" y="3845"/>
                <a:ext cx="9" cy="20"/>
              </a:xfrm>
              <a:custGeom>
                <a:avLst/>
                <a:gdLst>
                  <a:gd name="T0" fmla="*/ 0 w 57"/>
                  <a:gd name="T1" fmla="*/ 0 h 113"/>
                  <a:gd name="T2" fmla="*/ 0 w 57"/>
                  <a:gd name="T3" fmla="*/ 0 h 113"/>
                  <a:gd name="T4" fmla="*/ 0 w 57"/>
                  <a:gd name="T5" fmla="*/ 0 h 113"/>
                  <a:gd name="T6" fmla="*/ 0 w 57"/>
                  <a:gd name="T7" fmla="*/ 0 h 113"/>
                  <a:gd name="T8" fmla="*/ 0 w 57"/>
                  <a:gd name="T9" fmla="*/ 0 h 113"/>
                  <a:gd name="T10" fmla="*/ 0 w 57"/>
                  <a:gd name="T11" fmla="*/ 0 h 113"/>
                  <a:gd name="T12" fmla="*/ 0 w 57"/>
                  <a:gd name="T13" fmla="*/ 0 h 113"/>
                  <a:gd name="T14" fmla="*/ 0 w 57"/>
                  <a:gd name="T15" fmla="*/ 0 h 113"/>
                  <a:gd name="T16" fmla="*/ 0 w 57"/>
                  <a:gd name="T17" fmla="*/ 0 h 113"/>
                  <a:gd name="T18" fmla="*/ 0 w 57"/>
                  <a:gd name="T19" fmla="*/ 0 h 113"/>
                  <a:gd name="T20" fmla="*/ 0 w 57"/>
                  <a:gd name="T21" fmla="*/ 0 h 113"/>
                  <a:gd name="T22" fmla="*/ 0 w 57"/>
                  <a:gd name="T23" fmla="*/ 0 h 113"/>
                  <a:gd name="T24" fmla="*/ 0 w 57"/>
                  <a:gd name="T25" fmla="*/ 0 h 113"/>
                  <a:gd name="T26" fmla="*/ 0 w 57"/>
                  <a:gd name="T27" fmla="*/ 0 h 113"/>
                  <a:gd name="T28" fmla="*/ 0 w 57"/>
                  <a:gd name="T29" fmla="*/ 0 h 113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w 57"/>
                  <a:gd name="T46" fmla="*/ 0 h 113"/>
                  <a:gd name="T47" fmla="*/ 57 w 57"/>
                  <a:gd name="T48" fmla="*/ 113 h 113"/>
                </a:gdLst>
                <a:ahLst/>
                <a:cxnLst>
                  <a:cxn ang="T30">
                    <a:pos x="T0" y="T1"/>
                  </a:cxn>
                  <a:cxn ang="T31">
                    <a:pos x="T2" y="T3"/>
                  </a:cxn>
                  <a:cxn ang="T32">
                    <a:pos x="T4" y="T5"/>
                  </a:cxn>
                  <a:cxn ang="T33">
                    <a:pos x="T6" y="T7"/>
                  </a:cxn>
                  <a:cxn ang="T34">
                    <a:pos x="T8" y="T9"/>
                  </a:cxn>
                  <a:cxn ang="T35">
                    <a:pos x="T10" y="T11"/>
                  </a:cxn>
                  <a:cxn ang="T36">
                    <a:pos x="T12" y="T13"/>
                  </a:cxn>
                  <a:cxn ang="T37">
                    <a:pos x="T14" y="T15"/>
                  </a:cxn>
                  <a:cxn ang="T38">
                    <a:pos x="T16" y="T17"/>
                  </a:cxn>
                  <a:cxn ang="T39">
                    <a:pos x="T18" y="T19"/>
                  </a:cxn>
                  <a:cxn ang="T40">
                    <a:pos x="T20" y="T21"/>
                  </a:cxn>
                  <a:cxn ang="T41">
                    <a:pos x="T22" y="T23"/>
                  </a:cxn>
                  <a:cxn ang="T42">
                    <a:pos x="T24" y="T25"/>
                  </a:cxn>
                  <a:cxn ang="T43">
                    <a:pos x="T26" y="T27"/>
                  </a:cxn>
                  <a:cxn ang="T44">
                    <a:pos x="T28" y="T29"/>
                  </a:cxn>
                </a:cxnLst>
                <a:rect l="T45" t="T46" r="T47" b="T48"/>
                <a:pathLst>
                  <a:path w="57" h="113">
                    <a:moveTo>
                      <a:pt x="0" y="0"/>
                    </a:moveTo>
                    <a:lnTo>
                      <a:pt x="12" y="2"/>
                    </a:lnTo>
                    <a:lnTo>
                      <a:pt x="25" y="6"/>
                    </a:lnTo>
                    <a:lnTo>
                      <a:pt x="35" y="13"/>
                    </a:lnTo>
                    <a:lnTo>
                      <a:pt x="44" y="22"/>
                    </a:lnTo>
                    <a:lnTo>
                      <a:pt x="51" y="32"/>
                    </a:lnTo>
                    <a:lnTo>
                      <a:pt x="55" y="45"/>
                    </a:lnTo>
                    <a:lnTo>
                      <a:pt x="57" y="57"/>
                    </a:lnTo>
                    <a:lnTo>
                      <a:pt x="55" y="69"/>
                    </a:lnTo>
                    <a:lnTo>
                      <a:pt x="51" y="82"/>
                    </a:lnTo>
                    <a:lnTo>
                      <a:pt x="44" y="92"/>
                    </a:lnTo>
                    <a:lnTo>
                      <a:pt x="35" y="101"/>
                    </a:lnTo>
                    <a:lnTo>
                      <a:pt x="25" y="107"/>
                    </a:lnTo>
                    <a:lnTo>
                      <a:pt x="12" y="112"/>
                    </a:lnTo>
                    <a:lnTo>
                      <a:pt x="0" y="113"/>
                    </a:lnTo>
                  </a:path>
                </a:pathLst>
              </a:cu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934" name="Freeform 371">
                <a:extLst>
                  <a:ext uri="{FF2B5EF4-FFF2-40B4-BE49-F238E27FC236}">
                    <a16:creationId xmlns:a16="http://schemas.microsoft.com/office/drawing/2014/main" id="{303ACFEA-DCA4-B81A-754B-87D56DABDF2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101" y="2901"/>
                <a:ext cx="10" cy="19"/>
              </a:xfrm>
              <a:custGeom>
                <a:avLst/>
                <a:gdLst>
                  <a:gd name="T0" fmla="*/ 0 w 57"/>
                  <a:gd name="T1" fmla="*/ 0 h 114"/>
                  <a:gd name="T2" fmla="*/ 0 w 57"/>
                  <a:gd name="T3" fmla="*/ 0 h 114"/>
                  <a:gd name="T4" fmla="*/ 0 w 57"/>
                  <a:gd name="T5" fmla="*/ 0 h 114"/>
                  <a:gd name="T6" fmla="*/ 0 w 57"/>
                  <a:gd name="T7" fmla="*/ 0 h 114"/>
                  <a:gd name="T8" fmla="*/ 0 w 57"/>
                  <a:gd name="T9" fmla="*/ 0 h 114"/>
                  <a:gd name="T10" fmla="*/ 0 w 57"/>
                  <a:gd name="T11" fmla="*/ 0 h 114"/>
                  <a:gd name="T12" fmla="*/ 0 w 57"/>
                  <a:gd name="T13" fmla="*/ 0 h 114"/>
                  <a:gd name="T14" fmla="*/ 0 w 57"/>
                  <a:gd name="T15" fmla="*/ 0 h 114"/>
                  <a:gd name="T16" fmla="*/ 0 w 57"/>
                  <a:gd name="T17" fmla="*/ 0 h 114"/>
                  <a:gd name="T18" fmla="*/ 0 w 57"/>
                  <a:gd name="T19" fmla="*/ 0 h 114"/>
                  <a:gd name="T20" fmla="*/ 0 w 57"/>
                  <a:gd name="T21" fmla="*/ 0 h 114"/>
                  <a:gd name="T22" fmla="*/ 0 w 57"/>
                  <a:gd name="T23" fmla="*/ 0 h 114"/>
                  <a:gd name="T24" fmla="*/ 0 w 57"/>
                  <a:gd name="T25" fmla="*/ 0 h 114"/>
                  <a:gd name="T26" fmla="*/ 0 w 57"/>
                  <a:gd name="T27" fmla="*/ 0 h 114"/>
                  <a:gd name="T28" fmla="*/ 0 w 57"/>
                  <a:gd name="T29" fmla="*/ 0 h 114"/>
                  <a:gd name="T30" fmla="*/ 0 w 57"/>
                  <a:gd name="T31" fmla="*/ 0 h 114"/>
                  <a:gd name="T32" fmla="*/ 0 w 57"/>
                  <a:gd name="T33" fmla="*/ 0 h 114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w 57"/>
                  <a:gd name="T52" fmla="*/ 0 h 114"/>
                  <a:gd name="T53" fmla="*/ 57 w 57"/>
                  <a:gd name="T54" fmla="*/ 114 h 114"/>
                </a:gdLst>
                <a:ahLst/>
                <a:cxnLst>
                  <a:cxn ang="T34">
                    <a:pos x="T0" y="T1"/>
                  </a:cxn>
                  <a:cxn ang="T35">
                    <a:pos x="T2" y="T3"/>
                  </a:cxn>
                  <a:cxn ang="T36">
                    <a:pos x="T4" y="T5"/>
                  </a:cxn>
                  <a:cxn ang="T37">
                    <a:pos x="T6" y="T7"/>
                  </a:cxn>
                  <a:cxn ang="T38">
                    <a:pos x="T8" y="T9"/>
                  </a:cxn>
                  <a:cxn ang="T39">
                    <a:pos x="T10" y="T11"/>
                  </a:cxn>
                  <a:cxn ang="T40">
                    <a:pos x="T12" y="T13"/>
                  </a:cxn>
                  <a:cxn ang="T41">
                    <a:pos x="T14" y="T15"/>
                  </a:cxn>
                  <a:cxn ang="T42">
                    <a:pos x="T16" y="T17"/>
                  </a:cxn>
                  <a:cxn ang="T43">
                    <a:pos x="T18" y="T19"/>
                  </a:cxn>
                  <a:cxn ang="T44">
                    <a:pos x="T20" y="T21"/>
                  </a:cxn>
                  <a:cxn ang="T45">
                    <a:pos x="T22" y="T23"/>
                  </a:cxn>
                  <a:cxn ang="T46">
                    <a:pos x="T24" y="T25"/>
                  </a:cxn>
                  <a:cxn ang="T47">
                    <a:pos x="T26" y="T27"/>
                  </a:cxn>
                  <a:cxn ang="T48">
                    <a:pos x="T28" y="T29"/>
                  </a:cxn>
                  <a:cxn ang="T49">
                    <a:pos x="T30" y="T31"/>
                  </a:cxn>
                  <a:cxn ang="T50">
                    <a:pos x="T32" y="T33"/>
                  </a:cxn>
                </a:cxnLst>
                <a:rect l="T51" t="T52" r="T53" b="T54"/>
                <a:pathLst>
                  <a:path w="57" h="114">
                    <a:moveTo>
                      <a:pt x="0" y="58"/>
                    </a:moveTo>
                    <a:lnTo>
                      <a:pt x="0" y="0"/>
                    </a:lnTo>
                    <a:lnTo>
                      <a:pt x="12" y="3"/>
                    </a:lnTo>
                    <a:lnTo>
                      <a:pt x="24" y="7"/>
                    </a:lnTo>
                    <a:lnTo>
                      <a:pt x="34" y="14"/>
                    </a:lnTo>
                    <a:lnTo>
                      <a:pt x="43" y="23"/>
                    </a:lnTo>
                    <a:lnTo>
                      <a:pt x="50" y="33"/>
                    </a:lnTo>
                    <a:lnTo>
                      <a:pt x="55" y="45"/>
                    </a:lnTo>
                    <a:lnTo>
                      <a:pt x="57" y="58"/>
                    </a:lnTo>
                    <a:lnTo>
                      <a:pt x="55" y="70"/>
                    </a:lnTo>
                    <a:lnTo>
                      <a:pt x="50" y="82"/>
                    </a:lnTo>
                    <a:lnTo>
                      <a:pt x="43" y="92"/>
                    </a:lnTo>
                    <a:lnTo>
                      <a:pt x="34" y="101"/>
                    </a:lnTo>
                    <a:lnTo>
                      <a:pt x="24" y="108"/>
                    </a:lnTo>
                    <a:lnTo>
                      <a:pt x="12" y="113"/>
                    </a:lnTo>
                    <a:lnTo>
                      <a:pt x="0" y="114"/>
                    </a:lnTo>
                    <a:lnTo>
                      <a:pt x="0" y="58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935" name="Freeform 372">
                <a:extLst>
                  <a:ext uri="{FF2B5EF4-FFF2-40B4-BE49-F238E27FC236}">
                    <a16:creationId xmlns:a16="http://schemas.microsoft.com/office/drawing/2014/main" id="{54A8DC21-438B-79E4-E240-A8BA4E25D6F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101" y="2901"/>
                <a:ext cx="10" cy="19"/>
              </a:xfrm>
              <a:custGeom>
                <a:avLst/>
                <a:gdLst>
                  <a:gd name="T0" fmla="*/ 0 w 57"/>
                  <a:gd name="T1" fmla="*/ 0 h 114"/>
                  <a:gd name="T2" fmla="*/ 0 w 57"/>
                  <a:gd name="T3" fmla="*/ 0 h 114"/>
                  <a:gd name="T4" fmla="*/ 0 w 57"/>
                  <a:gd name="T5" fmla="*/ 0 h 114"/>
                  <a:gd name="T6" fmla="*/ 0 w 57"/>
                  <a:gd name="T7" fmla="*/ 0 h 114"/>
                  <a:gd name="T8" fmla="*/ 0 w 57"/>
                  <a:gd name="T9" fmla="*/ 0 h 114"/>
                  <a:gd name="T10" fmla="*/ 0 w 57"/>
                  <a:gd name="T11" fmla="*/ 0 h 114"/>
                  <a:gd name="T12" fmla="*/ 0 w 57"/>
                  <a:gd name="T13" fmla="*/ 0 h 114"/>
                  <a:gd name="T14" fmla="*/ 0 w 57"/>
                  <a:gd name="T15" fmla="*/ 0 h 114"/>
                  <a:gd name="T16" fmla="*/ 0 w 57"/>
                  <a:gd name="T17" fmla="*/ 0 h 114"/>
                  <a:gd name="T18" fmla="*/ 0 w 57"/>
                  <a:gd name="T19" fmla="*/ 0 h 114"/>
                  <a:gd name="T20" fmla="*/ 0 w 57"/>
                  <a:gd name="T21" fmla="*/ 0 h 114"/>
                  <a:gd name="T22" fmla="*/ 0 w 57"/>
                  <a:gd name="T23" fmla="*/ 0 h 114"/>
                  <a:gd name="T24" fmla="*/ 0 w 57"/>
                  <a:gd name="T25" fmla="*/ 0 h 114"/>
                  <a:gd name="T26" fmla="*/ 0 w 57"/>
                  <a:gd name="T27" fmla="*/ 0 h 114"/>
                  <a:gd name="T28" fmla="*/ 0 w 57"/>
                  <a:gd name="T29" fmla="*/ 0 h 114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w 57"/>
                  <a:gd name="T46" fmla="*/ 0 h 114"/>
                  <a:gd name="T47" fmla="*/ 57 w 57"/>
                  <a:gd name="T48" fmla="*/ 114 h 114"/>
                </a:gdLst>
                <a:ahLst/>
                <a:cxnLst>
                  <a:cxn ang="T30">
                    <a:pos x="T0" y="T1"/>
                  </a:cxn>
                  <a:cxn ang="T31">
                    <a:pos x="T2" y="T3"/>
                  </a:cxn>
                  <a:cxn ang="T32">
                    <a:pos x="T4" y="T5"/>
                  </a:cxn>
                  <a:cxn ang="T33">
                    <a:pos x="T6" y="T7"/>
                  </a:cxn>
                  <a:cxn ang="T34">
                    <a:pos x="T8" y="T9"/>
                  </a:cxn>
                  <a:cxn ang="T35">
                    <a:pos x="T10" y="T11"/>
                  </a:cxn>
                  <a:cxn ang="T36">
                    <a:pos x="T12" y="T13"/>
                  </a:cxn>
                  <a:cxn ang="T37">
                    <a:pos x="T14" y="T15"/>
                  </a:cxn>
                  <a:cxn ang="T38">
                    <a:pos x="T16" y="T17"/>
                  </a:cxn>
                  <a:cxn ang="T39">
                    <a:pos x="T18" y="T19"/>
                  </a:cxn>
                  <a:cxn ang="T40">
                    <a:pos x="T20" y="T21"/>
                  </a:cxn>
                  <a:cxn ang="T41">
                    <a:pos x="T22" y="T23"/>
                  </a:cxn>
                  <a:cxn ang="T42">
                    <a:pos x="T24" y="T25"/>
                  </a:cxn>
                  <a:cxn ang="T43">
                    <a:pos x="T26" y="T27"/>
                  </a:cxn>
                  <a:cxn ang="T44">
                    <a:pos x="T28" y="T29"/>
                  </a:cxn>
                </a:cxnLst>
                <a:rect l="T45" t="T46" r="T47" b="T48"/>
                <a:pathLst>
                  <a:path w="57" h="114">
                    <a:moveTo>
                      <a:pt x="0" y="0"/>
                    </a:moveTo>
                    <a:lnTo>
                      <a:pt x="12" y="3"/>
                    </a:lnTo>
                    <a:lnTo>
                      <a:pt x="24" y="7"/>
                    </a:lnTo>
                    <a:lnTo>
                      <a:pt x="34" y="14"/>
                    </a:lnTo>
                    <a:lnTo>
                      <a:pt x="43" y="23"/>
                    </a:lnTo>
                    <a:lnTo>
                      <a:pt x="50" y="33"/>
                    </a:lnTo>
                    <a:lnTo>
                      <a:pt x="55" y="45"/>
                    </a:lnTo>
                    <a:lnTo>
                      <a:pt x="57" y="58"/>
                    </a:lnTo>
                    <a:lnTo>
                      <a:pt x="55" y="70"/>
                    </a:lnTo>
                    <a:lnTo>
                      <a:pt x="50" y="82"/>
                    </a:lnTo>
                    <a:lnTo>
                      <a:pt x="43" y="92"/>
                    </a:lnTo>
                    <a:lnTo>
                      <a:pt x="34" y="101"/>
                    </a:lnTo>
                    <a:lnTo>
                      <a:pt x="24" y="108"/>
                    </a:lnTo>
                    <a:lnTo>
                      <a:pt x="12" y="113"/>
                    </a:lnTo>
                    <a:lnTo>
                      <a:pt x="0" y="114"/>
                    </a:lnTo>
                  </a:path>
                </a:pathLst>
              </a:cu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936" name="Freeform 373">
                <a:extLst>
                  <a:ext uri="{FF2B5EF4-FFF2-40B4-BE49-F238E27FC236}">
                    <a16:creationId xmlns:a16="http://schemas.microsoft.com/office/drawing/2014/main" id="{A5795524-6719-C792-C0AF-74047D0D26B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47" y="2901"/>
                <a:ext cx="1254" cy="19"/>
              </a:xfrm>
              <a:custGeom>
                <a:avLst/>
                <a:gdLst>
                  <a:gd name="T0" fmla="*/ 0 w 7433"/>
                  <a:gd name="T1" fmla="*/ 0 h 114"/>
                  <a:gd name="T2" fmla="*/ 0 w 7433"/>
                  <a:gd name="T3" fmla="*/ 0 h 114"/>
                  <a:gd name="T4" fmla="*/ 0 w 7433"/>
                  <a:gd name="T5" fmla="*/ 0 h 114"/>
                  <a:gd name="T6" fmla="*/ 0 w 7433"/>
                  <a:gd name="T7" fmla="*/ 0 h 114"/>
                  <a:gd name="T8" fmla="*/ 0 w 7433"/>
                  <a:gd name="T9" fmla="*/ 0 h 114"/>
                  <a:gd name="T10" fmla="*/ 0 w 7433"/>
                  <a:gd name="T11" fmla="*/ 0 h 114"/>
                  <a:gd name="T12" fmla="*/ 0 w 7433"/>
                  <a:gd name="T13" fmla="*/ 0 h 114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7433"/>
                  <a:gd name="T22" fmla="*/ 0 h 114"/>
                  <a:gd name="T23" fmla="*/ 7433 w 7433"/>
                  <a:gd name="T24" fmla="*/ 114 h 114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7433" h="114">
                    <a:moveTo>
                      <a:pt x="7433" y="114"/>
                    </a:moveTo>
                    <a:lnTo>
                      <a:pt x="7433" y="58"/>
                    </a:lnTo>
                    <a:lnTo>
                      <a:pt x="7433" y="0"/>
                    </a:lnTo>
                    <a:lnTo>
                      <a:pt x="0" y="0"/>
                    </a:lnTo>
                    <a:lnTo>
                      <a:pt x="0" y="58"/>
                    </a:lnTo>
                    <a:lnTo>
                      <a:pt x="0" y="114"/>
                    </a:lnTo>
                    <a:lnTo>
                      <a:pt x="7433" y="114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937" name="Freeform 374">
                <a:extLst>
                  <a:ext uri="{FF2B5EF4-FFF2-40B4-BE49-F238E27FC236}">
                    <a16:creationId xmlns:a16="http://schemas.microsoft.com/office/drawing/2014/main" id="{49A26271-792E-AD15-419C-770AB5A1388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47" y="2901"/>
                <a:ext cx="1254" cy="19"/>
              </a:xfrm>
              <a:custGeom>
                <a:avLst/>
                <a:gdLst>
                  <a:gd name="T0" fmla="*/ 0 w 7433"/>
                  <a:gd name="T1" fmla="*/ 0 h 114"/>
                  <a:gd name="T2" fmla="*/ 0 w 7433"/>
                  <a:gd name="T3" fmla="*/ 0 h 114"/>
                  <a:gd name="T4" fmla="*/ 0 w 7433"/>
                  <a:gd name="T5" fmla="*/ 0 h 114"/>
                  <a:gd name="T6" fmla="*/ 0 w 7433"/>
                  <a:gd name="T7" fmla="*/ 0 h 114"/>
                  <a:gd name="T8" fmla="*/ 0 w 7433"/>
                  <a:gd name="T9" fmla="*/ 0 h 114"/>
                  <a:gd name="T10" fmla="*/ 0 w 7433"/>
                  <a:gd name="T11" fmla="*/ 0 h 114"/>
                  <a:gd name="T12" fmla="*/ 0 w 7433"/>
                  <a:gd name="T13" fmla="*/ 0 h 114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7433"/>
                  <a:gd name="T22" fmla="*/ 0 h 114"/>
                  <a:gd name="T23" fmla="*/ 7433 w 7433"/>
                  <a:gd name="T24" fmla="*/ 114 h 114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7433" h="114">
                    <a:moveTo>
                      <a:pt x="7433" y="114"/>
                    </a:moveTo>
                    <a:lnTo>
                      <a:pt x="7433" y="58"/>
                    </a:lnTo>
                    <a:lnTo>
                      <a:pt x="7433" y="0"/>
                    </a:lnTo>
                    <a:lnTo>
                      <a:pt x="0" y="0"/>
                    </a:lnTo>
                    <a:lnTo>
                      <a:pt x="0" y="58"/>
                    </a:lnTo>
                    <a:lnTo>
                      <a:pt x="0" y="114"/>
                    </a:lnTo>
                    <a:lnTo>
                      <a:pt x="7433" y="114"/>
                    </a:lnTo>
                    <a:close/>
                  </a:path>
                </a:pathLst>
              </a:cu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938" name="Freeform 375">
                <a:extLst>
                  <a:ext uri="{FF2B5EF4-FFF2-40B4-BE49-F238E27FC236}">
                    <a16:creationId xmlns:a16="http://schemas.microsoft.com/office/drawing/2014/main" id="{E9E2F3E8-C453-68B0-C2ED-A5DCC36A58E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37" y="2901"/>
                <a:ext cx="10" cy="19"/>
              </a:xfrm>
              <a:custGeom>
                <a:avLst/>
                <a:gdLst>
                  <a:gd name="T0" fmla="*/ 0 w 56"/>
                  <a:gd name="T1" fmla="*/ 0 h 114"/>
                  <a:gd name="T2" fmla="*/ 0 w 56"/>
                  <a:gd name="T3" fmla="*/ 0 h 114"/>
                  <a:gd name="T4" fmla="*/ 0 w 56"/>
                  <a:gd name="T5" fmla="*/ 0 h 114"/>
                  <a:gd name="T6" fmla="*/ 0 w 56"/>
                  <a:gd name="T7" fmla="*/ 0 h 114"/>
                  <a:gd name="T8" fmla="*/ 0 w 56"/>
                  <a:gd name="T9" fmla="*/ 0 h 114"/>
                  <a:gd name="T10" fmla="*/ 0 w 56"/>
                  <a:gd name="T11" fmla="*/ 0 h 114"/>
                  <a:gd name="T12" fmla="*/ 0 w 56"/>
                  <a:gd name="T13" fmla="*/ 0 h 114"/>
                  <a:gd name="T14" fmla="*/ 0 w 56"/>
                  <a:gd name="T15" fmla="*/ 0 h 114"/>
                  <a:gd name="T16" fmla="*/ 0 w 56"/>
                  <a:gd name="T17" fmla="*/ 0 h 114"/>
                  <a:gd name="T18" fmla="*/ 0 w 56"/>
                  <a:gd name="T19" fmla="*/ 0 h 114"/>
                  <a:gd name="T20" fmla="*/ 0 w 56"/>
                  <a:gd name="T21" fmla="*/ 0 h 114"/>
                  <a:gd name="T22" fmla="*/ 0 w 56"/>
                  <a:gd name="T23" fmla="*/ 0 h 114"/>
                  <a:gd name="T24" fmla="*/ 0 w 56"/>
                  <a:gd name="T25" fmla="*/ 0 h 114"/>
                  <a:gd name="T26" fmla="*/ 0 w 56"/>
                  <a:gd name="T27" fmla="*/ 0 h 114"/>
                  <a:gd name="T28" fmla="*/ 0 w 56"/>
                  <a:gd name="T29" fmla="*/ 0 h 114"/>
                  <a:gd name="T30" fmla="*/ 0 w 56"/>
                  <a:gd name="T31" fmla="*/ 0 h 114"/>
                  <a:gd name="T32" fmla="*/ 0 w 56"/>
                  <a:gd name="T33" fmla="*/ 0 h 114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w 56"/>
                  <a:gd name="T52" fmla="*/ 0 h 114"/>
                  <a:gd name="T53" fmla="*/ 56 w 56"/>
                  <a:gd name="T54" fmla="*/ 114 h 114"/>
                </a:gdLst>
                <a:ahLst/>
                <a:cxnLst>
                  <a:cxn ang="T34">
                    <a:pos x="T0" y="T1"/>
                  </a:cxn>
                  <a:cxn ang="T35">
                    <a:pos x="T2" y="T3"/>
                  </a:cxn>
                  <a:cxn ang="T36">
                    <a:pos x="T4" y="T5"/>
                  </a:cxn>
                  <a:cxn ang="T37">
                    <a:pos x="T6" y="T7"/>
                  </a:cxn>
                  <a:cxn ang="T38">
                    <a:pos x="T8" y="T9"/>
                  </a:cxn>
                  <a:cxn ang="T39">
                    <a:pos x="T10" y="T11"/>
                  </a:cxn>
                  <a:cxn ang="T40">
                    <a:pos x="T12" y="T13"/>
                  </a:cxn>
                  <a:cxn ang="T41">
                    <a:pos x="T14" y="T15"/>
                  </a:cxn>
                  <a:cxn ang="T42">
                    <a:pos x="T16" y="T17"/>
                  </a:cxn>
                  <a:cxn ang="T43">
                    <a:pos x="T18" y="T19"/>
                  </a:cxn>
                  <a:cxn ang="T44">
                    <a:pos x="T20" y="T21"/>
                  </a:cxn>
                  <a:cxn ang="T45">
                    <a:pos x="T22" y="T23"/>
                  </a:cxn>
                  <a:cxn ang="T46">
                    <a:pos x="T24" y="T25"/>
                  </a:cxn>
                  <a:cxn ang="T47">
                    <a:pos x="T26" y="T27"/>
                  </a:cxn>
                  <a:cxn ang="T48">
                    <a:pos x="T28" y="T29"/>
                  </a:cxn>
                  <a:cxn ang="T49">
                    <a:pos x="T30" y="T31"/>
                  </a:cxn>
                  <a:cxn ang="T50">
                    <a:pos x="T32" y="T33"/>
                  </a:cxn>
                </a:cxnLst>
                <a:rect l="T51" t="T52" r="T53" b="T54"/>
                <a:pathLst>
                  <a:path w="56" h="114">
                    <a:moveTo>
                      <a:pt x="56" y="58"/>
                    </a:moveTo>
                    <a:lnTo>
                      <a:pt x="56" y="114"/>
                    </a:lnTo>
                    <a:lnTo>
                      <a:pt x="43" y="113"/>
                    </a:lnTo>
                    <a:lnTo>
                      <a:pt x="31" y="108"/>
                    </a:lnTo>
                    <a:lnTo>
                      <a:pt x="21" y="101"/>
                    </a:lnTo>
                    <a:lnTo>
                      <a:pt x="12" y="92"/>
                    </a:lnTo>
                    <a:lnTo>
                      <a:pt x="5" y="82"/>
                    </a:lnTo>
                    <a:lnTo>
                      <a:pt x="1" y="70"/>
                    </a:lnTo>
                    <a:lnTo>
                      <a:pt x="0" y="58"/>
                    </a:lnTo>
                    <a:lnTo>
                      <a:pt x="1" y="45"/>
                    </a:lnTo>
                    <a:lnTo>
                      <a:pt x="5" y="33"/>
                    </a:lnTo>
                    <a:lnTo>
                      <a:pt x="12" y="23"/>
                    </a:lnTo>
                    <a:lnTo>
                      <a:pt x="21" y="14"/>
                    </a:lnTo>
                    <a:lnTo>
                      <a:pt x="31" y="7"/>
                    </a:lnTo>
                    <a:lnTo>
                      <a:pt x="43" y="3"/>
                    </a:lnTo>
                    <a:lnTo>
                      <a:pt x="56" y="0"/>
                    </a:lnTo>
                    <a:lnTo>
                      <a:pt x="56" y="58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939" name="Freeform 376">
                <a:extLst>
                  <a:ext uri="{FF2B5EF4-FFF2-40B4-BE49-F238E27FC236}">
                    <a16:creationId xmlns:a16="http://schemas.microsoft.com/office/drawing/2014/main" id="{A4698B37-CE89-2105-96B5-D9C9E603B46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37" y="2901"/>
                <a:ext cx="10" cy="19"/>
              </a:xfrm>
              <a:custGeom>
                <a:avLst/>
                <a:gdLst>
                  <a:gd name="T0" fmla="*/ 0 w 56"/>
                  <a:gd name="T1" fmla="*/ 0 h 114"/>
                  <a:gd name="T2" fmla="*/ 0 w 56"/>
                  <a:gd name="T3" fmla="*/ 0 h 114"/>
                  <a:gd name="T4" fmla="*/ 0 w 56"/>
                  <a:gd name="T5" fmla="*/ 0 h 114"/>
                  <a:gd name="T6" fmla="*/ 0 w 56"/>
                  <a:gd name="T7" fmla="*/ 0 h 114"/>
                  <a:gd name="T8" fmla="*/ 0 w 56"/>
                  <a:gd name="T9" fmla="*/ 0 h 114"/>
                  <a:gd name="T10" fmla="*/ 0 w 56"/>
                  <a:gd name="T11" fmla="*/ 0 h 114"/>
                  <a:gd name="T12" fmla="*/ 0 w 56"/>
                  <a:gd name="T13" fmla="*/ 0 h 114"/>
                  <a:gd name="T14" fmla="*/ 0 w 56"/>
                  <a:gd name="T15" fmla="*/ 0 h 114"/>
                  <a:gd name="T16" fmla="*/ 0 w 56"/>
                  <a:gd name="T17" fmla="*/ 0 h 114"/>
                  <a:gd name="T18" fmla="*/ 0 w 56"/>
                  <a:gd name="T19" fmla="*/ 0 h 114"/>
                  <a:gd name="T20" fmla="*/ 0 w 56"/>
                  <a:gd name="T21" fmla="*/ 0 h 114"/>
                  <a:gd name="T22" fmla="*/ 0 w 56"/>
                  <a:gd name="T23" fmla="*/ 0 h 114"/>
                  <a:gd name="T24" fmla="*/ 0 w 56"/>
                  <a:gd name="T25" fmla="*/ 0 h 114"/>
                  <a:gd name="T26" fmla="*/ 0 w 56"/>
                  <a:gd name="T27" fmla="*/ 0 h 114"/>
                  <a:gd name="T28" fmla="*/ 0 w 56"/>
                  <a:gd name="T29" fmla="*/ 0 h 114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w 56"/>
                  <a:gd name="T46" fmla="*/ 0 h 114"/>
                  <a:gd name="T47" fmla="*/ 56 w 56"/>
                  <a:gd name="T48" fmla="*/ 114 h 114"/>
                </a:gdLst>
                <a:ahLst/>
                <a:cxnLst>
                  <a:cxn ang="T30">
                    <a:pos x="T0" y="T1"/>
                  </a:cxn>
                  <a:cxn ang="T31">
                    <a:pos x="T2" y="T3"/>
                  </a:cxn>
                  <a:cxn ang="T32">
                    <a:pos x="T4" y="T5"/>
                  </a:cxn>
                  <a:cxn ang="T33">
                    <a:pos x="T6" y="T7"/>
                  </a:cxn>
                  <a:cxn ang="T34">
                    <a:pos x="T8" y="T9"/>
                  </a:cxn>
                  <a:cxn ang="T35">
                    <a:pos x="T10" y="T11"/>
                  </a:cxn>
                  <a:cxn ang="T36">
                    <a:pos x="T12" y="T13"/>
                  </a:cxn>
                  <a:cxn ang="T37">
                    <a:pos x="T14" y="T15"/>
                  </a:cxn>
                  <a:cxn ang="T38">
                    <a:pos x="T16" y="T17"/>
                  </a:cxn>
                  <a:cxn ang="T39">
                    <a:pos x="T18" y="T19"/>
                  </a:cxn>
                  <a:cxn ang="T40">
                    <a:pos x="T20" y="T21"/>
                  </a:cxn>
                  <a:cxn ang="T41">
                    <a:pos x="T22" y="T23"/>
                  </a:cxn>
                  <a:cxn ang="T42">
                    <a:pos x="T24" y="T25"/>
                  </a:cxn>
                  <a:cxn ang="T43">
                    <a:pos x="T26" y="T27"/>
                  </a:cxn>
                  <a:cxn ang="T44">
                    <a:pos x="T28" y="T29"/>
                  </a:cxn>
                </a:cxnLst>
                <a:rect l="T45" t="T46" r="T47" b="T48"/>
                <a:pathLst>
                  <a:path w="56" h="114">
                    <a:moveTo>
                      <a:pt x="56" y="114"/>
                    </a:moveTo>
                    <a:lnTo>
                      <a:pt x="43" y="113"/>
                    </a:lnTo>
                    <a:lnTo>
                      <a:pt x="31" y="108"/>
                    </a:lnTo>
                    <a:lnTo>
                      <a:pt x="21" y="101"/>
                    </a:lnTo>
                    <a:lnTo>
                      <a:pt x="12" y="92"/>
                    </a:lnTo>
                    <a:lnTo>
                      <a:pt x="5" y="82"/>
                    </a:lnTo>
                    <a:lnTo>
                      <a:pt x="1" y="70"/>
                    </a:lnTo>
                    <a:lnTo>
                      <a:pt x="0" y="58"/>
                    </a:lnTo>
                    <a:lnTo>
                      <a:pt x="1" y="45"/>
                    </a:lnTo>
                    <a:lnTo>
                      <a:pt x="5" y="33"/>
                    </a:lnTo>
                    <a:lnTo>
                      <a:pt x="12" y="23"/>
                    </a:lnTo>
                    <a:lnTo>
                      <a:pt x="21" y="14"/>
                    </a:lnTo>
                    <a:lnTo>
                      <a:pt x="31" y="7"/>
                    </a:lnTo>
                    <a:lnTo>
                      <a:pt x="43" y="3"/>
                    </a:lnTo>
                    <a:lnTo>
                      <a:pt x="56" y="0"/>
                    </a:lnTo>
                  </a:path>
                </a:pathLst>
              </a:cu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940" name="Freeform 377">
                <a:extLst>
                  <a:ext uri="{FF2B5EF4-FFF2-40B4-BE49-F238E27FC236}">
                    <a16:creationId xmlns:a16="http://schemas.microsoft.com/office/drawing/2014/main" id="{B3B8975D-23DA-2C9A-9119-B29A74524D4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994" y="2116"/>
                <a:ext cx="10" cy="19"/>
              </a:xfrm>
              <a:custGeom>
                <a:avLst/>
                <a:gdLst>
                  <a:gd name="T0" fmla="*/ 0 w 56"/>
                  <a:gd name="T1" fmla="*/ 0 h 113"/>
                  <a:gd name="T2" fmla="*/ 0 w 56"/>
                  <a:gd name="T3" fmla="*/ 0 h 113"/>
                  <a:gd name="T4" fmla="*/ 0 w 56"/>
                  <a:gd name="T5" fmla="*/ 0 h 113"/>
                  <a:gd name="T6" fmla="*/ 0 w 56"/>
                  <a:gd name="T7" fmla="*/ 0 h 113"/>
                  <a:gd name="T8" fmla="*/ 0 w 56"/>
                  <a:gd name="T9" fmla="*/ 0 h 113"/>
                  <a:gd name="T10" fmla="*/ 0 w 56"/>
                  <a:gd name="T11" fmla="*/ 0 h 113"/>
                  <a:gd name="T12" fmla="*/ 0 w 56"/>
                  <a:gd name="T13" fmla="*/ 0 h 113"/>
                  <a:gd name="T14" fmla="*/ 0 w 56"/>
                  <a:gd name="T15" fmla="*/ 0 h 113"/>
                  <a:gd name="T16" fmla="*/ 0 w 56"/>
                  <a:gd name="T17" fmla="*/ 0 h 113"/>
                  <a:gd name="T18" fmla="*/ 0 w 56"/>
                  <a:gd name="T19" fmla="*/ 0 h 113"/>
                  <a:gd name="T20" fmla="*/ 0 w 56"/>
                  <a:gd name="T21" fmla="*/ 0 h 113"/>
                  <a:gd name="T22" fmla="*/ 0 w 56"/>
                  <a:gd name="T23" fmla="*/ 0 h 113"/>
                  <a:gd name="T24" fmla="*/ 0 w 56"/>
                  <a:gd name="T25" fmla="*/ 0 h 113"/>
                  <a:gd name="T26" fmla="*/ 0 w 56"/>
                  <a:gd name="T27" fmla="*/ 0 h 113"/>
                  <a:gd name="T28" fmla="*/ 0 w 56"/>
                  <a:gd name="T29" fmla="*/ 0 h 113"/>
                  <a:gd name="T30" fmla="*/ 0 w 56"/>
                  <a:gd name="T31" fmla="*/ 0 h 113"/>
                  <a:gd name="T32" fmla="*/ 0 w 56"/>
                  <a:gd name="T33" fmla="*/ 0 h 113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w 56"/>
                  <a:gd name="T52" fmla="*/ 0 h 113"/>
                  <a:gd name="T53" fmla="*/ 56 w 56"/>
                  <a:gd name="T54" fmla="*/ 113 h 113"/>
                </a:gdLst>
                <a:ahLst/>
                <a:cxnLst>
                  <a:cxn ang="T34">
                    <a:pos x="T0" y="T1"/>
                  </a:cxn>
                  <a:cxn ang="T35">
                    <a:pos x="T2" y="T3"/>
                  </a:cxn>
                  <a:cxn ang="T36">
                    <a:pos x="T4" y="T5"/>
                  </a:cxn>
                  <a:cxn ang="T37">
                    <a:pos x="T6" y="T7"/>
                  </a:cxn>
                  <a:cxn ang="T38">
                    <a:pos x="T8" y="T9"/>
                  </a:cxn>
                  <a:cxn ang="T39">
                    <a:pos x="T10" y="T11"/>
                  </a:cxn>
                  <a:cxn ang="T40">
                    <a:pos x="T12" y="T13"/>
                  </a:cxn>
                  <a:cxn ang="T41">
                    <a:pos x="T14" y="T15"/>
                  </a:cxn>
                  <a:cxn ang="T42">
                    <a:pos x="T16" y="T17"/>
                  </a:cxn>
                  <a:cxn ang="T43">
                    <a:pos x="T18" y="T19"/>
                  </a:cxn>
                  <a:cxn ang="T44">
                    <a:pos x="T20" y="T21"/>
                  </a:cxn>
                  <a:cxn ang="T45">
                    <a:pos x="T22" y="T23"/>
                  </a:cxn>
                  <a:cxn ang="T46">
                    <a:pos x="T24" y="T25"/>
                  </a:cxn>
                  <a:cxn ang="T47">
                    <a:pos x="T26" y="T27"/>
                  </a:cxn>
                  <a:cxn ang="T48">
                    <a:pos x="T28" y="T29"/>
                  </a:cxn>
                  <a:cxn ang="T49">
                    <a:pos x="T30" y="T31"/>
                  </a:cxn>
                  <a:cxn ang="T50">
                    <a:pos x="T32" y="T33"/>
                  </a:cxn>
                </a:cxnLst>
                <a:rect l="T51" t="T52" r="T53" b="T54"/>
                <a:pathLst>
                  <a:path w="56" h="113">
                    <a:moveTo>
                      <a:pt x="56" y="57"/>
                    </a:moveTo>
                    <a:lnTo>
                      <a:pt x="56" y="113"/>
                    </a:lnTo>
                    <a:lnTo>
                      <a:pt x="44" y="112"/>
                    </a:lnTo>
                    <a:lnTo>
                      <a:pt x="31" y="107"/>
                    </a:lnTo>
                    <a:lnTo>
                      <a:pt x="21" y="101"/>
                    </a:lnTo>
                    <a:lnTo>
                      <a:pt x="12" y="92"/>
                    </a:lnTo>
                    <a:lnTo>
                      <a:pt x="6" y="81"/>
                    </a:lnTo>
                    <a:lnTo>
                      <a:pt x="1" y="69"/>
                    </a:lnTo>
                    <a:lnTo>
                      <a:pt x="0" y="57"/>
                    </a:lnTo>
                    <a:lnTo>
                      <a:pt x="1" y="44"/>
                    </a:lnTo>
                    <a:lnTo>
                      <a:pt x="6" y="32"/>
                    </a:lnTo>
                    <a:lnTo>
                      <a:pt x="12" y="22"/>
                    </a:lnTo>
                    <a:lnTo>
                      <a:pt x="21" y="13"/>
                    </a:lnTo>
                    <a:lnTo>
                      <a:pt x="31" y="6"/>
                    </a:lnTo>
                    <a:lnTo>
                      <a:pt x="44" y="2"/>
                    </a:lnTo>
                    <a:lnTo>
                      <a:pt x="56" y="0"/>
                    </a:lnTo>
                    <a:lnTo>
                      <a:pt x="56" y="57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941" name="Freeform 378">
                <a:extLst>
                  <a:ext uri="{FF2B5EF4-FFF2-40B4-BE49-F238E27FC236}">
                    <a16:creationId xmlns:a16="http://schemas.microsoft.com/office/drawing/2014/main" id="{F1404F72-C480-98AD-3108-9C86951921A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994" y="2116"/>
                <a:ext cx="10" cy="19"/>
              </a:xfrm>
              <a:custGeom>
                <a:avLst/>
                <a:gdLst>
                  <a:gd name="T0" fmla="*/ 0 w 56"/>
                  <a:gd name="T1" fmla="*/ 0 h 113"/>
                  <a:gd name="T2" fmla="*/ 0 w 56"/>
                  <a:gd name="T3" fmla="*/ 0 h 113"/>
                  <a:gd name="T4" fmla="*/ 0 w 56"/>
                  <a:gd name="T5" fmla="*/ 0 h 113"/>
                  <a:gd name="T6" fmla="*/ 0 w 56"/>
                  <a:gd name="T7" fmla="*/ 0 h 113"/>
                  <a:gd name="T8" fmla="*/ 0 w 56"/>
                  <a:gd name="T9" fmla="*/ 0 h 113"/>
                  <a:gd name="T10" fmla="*/ 0 w 56"/>
                  <a:gd name="T11" fmla="*/ 0 h 113"/>
                  <a:gd name="T12" fmla="*/ 0 w 56"/>
                  <a:gd name="T13" fmla="*/ 0 h 113"/>
                  <a:gd name="T14" fmla="*/ 0 w 56"/>
                  <a:gd name="T15" fmla="*/ 0 h 113"/>
                  <a:gd name="T16" fmla="*/ 0 w 56"/>
                  <a:gd name="T17" fmla="*/ 0 h 113"/>
                  <a:gd name="T18" fmla="*/ 0 w 56"/>
                  <a:gd name="T19" fmla="*/ 0 h 113"/>
                  <a:gd name="T20" fmla="*/ 0 w 56"/>
                  <a:gd name="T21" fmla="*/ 0 h 113"/>
                  <a:gd name="T22" fmla="*/ 0 w 56"/>
                  <a:gd name="T23" fmla="*/ 0 h 113"/>
                  <a:gd name="T24" fmla="*/ 0 w 56"/>
                  <a:gd name="T25" fmla="*/ 0 h 113"/>
                  <a:gd name="T26" fmla="*/ 0 w 56"/>
                  <a:gd name="T27" fmla="*/ 0 h 113"/>
                  <a:gd name="T28" fmla="*/ 0 w 56"/>
                  <a:gd name="T29" fmla="*/ 0 h 113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w 56"/>
                  <a:gd name="T46" fmla="*/ 0 h 113"/>
                  <a:gd name="T47" fmla="*/ 56 w 56"/>
                  <a:gd name="T48" fmla="*/ 113 h 113"/>
                </a:gdLst>
                <a:ahLst/>
                <a:cxnLst>
                  <a:cxn ang="T30">
                    <a:pos x="T0" y="T1"/>
                  </a:cxn>
                  <a:cxn ang="T31">
                    <a:pos x="T2" y="T3"/>
                  </a:cxn>
                  <a:cxn ang="T32">
                    <a:pos x="T4" y="T5"/>
                  </a:cxn>
                  <a:cxn ang="T33">
                    <a:pos x="T6" y="T7"/>
                  </a:cxn>
                  <a:cxn ang="T34">
                    <a:pos x="T8" y="T9"/>
                  </a:cxn>
                  <a:cxn ang="T35">
                    <a:pos x="T10" y="T11"/>
                  </a:cxn>
                  <a:cxn ang="T36">
                    <a:pos x="T12" y="T13"/>
                  </a:cxn>
                  <a:cxn ang="T37">
                    <a:pos x="T14" y="T15"/>
                  </a:cxn>
                  <a:cxn ang="T38">
                    <a:pos x="T16" y="T17"/>
                  </a:cxn>
                  <a:cxn ang="T39">
                    <a:pos x="T18" y="T19"/>
                  </a:cxn>
                  <a:cxn ang="T40">
                    <a:pos x="T20" y="T21"/>
                  </a:cxn>
                  <a:cxn ang="T41">
                    <a:pos x="T22" y="T23"/>
                  </a:cxn>
                  <a:cxn ang="T42">
                    <a:pos x="T24" y="T25"/>
                  </a:cxn>
                  <a:cxn ang="T43">
                    <a:pos x="T26" y="T27"/>
                  </a:cxn>
                  <a:cxn ang="T44">
                    <a:pos x="T28" y="T29"/>
                  </a:cxn>
                </a:cxnLst>
                <a:rect l="T45" t="T46" r="T47" b="T48"/>
                <a:pathLst>
                  <a:path w="56" h="113">
                    <a:moveTo>
                      <a:pt x="56" y="113"/>
                    </a:moveTo>
                    <a:lnTo>
                      <a:pt x="44" y="112"/>
                    </a:lnTo>
                    <a:lnTo>
                      <a:pt x="31" y="107"/>
                    </a:lnTo>
                    <a:lnTo>
                      <a:pt x="21" y="101"/>
                    </a:lnTo>
                    <a:lnTo>
                      <a:pt x="12" y="92"/>
                    </a:lnTo>
                    <a:lnTo>
                      <a:pt x="6" y="81"/>
                    </a:lnTo>
                    <a:lnTo>
                      <a:pt x="1" y="69"/>
                    </a:lnTo>
                    <a:lnTo>
                      <a:pt x="0" y="57"/>
                    </a:lnTo>
                    <a:lnTo>
                      <a:pt x="1" y="44"/>
                    </a:lnTo>
                    <a:lnTo>
                      <a:pt x="6" y="32"/>
                    </a:lnTo>
                    <a:lnTo>
                      <a:pt x="12" y="22"/>
                    </a:lnTo>
                    <a:lnTo>
                      <a:pt x="21" y="13"/>
                    </a:lnTo>
                    <a:lnTo>
                      <a:pt x="31" y="6"/>
                    </a:lnTo>
                    <a:lnTo>
                      <a:pt x="44" y="2"/>
                    </a:lnTo>
                    <a:lnTo>
                      <a:pt x="56" y="0"/>
                    </a:lnTo>
                  </a:path>
                </a:pathLst>
              </a:cu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942" name="Freeform 379">
                <a:extLst>
                  <a:ext uri="{FF2B5EF4-FFF2-40B4-BE49-F238E27FC236}">
                    <a16:creationId xmlns:a16="http://schemas.microsoft.com/office/drawing/2014/main" id="{52F81B2E-5BC7-DE07-0972-02641C05FD2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004" y="2116"/>
                <a:ext cx="156" cy="19"/>
              </a:xfrm>
              <a:custGeom>
                <a:avLst/>
                <a:gdLst>
                  <a:gd name="T0" fmla="*/ 0 w 929"/>
                  <a:gd name="T1" fmla="*/ 0 h 113"/>
                  <a:gd name="T2" fmla="*/ 0 w 929"/>
                  <a:gd name="T3" fmla="*/ 0 h 113"/>
                  <a:gd name="T4" fmla="*/ 0 w 929"/>
                  <a:gd name="T5" fmla="*/ 0 h 113"/>
                  <a:gd name="T6" fmla="*/ 0 w 929"/>
                  <a:gd name="T7" fmla="*/ 0 h 113"/>
                  <a:gd name="T8" fmla="*/ 0 w 929"/>
                  <a:gd name="T9" fmla="*/ 0 h 113"/>
                  <a:gd name="T10" fmla="*/ 0 w 929"/>
                  <a:gd name="T11" fmla="*/ 0 h 113"/>
                  <a:gd name="T12" fmla="*/ 0 w 929"/>
                  <a:gd name="T13" fmla="*/ 0 h 113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929"/>
                  <a:gd name="T22" fmla="*/ 0 h 113"/>
                  <a:gd name="T23" fmla="*/ 929 w 929"/>
                  <a:gd name="T24" fmla="*/ 113 h 113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929" h="113">
                    <a:moveTo>
                      <a:pt x="0" y="0"/>
                    </a:moveTo>
                    <a:lnTo>
                      <a:pt x="0" y="57"/>
                    </a:lnTo>
                    <a:lnTo>
                      <a:pt x="0" y="113"/>
                    </a:lnTo>
                    <a:lnTo>
                      <a:pt x="929" y="113"/>
                    </a:lnTo>
                    <a:lnTo>
                      <a:pt x="929" y="57"/>
                    </a:lnTo>
                    <a:lnTo>
                      <a:pt x="929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943" name="Freeform 380">
                <a:extLst>
                  <a:ext uri="{FF2B5EF4-FFF2-40B4-BE49-F238E27FC236}">
                    <a16:creationId xmlns:a16="http://schemas.microsoft.com/office/drawing/2014/main" id="{BB0AAEAD-21FB-368F-D527-6ADAFC5C27C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004" y="2116"/>
                <a:ext cx="156" cy="19"/>
              </a:xfrm>
              <a:custGeom>
                <a:avLst/>
                <a:gdLst>
                  <a:gd name="T0" fmla="*/ 0 w 929"/>
                  <a:gd name="T1" fmla="*/ 0 h 113"/>
                  <a:gd name="T2" fmla="*/ 0 w 929"/>
                  <a:gd name="T3" fmla="*/ 0 h 113"/>
                  <a:gd name="T4" fmla="*/ 0 w 929"/>
                  <a:gd name="T5" fmla="*/ 0 h 113"/>
                  <a:gd name="T6" fmla="*/ 0 w 929"/>
                  <a:gd name="T7" fmla="*/ 0 h 113"/>
                  <a:gd name="T8" fmla="*/ 0 w 929"/>
                  <a:gd name="T9" fmla="*/ 0 h 113"/>
                  <a:gd name="T10" fmla="*/ 0 w 929"/>
                  <a:gd name="T11" fmla="*/ 0 h 113"/>
                  <a:gd name="T12" fmla="*/ 0 w 929"/>
                  <a:gd name="T13" fmla="*/ 0 h 113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929"/>
                  <a:gd name="T22" fmla="*/ 0 h 113"/>
                  <a:gd name="T23" fmla="*/ 929 w 929"/>
                  <a:gd name="T24" fmla="*/ 113 h 113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929" h="113">
                    <a:moveTo>
                      <a:pt x="0" y="0"/>
                    </a:moveTo>
                    <a:lnTo>
                      <a:pt x="0" y="57"/>
                    </a:lnTo>
                    <a:lnTo>
                      <a:pt x="0" y="113"/>
                    </a:lnTo>
                    <a:lnTo>
                      <a:pt x="929" y="113"/>
                    </a:lnTo>
                    <a:lnTo>
                      <a:pt x="929" y="57"/>
                    </a:lnTo>
                    <a:lnTo>
                      <a:pt x="929" y="0"/>
                    </a:lnTo>
                    <a:lnTo>
                      <a:pt x="0" y="0"/>
                    </a:lnTo>
                    <a:close/>
                  </a:path>
                </a:pathLst>
              </a:cu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944" name="Freeform 381">
                <a:extLst>
                  <a:ext uri="{FF2B5EF4-FFF2-40B4-BE49-F238E27FC236}">
                    <a16:creationId xmlns:a16="http://schemas.microsoft.com/office/drawing/2014/main" id="{909C31A4-E21D-F7EC-C3B4-5CBE9F96C02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160" y="2116"/>
                <a:ext cx="10" cy="19"/>
              </a:xfrm>
              <a:custGeom>
                <a:avLst/>
                <a:gdLst>
                  <a:gd name="T0" fmla="*/ 0 w 58"/>
                  <a:gd name="T1" fmla="*/ 0 h 113"/>
                  <a:gd name="T2" fmla="*/ 0 w 58"/>
                  <a:gd name="T3" fmla="*/ 0 h 113"/>
                  <a:gd name="T4" fmla="*/ 0 w 58"/>
                  <a:gd name="T5" fmla="*/ 0 h 113"/>
                  <a:gd name="T6" fmla="*/ 0 w 58"/>
                  <a:gd name="T7" fmla="*/ 0 h 113"/>
                  <a:gd name="T8" fmla="*/ 0 w 58"/>
                  <a:gd name="T9" fmla="*/ 0 h 113"/>
                  <a:gd name="T10" fmla="*/ 0 w 58"/>
                  <a:gd name="T11" fmla="*/ 0 h 113"/>
                  <a:gd name="T12" fmla="*/ 0 w 58"/>
                  <a:gd name="T13" fmla="*/ 0 h 113"/>
                  <a:gd name="T14" fmla="*/ 0 w 58"/>
                  <a:gd name="T15" fmla="*/ 0 h 113"/>
                  <a:gd name="T16" fmla="*/ 0 w 58"/>
                  <a:gd name="T17" fmla="*/ 0 h 113"/>
                  <a:gd name="T18" fmla="*/ 0 w 58"/>
                  <a:gd name="T19" fmla="*/ 0 h 113"/>
                  <a:gd name="T20" fmla="*/ 0 w 58"/>
                  <a:gd name="T21" fmla="*/ 0 h 113"/>
                  <a:gd name="T22" fmla="*/ 0 w 58"/>
                  <a:gd name="T23" fmla="*/ 0 h 113"/>
                  <a:gd name="T24" fmla="*/ 0 w 58"/>
                  <a:gd name="T25" fmla="*/ 0 h 113"/>
                  <a:gd name="T26" fmla="*/ 0 w 58"/>
                  <a:gd name="T27" fmla="*/ 0 h 113"/>
                  <a:gd name="T28" fmla="*/ 0 w 58"/>
                  <a:gd name="T29" fmla="*/ 0 h 113"/>
                  <a:gd name="T30" fmla="*/ 0 w 58"/>
                  <a:gd name="T31" fmla="*/ 0 h 113"/>
                  <a:gd name="T32" fmla="*/ 0 w 58"/>
                  <a:gd name="T33" fmla="*/ 0 h 113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w 58"/>
                  <a:gd name="T52" fmla="*/ 0 h 113"/>
                  <a:gd name="T53" fmla="*/ 58 w 58"/>
                  <a:gd name="T54" fmla="*/ 113 h 113"/>
                </a:gdLst>
                <a:ahLst/>
                <a:cxnLst>
                  <a:cxn ang="T34">
                    <a:pos x="T0" y="T1"/>
                  </a:cxn>
                  <a:cxn ang="T35">
                    <a:pos x="T2" y="T3"/>
                  </a:cxn>
                  <a:cxn ang="T36">
                    <a:pos x="T4" y="T5"/>
                  </a:cxn>
                  <a:cxn ang="T37">
                    <a:pos x="T6" y="T7"/>
                  </a:cxn>
                  <a:cxn ang="T38">
                    <a:pos x="T8" y="T9"/>
                  </a:cxn>
                  <a:cxn ang="T39">
                    <a:pos x="T10" y="T11"/>
                  </a:cxn>
                  <a:cxn ang="T40">
                    <a:pos x="T12" y="T13"/>
                  </a:cxn>
                  <a:cxn ang="T41">
                    <a:pos x="T14" y="T15"/>
                  </a:cxn>
                  <a:cxn ang="T42">
                    <a:pos x="T16" y="T17"/>
                  </a:cxn>
                  <a:cxn ang="T43">
                    <a:pos x="T18" y="T19"/>
                  </a:cxn>
                  <a:cxn ang="T44">
                    <a:pos x="T20" y="T21"/>
                  </a:cxn>
                  <a:cxn ang="T45">
                    <a:pos x="T22" y="T23"/>
                  </a:cxn>
                  <a:cxn ang="T46">
                    <a:pos x="T24" y="T25"/>
                  </a:cxn>
                  <a:cxn ang="T47">
                    <a:pos x="T26" y="T27"/>
                  </a:cxn>
                  <a:cxn ang="T48">
                    <a:pos x="T28" y="T29"/>
                  </a:cxn>
                  <a:cxn ang="T49">
                    <a:pos x="T30" y="T31"/>
                  </a:cxn>
                  <a:cxn ang="T50">
                    <a:pos x="T32" y="T33"/>
                  </a:cxn>
                </a:cxnLst>
                <a:rect l="T51" t="T52" r="T53" b="T54"/>
                <a:pathLst>
                  <a:path w="58" h="113">
                    <a:moveTo>
                      <a:pt x="0" y="57"/>
                    </a:moveTo>
                    <a:lnTo>
                      <a:pt x="0" y="0"/>
                    </a:lnTo>
                    <a:lnTo>
                      <a:pt x="13" y="2"/>
                    </a:lnTo>
                    <a:lnTo>
                      <a:pt x="25" y="6"/>
                    </a:lnTo>
                    <a:lnTo>
                      <a:pt x="35" y="13"/>
                    </a:lnTo>
                    <a:lnTo>
                      <a:pt x="44" y="22"/>
                    </a:lnTo>
                    <a:lnTo>
                      <a:pt x="51" y="32"/>
                    </a:lnTo>
                    <a:lnTo>
                      <a:pt x="55" y="44"/>
                    </a:lnTo>
                    <a:lnTo>
                      <a:pt x="58" y="57"/>
                    </a:lnTo>
                    <a:lnTo>
                      <a:pt x="55" y="69"/>
                    </a:lnTo>
                    <a:lnTo>
                      <a:pt x="51" y="81"/>
                    </a:lnTo>
                    <a:lnTo>
                      <a:pt x="44" y="92"/>
                    </a:lnTo>
                    <a:lnTo>
                      <a:pt x="35" y="101"/>
                    </a:lnTo>
                    <a:lnTo>
                      <a:pt x="25" y="107"/>
                    </a:lnTo>
                    <a:lnTo>
                      <a:pt x="13" y="112"/>
                    </a:lnTo>
                    <a:lnTo>
                      <a:pt x="0" y="113"/>
                    </a:lnTo>
                    <a:lnTo>
                      <a:pt x="0" y="57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945" name="Freeform 382">
                <a:extLst>
                  <a:ext uri="{FF2B5EF4-FFF2-40B4-BE49-F238E27FC236}">
                    <a16:creationId xmlns:a16="http://schemas.microsoft.com/office/drawing/2014/main" id="{D909A2C2-0946-3F7C-0E8D-E4450610386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160" y="2116"/>
                <a:ext cx="10" cy="19"/>
              </a:xfrm>
              <a:custGeom>
                <a:avLst/>
                <a:gdLst>
                  <a:gd name="T0" fmla="*/ 0 w 58"/>
                  <a:gd name="T1" fmla="*/ 0 h 113"/>
                  <a:gd name="T2" fmla="*/ 0 w 58"/>
                  <a:gd name="T3" fmla="*/ 0 h 113"/>
                  <a:gd name="T4" fmla="*/ 0 w 58"/>
                  <a:gd name="T5" fmla="*/ 0 h 113"/>
                  <a:gd name="T6" fmla="*/ 0 w 58"/>
                  <a:gd name="T7" fmla="*/ 0 h 113"/>
                  <a:gd name="T8" fmla="*/ 0 w 58"/>
                  <a:gd name="T9" fmla="*/ 0 h 113"/>
                  <a:gd name="T10" fmla="*/ 0 w 58"/>
                  <a:gd name="T11" fmla="*/ 0 h 113"/>
                  <a:gd name="T12" fmla="*/ 0 w 58"/>
                  <a:gd name="T13" fmla="*/ 0 h 113"/>
                  <a:gd name="T14" fmla="*/ 0 w 58"/>
                  <a:gd name="T15" fmla="*/ 0 h 113"/>
                  <a:gd name="T16" fmla="*/ 0 w 58"/>
                  <a:gd name="T17" fmla="*/ 0 h 113"/>
                  <a:gd name="T18" fmla="*/ 0 w 58"/>
                  <a:gd name="T19" fmla="*/ 0 h 113"/>
                  <a:gd name="T20" fmla="*/ 0 w 58"/>
                  <a:gd name="T21" fmla="*/ 0 h 113"/>
                  <a:gd name="T22" fmla="*/ 0 w 58"/>
                  <a:gd name="T23" fmla="*/ 0 h 113"/>
                  <a:gd name="T24" fmla="*/ 0 w 58"/>
                  <a:gd name="T25" fmla="*/ 0 h 113"/>
                  <a:gd name="T26" fmla="*/ 0 w 58"/>
                  <a:gd name="T27" fmla="*/ 0 h 113"/>
                  <a:gd name="T28" fmla="*/ 0 w 58"/>
                  <a:gd name="T29" fmla="*/ 0 h 113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w 58"/>
                  <a:gd name="T46" fmla="*/ 0 h 113"/>
                  <a:gd name="T47" fmla="*/ 58 w 58"/>
                  <a:gd name="T48" fmla="*/ 113 h 113"/>
                </a:gdLst>
                <a:ahLst/>
                <a:cxnLst>
                  <a:cxn ang="T30">
                    <a:pos x="T0" y="T1"/>
                  </a:cxn>
                  <a:cxn ang="T31">
                    <a:pos x="T2" y="T3"/>
                  </a:cxn>
                  <a:cxn ang="T32">
                    <a:pos x="T4" y="T5"/>
                  </a:cxn>
                  <a:cxn ang="T33">
                    <a:pos x="T6" y="T7"/>
                  </a:cxn>
                  <a:cxn ang="T34">
                    <a:pos x="T8" y="T9"/>
                  </a:cxn>
                  <a:cxn ang="T35">
                    <a:pos x="T10" y="T11"/>
                  </a:cxn>
                  <a:cxn ang="T36">
                    <a:pos x="T12" y="T13"/>
                  </a:cxn>
                  <a:cxn ang="T37">
                    <a:pos x="T14" y="T15"/>
                  </a:cxn>
                  <a:cxn ang="T38">
                    <a:pos x="T16" y="T17"/>
                  </a:cxn>
                  <a:cxn ang="T39">
                    <a:pos x="T18" y="T19"/>
                  </a:cxn>
                  <a:cxn ang="T40">
                    <a:pos x="T20" y="T21"/>
                  </a:cxn>
                  <a:cxn ang="T41">
                    <a:pos x="T22" y="T23"/>
                  </a:cxn>
                  <a:cxn ang="T42">
                    <a:pos x="T24" y="T25"/>
                  </a:cxn>
                  <a:cxn ang="T43">
                    <a:pos x="T26" y="T27"/>
                  </a:cxn>
                  <a:cxn ang="T44">
                    <a:pos x="T28" y="T29"/>
                  </a:cxn>
                </a:cxnLst>
                <a:rect l="T45" t="T46" r="T47" b="T48"/>
                <a:pathLst>
                  <a:path w="58" h="113">
                    <a:moveTo>
                      <a:pt x="0" y="0"/>
                    </a:moveTo>
                    <a:lnTo>
                      <a:pt x="13" y="2"/>
                    </a:lnTo>
                    <a:lnTo>
                      <a:pt x="25" y="6"/>
                    </a:lnTo>
                    <a:lnTo>
                      <a:pt x="35" y="13"/>
                    </a:lnTo>
                    <a:lnTo>
                      <a:pt x="44" y="22"/>
                    </a:lnTo>
                    <a:lnTo>
                      <a:pt x="51" y="32"/>
                    </a:lnTo>
                    <a:lnTo>
                      <a:pt x="55" y="44"/>
                    </a:lnTo>
                    <a:lnTo>
                      <a:pt x="58" y="57"/>
                    </a:lnTo>
                    <a:lnTo>
                      <a:pt x="55" y="69"/>
                    </a:lnTo>
                    <a:lnTo>
                      <a:pt x="51" y="81"/>
                    </a:lnTo>
                    <a:lnTo>
                      <a:pt x="44" y="92"/>
                    </a:lnTo>
                    <a:lnTo>
                      <a:pt x="35" y="101"/>
                    </a:lnTo>
                    <a:lnTo>
                      <a:pt x="25" y="107"/>
                    </a:lnTo>
                    <a:lnTo>
                      <a:pt x="13" y="112"/>
                    </a:lnTo>
                    <a:lnTo>
                      <a:pt x="0" y="113"/>
                    </a:lnTo>
                  </a:path>
                </a:pathLst>
              </a:cu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946" name="Line 383">
                <a:extLst>
                  <a:ext uri="{FF2B5EF4-FFF2-40B4-BE49-F238E27FC236}">
                    <a16:creationId xmlns:a16="http://schemas.microsoft.com/office/drawing/2014/main" id="{0C7CC496-D085-FF5F-061E-C1EA7B242A5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816" y="3541"/>
                <a:ext cx="134" cy="1"/>
              </a:xfrm>
              <a:prstGeom prst="line">
                <a:avLst/>
              </a:prstGeom>
              <a:noFill/>
              <a:ln w="0">
                <a:solidFill>
                  <a:srgbClr val="0000F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947" name="Line 384">
                <a:extLst>
                  <a:ext uri="{FF2B5EF4-FFF2-40B4-BE49-F238E27FC236}">
                    <a16:creationId xmlns:a16="http://schemas.microsoft.com/office/drawing/2014/main" id="{0771C4CA-B0E7-DA0E-2FC1-665F40D01C1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973" y="3541"/>
                <a:ext cx="23" cy="1"/>
              </a:xfrm>
              <a:prstGeom prst="line">
                <a:avLst/>
              </a:prstGeom>
              <a:noFill/>
              <a:ln w="0">
                <a:solidFill>
                  <a:srgbClr val="0000F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948" name="Line 385">
                <a:extLst>
                  <a:ext uri="{FF2B5EF4-FFF2-40B4-BE49-F238E27FC236}">
                    <a16:creationId xmlns:a16="http://schemas.microsoft.com/office/drawing/2014/main" id="{B45FE7A4-2550-D2A1-E141-E713BAF94BD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019" y="3541"/>
                <a:ext cx="249" cy="1"/>
              </a:xfrm>
              <a:prstGeom prst="line">
                <a:avLst/>
              </a:prstGeom>
              <a:noFill/>
              <a:ln w="0">
                <a:solidFill>
                  <a:srgbClr val="0000F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949" name="Line 386">
                <a:extLst>
                  <a:ext uri="{FF2B5EF4-FFF2-40B4-BE49-F238E27FC236}">
                    <a16:creationId xmlns:a16="http://schemas.microsoft.com/office/drawing/2014/main" id="{A8C4CE40-823D-D577-4C0F-26AEDB7FD59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292" y="3541"/>
                <a:ext cx="23" cy="1"/>
              </a:xfrm>
              <a:prstGeom prst="line">
                <a:avLst/>
              </a:prstGeom>
              <a:noFill/>
              <a:ln w="0">
                <a:solidFill>
                  <a:srgbClr val="0000F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950" name="Line 387">
                <a:extLst>
                  <a:ext uri="{FF2B5EF4-FFF2-40B4-BE49-F238E27FC236}">
                    <a16:creationId xmlns:a16="http://schemas.microsoft.com/office/drawing/2014/main" id="{EB4E12E3-F65C-744E-9156-0859FC742BD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338" y="3541"/>
                <a:ext cx="249" cy="1"/>
              </a:xfrm>
              <a:prstGeom prst="line">
                <a:avLst/>
              </a:prstGeom>
              <a:noFill/>
              <a:ln w="0">
                <a:solidFill>
                  <a:srgbClr val="0000F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951" name="Line 388">
                <a:extLst>
                  <a:ext uri="{FF2B5EF4-FFF2-40B4-BE49-F238E27FC236}">
                    <a16:creationId xmlns:a16="http://schemas.microsoft.com/office/drawing/2014/main" id="{ABC58B96-80F0-3936-550A-91B958E173F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610" y="3541"/>
                <a:ext cx="24" cy="1"/>
              </a:xfrm>
              <a:prstGeom prst="line">
                <a:avLst/>
              </a:prstGeom>
              <a:noFill/>
              <a:ln w="0">
                <a:solidFill>
                  <a:srgbClr val="0000F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952" name="Line 389">
                <a:extLst>
                  <a:ext uri="{FF2B5EF4-FFF2-40B4-BE49-F238E27FC236}">
                    <a16:creationId xmlns:a16="http://schemas.microsoft.com/office/drawing/2014/main" id="{8F62972F-F569-9773-3498-ADD7EE0E40D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657" y="3541"/>
                <a:ext cx="249" cy="1"/>
              </a:xfrm>
              <a:prstGeom prst="line">
                <a:avLst/>
              </a:prstGeom>
              <a:noFill/>
              <a:ln w="0">
                <a:solidFill>
                  <a:srgbClr val="0000F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953" name="Line 390">
                <a:extLst>
                  <a:ext uri="{FF2B5EF4-FFF2-40B4-BE49-F238E27FC236}">
                    <a16:creationId xmlns:a16="http://schemas.microsoft.com/office/drawing/2014/main" id="{0560F6AA-8D64-4AB8-1454-088C597297C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929" y="3541"/>
                <a:ext cx="24" cy="1"/>
              </a:xfrm>
              <a:prstGeom prst="line">
                <a:avLst/>
              </a:prstGeom>
              <a:noFill/>
              <a:ln w="0">
                <a:solidFill>
                  <a:srgbClr val="0000F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954" name="Line 391">
                <a:extLst>
                  <a:ext uri="{FF2B5EF4-FFF2-40B4-BE49-F238E27FC236}">
                    <a16:creationId xmlns:a16="http://schemas.microsoft.com/office/drawing/2014/main" id="{4AB6B1FB-AD79-8DA4-F609-C897FEA658E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976" y="3541"/>
                <a:ext cx="134" cy="1"/>
              </a:xfrm>
              <a:prstGeom prst="line">
                <a:avLst/>
              </a:prstGeom>
              <a:noFill/>
              <a:ln w="0">
                <a:solidFill>
                  <a:srgbClr val="0000F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955" name="Freeform 392">
                <a:extLst>
                  <a:ext uri="{FF2B5EF4-FFF2-40B4-BE49-F238E27FC236}">
                    <a16:creationId xmlns:a16="http://schemas.microsoft.com/office/drawing/2014/main" id="{A2B54D84-5A3B-870C-B5B7-C8B17A2078C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079" y="3268"/>
                <a:ext cx="9" cy="20"/>
              </a:xfrm>
              <a:custGeom>
                <a:avLst/>
                <a:gdLst>
                  <a:gd name="T0" fmla="*/ 0 w 57"/>
                  <a:gd name="T1" fmla="*/ 0 h 113"/>
                  <a:gd name="T2" fmla="*/ 0 w 57"/>
                  <a:gd name="T3" fmla="*/ 0 h 113"/>
                  <a:gd name="T4" fmla="*/ 0 w 57"/>
                  <a:gd name="T5" fmla="*/ 0 h 113"/>
                  <a:gd name="T6" fmla="*/ 0 w 57"/>
                  <a:gd name="T7" fmla="*/ 0 h 113"/>
                  <a:gd name="T8" fmla="*/ 0 w 57"/>
                  <a:gd name="T9" fmla="*/ 0 h 113"/>
                  <a:gd name="T10" fmla="*/ 0 w 57"/>
                  <a:gd name="T11" fmla="*/ 0 h 113"/>
                  <a:gd name="T12" fmla="*/ 0 w 57"/>
                  <a:gd name="T13" fmla="*/ 0 h 113"/>
                  <a:gd name="T14" fmla="*/ 0 w 57"/>
                  <a:gd name="T15" fmla="*/ 0 h 113"/>
                  <a:gd name="T16" fmla="*/ 0 w 57"/>
                  <a:gd name="T17" fmla="*/ 0 h 113"/>
                  <a:gd name="T18" fmla="*/ 0 w 57"/>
                  <a:gd name="T19" fmla="*/ 0 h 113"/>
                  <a:gd name="T20" fmla="*/ 0 w 57"/>
                  <a:gd name="T21" fmla="*/ 0 h 113"/>
                  <a:gd name="T22" fmla="*/ 0 w 57"/>
                  <a:gd name="T23" fmla="*/ 0 h 113"/>
                  <a:gd name="T24" fmla="*/ 0 w 57"/>
                  <a:gd name="T25" fmla="*/ 0 h 113"/>
                  <a:gd name="T26" fmla="*/ 0 w 57"/>
                  <a:gd name="T27" fmla="*/ 0 h 113"/>
                  <a:gd name="T28" fmla="*/ 0 w 57"/>
                  <a:gd name="T29" fmla="*/ 0 h 113"/>
                  <a:gd name="T30" fmla="*/ 0 w 57"/>
                  <a:gd name="T31" fmla="*/ 0 h 113"/>
                  <a:gd name="T32" fmla="*/ 0 w 57"/>
                  <a:gd name="T33" fmla="*/ 0 h 113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w 57"/>
                  <a:gd name="T52" fmla="*/ 0 h 113"/>
                  <a:gd name="T53" fmla="*/ 57 w 57"/>
                  <a:gd name="T54" fmla="*/ 113 h 113"/>
                </a:gdLst>
                <a:ahLst/>
                <a:cxnLst>
                  <a:cxn ang="T34">
                    <a:pos x="T0" y="T1"/>
                  </a:cxn>
                  <a:cxn ang="T35">
                    <a:pos x="T2" y="T3"/>
                  </a:cxn>
                  <a:cxn ang="T36">
                    <a:pos x="T4" y="T5"/>
                  </a:cxn>
                  <a:cxn ang="T37">
                    <a:pos x="T6" y="T7"/>
                  </a:cxn>
                  <a:cxn ang="T38">
                    <a:pos x="T8" y="T9"/>
                  </a:cxn>
                  <a:cxn ang="T39">
                    <a:pos x="T10" y="T11"/>
                  </a:cxn>
                  <a:cxn ang="T40">
                    <a:pos x="T12" y="T13"/>
                  </a:cxn>
                  <a:cxn ang="T41">
                    <a:pos x="T14" y="T15"/>
                  </a:cxn>
                  <a:cxn ang="T42">
                    <a:pos x="T16" y="T17"/>
                  </a:cxn>
                  <a:cxn ang="T43">
                    <a:pos x="T18" y="T19"/>
                  </a:cxn>
                  <a:cxn ang="T44">
                    <a:pos x="T20" y="T21"/>
                  </a:cxn>
                  <a:cxn ang="T45">
                    <a:pos x="T22" y="T23"/>
                  </a:cxn>
                  <a:cxn ang="T46">
                    <a:pos x="T24" y="T25"/>
                  </a:cxn>
                  <a:cxn ang="T47">
                    <a:pos x="T26" y="T27"/>
                  </a:cxn>
                  <a:cxn ang="T48">
                    <a:pos x="T28" y="T29"/>
                  </a:cxn>
                  <a:cxn ang="T49">
                    <a:pos x="T30" y="T31"/>
                  </a:cxn>
                  <a:cxn ang="T50">
                    <a:pos x="T32" y="T33"/>
                  </a:cxn>
                </a:cxnLst>
                <a:rect l="T51" t="T52" r="T53" b="T54"/>
                <a:pathLst>
                  <a:path w="57" h="113">
                    <a:moveTo>
                      <a:pt x="0" y="57"/>
                    </a:moveTo>
                    <a:lnTo>
                      <a:pt x="0" y="0"/>
                    </a:lnTo>
                    <a:lnTo>
                      <a:pt x="12" y="2"/>
                    </a:lnTo>
                    <a:lnTo>
                      <a:pt x="25" y="7"/>
                    </a:lnTo>
                    <a:lnTo>
                      <a:pt x="35" y="13"/>
                    </a:lnTo>
                    <a:lnTo>
                      <a:pt x="44" y="22"/>
                    </a:lnTo>
                    <a:lnTo>
                      <a:pt x="51" y="32"/>
                    </a:lnTo>
                    <a:lnTo>
                      <a:pt x="55" y="45"/>
                    </a:lnTo>
                    <a:lnTo>
                      <a:pt x="57" y="57"/>
                    </a:lnTo>
                    <a:lnTo>
                      <a:pt x="55" y="69"/>
                    </a:lnTo>
                    <a:lnTo>
                      <a:pt x="51" y="82"/>
                    </a:lnTo>
                    <a:lnTo>
                      <a:pt x="44" y="92"/>
                    </a:lnTo>
                    <a:lnTo>
                      <a:pt x="35" y="101"/>
                    </a:lnTo>
                    <a:lnTo>
                      <a:pt x="25" y="108"/>
                    </a:lnTo>
                    <a:lnTo>
                      <a:pt x="12" y="112"/>
                    </a:lnTo>
                    <a:lnTo>
                      <a:pt x="0" y="113"/>
                    </a:lnTo>
                    <a:lnTo>
                      <a:pt x="0" y="57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956" name="Freeform 393">
                <a:extLst>
                  <a:ext uri="{FF2B5EF4-FFF2-40B4-BE49-F238E27FC236}">
                    <a16:creationId xmlns:a16="http://schemas.microsoft.com/office/drawing/2014/main" id="{B7E9C10D-6D0D-20B7-28F2-FC00FE59528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079" y="3268"/>
                <a:ext cx="9" cy="20"/>
              </a:xfrm>
              <a:custGeom>
                <a:avLst/>
                <a:gdLst>
                  <a:gd name="T0" fmla="*/ 0 w 57"/>
                  <a:gd name="T1" fmla="*/ 0 h 113"/>
                  <a:gd name="T2" fmla="*/ 0 w 57"/>
                  <a:gd name="T3" fmla="*/ 0 h 113"/>
                  <a:gd name="T4" fmla="*/ 0 w 57"/>
                  <a:gd name="T5" fmla="*/ 0 h 113"/>
                  <a:gd name="T6" fmla="*/ 0 w 57"/>
                  <a:gd name="T7" fmla="*/ 0 h 113"/>
                  <a:gd name="T8" fmla="*/ 0 w 57"/>
                  <a:gd name="T9" fmla="*/ 0 h 113"/>
                  <a:gd name="T10" fmla="*/ 0 w 57"/>
                  <a:gd name="T11" fmla="*/ 0 h 113"/>
                  <a:gd name="T12" fmla="*/ 0 w 57"/>
                  <a:gd name="T13" fmla="*/ 0 h 113"/>
                  <a:gd name="T14" fmla="*/ 0 w 57"/>
                  <a:gd name="T15" fmla="*/ 0 h 113"/>
                  <a:gd name="T16" fmla="*/ 0 w 57"/>
                  <a:gd name="T17" fmla="*/ 0 h 113"/>
                  <a:gd name="T18" fmla="*/ 0 w 57"/>
                  <a:gd name="T19" fmla="*/ 0 h 113"/>
                  <a:gd name="T20" fmla="*/ 0 w 57"/>
                  <a:gd name="T21" fmla="*/ 0 h 113"/>
                  <a:gd name="T22" fmla="*/ 0 w 57"/>
                  <a:gd name="T23" fmla="*/ 0 h 113"/>
                  <a:gd name="T24" fmla="*/ 0 w 57"/>
                  <a:gd name="T25" fmla="*/ 0 h 113"/>
                  <a:gd name="T26" fmla="*/ 0 w 57"/>
                  <a:gd name="T27" fmla="*/ 0 h 113"/>
                  <a:gd name="T28" fmla="*/ 0 w 57"/>
                  <a:gd name="T29" fmla="*/ 0 h 113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w 57"/>
                  <a:gd name="T46" fmla="*/ 0 h 113"/>
                  <a:gd name="T47" fmla="*/ 57 w 57"/>
                  <a:gd name="T48" fmla="*/ 113 h 113"/>
                </a:gdLst>
                <a:ahLst/>
                <a:cxnLst>
                  <a:cxn ang="T30">
                    <a:pos x="T0" y="T1"/>
                  </a:cxn>
                  <a:cxn ang="T31">
                    <a:pos x="T2" y="T3"/>
                  </a:cxn>
                  <a:cxn ang="T32">
                    <a:pos x="T4" y="T5"/>
                  </a:cxn>
                  <a:cxn ang="T33">
                    <a:pos x="T6" y="T7"/>
                  </a:cxn>
                  <a:cxn ang="T34">
                    <a:pos x="T8" y="T9"/>
                  </a:cxn>
                  <a:cxn ang="T35">
                    <a:pos x="T10" y="T11"/>
                  </a:cxn>
                  <a:cxn ang="T36">
                    <a:pos x="T12" y="T13"/>
                  </a:cxn>
                  <a:cxn ang="T37">
                    <a:pos x="T14" y="T15"/>
                  </a:cxn>
                  <a:cxn ang="T38">
                    <a:pos x="T16" y="T17"/>
                  </a:cxn>
                  <a:cxn ang="T39">
                    <a:pos x="T18" y="T19"/>
                  </a:cxn>
                  <a:cxn ang="T40">
                    <a:pos x="T20" y="T21"/>
                  </a:cxn>
                  <a:cxn ang="T41">
                    <a:pos x="T22" y="T23"/>
                  </a:cxn>
                  <a:cxn ang="T42">
                    <a:pos x="T24" y="T25"/>
                  </a:cxn>
                  <a:cxn ang="T43">
                    <a:pos x="T26" y="T27"/>
                  </a:cxn>
                  <a:cxn ang="T44">
                    <a:pos x="T28" y="T29"/>
                  </a:cxn>
                </a:cxnLst>
                <a:rect l="T45" t="T46" r="T47" b="T48"/>
                <a:pathLst>
                  <a:path w="57" h="113">
                    <a:moveTo>
                      <a:pt x="0" y="0"/>
                    </a:moveTo>
                    <a:lnTo>
                      <a:pt x="12" y="2"/>
                    </a:lnTo>
                    <a:lnTo>
                      <a:pt x="25" y="7"/>
                    </a:lnTo>
                    <a:lnTo>
                      <a:pt x="35" y="13"/>
                    </a:lnTo>
                    <a:lnTo>
                      <a:pt x="44" y="22"/>
                    </a:lnTo>
                    <a:lnTo>
                      <a:pt x="51" y="32"/>
                    </a:lnTo>
                    <a:lnTo>
                      <a:pt x="55" y="45"/>
                    </a:lnTo>
                    <a:lnTo>
                      <a:pt x="57" y="57"/>
                    </a:lnTo>
                    <a:lnTo>
                      <a:pt x="55" y="69"/>
                    </a:lnTo>
                    <a:lnTo>
                      <a:pt x="51" y="82"/>
                    </a:lnTo>
                    <a:lnTo>
                      <a:pt x="44" y="92"/>
                    </a:lnTo>
                    <a:lnTo>
                      <a:pt x="35" y="101"/>
                    </a:lnTo>
                    <a:lnTo>
                      <a:pt x="25" y="108"/>
                    </a:lnTo>
                    <a:lnTo>
                      <a:pt x="12" y="112"/>
                    </a:lnTo>
                    <a:lnTo>
                      <a:pt x="0" y="113"/>
                    </a:lnTo>
                  </a:path>
                </a:pathLst>
              </a:cu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957" name="Freeform 394">
                <a:extLst>
                  <a:ext uri="{FF2B5EF4-FFF2-40B4-BE49-F238E27FC236}">
                    <a16:creationId xmlns:a16="http://schemas.microsoft.com/office/drawing/2014/main" id="{C99420A0-B392-12C2-E7B9-B2F81538884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944" y="3268"/>
                <a:ext cx="135" cy="20"/>
              </a:xfrm>
              <a:custGeom>
                <a:avLst/>
                <a:gdLst>
                  <a:gd name="T0" fmla="*/ 0 w 796"/>
                  <a:gd name="T1" fmla="*/ 0 h 113"/>
                  <a:gd name="T2" fmla="*/ 0 w 796"/>
                  <a:gd name="T3" fmla="*/ 0 h 113"/>
                  <a:gd name="T4" fmla="*/ 0 w 796"/>
                  <a:gd name="T5" fmla="*/ 0 h 113"/>
                  <a:gd name="T6" fmla="*/ 0 w 796"/>
                  <a:gd name="T7" fmla="*/ 0 h 113"/>
                  <a:gd name="T8" fmla="*/ 0 w 796"/>
                  <a:gd name="T9" fmla="*/ 0 h 113"/>
                  <a:gd name="T10" fmla="*/ 0 w 796"/>
                  <a:gd name="T11" fmla="*/ 0 h 113"/>
                  <a:gd name="T12" fmla="*/ 0 w 796"/>
                  <a:gd name="T13" fmla="*/ 0 h 113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796"/>
                  <a:gd name="T22" fmla="*/ 0 h 113"/>
                  <a:gd name="T23" fmla="*/ 796 w 796"/>
                  <a:gd name="T24" fmla="*/ 113 h 113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796" h="113">
                    <a:moveTo>
                      <a:pt x="796" y="113"/>
                    </a:moveTo>
                    <a:lnTo>
                      <a:pt x="796" y="57"/>
                    </a:lnTo>
                    <a:lnTo>
                      <a:pt x="796" y="0"/>
                    </a:lnTo>
                    <a:lnTo>
                      <a:pt x="0" y="0"/>
                    </a:lnTo>
                    <a:lnTo>
                      <a:pt x="0" y="57"/>
                    </a:lnTo>
                    <a:lnTo>
                      <a:pt x="0" y="113"/>
                    </a:lnTo>
                    <a:lnTo>
                      <a:pt x="796" y="113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958" name="Freeform 395">
                <a:extLst>
                  <a:ext uri="{FF2B5EF4-FFF2-40B4-BE49-F238E27FC236}">
                    <a16:creationId xmlns:a16="http://schemas.microsoft.com/office/drawing/2014/main" id="{66B7DA6A-9CBF-7D5A-57C0-0CDECDBA0ED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944" y="3268"/>
                <a:ext cx="135" cy="20"/>
              </a:xfrm>
              <a:custGeom>
                <a:avLst/>
                <a:gdLst>
                  <a:gd name="T0" fmla="*/ 0 w 796"/>
                  <a:gd name="T1" fmla="*/ 0 h 113"/>
                  <a:gd name="T2" fmla="*/ 0 w 796"/>
                  <a:gd name="T3" fmla="*/ 0 h 113"/>
                  <a:gd name="T4" fmla="*/ 0 w 796"/>
                  <a:gd name="T5" fmla="*/ 0 h 113"/>
                  <a:gd name="T6" fmla="*/ 0 w 796"/>
                  <a:gd name="T7" fmla="*/ 0 h 113"/>
                  <a:gd name="T8" fmla="*/ 0 w 796"/>
                  <a:gd name="T9" fmla="*/ 0 h 113"/>
                  <a:gd name="T10" fmla="*/ 0 w 796"/>
                  <a:gd name="T11" fmla="*/ 0 h 113"/>
                  <a:gd name="T12" fmla="*/ 0 w 796"/>
                  <a:gd name="T13" fmla="*/ 0 h 113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796"/>
                  <a:gd name="T22" fmla="*/ 0 h 113"/>
                  <a:gd name="T23" fmla="*/ 796 w 796"/>
                  <a:gd name="T24" fmla="*/ 113 h 113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796" h="113">
                    <a:moveTo>
                      <a:pt x="796" y="113"/>
                    </a:moveTo>
                    <a:lnTo>
                      <a:pt x="796" y="57"/>
                    </a:lnTo>
                    <a:lnTo>
                      <a:pt x="796" y="0"/>
                    </a:lnTo>
                    <a:lnTo>
                      <a:pt x="0" y="0"/>
                    </a:lnTo>
                    <a:lnTo>
                      <a:pt x="0" y="57"/>
                    </a:lnTo>
                    <a:lnTo>
                      <a:pt x="0" y="113"/>
                    </a:lnTo>
                    <a:lnTo>
                      <a:pt x="796" y="113"/>
                    </a:lnTo>
                    <a:close/>
                  </a:path>
                </a:pathLst>
              </a:cu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959" name="Freeform 396">
                <a:extLst>
                  <a:ext uri="{FF2B5EF4-FFF2-40B4-BE49-F238E27FC236}">
                    <a16:creationId xmlns:a16="http://schemas.microsoft.com/office/drawing/2014/main" id="{B1A495CE-765E-3CD8-0A81-F8F6BFDD67F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935" y="3268"/>
                <a:ext cx="9" cy="20"/>
              </a:xfrm>
              <a:custGeom>
                <a:avLst/>
                <a:gdLst>
                  <a:gd name="T0" fmla="*/ 0 w 56"/>
                  <a:gd name="T1" fmla="*/ 0 h 113"/>
                  <a:gd name="T2" fmla="*/ 0 w 56"/>
                  <a:gd name="T3" fmla="*/ 0 h 113"/>
                  <a:gd name="T4" fmla="*/ 0 w 56"/>
                  <a:gd name="T5" fmla="*/ 0 h 113"/>
                  <a:gd name="T6" fmla="*/ 0 w 56"/>
                  <a:gd name="T7" fmla="*/ 0 h 113"/>
                  <a:gd name="T8" fmla="*/ 0 w 56"/>
                  <a:gd name="T9" fmla="*/ 0 h 113"/>
                  <a:gd name="T10" fmla="*/ 0 w 56"/>
                  <a:gd name="T11" fmla="*/ 0 h 113"/>
                  <a:gd name="T12" fmla="*/ 0 w 56"/>
                  <a:gd name="T13" fmla="*/ 0 h 113"/>
                  <a:gd name="T14" fmla="*/ 0 w 56"/>
                  <a:gd name="T15" fmla="*/ 0 h 113"/>
                  <a:gd name="T16" fmla="*/ 0 w 56"/>
                  <a:gd name="T17" fmla="*/ 0 h 113"/>
                  <a:gd name="T18" fmla="*/ 0 w 56"/>
                  <a:gd name="T19" fmla="*/ 0 h 113"/>
                  <a:gd name="T20" fmla="*/ 0 w 56"/>
                  <a:gd name="T21" fmla="*/ 0 h 113"/>
                  <a:gd name="T22" fmla="*/ 0 w 56"/>
                  <a:gd name="T23" fmla="*/ 0 h 113"/>
                  <a:gd name="T24" fmla="*/ 0 w 56"/>
                  <a:gd name="T25" fmla="*/ 0 h 113"/>
                  <a:gd name="T26" fmla="*/ 0 w 56"/>
                  <a:gd name="T27" fmla="*/ 0 h 113"/>
                  <a:gd name="T28" fmla="*/ 0 w 56"/>
                  <a:gd name="T29" fmla="*/ 0 h 113"/>
                  <a:gd name="T30" fmla="*/ 0 w 56"/>
                  <a:gd name="T31" fmla="*/ 0 h 113"/>
                  <a:gd name="T32" fmla="*/ 0 w 56"/>
                  <a:gd name="T33" fmla="*/ 0 h 113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w 56"/>
                  <a:gd name="T52" fmla="*/ 0 h 113"/>
                  <a:gd name="T53" fmla="*/ 56 w 56"/>
                  <a:gd name="T54" fmla="*/ 113 h 113"/>
                </a:gdLst>
                <a:ahLst/>
                <a:cxnLst>
                  <a:cxn ang="T34">
                    <a:pos x="T0" y="T1"/>
                  </a:cxn>
                  <a:cxn ang="T35">
                    <a:pos x="T2" y="T3"/>
                  </a:cxn>
                  <a:cxn ang="T36">
                    <a:pos x="T4" y="T5"/>
                  </a:cxn>
                  <a:cxn ang="T37">
                    <a:pos x="T6" y="T7"/>
                  </a:cxn>
                  <a:cxn ang="T38">
                    <a:pos x="T8" y="T9"/>
                  </a:cxn>
                  <a:cxn ang="T39">
                    <a:pos x="T10" y="T11"/>
                  </a:cxn>
                  <a:cxn ang="T40">
                    <a:pos x="T12" y="T13"/>
                  </a:cxn>
                  <a:cxn ang="T41">
                    <a:pos x="T14" y="T15"/>
                  </a:cxn>
                  <a:cxn ang="T42">
                    <a:pos x="T16" y="T17"/>
                  </a:cxn>
                  <a:cxn ang="T43">
                    <a:pos x="T18" y="T19"/>
                  </a:cxn>
                  <a:cxn ang="T44">
                    <a:pos x="T20" y="T21"/>
                  </a:cxn>
                  <a:cxn ang="T45">
                    <a:pos x="T22" y="T23"/>
                  </a:cxn>
                  <a:cxn ang="T46">
                    <a:pos x="T24" y="T25"/>
                  </a:cxn>
                  <a:cxn ang="T47">
                    <a:pos x="T26" y="T27"/>
                  </a:cxn>
                  <a:cxn ang="T48">
                    <a:pos x="T28" y="T29"/>
                  </a:cxn>
                  <a:cxn ang="T49">
                    <a:pos x="T30" y="T31"/>
                  </a:cxn>
                  <a:cxn ang="T50">
                    <a:pos x="T32" y="T33"/>
                  </a:cxn>
                </a:cxnLst>
                <a:rect l="T51" t="T52" r="T53" b="T54"/>
                <a:pathLst>
                  <a:path w="56" h="113">
                    <a:moveTo>
                      <a:pt x="56" y="57"/>
                    </a:moveTo>
                    <a:lnTo>
                      <a:pt x="56" y="113"/>
                    </a:lnTo>
                    <a:lnTo>
                      <a:pt x="44" y="112"/>
                    </a:lnTo>
                    <a:lnTo>
                      <a:pt x="32" y="108"/>
                    </a:lnTo>
                    <a:lnTo>
                      <a:pt x="22" y="101"/>
                    </a:lnTo>
                    <a:lnTo>
                      <a:pt x="13" y="92"/>
                    </a:lnTo>
                    <a:lnTo>
                      <a:pt x="6" y="82"/>
                    </a:lnTo>
                    <a:lnTo>
                      <a:pt x="1" y="69"/>
                    </a:lnTo>
                    <a:lnTo>
                      <a:pt x="0" y="57"/>
                    </a:lnTo>
                    <a:lnTo>
                      <a:pt x="1" y="45"/>
                    </a:lnTo>
                    <a:lnTo>
                      <a:pt x="6" y="32"/>
                    </a:lnTo>
                    <a:lnTo>
                      <a:pt x="13" y="22"/>
                    </a:lnTo>
                    <a:lnTo>
                      <a:pt x="22" y="13"/>
                    </a:lnTo>
                    <a:lnTo>
                      <a:pt x="32" y="7"/>
                    </a:lnTo>
                    <a:lnTo>
                      <a:pt x="44" y="2"/>
                    </a:lnTo>
                    <a:lnTo>
                      <a:pt x="56" y="0"/>
                    </a:lnTo>
                    <a:lnTo>
                      <a:pt x="56" y="57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960" name="Freeform 397">
                <a:extLst>
                  <a:ext uri="{FF2B5EF4-FFF2-40B4-BE49-F238E27FC236}">
                    <a16:creationId xmlns:a16="http://schemas.microsoft.com/office/drawing/2014/main" id="{D6C06B26-C1A7-E82A-FA36-E6984A5760B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935" y="3268"/>
                <a:ext cx="9" cy="20"/>
              </a:xfrm>
              <a:custGeom>
                <a:avLst/>
                <a:gdLst>
                  <a:gd name="T0" fmla="*/ 0 w 56"/>
                  <a:gd name="T1" fmla="*/ 0 h 113"/>
                  <a:gd name="T2" fmla="*/ 0 w 56"/>
                  <a:gd name="T3" fmla="*/ 0 h 113"/>
                  <a:gd name="T4" fmla="*/ 0 w 56"/>
                  <a:gd name="T5" fmla="*/ 0 h 113"/>
                  <a:gd name="T6" fmla="*/ 0 w 56"/>
                  <a:gd name="T7" fmla="*/ 0 h 113"/>
                  <a:gd name="T8" fmla="*/ 0 w 56"/>
                  <a:gd name="T9" fmla="*/ 0 h 113"/>
                  <a:gd name="T10" fmla="*/ 0 w 56"/>
                  <a:gd name="T11" fmla="*/ 0 h 113"/>
                  <a:gd name="T12" fmla="*/ 0 w 56"/>
                  <a:gd name="T13" fmla="*/ 0 h 113"/>
                  <a:gd name="T14" fmla="*/ 0 w 56"/>
                  <a:gd name="T15" fmla="*/ 0 h 113"/>
                  <a:gd name="T16" fmla="*/ 0 w 56"/>
                  <a:gd name="T17" fmla="*/ 0 h 113"/>
                  <a:gd name="T18" fmla="*/ 0 w 56"/>
                  <a:gd name="T19" fmla="*/ 0 h 113"/>
                  <a:gd name="T20" fmla="*/ 0 w 56"/>
                  <a:gd name="T21" fmla="*/ 0 h 113"/>
                  <a:gd name="T22" fmla="*/ 0 w 56"/>
                  <a:gd name="T23" fmla="*/ 0 h 113"/>
                  <a:gd name="T24" fmla="*/ 0 w 56"/>
                  <a:gd name="T25" fmla="*/ 0 h 113"/>
                  <a:gd name="T26" fmla="*/ 0 w 56"/>
                  <a:gd name="T27" fmla="*/ 0 h 113"/>
                  <a:gd name="T28" fmla="*/ 0 w 56"/>
                  <a:gd name="T29" fmla="*/ 0 h 113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w 56"/>
                  <a:gd name="T46" fmla="*/ 0 h 113"/>
                  <a:gd name="T47" fmla="*/ 56 w 56"/>
                  <a:gd name="T48" fmla="*/ 113 h 113"/>
                </a:gdLst>
                <a:ahLst/>
                <a:cxnLst>
                  <a:cxn ang="T30">
                    <a:pos x="T0" y="T1"/>
                  </a:cxn>
                  <a:cxn ang="T31">
                    <a:pos x="T2" y="T3"/>
                  </a:cxn>
                  <a:cxn ang="T32">
                    <a:pos x="T4" y="T5"/>
                  </a:cxn>
                  <a:cxn ang="T33">
                    <a:pos x="T6" y="T7"/>
                  </a:cxn>
                  <a:cxn ang="T34">
                    <a:pos x="T8" y="T9"/>
                  </a:cxn>
                  <a:cxn ang="T35">
                    <a:pos x="T10" y="T11"/>
                  </a:cxn>
                  <a:cxn ang="T36">
                    <a:pos x="T12" y="T13"/>
                  </a:cxn>
                  <a:cxn ang="T37">
                    <a:pos x="T14" y="T15"/>
                  </a:cxn>
                  <a:cxn ang="T38">
                    <a:pos x="T16" y="T17"/>
                  </a:cxn>
                  <a:cxn ang="T39">
                    <a:pos x="T18" y="T19"/>
                  </a:cxn>
                  <a:cxn ang="T40">
                    <a:pos x="T20" y="T21"/>
                  </a:cxn>
                  <a:cxn ang="T41">
                    <a:pos x="T22" y="T23"/>
                  </a:cxn>
                  <a:cxn ang="T42">
                    <a:pos x="T24" y="T25"/>
                  </a:cxn>
                  <a:cxn ang="T43">
                    <a:pos x="T26" y="T27"/>
                  </a:cxn>
                  <a:cxn ang="T44">
                    <a:pos x="T28" y="T29"/>
                  </a:cxn>
                </a:cxnLst>
                <a:rect l="T45" t="T46" r="T47" b="T48"/>
                <a:pathLst>
                  <a:path w="56" h="113">
                    <a:moveTo>
                      <a:pt x="56" y="113"/>
                    </a:moveTo>
                    <a:lnTo>
                      <a:pt x="44" y="112"/>
                    </a:lnTo>
                    <a:lnTo>
                      <a:pt x="32" y="108"/>
                    </a:lnTo>
                    <a:lnTo>
                      <a:pt x="22" y="101"/>
                    </a:lnTo>
                    <a:lnTo>
                      <a:pt x="13" y="92"/>
                    </a:lnTo>
                    <a:lnTo>
                      <a:pt x="6" y="82"/>
                    </a:lnTo>
                    <a:lnTo>
                      <a:pt x="1" y="69"/>
                    </a:lnTo>
                    <a:lnTo>
                      <a:pt x="0" y="57"/>
                    </a:lnTo>
                    <a:lnTo>
                      <a:pt x="1" y="45"/>
                    </a:lnTo>
                    <a:lnTo>
                      <a:pt x="6" y="32"/>
                    </a:lnTo>
                    <a:lnTo>
                      <a:pt x="13" y="22"/>
                    </a:lnTo>
                    <a:lnTo>
                      <a:pt x="22" y="13"/>
                    </a:lnTo>
                    <a:lnTo>
                      <a:pt x="32" y="7"/>
                    </a:lnTo>
                    <a:lnTo>
                      <a:pt x="44" y="2"/>
                    </a:lnTo>
                    <a:lnTo>
                      <a:pt x="56" y="0"/>
                    </a:lnTo>
                  </a:path>
                </a:pathLst>
              </a:cu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961" name="Freeform 398">
                <a:extLst>
                  <a:ext uri="{FF2B5EF4-FFF2-40B4-BE49-F238E27FC236}">
                    <a16:creationId xmlns:a16="http://schemas.microsoft.com/office/drawing/2014/main" id="{0479A6AF-D1AB-E573-AA49-8F7F439FAD4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586" y="3299"/>
                <a:ext cx="10" cy="20"/>
              </a:xfrm>
              <a:custGeom>
                <a:avLst/>
                <a:gdLst>
                  <a:gd name="T0" fmla="*/ 0 w 57"/>
                  <a:gd name="T1" fmla="*/ 0 h 113"/>
                  <a:gd name="T2" fmla="*/ 0 w 57"/>
                  <a:gd name="T3" fmla="*/ 0 h 113"/>
                  <a:gd name="T4" fmla="*/ 0 w 57"/>
                  <a:gd name="T5" fmla="*/ 0 h 113"/>
                  <a:gd name="T6" fmla="*/ 0 w 57"/>
                  <a:gd name="T7" fmla="*/ 0 h 113"/>
                  <a:gd name="T8" fmla="*/ 0 w 57"/>
                  <a:gd name="T9" fmla="*/ 0 h 113"/>
                  <a:gd name="T10" fmla="*/ 0 w 57"/>
                  <a:gd name="T11" fmla="*/ 0 h 113"/>
                  <a:gd name="T12" fmla="*/ 0 w 57"/>
                  <a:gd name="T13" fmla="*/ 0 h 113"/>
                  <a:gd name="T14" fmla="*/ 0 w 57"/>
                  <a:gd name="T15" fmla="*/ 0 h 113"/>
                  <a:gd name="T16" fmla="*/ 0 w 57"/>
                  <a:gd name="T17" fmla="*/ 0 h 113"/>
                  <a:gd name="T18" fmla="*/ 0 w 57"/>
                  <a:gd name="T19" fmla="*/ 0 h 113"/>
                  <a:gd name="T20" fmla="*/ 0 w 57"/>
                  <a:gd name="T21" fmla="*/ 0 h 113"/>
                  <a:gd name="T22" fmla="*/ 0 w 57"/>
                  <a:gd name="T23" fmla="*/ 0 h 113"/>
                  <a:gd name="T24" fmla="*/ 0 w 57"/>
                  <a:gd name="T25" fmla="*/ 0 h 113"/>
                  <a:gd name="T26" fmla="*/ 0 w 57"/>
                  <a:gd name="T27" fmla="*/ 0 h 113"/>
                  <a:gd name="T28" fmla="*/ 0 w 57"/>
                  <a:gd name="T29" fmla="*/ 0 h 113"/>
                  <a:gd name="T30" fmla="*/ 0 w 57"/>
                  <a:gd name="T31" fmla="*/ 0 h 113"/>
                  <a:gd name="T32" fmla="*/ 0 w 57"/>
                  <a:gd name="T33" fmla="*/ 0 h 113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w 57"/>
                  <a:gd name="T52" fmla="*/ 0 h 113"/>
                  <a:gd name="T53" fmla="*/ 57 w 57"/>
                  <a:gd name="T54" fmla="*/ 113 h 113"/>
                </a:gdLst>
                <a:ahLst/>
                <a:cxnLst>
                  <a:cxn ang="T34">
                    <a:pos x="T0" y="T1"/>
                  </a:cxn>
                  <a:cxn ang="T35">
                    <a:pos x="T2" y="T3"/>
                  </a:cxn>
                  <a:cxn ang="T36">
                    <a:pos x="T4" y="T5"/>
                  </a:cxn>
                  <a:cxn ang="T37">
                    <a:pos x="T6" y="T7"/>
                  </a:cxn>
                  <a:cxn ang="T38">
                    <a:pos x="T8" y="T9"/>
                  </a:cxn>
                  <a:cxn ang="T39">
                    <a:pos x="T10" y="T11"/>
                  </a:cxn>
                  <a:cxn ang="T40">
                    <a:pos x="T12" y="T13"/>
                  </a:cxn>
                  <a:cxn ang="T41">
                    <a:pos x="T14" y="T15"/>
                  </a:cxn>
                  <a:cxn ang="T42">
                    <a:pos x="T16" y="T17"/>
                  </a:cxn>
                  <a:cxn ang="T43">
                    <a:pos x="T18" y="T19"/>
                  </a:cxn>
                  <a:cxn ang="T44">
                    <a:pos x="T20" y="T21"/>
                  </a:cxn>
                  <a:cxn ang="T45">
                    <a:pos x="T22" y="T23"/>
                  </a:cxn>
                  <a:cxn ang="T46">
                    <a:pos x="T24" y="T25"/>
                  </a:cxn>
                  <a:cxn ang="T47">
                    <a:pos x="T26" y="T27"/>
                  </a:cxn>
                  <a:cxn ang="T48">
                    <a:pos x="T28" y="T29"/>
                  </a:cxn>
                  <a:cxn ang="T49">
                    <a:pos x="T30" y="T31"/>
                  </a:cxn>
                  <a:cxn ang="T50">
                    <a:pos x="T32" y="T33"/>
                  </a:cxn>
                </a:cxnLst>
                <a:rect l="T51" t="T52" r="T53" b="T54"/>
                <a:pathLst>
                  <a:path w="57" h="113">
                    <a:moveTo>
                      <a:pt x="0" y="57"/>
                    </a:moveTo>
                    <a:lnTo>
                      <a:pt x="0" y="0"/>
                    </a:lnTo>
                    <a:lnTo>
                      <a:pt x="12" y="2"/>
                    </a:lnTo>
                    <a:lnTo>
                      <a:pt x="25" y="6"/>
                    </a:lnTo>
                    <a:lnTo>
                      <a:pt x="35" y="13"/>
                    </a:lnTo>
                    <a:lnTo>
                      <a:pt x="44" y="22"/>
                    </a:lnTo>
                    <a:lnTo>
                      <a:pt x="51" y="32"/>
                    </a:lnTo>
                    <a:lnTo>
                      <a:pt x="55" y="45"/>
                    </a:lnTo>
                    <a:lnTo>
                      <a:pt x="57" y="57"/>
                    </a:lnTo>
                    <a:lnTo>
                      <a:pt x="55" y="69"/>
                    </a:lnTo>
                    <a:lnTo>
                      <a:pt x="51" y="82"/>
                    </a:lnTo>
                    <a:lnTo>
                      <a:pt x="44" y="92"/>
                    </a:lnTo>
                    <a:lnTo>
                      <a:pt x="35" y="101"/>
                    </a:lnTo>
                    <a:lnTo>
                      <a:pt x="25" y="107"/>
                    </a:lnTo>
                    <a:lnTo>
                      <a:pt x="12" y="112"/>
                    </a:lnTo>
                    <a:lnTo>
                      <a:pt x="0" y="113"/>
                    </a:lnTo>
                    <a:lnTo>
                      <a:pt x="0" y="57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962" name="Freeform 399">
                <a:extLst>
                  <a:ext uri="{FF2B5EF4-FFF2-40B4-BE49-F238E27FC236}">
                    <a16:creationId xmlns:a16="http://schemas.microsoft.com/office/drawing/2014/main" id="{B62D9619-7443-C3D6-8F5B-808CEF4776A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586" y="3299"/>
                <a:ext cx="10" cy="20"/>
              </a:xfrm>
              <a:custGeom>
                <a:avLst/>
                <a:gdLst>
                  <a:gd name="T0" fmla="*/ 0 w 57"/>
                  <a:gd name="T1" fmla="*/ 0 h 113"/>
                  <a:gd name="T2" fmla="*/ 0 w 57"/>
                  <a:gd name="T3" fmla="*/ 0 h 113"/>
                  <a:gd name="T4" fmla="*/ 0 w 57"/>
                  <a:gd name="T5" fmla="*/ 0 h 113"/>
                  <a:gd name="T6" fmla="*/ 0 w 57"/>
                  <a:gd name="T7" fmla="*/ 0 h 113"/>
                  <a:gd name="T8" fmla="*/ 0 w 57"/>
                  <a:gd name="T9" fmla="*/ 0 h 113"/>
                  <a:gd name="T10" fmla="*/ 0 w 57"/>
                  <a:gd name="T11" fmla="*/ 0 h 113"/>
                  <a:gd name="T12" fmla="*/ 0 w 57"/>
                  <a:gd name="T13" fmla="*/ 0 h 113"/>
                  <a:gd name="T14" fmla="*/ 0 w 57"/>
                  <a:gd name="T15" fmla="*/ 0 h 113"/>
                  <a:gd name="T16" fmla="*/ 0 w 57"/>
                  <a:gd name="T17" fmla="*/ 0 h 113"/>
                  <a:gd name="T18" fmla="*/ 0 w 57"/>
                  <a:gd name="T19" fmla="*/ 0 h 113"/>
                  <a:gd name="T20" fmla="*/ 0 w 57"/>
                  <a:gd name="T21" fmla="*/ 0 h 113"/>
                  <a:gd name="T22" fmla="*/ 0 w 57"/>
                  <a:gd name="T23" fmla="*/ 0 h 113"/>
                  <a:gd name="T24" fmla="*/ 0 w 57"/>
                  <a:gd name="T25" fmla="*/ 0 h 113"/>
                  <a:gd name="T26" fmla="*/ 0 w 57"/>
                  <a:gd name="T27" fmla="*/ 0 h 113"/>
                  <a:gd name="T28" fmla="*/ 0 w 57"/>
                  <a:gd name="T29" fmla="*/ 0 h 113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w 57"/>
                  <a:gd name="T46" fmla="*/ 0 h 113"/>
                  <a:gd name="T47" fmla="*/ 57 w 57"/>
                  <a:gd name="T48" fmla="*/ 113 h 113"/>
                </a:gdLst>
                <a:ahLst/>
                <a:cxnLst>
                  <a:cxn ang="T30">
                    <a:pos x="T0" y="T1"/>
                  </a:cxn>
                  <a:cxn ang="T31">
                    <a:pos x="T2" y="T3"/>
                  </a:cxn>
                  <a:cxn ang="T32">
                    <a:pos x="T4" y="T5"/>
                  </a:cxn>
                  <a:cxn ang="T33">
                    <a:pos x="T6" y="T7"/>
                  </a:cxn>
                  <a:cxn ang="T34">
                    <a:pos x="T8" y="T9"/>
                  </a:cxn>
                  <a:cxn ang="T35">
                    <a:pos x="T10" y="T11"/>
                  </a:cxn>
                  <a:cxn ang="T36">
                    <a:pos x="T12" y="T13"/>
                  </a:cxn>
                  <a:cxn ang="T37">
                    <a:pos x="T14" y="T15"/>
                  </a:cxn>
                  <a:cxn ang="T38">
                    <a:pos x="T16" y="T17"/>
                  </a:cxn>
                  <a:cxn ang="T39">
                    <a:pos x="T18" y="T19"/>
                  </a:cxn>
                  <a:cxn ang="T40">
                    <a:pos x="T20" y="T21"/>
                  </a:cxn>
                  <a:cxn ang="T41">
                    <a:pos x="T22" y="T23"/>
                  </a:cxn>
                  <a:cxn ang="T42">
                    <a:pos x="T24" y="T25"/>
                  </a:cxn>
                  <a:cxn ang="T43">
                    <a:pos x="T26" y="T27"/>
                  </a:cxn>
                  <a:cxn ang="T44">
                    <a:pos x="T28" y="T29"/>
                  </a:cxn>
                </a:cxnLst>
                <a:rect l="T45" t="T46" r="T47" b="T48"/>
                <a:pathLst>
                  <a:path w="57" h="113">
                    <a:moveTo>
                      <a:pt x="0" y="0"/>
                    </a:moveTo>
                    <a:lnTo>
                      <a:pt x="12" y="2"/>
                    </a:lnTo>
                    <a:lnTo>
                      <a:pt x="25" y="6"/>
                    </a:lnTo>
                    <a:lnTo>
                      <a:pt x="35" y="13"/>
                    </a:lnTo>
                    <a:lnTo>
                      <a:pt x="44" y="22"/>
                    </a:lnTo>
                    <a:lnTo>
                      <a:pt x="51" y="32"/>
                    </a:lnTo>
                    <a:lnTo>
                      <a:pt x="55" y="45"/>
                    </a:lnTo>
                    <a:lnTo>
                      <a:pt x="57" y="57"/>
                    </a:lnTo>
                    <a:lnTo>
                      <a:pt x="55" y="69"/>
                    </a:lnTo>
                    <a:lnTo>
                      <a:pt x="51" y="82"/>
                    </a:lnTo>
                    <a:lnTo>
                      <a:pt x="44" y="92"/>
                    </a:lnTo>
                    <a:lnTo>
                      <a:pt x="35" y="101"/>
                    </a:lnTo>
                    <a:lnTo>
                      <a:pt x="25" y="107"/>
                    </a:lnTo>
                    <a:lnTo>
                      <a:pt x="12" y="112"/>
                    </a:lnTo>
                    <a:lnTo>
                      <a:pt x="0" y="113"/>
                    </a:lnTo>
                  </a:path>
                </a:pathLst>
              </a:cu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963" name="Freeform 400">
                <a:extLst>
                  <a:ext uri="{FF2B5EF4-FFF2-40B4-BE49-F238E27FC236}">
                    <a16:creationId xmlns:a16="http://schemas.microsoft.com/office/drawing/2014/main" id="{686105D6-97FA-3277-C894-C5469B2A2E8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362" y="3299"/>
                <a:ext cx="224" cy="20"/>
              </a:xfrm>
              <a:custGeom>
                <a:avLst/>
                <a:gdLst>
                  <a:gd name="T0" fmla="*/ 0 w 1328"/>
                  <a:gd name="T1" fmla="*/ 0 h 113"/>
                  <a:gd name="T2" fmla="*/ 0 w 1328"/>
                  <a:gd name="T3" fmla="*/ 0 h 113"/>
                  <a:gd name="T4" fmla="*/ 0 w 1328"/>
                  <a:gd name="T5" fmla="*/ 0 h 113"/>
                  <a:gd name="T6" fmla="*/ 0 w 1328"/>
                  <a:gd name="T7" fmla="*/ 0 h 113"/>
                  <a:gd name="T8" fmla="*/ 0 w 1328"/>
                  <a:gd name="T9" fmla="*/ 0 h 113"/>
                  <a:gd name="T10" fmla="*/ 0 w 1328"/>
                  <a:gd name="T11" fmla="*/ 0 h 113"/>
                  <a:gd name="T12" fmla="*/ 0 w 1328"/>
                  <a:gd name="T13" fmla="*/ 0 h 113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1328"/>
                  <a:gd name="T22" fmla="*/ 0 h 113"/>
                  <a:gd name="T23" fmla="*/ 1328 w 1328"/>
                  <a:gd name="T24" fmla="*/ 113 h 113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1328" h="113">
                    <a:moveTo>
                      <a:pt x="1328" y="113"/>
                    </a:moveTo>
                    <a:lnTo>
                      <a:pt x="1328" y="57"/>
                    </a:lnTo>
                    <a:lnTo>
                      <a:pt x="1328" y="0"/>
                    </a:lnTo>
                    <a:lnTo>
                      <a:pt x="0" y="0"/>
                    </a:lnTo>
                    <a:lnTo>
                      <a:pt x="0" y="57"/>
                    </a:lnTo>
                    <a:lnTo>
                      <a:pt x="0" y="113"/>
                    </a:lnTo>
                    <a:lnTo>
                      <a:pt x="1328" y="113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964" name="Freeform 401">
                <a:extLst>
                  <a:ext uri="{FF2B5EF4-FFF2-40B4-BE49-F238E27FC236}">
                    <a16:creationId xmlns:a16="http://schemas.microsoft.com/office/drawing/2014/main" id="{0A3438EB-F776-A97C-C137-11F788D6435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362" y="3299"/>
                <a:ext cx="224" cy="20"/>
              </a:xfrm>
              <a:custGeom>
                <a:avLst/>
                <a:gdLst>
                  <a:gd name="T0" fmla="*/ 0 w 1328"/>
                  <a:gd name="T1" fmla="*/ 0 h 113"/>
                  <a:gd name="T2" fmla="*/ 0 w 1328"/>
                  <a:gd name="T3" fmla="*/ 0 h 113"/>
                  <a:gd name="T4" fmla="*/ 0 w 1328"/>
                  <a:gd name="T5" fmla="*/ 0 h 113"/>
                  <a:gd name="T6" fmla="*/ 0 w 1328"/>
                  <a:gd name="T7" fmla="*/ 0 h 113"/>
                  <a:gd name="T8" fmla="*/ 0 w 1328"/>
                  <a:gd name="T9" fmla="*/ 0 h 113"/>
                  <a:gd name="T10" fmla="*/ 0 w 1328"/>
                  <a:gd name="T11" fmla="*/ 0 h 113"/>
                  <a:gd name="T12" fmla="*/ 0 w 1328"/>
                  <a:gd name="T13" fmla="*/ 0 h 113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1328"/>
                  <a:gd name="T22" fmla="*/ 0 h 113"/>
                  <a:gd name="T23" fmla="*/ 1328 w 1328"/>
                  <a:gd name="T24" fmla="*/ 113 h 113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1328" h="113">
                    <a:moveTo>
                      <a:pt x="1328" y="113"/>
                    </a:moveTo>
                    <a:lnTo>
                      <a:pt x="1328" y="57"/>
                    </a:lnTo>
                    <a:lnTo>
                      <a:pt x="1328" y="0"/>
                    </a:lnTo>
                    <a:lnTo>
                      <a:pt x="0" y="0"/>
                    </a:lnTo>
                    <a:lnTo>
                      <a:pt x="0" y="57"/>
                    </a:lnTo>
                    <a:lnTo>
                      <a:pt x="0" y="113"/>
                    </a:lnTo>
                    <a:lnTo>
                      <a:pt x="1328" y="113"/>
                    </a:lnTo>
                    <a:close/>
                  </a:path>
                </a:pathLst>
              </a:cu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965" name="Freeform 402">
                <a:extLst>
                  <a:ext uri="{FF2B5EF4-FFF2-40B4-BE49-F238E27FC236}">
                    <a16:creationId xmlns:a16="http://schemas.microsoft.com/office/drawing/2014/main" id="{4436874E-90AA-5C57-9294-AAF341B8F6D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352" y="3299"/>
                <a:ext cx="10" cy="20"/>
              </a:xfrm>
              <a:custGeom>
                <a:avLst/>
                <a:gdLst>
                  <a:gd name="T0" fmla="*/ 0 w 56"/>
                  <a:gd name="T1" fmla="*/ 0 h 113"/>
                  <a:gd name="T2" fmla="*/ 0 w 56"/>
                  <a:gd name="T3" fmla="*/ 0 h 113"/>
                  <a:gd name="T4" fmla="*/ 0 w 56"/>
                  <a:gd name="T5" fmla="*/ 0 h 113"/>
                  <a:gd name="T6" fmla="*/ 0 w 56"/>
                  <a:gd name="T7" fmla="*/ 0 h 113"/>
                  <a:gd name="T8" fmla="*/ 0 w 56"/>
                  <a:gd name="T9" fmla="*/ 0 h 113"/>
                  <a:gd name="T10" fmla="*/ 0 w 56"/>
                  <a:gd name="T11" fmla="*/ 0 h 113"/>
                  <a:gd name="T12" fmla="*/ 0 w 56"/>
                  <a:gd name="T13" fmla="*/ 0 h 113"/>
                  <a:gd name="T14" fmla="*/ 0 w 56"/>
                  <a:gd name="T15" fmla="*/ 0 h 113"/>
                  <a:gd name="T16" fmla="*/ 0 w 56"/>
                  <a:gd name="T17" fmla="*/ 0 h 113"/>
                  <a:gd name="T18" fmla="*/ 0 w 56"/>
                  <a:gd name="T19" fmla="*/ 0 h 113"/>
                  <a:gd name="T20" fmla="*/ 0 w 56"/>
                  <a:gd name="T21" fmla="*/ 0 h 113"/>
                  <a:gd name="T22" fmla="*/ 0 w 56"/>
                  <a:gd name="T23" fmla="*/ 0 h 113"/>
                  <a:gd name="T24" fmla="*/ 0 w 56"/>
                  <a:gd name="T25" fmla="*/ 0 h 113"/>
                  <a:gd name="T26" fmla="*/ 0 w 56"/>
                  <a:gd name="T27" fmla="*/ 0 h 113"/>
                  <a:gd name="T28" fmla="*/ 0 w 56"/>
                  <a:gd name="T29" fmla="*/ 0 h 113"/>
                  <a:gd name="T30" fmla="*/ 0 w 56"/>
                  <a:gd name="T31" fmla="*/ 0 h 113"/>
                  <a:gd name="T32" fmla="*/ 0 w 56"/>
                  <a:gd name="T33" fmla="*/ 0 h 113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w 56"/>
                  <a:gd name="T52" fmla="*/ 0 h 113"/>
                  <a:gd name="T53" fmla="*/ 56 w 56"/>
                  <a:gd name="T54" fmla="*/ 113 h 113"/>
                </a:gdLst>
                <a:ahLst/>
                <a:cxnLst>
                  <a:cxn ang="T34">
                    <a:pos x="T0" y="T1"/>
                  </a:cxn>
                  <a:cxn ang="T35">
                    <a:pos x="T2" y="T3"/>
                  </a:cxn>
                  <a:cxn ang="T36">
                    <a:pos x="T4" y="T5"/>
                  </a:cxn>
                  <a:cxn ang="T37">
                    <a:pos x="T6" y="T7"/>
                  </a:cxn>
                  <a:cxn ang="T38">
                    <a:pos x="T8" y="T9"/>
                  </a:cxn>
                  <a:cxn ang="T39">
                    <a:pos x="T10" y="T11"/>
                  </a:cxn>
                  <a:cxn ang="T40">
                    <a:pos x="T12" y="T13"/>
                  </a:cxn>
                  <a:cxn ang="T41">
                    <a:pos x="T14" y="T15"/>
                  </a:cxn>
                  <a:cxn ang="T42">
                    <a:pos x="T16" y="T17"/>
                  </a:cxn>
                  <a:cxn ang="T43">
                    <a:pos x="T18" y="T19"/>
                  </a:cxn>
                  <a:cxn ang="T44">
                    <a:pos x="T20" y="T21"/>
                  </a:cxn>
                  <a:cxn ang="T45">
                    <a:pos x="T22" y="T23"/>
                  </a:cxn>
                  <a:cxn ang="T46">
                    <a:pos x="T24" y="T25"/>
                  </a:cxn>
                  <a:cxn ang="T47">
                    <a:pos x="T26" y="T27"/>
                  </a:cxn>
                  <a:cxn ang="T48">
                    <a:pos x="T28" y="T29"/>
                  </a:cxn>
                  <a:cxn ang="T49">
                    <a:pos x="T30" y="T31"/>
                  </a:cxn>
                  <a:cxn ang="T50">
                    <a:pos x="T32" y="T33"/>
                  </a:cxn>
                </a:cxnLst>
                <a:rect l="T51" t="T52" r="T53" b="T54"/>
                <a:pathLst>
                  <a:path w="56" h="113">
                    <a:moveTo>
                      <a:pt x="56" y="57"/>
                    </a:moveTo>
                    <a:lnTo>
                      <a:pt x="56" y="113"/>
                    </a:lnTo>
                    <a:lnTo>
                      <a:pt x="44" y="112"/>
                    </a:lnTo>
                    <a:lnTo>
                      <a:pt x="32" y="107"/>
                    </a:lnTo>
                    <a:lnTo>
                      <a:pt x="22" y="101"/>
                    </a:lnTo>
                    <a:lnTo>
                      <a:pt x="13" y="92"/>
                    </a:lnTo>
                    <a:lnTo>
                      <a:pt x="6" y="82"/>
                    </a:lnTo>
                    <a:lnTo>
                      <a:pt x="1" y="69"/>
                    </a:lnTo>
                    <a:lnTo>
                      <a:pt x="0" y="57"/>
                    </a:lnTo>
                    <a:lnTo>
                      <a:pt x="1" y="45"/>
                    </a:lnTo>
                    <a:lnTo>
                      <a:pt x="6" y="32"/>
                    </a:lnTo>
                    <a:lnTo>
                      <a:pt x="13" y="22"/>
                    </a:lnTo>
                    <a:lnTo>
                      <a:pt x="22" y="13"/>
                    </a:lnTo>
                    <a:lnTo>
                      <a:pt x="32" y="6"/>
                    </a:lnTo>
                    <a:lnTo>
                      <a:pt x="44" y="2"/>
                    </a:lnTo>
                    <a:lnTo>
                      <a:pt x="56" y="0"/>
                    </a:lnTo>
                    <a:lnTo>
                      <a:pt x="56" y="57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966" name="Freeform 403">
                <a:extLst>
                  <a:ext uri="{FF2B5EF4-FFF2-40B4-BE49-F238E27FC236}">
                    <a16:creationId xmlns:a16="http://schemas.microsoft.com/office/drawing/2014/main" id="{5C5120A5-65E5-E95E-1F17-BE7AC3FC57C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352" y="3299"/>
                <a:ext cx="10" cy="20"/>
              </a:xfrm>
              <a:custGeom>
                <a:avLst/>
                <a:gdLst>
                  <a:gd name="T0" fmla="*/ 0 w 56"/>
                  <a:gd name="T1" fmla="*/ 0 h 113"/>
                  <a:gd name="T2" fmla="*/ 0 w 56"/>
                  <a:gd name="T3" fmla="*/ 0 h 113"/>
                  <a:gd name="T4" fmla="*/ 0 w 56"/>
                  <a:gd name="T5" fmla="*/ 0 h 113"/>
                  <a:gd name="T6" fmla="*/ 0 w 56"/>
                  <a:gd name="T7" fmla="*/ 0 h 113"/>
                  <a:gd name="T8" fmla="*/ 0 w 56"/>
                  <a:gd name="T9" fmla="*/ 0 h 113"/>
                  <a:gd name="T10" fmla="*/ 0 w 56"/>
                  <a:gd name="T11" fmla="*/ 0 h 113"/>
                  <a:gd name="T12" fmla="*/ 0 w 56"/>
                  <a:gd name="T13" fmla="*/ 0 h 113"/>
                  <a:gd name="T14" fmla="*/ 0 w 56"/>
                  <a:gd name="T15" fmla="*/ 0 h 113"/>
                  <a:gd name="T16" fmla="*/ 0 w 56"/>
                  <a:gd name="T17" fmla="*/ 0 h 113"/>
                  <a:gd name="T18" fmla="*/ 0 w 56"/>
                  <a:gd name="T19" fmla="*/ 0 h 113"/>
                  <a:gd name="T20" fmla="*/ 0 w 56"/>
                  <a:gd name="T21" fmla="*/ 0 h 113"/>
                  <a:gd name="T22" fmla="*/ 0 w 56"/>
                  <a:gd name="T23" fmla="*/ 0 h 113"/>
                  <a:gd name="T24" fmla="*/ 0 w 56"/>
                  <a:gd name="T25" fmla="*/ 0 h 113"/>
                  <a:gd name="T26" fmla="*/ 0 w 56"/>
                  <a:gd name="T27" fmla="*/ 0 h 113"/>
                  <a:gd name="T28" fmla="*/ 0 w 56"/>
                  <a:gd name="T29" fmla="*/ 0 h 113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w 56"/>
                  <a:gd name="T46" fmla="*/ 0 h 113"/>
                  <a:gd name="T47" fmla="*/ 56 w 56"/>
                  <a:gd name="T48" fmla="*/ 113 h 113"/>
                </a:gdLst>
                <a:ahLst/>
                <a:cxnLst>
                  <a:cxn ang="T30">
                    <a:pos x="T0" y="T1"/>
                  </a:cxn>
                  <a:cxn ang="T31">
                    <a:pos x="T2" y="T3"/>
                  </a:cxn>
                  <a:cxn ang="T32">
                    <a:pos x="T4" y="T5"/>
                  </a:cxn>
                  <a:cxn ang="T33">
                    <a:pos x="T6" y="T7"/>
                  </a:cxn>
                  <a:cxn ang="T34">
                    <a:pos x="T8" y="T9"/>
                  </a:cxn>
                  <a:cxn ang="T35">
                    <a:pos x="T10" y="T11"/>
                  </a:cxn>
                  <a:cxn ang="T36">
                    <a:pos x="T12" y="T13"/>
                  </a:cxn>
                  <a:cxn ang="T37">
                    <a:pos x="T14" y="T15"/>
                  </a:cxn>
                  <a:cxn ang="T38">
                    <a:pos x="T16" y="T17"/>
                  </a:cxn>
                  <a:cxn ang="T39">
                    <a:pos x="T18" y="T19"/>
                  </a:cxn>
                  <a:cxn ang="T40">
                    <a:pos x="T20" y="T21"/>
                  </a:cxn>
                  <a:cxn ang="T41">
                    <a:pos x="T22" y="T23"/>
                  </a:cxn>
                  <a:cxn ang="T42">
                    <a:pos x="T24" y="T25"/>
                  </a:cxn>
                  <a:cxn ang="T43">
                    <a:pos x="T26" y="T27"/>
                  </a:cxn>
                  <a:cxn ang="T44">
                    <a:pos x="T28" y="T29"/>
                  </a:cxn>
                </a:cxnLst>
                <a:rect l="T45" t="T46" r="T47" b="T48"/>
                <a:pathLst>
                  <a:path w="56" h="113">
                    <a:moveTo>
                      <a:pt x="56" y="113"/>
                    </a:moveTo>
                    <a:lnTo>
                      <a:pt x="44" y="112"/>
                    </a:lnTo>
                    <a:lnTo>
                      <a:pt x="32" y="107"/>
                    </a:lnTo>
                    <a:lnTo>
                      <a:pt x="22" y="101"/>
                    </a:lnTo>
                    <a:lnTo>
                      <a:pt x="13" y="92"/>
                    </a:lnTo>
                    <a:lnTo>
                      <a:pt x="6" y="82"/>
                    </a:lnTo>
                    <a:lnTo>
                      <a:pt x="1" y="69"/>
                    </a:lnTo>
                    <a:lnTo>
                      <a:pt x="0" y="57"/>
                    </a:lnTo>
                    <a:lnTo>
                      <a:pt x="1" y="45"/>
                    </a:lnTo>
                    <a:lnTo>
                      <a:pt x="6" y="32"/>
                    </a:lnTo>
                    <a:lnTo>
                      <a:pt x="13" y="22"/>
                    </a:lnTo>
                    <a:lnTo>
                      <a:pt x="22" y="13"/>
                    </a:lnTo>
                    <a:lnTo>
                      <a:pt x="32" y="6"/>
                    </a:lnTo>
                    <a:lnTo>
                      <a:pt x="44" y="2"/>
                    </a:lnTo>
                    <a:lnTo>
                      <a:pt x="56" y="0"/>
                    </a:lnTo>
                  </a:path>
                </a:pathLst>
              </a:cu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967" name="Freeform 404">
                <a:extLst>
                  <a:ext uri="{FF2B5EF4-FFF2-40B4-BE49-F238E27FC236}">
                    <a16:creationId xmlns:a16="http://schemas.microsoft.com/office/drawing/2014/main" id="{E1FAF9E4-201D-52B3-663E-2C2D61F3AE3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994" y="3268"/>
                <a:ext cx="19" cy="11"/>
              </a:xfrm>
              <a:custGeom>
                <a:avLst/>
                <a:gdLst>
                  <a:gd name="T0" fmla="*/ 0 w 113"/>
                  <a:gd name="T1" fmla="*/ 0 h 57"/>
                  <a:gd name="T2" fmla="*/ 0 w 113"/>
                  <a:gd name="T3" fmla="*/ 0 h 57"/>
                  <a:gd name="T4" fmla="*/ 0 w 113"/>
                  <a:gd name="T5" fmla="*/ 0 h 57"/>
                  <a:gd name="T6" fmla="*/ 0 w 113"/>
                  <a:gd name="T7" fmla="*/ 0 h 57"/>
                  <a:gd name="T8" fmla="*/ 0 w 113"/>
                  <a:gd name="T9" fmla="*/ 0 h 57"/>
                  <a:gd name="T10" fmla="*/ 0 w 113"/>
                  <a:gd name="T11" fmla="*/ 0 h 57"/>
                  <a:gd name="T12" fmla="*/ 0 w 113"/>
                  <a:gd name="T13" fmla="*/ 0 h 57"/>
                  <a:gd name="T14" fmla="*/ 0 w 113"/>
                  <a:gd name="T15" fmla="*/ 0 h 57"/>
                  <a:gd name="T16" fmla="*/ 0 w 113"/>
                  <a:gd name="T17" fmla="*/ 0 h 57"/>
                  <a:gd name="T18" fmla="*/ 0 w 113"/>
                  <a:gd name="T19" fmla="*/ 0 h 57"/>
                  <a:gd name="T20" fmla="*/ 0 w 113"/>
                  <a:gd name="T21" fmla="*/ 0 h 57"/>
                  <a:gd name="T22" fmla="*/ 0 w 113"/>
                  <a:gd name="T23" fmla="*/ 0 h 57"/>
                  <a:gd name="T24" fmla="*/ 0 w 113"/>
                  <a:gd name="T25" fmla="*/ 0 h 57"/>
                  <a:gd name="T26" fmla="*/ 0 w 113"/>
                  <a:gd name="T27" fmla="*/ 0 h 57"/>
                  <a:gd name="T28" fmla="*/ 0 w 113"/>
                  <a:gd name="T29" fmla="*/ 0 h 57"/>
                  <a:gd name="T30" fmla="*/ 0 w 113"/>
                  <a:gd name="T31" fmla="*/ 0 h 57"/>
                  <a:gd name="T32" fmla="*/ 0 w 113"/>
                  <a:gd name="T33" fmla="*/ 0 h 57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w 113"/>
                  <a:gd name="T52" fmla="*/ 0 h 57"/>
                  <a:gd name="T53" fmla="*/ 113 w 113"/>
                  <a:gd name="T54" fmla="*/ 57 h 57"/>
                </a:gdLst>
                <a:ahLst/>
                <a:cxnLst>
                  <a:cxn ang="T34">
                    <a:pos x="T0" y="T1"/>
                  </a:cxn>
                  <a:cxn ang="T35">
                    <a:pos x="T2" y="T3"/>
                  </a:cxn>
                  <a:cxn ang="T36">
                    <a:pos x="T4" y="T5"/>
                  </a:cxn>
                  <a:cxn ang="T37">
                    <a:pos x="T6" y="T7"/>
                  </a:cxn>
                  <a:cxn ang="T38">
                    <a:pos x="T8" y="T9"/>
                  </a:cxn>
                  <a:cxn ang="T39">
                    <a:pos x="T10" y="T11"/>
                  </a:cxn>
                  <a:cxn ang="T40">
                    <a:pos x="T12" y="T13"/>
                  </a:cxn>
                  <a:cxn ang="T41">
                    <a:pos x="T14" y="T15"/>
                  </a:cxn>
                  <a:cxn ang="T42">
                    <a:pos x="T16" y="T17"/>
                  </a:cxn>
                  <a:cxn ang="T43">
                    <a:pos x="T18" y="T19"/>
                  </a:cxn>
                  <a:cxn ang="T44">
                    <a:pos x="T20" y="T21"/>
                  </a:cxn>
                  <a:cxn ang="T45">
                    <a:pos x="T22" y="T23"/>
                  </a:cxn>
                  <a:cxn ang="T46">
                    <a:pos x="T24" y="T25"/>
                  </a:cxn>
                  <a:cxn ang="T47">
                    <a:pos x="T26" y="T27"/>
                  </a:cxn>
                  <a:cxn ang="T48">
                    <a:pos x="T28" y="T29"/>
                  </a:cxn>
                  <a:cxn ang="T49">
                    <a:pos x="T30" y="T31"/>
                  </a:cxn>
                  <a:cxn ang="T50">
                    <a:pos x="T32" y="T33"/>
                  </a:cxn>
                </a:cxnLst>
                <a:rect l="T51" t="T52" r="T53" b="T54"/>
                <a:pathLst>
                  <a:path w="113" h="57">
                    <a:moveTo>
                      <a:pt x="56" y="57"/>
                    </a:moveTo>
                    <a:lnTo>
                      <a:pt x="0" y="57"/>
                    </a:lnTo>
                    <a:lnTo>
                      <a:pt x="1" y="45"/>
                    </a:lnTo>
                    <a:lnTo>
                      <a:pt x="6" y="32"/>
                    </a:lnTo>
                    <a:lnTo>
                      <a:pt x="12" y="22"/>
                    </a:lnTo>
                    <a:lnTo>
                      <a:pt x="21" y="13"/>
                    </a:lnTo>
                    <a:lnTo>
                      <a:pt x="31" y="7"/>
                    </a:lnTo>
                    <a:lnTo>
                      <a:pt x="44" y="2"/>
                    </a:lnTo>
                    <a:lnTo>
                      <a:pt x="56" y="0"/>
                    </a:lnTo>
                    <a:lnTo>
                      <a:pt x="68" y="2"/>
                    </a:lnTo>
                    <a:lnTo>
                      <a:pt x="81" y="7"/>
                    </a:lnTo>
                    <a:lnTo>
                      <a:pt x="91" y="13"/>
                    </a:lnTo>
                    <a:lnTo>
                      <a:pt x="100" y="22"/>
                    </a:lnTo>
                    <a:lnTo>
                      <a:pt x="107" y="32"/>
                    </a:lnTo>
                    <a:lnTo>
                      <a:pt x="111" y="45"/>
                    </a:lnTo>
                    <a:lnTo>
                      <a:pt x="113" y="57"/>
                    </a:lnTo>
                    <a:lnTo>
                      <a:pt x="56" y="57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968" name="Freeform 405">
                <a:extLst>
                  <a:ext uri="{FF2B5EF4-FFF2-40B4-BE49-F238E27FC236}">
                    <a16:creationId xmlns:a16="http://schemas.microsoft.com/office/drawing/2014/main" id="{85475AE6-3EFD-22A1-6C67-C2015A5822F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994" y="3268"/>
                <a:ext cx="19" cy="11"/>
              </a:xfrm>
              <a:custGeom>
                <a:avLst/>
                <a:gdLst>
                  <a:gd name="T0" fmla="*/ 0 w 113"/>
                  <a:gd name="T1" fmla="*/ 0 h 57"/>
                  <a:gd name="T2" fmla="*/ 0 w 113"/>
                  <a:gd name="T3" fmla="*/ 0 h 57"/>
                  <a:gd name="T4" fmla="*/ 0 w 113"/>
                  <a:gd name="T5" fmla="*/ 0 h 57"/>
                  <a:gd name="T6" fmla="*/ 0 w 113"/>
                  <a:gd name="T7" fmla="*/ 0 h 57"/>
                  <a:gd name="T8" fmla="*/ 0 w 113"/>
                  <a:gd name="T9" fmla="*/ 0 h 57"/>
                  <a:gd name="T10" fmla="*/ 0 w 113"/>
                  <a:gd name="T11" fmla="*/ 0 h 57"/>
                  <a:gd name="T12" fmla="*/ 0 w 113"/>
                  <a:gd name="T13" fmla="*/ 0 h 57"/>
                  <a:gd name="T14" fmla="*/ 0 w 113"/>
                  <a:gd name="T15" fmla="*/ 0 h 57"/>
                  <a:gd name="T16" fmla="*/ 0 w 113"/>
                  <a:gd name="T17" fmla="*/ 0 h 57"/>
                  <a:gd name="T18" fmla="*/ 0 w 113"/>
                  <a:gd name="T19" fmla="*/ 0 h 57"/>
                  <a:gd name="T20" fmla="*/ 0 w 113"/>
                  <a:gd name="T21" fmla="*/ 0 h 57"/>
                  <a:gd name="T22" fmla="*/ 0 w 113"/>
                  <a:gd name="T23" fmla="*/ 0 h 57"/>
                  <a:gd name="T24" fmla="*/ 0 w 113"/>
                  <a:gd name="T25" fmla="*/ 0 h 57"/>
                  <a:gd name="T26" fmla="*/ 0 w 113"/>
                  <a:gd name="T27" fmla="*/ 0 h 57"/>
                  <a:gd name="T28" fmla="*/ 0 w 113"/>
                  <a:gd name="T29" fmla="*/ 0 h 57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w 113"/>
                  <a:gd name="T46" fmla="*/ 0 h 57"/>
                  <a:gd name="T47" fmla="*/ 113 w 113"/>
                  <a:gd name="T48" fmla="*/ 57 h 57"/>
                </a:gdLst>
                <a:ahLst/>
                <a:cxnLst>
                  <a:cxn ang="T30">
                    <a:pos x="T0" y="T1"/>
                  </a:cxn>
                  <a:cxn ang="T31">
                    <a:pos x="T2" y="T3"/>
                  </a:cxn>
                  <a:cxn ang="T32">
                    <a:pos x="T4" y="T5"/>
                  </a:cxn>
                  <a:cxn ang="T33">
                    <a:pos x="T6" y="T7"/>
                  </a:cxn>
                  <a:cxn ang="T34">
                    <a:pos x="T8" y="T9"/>
                  </a:cxn>
                  <a:cxn ang="T35">
                    <a:pos x="T10" y="T11"/>
                  </a:cxn>
                  <a:cxn ang="T36">
                    <a:pos x="T12" y="T13"/>
                  </a:cxn>
                  <a:cxn ang="T37">
                    <a:pos x="T14" y="T15"/>
                  </a:cxn>
                  <a:cxn ang="T38">
                    <a:pos x="T16" y="T17"/>
                  </a:cxn>
                  <a:cxn ang="T39">
                    <a:pos x="T18" y="T19"/>
                  </a:cxn>
                  <a:cxn ang="T40">
                    <a:pos x="T20" y="T21"/>
                  </a:cxn>
                  <a:cxn ang="T41">
                    <a:pos x="T22" y="T23"/>
                  </a:cxn>
                  <a:cxn ang="T42">
                    <a:pos x="T24" y="T25"/>
                  </a:cxn>
                  <a:cxn ang="T43">
                    <a:pos x="T26" y="T27"/>
                  </a:cxn>
                  <a:cxn ang="T44">
                    <a:pos x="T28" y="T29"/>
                  </a:cxn>
                </a:cxnLst>
                <a:rect l="T45" t="T46" r="T47" b="T48"/>
                <a:pathLst>
                  <a:path w="113" h="57">
                    <a:moveTo>
                      <a:pt x="0" y="57"/>
                    </a:moveTo>
                    <a:lnTo>
                      <a:pt x="1" y="45"/>
                    </a:lnTo>
                    <a:lnTo>
                      <a:pt x="6" y="32"/>
                    </a:lnTo>
                    <a:lnTo>
                      <a:pt x="12" y="22"/>
                    </a:lnTo>
                    <a:lnTo>
                      <a:pt x="21" y="13"/>
                    </a:lnTo>
                    <a:lnTo>
                      <a:pt x="31" y="7"/>
                    </a:lnTo>
                    <a:lnTo>
                      <a:pt x="44" y="2"/>
                    </a:lnTo>
                    <a:lnTo>
                      <a:pt x="56" y="0"/>
                    </a:lnTo>
                    <a:lnTo>
                      <a:pt x="68" y="2"/>
                    </a:lnTo>
                    <a:lnTo>
                      <a:pt x="81" y="7"/>
                    </a:lnTo>
                    <a:lnTo>
                      <a:pt x="91" y="13"/>
                    </a:lnTo>
                    <a:lnTo>
                      <a:pt x="100" y="22"/>
                    </a:lnTo>
                    <a:lnTo>
                      <a:pt x="107" y="32"/>
                    </a:lnTo>
                    <a:lnTo>
                      <a:pt x="111" y="45"/>
                    </a:lnTo>
                    <a:lnTo>
                      <a:pt x="113" y="57"/>
                    </a:lnTo>
                  </a:path>
                </a:pathLst>
              </a:cu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969" name="Freeform 406">
                <a:extLst>
                  <a:ext uri="{FF2B5EF4-FFF2-40B4-BE49-F238E27FC236}">
                    <a16:creationId xmlns:a16="http://schemas.microsoft.com/office/drawing/2014/main" id="{A97A9556-A870-B97E-F5FA-1049D98941B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994" y="3279"/>
                <a:ext cx="19" cy="524"/>
              </a:xfrm>
              <a:custGeom>
                <a:avLst/>
                <a:gdLst>
                  <a:gd name="T0" fmla="*/ 0 w 113"/>
                  <a:gd name="T1" fmla="*/ 0 h 3112"/>
                  <a:gd name="T2" fmla="*/ 0 w 113"/>
                  <a:gd name="T3" fmla="*/ 0 h 3112"/>
                  <a:gd name="T4" fmla="*/ 0 w 113"/>
                  <a:gd name="T5" fmla="*/ 0 h 3112"/>
                  <a:gd name="T6" fmla="*/ 0 w 113"/>
                  <a:gd name="T7" fmla="*/ 0 h 3112"/>
                  <a:gd name="T8" fmla="*/ 0 w 113"/>
                  <a:gd name="T9" fmla="*/ 0 h 3112"/>
                  <a:gd name="T10" fmla="*/ 0 w 113"/>
                  <a:gd name="T11" fmla="*/ 0 h 3112"/>
                  <a:gd name="T12" fmla="*/ 0 w 113"/>
                  <a:gd name="T13" fmla="*/ 0 h 3112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113"/>
                  <a:gd name="T22" fmla="*/ 0 h 3112"/>
                  <a:gd name="T23" fmla="*/ 113 w 113"/>
                  <a:gd name="T24" fmla="*/ 3112 h 3112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113" h="3112">
                    <a:moveTo>
                      <a:pt x="113" y="0"/>
                    </a:moveTo>
                    <a:lnTo>
                      <a:pt x="56" y="0"/>
                    </a:lnTo>
                    <a:lnTo>
                      <a:pt x="0" y="0"/>
                    </a:lnTo>
                    <a:lnTo>
                      <a:pt x="0" y="3112"/>
                    </a:lnTo>
                    <a:lnTo>
                      <a:pt x="56" y="3112"/>
                    </a:lnTo>
                    <a:lnTo>
                      <a:pt x="113" y="3112"/>
                    </a:lnTo>
                    <a:lnTo>
                      <a:pt x="113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970" name="Freeform 407">
                <a:extLst>
                  <a:ext uri="{FF2B5EF4-FFF2-40B4-BE49-F238E27FC236}">
                    <a16:creationId xmlns:a16="http://schemas.microsoft.com/office/drawing/2014/main" id="{2713C371-9E44-333B-53C6-47AFD3BF0A4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994" y="3279"/>
                <a:ext cx="19" cy="524"/>
              </a:xfrm>
              <a:custGeom>
                <a:avLst/>
                <a:gdLst>
                  <a:gd name="T0" fmla="*/ 0 w 113"/>
                  <a:gd name="T1" fmla="*/ 0 h 3112"/>
                  <a:gd name="T2" fmla="*/ 0 w 113"/>
                  <a:gd name="T3" fmla="*/ 0 h 3112"/>
                  <a:gd name="T4" fmla="*/ 0 w 113"/>
                  <a:gd name="T5" fmla="*/ 0 h 3112"/>
                  <a:gd name="T6" fmla="*/ 0 w 113"/>
                  <a:gd name="T7" fmla="*/ 0 h 3112"/>
                  <a:gd name="T8" fmla="*/ 0 w 113"/>
                  <a:gd name="T9" fmla="*/ 0 h 3112"/>
                  <a:gd name="T10" fmla="*/ 0 w 113"/>
                  <a:gd name="T11" fmla="*/ 0 h 3112"/>
                  <a:gd name="T12" fmla="*/ 0 w 113"/>
                  <a:gd name="T13" fmla="*/ 0 h 3112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113"/>
                  <a:gd name="T22" fmla="*/ 0 h 3112"/>
                  <a:gd name="T23" fmla="*/ 113 w 113"/>
                  <a:gd name="T24" fmla="*/ 3112 h 3112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113" h="3112">
                    <a:moveTo>
                      <a:pt x="113" y="0"/>
                    </a:moveTo>
                    <a:lnTo>
                      <a:pt x="56" y="0"/>
                    </a:lnTo>
                    <a:lnTo>
                      <a:pt x="0" y="0"/>
                    </a:lnTo>
                    <a:lnTo>
                      <a:pt x="0" y="3112"/>
                    </a:lnTo>
                    <a:lnTo>
                      <a:pt x="56" y="3112"/>
                    </a:lnTo>
                    <a:lnTo>
                      <a:pt x="113" y="3112"/>
                    </a:lnTo>
                    <a:lnTo>
                      <a:pt x="113" y="0"/>
                    </a:lnTo>
                    <a:close/>
                  </a:path>
                </a:pathLst>
              </a:cu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971" name="Freeform 408">
                <a:extLst>
                  <a:ext uri="{FF2B5EF4-FFF2-40B4-BE49-F238E27FC236}">
                    <a16:creationId xmlns:a16="http://schemas.microsoft.com/office/drawing/2014/main" id="{4AD93E7B-7660-E28E-B087-7F6FCDC1F52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994" y="3803"/>
                <a:ext cx="19" cy="10"/>
              </a:xfrm>
              <a:custGeom>
                <a:avLst/>
                <a:gdLst>
                  <a:gd name="T0" fmla="*/ 0 w 113"/>
                  <a:gd name="T1" fmla="*/ 0 h 56"/>
                  <a:gd name="T2" fmla="*/ 0 w 113"/>
                  <a:gd name="T3" fmla="*/ 0 h 56"/>
                  <a:gd name="T4" fmla="*/ 0 w 113"/>
                  <a:gd name="T5" fmla="*/ 0 h 56"/>
                  <a:gd name="T6" fmla="*/ 0 w 113"/>
                  <a:gd name="T7" fmla="*/ 0 h 56"/>
                  <a:gd name="T8" fmla="*/ 0 w 113"/>
                  <a:gd name="T9" fmla="*/ 0 h 56"/>
                  <a:gd name="T10" fmla="*/ 0 w 113"/>
                  <a:gd name="T11" fmla="*/ 0 h 56"/>
                  <a:gd name="T12" fmla="*/ 0 w 113"/>
                  <a:gd name="T13" fmla="*/ 0 h 56"/>
                  <a:gd name="T14" fmla="*/ 0 w 113"/>
                  <a:gd name="T15" fmla="*/ 0 h 56"/>
                  <a:gd name="T16" fmla="*/ 0 w 113"/>
                  <a:gd name="T17" fmla="*/ 0 h 56"/>
                  <a:gd name="T18" fmla="*/ 0 w 113"/>
                  <a:gd name="T19" fmla="*/ 0 h 56"/>
                  <a:gd name="T20" fmla="*/ 0 w 113"/>
                  <a:gd name="T21" fmla="*/ 0 h 56"/>
                  <a:gd name="T22" fmla="*/ 0 w 113"/>
                  <a:gd name="T23" fmla="*/ 0 h 56"/>
                  <a:gd name="T24" fmla="*/ 0 w 113"/>
                  <a:gd name="T25" fmla="*/ 0 h 56"/>
                  <a:gd name="T26" fmla="*/ 0 w 113"/>
                  <a:gd name="T27" fmla="*/ 0 h 56"/>
                  <a:gd name="T28" fmla="*/ 0 w 113"/>
                  <a:gd name="T29" fmla="*/ 0 h 56"/>
                  <a:gd name="T30" fmla="*/ 0 w 113"/>
                  <a:gd name="T31" fmla="*/ 0 h 56"/>
                  <a:gd name="T32" fmla="*/ 0 w 113"/>
                  <a:gd name="T33" fmla="*/ 0 h 5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w 113"/>
                  <a:gd name="T52" fmla="*/ 0 h 56"/>
                  <a:gd name="T53" fmla="*/ 113 w 113"/>
                  <a:gd name="T54" fmla="*/ 56 h 56"/>
                </a:gdLst>
                <a:ahLst/>
                <a:cxnLst>
                  <a:cxn ang="T34">
                    <a:pos x="T0" y="T1"/>
                  </a:cxn>
                  <a:cxn ang="T35">
                    <a:pos x="T2" y="T3"/>
                  </a:cxn>
                  <a:cxn ang="T36">
                    <a:pos x="T4" y="T5"/>
                  </a:cxn>
                  <a:cxn ang="T37">
                    <a:pos x="T6" y="T7"/>
                  </a:cxn>
                  <a:cxn ang="T38">
                    <a:pos x="T8" y="T9"/>
                  </a:cxn>
                  <a:cxn ang="T39">
                    <a:pos x="T10" y="T11"/>
                  </a:cxn>
                  <a:cxn ang="T40">
                    <a:pos x="T12" y="T13"/>
                  </a:cxn>
                  <a:cxn ang="T41">
                    <a:pos x="T14" y="T15"/>
                  </a:cxn>
                  <a:cxn ang="T42">
                    <a:pos x="T16" y="T17"/>
                  </a:cxn>
                  <a:cxn ang="T43">
                    <a:pos x="T18" y="T19"/>
                  </a:cxn>
                  <a:cxn ang="T44">
                    <a:pos x="T20" y="T21"/>
                  </a:cxn>
                  <a:cxn ang="T45">
                    <a:pos x="T22" y="T23"/>
                  </a:cxn>
                  <a:cxn ang="T46">
                    <a:pos x="T24" y="T25"/>
                  </a:cxn>
                  <a:cxn ang="T47">
                    <a:pos x="T26" y="T27"/>
                  </a:cxn>
                  <a:cxn ang="T48">
                    <a:pos x="T28" y="T29"/>
                  </a:cxn>
                  <a:cxn ang="T49">
                    <a:pos x="T30" y="T31"/>
                  </a:cxn>
                  <a:cxn ang="T50">
                    <a:pos x="T32" y="T33"/>
                  </a:cxn>
                </a:cxnLst>
                <a:rect l="T51" t="T52" r="T53" b="T54"/>
                <a:pathLst>
                  <a:path w="113" h="56">
                    <a:moveTo>
                      <a:pt x="56" y="0"/>
                    </a:moveTo>
                    <a:lnTo>
                      <a:pt x="113" y="0"/>
                    </a:lnTo>
                    <a:lnTo>
                      <a:pt x="111" y="12"/>
                    </a:lnTo>
                    <a:lnTo>
                      <a:pt x="107" y="24"/>
                    </a:lnTo>
                    <a:lnTo>
                      <a:pt x="100" y="35"/>
                    </a:lnTo>
                    <a:lnTo>
                      <a:pt x="91" y="44"/>
                    </a:lnTo>
                    <a:lnTo>
                      <a:pt x="81" y="50"/>
                    </a:lnTo>
                    <a:lnTo>
                      <a:pt x="68" y="55"/>
                    </a:lnTo>
                    <a:lnTo>
                      <a:pt x="56" y="56"/>
                    </a:lnTo>
                    <a:lnTo>
                      <a:pt x="44" y="55"/>
                    </a:lnTo>
                    <a:lnTo>
                      <a:pt x="31" y="50"/>
                    </a:lnTo>
                    <a:lnTo>
                      <a:pt x="21" y="44"/>
                    </a:lnTo>
                    <a:lnTo>
                      <a:pt x="12" y="35"/>
                    </a:lnTo>
                    <a:lnTo>
                      <a:pt x="6" y="24"/>
                    </a:lnTo>
                    <a:lnTo>
                      <a:pt x="1" y="12"/>
                    </a:lnTo>
                    <a:lnTo>
                      <a:pt x="0" y="0"/>
                    </a:lnTo>
                    <a:lnTo>
                      <a:pt x="56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972" name="Freeform 409">
                <a:extLst>
                  <a:ext uri="{FF2B5EF4-FFF2-40B4-BE49-F238E27FC236}">
                    <a16:creationId xmlns:a16="http://schemas.microsoft.com/office/drawing/2014/main" id="{BC8D83C2-AC0E-9EBF-9917-2FD7A9F1F9C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994" y="3803"/>
                <a:ext cx="19" cy="10"/>
              </a:xfrm>
              <a:custGeom>
                <a:avLst/>
                <a:gdLst>
                  <a:gd name="T0" fmla="*/ 0 w 113"/>
                  <a:gd name="T1" fmla="*/ 0 h 56"/>
                  <a:gd name="T2" fmla="*/ 0 w 113"/>
                  <a:gd name="T3" fmla="*/ 0 h 56"/>
                  <a:gd name="T4" fmla="*/ 0 w 113"/>
                  <a:gd name="T5" fmla="*/ 0 h 56"/>
                  <a:gd name="T6" fmla="*/ 0 w 113"/>
                  <a:gd name="T7" fmla="*/ 0 h 56"/>
                  <a:gd name="T8" fmla="*/ 0 w 113"/>
                  <a:gd name="T9" fmla="*/ 0 h 56"/>
                  <a:gd name="T10" fmla="*/ 0 w 113"/>
                  <a:gd name="T11" fmla="*/ 0 h 56"/>
                  <a:gd name="T12" fmla="*/ 0 w 113"/>
                  <a:gd name="T13" fmla="*/ 0 h 56"/>
                  <a:gd name="T14" fmla="*/ 0 w 113"/>
                  <a:gd name="T15" fmla="*/ 0 h 56"/>
                  <a:gd name="T16" fmla="*/ 0 w 113"/>
                  <a:gd name="T17" fmla="*/ 0 h 56"/>
                  <a:gd name="T18" fmla="*/ 0 w 113"/>
                  <a:gd name="T19" fmla="*/ 0 h 56"/>
                  <a:gd name="T20" fmla="*/ 0 w 113"/>
                  <a:gd name="T21" fmla="*/ 0 h 56"/>
                  <a:gd name="T22" fmla="*/ 0 w 113"/>
                  <a:gd name="T23" fmla="*/ 0 h 56"/>
                  <a:gd name="T24" fmla="*/ 0 w 113"/>
                  <a:gd name="T25" fmla="*/ 0 h 56"/>
                  <a:gd name="T26" fmla="*/ 0 w 113"/>
                  <a:gd name="T27" fmla="*/ 0 h 56"/>
                  <a:gd name="T28" fmla="*/ 0 w 113"/>
                  <a:gd name="T29" fmla="*/ 0 h 5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w 113"/>
                  <a:gd name="T46" fmla="*/ 0 h 56"/>
                  <a:gd name="T47" fmla="*/ 113 w 113"/>
                  <a:gd name="T48" fmla="*/ 56 h 56"/>
                </a:gdLst>
                <a:ahLst/>
                <a:cxnLst>
                  <a:cxn ang="T30">
                    <a:pos x="T0" y="T1"/>
                  </a:cxn>
                  <a:cxn ang="T31">
                    <a:pos x="T2" y="T3"/>
                  </a:cxn>
                  <a:cxn ang="T32">
                    <a:pos x="T4" y="T5"/>
                  </a:cxn>
                  <a:cxn ang="T33">
                    <a:pos x="T6" y="T7"/>
                  </a:cxn>
                  <a:cxn ang="T34">
                    <a:pos x="T8" y="T9"/>
                  </a:cxn>
                  <a:cxn ang="T35">
                    <a:pos x="T10" y="T11"/>
                  </a:cxn>
                  <a:cxn ang="T36">
                    <a:pos x="T12" y="T13"/>
                  </a:cxn>
                  <a:cxn ang="T37">
                    <a:pos x="T14" y="T15"/>
                  </a:cxn>
                  <a:cxn ang="T38">
                    <a:pos x="T16" y="T17"/>
                  </a:cxn>
                  <a:cxn ang="T39">
                    <a:pos x="T18" y="T19"/>
                  </a:cxn>
                  <a:cxn ang="T40">
                    <a:pos x="T20" y="T21"/>
                  </a:cxn>
                  <a:cxn ang="T41">
                    <a:pos x="T22" y="T23"/>
                  </a:cxn>
                  <a:cxn ang="T42">
                    <a:pos x="T24" y="T25"/>
                  </a:cxn>
                  <a:cxn ang="T43">
                    <a:pos x="T26" y="T27"/>
                  </a:cxn>
                  <a:cxn ang="T44">
                    <a:pos x="T28" y="T29"/>
                  </a:cxn>
                </a:cxnLst>
                <a:rect l="T45" t="T46" r="T47" b="T48"/>
                <a:pathLst>
                  <a:path w="113" h="56">
                    <a:moveTo>
                      <a:pt x="113" y="0"/>
                    </a:moveTo>
                    <a:lnTo>
                      <a:pt x="111" y="12"/>
                    </a:lnTo>
                    <a:lnTo>
                      <a:pt x="107" y="24"/>
                    </a:lnTo>
                    <a:lnTo>
                      <a:pt x="100" y="35"/>
                    </a:lnTo>
                    <a:lnTo>
                      <a:pt x="91" y="44"/>
                    </a:lnTo>
                    <a:lnTo>
                      <a:pt x="81" y="50"/>
                    </a:lnTo>
                    <a:lnTo>
                      <a:pt x="68" y="55"/>
                    </a:lnTo>
                    <a:lnTo>
                      <a:pt x="56" y="56"/>
                    </a:lnTo>
                    <a:lnTo>
                      <a:pt x="44" y="55"/>
                    </a:lnTo>
                    <a:lnTo>
                      <a:pt x="31" y="50"/>
                    </a:lnTo>
                    <a:lnTo>
                      <a:pt x="21" y="44"/>
                    </a:lnTo>
                    <a:lnTo>
                      <a:pt x="12" y="35"/>
                    </a:lnTo>
                    <a:lnTo>
                      <a:pt x="6" y="24"/>
                    </a:lnTo>
                    <a:lnTo>
                      <a:pt x="1" y="12"/>
                    </a:lnTo>
                    <a:lnTo>
                      <a:pt x="0" y="0"/>
                    </a:lnTo>
                  </a:path>
                </a:pathLst>
              </a:cu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973" name="Freeform 410">
                <a:extLst>
                  <a:ext uri="{FF2B5EF4-FFF2-40B4-BE49-F238E27FC236}">
                    <a16:creationId xmlns:a16="http://schemas.microsoft.com/office/drawing/2014/main" id="{14F4F430-756B-3257-79CB-2CC33D64B5A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150" y="3397"/>
                <a:ext cx="20" cy="9"/>
              </a:xfrm>
              <a:custGeom>
                <a:avLst/>
                <a:gdLst>
                  <a:gd name="T0" fmla="*/ 0 w 114"/>
                  <a:gd name="T1" fmla="*/ 0 h 58"/>
                  <a:gd name="T2" fmla="*/ 0 w 114"/>
                  <a:gd name="T3" fmla="*/ 0 h 58"/>
                  <a:gd name="T4" fmla="*/ 0 w 114"/>
                  <a:gd name="T5" fmla="*/ 0 h 58"/>
                  <a:gd name="T6" fmla="*/ 0 w 114"/>
                  <a:gd name="T7" fmla="*/ 0 h 58"/>
                  <a:gd name="T8" fmla="*/ 0 w 114"/>
                  <a:gd name="T9" fmla="*/ 0 h 58"/>
                  <a:gd name="T10" fmla="*/ 0 w 114"/>
                  <a:gd name="T11" fmla="*/ 0 h 58"/>
                  <a:gd name="T12" fmla="*/ 0 w 114"/>
                  <a:gd name="T13" fmla="*/ 0 h 58"/>
                  <a:gd name="T14" fmla="*/ 0 w 114"/>
                  <a:gd name="T15" fmla="*/ 0 h 58"/>
                  <a:gd name="T16" fmla="*/ 0 w 114"/>
                  <a:gd name="T17" fmla="*/ 0 h 58"/>
                  <a:gd name="T18" fmla="*/ 0 w 114"/>
                  <a:gd name="T19" fmla="*/ 0 h 58"/>
                  <a:gd name="T20" fmla="*/ 0 w 114"/>
                  <a:gd name="T21" fmla="*/ 0 h 58"/>
                  <a:gd name="T22" fmla="*/ 0 w 114"/>
                  <a:gd name="T23" fmla="*/ 0 h 58"/>
                  <a:gd name="T24" fmla="*/ 0 w 114"/>
                  <a:gd name="T25" fmla="*/ 0 h 58"/>
                  <a:gd name="T26" fmla="*/ 0 w 114"/>
                  <a:gd name="T27" fmla="*/ 0 h 58"/>
                  <a:gd name="T28" fmla="*/ 0 w 114"/>
                  <a:gd name="T29" fmla="*/ 0 h 58"/>
                  <a:gd name="T30" fmla="*/ 0 w 114"/>
                  <a:gd name="T31" fmla="*/ 0 h 58"/>
                  <a:gd name="T32" fmla="*/ 0 w 114"/>
                  <a:gd name="T33" fmla="*/ 0 h 58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w 114"/>
                  <a:gd name="T52" fmla="*/ 0 h 58"/>
                  <a:gd name="T53" fmla="*/ 114 w 114"/>
                  <a:gd name="T54" fmla="*/ 58 h 58"/>
                </a:gdLst>
                <a:ahLst/>
                <a:cxnLst>
                  <a:cxn ang="T34">
                    <a:pos x="T0" y="T1"/>
                  </a:cxn>
                  <a:cxn ang="T35">
                    <a:pos x="T2" y="T3"/>
                  </a:cxn>
                  <a:cxn ang="T36">
                    <a:pos x="T4" y="T5"/>
                  </a:cxn>
                  <a:cxn ang="T37">
                    <a:pos x="T6" y="T7"/>
                  </a:cxn>
                  <a:cxn ang="T38">
                    <a:pos x="T8" y="T9"/>
                  </a:cxn>
                  <a:cxn ang="T39">
                    <a:pos x="T10" y="T11"/>
                  </a:cxn>
                  <a:cxn ang="T40">
                    <a:pos x="T12" y="T13"/>
                  </a:cxn>
                  <a:cxn ang="T41">
                    <a:pos x="T14" y="T15"/>
                  </a:cxn>
                  <a:cxn ang="T42">
                    <a:pos x="T16" y="T17"/>
                  </a:cxn>
                  <a:cxn ang="T43">
                    <a:pos x="T18" y="T19"/>
                  </a:cxn>
                  <a:cxn ang="T44">
                    <a:pos x="T20" y="T21"/>
                  </a:cxn>
                  <a:cxn ang="T45">
                    <a:pos x="T22" y="T23"/>
                  </a:cxn>
                  <a:cxn ang="T46">
                    <a:pos x="T24" y="T25"/>
                  </a:cxn>
                  <a:cxn ang="T47">
                    <a:pos x="T26" y="T27"/>
                  </a:cxn>
                  <a:cxn ang="T48">
                    <a:pos x="T28" y="T29"/>
                  </a:cxn>
                  <a:cxn ang="T49">
                    <a:pos x="T30" y="T31"/>
                  </a:cxn>
                  <a:cxn ang="T50">
                    <a:pos x="T32" y="T33"/>
                  </a:cxn>
                </a:cxnLst>
                <a:rect l="T51" t="T52" r="T53" b="T54"/>
                <a:pathLst>
                  <a:path w="114" h="58">
                    <a:moveTo>
                      <a:pt x="56" y="58"/>
                    </a:moveTo>
                    <a:lnTo>
                      <a:pt x="0" y="58"/>
                    </a:lnTo>
                    <a:lnTo>
                      <a:pt x="1" y="45"/>
                    </a:lnTo>
                    <a:lnTo>
                      <a:pt x="6" y="33"/>
                    </a:lnTo>
                    <a:lnTo>
                      <a:pt x="13" y="23"/>
                    </a:lnTo>
                    <a:lnTo>
                      <a:pt x="21" y="14"/>
                    </a:lnTo>
                    <a:lnTo>
                      <a:pt x="32" y="7"/>
                    </a:lnTo>
                    <a:lnTo>
                      <a:pt x="44" y="3"/>
                    </a:lnTo>
                    <a:lnTo>
                      <a:pt x="56" y="0"/>
                    </a:lnTo>
                    <a:lnTo>
                      <a:pt x="69" y="3"/>
                    </a:lnTo>
                    <a:lnTo>
                      <a:pt x="81" y="7"/>
                    </a:lnTo>
                    <a:lnTo>
                      <a:pt x="91" y="14"/>
                    </a:lnTo>
                    <a:lnTo>
                      <a:pt x="100" y="23"/>
                    </a:lnTo>
                    <a:lnTo>
                      <a:pt x="107" y="33"/>
                    </a:lnTo>
                    <a:lnTo>
                      <a:pt x="111" y="45"/>
                    </a:lnTo>
                    <a:lnTo>
                      <a:pt x="114" y="58"/>
                    </a:lnTo>
                    <a:lnTo>
                      <a:pt x="56" y="58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974" name="Freeform 411">
                <a:extLst>
                  <a:ext uri="{FF2B5EF4-FFF2-40B4-BE49-F238E27FC236}">
                    <a16:creationId xmlns:a16="http://schemas.microsoft.com/office/drawing/2014/main" id="{A7920E94-750C-D54B-EF20-45C41C76119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150" y="3397"/>
                <a:ext cx="20" cy="9"/>
              </a:xfrm>
              <a:custGeom>
                <a:avLst/>
                <a:gdLst>
                  <a:gd name="T0" fmla="*/ 0 w 114"/>
                  <a:gd name="T1" fmla="*/ 0 h 58"/>
                  <a:gd name="T2" fmla="*/ 0 w 114"/>
                  <a:gd name="T3" fmla="*/ 0 h 58"/>
                  <a:gd name="T4" fmla="*/ 0 w 114"/>
                  <a:gd name="T5" fmla="*/ 0 h 58"/>
                  <a:gd name="T6" fmla="*/ 0 w 114"/>
                  <a:gd name="T7" fmla="*/ 0 h 58"/>
                  <a:gd name="T8" fmla="*/ 0 w 114"/>
                  <a:gd name="T9" fmla="*/ 0 h 58"/>
                  <a:gd name="T10" fmla="*/ 0 w 114"/>
                  <a:gd name="T11" fmla="*/ 0 h 58"/>
                  <a:gd name="T12" fmla="*/ 0 w 114"/>
                  <a:gd name="T13" fmla="*/ 0 h 58"/>
                  <a:gd name="T14" fmla="*/ 0 w 114"/>
                  <a:gd name="T15" fmla="*/ 0 h 58"/>
                  <a:gd name="T16" fmla="*/ 0 w 114"/>
                  <a:gd name="T17" fmla="*/ 0 h 58"/>
                  <a:gd name="T18" fmla="*/ 0 w 114"/>
                  <a:gd name="T19" fmla="*/ 0 h 58"/>
                  <a:gd name="T20" fmla="*/ 0 w 114"/>
                  <a:gd name="T21" fmla="*/ 0 h 58"/>
                  <a:gd name="T22" fmla="*/ 0 w 114"/>
                  <a:gd name="T23" fmla="*/ 0 h 58"/>
                  <a:gd name="T24" fmla="*/ 0 w 114"/>
                  <a:gd name="T25" fmla="*/ 0 h 58"/>
                  <a:gd name="T26" fmla="*/ 0 w 114"/>
                  <a:gd name="T27" fmla="*/ 0 h 58"/>
                  <a:gd name="T28" fmla="*/ 0 w 114"/>
                  <a:gd name="T29" fmla="*/ 0 h 58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w 114"/>
                  <a:gd name="T46" fmla="*/ 0 h 58"/>
                  <a:gd name="T47" fmla="*/ 114 w 114"/>
                  <a:gd name="T48" fmla="*/ 58 h 58"/>
                </a:gdLst>
                <a:ahLst/>
                <a:cxnLst>
                  <a:cxn ang="T30">
                    <a:pos x="T0" y="T1"/>
                  </a:cxn>
                  <a:cxn ang="T31">
                    <a:pos x="T2" y="T3"/>
                  </a:cxn>
                  <a:cxn ang="T32">
                    <a:pos x="T4" y="T5"/>
                  </a:cxn>
                  <a:cxn ang="T33">
                    <a:pos x="T6" y="T7"/>
                  </a:cxn>
                  <a:cxn ang="T34">
                    <a:pos x="T8" y="T9"/>
                  </a:cxn>
                  <a:cxn ang="T35">
                    <a:pos x="T10" y="T11"/>
                  </a:cxn>
                  <a:cxn ang="T36">
                    <a:pos x="T12" y="T13"/>
                  </a:cxn>
                  <a:cxn ang="T37">
                    <a:pos x="T14" y="T15"/>
                  </a:cxn>
                  <a:cxn ang="T38">
                    <a:pos x="T16" y="T17"/>
                  </a:cxn>
                  <a:cxn ang="T39">
                    <a:pos x="T18" y="T19"/>
                  </a:cxn>
                  <a:cxn ang="T40">
                    <a:pos x="T20" y="T21"/>
                  </a:cxn>
                  <a:cxn ang="T41">
                    <a:pos x="T22" y="T23"/>
                  </a:cxn>
                  <a:cxn ang="T42">
                    <a:pos x="T24" y="T25"/>
                  </a:cxn>
                  <a:cxn ang="T43">
                    <a:pos x="T26" y="T27"/>
                  </a:cxn>
                  <a:cxn ang="T44">
                    <a:pos x="T28" y="T29"/>
                  </a:cxn>
                </a:cxnLst>
                <a:rect l="T45" t="T46" r="T47" b="T48"/>
                <a:pathLst>
                  <a:path w="114" h="58">
                    <a:moveTo>
                      <a:pt x="0" y="58"/>
                    </a:moveTo>
                    <a:lnTo>
                      <a:pt x="1" y="45"/>
                    </a:lnTo>
                    <a:lnTo>
                      <a:pt x="6" y="33"/>
                    </a:lnTo>
                    <a:lnTo>
                      <a:pt x="13" y="23"/>
                    </a:lnTo>
                    <a:lnTo>
                      <a:pt x="21" y="14"/>
                    </a:lnTo>
                    <a:lnTo>
                      <a:pt x="32" y="7"/>
                    </a:lnTo>
                    <a:lnTo>
                      <a:pt x="44" y="3"/>
                    </a:lnTo>
                    <a:lnTo>
                      <a:pt x="56" y="0"/>
                    </a:lnTo>
                    <a:lnTo>
                      <a:pt x="69" y="3"/>
                    </a:lnTo>
                    <a:lnTo>
                      <a:pt x="81" y="7"/>
                    </a:lnTo>
                    <a:lnTo>
                      <a:pt x="91" y="14"/>
                    </a:lnTo>
                    <a:lnTo>
                      <a:pt x="100" y="23"/>
                    </a:lnTo>
                    <a:lnTo>
                      <a:pt x="107" y="33"/>
                    </a:lnTo>
                    <a:lnTo>
                      <a:pt x="111" y="45"/>
                    </a:lnTo>
                    <a:lnTo>
                      <a:pt x="114" y="58"/>
                    </a:lnTo>
                  </a:path>
                </a:pathLst>
              </a:cu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975" name="Freeform 412">
                <a:extLst>
                  <a:ext uri="{FF2B5EF4-FFF2-40B4-BE49-F238E27FC236}">
                    <a16:creationId xmlns:a16="http://schemas.microsoft.com/office/drawing/2014/main" id="{22E44157-33A5-E128-54A6-8BD91FB3B04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150" y="3406"/>
                <a:ext cx="20" cy="270"/>
              </a:xfrm>
              <a:custGeom>
                <a:avLst/>
                <a:gdLst>
                  <a:gd name="T0" fmla="*/ 0 w 114"/>
                  <a:gd name="T1" fmla="*/ 0 h 1594"/>
                  <a:gd name="T2" fmla="*/ 0 w 114"/>
                  <a:gd name="T3" fmla="*/ 0 h 1594"/>
                  <a:gd name="T4" fmla="*/ 0 w 114"/>
                  <a:gd name="T5" fmla="*/ 0 h 1594"/>
                  <a:gd name="T6" fmla="*/ 0 w 114"/>
                  <a:gd name="T7" fmla="*/ 0 h 1594"/>
                  <a:gd name="T8" fmla="*/ 0 w 114"/>
                  <a:gd name="T9" fmla="*/ 0 h 1594"/>
                  <a:gd name="T10" fmla="*/ 0 w 114"/>
                  <a:gd name="T11" fmla="*/ 0 h 1594"/>
                  <a:gd name="T12" fmla="*/ 0 w 114"/>
                  <a:gd name="T13" fmla="*/ 0 h 1594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114"/>
                  <a:gd name="T22" fmla="*/ 0 h 1594"/>
                  <a:gd name="T23" fmla="*/ 114 w 114"/>
                  <a:gd name="T24" fmla="*/ 1594 h 1594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114" h="1594">
                    <a:moveTo>
                      <a:pt x="114" y="0"/>
                    </a:moveTo>
                    <a:lnTo>
                      <a:pt x="56" y="0"/>
                    </a:lnTo>
                    <a:lnTo>
                      <a:pt x="0" y="0"/>
                    </a:lnTo>
                    <a:lnTo>
                      <a:pt x="0" y="1594"/>
                    </a:lnTo>
                    <a:lnTo>
                      <a:pt x="56" y="1594"/>
                    </a:lnTo>
                    <a:lnTo>
                      <a:pt x="114" y="1594"/>
                    </a:lnTo>
                    <a:lnTo>
                      <a:pt x="114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976" name="Freeform 413">
                <a:extLst>
                  <a:ext uri="{FF2B5EF4-FFF2-40B4-BE49-F238E27FC236}">
                    <a16:creationId xmlns:a16="http://schemas.microsoft.com/office/drawing/2014/main" id="{1F147E5E-D364-8372-0151-30FB0B6FA3A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150" y="3406"/>
                <a:ext cx="20" cy="270"/>
              </a:xfrm>
              <a:custGeom>
                <a:avLst/>
                <a:gdLst>
                  <a:gd name="T0" fmla="*/ 0 w 114"/>
                  <a:gd name="T1" fmla="*/ 0 h 1594"/>
                  <a:gd name="T2" fmla="*/ 0 w 114"/>
                  <a:gd name="T3" fmla="*/ 0 h 1594"/>
                  <a:gd name="T4" fmla="*/ 0 w 114"/>
                  <a:gd name="T5" fmla="*/ 0 h 1594"/>
                  <a:gd name="T6" fmla="*/ 0 w 114"/>
                  <a:gd name="T7" fmla="*/ 0 h 1594"/>
                  <a:gd name="T8" fmla="*/ 0 w 114"/>
                  <a:gd name="T9" fmla="*/ 0 h 1594"/>
                  <a:gd name="T10" fmla="*/ 0 w 114"/>
                  <a:gd name="T11" fmla="*/ 0 h 1594"/>
                  <a:gd name="T12" fmla="*/ 0 w 114"/>
                  <a:gd name="T13" fmla="*/ 0 h 1594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114"/>
                  <a:gd name="T22" fmla="*/ 0 h 1594"/>
                  <a:gd name="T23" fmla="*/ 114 w 114"/>
                  <a:gd name="T24" fmla="*/ 1594 h 1594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114" h="1594">
                    <a:moveTo>
                      <a:pt x="114" y="0"/>
                    </a:moveTo>
                    <a:lnTo>
                      <a:pt x="56" y="0"/>
                    </a:lnTo>
                    <a:lnTo>
                      <a:pt x="0" y="0"/>
                    </a:lnTo>
                    <a:lnTo>
                      <a:pt x="0" y="1594"/>
                    </a:lnTo>
                    <a:lnTo>
                      <a:pt x="56" y="1594"/>
                    </a:lnTo>
                    <a:lnTo>
                      <a:pt x="114" y="1594"/>
                    </a:lnTo>
                    <a:lnTo>
                      <a:pt x="114" y="0"/>
                    </a:lnTo>
                    <a:close/>
                  </a:path>
                </a:pathLst>
              </a:cu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977" name="Freeform 414">
                <a:extLst>
                  <a:ext uri="{FF2B5EF4-FFF2-40B4-BE49-F238E27FC236}">
                    <a16:creationId xmlns:a16="http://schemas.microsoft.com/office/drawing/2014/main" id="{4613A88A-E63D-436D-F824-333E7A66B8F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150" y="3676"/>
                <a:ext cx="20" cy="9"/>
              </a:xfrm>
              <a:custGeom>
                <a:avLst/>
                <a:gdLst>
                  <a:gd name="T0" fmla="*/ 0 w 114"/>
                  <a:gd name="T1" fmla="*/ 0 h 56"/>
                  <a:gd name="T2" fmla="*/ 0 w 114"/>
                  <a:gd name="T3" fmla="*/ 0 h 56"/>
                  <a:gd name="T4" fmla="*/ 0 w 114"/>
                  <a:gd name="T5" fmla="*/ 0 h 56"/>
                  <a:gd name="T6" fmla="*/ 0 w 114"/>
                  <a:gd name="T7" fmla="*/ 0 h 56"/>
                  <a:gd name="T8" fmla="*/ 0 w 114"/>
                  <a:gd name="T9" fmla="*/ 0 h 56"/>
                  <a:gd name="T10" fmla="*/ 0 w 114"/>
                  <a:gd name="T11" fmla="*/ 0 h 56"/>
                  <a:gd name="T12" fmla="*/ 0 w 114"/>
                  <a:gd name="T13" fmla="*/ 0 h 56"/>
                  <a:gd name="T14" fmla="*/ 0 w 114"/>
                  <a:gd name="T15" fmla="*/ 0 h 56"/>
                  <a:gd name="T16" fmla="*/ 0 w 114"/>
                  <a:gd name="T17" fmla="*/ 0 h 56"/>
                  <a:gd name="T18" fmla="*/ 0 w 114"/>
                  <a:gd name="T19" fmla="*/ 0 h 56"/>
                  <a:gd name="T20" fmla="*/ 0 w 114"/>
                  <a:gd name="T21" fmla="*/ 0 h 56"/>
                  <a:gd name="T22" fmla="*/ 0 w 114"/>
                  <a:gd name="T23" fmla="*/ 0 h 56"/>
                  <a:gd name="T24" fmla="*/ 0 w 114"/>
                  <a:gd name="T25" fmla="*/ 0 h 56"/>
                  <a:gd name="T26" fmla="*/ 0 w 114"/>
                  <a:gd name="T27" fmla="*/ 0 h 56"/>
                  <a:gd name="T28" fmla="*/ 0 w 114"/>
                  <a:gd name="T29" fmla="*/ 0 h 56"/>
                  <a:gd name="T30" fmla="*/ 0 w 114"/>
                  <a:gd name="T31" fmla="*/ 0 h 56"/>
                  <a:gd name="T32" fmla="*/ 0 w 114"/>
                  <a:gd name="T33" fmla="*/ 0 h 5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w 114"/>
                  <a:gd name="T52" fmla="*/ 0 h 56"/>
                  <a:gd name="T53" fmla="*/ 114 w 114"/>
                  <a:gd name="T54" fmla="*/ 56 h 56"/>
                </a:gdLst>
                <a:ahLst/>
                <a:cxnLst>
                  <a:cxn ang="T34">
                    <a:pos x="T0" y="T1"/>
                  </a:cxn>
                  <a:cxn ang="T35">
                    <a:pos x="T2" y="T3"/>
                  </a:cxn>
                  <a:cxn ang="T36">
                    <a:pos x="T4" y="T5"/>
                  </a:cxn>
                  <a:cxn ang="T37">
                    <a:pos x="T6" y="T7"/>
                  </a:cxn>
                  <a:cxn ang="T38">
                    <a:pos x="T8" y="T9"/>
                  </a:cxn>
                  <a:cxn ang="T39">
                    <a:pos x="T10" y="T11"/>
                  </a:cxn>
                  <a:cxn ang="T40">
                    <a:pos x="T12" y="T13"/>
                  </a:cxn>
                  <a:cxn ang="T41">
                    <a:pos x="T14" y="T15"/>
                  </a:cxn>
                  <a:cxn ang="T42">
                    <a:pos x="T16" y="T17"/>
                  </a:cxn>
                  <a:cxn ang="T43">
                    <a:pos x="T18" y="T19"/>
                  </a:cxn>
                  <a:cxn ang="T44">
                    <a:pos x="T20" y="T21"/>
                  </a:cxn>
                  <a:cxn ang="T45">
                    <a:pos x="T22" y="T23"/>
                  </a:cxn>
                  <a:cxn ang="T46">
                    <a:pos x="T24" y="T25"/>
                  </a:cxn>
                  <a:cxn ang="T47">
                    <a:pos x="T26" y="T27"/>
                  </a:cxn>
                  <a:cxn ang="T48">
                    <a:pos x="T28" y="T29"/>
                  </a:cxn>
                  <a:cxn ang="T49">
                    <a:pos x="T30" y="T31"/>
                  </a:cxn>
                  <a:cxn ang="T50">
                    <a:pos x="T32" y="T33"/>
                  </a:cxn>
                </a:cxnLst>
                <a:rect l="T51" t="T52" r="T53" b="T54"/>
                <a:pathLst>
                  <a:path w="114" h="56">
                    <a:moveTo>
                      <a:pt x="56" y="0"/>
                    </a:moveTo>
                    <a:lnTo>
                      <a:pt x="114" y="0"/>
                    </a:lnTo>
                    <a:lnTo>
                      <a:pt x="111" y="13"/>
                    </a:lnTo>
                    <a:lnTo>
                      <a:pt x="107" y="25"/>
                    </a:lnTo>
                    <a:lnTo>
                      <a:pt x="100" y="35"/>
                    </a:lnTo>
                    <a:lnTo>
                      <a:pt x="91" y="44"/>
                    </a:lnTo>
                    <a:lnTo>
                      <a:pt x="81" y="51"/>
                    </a:lnTo>
                    <a:lnTo>
                      <a:pt x="69" y="55"/>
                    </a:lnTo>
                    <a:lnTo>
                      <a:pt x="56" y="56"/>
                    </a:lnTo>
                    <a:lnTo>
                      <a:pt x="44" y="55"/>
                    </a:lnTo>
                    <a:lnTo>
                      <a:pt x="32" y="51"/>
                    </a:lnTo>
                    <a:lnTo>
                      <a:pt x="21" y="44"/>
                    </a:lnTo>
                    <a:lnTo>
                      <a:pt x="13" y="35"/>
                    </a:lnTo>
                    <a:lnTo>
                      <a:pt x="6" y="25"/>
                    </a:lnTo>
                    <a:lnTo>
                      <a:pt x="1" y="13"/>
                    </a:lnTo>
                    <a:lnTo>
                      <a:pt x="0" y="0"/>
                    </a:lnTo>
                    <a:lnTo>
                      <a:pt x="56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978" name="Freeform 415">
                <a:extLst>
                  <a:ext uri="{FF2B5EF4-FFF2-40B4-BE49-F238E27FC236}">
                    <a16:creationId xmlns:a16="http://schemas.microsoft.com/office/drawing/2014/main" id="{423B9CC9-95F0-5D2E-E044-88AD4B5751A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150" y="3676"/>
                <a:ext cx="20" cy="9"/>
              </a:xfrm>
              <a:custGeom>
                <a:avLst/>
                <a:gdLst>
                  <a:gd name="T0" fmla="*/ 0 w 114"/>
                  <a:gd name="T1" fmla="*/ 0 h 56"/>
                  <a:gd name="T2" fmla="*/ 0 w 114"/>
                  <a:gd name="T3" fmla="*/ 0 h 56"/>
                  <a:gd name="T4" fmla="*/ 0 w 114"/>
                  <a:gd name="T5" fmla="*/ 0 h 56"/>
                  <a:gd name="T6" fmla="*/ 0 w 114"/>
                  <a:gd name="T7" fmla="*/ 0 h 56"/>
                  <a:gd name="T8" fmla="*/ 0 w 114"/>
                  <a:gd name="T9" fmla="*/ 0 h 56"/>
                  <a:gd name="T10" fmla="*/ 0 w 114"/>
                  <a:gd name="T11" fmla="*/ 0 h 56"/>
                  <a:gd name="T12" fmla="*/ 0 w 114"/>
                  <a:gd name="T13" fmla="*/ 0 h 56"/>
                  <a:gd name="T14" fmla="*/ 0 w 114"/>
                  <a:gd name="T15" fmla="*/ 0 h 56"/>
                  <a:gd name="T16" fmla="*/ 0 w 114"/>
                  <a:gd name="T17" fmla="*/ 0 h 56"/>
                  <a:gd name="T18" fmla="*/ 0 w 114"/>
                  <a:gd name="T19" fmla="*/ 0 h 56"/>
                  <a:gd name="T20" fmla="*/ 0 w 114"/>
                  <a:gd name="T21" fmla="*/ 0 h 56"/>
                  <a:gd name="T22" fmla="*/ 0 w 114"/>
                  <a:gd name="T23" fmla="*/ 0 h 56"/>
                  <a:gd name="T24" fmla="*/ 0 w 114"/>
                  <a:gd name="T25" fmla="*/ 0 h 56"/>
                  <a:gd name="T26" fmla="*/ 0 w 114"/>
                  <a:gd name="T27" fmla="*/ 0 h 56"/>
                  <a:gd name="T28" fmla="*/ 0 w 114"/>
                  <a:gd name="T29" fmla="*/ 0 h 5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w 114"/>
                  <a:gd name="T46" fmla="*/ 0 h 56"/>
                  <a:gd name="T47" fmla="*/ 114 w 114"/>
                  <a:gd name="T48" fmla="*/ 56 h 56"/>
                </a:gdLst>
                <a:ahLst/>
                <a:cxnLst>
                  <a:cxn ang="T30">
                    <a:pos x="T0" y="T1"/>
                  </a:cxn>
                  <a:cxn ang="T31">
                    <a:pos x="T2" y="T3"/>
                  </a:cxn>
                  <a:cxn ang="T32">
                    <a:pos x="T4" y="T5"/>
                  </a:cxn>
                  <a:cxn ang="T33">
                    <a:pos x="T6" y="T7"/>
                  </a:cxn>
                  <a:cxn ang="T34">
                    <a:pos x="T8" y="T9"/>
                  </a:cxn>
                  <a:cxn ang="T35">
                    <a:pos x="T10" y="T11"/>
                  </a:cxn>
                  <a:cxn ang="T36">
                    <a:pos x="T12" y="T13"/>
                  </a:cxn>
                  <a:cxn ang="T37">
                    <a:pos x="T14" y="T15"/>
                  </a:cxn>
                  <a:cxn ang="T38">
                    <a:pos x="T16" y="T17"/>
                  </a:cxn>
                  <a:cxn ang="T39">
                    <a:pos x="T18" y="T19"/>
                  </a:cxn>
                  <a:cxn ang="T40">
                    <a:pos x="T20" y="T21"/>
                  </a:cxn>
                  <a:cxn ang="T41">
                    <a:pos x="T22" y="T23"/>
                  </a:cxn>
                  <a:cxn ang="T42">
                    <a:pos x="T24" y="T25"/>
                  </a:cxn>
                  <a:cxn ang="T43">
                    <a:pos x="T26" y="T27"/>
                  </a:cxn>
                  <a:cxn ang="T44">
                    <a:pos x="T28" y="T29"/>
                  </a:cxn>
                </a:cxnLst>
                <a:rect l="T45" t="T46" r="T47" b="T48"/>
                <a:pathLst>
                  <a:path w="114" h="56">
                    <a:moveTo>
                      <a:pt x="114" y="0"/>
                    </a:moveTo>
                    <a:lnTo>
                      <a:pt x="111" y="13"/>
                    </a:lnTo>
                    <a:lnTo>
                      <a:pt x="107" y="25"/>
                    </a:lnTo>
                    <a:lnTo>
                      <a:pt x="100" y="35"/>
                    </a:lnTo>
                    <a:lnTo>
                      <a:pt x="91" y="44"/>
                    </a:lnTo>
                    <a:lnTo>
                      <a:pt x="81" y="51"/>
                    </a:lnTo>
                    <a:lnTo>
                      <a:pt x="69" y="55"/>
                    </a:lnTo>
                    <a:lnTo>
                      <a:pt x="56" y="56"/>
                    </a:lnTo>
                    <a:lnTo>
                      <a:pt x="44" y="55"/>
                    </a:lnTo>
                    <a:lnTo>
                      <a:pt x="32" y="51"/>
                    </a:lnTo>
                    <a:lnTo>
                      <a:pt x="21" y="44"/>
                    </a:lnTo>
                    <a:lnTo>
                      <a:pt x="13" y="35"/>
                    </a:lnTo>
                    <a:lnTo>
                      <a:pt x="6" y="25"/>
                    </a:lnTo>
                    <a:lnTo>
                      <a:pt x="1" y="13"/>
                    </a:lnTo>
                    <a:lnTo>
                      <a:pt x="0" y="0"/>
                    </a:lnTo>
                  </a:path>
                </a:pathLst>
              </a:cu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979" name="Freeform 416">
                <a:extLst>
                  <a:ext uri="{FF2B5EF4-FFF2-40B4-BE49-F238E27FC236}">
                    <a16:creationId xmlns:a16="http://schemas.microsoft.com/office/drawing/2014/main" id="{4F24D0D5-0F60-87EA-7081-0B4EEB11EA1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352" y="3299"/>
                <a:ext cx="19" cy="10"/>
              </a:xfrm>
              <a:custGeom>
                <a:avLst/>
                <a:gdLst>
                  <a:gd name="T0" fmla="*/ 0 w 114"/>
                  <a:gd name="T1" fmla="*/ 0 h 57"/>
                  <a:gd name="T2" fmla="*/ 0 w 114"/>
                  <a:gd name="T3" fmla="*/ 0 h 57"/>
                  <a:gd name="T4" fmla="*/ 0 w 114"/>
                  <a:gd name="T5" fmla="*/ 0 h 57"/>
                  <a:gd name="T6" fmla="*/ 0 w 114"/>
                  <a:gd name="T7" fmla="*/ 0 h 57"/>
                  <a:gd name="T8" fmla="*/ 0 w 114"/>
                  <a:gd name="T9" fmla="*/ 0 h 57"/>
                  <a:gd name="T10" fmla="*/ 0 w 114"/>
                  <a:gd name="T11" fmla="*/ 0 h 57"/>
                  <a:gd name="T12" fmla="*/ 0 w 114"/>
                  <a:gd name="T13" fmla="*/ 0 h 57"/>
                  <a:gd name="T14" fmla="*/ 0 w 114"/>
                  <a:gd name="T15" fmla="*/ 0 h 57"/>
                  <a:gd name="T16" fmla="*/ 0 w 114"/>
                  <a:gd name="T17" fmla="*/ 0 h 57"/>
                  <a:gd name="T18" fmla="*/ 0 w 114"/>
                  <a:gd name="T19" fmla="*/ 0 h 57"/>
                  <a:gd name="T20" fmla="*/ 0 w 114"/>
                  <a:gd name="T21" fmla="*/ 0 h 57"/>
                  <a:gd name="T22" fmla="*/ 0 w 114"/>
                  <a:gd name="T23" fmla="*/ 0 h 57"/>
                  <a:gd name="T24" fmla="*/ 0 w 114"/>
                  <a:gd name="T25" fmla="*/ 0 h 57"/>
                  <a:gd name="T26" fmla="*/ 0 w 114"/>
                  <a:gd name="T27" fmla="*/ 0 h 57"/>
                  <a:gd name="T28" fmla="*/ 0 w 114"/>
                  <a:gd name="T29" fmla="*/ 0 h 57"/>
                  <a:gd name="T30" fmla="*/ 0 w 114"/>
                  <a:gd name="T31" fmla="*/ 0 h 57"/>
                  <a:gd name="T32" fmla="*/ 0 w 114"/>
                  <a:gd name="T33" fmla="*/ 0 h 57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w 114"/>
                  <a:gd name="T52" fmla="*/ 0 h 57"/>
                  <a:gd name="T53" fmla="*/ 114 w 114"/>
                  <a:gd name="T54" fmla="*/ 57 h 57"/>
                </a:gdLst>
                <a:ahLst/>
                <a:cxnLst>
                  <a:cxn ang="T34">
                    <a:pos x="T0" y="T1"/>
                  </a:cxn>
                  <a:cxn ang="T35">
                    <a:pos x="T2" y="T3"/>
                  </a:cxn>
                  <a:cxn ang="T36">
                    <a:pos x="T4" y="T5"/>
                  </a:cxn>
                  <a:cxn ang="T37">
                    <a:pos x="T6" y="T7"/>
                  </a:cxn>
                  <a:cxn ang="T38">
                    <a:pos x="T8" y="T9"/>
                  </a:cxn>
                  <a:cxn ang="T39">
                    <a:pos x="T10" y="T11"/>
                  </a:cxn>
                  <a:cxn ang="T40">
                    <a:pos x="T12" y="T13"/>
                  </a:cxn>
                  <a:cxn ang="T41">
                    <a:pos x="T14" y="T15"/>
                  </a:cxn>
                  <a:cxn ang="T42">
                    <a:pos x="T16" y="T17"/>
                  </a:cxn>
                  <a:cxn ang="T43">
                    <a:pos x="T18" y="T19"/>
                  </a:cxn>
                  <a:cxn ang="T44">
                    <a:pos x="T20" y="T21"/>
                  </a:cxn>
                  <a:cxn ang="T45">
                    <a:pos x="T22" y="T23"/>
                  </a:cxn>
                  <a:cxn ang="T46">
                    <a:pos x="T24" y="T25"/>
                  </a:cxn>
                  <a:cxn ang="T47">
                    <a:pos x="T26" y="T27"/>
                  </a:cxn>
                  <a:cxn ang="T48">
                    <a:pos x="T28" y="T29"/>
                  </a:cxn>
                  <a:cxn ang="T49">
                    <a:pos x="T30" y="T31"/>
                  </a:cxn>
                  <a:cxn ang="T50">
                    <a:pos x="T32" y="T33"/>
                  </a:cxn>
                </a:cxnLst>
                <a:rect l="T51" t="T52" r="T53" b="T54"/>
                <a:pathLst>
                  <a:path w="114" h="57">
                    <a:moveTo>
                      <a:pt x="56" y="57"/>
                    </a:moveTo>
                    <a:lnTo>
                      <a:pt x="0" y="57"/>
                    </a:lnTo>
                    <a:lnTo>
                      <a:pt x="1" y="45"/>
                    </a:lnTo>
                    <a:lnTo>
                      <a:pt x="6" y="32"/>
                    </a:lnTo>
                    <a:lnTo>
                      <a:pt x="13" y="22"/>
                    </a:lnTo>
                    <a:lnTo>
                      <a:pt x="22" y="13"/>
                    </a:lnTo>
                    <a:lnTo>
                      <a:pt x="32" y="6"/>
                    </a:lnTo>
                    <a:lnTo>
                      <a:pt x="44" y="2"/>
                    </a:lnTo>
                    <a:lnTo>
                      <a:pt x="56" y="0"/>
                    </a:lnTo>
                    <a:lnTo>
                      <a:pt x="69" y="2"/>
                    </a:lnTo>
                    <a:lnTo>
                      <a:pt x="81" y="6"/>
                    </a:lnTo>
                    <a:lnTo>
                      <a:pt x="91" y="13"/>
                    </a:lnTo>
                    <a:lnTo>
                      <a:pt x="100" y="22"/>
                    </a:lnTo>
                    <a:lnTo>
                      <a:pt x="107" y="32"/>
                    </a:lnTo>
                    <a:lnTo>
                      <a:pt x="111" y="45"/>
                    </a:lnTo>
                    <a:lnTo>
                      <a:pt x="114" y="57"/>
                    </a:lnTo>
                    <a:lnTo>
                      <a:pt x="56" y="57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980" name="Freeform 417">
                <a:extLst>
                  <a:ext uri="{FF2B5EF4-FFF2-40B4-BE49-F238E27FC236}">
                    <a16:creationId xmlns:a16="http://schemas.microsoft.com/office/drawing/2014/main" id="{42C24EE5-FBFE-40F4-4B11-4104A7C86F0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352" y="3299"/>
                <a:ext cx="19" cy="10"/>
              </a:xfrm>
              <a:custGeom>
                <a:avLst/>
                <a:gdLst>
                  <a:gd name="T0" fmla="*/ 0 w 114"/>
                  <a:gd name="T1" fmla="*/ 0 h 57"/>
                  <a:gd name="T2" fmla="*/ 0 w 114"/>
                  <a:gd name="T3" fmla="*/ 0 h 57"/>
                  <a:gd name="T4" fmla="*/ 0 w 114"/>
                  <a:gd name="T5" fmla="*/ 0 h 57"/>
                  <a:gd name="T6" fmla="*/ 0 w 114"/>
                  <a:gd name="T7" fmla="*/ 0 h 57"/>
                  <a:gd name="T8" fmla="*/ 0 w 114"/>
                  <a:gd name="T9" fmla="*/ 0 h 57"/>
                  <a:gd name="T10" fmla="*/ 0 w 114"/>
                  <a:gd name="T11" fmla="*/ 0 h 57"/>
                  <a:gd name="T12" fmla="*/ 0 w 114"/>
                  <a:gd name="T13" fmla="*/ 0 h 57"/>
                  <a:gd name="T14" fmla="*/ 0 w 114"/>
                  <a:gd name="T15" fmla="*/ 0 h 57"/>
                  <a:gd name="T16" fmla="*/ 0 w 114"/>
                  <a:gd name="T17" fmla="*/ 0 h 57"/>
                  <a:gd name="T18" fmla="*/ 0 w 114"/>
                  <a:gd name="T19" fmla="*/ 0 h 57"/>
                  <a:gd name="T20" fmla="*/ 0 w 114"/>
                  <a:gd name="T21" fmla="*/ 0 h 57"/>
                  <a:gd name="T22" fmla="*/ 0 w 114"/>
                  <a:gd name="T23" fmla="*/ 0 h 57"/>
                  <a:gd name="T24" fmla="*/ 0 w 114"/>
                  <a:gd name="T25" fmla="*/ 0 h 57"/>
                  <a:gd name="T26" fmla="*/ 0 w 114"/>
                  <a:gd name="T27" fmla="*/ 0 h 57"/>
                  <a:gd name="T28" fmla="*/ 0 w 114"/>
                  <a:gd name="T29" fmla="*/ 0 h 57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w 114"/>
                  <a:gd name="T46" fmla="*/ 0 h 57"/>
                  <a:gd name="T47" fmla="*/ 114 w 114"/>
                  <a:gd name="T48" fmla="*/ 57 h 57"/>
                </a:gdLst>
                <a:ahLst/>
                <a:cxnLst>
                  <a:cxn ang="T30">
                    <a:pos x="T0" y="T1"/>
                  </a:cxn>
                  <a:cxn ang="T31">
                    <a:pos x="T2" y="T3"/>
                  </a:cxn>
                  <a:cxn ang="T32">
                    <a:pos x="T4" y="T5"/>
                  </a:cxn>
                  <a:cxn ang="T33">
                    <a:pos x="T6" y="T7"/>
                  </a:cxn>
                  <a:cxn ang="T34">
                    <a:pos x="T8" y="T9"/>
                  </a:cxn>
                  <a:cxn ang="T35">
                    <a:pos x="T10" y="T11"/>
                  </a:cxn>
                  <a:cxn ang="T36">
                    <a:pos x="T12" y="T13"/>
                  </a:cxn>
                  <a:cxn ang="T37">
                    <a:pos x="T14" y="T15"/>
                  </a:cxn>
                  <a:cxn ang="T38">
                    <a:pos x="T16" y="T17"/>
                  </a:cxn>
                  <a:cxn ang="T39">
                    <a:pos x="T18" y="T19"/>
                  </a:cxn>
                  <a:cxn ang="T40">
                    <a:pos x="T20" y="T21"/>
                  </a:cxn>
                  <a:cxn ang="T41">
                    <a:pos x="T22" y="T23"/>
                  </a:cxn>
                  <a:cxn ang="T42">
                    <a:pos x="T24" y="T25"/>
                  </a:cxn>
                  <a:cxn ang="T43">
                    <a:pos x="T26" y="T27"/>
                  </a:cxn>
                  <a:cxn ang="T44">
                    <a:pos x="T28" y="T29"/>
                  </a:cxn>
                </a:cxnLst>
                <a:rect l="T45" t="T46" r="T47" b="T48"/>
                <a:pathLst>
                  <a:path w="114" h="57">
                    <a:moveTo>
                      <a:pt x="0" y="57"/>
                    </a:moveTo>
                    <a:lnTo>
                      <a:pt x="1" y="45"/>
                    </a:lnTo>
                    <a:lnTo>
                      <a:pt x="6" y="32"/>
                    </a:lnTo>
                    <a:lnTo>
                      <a:pt x="13" y="22"/>
                    </a:lnTo>
                    <a:lnTo>
                      <a:pt x="22" y="13"/>
                    </a:lnTo>
                    <a:lnTo>
                      <a:pt x="32" y="6"/>
                    </a:lnTo>
                    <a:lnTo>
                      <a:pt x="44" y="2"/>
                    </a:lnTo>
                    <a:lnTo>
                      <a:pt x="56" y="0"/>
                    </a:lnTo>
                    <a:lnTo>
                      <a:pt x="69" y="2"/>
                    </a:lnTo>
                    <a:lnTo>
                      <a:pt x="81" y="6"/>
                    </a:lnTo>
                    <a:lnTo>
                      <a:pt x="91" y="13"/>
                    </a:lnTo>
                    <a:lnTo>
                      <a:pt x="100" y="22"/>
                    </a:lnTo>
                    <a:lnTo>
                      <a:pt x="107" y="32"/>
                    </a:lnTo>
                    <a:lnTo>
                      <a:pt x="111" y="45"/>
                    </a:lnTo>
                    <a:lnTo>
                      <a:pt x="114" y="57"/>
                    </a:lnTo>
                  </a:path>
                </a:pathLst>
              </a:cu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981" name="Freeform 418">
                <a:extLst>
                  <a:ext uri="{FF2B5EF4-FFF2-40B4-BE49-F238E27FC236}">
                    <a16:creationId xmlns:a16="http://schemas.microsoft.com/office/drawing/2014/main" id="{AB0B45C2-4FF1-A71C-8F21-67BFE7FBE55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352" y="3309"/>
                <a:ext cx="19" cy="464"/>
              </a:xfrm>
              <a:custGeom>
                <a:avLst/>
                <a:gdLst>
                  <a:gd name="T0" fmla="*/ 0 w 114"/>
                  <a:gd name="T1" fmla="*/ 0 h 2748"/>
                  <a:gd name="T2" fmla="*/ 0 w 114"/>
                  <a:gd name="T3" fmla="*/ 0 h 2748"/>
                  <a:gd name="T4" fmla="*/ 0 w 114"/>
                  <a:gd name="T5" fmla="*/ 0 h 2748"/>
                  <a:gd name="T6" fmla="*/ 0 w 114"/>
                  <a:gd name="T7" fmla="*/ 0 h 2748"/>
                  <a:gd name="T8" fmla="*/ 0 w 114"/>
                  <a:gd name="T9" fmla="*/ 0 h 2748"/>
                  <a:gd name="T10" fmla="*/ 0 w 114"/>
                  <a:gd name="T11" fmla="*/ 0 h 2748"/>
                  <a:gd name="T12" fmla="*/ 0 w 114"/>
                  <a:gd name="T13" fmla="*/ 0 h 2748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114"/>
                  <a:gd name="T22" fmla="*/ 0 h 2748"/>
                  <a:gd name="T23" fmla="*/ 114 w 114"/>
                  <a:gd name="T24" fmla="*/ 2748 h 2748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114" h="2748">
                    <a:moveTo>
                      <a:pt x="114" y="0"/>
                    </a:moveTo>
                    <a:lnTo>
                      <a:pt x="56" y="0"/>
                    </a:lnTo>
                    <a:lnTo>
                      <a:pt x="0" y="0"/>
                    </a:lnTo>
                    <a:lnTo>
                      <a:pt x="0" y="2748"/>
                    </a:lnTo>
                    <a:lnTo>
                      <a:pt x="56" y="2748"/>
                    </a:lnTo>
                    <a:lnTo>
                      <a:pt x="114" y="2748"/>
                    </a:lnTo>
                    <a:lnTo>
                      <a:pt x="114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982" name="Freeform 419">
                <a:extLst>
                  <a:ext uri="{FF2B5EF4-FFF2-40B4-BE49-F238E27FC236}">
                    <a16:creationId xmlns:a16="http://schemas.microsoft.com/office/drawing/2014/main" id="{07CD5F71-CCA1-D07B-9D73-B9B072E2CCF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352" y="3309"/>
                <a:ext cx="19" cy="464"/>
              </a:xfrm>
              <a:custGeom>
                <a:avLst/>
                <a:gdLst>
                  <a:gd name="T0" fmla="*/ 0 w 114"/>
                  <a:gd name="T1" fmla="*/ 0 h 2748"/>
                  <a:gd name="T2" fmla="*/ 0 w 114"/>
                  <a:gd name="T3" fmla="*/ 0 h 2748"/>
                  <a:gd name="T4" fmla="*/ 0 w 114"/>
                  <a:gd name="T5" fmla="*/ 0 h 2748"/>
                  <a:gd name="T6" fmla="*/ 0 w 114"/>
                  <a:gd name="T7" fmla="*/ 0 h 2748"/>
                  <a:gd name="T8" fmla="*/ 0 w 114"/>
                  <a:gd name="T9" fmla="*/ 0 h 2748"/>
                  <a:gd name="T10" fmla="*/ 0 w 114"/>
                  <a:gd name="T11" fmla="*/ 0 h 2748"/>
                  <a:gd name="T12" fmla="*/ 0 w 114"/>
                  <a:gd name="T13" fmla="*/ 0 h 2748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114"/>
                  <a:gd name="T22" fmla="*/ 0 h 2748"/>
                  <a:gd name="T23" fmla="*/ 114 w 114"/>
                  <a:gd name="T24" fmla="*/ 2748 h 2748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114" h="2748">
                    <a:moveTo>
                      <a:pt x="114" y="0"/>
                    </a:moveTo>
                    <a:lnTo>
                      <a:pt x="56" y="0"/>
                    </a:lnTo>
                    <a:lnTo>
                      <a:pt x="0" y="0"/>
                    </a:lnTo>
                    <a:lnTo>
                      <a:pt x="0" y="2748"/>
                    </a:lnTo>
                    <a:lnTo>
                      <a:pt x="56" y="2748"/>
                    </a:lnTo>
                    <a:lnTo>
                      <a:pt x="114" y="2748"/>
                    </a:lnTo>
                    <a:lnTo>
                      <a:pt x="114" y="0"/>
                    </a:lnTo>
                    <a:close/>
                  </a:path>
                </a:pathLst>
              </a:cu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983" name="Freeform 420">
                <a:extLst>
                  <a:ext uri="{FF2B5EF4-FFF2-40B4-BE49-F238E27FC236}">
                    <a16:creationId xmlns:a16="http://schemas.microsoft.com/office/drawing/2014/main" id="{4F7DE2E8-43AB-ACF8-4709-9102CEEB3B9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352" y="3773"/>
                <a:ext cx="19" cy="9"/>
              </a:xfrm>
              <a:custGeom>
                <a:avLst/>
                <a:gdLst>
                  <a:gd name="T0" fmla="*/ 0 w 114"/>
                  <a:gd name="T1" fmla="*/ 0 h 56"/>
                  <a:gd name="T2" fmla="*/ 0 w 114"/>
                  <a:gd name="T3" fmla="*/ 0 h 56"/>
                  <a:gd name="T4" fmla="*/ 0 w 114"/>
                  <a:gd name="T5" fmla="*/ 0 h 56"/>
                  <a:gd name="T6" fmla="*/ 0 w 114"/>
                  <a:gd name="T7" fmla="*/ 0 h 56"/>
                  <a:gd name="T8" fmla="*/ 0 w 114"/>
                  <a:gd name="T9" fmla="*/ 0 h 56"/>
                  <a:gd name="T10" fmla="*/ 0 w 114"/>
                  <a:gd name="T11" fmla="*/ 0 h 56"/>
                  <a:gd name="T12" fmla="*/ 0 w 114"/>
                  <a:gd name="T13" fmla="*/ 0 h 56"/>
                  <a:gd name="T14" fmla="*/ 0 w 114"/>
                  <a:gd name="T15" fmla="*/ 0 h 56"/>
                  <a:gd name="T16" fmla="*/ 0 w 114"/>
                  <a:gd name="T17" fmla="*/ 0 h 56"/>
                  <a:gd name="T18" fmla="*/ 0 w 114"/>
                  <a:gd name="T19" fmla="*/ 0 h 56"/>
                  <a:gd name="T20" fmla="*/ 0 w 114"/>
                  <a:gd name="T21" fmla="*/ 0 h 56"/>
                  <a:gd name="T22" fmla="*/ 0 w 114"/>
                  <a:gd name="T23" fmla="*/ 0 h 56"/>
                  <a:gd name="T24" fmla="*/ 0 w 114"/>
                  <a:gd name="T25" fmla="*/ 0 h 56"/>
                  <a:gd name="T26" fmla="*/ 0 w 114"/>
                  <a:gd name="T27" fmla="*/ 0 h 56"/>
                  <a:gd name="T28" fmla="*/ 0 w 114"/>
                  <a:gd name="T29" fmla="*/ 0 h 56"/>
                  <a:gd name="T30" fmla="*/ 0 w 114"/>
                  <a:gd name="T31" fmla="*/ 0 h 56"/>
                  <a:gd name="T32" fmla="*/ 0 w 114"/>
                  <a:gd name="T33" fmla="*/ 0 h 5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w 114"/>
                  <a:gd name="T52" fmla="*/ 0 h 56"/>
                  <a:gd name="T53" fmla="*/ 114 w 114"/>
                  <a:gd name="T54" fmla="*/ 56 h 56"/>
                </a:gdLst>
                <a:ahLst/>
                <a:cxnLst>
                  <a:cxn ang="T34">
                    <a:pos x="T0" y="T1"/>
                  </a:cxn>
                  <a:cxn ang="T35">
                    <a:pos x="T2" y="T3"/>
                  </a:cxn>
                  <a:cxn ang="T36">
                    <a:pos x="T4" y="T5"/>
                  </a:cxn>
                  <a:cxn ang="T37">
                    <a:pos x="T6" y="T7"/>
                  </a:cxn>
                  <a:cxn ang="T38">
                    <a:pos x="T8" y="T9"/>
                  </a:cxn>
                  <a:cxn ang="T39">
                    <a:pos x="T10" y="T11"/>
                  </a:cxn>
                  <a:cxn ang="T40">
                    <a:pos x="T12" y="T13"/>
                  </a:cxn>
                  <a:cxn ang="T41">
                    <a:pos x="T14" y="T15"/>
                  </a:cxn>
                  <a:cxn ang="T42">
                    <a:pos x="T16" y="T17"/>
                  </a:cxn>
                  <a:cxn ang="T43">
                    <a:pos x="T18" y="T19"/>
                  </a:cxn>
                  <a:cxn ang="T44">
                    <a:pos x="T20" y="T21"/>
                  </a:cxn>
                  <a:cxn ang="T45">
                    <a:pos x="T22" y="T23"/>
                  </a:cxn>
                  <a:cxn ang="T46">
                    <a:pos x="T24" y="T25"/>
                  </a:cxn>
                  <a:cxn ang="T47">
                    <a:pos x="T26" y="T27"/>
                  </a:cxn>
                  <a:cxn ang="T48">
                    <a:pos x="T28" y="T29"/>
                  </a:cxn>
                  <a:cxn ang="T49">
                    <a:pos x="T30" y="T31"/>
                  </a:cxn>
                  <a:cxn ang="T50">
                    <a:pos x="T32" y="T33"/>
                  </a:cxn>
                </a:cxnLst>
                <a:rect l="T51" t="T52" r="T53" b="T54"/>
                <a:pathLst>
                  <a:path w="114" h="56">
                    <a:moveTo>
                      <a:pt x="56" y="0"/>
                    </a:moveTo>
                    <a:lnTo>
                      <a:pt x="114" y="0"/>
                    </a:lnTo>
                    <a:lnTo>
                      <a:pt x="111" y="12"/>
                    </a:lnTo>
                    <a:lnTo>
                      <a:pt x="107" y="25"/>
                    </a:lnTo>
                    <a:lnTo>
                      <a:pt x="100" y="35"/>
                    </a:lnTo>
                    <a:lnTo>
                      <a:pt x="91" y="44"/>
                    </a:lnTo>
                    <a:lnTo>
                      <a:pt x="81" y="50"/>
                    </a:lnTo>
                    <a:lnTo>
                      <a:pt x="69" y="55"/>
                    </a:lnTo>
                    <a:lnTo>
                      <a:pt x="56" y="56"/>
                    </a:lnTo>
                    <a:lnTo>
                      <a:pt x="44" y="55"/>
                    </a:lnTo>
                    <a:lnTo>
                      <a:pt x="32" y="50"/>
                    </a:lnTo>
                    <a:lnTo>
                      <a:pt x="22" y="44"/>
                    </a:lnTo>
                    <a:lnTo>
                      <a:pt x="13" y="35"/>
                    </a:lnTo>
                    <a:lnTo>
                      <a:pt x="6" y="25"/>
                    </a:lnTo>
                    <a:lnTo>
                      <a:pt x="1" y="12"/>
                    </a:lnTo>
                    <a:lnTo>
                      <a:pt x="0" y="0"/>
                    </a:lnTo>
                    <a:lnTo>
                      <a:pt x="56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984" name="Freeform 421">
                <a:extLst>
                  <a:ext uri="{FF2B5EF4-FFF2-40B4-BE49-F238E27FC236}">
                    <a16:creationId xmlns:a16="http://schemas.microsoft.com/office/drawing/2014/main" id="{D111EE47-AFDC-BD81-6469-4251C4F7BAC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352" y="3773"/>
                <a:ext cx="19" cy="9"/>
              </a:xfrm>
              <a:custGeom>
                <a:avLst/>
                <a:gdLst>
                  <a:gd name="T0" fmla="*/ 0 w 114"/>
                  <a:gd name="T1" fmla="*/ 0 h 56"/>
                  <a:gd name="T2" fmla="*/ 0 w 114"/>
                  <a:gd name="T3" fmla="*/ 0 h 56"/>
                  <a:gd name="T4" fmla="*/ 0 w 114"/>
                  <a:gd name="T5" fmla="*/ 0 h 56"/>
                  <a:gd name="T6" fmla="*/ 0 w 114"/>
                  <a:gd name="T7" fmla="*/ 0 h 56"/>
                  <a:gd name="T8" fmla="*/ 0 w 114"/>
                  <a:gd name="T9" fmla="*/ 0 h 56"/>
                  <a:gd name="T10" fmla="*/ 0 w 114"/>
                  <a:gd name="T11" fmla="*/ 0 h 56"/>
                  <a:gd name="T12" fmla="*/ 0 w 114"/>
                  <a:gd name="T13" fmla="*/ 0 h 56"/>
                  <a:gd name="T14" fmla="*/ 0 w 114"/>
                  <a:gd name="T15" fmla="*/ 0 h 56"/>
                  <a:gd name="T16" fmla="*/ 0 w 114"/>
                  <a:gd name="T17" fmla="*/ 0 h 56"/>
                  <a:gd name="T18" fmla="*/ 0 w 114"/>
                  <a:gd name="T19" fmla="*/ 0 h 56"/>
                  <a:gd name="T20" fmla="*/ 0 w 114"/>
                  <a:gd name="T21" fmla="*/ 0 h 56"/>
                  <a:gd name="T22" fmla="*/ 0 w 114"/>
                  <a:gd name="T23" fmla="*/ 0 h 56"/>
                  <a:gd name="T24" fmla="*/ 0 w 114"/>
                  <a:gd name="T25" fmla="*/ 0 h 56"/>
                  <a:gd name="T26" fmla="*/ 0 w 114"/>
                  <a:gd name="T27" fmla="*/ 0 h 56"/>
                  <a:gd name="T28" fmla="*/ 0 w 114"/>
                  <a:gd name="T29" fmla="*/ 0 h 5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w 114"/>
                  <a:gd name="T46" fmla="*/ 0 h 56"/>
                  <a:gd name="T47" fmla="*/ 114 w 114"/>
                  <a:gd name="T48" fmla="*/ 56 h 56"/>
                </a:gdLst>
                <a:ahLst/>
                <a:cxnLst>
                  <a:cxn ang="T30">
                    <a:pos x="T0" y="T1"/>
                  </a:cxn>
                  <a:cxn ang="T31">
                    <a:pos x="T2" y="T3"/>
                  </a:cxn>
                  <a:cxn ang="T32">
                    <a:pos x="T4" y="T5"/>
                  </a:cxn>
                  <a:cxn ang="T33">
                    <a:pos x="T6" y="T7"/>
                  </a:cxn>
                  <a:cxn ang="T34">
                    <a:pos x="T8" y="T9"/>
                  </a:cxn>
                  <a:cxn ang="T35">
                    <a:pos x="T10" y="T11"/>
                  </a:cxn>
                  <a:cxn ang="T36">
                    <a:pos x="T12" y="T13"/>
                  </a:cxn>
                  <a:cxn ang="T37">
                    <a:pos x="T14" y="T15"/>
                  </a:cxn>
                  <a:cxn ang="T38">
                    <a:pos x="T16" y="T17"/>
                  </a:cxn>
                  <a:cxn ang="T39">
                    <a:pos x="T18" y="T19"/>
                  </a:cxn>
                  <a:cxn ang="T40">
                    <a:pos x="T20" y="T21"/>
                  </a:cxn>
                  <a:cxn ang="T41">
                    <a:pos x="T22" y="T23"/>
                  </a:cxn>
                  <a:cxn ang="T42">
                    <a:pos x="T24" y="T25"/>
                  </a:cxn>
                  <a:cxn ang="T43">
                    <a:pos x="T26" y="T27"/>
                  </a:cxn>
                  <a:cxn ang="T44">
                    <a:pos x="T28" y="T29"/>
                  </a:cxn>
                </a:cxnLst>
                <a:rect l="T45" t="T46" r="T47" b="T48"/>
                <a:pathLst>
                  <a:path w="114" h="56">
                    <a:moveTo>
                      <a:pt x="114" y="0"/>
                    </a:moveTo>
                    <a:lnTo>
                      <a:pt x="111" y="12"/>
                    </a:lnTo>
                    <a:lnTo>
                      <a:pt x="107" y="25"/>
                    </a:lnTo>
                    <a:lnTo>
                      <a:pt x="100" y="35"/>
                    </a:lnTo>
                    <a:lnTo>
                      <a:pt x="91" y="44"/>
                    </a:lnTo>
                    <a:lnTo>
                      <a:pt x="81" y="50"/>
                    </a:lnTo>
                    <a:lnTo>
                      <a:pt x="69" y="55"/>
                    </a:lnTo>
                    <a:lnTo>
                      <a:pt x="56" y="56"/>
                    </a:lnTo>
                    <a:lnTo>
                      <a:pt x="44" y="55"/>
                    </a:lnTo>
                    <a:lnTo>
                      <a:pt x="32" y="50"/>
                    </a:lnTo>
                    <a:lnTo>
                      <a:pt x="22" y="44"/>
                    </a:lnTo>
                    <a:lnTo>
                      <a:pt x="13" y="35"/>
                    </a:lnTo>
                    <a:lnTo>
                      <a:pt x="6" y="25"/>
                    </a:lnTo>
                    <a:lnTo>
                      <a:pt x="1" y="12"/>
                    </a:lnTo>
                    <a:lnTo>
                      <a:pt x="0" y="0"/>
                    </a:lnTo>
                  </a:path>
                </a:pathLst>
              </a:cu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985" name="Freeform 422">
                <a:extLst>
                  <a:ext uri="{FF2B5EF4-FFF2-40B4-BE49-F238E27FC236}">
                    <a16:creationId xmlns:a16="http://schemas.microsoft.com/office/drawing/2014/main" id="{919CD4BF-C0CD-FDB0-718F-829BFF53B7C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577" y="3299"/>
                <a:ext cx="19" cy="10"/>
              </a:xfrm>
              <a:custGeom>
                <a:avLst/>
                <a:gdLst>
                  <a:gd name="T0" fmla="*/ 0 w 113"/>
                  <a:gd name="T1" fmla="*/ 0 h 57"/>
                  <a:gd name="T2" fmla="*/ 0 w 113"/>
                  <a:gd name="T3" fmla="*/ 0 h 57"/>
                  <a:gd name="T4" fmla="*/ 0 w 113"/>
                  <a:gd name="T5" fmla="*/ 0 h 57"/>
                  <a:gd name="T6" fmla="*/ 0 w 113"/>
                  <a:gd name="T7" fmla="*/ 0 h 57"/>
                  <a:gd name="T8" fmla="*/ 0 w 113"/>
                  <a:gd name="T9" fmla="*/ 0 h 57"/>
                  <a:gd name="T10" fmla="*/ 0 w 113"/>
                  <a:gd name="T11" fmla="*/ 0 h 57"/>
                  <a:gd name="T12" fmla="*/ 0 w 113"/>
                  <a:gd name="T13" fmla="*/ 0 h 57"/>
                  <a:gd name="T14" fmla="*/ 0 w 113"/>
                  <a:gd name="T15" fmla="*/ 0 h 57"/>
                  <a:gd name="T16" fmla="*/ 0 w 113"/>
                  <a:gd name="T17" fmla="*/ 0 h 57"/>
                  <a:gd name="T18" fmla="*/ 0 w 113"/>
                  <a:gd name="T19" fmla="*/ 0 h 57"/>
                  <a:gd name="T20" fmla="*/ 0 w 113"/>
                  <a:gd name="T21" fmla="*/ 0 h 57"/>
                  <a:gd name="T22" fmla="*/ 0 w 113"/>
                  <a:gd name="T23" fmla="*/ 0 h 57"/>
                  <a:gd name="T24" fmla="*/ 0 w 113"/>
                  <a:gd name="T25" fmla="*/ 0 h 57"/>
                  <a:gd name="T26" fmla="*/ 0 w 113"/>
                  <a:gd name="T27" fmla="*/ 0 h 57"/>
                  <a:gd name="T28" fmla="*/ 0 w 113"/>
                  <a:gd name="T29" fmla="*/ 0 h 57"/>
                  <a:gd name="T30" fmla="*/ 0 w 113"/>
                  <a:gd name="T31" fmla="*/ 0 h 57"/>
                  <a:gd name="T32" fmla="*/ 0 w 113"/>
                  <a:gd name="T33" fmla="*/ 0 h 57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w 113"/>
                  <a:gd name="T52" fmla="*/ 0 h 57"/>
                  <a:gd name="T53" fmla="*/ 113 w 113"/>
                  <a:gd name="T54" fmla="*/ 57 h 57"/>
                </a:gdLst>
                <a:ahLst/>
                <a:cxnLst>
                  <a:cxn ang="T34">
                    <a:pos x="T0" y="T1"/>
                  </a:cxn>
                  <a:cxn ang="T35">
                    <a:pos x="T2" y="T3"/>
                  </a:cxn>
                  <a:cxn ang="T36">
                    <a:pos x="T4" y="T5"/>
                  </a:cxn>
                  <a:cxn ang="T37">
                    <a:pos x="T6" y="T7"/>
                  </a:cxn>
                  <a:cxn ang="T38">
                    <a:pos x="T8" y="T9"/>
                  </a:cxn>
                  <a:cxn ang="T39">
                    <a:pos x="T10" y="T11"/>
                  </a:cxn>
                  <a:cxn ang="T40">
                    <a:pos x="T12" y="T13"/>
                  </a:cxn>
                  <a:cxn ang="T41">
                    <a:pos x="T14" y="T15"/>
                  </a:cxn>
                  <a:cxn ang="T42">
                    <a:pos x="T16" y="T17"/>
                  </a:cxn>
                  <a:cxn ang="T43">
                    <a:pos x="T18" y="T19"/>
                  </a:cxn>
                  <a:cxn ang="T44">
                    <a:pos x="T20" y="T21"/>
                  </a:cxn>
                  <a:cxn ang="T45">
                    <a:pos x="T22" y="T23"/>
                  </a:cxn>
                  <a:cxn ang="T46">
                    <a:pos x="T24" y="T25"/>
                  </a:cxn>
                  <a:cxn ang="T47">
                    <a:pos x="T26" y="T27"/>
                  </a:cxn>
                  <a:cxn ang="T48">
                    <a:pos x="T28" y="T29"/>
                  </a:cxn>
                  <a:cxn ang="T49">
                    <a:pos x="T30" y="T31"/>
                  </a:cxn>
                  <a:cxn ang="T50">
                    <a:pos x="T32" y="T33"/>
                  </a:cxn>
                </a:cxnLst>
                <a:rect l="T51" t="T52" r="T53" b="T54"/>
                <a:pathLst>
                  <a:path w="113" h="57">
                    <a:moveTo>
                      <a:pt x="56" y="57"/>
                    </a:moveTo>
                    <a:lnTo>
                      <a:pt x="0" y="57"/>
                    </a:lnTo>
                    <a:lnTo>
                      <a:pt x="1" y="45"/>
                    </a:lnTo>
                    <a:lnTo>
                      <a:pt x="6" y="32"/>
                    </a:lnTo>
                    <a:lnTo>
                      <a:pt x="12" y="22"/>
                    </a:lnTo>
                    <a:lnTo>
                      <a:pt x="21" y="13"/>
                    </a:lnTo>
                    <a:lnTo>
                      <a:pt x="31" y="6"/>
                    </a:lnTo>
                    <a:lnTo>
                      <a:pt x="44" y="2"/>
                    </a:lnTo>
                    <a:lnTo>
                      <a:pt x="56" y="0"/>
                    </a:lnTo>
                    <a:lnTo>
                      <a:pt x="68" y="2"/>
                    </a:lnTo>
                    <a:lnTo>
                      <a:pt x="81" y="6"/>
                    </a:lnTo>
                    <a:lnTo>
                      <a:pt x="91" y="13"/>
                    </a:lnTo>
                    <a:lnTo>
                      <a:pt x="100" y="22"/>
                    </a:lnTo>
                    <a:lnTo>
                      <a:pt x="107" y="32"/>
                    </a:lnTo>
                    <a:lnTo>
                      <a:pt x="111" y="45"/>
                    </a:lnTo>
                    <a:lnTo>
                      <a:pt x="113" y="57"/>
                    </a:lnTo>
                    <a:lnTo>
                      <a:pt x="56" y="57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986" name="Freeform 423">
                <a:extLst>
                  <a:ext uri="{FF2B5EF4-FFF2-40B4-BE49-F238E27FC236}">
                    <a16:creationId xmlns:a16="http://schemas.microsoft.com/office/drawing/2014/main" id="{34EDF8F1-7266-55A3-647C-C419E9DC37F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577" y="3299"/>
                <a:ext cx="19" cy="10"/>
              </a:xfrm>
              <a:custGeom>
                <a:avLst/>
                <a:gdLst>
                  <a:gd name="T0" fmla="*/ 0 w 113"/>
                  <a:gd name="T1" fmla="*/ 0 h 57"/>
                  <a:gd name="T2" fmla="*/ 0 w 113"/>
                  <a:gd name="T3" fmla="*/ 0 h 57"/>
                  <a:gd name="T4" fmla="*/ 0 w 113"/>
                  <a:gd name="T5" fmla="*/ 0 h 57"/>
                  <a:gd name="T6" fmla="*/ 0 w 113"/>
                  <a:gd name="T7" fmla="*/ 0 h 57"/>
                  <a:gd name="T8" fmla="*/ 0 w 113"/>
                  <a:gd name="T9" fmla="*/ 0 h 57"/>
                  <a:gd name="T10" fmla="*/ 0 w 113"/>
                  <a:gd name="T11" fmla="*/ 0 h 57"/>
                  <a:gd name="T12" fmla="*/ 0 w 113"/>
                  <a:gd name="T13" fmla="*/ 0 h 57"/>
                  <a:gd name="T14" fmla="*/ 0 w 113"/>
                  <a:gd name="T15" fmla="*/ 0 h 57"/>
                  <a:gd name="T16" fmla="*/ 0 w 113"/>
                  <a:gd name="T17" fmla="*/ 0 h 57"/>
                  <a:gd name="T18" fmla="*/ 0 w 113"/>
                  <a:gd name="T19" fmla="*/ 0 h 57"/>
                  <a:gd name="T20" fmla="*/ 0 w 113"/>
                  <a:gd name="T21" fmla="*/ 0 h 57"/>
                  <a:gd name="T22" fmla="*/ 0 w 113"/>
                  <a:gd name="T23" fmla="*/ 0 h 57"/>
                  <a:gd name="T24" fmla="*/ 0 w 113"/>
                  <a:gd name="T25" fmla="*/ 0 h 57"/>
                  <a:gd name="T26" fmla="*/ 0 w 113"/>
                  <a:gd name="T27" fmla="*/ 0 h 57"/>
                  <a:gd name="T28" fmla="*/ 0 w 113"/>
                  <a:gd name="T29" fmla="*/ 0 h 57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w 113"/>
                  <a:gd name="T46" fmla="*/ 0 h 57"/>
                  <a:gd name="T47" fmla="*/ 113 w 113"/>
                  <a:gd name="T48" fmla="*/ 57 h 57"/>
                </a:gdLst>
                <a:ahLst/>
                <a:cxnLst>
                  <a:cxn ang="T30">
                    <a:pos x="T0" y="T1"/>
                  </a:cxn>
                  <a:cxn ang="T31">
                    <a:pos x="T2" y="T3"/>
                  </a:cxn>
                  <a:cxn ang="T32">
                    <a:pos x="T4" y="T5"/>
                  </a:cxn>
                  <a:cxn ang="T33">
                    <a:pos x="T6" y="T7"/>
                  </a:cxn>
                  <a:cxn ang="T34">
                    <a:pos x="T8" y="T9"/>
                  </a:cxn>
                  <a:cxn ang="T35">
                    <a:pos x="T10" y="T11"/>
                  </a:cxn>
                  <a:cxn ang="T36">
                    <a:pos x="T12" y="T13"/>
                  </a:cxn>
                  <a:cxn ang="T37">
                    <a:pos x="T14" y="T15"/>
                  </a:cxn>
                  <a:cxn ang="T38">
                    <a:pos x="T16" y="T17"/>
                  </a:cxn>
                  <a:cxn ang="T39">
                    <a:pos x="T18" y="T19"/>
                  </a:cxn>
                  <a:cxn ang="T40">
                    <a:pos x="T20" y="T21"/>
                  </a:cxn>
                  <a:cxn ang="T41">
                    <a:pos x="T22" y="T23"/>
                  </a:cxn>
                  <a:cxn ang="T42">
                    <a:pos x="T24" y="T25"/>
                  </a:cxn>
                  <a:cxn ang="T43">
                    <a:pos x="T26" y="T27"/>
                  </a:cxn>
                  <a:cxn ang="T44">
                    <a:pos x="T28" y="T29"/>
                  </a:cxn>
                </a:cxnLst>
                <a:rect l="T45" t="T46" r="T47" b="T48"/>
                <a:pathLst>
                  <a:path w="113" h="57">
                    <a:moveTo>
                      <a:pt x="0" y="57"/>
                    </a:moveTo>
                    <a:lnTo>
                      <a:pt x="1" y="45"/>
                    </a:lnTo>
                    <a:lnTo>
                      <a:pt x="6" y="32"/>
                    </a:lnTo>
                    <a:lnTo>
                      <a:pt x="12" y="22"/>
                    </a:lnTo>
                    <a:lnTo>
                      <a:pt x="21" y="13"/>
                    </a:lnTo>
                    <a:lnTo>
                      <a:pt x="31" y="6"/>
                    </a:lnTo>
                    <a:lnTo>
                      <a:pt x="44" y="2"/>
                    </a:lnTo>
                    <a:lnTo>
                      <a:pt x="56" y="0"/>
                    </a:lnTo>
                    <a:lnTo>
                      <a:pt x="68" y="2"/>
                    </a:lnTo>
                    <a:lnTo>
                      <a:pt x="81" y="6"/>
                    </a:lnTo>
                    <a:lnTo>
                      <a:pt x="91" y="13"/>
                    </a:lnTo>
                    <a:lnTo>
                      <a:pt x="100" y="22"/>
                    </a:lnTo>
                    <a:lnTo>
                      <a:pt x="107" y="32"/>
                    </a:lnTo>
                    <a:lnTo>
                      <a:pt x="111" y="45"/>
                    </a:lnTo>
                    <a:lnTo>
                      <a:pt x="113" y="57"/>
                    </a:lnTo>
                  </a:path>
                </a:pathLst>
              </a:cu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987" name="Freeform 424">
                <a:extLst>
                  <a:ext uri="{FF2B5EF4-FFF2-40B4-BE49-F238E27FC236}">
                    <a16:creationId xmlns:a16="http://schemas.microsoft.com/office/drawing/2014/main" id="{33BB42C6-4A9B-5CBE-14E6-BA74766C3BB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577" y="3309"/>
                <a:ext cx="19" cy="464"/>
              </a:xfrm>
              <a:custGeom>
                <a:avLst/>
                <a:gdLst>
                  <a:gd name="T0" fmla="*/ 0 w 113"/>
                  <a:gd name="T1" fmla="*/ 0 h 2748"/>
                  <a:gd name="T2" fmla="*/ 0 w 113"/>
                  <a:gd name="T3" fmla="*/ 0 h 2748"/>
                  <a:gd name="T4" fmla="*/ 0 w 113"/>
                  <a:gd name="T5" fmla="*/ 0 h 2748"/>
                  <a:gd name="T6" fmla="*/ 0 w 113"/>
                  <a:gd name="T7" fmla="*/ 0 h 2748"/>
                  <a:gd name="T8" fmla="*/ 0 w 113"/>
                  <a:gd name="T9" fmla="*/ 0 h 2748"/>
                  <a:gd name="T10" fmla="*/ 0 w 113"/>
                  <a:gd name="T11" fmla="*/ 0 h 2748"/>
                  <a:gd name="T12" fmla="*/ 0 w 113"/>
                  <a:gd name="T13" fmla="*/ 0 h 2748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113"/>
                  <a:gd name="T22" fmla="*/ 0 h 2748"/>
                  <a:gd name="T23" fmla="*/ 113 w 113"/>
                  <a:gd name="T24" fmla="*/ 2748 h 2748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113" h="2748">
                    <a:moveTo>
                      <a:pt x="113" y="0"/>
                    </a:moveTo>
                    <a:lnTo>
                      <a:pt x="56" y="0"/>
                    </a:lnTo>
                    <a:lnTo>
                      <a:pt x="0" y="0"/>
                    </a:lnTo>
                    <a:lnTo>
                      <a:pt x="0" y="2748"/>
                    </a:lnTo>
                    <a:lnTo>
                      <a:pt x="56" y="2748"/>
                    </a:lnTo>
                    <a:lnTo>
                      <a:pt x="113" y="2748"/>
                    </a:lnTo>
                    <a:lnTo>
                      <a:pt x="113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988" name="Freeform 425">
                <a:extLst>
                  <a:ext uri="{FF2B5EF4-FFF2-40B4-BE49-F238E27FC236}">
                    <a16:creationId xmlns:a16="http://schemas.microsoft.com/office/drawing/2014/main" id="{4FB258A9-4CDA-C7BF-2CC1-51D8C320079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577" y="3309"/>
                <a:ext cx="19" cy="464"/>
              </a:xfrm>
              <a:custGeom>
                <a:avLst/>
                <a:gdLst>
                  <a:gd name="T0" fmla="*/ 0 w 113"/>
                  <a:gd name="T1" fmla="*/ 0 h 2748"/>
                  <a:gd name="T2" fmla="*/ 0 w 113"/>
                  <a:gd name="T3" fmla="*/ 0 h 2748"/>
                  <a:gd name="T4" fmla="*/ 0 w 113"/>
                  <a:gd name="T5" fmla="*/ 0 h 2748"/>
                  <a:gd name="T6" fmla="*/ 0 w 113"/>
                  <a:gd name="T7" fmla="*/ 0 h 2748"/>
                  <a:gd name="T8" fmla="*/ 0 w 113"/>
                  <a:gd name="T9" fmla="*/ 0 h 2748"/>
                  <a:gd name="T10" fmla="*/ 0 w 113"/>
                  <a:gd name="T11" fmla="*/ 0 h 2748"/>
                  <a:gd name="T12" fmla="*/ 0 w 113"/>
                  <a:gd name="T13" fmla="*/ 0 h 2748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113"/>
                  <a:gd name="T22" fmla="*/ 0 h 2748"/>
                  <a:gd name="T23" fmla="*/ 113 w 113"/>
                  <a:gd name="T24" fmla="*/ 2748 h 2748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113" h="2748">
                    <a:moveTo>
                      <a:pt x="113" y="0"/>
                    </a:moveTo>
                    <a:lnTo>
                      <a:pt x="56" y="0"/>
                    </a:lnTo>
                    <a:lnTo>
                      <a:pt x="0" y="0"/>
                    </a:lnTo>
                    <a:lnTo>
                      <a:pt x="0" y="2748"/>
                    </a:lnTo>
                    <a:lnTo>
                      <a:pt x="56" y="2748"/>
                    </a:lnTo>
                    <a:lnTo>
                      <a:pt x="113" y="2748"/>
                    </a:lnTo>
                    <a:lnTo>
                      <a:pt x="113" y="0"/>
                    </a:lnTo>
                    <a:close/>
                  </a:path>
                </a:pathLst>
              </a:cu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989" name="Freeform 426">
                <a:extLst>
                  <a:ext uri="{FF2B5EF4-FFF2-40B4-BE49-F238E27FC236}">
                    <a16:creationId xmlns:a16="http://schemas.microsoft.com/office/drawing/2014/main" id="{BE36E993-EDA7-7AEC-B367-C5CB963FCFA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577" y="3773"/>
                <a:ext cx="19" cy="9"/>
              </a:xfrm>
              <a:custGeom>
                <a:avLst/>
                <a:gdLst>
                  <a:gd name="T0" fmla="*/ 0 w 113"/>
                  <a:gd name="T1" fmla="*/ 0 h 56"/>
                  <a:gd name="T2" fmla="*/ 0 w 113"/>
                  <a:gd name="T3" fmla="*/ 0 h 56"/>
                  <a:gd name="T4" fmla="*/ 0 w 113"/>
                  <a:gd name="T5" fmla="*/ 0 h 56"/>
                  <a:gd name="T6" fmla="*/ 0 w 113"/>
                  <a:gd name="T7" fmla="*/ 0 h 56"/>
                  <a:gd name="T8" fmla="*/ 0 w 113"/>
                  <a:gd name="T9" fmla="*/ 0 h 56"/>
                  <a:gd name="T10" fmla="*/ 0 w 113"/>
                  <a:gd name="T11" fmla="*/ 0 h 56"/>
                  <a:gd name="T12" fmla="*/ 0 w 113"/>
                  <a:gd name="T13" fmla="*/ 0 h 56"/>
                  <a:gd name="T14" fmla="*/ 0 w 113"/>
                  <a:gd name="T15" fmla="*/ 0 h 56"/>
                  <a:gd name="T16" fmla="*/ 0 w 113"/>
                  <a:gd name="T17" fmla="*/ 0 h 56"/>
                  <a:gd name="T18" fmla="*/ 0 w 113"/>
                  <a:gd name="T19" fmla="*/ 0 h 56"/>
                  <a:gd name="T20" fmla="*/ 0 w 113"/>
                  <a:gd name="T21" fmla="*/ 0 h 56"/>
                  <a:gd name="T22" fmla="*/ 0 w 113"/>
                  <a:gd name="T23" fmla="*/ 0 h 56"/>
                  <a:gd name="T24" fmla="*/ 0 w 113"/>
                  <a:gd name="T25" fmla="*/ 0 h 56"/>
                  <a:gd name="T26" fmla="*/ 0 w 113"/>
                  <a:gd name="T27" fmla="*/ 0 h 56"/>
                  <a:gd name="T28" fmla="*/ 0 w 113"/>
                  <a:gd name="T29" fmla="*/ 0 h 56"/>
                  <a:gd name="T30" fmla="*/ 0 w 113"/>
                  <a:gd name="T31" fmla="*/ 0 h 56"/>
                  <a:gd name="T32" fmla="*/ 0 w 113"/>
                  <a:gd name="T33" fmla="*/ 0 h 5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w 113"/>
                  <a:gd name="T52" fmla="*/ 0 h 56"/>
                  <a:gd name="T53" fmla="*/ 113 w 113"/>
                  <a:gd name="T54" fmla="*/ 56 h 56"/>
                </a:gdLst>
                <a:ahLst/>
                <a:cxnLst>
                  <a:cxn ang="T34">
                    <a:pos x="T0" y="T1"/>
                  </a:cxn>
                  <a:cxn ang="T35">
                    <a:pos x="T2" y="T3"/>
                  </a:cxn>
                  <a:cxn ang="T36">
                    <a:pos x="T4" y="T5"/>
                  </a:cxn>
                  <a:cxn ang="T37">
                    <a:pos x="T6" y="T7"/>
                  </a:cxn>
                  <a:cxn ang="T38">
                    <a:pos x="T8" y="T9"/>
                  </a:cxn>
                  <a:cxn ang="T39">
                    <a:pos x="T10" y="T11"/>
                  </a:cxn>
                  <a:cxn ang="T40">
                    <a:pos x="T12" y="T13"/>
                  </a:cxn>
                  <a:cxn ang="T41">
                    <a:pos x="T14" y="T15"/>
                  </a:cxn>
                  <a:cxn ang="T42">
                    <a:pos x="T16" y="T17"/>
                  </a:cxn>
                  <a:cxn ang="T43">
                    <a:pos x="T18" y="T19"/>
                  </a:cxn>
                  <a:cxn ang="T44">
                    <a:pos x="T20" y="T21"/>
                  </a:cxn>
                  <a:cxn ang="T45">
                    <a:pos x="T22" y="T23"/>
                  </a:cxn>
                  <a:cxn ang="T46">
                    <a:pos x="T24" y="T25"/>
                  </a:cxn>
                  <a:cxn ang="T47">
                    <a:pos x="T26" y="T27"/>
                  </a:cxn>
                  <a:cxn ang="T48">
                    <a:pos x="T28" y="T29"/>
                  </a:cxn>
                  <a:cxn ang="T49">
                    <a:pos x="T30" y="T31"/>
                  </a:cxn>
                  <a:cxn ang="T50">
                    <a:pos x="T32" y="T33"/>
                  </a:cxn>
                </a:cxnLst>
                <a:rect l="T51" t="T52" r="T53" b="T54"/>
                <a:pathLst>
                  <a:path w="113" h="56">
                    <a:moveTo>
                      <a:pt x="56" y="0"/>
                    </a:moveTo>
                    <a:lnTo>
                      <a:pt x="113" y="0"/>
                    </a:lnTo>
                    <a:lnTo>
                      <a:pt x="111" y="12"/>
                    </a:lnTo>
                    <a:lnTo>
                      <a:pt x="107" y="25"/>
                    </a:lnTo>
                    <a:lnTo>
                      <a:pt x="100" y="35"/>
                    </a:lnTo>
                    <a:lnTo>
                      <a:pt x="91" y="44"/>
                    </a:lnTo>
                    <a:lnTo>
                      <a:pt x="81" y="50"/>
                    </a:lnTo>
                    <a:lnTo>
                      <a:pt x="68" y="55"/>
                    </a:lnTo>
                    <a:lnTo>
                      <a:pt x="56" y="56"/>
                    </a:lnTo>
                    <a:lnTo>
                      <a:pt x="44" y="55"/>
                    </a:lnTo>
                    <a:lnTo>
                      <a:pt x="31" y="50"/>
                    </a:lnTo>
                    <a:lnTo>
                      <a:pt x="21" y="44"/>
                    </a:lnTo>
                    <a:lnTo>
                      <a:pt x="12" y="35"/>
                    </a:lnTo>
                    <a:lnTo>
                      <a:pt x="6" y="25"/>
                    </a:lnTo>
                    <a:lnTo>
                      <a:pt x="1" y="12"/>
                    </a:lnTo>
                    <a:lnTo>
                      <a:pt x="0" y="0"/>
                    </a:lnTo>
                    <a:lnTo>
                      <a:pt x="56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990" name="Freeform 427">
                <a:extLst>
                  <a:ext uri="{FF2B5EF4-FFF2-40B4-BE49-F238E27FC236}">
                    <a16:creationId xmlns:a16="http://schemas.microsoft.com/office/drawing/2014/main" id="{A6613F23-C2B0-A828-DD80-EC99B4E5493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577" y="3773"/>
                <a:ext cx="19" cy="9"/>
              </a:xfrm>
              <a:custGeom>
                <a:avLst/>
                <a:gdLst>
                  <a:gd name="T0" fmla="*/ 0 w 113"/>
                  <a:gd name="T1" fmla="*/ 0 h 56"/>
                  <a:gd name="T2" fmla="*/ 0 w 113"/>
                  <a:gd name="T3" fmla="*/ 0 h 56"/>
                  <a:gd name="T4" fmla="*/ 0 w 113"/>
                  <a:gd name="T5" fmla="*/ 0 h 56"/>
                  <a:gd name="T6" fmla="*/ 0 w 113"/>
                  <a:gd name="T7" fmla="*/ 0 h 56"/>
                  <a:gd name="T8" fmla="*/ 0 w 113"/>
                  <a:gd name="T9" fmla="*/ 0 h 56"/>
                  <a:gd name="T10" fmla="*/ 0 w 113"/>
                  <a:gd name="T11" fmla="*/ 0 h 56"/>
                  <a:gd name="T12" fmla="*/ 0 w 113"/>
                  <a:gd name="T13" fmla="*/ 0 h 56"/>
                  <a:gd name="T14" fmla="*/ 0 w 113"/>
                  <a:gd name="T15" fmla="*/ 0 h 56"/>
                  <a:gd name="T16" fmla="*/ 0 w 113"/>
                  <a:gd name="T17" fmla="*/ 0 h 56"/>
                  <a:gd name="T18" fmla="*/ 0 w 113"/>
                  <a:gd name="T19" fmla="*/ 0 h 56"/>
                  <a:gd name="T20" fmla="*/ 0 w 113"/>
                  <a:gd name="T21" fmla="*/ 0 h 56"/>
                  <a:gd name="T22" fmla="*/ 0 w 113"/>
                  <a:gd name="T23" fmla="*/ 0 h 56"/>
                  <a:gd name="T24" fmla="*/ 0 w 113"/>
                  <a:gd name="T25" fmla="*/ 0 h 56"/>
                  <a:gd name="T26" fmla="*/ 0 w 113"/>
                  <a:gd name="T27" fmla="*/ 0 h 56"/>
                  <a:gd name="T28" fmla="*/ 0 w 113"/>
                  <a:gd name="T29" fmla="*/ 0 h 5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w 113"/>
                  <a:gd name="T46" fmla="*/ 0 h 56"/>
                  <a:gd name="T47" fmla="*/ 113 w 113"/>
                  <a:gd name="T48" fmla="*/ 56 h 56"/>
                </a:gdLst>
                <a:ahLst/>
                <a:cxnLst>
                  <a:cxn ang="T30">
                    <a:pos x="T0" y="T1"/>
                  </a:cxn>
                  <a:cxn ang="T31">
                    <a:pos x="T2" y="T3"/>
                  </a:cxn>
                  <a:cxn ang="T32">
                    <a:pos x="T4" y="T5"/>
                  </a:cxn>
                  <a:cxn ang="T33">
                    <a:pos x="T6" y="T7"/>
                  </a:cxn>
                  <a:cxn ang="T34">
                    <a:pos x="T8" y="T9"/>
                  </a:cxn>
                  <a:cxn ang="T35">
                    <a:pos x="T10" y="T11"/>
                  </a:cxn>
                  <a:cxn ang="T36">
                    <a:pos x="T12" y="T13"/>
                  </a:cxn>
                  <a:cxn ang="T37">
                    <a:pos x="T14" y="T15"/>
                  </a:cxn>
                  <a:cxn ang="T38">
                    <a:pos x="T16" y="T17"/>
                  </a:cxn>
                  <a:cxn ang="T39">
                    <a:pos x="T18" y="T19"/>
                  </a:cxn>
                  <a:cxn ang="T40">
                    <a:pos x="T20" y="T21"/>
                  </a:cxn>
                  <a:cxn ang="T41">
                    <a:pos x="T22" y="T23"/>
                  </a:cxn>
                  <a:cxn ang="T42">
                    <a:pos x="T24" y="T25"/>
                  </a:cxn>
                  <a:cxn ang="T43">
                    <a:pos x="T26" y="T27"/>
                  </a:cxn>
                  <a:cxn ang="T44">
                    <a:pos x="T28" y="T29"/>
                  </a:cxn>
                </a:cxnLst>
                <a:rect l="T45" t="T46" r="T47" b="T48"/>
                <a:pathLst>
                  <a:path w="113" h="56">
                    <a:moveTo>
                      <a:pt x="113" y="0"/>
                    </a:moveTo>
                    <a:lnTo>
                      <a:pt x="111" y="12"/>
                    </a:lnTo>
                    <a:lnTo>
                      <a:pt x="107" y="25"/>
                    </a:lnTo>
                    <a:lnTo>
                      <a:pt x="100" y="35"/>
                    </a:lnTo>
                    <a:lnTo>
                      <a:pt x="91" y="44"/>
                    </a:lnTo>
                    <a:lnTo>
                      <a:pt x="81" y="50"/>
                    </a:lnTo>
                    <a:lnTo>
                      <a:pt x="68" y="55"/>
                    </a:lnTo>
                    <a:lnTo>
                      <a:pt x="56" y="56"/>
                    </a:lnTo>
                    <a:lnTo>
                      <a:pt x="44" y="55"/>
                    </a:lnTo>
                    <a:lnTo>
                      <a:pt x="31" y="50"/>
                    </a:lnTo>
                    <a:lnTo>
                      <a:pt x="21" y="44"/>
                    </a:lnTo>
                    <a:lnTo>
                      <a:pt x="12" y="35"/>
                    </a:lnTo>
                    <a:lnTo>
                      <a:pt x="6" y="25"/>
                    </a:lnTo>
                    <a:lnTo>
                      <a:pt x="1" y="12"/>
                    </a:lnTo>
                    <a:lnTo>
                      <a:pt x="0" y="0"/>
                    </a:lnTo>
                  </a:path>
                </a:pathLst>
              </a:cu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991" name="Freeform 428">
                <a:extLst>
                  <a:ext uri="{FF2B5EF4-FFF2-40B4-BE49-F238E27FC236}">
                    <a16:creationId xmlns:a16="http://schemas.microsoft.com/office/drawing/2014/main" id="{669104E0-F38F-B647-5C31-025023A4CA6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78" y="3397"/>
                <a:ext cx="19" cy="9"/>
              </a:xfrm>
              <a:custGeom>
                <a:avLst/>
                <a:gdLst>
                  <a:gd name="T0" fmla="*/ 0 w 113"/>
                  <a:gd name="T1" fmla="*/ 0 h 58"/>
                  <a:gd name="T2" fmla="*/ 0 w 113"/>
                  <a:gd name="T3" fmla="*/ 0 h 58"/>
                  <a:gd name="T4" fmla="*/ 0 w 113"/>
                  <a:gd name="T5" fmla="*/ 0 h 58"/>
                  <a:gd name="T6" fmla="*/ 0 w 113"/>
                  <a:gd name="T7" fmla="*/ 0 h 58"/>
                  <a:gd name="T8" fmla="*/ 0 w 113"/>
                  <a:gd name="T9" fmla="*/ 0 h 58"/>
                  <a:gd name="T10" fmla="*/ 0 w 113"/>
                  <a:gd name="T11" fmla="*/ 0 h 58"/>
                  <a:gd name="T12" fmla="*/ 0 w 113"/>
                  <a:gd name="T13" fmla="*/ 0 h 58"/>
                  <a:gd name="T14" fmla="*/ 0 w 113"/>
                  <a:gd name="T15" fmla="*/ 0 h 58"/>
                  <a:gd name="T16" fmla="*/ 0 w 113"/>
                  <a:gd name="T17" fmla="*/ 0 h 58"/>
                  <a:gd name="T18" fmla="*/ 0 w 113"/>
                  <a:gd name="T19" fmla="*/ 0 h 58"/>
                  <a:gd name="T20" fmla="*/ 0 w 113"/>
                  <a:gd name="T21" fmla="*/ 0 h 58"/>
                  <a:gd name="T22" fmla="*/ 0 w 113"/>
                  <a:gd name="T23" fmla="*/ 0 h 58"/>
                  <a:gd name="T24" fmla="*/ 0 w 113"/>
                  <a:gd name="T25" fmla="*/ 0 h 58"/>
                  <a:gd name="T26" fmla="*/ 0 w 113"/>
                  <a:gd name="T27" fmla="*/ 0 h 58"/>
                  <a:gd name="T28" fmla="*/ 0 w 113"/>
                  <a:gd name="T29" fmla="*/ 0 h 58"/>
                  <a:gd name="T30" fmla="*/ 0 w 113"/>
                  <a:gd name="T31" fmla="*/ 0 h 58"/>
                  <a:gd name="T32" fmla="*/ 0 w 113"/>
                  <a:gd name="T33" fmla="*/ 0 h 58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w 113"/>
                  <a:gd name="T52" fmla="*/ 0 h 58"/>
                  <a:gd name="T53" fmla="*/ 113 w 113"/>
                  <a:gd name="T54" fmla="*/ 58 h 58"/>
                </a:gdLst>
                <a:ahLst/>
                <a:cxnLst>
                  <a:cxn ang="T34">
                    <a:pos x="T0" y="T1"/>
                  </a:cxn>
                  <a:cxn ang="T35">
                    <a:pos x="T2" y="T3"/>
                  </a:cxn>
                  <a:cxn ang="T36">
                    <a:pos x="T4" y="T5"/>
                  </a:cxn>
                  <a:cxn ang="T37">
                    <a:pos x="T6" y="T7"/>
                  </a:cxn>
                  <a:cxn ang="T38">
                    <a:pos x="T8" y="T9"/>
                  </a:cxn>
                  <a:cxn ang="T39">
                    <a:pos x="T10" y="T11"/>
                  </a:cxn>
                  <a:cxn ang="T40">
                    <a:pos x="T12" y="T13"/>
                  </a:cxn>
                  <a:cxn ang="T41">
                    <a:pos x="T14" y="T15"/>
                  </a:cxn>
                  <a:cxn ang="T42">
                    <a:pos x="T16" y="T17"/>
                  </a:cxn>
                  <a:cxn ang="T43">
                    <a:pos x="T18" y="T19"/>
                  </a:cxn>
                  <a:cxn ang="T44">
                    <a:pos x="T20" y="T21"/>
                  </a:cxn>
                  <a:cxn ang="T45">
                    <a:pos x="T22" y="T23"/>
                  </a:cxn>
                  <a:cxn ang="T46">
                    <a:pos x="T24" y="T25"/>
                  </a:cxn>
                  <a:cxn ang="T47">
                    <a:pos x="T26" y="T27"/>
                  </a:cxn>
                  <a:cxn ang="T48">
                    <a:pos x="T28" y="T29"/>
                  </a:cxn>
                  <a:cxn ang="T49">
                    <a:pos x="T30" y="T31"/>
                  </a:cxn>
                  <a:cxn ang="T50">
                    <a:pos x="T32" y="T33"/>
                  </a:cxn>
                </a:cxnLst>
                <a:rect l="T51" t="T52" r="T53" b="T54"/>
                <a:pathLst>
                  <a:path w="113" h="58">
                    <a:moveTo>
                      <a:pt x="56" y="58"/>
                    </a:moveTo>
                    <a:lnTo>
                      <a:pt x="0" y="58"/>
                    </a:lnTo>
                    <a:lnTo>
                      <a:pt x="1" y="45"/>
                    </a:lnTo>
                    <a:lnTo>
                      <a:pt x="6" y="33"/>
                    </a:lnTo>
                    <a:lnTo>
                      <a:pt x="12" y="23"/>
                    </a:lnTo>
                    <a:lnTo>
                      <a:pt x="21" y="14"/>
                    </a:lnTo>
                    <a:lnTo>
                      <a:pt x="31" y="7"/>
                    </a:lnTo>
                    <a:lnTo>
                      <a:pt x="44" y="3"/>
                    </a:lnTo>
                    <a:lnTo>
                      <a:pt x="56" y="0"/>
                    </a:lnTo>
                    <a:lnTo>
                      <a:pt x="69" y="3"/>
                    </a:lnTo>
                    <a:lnTo>
                      <a:pt x="81" y="7"/>
                    </a:lnTo>
                    <a:lnTo>
                      <a:pt x="91" y="14"/>
                    </a:lnTo>
                    <a:lnTo>
                      <a:pt x="100" y="23"/>
                    </a:lnTo>
                    <a:lnTo>
                      <a:pt x="107" y="33"/>
                    </a:lnTo>
                    <a:lnTo>
                      <a:pt x="111" y="45"/>
                    </a:lnTo>
                    <a:lnTo>
                      <a:pt x="113" y="58"/>
                    </a:lnTo>
                    <a:lnTo>
                      <a:pt x="56" y="58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992" name="Freeform 429">
                <a:extLst>
                  <a:ext uri="{FF2B5EF4-FFF2-40B4-BE49-F238E27FC236}">
                    <a16:creationId xmlns:a16="http://schemas.microsoft.com/office/drawing/2014/main" id="{96C8514E-22E7-FCA6-5F6B-539AE017260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78" y="3397"/>
                <a:ext cx="19" cy="9"/>
              </a:xfrm>
              <a:custGeom>
                <a:avLst/>
                <a:gdLst>
                  <a:gd name="T0" fmla="*/ 0 w 113"/>
                  <a:gd name="T1" fmla="*/ 0 h 58"/>
                  <a:gd name="T2" fmla="*/ 0 w 113"/>
                  <a:gd name="T3" fmla="*/ 0 h 58"/>
                  <a:gd name="T4" fmla="*/ 0 w 113"/>
                  <a:gd name="T5" fmla="*/ 0 h 58"/>
                  <a:gd name="T6" fmla="*/ 0 w 113"/>
                  <a:gd name="T7" fmla="*/ 0 h 58"/>
                  <a:gd name="T8" fmla="*/ 0 w 113"/>
                  <a:gd name="T9" fmla="*/ 0 h 58"/>
                  <a:gd name="T10" fmla="*/ 0 w 113"/>
                  <a:gd name="T11" fmla="*/ 0 h 58"/>
                  <a:gd name="T12" fmla="*/ 0 w 113"/>
                  <a:gd name="T13" fmla="*/ 0 h 58"/>
                  <a:gd name="T14" fmla="*/ 0 w 113"/>
                  <a:gd name="T15" fmla="*/ 0 h 58"/>
                  <a:gd name="T16" fmla="*/ 0 w 113"/>
                  <a:gd name="T17" fmla="*/ 0 h 58"/>
                  <a:gd name="T18" fmla="*/ 0 w 113"/>
                  <a:gd name="T19" fmla="*/ 0 h 58"/>
                  <a:gd name="T20" fmla="*/ 0 w 113"/>
                  <a:gd name="T21" fmla="*/ 0 h 58"/>
                  <a:gd name="T22" fmla="*/ 0 w 113"/>
                  <a:gd name="T23" fmla="*/ 0 h 58"/>
                  <a:gd name="T24" fmla="*/ 0 w 113"/>
                  <a:gd name="T25" fmla="*/ 0 h 58"/>
                  <a:gd name="T26" fmla="*/ 0 w 113"/>
                  <a:gd name="T27" fmla="*/ 0 h 58"/>
                  <a:gd name="T28" fmla="*/ 0 w 113"/>
                  <a:gd name="T29" fmla="*/ 0 h 58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w 113"/>
                  <a:gd name="T46" fmla="*/ 0 h 58"/>
                  <a:gd name="T47" fmla="*/ 113 w 113"/>
                  <a:gd name="T48" fmla="*/ 58 h 58"/>
                </a:gdLst>
                <a:ahLst/>
                <a:cxnLst>
                  <a:cxn ang="T30">
                    <a:pos x="T0" y="T1"/>
                  </a:cxn>
                  <a:cxn ang="T31">
                    <a:pos x="T2" y="T3"/>
                  </a:cxn>
                  <a:cxn ang="T32">
                    <a:pos x="T4" y="T5"/>
                  </a:cxn>
                  <a:cxn ang="T33">
                    <a:pos x="T6" y="T7"/>
                  </a:cxn>
                  <a:cxn ang="T34">
                    <a:pos x="T8" y="T9"/>
                  </a:cxn>
                  <a:cxn ang="T35">
                    <a:pos x="T10" y="T11"/>
                  </a:cxn>
                  <a:cxn ang="T36">
                    <a:pos x="T12" y="T13"/>
                  </a:cxn>
                  <a:cxn ang="T37">
                    <a:pos x="T14" y="T15"/>
                  </a:cxn>
                  <a:cxn ang="T38">
                    <a:pos x="T16" y="T17"/>
                  </a:cxn>
                  <a:cxn ang="T39">
                    <a:pos x="T18" y="T19"/>
                  </a:cxn>
                  <a:cxn ang="T40">
                    <a:pos x="T20" y="T21"/>
                  </a:cxn>
                  <a:cxn ang="T41">
                    <a:pos x="T22" y="T23"/>
                  </a:cxn>
                  <a:cxn ang="T42">
                    <a:pos x="T24" y="T25"/>
                  </a:cxn>
                  <a:cxn ang="T43">
                    <a:pos x="T26" y="T27"/>
                  </a:cxn>
                  <a:cxn ang="T44">
                    <a:pos x="T28" y="T29"/>
                  </a:cxn>
                </a:cxnLst>
                <a:rect l="T45" t="T46" r="T47" b="T48"/>
                <a:pathLst>
                  <a:path w="113" h="58">
                    <a:moveTo>
                      <a:pt x="0" y="58"/>
                    </a:moveTo>
                    <a:lnTo>
                      <a:pt x="1" y="45"/>
                    </a:lnTo>
                    <a:lnTo>
                      <a:pt x="6" y="33"/>
                    </a:lnTo>
                    <a:lnTo>
                      <a:pt x="12" y="23"/>
                    </a:lnTo>
                    <a:lnTo>
                      <a:pt x="21" y="14"/>
                    </a:lnTo>
                    <a:lnTo>
                      <a:pt x="31" y="7"/>
                    </a:lnTo>
                    <a:lnTo>
                      <a:pt x="44" y="3"/>
                    </a:lnTo>
                    <a:lnTo>
                      <a:pt x="56" y="0"/>
                    </a:lnTo>
                    <a:lnTo>
                      <a:pt x="69" y="3"/>
                    </a:lnTo>
                    <a:lnTo>
                      <a:pt x="81" y="7"/>
                    </a:lnTo>
                    <a:lnTo>
                      <a:pt x="91" y="14"/>
                    </a:lnTo>
                    <a:lnTo>
                      <a:pt x="100" y="23"/>
                    </a:lnTo>
                    <a:lnTo>
                      <a:pt x="107" y="33"/>
                    </a:lnTo>
                    <a:lnTo>
                      <a:pt x="111" y="45"/>
                    </a:lnTo>
                    <a:lnTo>
                      <a:pt x="113" y="58"/>
                    </a:lnTo>
                  </a:path>
                </a:pathLst>
              </a:cu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993" name="Freeform 430">
                <a:extLst>
                  <a:ext uri="{FF2B5EF4-FFF2-40B4-BE49-F238E27FC236}">
                    <a16:creationId xmlns:a16="http://schemas.microsoft.com/office/drawing/2014/main" id="{9492878A-02D5-97E7-0A66-D4E6E13D1BD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78" y="3406"/>
                <a:ext cx="19" cy="270"/>
              </a:xfrm>
              <a:custGeom>
                <a:avLst/>
                <a:gdLst>
                  <a:gd name="T0" fmla="*/ 0 w 113"/>
                  <a:gd name="T1" fmla="*/ 0 h 1594"/>
                  <a:gd name="T2" fmla="*/ 0 w 113"/>
                  <a:gd name="T3" fmla="*/ 0 h 1594"/>
                  <a:gd name="T4" fmla="*/ 0 w 113"/>
                  <a:gd name="T5" fmla="*/ 0 h 1594"/>
                  <a:gd name="T6" fmla="*/ 0 w 113"/>
                  <a:gd name="T7" fmla="*/ 0 h 1594"/>
                  <a:gd name="T8" fmla="*/ 0 w 113"/>
                  <a:gd name="T9" fmla="*/ 0 h 1594"/>
                  <a:gd name="T10" fmla="*/ 0 w 113"/>
                  <a:gd name="T11" fmla="*/ 0 h 1594"/>
                  <a:gd name="T12" fmla="*/ 0 w 113"/>
                  <a:gd name="T13" fmla="*/ 0 h 1594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113"/>
                  <a:gd name="T22" fmla="*/ 0 h 1594"/>
                  <a:gd name="T23" fmla="*/ 113 w 113"/>
                  <a:gd name="T24" fmla="*/ 1594 h 1594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113" h="1594">
                    <a:moveTo>
                      <a:pt x="113" y="0"/>
                    </a:moveTo>
                    <a:lnTo>
                      <a:pt x="56" y="0"/>
                    </a:lnTo>
                    <a:lnTo>
                      <a:pt x="0" y="0"/>
                    </a:lnTo>
                    <a:lnTo>
                      <a:pt x="0" y="1594"/>
                    </a:lnTo>
                    <a:lnTo>
                      <a:pt x="56" y="1594"/>
                    </a:lnTo>
                    <a:lnTo>
                      <a:pt x="113" y="1594"/>
                    </a:lnTo>
                    <a:lnTo>
                      <a:pt x="113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994" name="Freeform 431">
                <a:extLst>
                  <a:ext uri="{FF2B5EF4-FFF2-40B4-BE49-F238E27FC236}">
                    <a16:creationId xmlns:a16="http://schemas.microsoft.com/office/drawing/2014/main" id="{11D1A023-9B4D-4138-ABCB-DB5A3BA835A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78" y="3406"/>
                <a:ext cx="19" cy="270"/>
              </a:xfrm>
              <a:custGeom>
                <a:avLst/>
                <a:gdLst>
                  <a:gd name="T0" fmla="*/ 0 w 113"/>
                  <a:gd name="T1" fmla="*/ 0 h 1594"/>
                  <a:gd name="T2" fmla="*/ 0 w 113"/>
                  <a:gd name="T3" fmla="*/ 0 h 1594"/>
                  <a:gd name="T4" fmla="*/ 0 w 113"/>
                  <a:gd name="T5" fmla="*/ 0 h 1594"/>
                  <a:gd name="T6" fmla="*/ 0 w 113"/>
                  <a:gd name="T7" fmla="*/ 0 h 1594"/>
                  <a:gd name="T8" fmla="*/ 0 w 113"/>
                  <a:gd name="T9" fmla="*/ 0 h 1594"/>
                  <a:gd name="T10" fmla="*/ 0 w 113"/>
                  <a:gd name="T11" fmla="*/ 0 h 1594"/>
                  <a:gd name="T12" fmla="*/ 0 w 113"/>
                  <a:gd name="T13" fmla="*/ 0 h 1594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113"/>
                  <a:gd name="T22" fmla="*/ 0 h 1594"/>
                  <a:gd name="T23" fmla="*/ 113 w 113"/>
                  <a:gd name="T24" fmla="*/ 1594 h 1594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113" h="1594">
                    <a:moveTo>
                      <a:pt x="113" y="0"/>
                    </a:moveTo>
                    <a:lnTo>
                      <a:pt x="56" y="0"/>
                    </a:lnTo>
                    <a:lnTo>
                      <a:pt x="0" y="0"/>
                    </a:lnTo>
                    <a:lnTo>
                      <a:pt x="0" y="1594"/>
                    </a:lnTo>
                    <a:lnTo>
                      <a:pt x="56" y="1594"/>
                    </a:lnTo>
                    <a:lnTo>
                      <a:pt x="113" y="1594"/>
                    </a:lnTo>
                    <a:lnTo>
                      <a:pt x="113" y="0"/>
                    </a:lnTo>
                    <a:close/>
                  </a:path>
                </a:pathLst>
              </a:cu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995" name="Freeform 432">
                <a:extLst>
                  <a:ext uri="{FF2B5EF4-FFF2-40B4-BE49-F238E27FC236}">
                    <a16:creationId xmlns:a16="http://schemas.microsoft.com/office/drawing/2014/main" id="{5AE595F7-47AD-4CFE-1DFA-386E2999EAB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78" y="3676"/>
                <a:ext cx="19" cy="9"/>
              </a:xfrm>
              <a:custGeom>
                <a:avLst/>
                <a:gdLst>
                  <a:gd name="T0" fmla="*/ 0 w 113"/>
                  <a:gd name="T1" fmla="*/ 0 h 56"/>
                  <a:gd name="T2" fmla="*/ 0 w 113"/>
                  <a:gd name="T3" fmla="*/ 0 h 56"/>
                  <a:gd name="T4" fmla="*/ 0 w 113"/>
                  <a:gd name="T5" fmla="*/ 0 h 56"/>
                  <a:gd name="T6" fmla="*/ 0 w 113"/>
                  <a:gd name="T7" fmla="*/ 0 h 56"/>
                  <a:gd name="T8" fmla="*/ 0 w 113"/>
                  <a:gd name="T9" fmla="*/ 0 h 56"/>
                  <a:gd name="T10" fmla="*/ 0 w 113"/>
                  <a:gd name="T11" fmla="*/ 0 h 56"/>
                  <a:gd name="T12" fmla="*/ 0 w 113"/>
                  <a:gd name="T13" fmla="*/ 0 h 56"/>
                  <a:gd name="T14" fmla="*/ 0 w 113"/>
                  <a:gd name="T15" fmla="*/ 0 h 56"/>
                  <a:gd name="T16" fmla="*/ 0 w 113"/>
                  <a:gd name="T17" fmla="*/ 0 h 56"/>
                  <a:gd name="T18" fmla="*/ 0 w 113"/>
                  <a:gd name="T19" fmla="*/ 0 h 56"/>
                  <a:gd name="T20" fmla="*/ 0 w 113"/>
                  <a:gd name="T21" fmla="*/ 0 h 56"/>
                  <a:gd name="T22" fmla="*/ 0 w 113"/>
                  <a:gd name="T23" fmla="*/ 0 h 56"/>
                  <a:gd name="T24" fmla="*/ 0 w 113"/>
                  <a:gd name="T25" fmla="*/ 0 h 56"/>
                  <a:gd name="T26" fmla="*/ 0 w 113"/>
                  <a:gd name="T27" fmla="*/ 0 h 56"/>
                  <a:gd name="T28" fmla="*/ 0 w 113"/>
                  <a:gd name="T29" fmla="*/ 0 h 56"/>
                  <a:gd name="T30" fmla="*/ 0 w 113"/>
                  <a:gd name="T31" fmla="*/ 0 h 56"/>
                  <a:gd name="T32" fmla="*/ 0 w 113"/>
                  <a:gd name="T33" fmla="*/ 0 h 5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w 113"/>
                  <a:gd name="T52" fmla="*/ 0 h 56"/>
                  <a:gd name="T53" fmla="*/ 113 w 113"/>
                  <a:gd name="T54" fmla="*/ 56 h 56"/>
                </a:gdLst>
                <a:ahLst/>
                <a:cxnLst>
                  <a:cxn ang="T34">
                    <a:pos x="T0" y="T1"/>
                  </a:cxn>
                  <a:cxn ang="T35">
                    <a:pos x="T2" y="T3"/>
                  </a:cxn>
                  <a:cxn ang="T36">
                    <a:pos x="T4" y="T5"/>
                  </a:cxn>
                  <a:cxn ang="T37">
                    <a:pos x="T6" y="T7"/>
                  </a:cxn>
                  <a:cxn ang="T38">
                    <a:pos x="T8" y="T9"/>
                  </a:cxn>
                  <a:cxn ang="T39">
                    <a:pos x="T10" y="T11"/>
                  </a:cxn>
                  <a:cxn ang="T40">
                    <a:pos x="T12" y="T13"/>
                  </a:cxn>
                  <a:cxn ang="T41">
                    <a:pos x="T14" y="T15"/>
                  </a:cxn>
                  <a:cxn ang="T42">
                    <a:pos x="T16" y="T17"/>
                  </a:cxn>
                  <a:cxn ang="T43">
                    <a:pos x="T18" y="T19"/>
                  </a:cxn>
                  <a:cxn ang="T44">
                    <a:pos x="T20" y="T21"/>
                  </a:cxn>
                  <a:cxn ang="T45">
                    <a:pos x="T22" y="T23"/>
                  </a:cxn>
                  <a:cxn ang="T46">
                    <a:pos x="T24" y="T25"/>
                  </a:cxn>
                  <a:cxn ang="T47">
                    <a:pos x="T26" y="T27"/>
                  </a:cxn>
                  <a:cxn ang="T48">
                    <a:pos x="T28" y="T29"/>
                  </a:cxn>
                  <a:cxn ang="T49">
                    <a:pos x="T30" y="T31"/>
                  </a:cxn>
                  <a:cxn ang="T50">
                    <a:pos x="T32" y="T33"/>
                  </a:cxn>
                </a:cxnLst>
                <a:rect l="T51" t="T52" r="T53" b="T54"/>
                <a:pathLst>
                  <a:path w="113" h="56">
                    <a:moveTo>
                      <a:pt x="56" y="0"/>
                    </a:moveTo>
                    <a:lnTo>
                      <a:pt x="113" y="0"/>
                    </a:lnTo>
                    <a:lnTo>
                      <a:pt x="111" y="13"/>
                    </a:lnTo>
                    <a:lnTo>
                      <a:pt x="107" y="25"/>
                    </a:lnTo>
                    <a:lnTo>
                      <a:pt x="100" y="35"/>
                    </a:lnTo>
                    <a:lnTo>
                      <a:pt x="91" y="44"/>
                    </a:lnTo>
                    <a:lnTo>
                      <a:pt x="81" y="51"/>
                    </a:lnTo>
                    <a:lnTo>
                      <a:pt x="69" y="55"/>
                    </a:lnTo>
                    <a:lnTo>
                      <a:pt x="56" y="56"/>
                    </a:lnTo>
                    <a:lnTo>
                      <a:pt x="44" y="55"/>
                    </a:lnTo>
                    <a:lnTo>
                      <a:pt x="31" y="51"/>
                    </a:lnTo>
                    <a:lnTo>
                      <a:pt x="21" y="44"/>
                    </a:lnTo>
                    <a:lnTo>
                      <a:pt x="12" y="35"/>
                    </a:lnTo>
                    <a:lnTo>
                      <a:pt x="6" y="25"/>
                    </a:lnTo>
                    <a:lnTo>
                      <a:pt x="1" y="13"/>
                    </a:lnTo>
                    <a:lnTo>
                      <a:pt x="0" y="0"/>
                    </a:lnTo>
                    <a:lnTo>
                      <a:pt x="56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996" name="Freeform 433">
                <a:extLst>
                  <a:ext uri="{FF2B5EF4-FFF2-40B4-BE49-F238E27FC236}">
                    <a16:creationId xmlns:a16="http://schemas.microsoft.com/office/drawing/2014/main" id="{2FB3B773-0359-EEF3-8AA5-1C962ED8A5D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78" y="3676"/>
                <a:ext cx="19" cy="9"/>
              </a:xfrm>
              <a:custGeom>
                <a:avLst/>
                <a:gdLst>
                  <a:gd name="T0" fmla="*/ 0 w 113"/>
                  <a:gd name="T1" fmla="*/ 0 h 56"/>
                  <a:gd name="T2" fmla="*/ 0 w 113"/>
                  <a:gd name="T3" fmla="*/ 0 h 56"/>
                  <a:gd name="T4" fmla="*/ 0 w 113"/>
                  <a:gd name="T5" fmla="*/ 0 h 56"/>
                  <a:gd name="T6" fmla="*/ 0 w 113"/>
                  <a:gd name="T7" fmla="*/ 0 h 56"/>
                  <a:gd name="T8" fmla="*/ 0 w 113"/>
                  <a:gd name="T9" fmla="*/ 0 h 56"/>
                  <a:gd name="T10" fmla="*/ 0 w 113"/>
                  <a:gd name="T11" fmla="*/ 0 h 56"/>
                  <a:gd name="T12" fmla="*/ 0 w 113"/>
                  <a:gd name="T13" fmla="*/ 0 h 56"/>
                  <a:gd name="T14" fmla="*/ 0 w 113"/>
                  <a:gd name="T15" fmla="*/ 0 h 56"/>
                  <a:gd name="T16" fmla="*/ 0 w 113"/>
                  <a:gd name="T17" fmla="*/ 0 h 56"/>
                  <a:gd name="T18" fmla="*/ 0 w 113"/>
                  <a:gd name="T19" fmla="*/ 0 h 56"/>
                  <a:gd name="T20" fmla="*/ 0 w 113"/>
                  <a:gd name="T21" fmla="*/ 0 h 56"/>
                  <a:gd name="T22" fmla="*/ 0 w 113"/>
                  <a:gd name="T23" fmla="*/ 0 h 56"/>
                  <a:gd name="T24" fmla="*/ 0 w 113"/>
                  <a:gd name="T25" fmla="*/ 0 h 56"/>
                  <a:gd name="T26" fmla="*/ 0 w 113"/>
                  <a:gd name="T27" fmla="*/ 0 h 56"/>
                  <a:gd name="T28" fmla="*/ 0 w 113"/>
                  <a:gd name="T29" fmla="*/ 0 h 5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w 113"/>
                  <a:gd name="T46" fmla="*/ 0 h 56"/>
                  <a:gd name="T47" fmla="*/ 113 w 113"/>
                  <a:gd name="T48" fmla="*/ 56 h 56"/>
                </a:gdLst>
                <a:ahLst/>
                <a:cxnLst>
                  <a:cxn ang="T30">
                    <a:pos x="T0" y="T1"/>
                  </a:cxn>
                  <a:cxn ang="T31">
                    <a:pos x="T2" y="T3"/>
                  </a:cxn>
                  <a:cxn ang="T32">
                    <a:pos x="T4" y="T5"/>
                  </a:cxn>
                  <a:cxn ang="T33">
                    <a:pos x="T6" y="T7"/>
                  </a:cxn>
                  <a:cxn ang="T34">
                    <a:pos x="T8" y="T9"/>
                  </a:cxn>
                  <a:cxn ang="T35">
                    <a:pos x="T10" y="T11"/>
                  </a:cxn>
                  <a:cxn ang="T36">
                    <a:pos x="T12" y="T13"/>
                  </a:cxn>
                  <a:cxn ang="T37">
                    <a:pos x="T14" y="T15"/>
                  </a:cxn>
                  <a:cxn ang="T38">
                    <a:pos x="T16" y="T17"/>
                  </a:cxn>
                  <a:cxn ang="T39">
                    <a:pos x="T18" y="T19"/>
                  </a:cxn>
                  <a:cxn ang="T40">
                    <a:pos x="T20" y="T21"/>
                  </a:cxn>
                  <a:cxn ang="T41">
                    <a:pos x="T22" y="T23"/>
                  </a:cxn>
                  <a:cxn ang="T42">
                    <a:pos x="T24" y="T25"/>
                  </a:cxn>
                  <a:cxn ang="T43">
                    <a:pos x="T26" y="T27"/>
                  </a:cxn>
                  <a:cxn ang="T44">
                    <a:pos x="T28" y="T29"/>
                  </a:cxn>
                </a:cxnLst>
                <a:rect l="T45" t="T46" r="T47" b="T48"/>
                <a:pathLst>
                  <a:path w="113" h="56">
                    <a:moveTo>
                      <a:pt x="113" y="0"/>
                    </a:moveTo>
                    <a:lnTo>
                      <a:pt x="111" y="13"/>
                    </a:lnTo>
                    <a:lnTo>
                      <a:pt x="107" y="25"/>
                    </a:lnTo>
                    <a:lnTo>
                      <a:pt x="100" y="35"/>
                    </a:lnTo>
                    <a:lnTo>
                      <a:pt x="91" y="44"/>
                    </a:lnTo>
                    <a:lnTo>
                      <a:pt x="81" y="51"/>
                    </a:lnTo>
                    <a:lnTo>
                      <a:pt x="69" y="55"/>
                    </a:lnTo>
                    <a:lnTo>
                      <a:pt x="56" y="56"/>
                    </a:lnTo>
                    <a:lnTo>
                      <a:pt x="44" y="55"/>
                    </a:lnTo>
                    <a:lnTo>
                      <a:pt x="31" y="51"/>
                    </a:lnTo>
                    <a:lnTo>
                      <a:pt x="21" y="44"/>
                    </a:lnTo>
                    <a:lnTo>
                      <a:pt x="12" y="35"/>
                    </a:lnTo>
                    <a:lnTo>
                      <a:pt x="6" y="25"/>
                    </a:lnTo>
                    <a:lnTo>
                      <a:pt x="1" y="13"/>
                    </a:lnTo>
                    <a:lnTo>
                      <a:pt x="0" y="0"/>
                    </a:lnTo>
                  </a:path>
                </a:pathLst>
              </a:cu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997" name="Freeform 434">
                <a:extLst>
                  <a:ext uri="{FF2B5EF4-FFF2-40B4-BE49-F238E27FC236}">
                    <a16:creationId xmlns:a16="http://schemas.microsoft.com/office/drawing/2014/main" id="{891C02FA-0B75-8AE6-0C0A-2076BD63513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935" y="3268"/>
                <a:ext cx="19" cy="11"/>
              </a:xfrm>
              <a:custGeom>
                <a:avLst/>
                <a:gdLst>
                  <a:gd name="T0" fmla="*/ 0 w 114"/>
                  <a:gd name="T1" fmla="*/ 0 h 57"/>
                  <a:gd name="T2" fmla="*/ 0 w 114"/>
                  <a:gd name="T3" fmla="*/ 0 h 57"/>
                  <a:gd name="T4" fmla="*/ 0 w 114"/>
                  <a:gd name="T5" fmla="*/ 0 h 57"/>
                  <a:gd name="T6" fmla="*/ 0 w 114"/>
                  <a:gd name="T7" fmla="*/ 0 h 57"/>
                  <a:gd name="T8" fmla="*/ 0 w 114"/>
                  <a:gd name="T9" fmla="*/ 0 h 57"/>
                  <a:gd name="T10" fmla="*/ 0 w 114"/>
                  <a:gd name="T11" fmla="*/ 0 h 57"/>
                  <a:gd name="T12" fmla="*/ 0 w 114"/>
                  <a:gd name="T13" fmla="*/ 0 h 57"/>
                  <a:gd name="T14" fmla="*/ 0 w 114"/>
                  <a:gd name="T15" fmla="*/ 0 h 57"/>
                  <a:gd name="T16" fmla="*/ 0 w 114"/>
                  <a:gd name="T17" fmla="*/ 0 h 57"/>
                  <a:gd name="T18" fmla="*/ 0 w 114"/>
                  <a:gd name="T19" fmla="*/ 0 h 57"/>
                  <a:gd name="T20" fmla="*/ 0 w 114"/>
                  <a:gd name="T21" fmla="*/ 0 h 57"/>
                  <a:gd name="T22" fmla="*/ 0 w 114"/>
                  <a:gd name="T23" fmla="*/ 0 h 57"/>
                  <a:gd name="T24" fmla="*/ 0 w 114"/>
                  <a:gd name="T25" fmla="*/ 0 h 57"/>
                  <a:gd name="T26" fmla="*/ 0 w 114"/>
                  <a:gd name="T27" fmla="*/ 0 h 57"/>
                  <a:gd name="T28" fmla="*/ 0 w 114"/>
                  <a:gd name="T29" fmla="*/ 0 h 57"/>
                  <a:gd name="T30" fmla="*/ 0 w 114"/>
                  <a:gd name="T31" fmla="*/ 0 h 57"/>
                  <a:gd name="T32" fmla="*/ 0 w 114"/>
                  <a:gd name="T33" fmla="*/ 0 h 57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w 114"/>
                  <a:gd name="T52" fmla="*/ 0 h 57"/>
                  <a:gd name="T53" fmla="*/ 114 w 114"/>
                  <a:gd name="T54" fmla="*/ 57 h 57"/>
                </a:gdLst>
                <a:ahLst/>
                <a:cxnLst>
                  <a:cxn ang="T34">
                    <a:pos x="T0" y="T1"/>
                  </a:cxn>
                  <a:cxn ang="T35">
                    <a:pos x="T2" y="T3"/>
                  </a:cxn>
                  <a:cxn ang="T36">
                    <a:pos x="T4" y="T5"/>
                  </a:cxn>
                  <a:cxn ang="T37">
                    <a:pos x="T6" y="T7"/>
                  </a:cxn>
                  <a:cxn ang="T38">
                    <a:pos x="T8" y="T9"/>
                  </a:cxn>
                  <a:cxn ang="T39">
                    <a:pos x="T10" y="T11"/>
                  </a:cxn>
                  <a:cxn ang="T40">
                    <a:pos x="T12" y="T13"/>
                  </a:cxn>
                  <a:cxn ang="T41">
                    <a:pos x="T14" y="T15"/>
                  </a:cxn>
                  <a:cxn ang="T42">
                    <a:pos x="T16" y="T17"/>
                  </a:cxn>
                  <a:cxn ang="T43">
                    <a:pos x="T18" y="T19"/>
                  </a:cxn>
                  <a:cxn ang="T44">
                    <a:pos x="T20" y="T21"/>
                  </a:cxn>
                  <a:cxn ang="T45">
                    <a:pos x="T22" y="T23"/>
                  </a:cxn>
                  <a:cxn ang="T46">
                    <a:pos x="T24" y="T25"/>
                  </a:cxn>
                  <a:cxn ang="T47">
                    <a:pos x="T26" y="T27"/>
                  </a:cxn>
                  <a:cxn ang="T48">
                    <a:pos x="T28" y="T29"/>
                  </a:cxn>
                  <a:cxn ang="T49">
                    <a:pos x="T30" y="T31"/>
                  </a:cxn>
                  <a:cxn ang="T50">
                    <a:pos x="T32" y="T33"/>
                  </a:cxn>
                </a:cxnLst>
                <a:rect l="T51" t="T52" r="T53" b="T54"/>
                <a:pathLst>
                  <a:path w="114" h="57">
                    <a:moveTo>
                      <a:pt x="56" y="57"/>
                    </a:moveTo>
                    <a:lnTo>
                      <a:pt x="0" y="57"/>
                    </a:lnTo>
                    <a:lnTo>
                      <a:pt x="1" y="45"/>
                    </a:lnTo>
                    <a:lnTo>
                      <a:pt x="6" y="32"/>
                    </a:lnTo>
                    <a:lnTo>
                      <a:pt x="13" y="22"/>
                    </a:lnTo>
                    <a:lnTo>
                      <a:pt x="22" y="13"/>
                    </a:lnTo>
                    <a:lnTo>
                      <a:pt x="32" y="7"/>
                    </a:lnTo>
                    <a:lnTo>
                      <a:pt x="44" y="2"/>
                    </a:lnTo>
                    <a:lnTo>
                      <a:pt x="56" y="0"/>
                    </a:lnTo>
                    <a:lnTo>
                      <a:pt x="69" y="2"/>
                    </a:lnTo>
                    <a:lnTo>
                      <a:pt x="81" y="7"/>
                    </a:lnTo>
                    <a:lnTo>
                      <a:pt x="91" y="13"/>
                    </a:lnTo>
                    <a:lnTo>
                      <a:pt x="100" y="22"/>
                    </a:lnTo>
                    <a:lnTo>
                      <a:pt x="107" y="32"/>
                    </a:lnTo>
                    <a:lnTo>
                      <a:pt x="111" y="45"/>
                    </a:lnTo>
                    <a:lnTo>
                      <a:pt x="114" y="57"/>
                    </a:lnTo>
                    <a:lnTo>
                      <a:pt x="56" y="57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998" name="Freeform 435">
                <a:extLst>
                  <a:ext uri="{FF2B5EF4-FFF2-40B4-BE49-F238E27FC236}">
                    <a16:creationId xmlns:a16="http://schemas.microsoft.com/office/drawing/2014/main" id="{C4B385FB-8636-56D9-4350-2B34C309E47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935" y="3268"/>
                <a:ext cx="19" cy="11"/>
              </a:xfrm>
              <a:custGeom>
                <a:avLst/>
                <a:gdLst>
                  <a:gd name="T0" fmla="*/ 0 w 114"/>
                  <a:gd name="T1" fmla="*/ 0 h 57"/>
                  <a:gd name="T2" fmla="*/ 0 w 114"/>
                  <a:gd name="T3" fmla="*/ 0 h 57"/>
                  <a:gd name="T4" fmla="*/ 0 w 114"/>
                  <a:gd name="T5" fmla="*/ 0 h 57"/>
                  <a:gd name="T6" fmla="*/ 0 w 114"/>
                  <a:gd name="T7" fmla="*/ 0 h 57"/>
                  <a:gd name="T8" fmla="*/ 0 w 114"/>
                  <a:gd name="T9" fmla="*/ 0 h 57"/>
                  <a:gd name="T10" fmla="*/ 0 w 114"/>
                  <a:gd name="T11" fmla="*/ 0 h 57"/>
                  <a:gd name="T12" fmla="*/ 0 w 114"/>
                  <a:gd name="T13" fmla="*/ 0 h 57"/>
                  <a:gd name="T14" fmla="*/ 0 w 114"/>
                  <a:gd name="T15" fmla="*/ 0 h 57"/>
                  <a:gd name="T16" fmla="*/ 0 w 114"/>
                  <a:gd name="T17" fmla="*/ 0 h 57"/>
                  <a:gd name="T18" fmla="*/ 0 w 114"/>
                  <a:gd name="T19" fmla="*/ 0 h 57"/>
                  <a:gd name="T20" fmla="*/ 0 w 114"/>
                  <a:gd name="T21" fmla="*/ 0 h 57"/>
                  <a:gd name="T22" fmla="*/ 0 w 114"/>
                  <a:gd name="T23" fmla="*/ 0 h 57"/>
                  <a:gd name="T24" fmla="*/ 0 w 114"/>
                  <a:gd name="T25" fmla="*/ 0 h 57"/>
                  <a:gd name="T26" fmla="*/ 0 w 114"/>
                  <a:gd name="T27" fmla="*/ 0 h 57"/>
                  <a:gd name="T28" fmla="*/ 0 w 114"/>
                  <a:gd name="T29" fmla="*/ 0 h 57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w 114"/>
                  <a:gd name="T46" fmla="*/ 0 h 57"/>
                  <a:gd name="T47" fmla="*/ 114 w 114"/>
                  <a:gd name="T48" fmla="*/ 57 h 57"/>
                </a:gdLst>
                <a:ahLst/>
                <a:cxnLst>
                  <a:cxn ang="T30">
                    <a:pos x="T0" y="T1"/>
                  </a:cxn>
                  <a:cxn ang="T31">
                    <a:pos x="T2" y="T3"/>
                  </a:cxn>
                  <a:cxn ang="T32">
                    <a:pos x="T4" y="T5"/>
                  </a:cxn>
                  <a:cxn ang="T33">
                    <a:pos x="T6" y="T7"/>
                  </a:cxn>
                  <a:cxn ang="T34">
                    <a:pos x="T8" y="T9"/>
                  </a:cxn>
                  <a:cxn ang="T35">
                    <a:pos x="T10" y="T11"/>
                  </a:cxn>
                  <a:cxn ang="T36">
                    <a:pos x="T12" y="T13"/>
                  </a:cxn>
                  <a:cxn ang="T37">
                    <a:pos x="T14" y="T15"/>
                  </a:cxn>
                  <a:cxn ang="T38">
                    <a:pos x="T16" y="T17"/>
                  </a:cxn>
                  <a:cxn ang="T39">
                    <a:pos x="T18" y="T19"/>
                  </a:cxn>
                  <a:cxn ang="T40">
                    <a:pos x="T20" y="T21"/>
                  </a:cxn>
                  <a:cxn ang="T41">
                    <a:pos x="T22" y="T23"/>
                  </a:cxn>
                  <a:cxn ang="T42">
                    <a:pos x="T24" y="T25"/>
                  </a:cxn>
                  <a:cxn ang="T43">
                    <a:pos x="T26" y="T27"/>
                  </a:cxn>
                  <a:cxn ang="T44">
                    <a:pos x="T28" y="T29"/>
                  </a:cxn>
                </a:cxnLst>
                <a:rect l="T45" t="T46" r="T47" b="T48"/>
                <a:pathLst>
                  <a:path w="114" h="57">
                    <a:moveTo>
                      <a:pt x="0" y="57"/>
                    </a:moveTo>
                    <a:lnTo>
                      <a:pt x="1" y="45"/>
                    </a:lnTo>
                    <a:lnTo>
                      <a:pt x="6" y="32"/>
                    </a:lnTo>
                    <a:lnTo>
                      <a:pt x="13" y="22"/>
                    </a:lnTo>
                    <a:lnTo>
                      <a:pt x="22" y="13"/>
                    </a:lnTo>
                    <a:lnTo>
                      <a:pt x="32" y="7"/>
                    </a:lnTo>
                    <a:lnTo>
                      <a:pt x="44" y="2"/>
                    </a:lnTo>
                    <a:lnTo>
                      <a:pt x="56" y="0"/>
                    </a:lnTo>
                    <a:lnTo>
                      <a:pt x="69" y="2"/>
                    </a:lnTo>
                    <a:lnTo>
                      <a:pt x="81" y="7"/>
                    </a:lnTo>
                    <a:lnTo>
                      <a:pt x="91" y="13"/>
                    </a:lnTo>
                    <a:lnTo>
                      <a:pt x="100" y="22"/>
                    </a:lnTo>
                    <a:lnTo>
                      <a:pt x="107" y="32"/>
                    </a:lnTo>
                    <a:lnTo>
                      <a:pt x="111" y="45"/>
                    </a:lnTo>
                    <a:lnTo>
                      <a:pt x="114" y="57"/>
                    </a:lnTo>
                  </a:path>
                </a:pathLst>
              </a:cu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999" name="Freeform 436">
                <a:extLst>
                  <a:ext uri="{FF2B5EF4-FFF2-40B4-BE49-F238E27FC236}">
                    <a16:creationId xmlns:a16="http://schemas.microsoft.com/office/drawing/2014/main" id="{BB0C691E-3B75-3BA6-F041-06B0A0712A4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935" y="3279"/>
                <a:ext cx="19" cy="524"/>
              </a:xfrm>
              <a:custGeom>
                <a:avLst/>
                <a:gdLst>
                  <a:gd name="T0" fmla="*/ 0 w 114"/>
                  <a:gd name="T1" fmla="*/ 0 h 3112"/>
                  <a:gd name="T2" fmla="*/ 0 w 114"/>
                  <a:gd name="T3" fmla="*/ 0 h 3112"/>
                  <a:gd name="T4" fmla="*/ 0 w 114"/>
                  <a:gd name="T5" fmla="*/ 0 h 3112"/>
                  <a:gd name="T6" fmla="*/ 0 w 114"/>
                  <a:gd name="T7" fmla="*/ 0 h 3112"/>
                  <a:gd name="T8" fmla="*/ 0 w 114"/>
                  <a:gd name="T9" fmla="*/ 0 h 3112"/>
                  <a:gd name="T10" fmla="*/ 0 w 114"/>
                  <a:gd name="T11" fmla="*/ 0 h 3112"/>
                  <a:gd name="T12" fmla="*/ 0 w 114"/>
                  <a:gd name="T13" fmla="*/ 0 h 3112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114"/>
                  <a:gd name="T22" fmla="*/ 0 h 3112"/>
                  <a:gd name="T23" fmla="*/ 114 w 114"/>
                  <a:gd name="T24" fmla="*/ 3112 h 3112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114" h="3112">
                    <a:moveTo>
                      <a:pt x="114" y="0"/>
                    </a:moveTo>
                    <a:lnTo>
                      <a:pt x="56" y="0"/>
                    </a:lnTo>
                    <a:lnTo>
                      <a:pt x="0" y="0"/>
                    </a:lnTo>
                    <a:lnTo>
                      <a:pt x="0" y="3112"/>
                    </a:lnTo>
                    <a:lnTo>
                      <a:pt x="56" y="3112"/>
                    </a:lnTo>
                    <a:lnTo>
                      <a:pt x="114" y="3112"/>
                    </a:lnTo>
                    <a:lnTo>
                      <a:pt x="114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grpSp>
            <p:nvGrpSpPr>
              <p:cNvPr id="1000" name="Group 437">
                <a:extLst>
                  <a:ext uri="{FF2B5EF4-FFF2-40B4-BE49-F238E27FC236}">
                    <a16:creationId xmlns:a16="http://schemas.microsoft.com/office/drawing/2014/main" id="{C64A6084-C91D-A7A0-F16F-AFF16369CA0D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837" y="2095"/>
                <a:ext cx="4394" cy="1791"/>
                <a:chOff x="1313" y="3015"/>
                <a:chExt cx="3719" cy="1516"/>
              </a:xfrm>
            </p:grpSpPr>
            <p:sp>
              <p:nvSpPr>
                <p:cNvPr id="1151" name="Freeform 438">
                  <a:extLst>
                    <a:ext uri="{FF2B5EF4-FFF2-40B4-BE49-F238E27FC236}">
                      <a16:creationId xmlns:a16="http://schemas.microsoft.com/office/drawing/2014/main" id="{7675DF9D-F669-9D27-404B-EC4F9844DA45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242" y="4017"/>
                  <a:ext cx="16" cy="444"/>
                </a:xfrm>
                <a:custGeom>
                  <a:avLst/>
                  <a:gdLst>
                    <a:gd name="T0" fmla="*/ 0 w 114"/>
                    <a:gd name="T1" fmla="*/ 0 h 3112"/>
                    <a:gd name="T2" fmla="*/ 0 w 114"/>
                    <a:gd name="T3" fmla="*/ 0 h 3112"/>
                    <a:gd name="T4" fmla="*/ 0 w 114"/>
                    <a:gd name="T5" fmla="*/ 0 h 3112"/>
                    <a:gd name="T6" fmla="*/ 0 w 114"/>
                    <a:gd name="T7" fmla="*/ 0 h 3112"/>
                    <a:gd name="T8" fmla="*/ 0 w 114"/>
                    <a:gd name="T9" fmla="*/ 0 h 3112"/>
                    <a:gd name="T10" fmla="*/ 0 w 114"/>
                    <a:gd name="T11" fmla="*/ 0 h 3112"/>
                    <a:gd name="T12" fmla="*/ 0 w 114"/>
                    <a:gd name="T13" fmla="*/ 0 h 3112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114"/>
                    <a:gd name="T22" fmla="*/ 0 h 3112"/>
                    <a:gd name="T23" fmla="*/ 114 w 114"/>
                    <a:gd name="T24" fmla="*/ 3112 h 3112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114" h="3112">
                      <a:moveTo>
                        <a:pt x="114" y="0"/>
                      </a:moveTo>
                      <a:lnTo>
                        <a:pt x="56" y="0"/>
                      </a:lnTo>
                      <a:lnTo>
                        <a:pt x="0" y="0"/>
                      </a:lnTo>
                      <a:lnTo>
                        <a:pt x="0" y="3112"/>
                      </a:lnTo>
                      <a:lnTo>
                        <a:pt x="56" y="3112"/>
                      </a:lnTo>
                      <a:lnTo>
                        <a:pt x="114" y="3112"/>
                      </a:lnTo>
                      <a:lnTo>
                        <a:pt x="114" y="0"/>
                      </a:lnTo>
                      <a:close/>
                    </a:path>
                  </a:pathLst>
                </a:custGeom>
                <a:noFill/>
                <a:ln w="0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pPr algn="l" defTabSz="1828800" hangingPunct="1"/>
                  <a:endParaRPr lang="zh-CN" altLang="en-US" sz="3600" b="0" kern="1200">
                    <a:solidFill>
                      <a:prstClr val="black"/>
                    </a:solidFill>
                    <a:latin typeface="等线" panose="020F0502020204030204"/>
                    <a:ea typeface="等线" panose="02010600030101010101" pitchFamily="2" charset="-122"/>
                    <a:cs typeface="+mn-cs"/>
                  </a:endParaRPr>
                </a:p>
              </p:txBody>
            </p:sp>
            <p:sp>
              <p:nvSpPr>
                <p:cNvPr id="1152" name="Freeform 439">
                  <a:extLst>
                    <a:ext uri="{FF2B5EF4-FFF2-40B4-BE49-F238E27FC236}">
                      <a16:creationId xmlns:a16="http://schemas.microsoft.com/office/drawing/2014/main" id="{56BC6112-4BA5-D0DC-F1C4-5499E02C8384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242" y="4461"/>
                  <a:ext cx="16" cy="8"/>
                </a:xfrm>
                <a:custGeom>
                  <a:avLst/>
                  <a:gdLst>
                    <a:gd name="T0" fmla="*/ 0 w 114"/>
                    <a:gd name="T1" fmla="*/ 0 h 56"/>
                    <a:gd name="T2" fmla="*/ 0 w 114"/>
                    <a:gd name="T3" fmla="*/ 0 h 56"/>
                    <a:gd name="T4" fmla="*/ 0 w 114"/>
                    <a:gd name="T5" fmla="*/ 0 h 56"/>
                    <a:gd name="T6" fmla="*/ 0 w 114"/>
                    <a:gd name="T7" fmla="*/ 0 h 56"/>
                    <a:gd name="T8" fmla="*/ 0 w 114"/>
                    <a:gd name="T9" fmla="*/ 0 h 56"/>
                    <a:gd name="T10" fmla="*/ 0 w 114"/>
                    <a:gd name="T11" fmla="*/ 0 h 56"/>
                    <a:gd name="T12" fmla="*/ 0 w 114"/>
                    <a:gd name="T13" fmla="*/ 0 h 56"/>
                    <a:gd name="T14" fmla="*/ 0 w 114"/>
                    <a:gd name="T15" fmla="*/ 0 h 56"/>
                    <a:gd name="T16" fmla="*/ 0 w 114"/>
                    <a:gd name="T17" fmla="*/ 0 h 56"/>
                    <a:gd name="T18" fmla="*/ 0 w 114"/>
                    <a:gd name="T19" fmla="*/ 0 h 56"/>
                    <a:gd name="T20" fmla="*/ 0 w 114"/>
                    <a:gd name="T21" fmla="*/ 0 h 56"/>
                    <a:gd name="T22" fmla="*/ 0 w 114"/>
                    <a:gd name="T23" fmla="*/ 0 h 56"/>
                    <a:gd name="T24" fmla="*/ 0 w 114"/>
                    <a:gd name="T25" fmla="*/ 0 h 56"/>
                    <a:gd name="T26" fmla="*/ 0 w 114"/>
                    <a:gd name="T27" fmla="*/ 0 h 56"/>
                    <a:gd name="T28" fmla="*/ 0 w 114"/>
                    <a:gd name="T29" fmla="*/ 0 h 56"/>
                    <a:gd name="T30" fmla="*/ 0 w 114"/>
                    <a:gd name="T31" fmla="*/ 0 h 56"/>
                    <a:gd name="T32" fmla="*/ 0 w 114"/>
                    <a:gd name="T33" fmla="*/ 0 h 56"/>
                    <a:gd name="T34" fmla="*/ 0 60000 65536"/>
                    <a:gd name="T35" fmla="*/ 0 60000 65536"/>
                    <a:gd name="T36" fmla="*/ 0 60000 65536"/>
                    <a:gd name="T37" fmla="*/ 0 60000 65536"/>
                    <a:gd name="T38" fmla="*/ 0 60000 65536"/>
                    <a:gd name="T39" fmla="*/ 0 60000 65536"/>
                    <a:gd name="T40" fmla="*/ 0 60000 65536"/>
                    <a:gd name="T41" fmla="*/ 0 60000 65536"/>
                    <a:gd name="T42" fmla="*/ 0 60000 65536"/>
                    <a:gd name="T43" fmla="*/ 0 60000 65536"/>
                    <a:gd name="T44" fmla="*/ 0 60000 65536"/>
                    <a:gd name="T45" fmla="*/ 0 60000 65536"/>
                    <a:gd name="T46" fmla="*/ 0 60000 65536"/>
                    <a:gd name="T47" fmla="*/ 0 60000 65536"/>
                    <a:gd name="T48" fmla="*/ 0 60000 65536"/>
                    <a:gd name="T49" fmla="*/ 0 60000 65536"/>
                    <a:gd name="T50" fmla="*/ 0 60000 65536"/>
                    <a:gd name="T51" fmla="*/ 0 w 114"/>
                    <a:gd name="T52" fmla="*/ 0 h 56"/>
                    <a:gd name="T53" fmla="*/ 114 w 114"/>
                    <a:gd name="T54" fmla="*/ 56 h 56"/>
                  </a:gdLst>
                  <a:ahLst/>
                  <a:cxnLst>
                    <a:cxn ang="T34">
                      <a:pos x="T0" y="T1"/>
                    </a:cxn>
                    <a:cxn ang="T35">
                      <a:pos x="T2" y="T3"/>
                    </a:cxn>
                    <a:cxn ang="T36">
                      <a:pos x="T4" y="T5"/>
                    </a:cxn>
                    <a:cxn ang="T37">
                      <a:pos x="T6" y="T7"/>
                    </a:cxn>
                    <a:cxn ang="T38">
                      <a:pos x="T8" y="T9"/>
                    </a:cxn>
                    <a:cxn ang="T39">
                      <a:pos x="T10" y="T11"/>
                    </a:cxn>
                    <a:cxn ang="T40">
                      <a:pos x="T12" y="T13"/>
                    </a:cxn>
                    <a:cxn ang="T41">
                      <a:pos x="T14" y="T15"/>
                    </a:cxn>
                    <a:cxn ang="T42">
                      <a:pos x="T16" y="T17"/>
                    </a:cxn>
                    <a:cxn ang="T43">
                      <a:pos x="T18" y="T19"/>
                    </a:cxn>
                    <a:cxn ang="T44">
                      <a:pos x="T20" y="T21"/>
                    </a:cxn>
                    <a:cxn ang="T45">
                      <a:pos x="T22" y="T23"/>
                    </a:cxn>
                    <a:cxn ang="T46">
                      <a:pos x="T24" y="T25"/>
                    </a:cxn>
                    <a:cxn ang="T47">
                      <a:pos x="T26" y="T27"/>
                    </a:cxn>
                    <a:cxn ang="T48">
                      <a:pos x="T28" y="T29"/>
                    </a:cxn>
                    <a:cxn ang="T49">
                      <a:pos x="T30" y="T31"/>
                    </a:cxn>
                    <a:cxn ang="T50">
                      <a:pos x="T32" y="T33"/>
                    </a:cxn>
                  </a:cxnLst>
                  <a:rect l="T51" t="T52" r="T53" b="T54"/>
                  <a:pathLst>
                    <a:path w="114" h="56">
                      <a:moveTo>
                        <a:pt x="56" y="0"/>
                      </a:moveTo>
                      <a:lnTo>
                        <a:pt x="114" y="0"/>
                      </a:lnTo>
                      <a:lnTo>
                        <a:pt x="111" y="12"/>
                      </a:lnTo>
                      <a:lnTo>
                        <a:pt x="107" y="24"/>
                      </a:lnTo>
                      <a:lnTo>
                        <a:pt x="100" y="35"/>
                      </a:lnTo>
                      <a:lnTo>
                        <a:pt x="91" y="44"/>
                      </a:lnTo>
                      <a:lnTo>
                        <a:pt x="81" y="50"/>
                      </a:lnTo>
                      <a:lnTo>
                        <a:pt x="69" y="55"/>
                      </a:lnTo>
                      <a:lnTo>
                        <a:pt x="56" y="56"/>
                      </a:lnTo>
                      <a:lnTo>
                        <a:pt x="44" y="55"/>
                      </a:lnTo>
                      <a:lnTo>
                        <a:pt x="32" y="50"/>
                      </a:lnTo>
                      <a:lnTo>
                        <a:pt x="22" y="44"/>
                      </a:lnTo>
                      <a:lnTo>
                        <a:pt x="13" y="35"/>
                      </a:lnTo>
                      <a:lnTo>
                        <a:pt x="6" y="24"/>
                      </a:lnTo>
                      <a:lnTo>
                        <a:pt x="1" y="12"/>
                      </a:lnTo>
                      <a:lnTo>
                        <a:pt x="0" y="0"/>
                      </a:lnTo>
                      <a:lnTo>
                        <a:pt x="56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algn="l" defTabSz="1828800" hangingPunct="1"/>
                  <a:endParaRPr lang="zh-CN" altLang="en-US" sz="3600" b="0" kern="1200">
                    <a:solidFill>
                      <a:prstClr val="black"/>
                    </a:solidFill>
                    <a:latin typeface="等线" panose="020F0502020204030204"/>
                    <a:ea typeface="等线" panose="02010600030101010101" pitchFamily="2" charset="-122"/>
                    <a:cs typeface="+mn-cs"/>
                  </a:endParaRPr>
                </a:p>
              </p:txBody>
            </p:sp>
            <p:sp>
              <p:nvSpPr>
                <p:cNvPr id="1153" name="Freeform 440">
                  <a:extLst>
                    <a:ext uri="{FF2B5EF4-FFF2-40B4-BE49-F238E27FC236}">
                      <a16:creationId xmlns:a16="http://schemas.microsoft.com/office/drawing/2014/main" id="{BAFD52FA-AA95-D534-1FFD-0682B2DC3C2B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242" y="4461"/>
                  <a:ext cx="16" cy="8"/>
                </a:xfrm>
                <a:custGeom>
                  <a:avLst/>
                  <a:gdLst>
                    <a:gd name="T0" fmla="*/ 0 w 114"/>
                    <a:gd name="T1" fmla="*/ 0 h 56"/>
                    <a:gd name="T2" fmla="*/ 0 w 114"/>
                    <a:gd name="T3" fmla="*/ 0 h 56"/>
                    <a:gd name="T4" fmla="*/ 0 w 114"/>
                    <a:gd name="T5" fmla="*/ 0 h 56"/>
                    <a:gd name="T6" fmla="*/ 0 w 114"/>
                    <a:gd name="T7" fmla="*/ 0 h 56"/>
                    <a:gd name="T8" fmla="*/ 0 w 114"/>
                    <a:gd name="T9" fmla="*/ 0 h 56"/>
                    <a:gd name="T10" fmla="*/ 0 w 114"/>
                    <a:gd name="T11" fmla="*/ 0 h 56"/>
                    <a:gd name="T12" fmla="*/ 0 w 114"/>
                    <a:gd name="T13" fmla="*/ 0 h 56"/>
                    <a:gd name="T14" fmla="*/ 0 w 114"/>
                    <a:gd name="T15" fmla="*/ 0 h 56"/>
                    <a:gd name="T16" fmla="*/ 0 w 114"/>
                    <a:gd name="T17" fmla="*/ 0 h 56"/>
                    <a:gd name="T18" fmla="*/ 0 w 114"/>
                    <a:gd name="T19" fmla="*/ 0 h 56"/>
                    <a:gd name="T20" fmla="*/ 0 w 114"/>
                    <a:gd name="T21" fmla="*/ 0 h 56"/>
                    <a:gd name="T22" fmla="*/ 0 w 114"/>
                    <a:gd name="T23" fmla="*/ 0 h 56"/>
                    <a:gd name="T24" fmla="*/ 0 w 114"/>
                    <a:gd name="T25" fmla="*/ 0 h 56"/>
                    <a:gd name="T26" fmla="*/ 0 w 114"/>
                    <a:gd name="T27" fmla="*/ 0 h 56"/>
                    <a:gd name="T28" fmla="*/ 0 w 114"/>
                    <a:gd name="T29" fmla="*/ 0 h 56"/>
                    <a:gd name="T30" fmla="*/ 0 60000 65536"/>
                    <a:gd name="T31" fmla="*/ 0 60000 65536"/>
                    <a:gd name="T32" fmla="*/ 0 60000 65536"/>
                    <a:gd name="T33" fmla="*/ 0 60000 65536"/>
                    <a:gd name="T34" fmla="*/ 0 60000 65536"/>
                    <a:gd name="T35" fmla="*/ 0 60000 65536"/>
                    <a:gd name="T36" fmla="*/ 0 60000 65536"/>
                    <a:gd name="T37" fmla="*/ 0 60000 65536"/>
                    <a:gd name="T38" fmla="*/ 0 60000 65536"/>
                    <a:gd name="T39" fmla="*/ 0 60000 65536"/>
                    <a:gd name="T40" fmla="*/ 0 60000 65536"/>
                    <a:gd name="T41" fmla="*/ 0 60000 65536"/>
                    <a:gd name="T42" fmla="*/ 0 60000 65536"/>
                    <a:gd name="T43" fmla="*/ 0 60000 65536"/>
                    <a:gd name="T44" fmla="*/ 0 60000 65536"/>
                    <a:gd name="T45" fmla="*/ 0 w 114"/>
                    <a:gd name="T46" fmla="*/ 0 h 56"/>
                    <a:gd name="T47" fmla="*/ 114 w 114"/>
                    <a:gd name="T48" fmla="*/ 56 h 56"/>
                  </a:gdLst>
                  <a:ahLst/>
                  <a:cxnLst>
                    <a:cxn ang="T30">
                      <a:pos x="T0" y="T1"/>
                    </a:cxn>
                    <a:cxn ang="T31">
                      <a:pos x="T2" y="T3"/>
                    </a:cxn>
                    <a:cxn ang="T32">
                      <a:pos x="T4" y="T5"/>
                    </a:cxn>
                    <a:cxn ang="T33">
                      <a:pos x="T6" y="T7"/>
                    </a:cxn>
                    <a:cxn ang="T34">
                      <a:pos x="T8" y="T9"/>
                    </a:cxn>
                    <a:cxn ang="T35">
                      <a:pos x="T10" y="T11"/>
                    </a:cxn>
                    <a:cxn ang="T36">
                      <a:pos x="T12" y="T13"/>
                    </a:cxn>
                    <a:cxn ang="T37">
                      <a:pos x="T14" y="T15"/>
                    </a:cxn>
                    <a:cxn ang="T38">
                      <a:pos x="T16" y="T17"/>
                    </a:cxn>
                    <a:cxn ang="T39">
                      <a:pos x="T18" y="T19"/>
                    </a:cxn>
                    <a:cxn ang="T40">
                      <a:pos x="T20" y="T21"/>
                    </a:cxn>
                    <a:cxn ang="T41">
                      <a:pos x="T22" y="T23"/>
                    </a:cxn>
                    <a:cxn ang="T42">
                      <a:pos x="T24" y="T25"/>
                    </a:cxn>
                    <a:cxn ang="T43">
                      <a:pos x="T26" y="T27"/>
                    </a:cxn>
                    <a:cxn ang="T44">
                      <a:pos x="T28" y="T29"/>
                    </a:cxn>
                  </a:cxnLst>
                  <a:rect l="T45" t="T46" r="T47" b="T48"/>
                  <a:pathLst>
                    <a:path w="114" h="56">
                      <a:moveTo>
                        <a:pt x="114" y="0"/>
                      </a:moveTo>
                      <a:lnTo>
                        <a:pt x="111" y="12"/>
                      </a:lnTo>
                      <a:lnTo>
                        <a:pt x="107" y="24"/>
                      </a:lnTo>
                      <a:lnTo>
                        <a:pt x="100" y="35"/>
                      </a:lnTo>
                      <a:lnTo>
                        <a:pt x="91" y="44"/>
                      </a:lnTo>
                      <a:lnTo>
                        <a:pt x="81" y="50"/>
                      </a:lnTo>
                      <a:lnTo>
                        <a:pt x="69" y="55"/>
                      </a:lnTo>
                      <a:lnTo>
                        <a:pt x="56" y="56"/>
                      </a:lnTo>
                      <a:lnTo>
                        <a:pt x="44" y="55"/>
                      </a:lnTo>
                      <a:lnTo>
                        <a:pt x="32" y="50"/>
                      </a:lnTo>
                      <a:lnTo>
                        <a:pt x="22" y="44"/>
                      </a:lnTo>
                      <a:lnTo>
                        <a:pt x="13" y="35"/>
                      </a:lnTo>
                      <a:lnTo>
                        <a:pt x="6" y="24"/>
                      </a:lnTo>
                      <a:lnTo>
                        <a:pt x="1" y="12"/>
                      </a:lnTo>
                      <a:lnTo>
                        <a:pt x="0" y="0"/>
                      </a:lnTo>
                    </a:path>
                  </a:pathLst>
                </a:custGeom>
                <a:noFill/>
                <a:ln w="0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pPr algn="l" defTabSz="1828800" hangingPunct="1"/>
                  <a:endParaRPr lang="zh-CN" altLang="en-US" sz="3600" b="0" kern="1200">
                    <a:solidFill>
                      <a:prstClr val="black"/>
                    </a:solidFill>
                    <a:latin typeface="等线" panose="020F0502020204030204"/>
                    <a:ea typeface="等线" panose="02010600030101010101" pitchFamily="2" charset="-122"/>
                    <a:cs typeface="+mn-cs"/>
                  </a:endParaRPr>
                </a:p>
              </p:txBody>
            </p:sp>
            <p:sp>
              <p:nvSpPr>
                <p:cNvPr id="1154" name="Freeform 441">
                  <a:extLst>
                    <a:ext uri="{FF2B5EF4-FFF2-40B4-BE49-F238E27FC236}">
                      <a16:creationId xmlns:a16="http://schemas.microsoft.com/office/drawing/2014/main" id="{0146C80E-1FC0-7E5B-537B-512CC147F0A6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364" y="4453"/>
                  <a:ext cx="8" cy="16"/>
                </a:xfrm>
                <a:custGeom>
                  <a:avLst/>
                  <a:gdLst>
                    <a:gd name="T0" fmla="*/ 0 w 57"/>
                    <a:gd name="T1" fmla="*/ 0 h 113"/>
                    <a:gd name="T2" fmla="*/ 0 w 57"/>
                    <a:gd name="T3" fmla="*/ 0 h 113"/>
                    <a:gd name="T4" fmla="*/ 0 w 57"/>
                    <a:gd name="T5" fmla="*/ 0 h 113"/>
                    <a:gd name="T6" fmla="*/ 0 w 57"/>
                    <a:gd name="T7" fmla="*/ 0 h 113"/>
                    <a:gd name="T8" fmla="*/ 0 w 57"/>
                    <a:gd name="T9" fmla="*/ 0 h 113"/>
                    <a:gd name="T10" fmla="*/ 0 w 57"/>
                    <a:gd name="T11" fmla="*/ 0 h 113"/>
                    <a:gd name="T12" fmla="*/ 0 w 57"/>
                    <a:gd name="T13" fmla="*/ 0 h 113"/>
                    <a:gd name="T14" fmla="*/ 0 w 57"/>
                    <a:gd name="T15" fmla="*/ 0 h 113"/>
                    <a:gd name="T16" fmla="*/ 0 w 57"/>
                    <a:gd name="T17" fmla="*/ 0 h 113"/>
                    <a:gd name="T18" fmla="*/ 0 w 57"/>
                    <a:gd name="T19" fmla="*/ 0 h 113"/>
                    <a:gd name="T20" fmla="*/ 0 w 57"/>
                    <a:gd name="T21" fmla="*/ 0 h 113"/>
                    <a:gd name="T22" fmla="*/ 0 w 57"/>
                    <a:gd name="T23" fmla="*/ 0 h 113"/>
                    <a:gd name="T24" fmla="*/ 0 w 57"/>
                    <a:gd name="T25" fmla="*/ 0 h 113"/>
                    <a:gd name="T26" fmla="*/ 0 w 57"/>
                    <a:gd name="T27" fmla="*/ 0 h 113"/>
                    <a:gd name="T28" fmla="*/ 0 w 57"/>
                    <a:gd name="T29" fmla="*/ 0 h 113"/>
                    <a:gd name="T30" fmla="*/ 0 w 57"/>
                    <a:gd name="T31" fmla="*/ 0 h 113"/>
                    <a:gd name="T32" fmla="*/ 0 w 57"/>
                    <a:gd name="T33" fmla="*/ 0 h 113"/>
                    <a:gd name="T34" fmla="*/ 0 60000 65536"/>
                    <a:gd name="T35" fmla="*/ 0 60000 65536"/>
                    <a:gd name="T36" fmla="*/ 0 60000 65536"/>
                    <a:gd name="T37" fmla="*/ 0 60000 65536"/>
                    <a:gd name="T38" fmla="*/ 0 60000 65536"/>
                    <a:gd name="T39" fmla="*/ 0 60000 65536"/>
                    <a:gd name="T40" fmla="*/ 0 60000 65536"/>
                    <a:gd name="T41" fmla="*/ 0 60000 65536"/>
                    <a:gd name="T42" fmla="*/ 0 60000 65536"/>
                    <a:gd name="T43" fmla="*/ 0 60000 65536"/>
                    <a:gd name="T44" fmla="*/ 0 60000 65536"/>
                    <a:gd name="T45" fmla="*/ 0 60000 65536"/>
                    <a:gd name="T46" fmla="*/ 0 60000 65536"/>
                    <a:gd name="T47" fmla="*/ 0 60000 65536"/>
                    <a:gd name="T48" fmla="*/ 0 60000 65536"/>
                    <a:gd name="T49" fmla="*/ 0 60000 65536"/>
                    <a:gd name="T50" fmla="*/ 0 60000 65536"/>
                    <a:gd name="T51" fmla="*/ 0 w 57"/>
                    <a:gd name="T52" fmla="*/ 0 h 113"/>
                    <a:gd name="T53" fmla="*/ 57 w 57"/>
                    <a:gd name="T54" fmla="*/ 113 h 113"/>
                  </a:gdLst>
                  <a:ahLst/>
                  <a:cxnLst>
                    <a:cxn ang="T34">
                      <a:pos x="T0" y="T1"/>
                    </a:cxn>
                    <a:cxn ang="T35">
                      <a:pos x="T2" y="T3"/>
                    </a:cxn>
                    <a:cxn ang="T36">
                      <a:pos x="T4" y="T5"/>
                    </a:cxn>
                    <a:cxn ang="T37">
                      <a:pos x="T6" y="T7"/>
                    </a:cxn>
                    <a:cxn ang="T38">
                      <a:pos x="T8" y="T9"/>
                    </a:cxn>
                    <a:cxn ang="T39">
                      <a:pos x="T10" y="T11"/>
                    </a:cxn>
                    <a:cxn ang="T40">
                      <a:pos x="T12" y="T13"/>
                    </a:cxn>
                    <a:cxn ang="T41">
                      <a:pos x="T14" y="T15"/>
                    </a:cxn>
                    <a:cxn ang="T42">
                      <a:pos x="T16" y="T17"/>
                    </a:cxn>
                    <a:cxn ang="T43">
                      <a:pos x="T18" y="T19"/>
                    </a:cxn>
                    <a:cxn ang="T44">
                      <a:pos x="T20" y="T21"/>
                    </a:cxn>
                    <a:cxn ang="T45">
                      <a:pos x="T22" y="T23"/>
                    </a:cxn>
                    <a:cxn ang="T46">
                      <a:pos x="T24" y="T25"/>
                    </a:cxn>
                    <a:cxn ang="T47">
                      <a:pos x="T26" y="T27"/>
                    </a:cxn>
                    <a:cxn ang="T48">
                      <a:pos x="T28" y="T29"/>
                    </a:cxn>
                    <a:cxn ang="T49">
                      <a:pos x="T30" y="T31"/>
                    </a:cxn>
                    <a:cxn ang="T50">
                      <a:pos x="T32" y="T33"/>
                    </a:cxn>
                  </a:cxnLst>
                  <a:rect l="T51" t="T52" r="T53" b="T54"/>
                  <a:pathLst>
                    <a:path w="57" h="113">
                      <a:moveTo>
                        <a:pt x="0" y="57"/>
                      </a:moveTo>
                      <a:lnTo>
                        <a:pt x="0" y="0"/>
                      </a:lnTo>
                      <a:lnTo>
                        <a:pt x="12" y="2"/>
                      </a:lnTo>
                      <a:lnTo>
                        <a:pt x="25" y="6"/>
                      </a:lnTo>
                      <a:lnTo>
                        <a:pt x="35" y="13"/>
                      </a:lnTo>
                      <a:lnTo>
                        <a:pt x="44" y="22"/>
                      </a:lnTo>
                      <a:lnTo>
                        <a:pt x="51" y="32"/>
                      </a:lnTo>
                      <a:lnTo>
                        <a:pt x="55" y="44"/>
                      </a:lnTo>
                      <a:lnTo>
                        <a:pt x="57" y="57"/>
                      </a:lnTo>
                      <a:lnTo>
                        <a:pt x="55" y="69"/>
                      </a:lnTo>
                      <a:lnTo>
                        <a:pt x="51" y="81"/>
                      </a:lnTo>
                      <a:lnTo>
                        <a:pt x="44" y="92"/>
                      </a:lnTo>
                      <a:lnTo>
                        <a:pt x="35" y="101"/>
                      </a:lnTo>
                      <a:lnTo>
                        <a:pt x="25" y="107"/>
                      </a:lnTo>
                      <a:lnTo>
                        <a:pt x="12" y="112"/>
                      </a:lnTo>
                      <a:lnTo>
                        <a:pt x="0" y="113"/>
                      </a:lnTo>
                      <a:lnTo>
                        <a:pt x="0" y="57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algn="l" defTabSz="1828800" hangingPunct="1"/>
                  <a:endParaRPr lang="zh-CN" altLang="en-US" sz="3600" b="0" kern="1200">
                    <a:solidFill>
                      <a:prstClr val="black"/>
                    </a:solidFill>
                    <a:latin typeface="等线" panose="020F0502020204030204"/>
                    <a:ea typeface="等线" panose="02010600030101010101" pitchFamily="2" charset="-122"/>
                    <a:cs typeface="+mn-cs"/>
                  </a:endParaRPr>
                </a:p>
              </p:txBody>
            </p:sp>
            <p:sp>
              <p:nvSpPr>
                <p:cNvPr id="1155" name="Freeform 442">
                  <a:extLst>
                    <a:ext uri="{FF2B5EF4-FFF2-40B4-BE49-F238E27FC236}">
                      <a16:creationId xmlns:a16="http://schemas.microsoft.com/office/drawing/2014/main" id="{A983880B-B20E-C4DB-1598-B6A5D3E70F93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364" y="4453"/>
                  <a:ext cx="8" cy="16"/>
                </a:xfrm>
                <a:custGeom>
                  <a:avLst/>
                  <a:gdLst>
                    <a:gd name="T0" fmla="*/ 0 w 57"/>
                    <a:gd name="T1" fmla="*/ 0 h 113"/>
                    <a:gd name="T2" fmla="*/ 0 w 57"/>
                    <a:gd name="T3" fmla="*/ 0 h 113"/>
                    <a:gd name="T4" fmla="*/ 0 w 57"/>
                    <a:gd name="T5" fmla="*/ 0 h 113"/>
                    <a:gd name="T6" fmla="*/ 0 w 57"/>
                    <a:gd name="T7" fmla="*/ 0 h 113"/>
                    <a:gd name="T8" fmla="*/ 0 w 57"/>
                    <a:gd name="T9" fmla="*/ 0 h 113"/>
                    <a:gd name="T10" fmla="*/ 0 w 57"/>
                    <a:gd name="T11" fmla="*/ 0 h 113"/>
                    <a:gd name="T12" fmla="*/ 0 w 57"/>
                    <a:gd name="T13" fmla="*/ 0 h 113"/>
                    <a:gd name="T14" fmla="*/ 0 w 57"/>
                    <a:gd name="T15" fmla="*/ 0 h 113"/>
                    <a:gd name="T16" fmla="*/ 0 w 57"/>
                    <a:gd name="T17" fmla="*/ 0 h 113"/>
                    <a:gd name="T18" fmla="*/ 0 w 57"/>
                    <a:gd name="T19" fmla="*/ 0 h 113"/>
                    <a:gd name="T20" fmla="*/ 0 w 57"/>
                    <a:gd name="T21" fmla="*/ 0 h 113"/>
                    <a:gd name="T22" fmla="*/ 0 w 57"/>
                    <a:gd name="T23" fmla="*/ 0 h 113"/>
                    <a:gd name="T24" fmla="*/ 0 w 57"/>
                    <a:gd name="T25" fmla="*/ 0 h 113"/>
                    <a:gd name="T26" fmla="*/ 0 w 57"/>
                    <a:gd name="T27" fmla="*/ 0 h 113"/>
                    <a:gd name="T28" fmla="*/ 0 w 57"/>
                    <a:gd name="T29" fmla="*/ 0 h 113"/>
                    <a:gd name="T30" fmla="*/ 0 60000 65536"/>
                    <a:gd name="T31" fmla="*/ 0 60000 65536"/>
                    <a:gd name="T32" fmla="*/ 0 60000 65536"/>
                    <a:gd name="T33" fmla="*/ 0 60000 65536"/>
                    <a:gd name="T34" fmla="*/ 0 60000 65536"/>
                    <a:gd name="T35" fmla="*/ 0 60000 65536"/>
                    <a:gd name="T36" fmla="*/ 0 60000 65536"/>
                    <a:gd name="T37" fmla="*/ 0 60000 65536"/>
                    <a:gd name="T38" fmla="*/ 0 60000 65536"/>
                    <a:gd name="T39" fmla="*/ 0 60000 65536"/>
                    <a:gd name="T40" fmla="*/ 0 60000 65536"/>
                    <a:gd name="T41" fmla="*/ 0 60000 65536"/>
                    <a:gd name="T42" fmla="*/ 0 60000 65536"/>
                    <a:gd name="T43" fmla="*/ 0 60000 65536"/>
                    <a:gd name="T44" fmla="*/ 0 60000 65536"/>
                    <a:gd name="T45" fmla="*/ 0 w 57"/>
                    <a:gd name="T46" fmla="*/ 0 h 113"/>
                    <a:gd name="T47" fmla="*/ 57 w 57"/>
                    <a:gd name="T48" fmla="*/ 113 h 113"/>
                  </a:gdLst>
                  <a:ahLst/>
                  <a:cxnLst>
                    <a:cxn ang="T30">
                      <a:pos x="T0" y="T1"/>
                    </a:cxn>
                    <a:cxn ang="T31">
                      <a:pos x="T2" y="T3"/>
                    </a:cxn>
                    <a:cxn ang="T32">
                      <a:pos x="T4" y="T5"/>
                    </a:cxn>
                    <a:cxn ang="T33">
                      <a:pos x="T6" y="T7"/>
                    </a:cxn>
                    <a:cxn ang="T34">
                      <a:pos x="T8" y="T9"/>
                    </a:cxn>
                    <a:cxn ang="T35">
                      <a:pos x="T10" y="T11"/>
                    </a:cxn>
                    <a:cxn ang="T36">
                      <a:pos x="T12" y="T13"/>
                    </a:cxn>
                    <a:cxn ang="T37">
                      <a:pos x="T14" y="T15"/>
                    </a:cxn>
                    <a:cxn ang="T38">
                      <a:pos x="T16" y="T17"/>
                    </a:cxn>
                    <a:cxn ang="T39">
                      <a:pos x="T18" y="T19"/>
                    </a:cxn>
                    <a:cxn ang="T40">
                      <a:pos x="T20" y="T21"/>
                    </a:cxn>
                    <a:cxn ang="T41">
                      <a:pos x="T22" y="T23"/>
                    </a:cxn>
                    <a:cxn ang="T42">
                      <a:pos x="T24" y="T25"/>
                    </a:cxn>
                    <a:cxn ang="T43">
                      <a:pos x="T26" y="T27"/>
                    </a:cxn>
                    <a:cxn ang="T44">
                      <a:pos x="T28" y="T29"/>
                    </a:cxn>
                  </a:cxnLst>
                  <a:rect l="T45" t="T46" r="T47" b="T48"/>
                  <a:pathLst>
                    <a:path w="57" h="113">
                      <a:moveTo>
                        <a:pt x="0" y="0"/>
                      </a:moveTo>
                      <a:lnTo>
                        <a:pt x="12" y="2"/>
                      </a:lnTo>
                      <a:lnTo>
                        <a:pt x="25" y="6"/>
                      </a:lnTo>
                      <a:lnTo>
                        <a:pt x="35" y="13"/>
                      </a:lnTo>
                      <a:lnTo>
                        <a:pt x="44" y="22"/>
                      </a:lnTo>
                      <a:lnTo>
                        <a:pt x="51" y="32"/>
                      </a:lnTo>
                      <a:lnTo>
                        <a:pt x="55" y="44"/>
                      </a:lnTo>
                      <a:lnTo>
                        <a:pt x="57" y="57"/>
                      </a:lnTo>
                      <a:lnTo>
                        <a:pt x="55" y="69"/>
                      </a:lnTo>
                      <a:lnTo>
                        <a:pt x="51" y="81"/>
                      </a:lnTo>
                      <a:lnTo>
                        <a:pt x="44" y="92"/>
                      </a:lnTo>
                      <a:lnTo>
                        <a:pt x="35" y="101"/>
                      </a:lnTo>
                      <a:lnTo>
                        <a:pt x="25" y="107"/>
                      </a:lnTo>
                      <a:lnTo>
                        <a:pt x="12" y="112"/>
                      </a:lnTo>
                      <a:lnTo>
                        <a:pt x="0" y="113"/>
                      </a:lnTo>
                    </a:path>
                  </a:pathLst>
                </a:custGeom>
                <a:noFill/>
                <a:ln w="0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pPr algn="l" defTabSz="1828800" hangingPunct="1"/>
                  <a:endParaRPr lang="zh-CN" altLang="en-US" sz="3600" b="0" kern="1200">
                    <a:solidFill>
                      <a:prstClr val="black"/>
                    </a:solidFill>
                    <a:latin typeface="等线" panose="020F0502020204030204"/>
                    <a:ea typeface="等线" panose="02010600030101010101" pitchFamily="2" charset="-122"/>
                    <a:cs typeface="+mn-cs"/>
                  </a:endParaRPr>
                </a:p>
              </p:txBody>
            </p:sp>
            <p:sp>
              <p:nvSpPr>
                <p:cNvPr id="1156" name="Freeform 443">
                  <a:extLst>
                    <a:ext uri="{FF2B5EF4-FFF2-40B4-BE49-F238E27FC236}">
                      <a16:creationId xmlns:a16="http://schemas.microsoft.com/office/drawing/2014/main" id="{591C3210-B705-A12A-63DA-9BA55D5FAD4D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250" y="4453"/>
                  <a:ext cx="114" cy="16"/>
                </a:xfrm>
                <a:custGeom>
                  <a:avLst/>
                  <a:gdLst>
                    <a:gd name="T0" fmla="*/ 0 w 796"/>
                    <a:gd name="T1" fmla="*/ 0 h 113"/>
                    <a:gd name="T2" fmla="*/ 0 w 796"/>
                    <a:gd name="T3" fmla="*/ 0 h 113"/>
                    <a:gd name="T4" fmla="*/ 0 w 796"/>
                    <a:gd name="T5" fmla="*/ 0 h 113"/>
                    <a:gd name="T6" fmla="*/ 0 w 796"/>
                    <a:gd name="T7" fmla="*/ 0 h 113"/>
                    <a:gd name="T8" fmla="*/ 0 w 796"/>
                    <a:gd name="T9" fmla="*/ 0 h 113"/>
                    <a:gd name="T10" fmla="*/ 0 w 796"/>
                    <a:gd name="T11" fmla="*/ 0 h 113"/>
                    <a:gd name="T12" fmla="*/ 0 w 796"/>
                    <a:gd name="T13" fmla="*/ 0 h 113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796"/>
                    <a:gd name="T22" fmla="*/ 0 h 113"/>
                    <a:gd name="T23" fmla="*/ 796 w 796"/>
                    <a:gd name="T24" fmla="*/ 113 h 113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796" h="113">
                      <a:moveTo>
                        <a:pt x="796" y="113"/>
                      </a:moveTo>
                      <a:lnTo>
                        <a:pt x="796" y="57"/>
                      </a:lnTo>
                      <a:lnTo>
                        <a:pt x="796" y="0"/>
                      </a:lnTo>
                      <a:lnTo>
                        <a:pt x="0" y="0"/>
                      </a:lnTo>
                      <a:lnTo>
                        <a:pt x="0" y="57"/>
                      </a:lnTo>
                      <a:lnTo>
                        <a:pt x="0" y="113"/>
                      </a:lnTo>
                      <a:lnTo>
                        <a:pt x="796" y="113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algn="l" defTabSz="1828800" hangingPunct="1"/>
                  <a:endParaRPr lang="zh-CN" altLang="en-US" sz="3600" b="0" kern="1200">
                    <a:solidFill>
                      <a:prstClr val="black"/>
                    </a:solidFill>
                    <a:latin typeface="等线" panose="020F0502020204030204"/>
                    <a:ea typeface="等线" panose="02010600030101010101" pitchFamily="2" charset="-122"/>
                    <a:cs typeface="+mn-cs"/>
                  </a:endParaRPr>
                </a:p>
              </p:txBody>
            </p:sp>
            <p:sp>
              <p:nvSpPr>
                <p:cNvPr id="1157" name="Freeform 444">
                  <a:extLst>
                    <a:ext uri="{FF2B5EF4-FFF2-40B4-BE49-F238E27FC236}">
                      <a16:creationId xmlns:a16="http://schemas.microsoft.com/office/drawing/2014/main" id="{C19370D9-43B4-FEC9-0897-28BBF16BC746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250" y="4453"/>
                  <a:ext cx="114" cy="16"/>
                </a:xfrm>
                <a:custGeom>
                  <a:avLst/>
                  <a:gdLst>
                    <a:gd name="T0" fmla="*/ 0 w 796"/>
                    <a:gd name="T1" fmla="*/ 0 h 113"/>
                    <a:gd name="T2" fmla="*/ 0 w 796"/>
                    <a:gd name="T3" fmla="*/ 0 h 113"/>
                    <a:gd name="T4" fmla="*/ 0 w 796"/>
                    <a:gd name="T5" fmla="*/ 0 h 113"/>
                    <a:gd name="T6" fmla="*/ 0 w 796"/>
                    <a:gd name="T7" fmla="*/ 0 h 113"/>
                    <a:gd name="T8" fmla="*/ 0 w 796"/>
                    <a:gd name="T9" fmla="*/ 0 h 113"/>
                    <a:gd name="T10" fmla="*/ 0 w 796"/>
                    <a:gd name="T11" fmla="*/ 0 h 113"/>
                    <a:gd name="T12" fmla="*/ 0 w 796"/>
                    <a:gd name="T13" fmla="*/ 0 h 113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796"/>
                    <a:gd name="T22" fmla="*/ 0 h 113"/>
                    <a:gd name="T23" fmla="*/ 796 w 796"/>
                    <a:gd name="T24" fmla="*/ 113 h 113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796" h="113">
                      <a:moveTo>
                        <a:pt x="796" y="113"/>
                      </a:moveTo>
                      <a:lnTo>
                        <a:pt x="796" y="57"/>
                      </a:lnTo>
                      <a:lnTo>
                        <a:pt x="796" y="0"/>
                      </a:lnTo>
                      <a:lnTo>
                        <a:pt x="0" y="0"/>
                      </a:lnTo>
                      <a:lnTo>
                        <a:pt x="0" y="57"/>
                      </a:lnTo>
                      <a:lnTo>
                        <a:pt x="0" y="113"/>
                      </a:lnTo>
                      <a:lnTo>
                        <a:pt x="796" y="113"/>
                      </a:lnTo>
                      <a:close/>
                    </a:path>
                  </a:pathLst>
                </a:custGeom>
                <a:noFill/>
                <a:ln w="0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pPr algn="l" defTabSz="1828800" hangingPunct="1"/>
                  <a:endParaRPr lang="zh-CN" altLang="en-US" sz="3600" b="0" kern="1200">
                    <a:solidFill>
                      <a:prstClr val="black"/>
                    </a:solidFill>
                    <a:latin typeface="等线" panose="020F0502020204030204"/>
                    <a:ea typeface="等线" panose="02010600030101010101" pitchFamily="2" charset="-122"/>
                    <a:cs typeface="+mn-cs"/>
                  </a:endParaRPr>
                </a:p>
              </p:txBody>
            </p:sp>
            <p:sp>
              <p:nvSpPr>
                <p:cNvPr id="1158" name="Freeform 445">
                  <a:extLst>
                    <a:ext uri="{FF2B5EF4-FFF2-40B4-BE49-F238E27FC236}">
                      <a16:creationId xmlns:a16="http://schemas.microsoft.com/office/drawing/2014/main" id="{627491B3-581C-5D50-1347-349600A629CE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242" y="4453"/>
                  <a:ext cx="8" cy="16"/>
                </a:xfrm>
                <a:custGeom>
                  <a:avLst/>
                  <a:gdLst>
                    <a:gd name="T0" fmla="*/ 0 w 56"/>
                    <a:gd name="T1" fmla="*/ 0 h 113"/>
                    <a:gd name="T2" fmla="*/ 0 w 56"/>
                    <a:gd name="T3" fmla="*/ 0 h 113"/>
                    <a:gd name="T4" fmla="*/ 0 w 56"/>
                    <a:gd name="T5" fmla="*/ 0 h 113"/>
                    <a:gd name="T6" fmla="*/ 0 w 56"/>
                    <a:gd name="T7" fmla="*/ 0 h 113"/>
                    <a:gd name="T8" fmla="*/ 0 w 56"/>
                    <a:gd name="T9" fmla="*/ 0 h 113"/>
                    <a:gd name="T10" fmla="*/ 0 w 56"/>
                    <a:gd name="T11" fmla="*/ 0 h 113"/>
                    <a:gd name="T12" fmla="*/ 0 w 56"/>
                    <a:gd name="T13" fmla="*/ 0 h 113"/>
                    <a:gd name="T14" fmla="*/ 0 w 56"/>
                    <a:gd name="T15" fmla="*/ 0 h 113"/>
                    <a:gd name="T16" fmla="*/ 0 w 56"/>
                    <a:gd name="T17" fmla="*/ 0 h 113"/>
                    <a:gd name="T18" fmla="*/ 0 w 56"/>
                    <a:gd name="T19" fmla="*/ 0 h 113"/>
                    <a:gd name="T20" fmla="*/ 0 w 56"/>
                    <a:gd name="T21" fmla="*/ 0 h 113"/>
                    <a:gd name="T22" fmla="*/ 0 w 56"/>
                    <a:gd name="T23" fmla="*/ 0 h 113"/>
                    <a:gd name="T24" fmla="*/ 0 w 56"/>
                    <a:gd name="T25" fmla="*/ 0 h 113"/>
                    <a:gd name="T26" fmla="*/ 0 w 56"/>
                    <a:gd name="T27" fmla="*/ 0 h 113"/>
                    <a:gd name="T28" fmla="*/ 0 w 56"/>
                    <a:gd name="T29" fmla="*/ 0 h 113"/>
                    <a:gd name="T30" fmla="*/ 0 w 56"/>
                    <a:gd name="T31" fmla="*/ 0 h 113"/>
                    <a:gd name="T32" fmla="*/ 0 w 56"/>
                    <a:gd name="T33" fmla="*/ 0 h 113"/>
                    <a:gd name="T34" fmla="*/ 0 60000 65536"/>
                    <a:gd name="T35" fmla="*/ 0 60000 65536"/>
                    <a:gd name="T36" fmla="*/ 0 60000 65536"/>
                    <a:gd name="T37" fmla="*/ 0 60000 65536"/>
                    <a:gd name="T38" fmla="*/ 0 60000 65536"/>
                    <a:gd name="T39" fmla="*/ 0 60000 65536"/>
                    <a:gd name="T40" fmla="*/ 0 60000 65536"/>
                    <a:gd name="T41" fmla="*/ 0 60000 65536"/>
                    <a:gd name="T42" fmla="*/ 0 60000 65536"/>
                    <a:gd name="T43" fmla="*/ 0 60000 65536"/>
                    <a:gd name="T44" fmla="*/ 0 60000 65536"/>
                    <a:gd name="T45" fmla="*/ 0 60000 65536"/>
                    <a:gd name="T46" fmla="*/ 0 60000 65536"/>
                    <a:gd name="T47" fmla="*/ 0 60000 65536"/>
                    <a:gd name="T48" fmla="*/ 0 60000 65536"/>
                    <a:gd name="T49" fmla="*/ 0 60000 65536"/>
                    <a:gd name="T50" fmla="*/ 0 60000 65536"/>
                    <a:gd name="T51" fmla="*/ 0 w 56"/>
                    <a:gd name="T52" fmla="*/ 0 h 113"/>
                    <a:gd name="T53" fmla="*/ 56 w 56"/>
                    <a:gd name="T54" fmla="*/ 113 h 113"/>
                  </a:gdLst>
                  <a:ahLst/>
                  <a:cxnLst>
                    <a:cxn ang="T34">
                      <a:pos x="T0" y="T1"/>
                    </a:cxn>
                    <a:cxn ang="T35">
                      <a:pos x="T2" y="T3"/>
                    </a:cxn>
                    <a:cxn ang="T36">
                      <a:pos x="T4" y="T5"/>
                    </a:cxn>
                    <a:cxn ang="T37">
                      <a:pos x="T6" y="T7"/>
                    </a:cxn>
                    <a:cxn ang="T38">
                      <a:pos x="T8" y="T9"/>
                    </a:cxn>
                    <a:cxn ang="T39">
                      <a:pos x="T10" y="T11"/>
                    </a:cxn>
                    <a:cxn ang="T40">
                      <a:pos x="T12" y="T13"/>
                    </a:cxn>
                    <a:cxn ang="T41">
                      <a:pos x="T14" y="T15"/>
                    </a:cxn>
                    <a:cxn ang="T42">
                      <a:pos x="T16" y="T17"/>
                    </a:cxn>
                    <a:cxn ang="T43">
                      <a:pos x="T18" y="T19"/>
                    </a:cxn>
                    <a:cxn ang="T44">
                      <a:pos x="T20" y="T21"/>
                    </a:cxn>
                    <a:cxn ang="T45">
                      <a:pos x="T22" y="T23"/>
                    </a:cxn>
                    <a:cxn ang="T46">
                      <a:pos x="T24" y="T25"/>
                    </a:cxn>
                    <a:cxn ang="T47">
                      <a:pos x="T26" y="T27"/>
                    </a:cxn>
                    <a:cxn ang="T48">
                      <a:pos x="T28" y="T29"/>
                    </a:cxn>
                    <a:cxn ang="T49">
                      <a:pos x="T30" y="T31"/>
                    </a:cxn>
                    <a:cxn ang="T50">
                      <a:pos x="T32" y="T33"/>
                    </a:cxn>
                  </a:cxnLst>
                  <a:rect l="T51" t="T52" r="T53" b="T54"/>
                  <a:pathLst>
                    <a:path w="56" h="113">
                      <a:moveTo>
                        <a:pt x="56" y="57"/>
                      </a:moveTo>
                      <a:lnTo>
                        <a:pt x="56" y="113"/>
                      </a:lnTo>
                      <a:lnTo>
                        <a:pt x="44" y="112"/>
                      </a:lnTo>
                      <a:lnTo>
                        <a:pt x="32" y="107"/>
                      </a:lnTo>
                      <a:lnTo>
                        <a:pt x="22" y="101"/>
                      </a:lnTo>
                      <a:lnTo>
                        <a:pt x="13" y="92"/>
                      </a:lnTo>
                      <a:lnTo>
                        <a:pt x="6" y="81"/>
                      </a:lnTo>
                      <a:lnTo>
                        <a:pt x="1" y="69"/>
                      </a:lnTo>
                      <a:lnTo>
                        <a:pt x="0" y="57"/>
                      </a:lnTo>
                      <a:lnTo>
                        <a:pt x="1" y="44"/>
                      </a:lnTo>
                      <a:lnTo>
                        <a:pt x="6" y="32"/>
                      </a:lnTo>
                      <a:lnTo>
                        <a:pt x="13" y="22"/>
                      </a:lnTo>
                      <a:lnTo>
                        <a:pt x="22" y="13"/>
                      </a:lnTo>
                      <a:lnTo>
                        <a:pt x="32" y="6"/>
                      </a:lnTo>
                      <a:lnTo>
                        <a:pt x="44" y="2"/>
                      </a:lnTo>
                      <a:lnTo>
                        <a:pt x="56" y="0"/>
                      </a:lnTo>
                      <a:lnTo>
                        <a:pt x="56" y="57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algn="l" defTabSz="1828800" hangingPunct="1"/>
                  <a:endParaRPr lang="zh-CN" altLang="en-US" sz="3600" b="0" kern="1200">
                    <a:solidFill>
                      <a:prstClr val="black"/>
                    </a:solidFill>
                    <a:latin typeface="等线" panose="020F0502020204030204"/>
                    <a:ea typeface="等线" panose="02010600030101010101" pitchFamily="2" charset="-122"/>
                    <a:cs typeface="+mn-cs"/>
                  </a:endParaRPr>
                </a:p>
              </p:txBody>
            </p:sp>
            <p:sp>
              <p:nvSpPr>
                <p:cNvPr id="1159" name="Freeform 446">
                  <a:extLst>
                    <a:ext uri="{FF2B5EF4-FFF2-40B4-BE49-F238E27FC236}">
                      <a16:creationId xmlns:a16="http://schemas.microsoft.com/office/drawing/2014/main" id="{FEA42146-0359-0523-3CDC-48230FB541D8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242" y="4453"/>
                  <a:ext cx="8" cy="16"/>
                </a:xfrm>
                <a:custGeom>
                  <a:avLst/>
                  <a:gdLst>
                    <a:gd name="T0" fmla="*/ 0 w 56"/>
                    <a:gd name="T1" fmla="*/ 0 h 113"/>
                    <a:gd name="T2" fmla="*/ 0 w 56"/>
                    <a:gd name="T3" fmla="*/ 0 h 113"/>
                    <a:gd name="T4" fmla="*/ 0 w 56"/>
                    <a:gd name="T5" fmla="*/ 0 h 113"/>
                    <a:gd name="T6" fmla="*/ 0 w 56"/>
                    <a:gd name="T7" fmla="*/ 0 h 113"/>
                    <a:gd name="T8" fmla="*/ 0 w 56"/>
                    <a:gd name="T9" fmla="*/ 0 h 113"/>
                    <a:gd name="T10" fmla="*/ 0 w 56"/>
                    <a:gd name="T11" fmla="*/ 0 h 113"/>
                    <a:gd name="T12" fmla="*/ 0 w 56"/>
                    <a:gd name="T13" fmla="*/ 0 h 113"/>
                    <a:gd name="T14" fmla="*/ 0 w 56"/>
                    <a:gd name="T15" fmla="*/ 0 h 113"/>
                    <a:gd name="T16" fmla="*/ 0 w 56"/>
                    <a:gd name="T17" fmla="*/ 0 h 113"/>
                    <a:gd name="T18" fmla="*/ 0 w 56"/>
                    <a:gd name="T19" fmla="*/ 0 h 113"/>
                    <a:gd name="T20" fmla="*/ 0 w 56"/>
                    <a:gd name="T21" fmla="*/ 0 h 113"/>
                    <a:gd name="T22" fmla="*/ 0 w 56"/>
                    <a:gd name="T23" fmla="*/ 0 h 113"/>
                    <a:gd name="T24" fmla="*/ 0 w 56"/>
                    <a:gd name="T25" fmla="*/ 0 h 113"/>
                    <a:gd name="T26" fmla="*/ 0 w 56"/>
                    <a:gd name="T27" fmla="*/ 0 h 113"/>
                    <a:gd name="T28" fmla="*/ 0 w 56"/>
                    <a:gd name="T29" fmla="*/ 0 h 113"/>
                    <a:gd name="T30" fmla="*/ 0 60000 65536"/>
                    <a:gd name="T31" fmla="*/ 0 60000 65536"/>
                    <a:gd name="T32" fmla="*/ 0 60000 65536"/>
                    <a:gd name="T33" fmla="*/ 0 60000 65536"/>
                    <a:gd name="T34" fmla="*/ 0 60000 65536"/>
                    <a:gd name="T35" fmla="*/ 0 60000 65536"/>
                    <a:gd name="T36" fmla="*/ 0 60000 65536"/>
                    <a:gd name="T37" fmla="*/ 0 60000 65536"/>
                    <a:gd name="T38" fmla="*/ 0 60000 65536"/>
                    <a:gd name="T39" fmla="*/ 0 60000 65536"/>
                    <a:gd name="T40" fmla="*/ 0 60000 65536"/>
                    <a:gd name="T41" fmla="*/ 0 60000 65536"/>
                    <a:gd name="T42" fmla="*/ 0 60000 65536"/>
                    <a:gd name="T43" fmla="*/ 0 60000 65536"/>
                    <a:gd name="T44" fmla="*/ 0 60000 65536"/>
                    <a:gd name="T45" fmla="*/ 0 w 56"/>
                    <a:gd name="T46" fmla="*/ 0 h 113"/>
                    <a:gd name="T47" fmla="*/ 56 w 56"/>
                    <a:gd name="T48" fmla="*/ 113 h 113"/>
                  </a:gdLst>
                  <a:ahLst/>
                  <a:cxnLst>
                    <a:cxn ang="T30">
                      <a:pos x="T0" y="T1"/>
                    </a:cxn>
                    <a:cxn ang="T31">
                      <a:pos x="T2" y="T3"/>
                    </a:cxn>
                    <a:cxn ang="T32">
                      <a:pos x="T4" y="T5"/>
                    </a:cxn>
                    <a:cxn ang="T33">
                      <a:pos x="T6" y="T7"/>
                    </a:cxn>
                    <a:cxn ang="T34">
                      <a:pos x="T8" y="T9"/>
                    </a:cxn>
                    <a:cxn ang="T35">
                      <a:pos x="T10" y="T11"/>
                    </a:cxn>
                    <a:cxn ang="T36">
                      <a:pos x="T12" y="T13"/>
                    </a:cxn>
                    <a:cxn ang="T37">
                      <a:pos x="T14" y="T15"/>
                    </a:cxn>
                    <a:cxn ang="T38">
                      <a:pos x="T16" y="T17"/>
                    </a:cxn>
                    <a:cxn ang="T39">
                      <a:pos x="T18" y="T19"/>
                    </a:cxn>
                    <a:cxn ang="T40">
                      <a:pos x="T20" y="T21"/>
                    </a:cxn>
                    <a:cxn ang="T41">
                      <a:pos x="T22" y="T23"/>
                    </a:cxn>
                    <a:cxn ang="T42">
                      <a:pos x="T24" y="T25"/>
                    </a:cxn>
                    <a:cxn ang="T43">
                      <a:pos x="T26" y="T27"/>
                    </a:cxn>
                    <a:cxn ang="T44">
                      <a:pos x="T28" y="T29"/>
                    </a:cxn>
                  </a:cxnLst>
                  <a:rect l="T45" t="T46" r="T47" b="T48"/>
                  <a:pathLst>
                    <a:path w="56" h="113">
                      <a:moveTo>
                        <a:pt x="56" y="113"/>
                      </a:moveTo>
                      <a:lnTo>
                        <a:pt x="44" y="112"/>
                      </a:lnTo>
                      <a:lnTo>
                        <a:pt x="32" y="107"/>
                      </a:lnTo>
                      <a:lnTo>
                        <a:pt x="22" y="101"/>
                      </a:lnTo>
                      <a:lnTo>
                        <a:pt x="13" y="92"/>
                      </a:lnTo>
                      <a:lnTo>
                        <a:pt x="6" y="81"/>
                      </a:lnTo>
                      <a:lnTo>
                        <a:pt x="1" y="69"/>
                      </a:lnTo>
                      <a:lnTo>
                        <a:pt x="0" y="57"/>
                      </a:lnTo>
                      <a:lnTo>
                        <a:pt x="1" y="44"/>
                      </a:lnTo>
                      <a:lnTo>
                        <a:pt x="6" y="32"/>
                      </a:lnTo>
                      <a:lnTo>
                        <a:pt x="13" y="22"/>
                      </a:lnTo>
                      <a:lnTo>
                        <a:pt x="22" y="13"/>
                      </a:lnTo>
                      <a:lnTo>
                        <a:pt x="32" y="6"/>
                      </a:lnTo>
                      <a:lnTo>
                        <a:pt x="44" y="2"/>
                      </a:lnTo>
                      <a:lnTo>
                        <a:pt x="56" y="0"/>
                      </a:lnTo>
                    </a:path>
                  </a:pathLst>
                </a:custGeom>
                <a:noFill/>
                <a:ln w="0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pPr algn="l" defTabSz="1828800" hangingPunct="1"/>
                  <a:endParaRPr lang="zh-CN" altLang="en-US" sz="3600" b="0" kern="1200">
                    <a:solidFill>
                      <a:prstClr val="black"/>
                    </a:solidFill>
                    <a:latin typeface="等线" panose="020F0502020204030204"/>
                    <a:ea typeface="等线" panose="02010600030101010101" pitchFamily="2" charset="-122"/>
                    <a:cs typeface="+mn-cs"/>
                  </a:endParaRPr>
                </a:p>
              </p:txBody>
            </p:sp>
            <p:sp>
              <p:nvSpPr>
                <p:cNvPr id="1160" name="Freeform 447">
                  <a:extLst>
                    <a:ext uri="{FF2B5EF4-FFF2-40B4-BE49-F238E27FC236}">
                      <a16:creationId xmlns:a16="http://schemas.microsoft.com/office/drawing/2014/main" id="{21877769-AD11-AA55-7A5B-0EECE3BBCFEE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947" y="4427"/>
                  <a:ext cx="8" cy="16"/>
                </a:xfrm>
                <a:custGeom>
                  <a:avLst/>
                  <a:gdLst>
                    <a:gd name="T0" fmla="*/ 0 w 57"/>
                    <a:gd name="T1" fmla="*/ 0 h 113"/>
                    <a:gd name="T2" fmla="*/ 0 w 57"/>
                    <a:gd name="T3" fmla="*/ 0 h 113"/>
                    <a:gd name="T4" fmla="*/ 0 w 57"/>
                    <a:gd name="T5" fmla="*/ 0 h 113"/>
                    <a:gd name="T6" fmla="*/ 0 w 57"/>
                    <a:gd name="T7" fmla="*/ 0 h 113"/>
                    <a:gd name="T8" fmla="*/ 0 w 57"/>
                    <a:gd name="T9" fmla="*/ 0 h 113"/>
                    <a:gd name="T10" fmla="*/ 0 w 57"/>
                    <a:gd name="T11" fmla="*/ 0 h 113"/>
                    <a:gd name="T12" fmla="*/ 0 w 57"/>
                    <a:gd name="T13" fmla="*/ 0 h 113"/>
                    <a:gd name="T14" fmla="*/ 0 w 57"/>
                    <a:gd name="T15" fmla="*/ 0 h 113"/>
                    <a:gd name="T16" fmla="*/ 0 w 57"/>
                    <a:gd name="T17" fmla="*/ 0 h 113"/>
                    <a:gd name="T18" fmla="*/ 0 w 57"/>
                    <a:gd name="T19" fmla="*/ 0 h 113"/>
                    <a:gd name="T20" fmla="*/ 0 w 57"/>
                    <a:gd name="T21" fmla="*/ 0 h 113"/>
                    <a:gd name="T22" fmla="*/ 0 w 57"/>
                    <a:gd name="T23" fmla="*/ 0 h 113"/>
                    <a:gd name="T24" fmla="*/ 0 w 57"/>
                    <a:gd name="T25" fmla="*/ 0 h 113"/>
                    <a:gd name="T26" fmla="*/ 0 w 57"/>
                    <a:gd name="T27" fmla="*/ 0 h 113"/>
                    <a:gd name="T28" fmla="*/ 0 w 57"/>
                    <a:gd name="T29" fmla="*/ 0 h 113"/>
                    <a:gd name="T30" fmla="*/ 0 w 57"/>
                    <a:gd name="T31" fmla="*/ 0 h 113"/>
                    <a:gd name="T32" fmla="*/ 0 w 57"/>
                    <a:gd name="T33" fmla="*/ 0 h 113"/>
                    <a:gd name="T34" fmla="*/ 0 60000 65536"/>
                    <a:gd name="T35" fmla="*/ 0 60000 65536"/>
                    <a:gd name="T36" fmla="*/ 0 60000 65536"/>
                    <a:gd name="T37" fmla="*/ 0 60000 65536"/>
                    <a:gd name="T38" fmla="*/ 0 60000 65536"/>
                    <a:gd name="T39" fmla="*/ 0 60000 65536"/>
                    <a:gd name="T40" fmla="*/ 0 60000 65536"/>
                    <a:gd name="T41" fmla="*/ 0 60000 65536"/>
                    <a:gd name="T42" fmla="*/ 0 60000 65536"/>
                    <a:gd name="T43" fmla="*/ 0 60000 65536"/>
                    <a:gd name="T44" fmla="*/ 0 60000 65536"/>
                    <a:gd name="T45" fmla="*/ 0 60000 65536"/>
                    <a:gd name="T46" fmla="*/ 0 60000 65536"/>
                    <a:gd name="T47" fmla="*/ 0 60000 65536"/>
                    <a:gd name="T48" fmla="*/ 0 60000 65536"/>
                    <a:gd name="T49" fmla="*/ 0 60000 65536"/>
                    <a:gd name="T50" fmla="*/ 0 60000 65536"/>
                    <a:gd name="T51" fmla="*/ 0 w 57"/>
                    <a:gd name="T52" fmla="*/ 0 h 113"/>
                    <a:gd name="T53" fmla="*/ 57 w 57"/>
                    <a:gd name="T54" fmla="*/ 113 h 113"/>
                  </a:gdLst>
                  <a:ahLst/>
                  <a:cxnLst>
                    <a:cxn ang="T34">
                      <a:pos x="T0" y="T1"/>
                    </a:cxn>
                    <a:cxn ang="T35">
                      <a:pos x="T2" y="T3"/>
                    </a:cxn>
                    <a:cxn ang="T36">
                      <a:pos x="T4" y="T5"/>
                    </a:cxn>
                    <a:cxn ang="T37">
                      <a:pos x="T6" y="T7"/>
                    </a:cxn>
                    <a:cxn ang="T38">
                      <a:pos x="T8" y="T9"/>
                    </a:cxn>
                    <a:cxn ang="T39">
                      <a:pos x="T10" y="T11"/>
                    </a:cxn>
                    <a:cxn ang="T40">
                      <a:pos x="T12" y="T13"/>
                    </a:cxn>
                    <a:cxn ang="T41">
                      <a:pos x="T14" y="T15"/>
                    </a:cxn>
                    <a:cxn ang="T42">
                      <a:pos x="T16" y="T17"/>
                    </a:cxn>
                    <a:cxn ang="T43">
                      <a:pos x="T18" y="T19"/>
                    </a:cxn>
                    <a:cxn ang="T44">
                      <a:pos x="T20" y="T21"/>
                    </a:cxn>
                    <a:cxn ang="T45">
                      <a:pos x="T22" y="T23"/>
                    </a:cxn>
                    <a:cxn ang="T46">
                      <a:pos x="T24" y="T25"/>
                    </a:cxn>
                    <a:cxn ang="T47">
                      <a:pos x="T26" y="T27"/>
                    </a:cxn>
                    <a:cxn ang="T48">
                      <a:pos x="T28" y="T29"/>
                    </a:cxn>
                    <a:cxn ang="T49">
                      <a:pos x="T30" y="T31"/>
                    </a:cxn>
                    <a:cxn ang="T50">
                      <a:pos x="T32" y="T33"/>
                    </a:cxn>
                  </a:cxnLst>
                  <a:rect l="T51" t="T52" r="T53" b="T54"/>
                  <a:pathLst>
                    <a:path w="57" h="113">
                      <a:moveTo>
                        <a:pt x="0" y="57"/>
                      </a:moveTo>
                      <a:lnTo>
                        <a:pt x="0" y="0"/>
                      </a:lnTo>
                      <a:lnTo>
                        <a:pt x="12" y="2"/>
                      </a:lnTo>
                      <a:lnTo>
                        <a:pt x="25" y="7"/>
                      </a:lnTo>
                      <a:lnTo>
                        <a:pt x="35" y="13"/>
                      </a:lnTo>
                      <a:lnTo>
                        <a:pt x="44" y="22"/>
                      </a:lnTo>
                      <a:lnTo>
                        <a:pt x="51" y="32"/>
                      </a:lnTo>
                      <a:lnTo>
                        <a:pt x="55" y="45"/>
                      </a:lnTo>
                      <a:lnTo>
                        <a:pt x="57" y="57"/>
                      </a:lnTo>
                      <a:lnTo>
                        <a:pt x="55" y="69"/>
                      </a:lnTo>
                      <a:lnTo>
                        <a:pt x="51" y="82"/>
                      </a:lnTo>
                      <a:lnTo>
                        <a:pt x="44" y="92"/>
                      </a:lnTo>
                      <a:lnTo>
                        <a:pt x="35" y="101"/>
                      </a:lnTo>
                      <a:lnTo>
                        <a:pt x="25" y="107"/>
                      </a:lnTo>
                      <a:lnTo>
                        <a:pt x="12" y="112"/>
                      </a:lnTo>
                      <a:lnTo>
                        <a:pt x="0" y="113"/>
                      </a:lnTo>
                      <a:lnTo>
                        <a:pt x="0" y="57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algn="l" defTabSz="1828800" hangingPunct="1"/>
                  <a:endParaRPr lang="zh-CN" altLang="en-US" sz="3600" b="0" kern="1200">
                    <a:solidFill>
                      <a:prstClr val="black"/>
                    </a:solidFill>
                    <a:latin typeface="等线" panose="020F0502020204030204"/>
                    <a:ea typeface="等线" panose="02010600030101010101" pitchFamily="2" charset="-122"/>
                    <a:cs typeface="+mn-cs"/>
                  </a:endParaRPr>
                </a:p>
              </p:txBody>
            </p:sp>
            <p:sp>
              <p:nvSpPr>
                <p:cNvPr id="1161" name="Freeform 448">
                  <a:extLst>
                    <a:ext uri="{FF2B5EF4-FFF2-40B4-BE49-F238E27FC236}">
                      <a16:creationId xmlns:a16="http://schemas.microsoft.com/office/drawing/2014/main" id="{1E809403-BB96-084F-EA72-217C4FBDD711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947" y="4427"/>
                  <a:ext cx="8" cy="16"/>
                </a:xfrm>
                <a:custGeom>
                  <a:avLst/>
                  <a:gdLst>
                    <a:gd name="T0" fmla="*/ 0 w 57"/>
                    <a:gd name="T1" fmla="*/ 0 h 113"/>
                    <a:gd name="T2" fmla="*/ 0 w 57"/>
                    <a:gd name="T3" fmla="*/ 0 h 113"/>
                    <a:gd name="T4" fmla="*/ 0 w 57"/>
                    <a:gd name="T5" fmla="*/ 0 h 113"/>
                    <a:gd name="T6" fmla="*/ 0 w 57"/>
                    <a:gd name="T7" fmla="*/ 0 h 113"/>
                    <a:gd name="T8" fmla="*/ 0 w 57"/>
                    <a:gd name="T9" fmla="*/ 0 h 113"/>
                    <a:gd name="T10" fmla="*/ 0 w 57"/>
                    <a:gd name="T11" fmla="*/ 0 h 113"/>
                    <a:gd name="T12" fmla="*/ 0 w 57"/>
                    <a:gd name="T13" fmla="*/ 0 h 113"/>
                    <a:gd name="T14" fmla="*/ 0 w 57"/>
                    <a:gd name="T15" fmla="*/ 0 h 113"/>
                    <a:gd name="T16" fmla="*/ 0 w 57"/>
                    <a:gd name="T17" fmla="*/ 0 h 113"/>
                    <a:gd name="T18" fmla="*/ 0 w 57"/>
                    <a:gd name="T19" fmla="*/ 0 h 113"/>
                    <a:gd name="T20" fmla="*/ 0 w 57"/>
                    <a:gd name="T21" fmla="*/ 0 h 113"/>
                    <a:gd name="T22" fmla="*/ 0 w 57"/>
                    <a:gd name="T23" fmla="*/ 0 h 113"/>
                    <a:gd name="T24" fmla="*/ 0 w 57"/>
                    <a:gd name="T25" fmla="*/ 0 h 113"/>
                    <a:gd name="T26" fmla="*/ 0 w 57"/>
                    <a:gd name="T27" fmla="*/ 0 h 113"/>
                    <a:gd name="T28" fmla="*/ 0 w 57"/>
                    <a:gd name="T29" fmla="*/ 0 h 113"/>
                    <a:gd name="T30" fmla="*/ 0 60000 65536"/>
                    <a:gd name="T31" fmla="*/ 0 60000 65536"/>
                    <a:gd name="T32" fmla="*/ 0 60000 65536"/>
                    <a:gd name="T33" fmla="*/ 0 60000 65536"/>
                    <a:gd name="T34" fmla="*/ 0 60000 65536"/>
                    <a:gd name="T35" fmla="*/ 0 60000 65536"/>
                    <a:gd name="T36" fmla="*/ 0 60000 65536"/>
                    <a:gd name="T37" fmla="*/ 0 60000 65536"/>
                    <a:gd name="T38" fmla="*/ 0 60000 65536"/>
                    <a:gd name="T39" fmla="*/ 0 60000 65536"/>
                    <a:gd name="T40" fmla="*/ 0 60000 65536"/>
                    <a:gd name="T41" fmla="*/ 0 60000 65536"/>
                    <a:gd name="T42" fmla="*/ 0 60000 65536"/>
                    <a:gd name="T43" fmla="*/ 0 60000 65536"/>
                    <a:gd name="T44" fmla="*/ 0 60000 65536"/>
                    <a:gd name="T45" fmla="*/ 0 w 57"/>
                    <a:gd name="T46" fmla="*/ 0 h 113"/>
                    <a:gd name="T47" fmla="*/ 57 w 57"/>
                    <a:gd name="T48" fmla="*/ 113 h 113"/>
                  </a:gdLst>
                  <a:ahLst/>
                  <a:cxnLst>
                    <a:cxn ang="T30">
                      <a:pos x="T0" y="T1"/>
                    </a:cxn>
                    <a:cxn ang="T31">
                      <a:pos x="T2" y="T3"/>
                    </a:cxn>
                    <a:cxn ang="T32">
                      <a:pos x="T4" y="T5"/>
                    </a:cxn>
                    <a:cxn ang="T33">
                      <a:pos x="T6" y="T7"/>
                    </a:cxn>
                    <a:cxn ang="T34">
                      <a:pos x="T8" y="T9"/>
                    </a:cxn>
                    <a:cxn ang="T35">
                      <a:pos x="T10" y="T11"/>
                    </a:cxn>
                    <a:cxn ang="T36">
                      <a:pos x="T12" y="T13"/>
                    </a:cxn>
                    <a:cxn ang="T37">
                      <a:pos x="T14" y="T15"/>
                    </a:cxn>
                    <a:cxn ang="T38">
                      <a:pos x="T16" y="T17"/>
                    </a:cxn>
                    <a:cxn ang="T39">
                      <a:pos x="T18" y="T19"/>
                    </a:cxn>
                    <a:cxn ang="T40">
                      <a:pos x="T20" y="T21"/>
                    </a:cxn>
                    <a:cxn ang="T41">
                      <a:pos x="T22" y="T23"/>
                    </a:cxn>
                    <a:cxn ang="T42">
                      <a:pos x="T24" y="T25"/>
                    </a:cxn>
                    <a:cxn ang="T43">
                      <a:pos x="T26" y="T27"/>
                    </a:cxn>
                    <a:cxn ang="T44">
                      <a:pos x="T28" y="T29"/>
                    </a:cxn>
                  </a:cxnLst>
                  <a:rect l="T45" t="T46" r="T47" b="T48"/>
                  <a:pathLst>
                    <a:path w="57" h="113">
                      <a:moveTo>
                        <a:pt x="0" y="0"/>
                      </a:moveTo>
                      <a:lnTo>
                        <a:pt x="12" y="2"/>
                      </a:lnTo>
                      <a:lnTo>
                        <a:pt x="25" y="7"/>
                      </a:lnTo>
                      <a:lnTo>
                        <a:pt x="35" y="13"/>
                      </a:lnTo>
                      <a:lnTo>
                        <a:pt x="44" y="22"/>
                      </a:lnTo>
                      <a:lnTo>
                        <a:pt x="51" y="32"/>
                      </a:lnTo>
                      <a:lnTo>
                        <a:pt x="55" y="45"/>
                      </a:lnTo>
                      <a:lnTo>
                        <a:pt x="57" y="57"/>
                      </a:lnTo>
                      <a:lnTo>
                        <a:pt x="55" y="69"/>
                      </a:lnTo>
                      <a:lnTo>
                        <a:pt x="51" y="82"/>
                      </a:lnTo>
                      <a:lnTo>
                        <a:pt x="44" y="92"/>
                      </a:lnTo>
                      <a:lnTo>
                        <a:pt x="35" y="101"/>
                      </a:lnTo>
                      <a:lnTo>
                        <a:pt x="25" y="107"/>
                      </a:lnTo>
                      <a:lnTo>
                        <a:pt x="12" y="112"/>
                      </a:lnTo>
                      <a:lnTo>
                        <a:pt x="0" y="113"/>
                      </a:lnTo>
                    </a:path>
                  </a:pathLst>
                </a:custGeom>
                <a:noFill/>
                <a:ln w="0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pPr algn="l" defTabSz="1828800" hangingPunct="1"/>
                  <a:endParaRPr lang="zh-CN" altLang="en-US" sz="3600" b="0" kern="1200">
                    <a:solidFill>
                      <a:prstClr val="black"/>
                    </a:solidFill>
                    <a:latin typeface="等线" panose="020F0502020204030204"/>
                    <a:ea typeface="等线" panose="02010600030101010101" pitchFamily="2" charset="-122"/>
                    <a:cs typeface="+mn-cs"/>
                  </a:endParaRPr>
                </a:p>
              </p:txBody>
            </p:sp>
            <p:sp>
              <p:nvSpPr>
                <p:cNvPr id="1162" name="Freeform 449">
                  <a:extLst>
                    <a:ext uri="{FF2B5EF4-FFF2-40B4-BE49-F238E27FC236}">
                      <a16:creationId xmlns:a16="http://schemas.microsoft.com/office/drawing/2014/main" id="{4B908AB7-5693-47AE-45A4-990573D51D4B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757" y="4427"/>
                  <a:ext cx="190" cy="16"/>
                </a:xfrm>
                <a:custGeom>
                  <a:avLst/>
                  <a:gdLst>
                    <a:gd name="T0" fmla="*/ 0 w 1328"/>
                    <a:gd name="T1" fmla="*/ 0 h 113"/>
                    <a:gd name="T2" fmla="*/ 0 w 1328"/>
                    <a:gd name="T3" fmla="*/ 0 h 113"/>
                    <a:gd name="T4" fmla="*/ 0 w 1328"/>
                    <a:gd name="T5" fmla="*/ 0 h 113"/>
                    <a:gd name="T6" fmla="*/ 0 w 1328"/>
                    <a:gd name="T7" fmla="*/ 0 h 113"/>
                    <a:gd name="T8" fmla="*/ 0 w 1328"/>
                    <a:gd name="T9" fmla="*/ 0 h 113"/>
                    <a:gd name="T10" fmla="*/ 0 w 1328"/>
                    <a:gd name="T11" fmla="*/ 0 h 113"/>
                    <a:gd name="T12" fmla="*/ 0 w 1328"/>
                    <a:gd name="T13" fmla="*/ 0 h 113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1328"/>
                    <a:gd name="T22" fmla="*/ 0 h 113"/>
                    <a:gd name="T23" fmla="*/ 1328 w 1328"/>
                    <a:gd name="T24" fmla="*/ 113 h 113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1328" h="113">
                      <a:moveTo>
                        <a:pt x="1328" y="113"/>
                      </a:moveTo>
                      <a:lnTo>
                        <a:pt x="1328" y="57"/>
                      </a:lnTo>
                      <a:lnTo>
                        <a:pt x="1328" y="0"/>
                      </a:lnTo>
                      <a:lnTo>
                        <a:pt x="0" y="0"/>
                      </a:lnTo>
                      <a:lnTo>
                        <a:pt x="0" y="57"/>
                      </a:lnTo>
                      <a:lnTo>
                        <a:pt x="0" y="113"/>
                      </a:lnTo>
                      <a:lnTo>
                        <a:pt x="1328" y="113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algn="l" defTabSz="1828800" hangingPunct="1"/>
                  <a:endParaRPr lang="zh-CN" altLang="en-US" sz="3600" b="0" kern="1200">
                    <a:solidFill>
                      <a:prstClr val="black"/>
                    </a:solidFill>
                    <a:latin typeface="等线" panose="020F0502020204030204"/>
                    <a:ea typeface="等线" panose="02010600030101010101" pitchFamily="2" charset="-122"/>
                    <a:cs typeface="+mn-cs"/>
                  </a:endParaRPr>
                </a:p>
              </p:txBody>
            </p:sp>
            <p:sp>
              <p:nvSpPr>
                <p:cNvPr id="1163" name="Freeform 450">
                  <a:extLst>
                    <a:ext uri="{FF2B5EF4-FFF2-40B4-BE49-F238E27FC236}">
                      <a16:creationId xmlns:a16="http://schemas.microsoft.com/office/drawing/2014/main" id="{D2433CEC-35E7-4A1B-ED26-42FDA72649A3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757" y="4427"/>
                  <a:ext cx="190" cy="16"/>
                </a:xfrm>
                <a:custGeom>
                  <a:avLst/>
                  <a:gdLst>
                    <a:gd name="T0" fmla="*/ 0 w 1328"/>
                    <a:gd name="T1" fmla="*/ 0 h 113"/>
                    <a:gd name="T2" fmla="*/ 0 w 1328"/>
                    <a:gd name="T3" fmla="*/ 0 h 113"/>
                    <a:gd name="T4" fmla="*/ 0 w 1328"/>
                    <a:gd name="T5" fmla="*/ 0 h 113"/>
                    <a:gd name="T6" fmla="*/ 0 w 1328"/>
                    <a:gd name="T7" fmla="*/ 0 h 113"/>
                    <a:gd name="T8" fmla="*/ 0 w 1328"/>
                    <a:gd name="T9" fmla="*/ 0 h 113"/>
                    <a:gd name="T10" fmla="*/ 0 w 1328"/>
                    <a:gd name="T11" fmla="*/ 0 h 113"/>
                    <a:gd name="T12" fmla="*/ 0 w 1328"/>
                    <a:gd name="T13" fmla="*/ 0 h 113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1328"/>
                    <a:gd name="T22" fmla="*/ 0 h 113"/>
                    <a:gd name="T23" fmla="*/ 1328 w 1328"/>
                    <a:gd name="T24" fmla="*/ 113 h 113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1328" h="113">
                      <a:moveTo>
                        <a:pt x="1328" y="113"/>
                      </a:moveTo>
                      <a:lnTo>
                        <a:pt x="1328" y="57"/>
                      </a:lnTo>
                      <a:lnTo>
                        <a:pt x="1328" y="0"/>
                      </a:lnTo>
                      <a:lnTo>
                        <a:pt x="0" y="0"/>
                      </a:lnTo>
                      <a:lnTo>
                        <a:pt x="0" y="57"/>
                      </a:lnTo>
                      <a:lnTo>
                        <a:pt x="0" y="113"/>
                      </a:lnTo>
                      <a:lnTo>
                        <a:pt x="1328" y="113"/>
                      </a:lnTo>
                      <a:close/>
                    </a:path>
                  </a:pathLst>
                </a:custGeom>
                <a:noFill/>
                <a:ln w="0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pPr algn="l" defTabSz="1828800" hangingPunct="1"/>
                  <a:endParaRPr lang="zh-CN" altLang="en-US" sz="3600" b="0" kern="1200">
                    <a:solidFill>
                      <a:prstClr val="black"/>
                    </a:solidFill>
                    <a:latin typeface="等线" panose="020F0502020204030204"/>
                    <a:ea typeface="等线" panose="02010600030101010101" pitchFamily="2" charset="-122"/>
                    <a:cs typeface="+mn-cs"/>
                  </a:endParaRPr>
                </a:p>
              </p:txBody>
            </p:sp>
            <p:sp>
              <p:nvSpPr>
                <p:cNvPr id="1164" name="Freeform 451">
                  <a:extLst>
                    <a:ext uri="{FF2B5EF4-FFF2-40B4-BE49-F238E27FC236}">
                      <a16:creationId xmlns:a16="http://schemas.microsoft.com/office/drawing/2014/main" id="{EAFC13DF-94D8-6375-C296-30E27B645E8B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749" y="4427"/>
                  <a:ext cx="8" cy="16"/>
                </a:xfrm>
                <a:custGeom>
                  <a:avLst/>
                  <a:gdLst>
                    <a:gd name="T0" fmla="*/ 0 w 56"/>
                    <a:gd name="T1" fmla="*/ 0 h 113"/>
                    <a:gd name="T2" fmla="*/ 0 w 56"/>
                    <a:gd name="T3" fmla="*/ 0 h 113"/>
                    <a:gd name="T4" fmla="*/ 0 w 56"/>
                    <a:gd name="T5" fmla="*/ 0 h 113"/>
                    <a:gd name="T6" fmla="*/ 0 w 56"/>
                    <a:gd name="T7" fmla="*/ 0 h 113"/>
                    <a:gd name="T8" fmla="*/ 0 w 56"/>
                    <a:gd name="T9" fmla="*/ 0 h 113"/>
                    <a:gd name="T10" fmla="*/ 0 w 56"/>
                    <a:gd name="T11" fmla="*/ 0 h 113"/>
                    <a:gd name="T12" fmla="*/ 0 w 56"/>
                    <a:gd name="T13" fmla="*/ 0 h 113"/>
                    <a:gd name="T14" fmla="*/ 0 w 56"/>
                    <a:gd name="T15" fmla="*/ 0 h 113"/>
                    <a:gd name="T16" fmla="*/ 0 w 56"/>
                    <a:gd name="T17" fmla="*/ 0 h 113"/>
                    <a:gd name="T18" fmla="*/ 0 w 56"/>
                    <a:gd name="T19" fmla="*/ 0 h 113"/>
                    <a:gd name="T20" fmla="*/ 0 w 56"/>
                    <a:gd name="T21" fmla="*/ 0 h 113"/>
                    <a:gd name="T22" fmla="*/ 0 w 56"/>
                    <a:gd name="T23" fmla="*/ 0 h 113"/>
                    <a:gd name="T24" fmla="*/ 0 w 56"/>
                    <a:gd name="T25" fmla="*/ 0 h 113"/>
                    <a:gd name="T26" fmla="*/ 0 w 56"/>
                    <a:gd name="T27" fmla="*/ 0 h 113"/>
                    <a:gd name="T28" fmla="*/ 0 w 56"/>
                    <a:gd name="T29" fmla="*/ 0 h 113"/>
                    <a:gd name="T30" fmla="*/ 0 w 56"/>
                    <a:gd name="T31" fmla="*/ 0 h 113"/>
                    <a:gd name="T32" fmla="*/ 0 w 56"/>
                    <a:gd name="T33" fmla="*/ 0 h 113"/>
                    <a:gd name="T34" fmla="*/ 0 60000 65536"/>
                    <a:gd name="T35" fmla="*/ 0 60000 65536"/>
                    <a:gd name="T36" fmla="*/ 0 60000 65536"/>
                    <a:gd name="T37" fmla="*/ 0 60000 65536"/>
                    <a:gd name="T38" fmla="*/ 0 60000 65536"/>
                    <a:gd name="T39" fmla="*/ 0 60000 65536"/>
                    <a:gd name="T40" fmla="*/ 0 60000 65536"/>
                    <a:gd name="T41" fmla="*/ 0 60000 65536"/>
                    <a:gd name="T42" fmla="*/ 0 60000 65536"/>
                    <a:gd name="T43" fmla="*/ 0 60000 65536"/>
                    <a:gd name="T44" fmla="*/ 0 60000 65536"/>
                    <a:gd name="T45" fmla="*/ 0 60000 65536"/>
                    <a:gd name="T46" fmla="*/ 0 60000 65536"/>
                    <a:gd name="T47" fmla="*/ 0 60000 65536"/>
                    <a:gd name="T48" fmla="*/ 0 60000 65536"/>
                    <a:gd name="T49" fmla="*/ 0 60000 65536"/>
                    <a:gd name="T50" fmla="*/ 0 60000 65536"/>
                    <a:gd name="T51" fmla="*/ 0 w 56"/>
                    <a:gd name="T52" fmla="*/ 0 h 113"/>
                    <a:gd name="T53" fmla="*/ 56 w 56"/>
                    <a:gd name="T54" fmla="*/ 113 h 113"/>
                  </a:gdLst>
                  <a:ahLst/>
                  <a:cxnLst>
                    <a:cxn ang="T34">
                      <a:pos x="T0" y="T1"/>
                    </a:cxn>
                    <a:cxn ang="T35">
                      <a:pos x="T2" y="T3"/>
                    </a:cxn>
                    <a:cxn ang="T36">
                      <a:pos x="T4" y="T5"/>
                    </a:cxn>
                    <a:cxn ang="T37">
                      <a:pos x="T6" y="T7"/>
                    </a:cxn>
                    <a:cxn ang="T38">
                      <a:pos x="T8" y="T9"/>
                    </a:cxn>
                    <a:cxn ang="T39">
                      <a:pos x="T10" y="T11"/>
                    </a:cxn>
                    <a:cxn ang="T40">
                      <a:pos x="T12" y="T13"/>
                    </a:cxn>
                    <a:cxn ang="T41">
                      <a:pos x="T14" y="T15"/>
                    </a:cxn>
                    <a:cxn ang="T42">
                      <a:pos x="T16" y="T17"/>
                    </a:cxn>
                    <a:cxn ang="T43">
                      <a:pos x="T18" y="T19"/>
                    </a:cxn>
                    <a:cxn ang="T44">
                      <a:pos x="T20" y="T21"/>
                    </a:cxn>
                    <a:cxn ang="T45">
                      <a:pos x="T22" y="T23"/>
                    </a:cxn>
                    <a:cxn ang="T46">
                      <a:pos x="T24" y="T25"/>
                    </a:cxn>
                    <a:cxn ang="T47">
                      <a:pos x="T26" y="T27"/>
                    </a:cxn>
                    <a:cxn ang="T48">
                      <a:pos x="T28" y="T29"/>
                    </a:cxn>
                    <a:cxn ang="T49">
                      <a:pos x="T30" y="T31"/>
                    </a:cxn>
                    <a:cxn ang="T50">
                      <a:pos x="T32" y="T33"/>
                    </a:cxn>
                  </a:cxnLst>
                  <a:rect l="T51" t="T52" r="T53" b="T54"/>
                  <a:pathLst>
                    <a:path w="56" h="113">
                      <a:moveTo>
                        <a:pt x="56" y="57"/>
                      </a:moveTo>
                      <a:lnTo>
                        <a:pt x="56" y="113"/>
                      </a:lnTo>
                      <a:lnTo>
                        <a:pt x="44" y="112"/>
                      </a:lnTo>
                      <a:lnTo>
                        <a:pt x="32" y="107"/>
                      </a:lnTo>
                      <a:lnTo>
                        <a:pt x="22" y="101"/>
                      </a:lnTo>
                      <a:lnTo>
                        <a:pt x="13" y="92"/>
                      </a:lnTo>
                      <a:lnTo>
                        <a:pt x="6" y="82"/>
                      </a:lnTo>
                      <a:lnTo>
                        <a:pt x="1" y="69"/>
                      </a:lnTo>
                      <a:lnTo>
                        <a:pt x="0" y="57"/>
                      </a:lnTo>
                      <a:lnTo>
                        <a:pt x="1" y="45"/>
                      </a:lnTo>
                      <a:lnTo>
                        <a:pt x="6" y="32"/>
                      </a:lnTo>
                      <a:lnTo>
                        <a:pt x="13" y="22"/>
                      </a:lnTo>
                      <a:lnTo>
                        <a:pt x="22" y="13"/>
                      </a:lnTo>
                      <a:lnTo>
                        <a:pt x="32" y="7"/>
                      </a:lnTo>
                      <a:lnTo>
                        <a:pt x="44" y="2"/>
                      </a:lnTo>
                      <a:lnTo>
                        <a:pt x="56" y="0"/>
                      </a:lnTo>
                      <a:lnTo>
                        <a:pt x="56" y="57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algn="l" defTabSz="1828800" hangingPunct="1"/>
                  <a:endParaRPr lang="zh-CN" altLang="en-US" sz="3600" b="0" kern="1200">
                    <a:solidFill>
                      <a:prstClr val="black"/>
                    </a:solidFill>
                    <a:latin typeface="等线" panose="020F0502020204030204"/>
                    <a:ea typeface="等线" panose="02010600030101010101" pitchFamily="2" charset="-122"/>
                    <a:cs typeface="+mn-cs"/>
                  </a:endParaRPr>
                </a:p>
              </p:txBody>
            </p:sp>
            <p:sp>
              <p:nvSpPr>
                <p:cNvPr id="1165" name="Freeform 452">
                  <a:extLst>
                    <a:ext uri="{FF2B5EF4-FFF2-40B4-BE49-F238E27FC236}">
                      <a16:creationId xmlns:a16="http://schemas.microsoft.com/office/drawing/2014/main" id="{E45D95B3-2C85-84B4-6846-F6F1353B2D71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749" y="4427"/>
                  <a:ext cx="8" cy="16"/>
                </a:xfrm>
                <a:custGeom>
                  <a:avLst/>
                  <a:gdLst>
                    <a:gd name="T0" fmla="*/ 0 w 56"/>
                    <a:gd name="T1" fmla="*/ 0 h 113"/>
                    <a:gd name="T2" fmla="*/ 0 w 56"/>
                    <a:gd name="T3" fmla="*/ 0 h 113"/>
                    <a:gd name="T4" fmla="*/ 0 w 56"/>
                    <a:gd name="T5" fmla="*/ 0 h 113"/>
                    <a:gd name="T6" fmla="*/ 0 w 56"/>
                    <a:gd name="T7" fmla="*/ 0 h 113"/>
                    <a:gd name="T8" fmla="*/ 0 w 56"/>
                    <a:gd name="T9" fmla="*/ 0 h 113"/>
                    <a:gd name="T10" fmla="*/ 0 w 56"/>
                    <a:gd name="T11" fmla="*/ 0 h 113"/>
                    <a:gd name="T12" fmla="*/ 0 w 56"/>
                    <a:gd name="T13" fmla="*/ 0 h 113"/>
                    <a:gd name="T14" fmla="*/ 0 w 56"/>
                    <a:gd name="T15" fmla="*/ 0 h 113"/>
                    <a:gd name="T16" fmla="*/ 0 w 56"/>
                    <a:gd name="T17" fmla="*/ 0 h 113"/>
                    <a:gd name="T18" fmla="*/ 0 w 56"/>
                    <a:gd name="T19" fmla="*/ 0 h 113"/>
                    <a:gd name="T20" fmla="*/ 0 w 56"/>
                    <a:gd name="T21" fmla="*/ 0 h 113"/>
                    <a:gd name="T22" fmla="*/ 0 w 56"/>
                    <a:gd name="T23" fmla="*/ 0 h 113"/>
                    <a:gd name="T24" fmla="*/ 0 w 56"/>
                    <a:gd name="T25" fmla="*/ 0 h 113"/>
                    <a:gd name="T26" fmla="*/ 0 w 56"/>
                    <a:gd name="T27" fmla="*/ 0 h 113"/>
                    <a:gd name="T28" fmla="*/ 0 w 56"/>
                    <a:gd name="T29" fmla="*/ 0 h 113"/>
                    <a:gd name="T30" fmla="*/ 0 60000 65536"/>
                    <a:gd name="T31" fmla="*/ 0 60000 65536"/>
                    <a:gd name="T32" fmla="*/ 0 60000 65536"/>
                    <a:gd name="T33" fmla="*/ 0 60000 65536"/>
                    <a:gd name="T34" fmla="*/ 0 60000 65536"/>
                    <a:gd name="T35" fmla="*/ 0 60000 65536"/>
                    <a:gd name="T36" fmla="*/ 0 60000 65536"/>
                    <a:gd name="T37" fmla="*/ 0 60000 65536"/>
                    <a:gd name="T38" fmla="*/ 0 60000 65536"/>
                    <a:gd name="T39" fmla="*/ 0 60000 65536"/>
                    <a:gd name="T40" fmla="*/ 0 60000 65536"/>
                    <a:gd name="T41" fmla="*/ 0 60000 65536"/>
                    <a:gd name="T42" fmla="*/ 0 60000 65536"/>
                    <a:gd name="T43" fmla="*/ 0 60000 65536"/>
                    <a:gd name="T44" fmla="*/ 0 60000 65536"/>
                    <a:gd name="T45" fmla="*/ 0 w 56"/>
                    <a:gd name="T46" fmla="*/ 0 h 113"/>
                    <a:gd name="T47" fmla="*/ 56 w 56"/>
                    <a:gd name="T48" fmla="*/ 113 h 113"/>
                  </a:gdLst>
                  <a:ahLst/>
                  <a:cxnLst>
                    <a:cxn ang="T30">
                      <a:pos x="T0" y="T1"/>
                    </a:cxn>
                    <a:cxn ang="T31">
                      <a:pos x="T2" y="T3"/>
                    </a:cxn>
                    <a:cxn ang="T32">
                      <a:pos x="T4" y="T5"/>
                    </a:cxn>
                    <a:cxn ang="T33">
                      <a:pos x="T6" y="T7"/>
                    </a:cxn>
                    <a:cxn ang="T34">
                      <a:pos x="T8" y="T9"/>
                    </a:cxn>
                    <a:cxn ang="T35">
                      <a:pos x="T10" y="T11"/>
                    </a:cxn>
                    <a:cxn ang="T36">
                      <a:pos x="T12" y="T13"/>
                    </a:cxn>
                    <a:cxn ang="T37">
                      <a:pos x="T14" y="T15"/>
                    </a:cxn>
                    <a:cxn ang="T38">
                      <a:pos x="T16" y="T17"/>
                    </a:cxn>
                    <a:cxn ang="T39">
                      <a:pos x="T18" y="T19"/>
                    </a:cxn>
                    <a:cxn ang="T40">
                      <a:pos x="T20" y="T21"/>
                    </a:cxn>
                    <a:cxn ang="T41">
                      <a:pos x="T22" y="T23"/>
                    </a:cxn>
                    <a:cxn ang="T42">
                      <a:pos x="T24" y="T25"/>
                    </a:cxn>
                    <a:cxn ang="T43">
                      <a:pos x="T26" y="T27"/>
                    </a:cxn>
                    <a:cxn ang="T44">
                      <a:pos x="T28" y="T29"/>
                    </a:cxn>
                  </a:cxnLst>
                  <a:rect l="T45" t="T46" r="T47" b="T48"/>
                  <a:pathLst>
                    <a:path w="56" h="113">
                      <a:moveTo>
                        <a:pt x="56" y="113"/>
                      </a:moveTo>
                      <a:lnTo>
                        <a:pt x="44" y="112"/>
                      </a:lnTo>
                      <a:lnTo>
                        <a:pt x="32" y="107"/>
                      </a:lnTo>
                      <a:lnTo>
                        <a:pt x="22" y="101"/>
                      </a:lnTo>
                      <a:lnTo>
                        <a:pt x="13" y="92"/>
                      </a:lnTo>
                      <a:lnTo>
                        <a:pt x="6" y="82"/>
                      </a:lnTo>
                      <a:lnTo>
                        <a:pt x="1" y="69"/>
                      </a:lnTo>
                      <a:lnTo>
                        <a:pt x="0" y="57"/>
                      </a:lnTo>
                      <a:lnTo>
                        <a:pt x="1" y="45"/>
                      </a:lnTo>
                      <a:lnTo>
                        <a:pt x="6" y="32"/>
                      </a:lnTo>
                      <a:lnTo>
                        <a:pt x="13" y="22"/>
                      </a:lnTo>
                      <a:lnTo>
                        <a:pt x="22" y="13"/>
                      </a:lnTo>
                      <a:lnTo>
                        <a:pt x="32" y="7"/>
                      </a:lnTo>
                      <a:lnTo>
                        <a:pt x="44" y="2"/>
                      </a:lnTo>
                      <a:lnTo>
                        <a:pt x="56" y="0"/>
                      </a:lnTo>
                    </a:path>
                  </a:pathLst>
                </a:custGeom>
                <a:noFill/>
                <a:ln w="0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pPr algn="l" defTabSz="1828800" hangingPunct="1"/>
                  <a:endParaRPr lang="zh-CN" altLang="en-US" sz="3600" b="0" kern="1200">
                    <a:solidFill>
                      <a:prstClr val="black"/>
                    </a:solidFill>
                    <a:latin typeface="等线" panose="020F0502020204030204"/>
                    <a:ea typeface="等线" panose="02010600030101010101" pitchFamily="2" charset="-122"/>
                    <a:cs typeface="+mn-cs"/>
                  </a:endParaRPr>
                </a:p>
              </p:txBody>
            </p:sp>
            <p:sp>
              <p:nvSpPr>
                <p:cNvPr id="1166" name="Freeform 453">
                  <a:extLst>
                    <a:ext uri="{FF2B5EF4-FFF2-40B4-BE49-F238E27FC236}">
                      <a16:creationId xmlns:a16="http://schemas.microsoft.com/office/drawing/2014/main" id="{3CBCFBC1-4DE5-5DA3-B140-81D104E25658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446" y="4345"/>
                  <a:ext cx="8" cy="16"/>
                </a:xfrm>
                <a:custGeom>
                  <a:avLst/>
                  <a:gdLst>
                    <a:gd name="T0" fmla="*/ 0 w 56"/>
                    <a:gd name="T1" fmla="*/ 0 h 113"/>
                    <a:gd name="T2" fmla="*/ 0 w 56"/>
                    <a:gd name="T3" fmla="*/ 0 h 113"/>
                    <a:gd name="T4" fmla="*/ 0 w 56"/>
                    <a:gd name="T5" fmla="*/ 0 h 113"/>
                    <a:gd name="T6" fmla="*/ 0 w 56"/>
                    <a:gd name="T7" fmla="*/ 0 h 113"/>
                    <a:gd name="T8" fmla="*/ 0 w 56"/>
                    <a:gd name="T9" fmla="*/ 0 h 113"/>
                    <a:gd name="T10" fmla="*/ 0 w 56"/>
                    <a:gd name="T11" fmla="*/ 0 h 113"/>
                    <a:gd name="T12" fmla="*/ 0 w 56"/>
                    <a:gd name="T13" fmla="*/ 0 h 113"/>
                    <a:gd name="T14" fmla="*/ 0 w 56"/>
                    <a:gd name="T15" fmla="*/ 0 h 113"/>
                    <a:gd name="T16" fmla="*/ 0 w 56"/>
                    <a:gd name="T17" fmla="*/ 0 h 113"/>
                    <a:gd name="T18" fmla="*/ 0 w 56"/>
                    <a:gd name="T19" fmla="*/ 0 h 113"/>
                    <a:gd name="T20" fmla="*/ 0 w 56"/>
                    <a:gd name="T21" fmla="*/ 0 h 113"/>
                    <a:gd name="T22" fmla="*/ 0 w 56"/>
                    <a:gd name="T23" fmla="*/ 0 h 113"/>
                    <a:gd name="T24" fmla="*/ 0 w 56"/>
                    <a:gd name="T25" fmla="*/ 0 h 113"/>
                    <a:gd name="T26" fmla="*/ 0 w 56"/>
                    <a:gd name="T27" fmla="*/ 0 h 113"/>
                    <a:gd name="T28" fmla="*/ 0 w 56"/>
                    <a:gd name="T29" fmla="*/ 0 h 113"/>
                    <a:gd name="T30" fmla="*/ 0 w 56"/>
                    <a:gd name="T31" fmla="*/ 0 h 113"/>
                    <a:gd name="T32" fmla="*/ 0 w 56"/>
                    <a:gd name="T33" fmla="*/ 0 h 113"/>
                    <a:gd name="T34" fmla="*/ 0 60000 65536"/>
                    <a:gd name="T35" fmla="*/ 0 60000 65536"/>
                    <a:gd name="T36" fmla="*/ 0 60000 65536"/>
                    <a:gd name="T37" fmla="*/ 0 60000 65536"/>
                    <a:gd name="T38" fmla="*/ 0 60000 65536"/>
                    <a:gd name="T39" fmla="*/ 0 60000 65536"/>
                    <a:gd name="T40" fmla="*/ 0 60000 65536"/>
                    <a:gd name="T41" fmla="*/ 0 60000 65536"/>
                    <a:gd name="T42" fmla="*/ 0 60000 65536"/>
                    <a:gd name="T43" fmla="*/ 0 60000 65536"/>
                    <a:gd name="T44" fmla="*/ 0 60000 65536"/>
                    <a:gd name="T45" fmla="*/ 0 60000 65536"/>
                    <a:gd name="T46" fmla="*/ 0 60000 65536"/>
                    <a:gd name="T47" fmla="*/ 0 60000 65536"/>
                    <a:gd name="T48" fmla="*/ 0 60000 65536"/>
                    <a:gd name="T49" fmla="*/ 0 60000 65536"/>
                    <a:gd name="T50" fmla="*/ 0 60000 65536"/>
                    <a:gd name="T51" fmla="*/ 0 w 56"/>
                    <a:gd name="T52" fmla="*/ 0 h 113"/>
                    <a:gd name="T53" fmla="*/ 56 w 56"/>
                    <a:gd name="T54" fmla="*/ 113 h 113"/>
                  </a:gdLst>
                  <a:ahLst/>
                  <a:cxnLst>
                    <a:cxn ang="T34">
                      <a:pos x="T0" y="T1"/>
                    </a:cxn>
                    <a:cxn ang="T35">
                      <a:pos x="T2" y="T3"/>
                    </a:cxn>
                    <a:cxn ang="T36">
                      <a:pos x="T4" y="T5"/>
                    </a:cxn>
                    <a:cxn ang="T37">
                      <a:pos x="T6" y="T7"/>
                    </a:cxn>
                    <a:cxn ang="T38">
                      <a:pos x="T8" y="T9"/>
                    </a:cxn>
                    <a:cxn ang="T39">
                      <a:pos x="T10" y="T11"/>
                    </a:cxn>
                    <a:cxn ang="T40">
                      <a:pos x="T12" y="T13"/>
                    </a:cxn>
                    <a:cxn ang="T41">
                      <a:pos x="T14" y="T15"/>
                    </a:cxn>
                    <a:cxn ang="T42">
                      <a:pos x="T16" y="T17"/>
                    </a:cxn>
                    <a:cxn ang="T43">
                      <a:pos x="T18" y="T19"/>
                    </a:cxn>
                    <a:cxn ang="T44">
                      <a:pos x="T20" y="T21"/>
                    </a:cxn>
                    <a:cxn ang="T45">
                      <a:pos x="T22" y="T23"/>
                    </a:cxn>
                    <a:cxn ang="T46">
                      <a:pos x="T24" y="T25"/>
                    </a:cxn>
                    <a:cxn ang="T47">
                      <a:pos x="T26" y="T27"/>
                    </a:cxn>
                    <a:cxn ang="T48">
                      <a:pos x="T28" y="T29"/>
                    </a:cxn>
                    <a:cxn ang="T49">
                      <a:pos x="T30" y="T31"/>
                    </a:cxn>
                    <a:cxn ang="T50">
                      <a:pos x="T32" y="T33"/>
                    </a:cxn>
                  </a:cxnLst>
                  <a:rect l="T51" t="T52" r="T53" b="T54"/>
                  <a:pathLst>
                    <a:path w="56" h="113">
                      <a:moveTo>
                        <a:pt x="56" y="57"/>
                      </a:moveTo>
                      <a:lnTo>
                        <a:pt x="56" y="113"/>
                      </a:lnTo>
                      <a:lnTo>
                        <a:pt x="44" y="112"/>
                      </a:lnTo>
                      <a:lnTo>
                        <a:pt x="31" y="108"/>
                      </a:lnTo>
                      <a:lnTo>
                        <a:pt x="21" y="101"/>
                      </a:lnTo>
                      <a:lnTo>
                        <a:pt x="12" y="92"/>
                      </a:lnTo>
                      <a:lnTo>
                        <a:pt x="6" y="82"/>
                      </a:lnTo>
                      <a:lnTo>
                        <a:pt x="1" y="70"/>
                      </a:lnTo>
                      <a:lnTo>
                        <a:pt x="0" y="57"/>
                      </a:lnTo>
                      <a:lnTo>
                        <a:pt x="1" y="45"/>
                      </a:lnTo>
                      <a:lnTo>
                        <a:pt x="6" y="33"/>
                      </a:lnTo>
                      <a:lnTo>
                        <a:pt x="12" y="22"/>
                      </a:lnTo>
                      <a:lnTo>
                        <a:pt x="21" y="13"/>
                      </a:lnTo>
                      <a:lnTo>
                        <a:pt x="31" y="7"/>
                      </a:lnTo>
                      <a:lnTo>
                        <a:pt x="44" y="2"/>
                      </a:lnTo>
                      <a:lnTo>
                        <a:pt x="56" y="0"/>
                      </a:lnTo>
                      <a:lnTo>
                        <a:pt x="56" y="57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algn="l" defTabSz="1828800" hangingPunct="1"/>
                  <a:endParaRPr lang="zh-CN" altLang="en-US" sz="3600" b="0" kern="1200">
                    <a:solidFill>
                      <a:prstClr val="black"/>
                    </a:solidFill>
                    <a:latin typeface="等线" panose="020F0502020204030204"/>
                    <a:ea typeface="等线" panose="02010600030101010101" pitchFamily="2" charset="-122"/>
                    <a:cs typeface="+mn-cs"/>
                  </a:endParaRPr>
                </a:p>
              </p:txBody>
            </p:sp>
            <p:sp>
              <p:nvSpPr>
                <p:cNvPr id="1167" name="Freeform 454">
                  <a:extLst>
                    <a:ext uri="{FF2B5EF4-FFF2-40B4-BE49-F238E27FC236}">
                      <a16:creationId xmlns:a16="http://schemas.microsoft.com/office/drawing/2014/main" id="{05838EEC-C65F-96F8-9758-FA9CD6A84E92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446" y="4345"/>
                  <a:ext cx="8" cy="16"/>
                </a:xfrm>
                <a:custGeom>
                  <a:avLst/>
                  <a:gdLst>
                    <a:gd name="T0" fmla="*/ 0 w 56"/>
                    <a:gd name="T1" fmla="*/ 0 h 113"/>
                    <a:gd name="T2" fmla="*/ 0 w 56"/>
                    <a:gd name="T3" fmla="*/ 0 h 113"/>
                    <a:gd name="T4" fmla="*/ 0 w 56"/>
                    <a:gd name="T5" fmla="*/ 0 h 113"/>
                    <a:gd name="T6" fmla="*/ 0 w 56"/>
                    <a:gd name="T7" fmla="*/ 0 h 113"/>
                    <a:gd name="T8" fmla="*/ 0 w 56"/>
                    <a:gd name="T9" fmla="*/ 0 h 113"/>
                    <a:gd name="T10" fmla="*/ 0 w 56"/>
                    <a:gd name="T11" fmla="*/ 0 h 113"/>
                    <a:gd name="T12" fmla="*/ 0 w 56"/>
                    <a:gd name="T13" fmla="*/ 0 h 113"/>
                    <a:gd name="T14" fmla="*/ 0 w 56"/>
                    <a:gd name="T15" fmla="*/ 0 h 113"/>
                    <a:gd name="T16" fmla="*/ 0 w 56"/>
                    <a:gd name="T17" fmla="*/ 0 h 113"/>
                    <a:gd name="T18" fmla="*/ 0 w 56"/>
                    <a:gd name="T19" fmla="*/ 0 h 113"/>
                    <a:gd name="T20" fmla="*/ 0 w 56"/>
                    <a:gd name="T21" fmla="*/ 0 h 113"/>
                    <a:gd name="T22" fmla="*/ 0 w 56"/>
                    <a:gd name="T23" fmla="*/ 0 h 113"/>
                    <a:gd name="T24" fmla="*/ 0 w 56"/>
                    <a:gd name="T25" fmla="*/ 0 h 113"/>
                    <a:gd name="T26" fmla="*/ 0 w 56"/>
                    <a:gd name="T27" fmla="*/ 0 h 113"/>
                    <a:gd name="T28" fmla="*/ 0 w 56"/>
                    <a:gd name="T29" fmla="*/ 0 h 113"/>
                    <a:gd name="T30" fmla="*/ 0 60000 65536"/>
                    <a:gd name="T31" fmla="*/ 0 60000 65536"/>
                    <a:gd name="T32" fmla="*/ 0 60000 65536"/>
                    <a:gd name="T33" fmla="*/ 0 60000 65536"/>
                    <a:gd name="T34" fmla="*/ 0 60000 65536"/>
                    <a:gd name="T35" fmla="*/ 0 60000 65536"/>
                    <a:gd name="T36" fmla="*/ 0 60000 65536"/>
                    <a:gd name="T37" fmla="*/ 0 60000 65536"/>
                    <a:gd name="T38" fmla="*/ 0 60000 65536"/>
                    <a:gd name="T39" fmla="*/ 0 60000 65536"/>
                    <a:gd name="T40" fmla="*/ 0 60000 65536"/>
                    <a:gd name="T41" fmla="*/ 0 60000 65536"/>
                    <a:gd name="T42" fmla="*/ 0 60000 65536"/>
                    <a:gd name="T43" fmla="*/ 0 60000 65536"/>
                    <a:gd name="T44" fmla="*/ 0 60000 65536"/>
                    <a:gd name="T45" fmla="*/ 0 w 56"/>
                    <a:gd name="T46" fmla="*/ 0 h 113"/>
                    <a:gd name="T47" fmla="*/ 56 w 56"/>
                    <a:gd name="T48" fmla="*/ 113 h 113"/>
                  </a:gdLst>
                  <a:ahLst/>
                  <a:cxnLst>
                    <a:cxn ang="T30">
                      <a:pos x="T0" y="T1"/>
                    </a:cxn>
                    <a:cxn ang="T31">
                      <a:pos x="T2" y="T3"/>
                    </a:cxn>
                    <a:cxn ang="T32">
                      <a:pos x="T4" y="T5"/>
                    </a:cxn>
                    <a:cxn ang="T33">
                      <a:pos x="T6" y="T7"/>
                    </a:cxn>
                    <a:cxn ang="T34">
                      <a:pos x="T8" y="T9"/>
                    </a:cxn>
                    <a:cxn ang="T35">
                      <a:pos x="T10" y="T11"/>
                    </a:cxn>
                    <a:cxn ang="T36">
                      <a:pos x="T12" y="T13"/>
                    </a:cxn>
                    <a:cxn ang="T37">
                      <a:pos x="T14" y="T15"/>
                    </a:cxn>
                    <a:cxn ang="T38">
                      <a:pos x="T16" y="T17"/>
                    </a:cxn>
                    <a:cxn ang="T39">
                      <a:pos x="T18" y="T19"/>
                    </a:cxn>
                    <a:cxn ang="T40">
                      <a:pos x="T20" y="T21"/>
                    </a:cxn>
                    <a:cxn ang="T41">
                      <a:pos x="T22" y="T23"/>
                    </a:cxn>
                    <a:cxn ang="T42">
                      <a:pos x="T24" y="T25"/>
                    </a:cxn>
                    <a:cxn ang="T43">
                      <a:pos x="T26" y="T27"/>
                    </a:cxn>
                    <a:cxn ang="T44">
                      <a:pos x="T28" y="T29"/>
                    </a:cxn>
                  </a:cxnLst>
                  <a:rect l="T45" t="T46" r="T47" b="T48"/>
                  <a:pathLst>
                    <a:path w="56" h="113">
                      <a:moveTo>
                        <a:pt x="56" y="113"/>
                      </a:moveTo>
                      <a:lnTo>
                        <a:pt x="44" y="112"/>
                      </a:lnTo>
                      <a:lnTo>
                        <a:pt x="31" y="108"/>
                      </a:lnTo>
                      <a:lnTo>
                        <a:pt x="21" y="101"/>
                      </a:lnTo>
                      <a:lnTo>
                        <a:pt x="12" y="92"/>
                      </a:lnTo>
                      <a:lnTo>
                        <a:pt x="6" y="82"/>
                      </a:lnTo>
                      <a:lnTo>
                        <a:pt x="1" y="70"/>
                      </a:lnTo>
                      <a:lnTo>
                        <a:pt x="0" y="57"/>
                      </a:lnTo>
                      <a:lnTo>
                        <a:pt x="1" y="45"/>
                      </a:lnTo>
                      <a:lnTo>
                        <a:pt x="6" y="33"/>
                      </a:lnTo>
                      <a:lnTo>
                        <a:pt x="12" y="22"/>
                      </a:lnTo>
                      <a:lnTo>
                        <a:pt x="21" y="13"/>
                      </a:lnTo>
                      <a:lnTo>
                        <a:pt x="31" y="7"/>
                      </a:lnTo>
                      <a:lnTo>
                        <a:pt x="44" y="2"/>
                      </a:lnTo>
                      <a:lnTo>
                        <a:pt x="56" y="0"/>
                      </a:lnTo>
                    </a:path>
                  </a:pathLst>
                </a:custGeom>
                <a:noFill/>
                <a:ln w="0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pPr algn="l" defTabSz="1828800" hangingPunct="1"/>
                  <a:endParaRPr lang="zh-CN" altLang="en-US" sz="3600" b="0" kern="1200">
                    <a:solidFill>
                      <a:prstClr val="black"/>
                    </a:solidFill>
                    <a:latin typeface="等线" panose="020F0502020204030204"/>
                    <a:ea typeface="等线" panose="02010600030101010101" pitchFamily="2" charset="-122"/>
                    <a:cs typeface="+mn-cs"/>
                  </a:endParaRPr>
                </a:p>
              </p:txBody>
            </p:sp>
            <p:sp>
              <p:nvSpPr>
                <p:cNvPr id="1168" name="Freeform 455">
                  <a:extLst>
                    <a:ext uri="{FF2B5EF4-FFF2-40B4-BE49-F238E27FC236}">
                      <a16:creationId xmlns:a16="http://schemas.microsoft.com/office/drawing/2014/main" id="{E79E06C0-13EB-FAE5-8A3F-0739192DE71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454" y="4345"/>
                  <a:ext cx="132" cy="16"/>
                </a:xfrm>
                <a:custGeom>
                  <a:avLst/>
                  <a:gdLst>
                    <a:gd name="T0" fmla="*/ 0 w 929"/>
                    <a:gd name="T1" fmla="*/ 0 h 113"/>
                    <a:gd name="T2" fmla="*/ 0 w 929"/>
                    <a:gd name="T3" fmla="*/ 0 h 113"/>
                    <a:gd name="T4" fmla="*/ 0 w 929"/>
                    <a:gd name="T5" fmla="*/ 0 h 113"/>
                    <a:gd name="T6" fmla="*/ 0 w 929"/>
                    <a:gd name="T7" fmla="*/ 0 h 113"/>
                    <a:gd name="T8" fmla="*/ 0 w 929"/>
                    <a:gd name="T9" fmla="*/ 0 h 113"/>
                    <a:gd name="T10" fmla="*/ 0 w 929"/>
                    <a:gd name="T11" fmla="*/ 0 h 113"/>
                    <a:gd name="T12" fmla="*/ 0 w 929"/>
                    <a:gd name="T13" fmla="*/ 0 h 113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929"/>
                    <a:gd name="T22" fmla="*/ 0 h 113"/>
                    <a:gd name="T23" fmla="*/ 929 w 929"/>
                    <a:gd name="T24" fmla="*/ 113 h 113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929" h="113">
                      <a:moveTo>
                        <a:pt x="0" y="0"/>
                      </a:moveTo>
                      <a:lnTo>
                        <a:pt x="0" y="57"/>
                      </a:lnTo>
                      <a:lnTo>
                        <a:pt x="0" y="113"/>
                      </a:lnTo>
                      <a:lnTo>
                        <a:pt x="929" y="113"/>
                      </a:lnTo>
                      <a:lnTo>
                        <a:pt x="929" y="57"/>
                      </a:lnTo>
                      <a:lnTo>
                        <a:pt x="929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algn="l" defTabSz="1828800" hangingPunct="1"/>
                  <a:endParaRPr lang="zh-CN" altLang="en-US" sz="3600" b="0" kern="1200">
                    <a:solidFill>
                      <a:prstClr val="black"/>
                    </a:solidFill>
                    <a:latin typeface="等线" panose="020F0502020204030204"/>
                    <a:ea typeface="等线" panose="02010600030101010101" pitchFamily="2" charset="-122"/>
                    <a:cs typeface="+mn-cs"/>
                  </a:endParaRPr>
                </a:p>
              </p:txBody>
            </p:sp>
            <p:sp>
              <p:nvSpPr>
                <p:cNvPr id="1169" name="Freeform 456">
                  <a:extLst>
                    <a:ext uri="{FF2B5EF4-FFF2-40B4-BE49-F238E27FC236}">
                      <a16:creationId xmlns:a16="http://schemas.microsoft.com/office/drawing/2014/main" id="{52C419C9-E4A8-1619-6734-A30403E86C65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454" y="4345"/>
                  <a:ext cx="132" cy="16"/>
                </a:xfrm>
                <a:custGeom>
                  <a:avLst/>
                  <a:gdLst>
                    <a:gd name="T0" fmla="*/ 0 w 929"/>
                    <a:gd name="T1" fmla="*/ 0 h 113"/>
                    <a:gd name="T2" fmla="*/ 0 w 929"/>
                    <a:gd name="T3" fmla="*/ 0 h 113"/>
                    <a:gd name="T4" fmla="*/ 0 w 929"/>
                    <a:gd name="T5" fmla="*/ 0 h 113"/>
                    <a:gd name="T6" fmla="*/ 0 w 929"/>
                    <a:gd name="T7" fmla="*/ 0 h 113"/>
                    <a:gd name="T8" fmla="*/ 0 w 929"/>
                    <a:gd name="T9" fmla="*/ 0 h 113"/>
                    <a:gd name="T10" fmla="*/ 0 w 929"/>
                    <a:gd name="T11" fmla="*/ 0 h 113"/>
                    <a:gd name="T12" fmla="*/ 0 w 929"/>
                    <a:gd name="T13" fmla="*/ 0 h 113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929"/>
                    <a:gd name="T22" fmla="*/ 0 h 113"/>
                    <a:gd name="T23" fmla="*/ 929 w 929"/>
                    <a:gd name="T24" fmla="*/ 113 h 113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929" h="113">
                      <a:moveTo>
                        <a:pt x="0" y="0"/>
                      </a:moveTo>
                      <a:lnTo>
                        <a:pt x="0" y="57"/>
                      </a:lnTo>
                      <a:lnTo>
                        <a:pt x="0" y="113"/>
                      </a:lnTo>
                      <a:lnTo>
                        <a:pt x="929" y="113"/>
                      </a:lnTo>
                      <a:lnTo>
                        <a:pt x="929" y="57"/>
                      </a:lnTo>
                      <a:lnTo>
                        <a:pt x="929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noFill/>
                <a:ln w="0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pPr algn="l" defTabSz="1828800" hangingPunct="1"/>
                  <a:endParaRPr lang="zh-CN" altLang="en-US" sz="3600" b="0" kern="1200">
                    <a:solidFill>
                      <a:prstClr val="black"/>
                    </a:solidFill>
                    <a:latin typeface="等线" panose="020F0502020204030204"/>
                    <a:ea typeface="等线" panose="02010600030101010101" pitchFamily="2" charset="-122"/>
                    <a:cs typeface="+mn-cs"/>
                  </a:endParaRPr>
                </a:p>
              </p:txBody>
            </p:sp>
            <p:sp>
              <p:nvSpPr>
                <p:cNvPr id="1170" name="Freeform 457">
                  <a:extLst>
                    <a:ext uri="{FF2B5EF4-FFF2-40B4-BE49-F238E27FC236}">
                      <a16:creationId xmlns:a16="http://schemas.microsoft.com/office/drawing/2014/main" id="{8DD9B3E3-2368-2559-37D2-2AD184B4BB63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586" y="4345"/>
                  <a:ext cx="8" cy="16"/>
                </a:xfrm>
                <a:custGeom>
                  <a:avLst/>
                  <a:gdLst>
                    <a:gd name="T0" fmla="*/ 0 w 58"/>
                    <a:gd name="T1" fmla="*/ 0 h 113"/>
                    <a:gd name="T2" fmla="*/ 0 w 58"/>
                    <a:gd name="T3" fmla="*/ 0 h 113"/>
                    <a:gd name="T4" fmla="*/ 0 w 58"/>
                    <a:gd name="T5" fmla="*/ 0 h 113"/>
                    <a:gd name="T6" fmla="*/ 0 w 58"/>
                    <a:gd name="T7" fmla="*/ 0 h 113"/>
                    <a:gd name="T8" fmla="*/ 0 w 58"/>
                    <a:gd name="T9" fmla="*/ 0 h 113"/>
                    <a:gd name="T10" fmla="*/ 0 w 58"/>
                    <a:gd name="T11" fmla="*/ 0 h 113"/>
                    <a:gd name="T12" fmla="*/ 0 w 58"/>
                    <a:gd name="T13" fmla="*/ 0 h 113"/>
                    <a:gd name="T14" fmla="*/ 0 w 58"/>
                    <a:gd name="T15" fmla="*/ 0 h 113"/>
                    <a:gd name="T16" fmla="*/ 0 w 58"/>
                    <a:gd name="T17" fmla="*/ 0 h 113"/>
                    <a:gd name="T18" fmla="*/ 0 w 58"/>
                    <a:gd name="T19" fmla="*/ 0 h 113"/>
                    <a:gd name="T20" fmla="*/ 0 w 58"/>
                    <a:gd name="T21" fmla="*/ 0 h 113"/>
                    <a:gd name="T22" fmla="*/ 0 w 58"/>
                    <a:gd name="T23" fmla="*/ 0 h 113"/>
                    <a:gd name="T24" fmla="*/ 0 w 58"/>
                    <a:gd name="T25" fmla="*/ 0 h 113"/>
                    <a:gd name="T26" fmla="*/ 0 w 58"/>
                    <a:gd name="T27" fmla="*/ 0 h 113"/>
                    <a:gd name="T28" fmla="*/ 0 w 58"/>
                    <a:gd name="T29" fmla="*/ 0 h 113"/>
                    <a:gd name="T30" fmla="*/ 0 w 58"/>
                    <a:gd name="T31" fmla="*/ 0 h 113"/>
                    <a:gd name="T32" fmla="*/ 0 w 58"/>
                    <a:gd name="T33" fmla="*/ 0 h 113"/>
                    <a:gd name="T34" fmla="*/ 0 60000 65536"/>
                    <a:gd name="T35" fmla="*/ 0 60000 65536"/>
                    <a:gd name="T36" fmla="*/ 0 60000 65536"/>
                    <a:gd name="T37" fmla="*/ 0 60000 65536"/>
                    <a:gd name="T38" fmla="*/ 0 60000 65536"/>
                    <a:gd name="T39" fmla="*/ 0 60000 65536"/>
                    <a:gd name="T40" fmla="*/ 0 60000 65536"/>
                    <a:gd name="T41" fmla="*/ 0 60000 65536"/>
                    <a:gd name="T42" fmla="*/ 0 60000 65536"/>
                    <a:gd name="T43" fmla="*/ 0 60000 65536"/>
                    <a:gd name="T44" fmla="*/ 0 60000 65536"/>
                    <a:gd name="T45" fmla="*/ 0 60000 65536"/>
                    <a:gd name="T46" fmla="*/ 0 60000 65536"/>
                    <a:gd name="T47" fmla="*/ 0 60000 65536"/>
                    <a:gd name="T48" fmla="*/ 0 60000 65536"/>
                    <a:gd name="T49" fmla="*/ 0 60000 65536"/>
                    <a:gd name="T50" fmla="*/ 0 60000 65536"/>
                    <a:gd name="T51" fmla="*/ 0 w 58"/>
                    <a:gd name="T52" fmla="*/ 0 h 113"/>
                    <a:gd name="T53" fmla="*/ 58 w 58"/>
                    <a:gd name="T54" fmla="*/ 113 h 113"/>
                  </a:gdLst>
                  <a:ahLst/>
                  <a:cxnLst>
                    <a:cxn ang="T34">
                      <a:pos x="T0" y="T1"/>
                    </a:cxn>
                    <a:cxn ang="T35">
                      <a:pos x="T2" y="T3"/>
                    </a:cxn>
                    <a:cxn ang="T36">
                      <a:pos x="T4" y="T5"/>
                    </a:cxn>
                    <a:cxn ang="T37">
                      <a:pos x="T6" y="T7"/>
                    </a:cxn>
                    <a:cxn ang="T38">
                      <a:pos x="T8" y="T9"/>
                    </a:cxn>
                    <a:cxn ang="T39">
                      <a:pos x="T10" y="T11"/>
                    </a:cxn>
                    <a:cxn ang="T40">
                      <a:pos x="T12" y="T13"/>
                    </a:cxn>
                    <a:cxn ang="T41">
                      <a:pos x="T14" y="T15"/>
                    </a:cxn>
                    <a:cxn ang="T42">
                      <a:pos x="T16" y="T17"/>
                    </a:cxn>
                    <a:cxn ang="T43">
                      <a:pos x="T18" y="T19"/>
                    </a:cxn>
                    <a:cxn ang="T44">
                      <a:pos x="T20" y="T21"/>
                    </a:cxn>
                    <a:cxn ang="T45">
                      <a:pos x="T22" y="T23"/>
                    </a:cxn>
                    <a:cxn ang="T46">
                      <a:pos x="T24" y="T25"/>
                    </a:cxn>
                    <a:cxn ang="T47">
                      <a:pos x="T26" y="T27"/>
                    </a:cxn>
                    <a:cxn ang="T48">
                      <a:pos x="T28" y="T29"/>
                    </a:cxn>
                    <a:cxn ang="T49">
                      <a:pos x="T30" y="T31"/>
                    </a:cxn>
                    <a:cxn ang="T50">
                      <a:pos x="T32" y="T33"/>
                    </a:cxn>
                  </a:cxnLst>
                  <a:rect l="T51" t="T52" r="T53" b="T54"/>
                  <a:pathLst>
                    <a:path w="58" h="113">
                      <a:moveTo>
                        <a:pt x="0" y="57"/>
                      </a:moveTo>
                      <a:lnTo>
                        <a:pt x="0" y="0"/>
                      </a:lnTo>
                      <a:lnTo>
                        <a:pt x="13" y="2"/>
                      </a:lnTo>
                      <a:lnTo>
                        <a:pt x="25" y="7"/>
                      </a:lnTo>
                      <a:lnTo>
                        <a:pt x="35" y="13"/>
                      </a:lnTo>
                      <a:lnTo>
                        <a:pt x="44" y="22"/>
                      </a:lnTo>
                      <a:lnTo>
                        <a:pt x="51" y="33"/>
                      </a:lnTo>
                      <a:lnTo>
                        <a:pt x="55" y="45"/>
                      </a:lnTo>
                      <a:lnTo>
                        <a:pt x="58" y="57"/>
                      </a:lnTo>
                      <a:lnTo>
                        <a:pt x="55" y="70"/>
                      </a:lnTo>
                      <a:lnTo>
                        <a:pt x="51" y="82"/>
                      </a:lnTo>
                      <a:lnTo>
                        <a:pt x="44" y="92"/>
                      </a:lnTo>
                      <a:lnTo>
                        <a:pt x="35" y="101"/>
                      </a:lnTo>
                      <a:lnTo>
                        <a:pt x="25" y="108"/>
                      </a:lnTo>
                      <a:lnTo>
                        <a:pt x="13" y="112"/>
                      </a:lnTo>
                      <a:lnTo>
                        <a:pt x="0" y="113"/>
                      </a:lnTo>
                      <a:lnTo>
                        <a:pt x="0" y="57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algn="l" defTabSz="1828800" hangingPunct="1"/>
                  <a:endParaRPr lang="zh-CN" altLang="en-US" sz="3600" b="0" kern="1200">
                    <a:solidFill>
                      <a:prstClr val="black"/>
                    </a:solidFill>
                    <a:latin typeface="等线" panose="020F0502020204030204"/>
                    <a:ea typeface="等线" panose="02010600030101010101" pitchFamily="2" charset="-122"/>
                    <a:cs typeface="+mn-cs"/>
                  </a:endParaRPr>
                </a:p>
              </p:txBody>
            </p:sp>
            <p:sp>
              <p:nvSpPr>
                <p:cNvPr id="1171" name="Freeform 458">
                  <a:extLst>
                    <a:ext uri="{FF2B5EF4-FFF2-40B4-BE49-F238E27FC236}">
                      <a16:creationId xmlns:a16="http://schemas.microsoft.com/office/drawing/2014/main" id="{8ED3D59C-739C-2761-B325-D6E638B4C81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586" y="4345"/>
                  <a:ext cx="8" cy="16"/>
                </a:xfrm>
                <a:custGeom>
                  <a:avLst/>
                  <a:gdLst>
                    <a:gd name="T0" fmla="*/ 0 w 58"/>
                    <a:gd name="T1" fmla="*/ 0 h 113"/>
                    <a:gd name="T2" fmla="*/ 0 w 58"/>
                    <a:gd name="T3" fmla="*/ 0 h 113"/>
                    <a:gd name="T4" fmla="*/ 0 w 58"/>
                    <a:gd name="T5" fmla="*/ 0 h 113"/>
                    <a:gd name="T6" fmla="*/ 0 w 58"/>
                    <a:gd name="T7" fmla="*/ 0 h 113"/>
                    <a:gd name="T8" fmla="*/ 0 w 58"/>
                    <a:gd name="T9" fmla="*/ 0 h 113"/>
                    <a:gd name="T10" fmla="*/ 0 w 58"/>
                    <a:gd name="T11" fmla="*/ 0 h 113"/>
                    <a:gd name="T12" fmla="*/ 0 w 58"/>
                    <a:gd name="T13" fmla="*/ 0 h 113"/>
                    <a:gd name="T14" fmla="*/ 0 w 58"/>
                    <a:gd name="T15" fmla="*/ 0 h 113"/>
                    <a:gd name="T16" fmla="*/ 0 w 58"/>
                    <a:gd name="T17" fmla="*/ 0 h 113"/>
                    <a:gd name="T18" fmla="*/ 0 w 58"/>
                    <a:gd name="T19" fmla="*/ 0 h 113"/>
                    <a:gd name="T20" fmla="*/ 0 w 58"/>
                    <a:gd name="T21" fmla="*/ 0 h 113"/>
                    <a:gd name="T22" fmla="*/ 0 w 58"/>
                    <a:gd name="T23" fmla="*/ 0 h 113"/>
                    <a:gd name="T24" fmla="*/ 0 w 58"/>
                    <a:gd name="T25" fmla="*/ 0 h 113"/>
                    <a:gd name="T26" fmla="*/ 0 w 58"/>
                    <a:gd name="T27" fmla="*/ 0 h 113"/>
                    <a:gd name="T28" fmla="*/ 0 w 58"/>
                    <a:gd name="T29" fmla="*/ 0 h 113"/>
                    <a:gd name="T30" fmla="*/ 0 60000 65536"/>
                    <a:gd name="T31" fmla="*/ 0 60000 65536"/>
                    <a:gd name="T32" fmla="*/ 0 60000 65536"/>
                    <a:gd name="T33" fmla="*/ 0 60000 65536"/>
                    <a:gd name="T34" fmla="*/ 0 60000 65536"/>
                    <a:gd name="T35" fmla="*/ 0 60000 65536"/>
                    <a:gd name="T36" fmla="*/ 0 60000 65536"/>
                    <a:gd name="T37" fmla="*/ 0 60000 65536"/>
                    <a:gd name="T38" fmla="*/ 0 60000 65536"/>
                    <a:gd name="T39" fmla="*/ 0 60000 65536"/>
                    <a:gd name="T40" fmla="*/ 0 60000 65536"/>
                    <a:gd name="T41" fmla="*/ 0 60000 65536"/>
                    <a:gd name="T42" fmla="*/ 0 60000 65536"/>
                    <a:gd name="T43" fmla="*/ 0 60000 65536"/>
                    <a:gd name="T44" fmla="*/ 0 60000 65536"/>
                    <a:gd name="T45" fmla="*/ 0 w 58"/>
                    <a:gd name="T46" fmla="*/ 0 h 113"/>
                    <a:gd name="T47" fmla="*/ 58 w 58"/>
                    <a:gd name="T48" fmla="*/ 113 h 113"/>
                  </a:gdLst>
                  <a:ahLst/>
                  <a:cxnLst>
                    <a:cxn ang="T30">
                      <a:pos x="T0" y="T1"/>
                    </a:cxn>
                    <a:cxn ang="T31">
                      <a:pos x="T2" y="T3"/>
                    </a:cxn>
                    <a:cxn ang="T32">
                      <a:pos x="T4" y="T5"/>
                    </a:cxn>
                    <a:cxn ang="T33">
                      <a:pos x="T6" y="T7"/>
                    </a:cxn>
                    <a:cxn ang="T34">
                      <a:pos x="T8" y="T9"/>
                    </a:cxn>
                    <a:cxn ang="T35">
                      <a:pos x="T10" y="T11"/>
                    </a:cxn>
                    <a:cxn ang="T36">
                      <a:pos x="T12" y="T13"/>
                    </a:cxn>
                    <a:cxn ang="T37">
                      <a:pos x="T14" y="T15"/>
                    </a:cxn>
                    <a:cxn ang="T38">
                      <a:pos x="T16" y="T17"/>
                    </a:cxn>
                    <a:cxn ang="T39">
                      <a:pos x="T18" y="T19"/>
                    </a:cxn>
                    <a:cxn ang="T40">
                      <a:pos x="T20" y="T21"/>
                    </a:cxn>
                    <a:cxn ang="T41">
                      <a:pos x="T22" y="T23"/>
                    </a:cxn>
                    <a:cxn ang="T42">
                      <a:pos x="T24" y="T25"/>
                    </a:cxn>
                    <a:cxn ang="T43">
                      <a:pos x="T26" y="T27"/>
                    </a:cxn>
                    <a:cxn ang="T44">
                      <a:pos x="T28" y="T29"/>
                    </a:cxn>
                  </a:cxnLst>
                  <a:rect l="T45" t="T46" r="T47" b="T48"/>
                  <a:pathLst>
                    <a:path w="58" h="113">
                      <a:moveTo>
                        <a:pt x="0" y="0"/>
                      </a:moveTo>
                      <a:lnTo>
                        <a:pt x="13" y="2"/>
                      </a:lnTo>
                      <a:lnTo>
                        <a:pt x="25" y="7"/>
                      </a:lnTo>
                      <a:lnTo>
                        <a:pt x="35" y="13"/>
                      </a:lnTo>
                      <a:lnTo>
                        <a:pt x="44" y="22"/>
                      </a:lnTo>
                      <a:lnTo>
                        <a:pt x="51" y="33"/>
                      </a:lnTo>
                      <a:lnTo>
                        <a:pt x="55" y="45"/>
                      </a:lnTo>
                      <a:lnTo>
                        <a:pt x="58" y="57"/>
                      </a:lnTo>
                      <a:lnTo>
                        <a:pt x="55" y="70"/>
                      </a:lnTo>
                      <a:lnTo>
                        <a:pt x="51" y="82"/>
                      </a:lnTo>
                      <a:lnTo>
                        <a:pt x="44" y="92"/>
                      </a:lnTo>
                      <a:lnTo>
                        <a:pt x="35" y="101"/>
                      </a:lnTo>
                      <a:lnTo>
                        <a:pt x="25" y="108"/>
                      </a:lnTo>
                      <a:lnTo>
                        <a:pt x="13" y="112"/>
                      </a:lnTo>
                      <a:lnTo>
                        <a:pt x="0" y="113"/>
                      </a:lnTo>
                    </a:path>
                  </a:pathLst>
                </a:custGeom>
                <a:noFill/>
                <a:ln w="0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pPr algn="l" defTabSz="1828800" hangingPunct="1"/>
                  <a:endParaRPr lang="zh-CN" altLang="en-US" sz="3600" b="0" kern="1200">
                    <a:solidFill>
                      <a:prstClr val="black"/>
                    </a:solidFill>
                    <a:latin typeface="等线" panose="020F0502020204030204"/>
                    <a:ea typeface="等线" panose="02010600030101010101" pitchFamily="2" charset="-122"/>
                    <a:cs typeface="+mn-cs"/>
                  </a:endParaRPr>
                </a:p>
              </p:txBody>
            </p:sp>
            <p:sp>
              <p:nvSpPr>
                <p:cNvPr id="1172" name="Freeform 459">
                  <a:extLst>
                    <a:ext uri="{FF2B5EF4-FFF2-40B4-BE49-F238E27FC236}">
                      <a16:creationId xmlns:a16="http://schemas.microsoft.com/office/drawing/2014/main" id="{E427B8F9-645F-C4A3-B1DF-8A9A613FBFA1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446" y="4117"/>
                  <a:ext cx="8" cy="16"/>
                </a:xfrm>
                <a:custGeom>
                  <a:avLst/>
                  <a:gdLst>
                    <a:gd name="T0" fmla="*/ 0 w 56"/>
                    <a:gd name="T1" fmla="*/ 0 h 114"/>
                    <a:gd name="T2" fmla="*/ 0 w 56"/>
                    <a:gd name="T3" fmla="*/ 0 h 114"/>
                    <a:gd name="T4" fmla="*/ 0 w 56"/>
                    <a:gd name="T5" fmla="*/ 0 h 114"/>
                    <a:gd name="T6" fmla="*/ 0 w 56"/>
                    <a:gd name="T7" fmla="*/ 0 h 114"/>
                    <a:gd name="T8" fmla="*/ 0 w 56"/>
                    <a:gd name="T9" fmla="*/ 0 h 114"/>
                    <a:gd name="T10" fmla="*/ 0 w 56"/>
                    <a:gd name="T11" fmla="*/ 0 h 114"/>
                    <a:gd name="T12" fmla="*/ 0 w 56"/>
                    <a:gd name="T13" fmla="*/ 0 h 114"/>
                    <a:gd name="T14" fmla="*/ 0 w 56"/>
                    <a:gd name="T15" fmla="*/ 0 h 114"/>
                    <a:gd name="T16" fmla="*/ 0 w 56"/>
                    <a:gd name="T17" fmla="*/ 0 h 114"/>
                    <a:gd name="T18" fmla="*/ 0 w 56"/>
                    <a:gd name="T19" fmla="*/ 0 h 114"/>
                    <a:gd name="T20" fmla="*/ 0 w 56"/>
                    <a:gd name="T21" fmla="*/ 0 h 114"/>
                    <a:gd name="T22" fmla="*/ 0 w 56"/>
                    <a:gd name="T23" fmla="*/ 0 h 114"/>
                    <a:gd name="T24" fmla="*/ 0 w 56"/>
                    <a:gd name="T25" fmla="*/ 0 h 114"/>
                    <a:gd name="T26" fmla="*/ 0 w 56"/>
                    <a:gd name="T27" fmla="*/ 0 h 114"/>
                    <a:gd name="T28" fmla="*/ 0 w 56"/>
                    <a:gd name="T29" fmla="*/ 0 h 114"/>
                    <a:gd name="T30" fmla="*/ 0 w 56"/>
                    <a:gd name="T31" fmla="*/ 0 h 114"/>
                    <a:gd name="T32" fmla="*/ 0 w 56"/>
                    <a:gd name="T33" fmla="*/ 0 h 114"/>
                    <a:gd name="T34" fmla="*/ 0 60000 65536"/>
                    <a:gd name="T35" fmla="*/ 0 60000 65536"/>
                    <a:gd name="T36" fmla="*/ 0 60000 65536"/>
                    <a:gd name="T37" fmla="*/ 0 60000 65536"/>
                    <a:gd name="T38" fmla="*/ 0 60000 65536"/>
                    <a:gd name="T39" fmla="*/ 0 60000 65536"/>
                    <a:gd name="T40" fmla="*/ 0 60000 65536"/>
                    <a:gd name="T41" fmla="*/ 0 60000 65536"/>
                    <a:gd name="T42" fmla="*/ 0 60000 65536"/>
                    <a:gd name="T43" fmla="*/ 0 60000 65536"/>
                    <a:gd name="T44" fmla="*/ 0 60000 65536"/>
                    <a:gd name="T45" fmla="*/ 0 60000 65536"/>
                    <a:gd name="T46" fmla="*/ 0 60000 65536"/>
                    <a:gd name="T47" fmla="*/ 0 60000 65536"/>
                    <a:gd name="T48" fmla="*/ 0 60000 65536"/>
                    <a:gd name="T49" fmla="*/ 0 60000 65536"/>
                    <a:gd name="T50" fmla="*/ 0 60000 65536"/>
                    <a:gd name="T51" fmla="*/ 0 w 56"/>
                    <a:gd name="T52" fmla="*/ 0 h 114"/>
                    <a:gd name="T53" fmla="*/ 56 w 56"/>
                    <a:gd name="T54" fmla="*/ 114 h 114"/>
                  </a:gdLst>
                  <a:ahLst/>
                  <a:cxnLst>
                    <a:cxn ang="T34">
                      <a:pos x="T0" y="T1"/>
                    </a:cxn>
                    <a:cxn ang="T35">
                      <a:pos x="T2" y="T3"/>
                    </a:cxn>
                    <a:cxn ang="T36">
                      <a:pos x="T4" y="T5"/>
                    </a:cxn>
                    <a:cxn ang="T37">
                      <a:pos x="T6" y="T7"/>
                    </a:cxn>
                    <a:cxn ang="T38">
                      <a:pos x="T8" y="T9"/>
                    </a:cxn>
                    <a:cxn ang="T39">
                      <a:pos x="T10" y="T11"/>
                    </a:cxn>
                    <a:cxn ang="T40">
                      <a:pos x="T12" y="T13"/>
                    </a:cxn>
                    <a:cxn ang="T41">
                      <a:pos x="T14" y="T15"/>
                    </a:cxn>
                    <a:cxn ang="T42">
                      <a:pos x="T16" y="T17"/>
                    </a:cxn>
                    <a:cxn ang="T43">
                      <a:pos x="T18" y="T19"/>
                    </a:cxn>
                    <a:cxn ang="T44">
                      <a:pos x="T20" y="T21"/>
                    </a:cxn>
                    <a:cxn ang="T45">
                      <a:pos x="T22" y="T23"/>
                    </a:cxn>
                    <a:cxn ang="T46">
                      <a:pos x="T24" y="T25"/>
                    </a:cxn>
                    <a:cxn ang="T47">
                      <a:pos x="T26" y="T27"/>
                    </a:cxn>
                    <a:cxn ang="T48">
                      <a:pos x="T28" y="T29"/>
                    </a:cxn>
                    <a:cxn ang="T49">
                      <a:pos x="T30" y="T31"/>
                    </a:cxn>
                    <a:cxn ang="T50">
                      <a:pos x="T32" y="T33"/>
                    </a:cxn>
                  </a:cxnLst>
                  <a:rect l="T51" t="T52" r="T53" b="T54"/>
                  <a:pathLst>
                    <a:path w="56" h="114">
                      <a:moveTo>
                        <a:pt x="56" y="58"/>
                      </a:moveTo>
                      <a:lnTo>
                        <a:pt x="56" y="114"/>
                      </a:lnTo>
                      <a:lnTo>
                        <a:pt x="44" y="113"/>
                      </a:lnTo>
                      <a:lnTo>
                        <a:pt x="31" y="108"/>
                      </a:lnTo>
                      <a:lnTo>
                        <a:pt x="21" y="101"/>
                      </a:lnTo>
                      <a:lnTo>
                        <a:pt x="12" y="92"/>
                      </a:lnTo>
                      <a:lnTo>
                        <a:pt x="6" y="82"/>
                      </a:lnTo>
                      <a:lnTo>
                        <a:pt x="1" y="70"/>
                      </a:lnTo>
                      <a:lnTo>
                        <a:pt x="0" y="58"/>
                      </a:lnTo>
                      <a:lnTo>
                        <a:pt x="1" y="45"/>
                      </a:lnTo>
                      <a:lnTo>
                        <a:pt x="6" y="33"/>
                      </a:lnTo>
                      <a:lnTo>
                        <a:pt x="12" y="23"/>
                      </a:lnTo>
                      <a:lnTo>
                        <a:pt x="21" y="14"/>
                      </a:lnTo>
                      <a:lnTo>
                        <a:pt x="31" y="7"/>
                      </a:lnTo>
                      <a:lnTo>
                        <a:pt x="44" y="3"/>
                      </a:lnTo>
                      <a:lnTo>
                        <a:pt x="56" y="0"/>
                      </a:lnTo>
                      <a:lnTo>
                        <a:pt x="56" y="58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algn="l" defTabSz="1828800" hangingPunct="1"/>
                  <a:endParaRPr lang="zh-CN" altLang="en-US" sz="3600" b="0" kern="1200">
                    <a:solidFill>
                      <a:prstClr val="black"/>
                    </a:solidFill>
                    <a:latin typeface="等线" panose="020F0502020204030204"/>
                    <a:ea typeface="等线" panose="02010600030101010101" pitchFamily="2" charset="-122"/>
                    <a:cs typeface="+mn-cs"/>
                  </a:endParaRPr>
                </a:p>
              </p:txBody>
            </p:sp>
            <p:sp>
              <p:nvSpPr>
                <p:cNvPr id="1173" name="Freeform 460">
                  <a:extLst>
                    <a:ext uri="{FF2B5EF4-FFF2-40B4-BE49-F238E27FC236}">
                      <a16:creationId xmlns:a16="http://schemas.microsoft.com/office/drawing/2014/main" id="{2261DBB7-6364-A2C4-B768-983D4FBE572E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446" y="4117"/>
                  <a:ext cx="8" cy="16"/>
                </a:xfrm>
                <a:custGeom>
                  <a:avLst/>
                  <a:gdLst>
                    <a:gd name="T0" fmla="*/ 0 w 56"/>
                    <a:gd name="T1" fmla="*/ 0 h 114"/>
                    <a:gd name="T2" fmla="*/ 0 w 56"/>
                    <a:gd name="T3" fmla="*/ 0 h 114"/>
                    <a:gd name="T4" fmla="*/ 0 w 56"/>
                    <a:gd name="T5" fmla="*/ 0 h 114"/>
                    <a:gd name="T6" fmla="*/ 0 w 56"/>
                    <a:gd name="T7" fmla="*/ 0 h 114"/>
                    <a:gd name="T8" fmla="*/ 0 w 56"/>
                    <a:gd name="T9" fmla="*/ 0 h 114"/>
                    <a:gd name="T10" fmla="*/ 0 w 56"/>
                    <a:gd name="T11" fmla="*/ 0 h 114"/>
                    <a:gd name="T12" fmla="*/ 0 w 56"/>
                    <a:gd name="T13" fmla="*/ 0 h 114"/>
                    <a:gd name="T14" fmla="*/ 0 w 56"/>
                    <a:gd name="T15" fmla="*/ 0 h 114"/>
                    <a:gd name="T16" fmla="*/ 0 w 56"/>
                    <a:gd name="T17" fmla="*/ 0 h 114"/>
                    <a:gd name="T18" fmla="*/ 0 w 56"/>
                    <a:gd name="T19" fmla="*/ 0 h 114"/>
                    <a:gd name="T20" fmla="*/ 0 w 56"/>
                    <a:gd name="T21" fmla="*/ 0 h 114"/>
                    <a:gd name="T22" fmla="*/ 0 w 56"/>
                    <a:gd name="T23" fmla="*/ 0 h 114"/>
                    <a:gd name="T24" fmla="*/ 0 w 56"/>
                    <a:gd name="T25" fmla="*/ 0 h 114"/>
                    <a:gd name="T26" fmla="*/ 0 w 56"/>
                    <a:gd name="T27" fmla="*/ 0 h 114"/>
                    <a:gd name="T28" fmla="*/ 0 w 56"/>
                    <a:gd name="T29" fmla="*/ 0 h 114"/>
                    <a:gd name="T30" fmla="*/ 0 60000 65536"/>
                    <a:gd name="T31" fmla="*/ 0 60000 65536"/>
                    <a:gd name="T32" fmla="*/ 0 60000 65536"/>
                    <a:gd name="T33" fmla="*/ 0 60000 65536"/>
                    <a:gd name="T34" fmla="*/ 0 60000 65536"/>
                    <a:gd name="T35" fmla="*/ 0 60000 65536"/>
                    <a:gd name="T36" fmla="*/ 0 60000 65536"/>
                    <a:gd name="T37" fmla="*/ 0 60000 65536"/>
                    <a:gd name="T38" fmla="*/ 0 60000 65536"/>
                    <a:gd name="T39" fmla="*/ 0 60000 65536"/>
                    <a:gd name="T40" fmla="*/ 0 60000 65536"/>
                    <a:gd name="T41" fmla="*/ 0 60000 65536"/>
                    <a:gd name="T42" fmla="*/ 0 60000 65536"/>
                    <a:gd name="T43" fmla="*/ 0 60000 65536"/>
                    <a:gd name="T44" fmla="*/ 0 60000 65536"/>
                    <a:gd name="T45" fmla="*/ 0 w 56"/>
                    <a:gd name="T46" fmla="*/ 0 h 114"/>
                    <a:gd name="T47" fmla="*/ 56 w 56"/>
                    <a:gd name="T48" fmla="*/ 114 h 114"/>
                  </a:gdLst>
                  <a:ahLst/>
                  <a:cxnLst>
                    <a:cxn ang="T30">
                      <a:pos x="T0" y="T1"/>
                    </a:cxn>
                    <a:cxn ang="T31">
                      <a:pos x="T2" y="T3"/>
                    </a:cxn>
                    <a:cxn ang="T32">
                      <a:pos x="T4" y="T5"/>
                    </a:cxn>
                    <a:cxn ang="T33">
                      <a:pos x="T6" y="T7"/>
                    </a:cxn>
                    <a:cxn ang="T34">
                      <a:pos x="T8" y="T9"/>
                    </a:cxn>
                    <a:cxn ang="T35">
                      <a:pos x="T10" y="T11"/>
                    </a:cxn>
                    <a:cxn ang="T36">
                      <a:pos x="T12" y="T13"/>
                    </a:cxn>
                    <a:cxn ang="T37">
                      <a:pos x="T14" y="T15"/>
                    </a:cxn>
                    <a:cxn ang="T38">
                      <a:pos x="T16" y="T17"/>
                    </a:cxn>
                    <a:cxn ang="T39">
                      <a:pos x="T18" y="T19"/>
                    </a:cxn>
                    <a:cxn ang="T40">
                      <a:pos x="T20" y="T21"/>
                    </a:cxn>
                    <a:cxn ang="T41">
                      <a:pos x="T22" y="T23"/>
                    </a:cxn>
                    <a:cxn ang="T42">
                      <a:pos x="T24" y="T25"/>
                    </a:cxn>
                    <a:cxn ang="T43">
                      <a:pos x="T26" y="T27"/>
                    </a:cxn>
                    <a:cxn ang="T44">
                      <a:pos x="T28" y="T29"/>
                    </a:cxn>
                  </a:cxnLst>
                  <a:rect l="T45" t="T46" r="T47" b="T48"/>
                  <a:pathLst>
                    <a:path w="56" h="114">
                      <a:moveTo>
                        <a:pt x="56" y="114"/>
                      </a:moveTo>
                      <a:lnTo>
                        <a:pt x="44" y="113"/>
                      </a:lnTo>
                      <a:lnTo>
                        <a:pt x="31" y="108"/>
                      </a:lnTo>
                      <a:lnTo>
                        <a:pt x="21" y="101"/>
                      </a:lnTo>
                      <a:lnTo>
                        <a:pt x="12" y="92"/>
                      </a:lnTo>
                      <a:lnTo>
                        <a:pt x="6" y="82"/>
                      </a:lnTo>
                      <a:lnTo>
                        <a:pt x="1" y="70"/>
                      </a:lnTo>
                      <a:lnTo>
                        <a:pt x="0" y="58"/>
                      </a:lnTo>
                      <a:lnTo>
                        <a:pt x="1" y="45"/>
                      </a:lnTo>
                      <a:lnTo>
                        <a:pt x="6" y="33"/>
                      </a:lnTo>
                      <a:lnTo>
                        <a:pt x="12" y="23"/>
                      </a:lnTo>
                      <a:lnTo>
                        <a:pt x="21" y="14"/>
                      </a:lnTo>
                      <a:lnTo>
                        <a:pt x="31" y="7"/>
                      </a:lnTo>
                      <a:lnTo>
                        <a:pt x="44" y="3"/>
                      </a:lnTo>
                      <a:lnTo>
                        <a:pt x="56" y="0"/>
                      </a:lnTo>
                    </a:path>
                  </a:pathLst>
                </a:custGeom>
                <a:noFill/>
                <a:ln w="0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pPr algn="l" defTabSz="1828800" hangingPunct="1"/>
                  <a:endParaRPr lang="zh-CN" altLang="en-US" sz="3600" b="0" kern="1200">
                    <a:solidFill>
                      <a:prstClr val="black"/>
                    </a:solidFill>
                    <a:latin typeface="等线" panose="020F0502020204030204"/>
                    <a:ea typeface="等线" panose="02010600030101010101" pitchFamily="2" charset="-122"/>
                    <a:cs typeface="+mn-cs"/>
                  </a:endParaRPr>
                </a:p>
              </p:txBody>
            </p:sp>
            <p:sp>
              <p:nvSpPr>
                <p:cNvPr id="1174" name="Freeform 461">
                  <a:extLst>
                    <a:ext uri="{FF2B5EF4-FFF2-40B4-BE49-F238E27FC236}">
                      <a16:creationId xmlns:a16="http://schemas.microsoft.com/office/drawing/2014/main" id="{44393746-F0CB-CB16-20C8-0341532F926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454" y="4117"/>
                  <a:ext cx="132" cy="16"/>
                </a:xfrm>
                <a:custGeom>
                  <a:avLst/>
                  <a:gdLst>
                    <a:gd name="T0" fmla="*/ 0 w 929"/>
                    <a:gd name="T1" fmla="*/ 0 h 114"/>
                    <a:gd name="T2" fmla="*/ 0 w 929"/>
                    <a:gd name="T3" fmla="*/ 0 h 114"/>
                    <a:gd name="T4" fmla="*/ 0 w 929"/>
                    <a:gd name="T5" fmla="*/ 0 h 114"/>
                    <a:gd name="T6" fmla="*/ 0 w 929"/>
                    <a:gd name="T7" fmla="*/ 0 h 114"/>
                    <a:gd name="T8" fmla="*/ 0 w 929"/>
                    <a:gd name="T9" fmla="*/ 0 h 114"/>
                    <a:gd name="T10" fmla="*/ 0 w 929"/>
                    <a:gd name="T11" fmla="*/ 0 h 114"/>
                    <a:gd name="T12" fmla="*/ 0 w 929"/>
                    <a:gd name="T13" fmla="*/ 0 h 114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929"/>
                    <a:gd name="T22" fmla="*/ 0 h 114"/>
                    <a:gd name="T23" fmla="*/ 929 w 929"/>
                    <a:gd name="T24" fmla="*/ 114 h 114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929" h="114">
                      <a:moveTo>
                        <a:pt x="0" y="0"/>
                      </a:moveTo>
                      <a:lnTo>
                        <a:pt x="0" y="58"/>
                      </a:lnTo>
                      <a:lnTo>
                        <a:pt x="0" y="114"/>
                      </a:lnTo>
                      <a:lnTo>
                        <a:pt x="929" y="114"/>
                      </a:lnTo>
                      <a:lnTo>
                        <a:pt x="929" y="58"/>
                      </a:lnTo>
                      <a:lnTo>
                        <a:pt x="929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algn="l" defTabSz="1828800" hangingPunct="1"/>
                  <a:endParaRPr lang="zh-CN" altLang="en-US" sz="3600" b="0" kern="1200">
                    <a:solidFill>
                      <a:prstClr val="black"/>
                    </a:solidFill>
                    <a:latin typeface="等线" panose="020F0502020204030204"/>
                    <a:ea typeface="等线" panose="02010600030101010101" pitchFamily="2" charset="-122"/>
                    <a:cs typeface="+mn-cs"/>
                  </a:endParaRPr>
                </a:p>
              </p:txBody>
            </p:sp>
            <p:sp>
              <p:nvSpPr>
                <p:cNvPr id="1175" name="Freeform 462">
                  <a:extLst>
                    <a:ext uri="{FF2B5EF4-FFF2-40B4-BE49-F238E27FC236}">
                      <a16:creationId xmlns:a16="http://schemas.microsoft.com/office/drawing/2014/main" id="{634A3897-9B0A-D187-292E-6ACA1BAEB425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454" y="4117"/>
                  <a:ext cx="132" cy="16"/>
                </a:xfrm>
                <a:custGeom>
                  <a:avLst/>
                  <a:gdLst>
                    <a:gd name="T0" fmla="*/ 0 w 929"/>
                    <a:gd name="T1" fmla="*/ 0 h 114"/>
                    <a:gd name="T2" fmla="*/ 0 w 929"/>
                    <a:gd name="T3" fmla="*/ 0 h 114"/>
                    <a:gd name="T4" fmla="*/ 0 w 929"/>
                    <a:gd name="T5" fmla="*/ 0 h 114"/>
                    <a:gd name="T6" fmla="*/ 0 w 929"/>
                    <a:gd name="T7" fmla="*/ 0 h 114"/>
                    <a:gd name="T8" fmla="*/ 0 w 929"/>
                    <a:gd name="T9" fmla="*/ 0 h 114"/>
                    <a:gd name="T10" fmla="*/ 0 w 929"/>
                    <a:gd name="T11" fmla="*/ 0 h 114"/>
                    <a:gd name="T12" fmla="*/ 0 w 929"/>
                    <a:gd name="T13" fmla="*/ 0 h 114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929"/>
                    <a:gd name="T22" fmla="*/ 0 h 114"/>
                    <a:gd name="T23" fmla="*/ 929 w 929"/>
                    <a:gd name="T24" fmla="*/ 114 h 114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929" h="114">
                      <a:moveTo>
                        <a:pt x="0" y="0"/>
                      </a:moveTo>
                      <a:lnTo>
                        <a:pt x="0" y="58"/>
                      </a:lnTo>
                      <a:lnTo>
                        <a:pt x="0" y="114"/>
                      </a:lnTo>
                      <a:lnTo>
                        <a:pt x="929" y="114"/>
                      </a:lnTo>
                      <a:lnTo>
                        <a:pt x="929" y="58"/>
                      </a:lnTo>
                      <a:lnTo>
                        <a:pt x="929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noFill/>
                <a:ln w="0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pPr algn="l" defTabSz="1828800" hangingPunct="1"/>
                  <a:endParaRPr lang="zh-CN" altLang="en-US" sz="3600" b="0" kern="1200">
                    <a:solidFill>
                      <a:prstClr val="black"/>
                    </a:solidFill>
                    <a:latin typeface="等线" panose="020F0502020204030204"/>
                    <a:ea typeface="等线" panose="02010600030101010101" pitchFamily="2" charset="-122"/>
                    <a:cs typeface="+mn-cs"/>
                  </a:endParaRPr>
                </a:p>
              </p:txBody>
            </p:sp>
            <p:sp>
              <p:nvSpPr>
                <p:cNvPr id="1176" name="Freeform 463">
                  <a:extLst>
                    <a:ext uri="{FF2B5EF4-FFF2-40B4-BE49-F238E27FC236}">
                      <a16:creationId xmlns:a16="http://schemas.microsoft.com/office/drawing/2014/main" id="{CBD8C00B-3517-26E1-D342-0BFF4B9FAC89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586" y="4117"/>
                  <a:ext cx="8" cy="16"/>
                </a:xfrm>
                <a:custGeom>
                  <a:avLst/>
                  <a:gdLst>
                    <a:gd name="T0" fmla="*/ 0 w 58"/>
                    <a:gd name="T1" fmla="*/ 0 h 114"/>
                    <a:gd name="T2" fmla="*/ 0 w 58"/>
                    <a:gd name="T3" fmla="*/ 0 h 114"/>
                    <a:gd name="T4" fmla="*/ 0 w 58"/>
                    <a:gd name="T5" fmla="*/ 0 h 114"/>
                    <a:gd name="T6" fmla="*/ 0 w 58"/>
                    <a:gd name="T7" fmla="*/ 0 h 114"/>
                    <a:gd name="T8" fmla="*/ 0 w 58"/>
                    <a:gd name="T9" fmla="*/ 0 h 114"/>
                    <a:gd name="T10" fmla="*/ 0 w 58"/>
                    <a:gd name="T11" fmla="*/ 0 h 114"/>
                    <a:gd name="T12" fmla="*/ 0 w 58"/>
                    <a:gd name="T13" fmla="*/ 0 h 114"/>
                    <a:gd name="T14" fmla="*/ 0 w 58"/>
                    <a:gd name="T15" fmla="*/ 0 h 114"/>
                    <a:gd name="T16" fmla="*/ 0 w 58"/>
                    <a:gd name="T17" fmla="*/ 0 h 114"/>
                    <a:gd name="T18" fmla="*/ 0 w 58"/>
                    <a:gd name="T19" fmla="*/ 0 h 114"/>
                    <a:gd name="T20" fmla="*/ 0 w 58"/>
                    <a:gd name="T21" fmla="*/ 0 h 114"/>
                    <a:gd name="T22" fmla="*/ 0 w 58"/>
                    <a:gd name="T23" fmla="*/ 0 h 114"/>
                    <a:gd name="T24" fmla="*/ 0 w 58"/>
                    <a:gd name="T25" fmla="*/ 0 h 114"/>
                    <a:gd name="T26" fmla="*/ 0 w 58"/>
                    <a:gd name="T27" fmla="*/ 0 h 114"/>
                    <a:gd name="T28" fmla="*/ 0 w 58"/>
                    <a:gd name="T29" fmla="*/ 0 h 114"/>
                    <a:gd name="T30" fmla="*/ 0 w 58"/>
                    <a:gd name="T31" fmla="*/ 0 h 114"/>
                    <a:gd name="T32" fmla="*/ 0 w 58"/>
                    <a:gd name="T33" fmla="*/ 0 h 114"/>
                    <a:gd name="T34" fmla="*/ 0 60000 65536"/>
                    <a:gd name="T35" fmla="*/ 0 60000 65536"/>
                    <a:gd name="T36" fmla="*/ 0 60000 65536"/>
                    <a:gd name="T37" fmla="*/ 0 60000 65536"/>
                    <a:gd name="T38" fmla="*/ 0 60000 65536"/>
                    <a:gd name="T39" fmla="*/ 0 60000 65536"/>
                    <a:gd name="T40" fmla="*/ 0 60000 65536"/>
                    <a:gd name="T41" fmla="*/ 0 60000 65536"/>
                    <a:gd name="T42" fmla="*/ 0 60000 65536"/>
                    <a:gd name="T43" fmla="*/ 0 60000 65536"/>
                    <a:gd name="T44" fmla="*/ 0 60000 65536"/>
                    <a:gd name="T45" fmla="*/ 0 60000 65536"/>
                    <a:gd name="T46" fmla="*/ 0 60000 65536"/>
                    <a:gd name="T47" fmla="*/ 0 60000 65536"/>
                    <a:gd name="T48" fmla="*/ 0 60000 65536"/>
                    <a:gd name="T49" fmla="*/ 0 60000 65536"/>
                    <a:gd name="T50" fmla="*/ 0 60000 65536"/>
                    <a:gd name="T51" fmla="*/ 0 w 58"/>
                    <a:gd name="T52" fmla="*/ 0 h 114"/>
                    <a:gd name="T53" fmla="*/ 58 w 58"/>
                    <a:gd name="T54" fmla="*/ 114 h 114"/>
                  </a:gdLst>
                  <a:ahLst/>
                  <a:cxnLst>
                    <a:cxn ang="T34">
                      <a:pos x="T0" y="T1"/>
                    </a:cxn>
                    <a:cxn ang="T35">
                      <a:pos x="T2" y="T3"/>
                    </a:cxn>
                    <a:cxn ang="T36">
                      <a:pos x="T4" y="T5"/>
                    </a:cxn>
                    <a:cxn ang="T37">
                      <a:pos x="T6" y="T7"/>
                    </a:cxn>
                    <a:cxn ang="T38">
                      <a:pos x="T8" y="T9"/>
                    </a:cxn>
                    <a:cxn ang="T39">
                      <a:pos x="T10" y="T11"/>
                    </a:cxn>
                    <a:cxn ang="T40">
                      <a:pos x="T12" y="T13"/>
                    </a:cxn>
                    <a:cxn ang="T41">
                      <a:pos x="T14" y="T15"/>
                    </a:cxn>
                    <a:cxn ang="T42">
                      <a:pos x="T16" y="T17"/>
                    </a:cxn>
                    <a:cxn ang="T43">
                      <a:pos x="T18" y="T19"/>
                    </a:cxn>
                    <a:cxn ang="T44">
                      <a:pos x="T20" y="T21"/>
                    </a:cxn>
                    <a:cxn ang="T45">
                      <a:pos x="T22" y="T23"/>
                    </a:cxn>
                    <a:cxn ang="T46">
                      <a:pos x="T24" y="T25"/>
                    </a:cxn>
                    <a:cxn ang="T47">
                      <a:pos x="T26" y="T27"/>
                    </a:cxn>
                    <a:cxn ang="T48">
                      <a:pos x="T28" y="T29"/>
                    </a:cxn>
                    <a:cxn ang="T49">
                      <a:pos x="T30" y="T31"/>
                    </a:cxn>
                    <a:cxn ang="T50">
                      <a:pos x="T32" y="T33"/>
                    </a:cxn>
                  </a:cxnLst>
                  <a:rect l="T51" t="T52" r="T53" b="T54"/>
                  <a:pathLst>
                    <a:path w="58" h="114">
                      <a:moveTo>
                        <a:pt x="0" y="58"/>
                      </a:moveTo>
                      <a:lnTo>
                        <a:pt x="0" y="0"/>
                      </a:lnTo>
                      <a:lnTo>
                        <a:pt x="13" y="3"/>
                      </a:lnTo>
                      <a:lnTo>
                        <a:pt x="25" y="7"/>
                      </a:lnTo>
                      <a:lnTo>
                        <a:pt x="35" y="14"/>
                      </a:lnTo>
                      <a:lnTo>
                        <a:pt x="44" y="23"/>
                      </a:lnTo>
                      <a:lnTo>
                        <a:pt x="51" y="33"/>
                      </a:lnTo>
                      <a:lnTo>
                        <a:pt x="55" y="45"/>
                      </a:lnTo>
                      <a:lnTo>
                        <a:pt x="58" y="58"/>
                      </a:lnTo>
                      <a:lnTo>
                        <a:pt x="55" y="70"/>
                      </a:lnTo>
                      <a:lnTo>
                        <a:pt x="51" y="82"/>
                      </a:lnTo>
                      <a:lnTo>
                        <a:pt x="44" y="92"/>
                      </a:lnTo>
                      <a:lnTo>
                        <a:pt x="35" y="101"/>
                      </a:lnTo>
                      <a:lnTo>
                        <a:pt x="25" y="108"/>
                      </a:lnTo>
                      <a:lnTo>
                        <a:pt x="13" y="113"/>
                      </a:lnTo>
                      <a:lnTo>
                        <a:pt x="0" y="114"/>
                      </a:lnTo>
                      <a:lnTo>
                        <a:pt x="0" y="58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algn="l" defTabSz="1828800" hangingPunct="1"/>
                  <a:endParaRPr lang="zh-CN" altLang="en-US" sz="3600" b="0" kern="1200">
                    <a:solidFill>
                      <a:prstClr val="black"/>
                    </a:solidFill>
                    <a:latin typeface="等线" panose="020F0502020204030204"/>
                    <a:ea typeface="等线" panose="02010600030101010101" pitchFamily="2" charset="-122"/>
                    <a:cs typeface="+mn-cs"/>
                  </a:endParaRPr>
                </a:p>
              </p:txBody>
            </p:sp>
            <p:sp>
              <p:nvSpPr>
                <p:cNvPr id="1177" name="Freeform 464">
                  <a:extLst>
                    <a:ext uri="{FF2B5EF4-FFF2-40B4-BE49-F238E27FC236}">
                      <a16:creationId xmlns:a16="http://schemas.microsoft.com/office/drawing/2014/main" id="{942F844A-3338-E9A2-5EE4-12EE62ED35C8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586" y="4117"/>
                  <a:ext cx="8" cy="16"/>
                </a:xfrm>
                <a:custGeom>
                  <a:avLst/>
                  <a:gdLst>
                    <a:gd name="T0" fmla="*/ 0 w 58"/>
                    <a:gd name="T1" fmla="*/ 0 h 114"/>
                    <a:gd name="T2" fmla="*/ 0 w 58"/>
                    <a:gd name="T3" fmla="*/ 0 h 114"/>
                    <a:gd name="T4" fmla="*/ 0 w 58"/>
                    <a:gd name="T5" fmla="*/ 0 h 114"/>
                    <a:gd name="T6" fmla="*/ 0 w 58"/>
                    <a:gd name="T7" fmla="*/ 0 h 114"/>
                    <a:gd name="T8" fmla="*/ 0 w 58"/>
                    <a:gd name="T9" fmla="*/ 0 h 114"/>
                    <a:gd name="T10" fmla="*/ 0 w 58"/>
                    <a:gd name="T11" fmla="*/ 0 h 114"/>
                    <a:gd name="T12" fmla="*/ 0 w 58"/>
                    <a:gd name="T13" fmla="*/ 0 h 114"/>
                    <a:gd name="T14" fmla="*/ 0 w 58"/>
                    <a:gd name="T15" fmla="*/ 0 h 114"/>
                    <a:gd name="T16" fmla="*/ 0 w 58"/>
                    <a:gd name="T17" fmla="*/ 0 h 114"/>
                    <a:gd name="T18" fmla="*/ 0 w 58"/>
                    <a:gd name="T19" fmla="*/ 0 h 114"/>
                    <a:gd name="T20" fmla="*/ 0 w 58"/>
                    <a:gd name="T21" fmla="*/ 0 h 114"/>
                    <a:gd name="T22" fmla="*/ 0 w 58"/>
                    <a:gd name="T23" fmla="*/ 0 h 114"/>
                    <a:gd name="T24" fmla="*/ 0 w 58"/>
                    <a:gd name="T25" fmla="*/ 0 h 114"/>
                    <a:gd name="T26" fmla="*/ 0 w 58"/>
                    <a:gd name="T27" fmla="*/ 0 h 114"/>
                    <a:gd name="T28" fmla="*/ 0 w 58"/>
                    <a:gd name="T29" fmla="*/ 0 h 114"/>
                    <a:gd name="T30" fmla="*/ 0 60000 65536"/>
                    <a:gd name="T31" fmla="*/ 0 60000 65536"/>
                    <a:gd name="T32" fmla="*/ 0 60000 65536"/>
                    <a:gd name="T33" fmla="*/ 0 60000 65536"/>
                    <a:gd name="T34" fmla="*/ 0 60000 65536"/>
                    <a:gd name="T35" fmla="*/ 0 60000 65536"/>
                    <a:gd name="T36" fmla="*/ 0 60000 65536"/>
                    <a:gd name="T37" fmla="*/ 0 60000 65536"/>
                    <a:gd name="T38" fmla="*/ 0 60000 65536"/>
                    <a:gd name="T39" fmla="*/ 0 60000 65536"/>
                    <a:gd name="T40" fmla="*/ 0 60000 65536"/>
                    <a:gd name="T41" fmla="*/ 0 60000 65536"/>
                    <a:gd name="T42" fmla="*/ 0 60000 65536"/>
                    <a:gd name="T43" fmla="*/ 0 60000 65536"/>
                    <a:gd name="T44" fmla="*/ 0 60000 65536"/>
                    <a:gd name="T45" fmla="*/ 0 w 58"/>
                    <a:gd name="T46" fmla="*/ 0 h 114"/>
                    <a:gd name="T47" fmla="*/ 58 w 58"/>
                    <a:gd name="T48" fmla="*/ 114 h 114"/>
                  </a:gdLst>
                  <a:ahLst/>
                  <a:cxnLst>
                    <a:cxn ang="T30">
                      <a:pos x="T0" y="T1"/>
                    </a:cxn>
                    <a:cxn ang="T31">
                      <a:pos x="T2" y="T3"/>
                    </a:cxn>
                    <a:cxn ang="T32">
                      <a:pos x="T4" y="T5"/>
                    </a:cxn>
                    <a:cxn ang="T33">
                      <a:pos x="T6" y="T7"/>
                    </a:cxn>
                    <a:cxn ang="T34">
                      <a:pos x="T8" y="T9"/>
                    </a:cxn>
                    <a:cxn ang="T35">
                      <a:pos x="T10" y="T11"/>
                    </a:cxn>
                    <a:cxn ang="T36">
                      <a:pos x="T12" y="T13"/>
                    </a:cxn>
                    <a:cxn ang="T37">
                      <a:pos x="T14" y="T15"/>
                    </a:cxn>
                    <a:cxn ang="T38">
                      <a:pos x="T16" y="T17"/>
                    </a:cxn>
                    <a:cxn ang="T39">
                      <a:pos x="T18" y="T19"/>
                    </a:cxn>
                    <a:cxn ang="T40">
                      <a:pos x="T20" y="T21"/>
                    </a:cxn>
                    <a:cxn ang="T41">
                      <a:pos x="T22" y="T23"/>
                    </a:cxn>
                    <a:cxn ang="T42">
                      <a:pos x="T24" y="T25"/>
                    </a:cxn>
                    <a:cxn ang="T43">
                      <a:pos x="T26" y="T27"/>
                    </a:cxn>
                    <a:cxn ang="T44">
                      <a:pos x="T28" y="T29"/>
                    </a:cxn>
                  </a:cxnLst>
                  <a:rect l="T45" t="T46" r="T47" b="T48"/>
                  <a:pathLst>
                    <a:path w="58" h="114">
                      <a:moveTo>
                        <a:pt x="0" y="0"/>
                      </a:moveTo>
                      <a:lnTo>
                        <a:pt x="13" y="3"/>
                      </a:lnTo>
                      <a:lnTo>
                        <a:pt x="25" y="7"/>
                      </a:lnTo>
                      <a:lnTo>
                        <a:pt x="35" y="14"/>
                      </a:lnTo>
                      <a:lnTo>
                        <a:pt x="44" y="23"/>
                      </a:lnTo>
                      <a:lnTo>
                        <a:pt x="51" y="33"/>
                      </a:lnTo>
                      <a:lnTo>
                        <a:pt x="55" y="45"/>
                      </a:lnTo>
                      <a:lnTo>
                        <a:pt x="58" y="58"/>
                      </a:lnTo>
                      <a:lnTo>
                        <a:pt x="55" y="70"/>
                      </a:lnTo>
                      <a:lnTo>
                        <a:pt x="51" y="82"/>
                      </a:lnTo>
                      <a:lnTo>
                        <a:pt x="44" y="92"/>
                      </a:lnTo>
                      <a:lnTo>
                        <a:pt x="35" y="101"/>
                      </a:lnTo>
                      <a:lnTo>
                        <a:pt x="25" y="108"/>
                      </a:lnTo>
                      <a:lnTo>
                        <a:pt x="13" y="113"/>
                      </a:lnTo>
                      <a:lnTo>
                        <a:pt x="0" y="114"/>
                      </a:lnTo>
                    </a:path>
                  </a:pathLst>
                </a:custGeom>
                <a:noFill/>
                <a:ln w="0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pPr algn="l" defTabSz="1828800" hangingPunct="1"/>
                  <a:endParaRPr lang="zh-CN" altLang="en-US" sz="3600" b="0" kern="1200">
                    <a:solidFill>
                      <a:prstClr val="black"/>
                    </a:solidFill>
                    <a:latin typeface="等线" panose="020F0502020204030204"/>
                    <a:ea typeface="等线" panose="02010600030101010101" pitchFamily="2" charset="-122"/>
                    <a:cs typeface="+mn-cs"/>
                  </a:endParaRPr>
                </a:p>
              </p:txBody>
            </p:sp>
            <p:sp>
              <p:nvSpPr>
                <p:cNvPr id="1178" name="Freeform 465">
                  <a:extLst>
                    <a:ext uri="{FF2B5EF4-FFF2-40B4-BE49-F238E27FC236}">
                      <a16:creationId xmlns:a16="http://schemas.microsoft.com/office/drawing/2014/main" id="{792F29E4-5FD0-0693-9CDE-525AFBCBE31C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454" y="4453"/>
                  <a:ext cx="8" cy="16"/>
                </a:xfrm>
                <a:custGeom>
                  <a:avLst/>
                  <a:gdLst>
                    <a:gd name="T0" fmla="*/ 0 w 57"/>
                    <a:gd name="T1" fmla="*/ 0 h 113"/>
                    <a:gd name="T2" fmla="*/ 0 w 57"/>
                    <a:gd name="T3" fmla="*/ 0 h 113"/>
                    <a:gd name="T4" fmla="*/ 0 w 57"/>
                    <a:gd name="T5" fmla="*/ 0 h 113"/>
                    <a:gd name="T6" fmla="*/ 0 w 57"/>
                    <a:gd name="T7" fmla="*/ 0 h 113"/>
                    <a:gd name="T8" fmla="*/ 0 w 57"/>
                    <a:gd name="T9" fmla="*/ 0 h 113"/>
                    <a:gd name="T10" fmla="*/ 0 w 57"/>
                    <a:gd name="T11" fmla="*/ 0 h 113"/>
                    <a:gd name="T12" fmla="*/ 0 w 57"/>
                    <a:gd name="T13" fmla="*/ 0 h 113"/>
                    <a:gd name="T14" fmla="*/ 0 w 57"/>
                    <a:gd name="T15" fmla="*/ 0 h 113"/>
                    <a:gd name="T16" fmla="*/ 0 w 57"/>
                    <a:gd name="T17" fmla="*/ 0 h 113"/>
                    <a:gd name="T18" fmla="*/ 0 w 57"/>
                    <a:gd name="T19" fmla="*/ 0 h 113"/>
                    <a:gd name="T20" fmla="*/ 0 w 57"/>
                    <a:gd name="T21" fmla="*/ 0 h 113"/>
                    <a:gd name="T22" fmla="*/ 0 w 57"/>
                    <a:gd name="T23" fmla="*/ 0 h 113"/>
                    <a:gd name="T24" fmla="*/ 0 w 57"/>
                    <a:gd name="T25" fmla="*/ 0 h 113"/>
                    <a:gd name="T26" fmla="*/ 0 w 57"/>
                    <a:gd name="T27" fmla="*/ 0 h 113"/>
                    <a:gd name="T28" fmla="*/ 0 w 57"/>
                    <a:gd name="T29" fmla="*/ 0 h 113"/>
                    <a:gd name="T30" fmla="*/ 0 w 57"/>
                    <a:gd name="T31" fmla="*/ 0 h 113"/>
                    <a:gd name="T32" fmla="*/ 0 w 57"/>
                    <a:gd name="T33" fmla="*/ 0 h 113"/>
                    <a:gd name="T34" fmla="*/ 0 60000 65536"/>
                    <a:gd name="T35" fmla="*/ 0 60000 65536"/>
                    <a:gd name="T36" fmla="*/ 0 60000 65536"/>
                    <a:gd name="T37" fmla="*/ 0 60000 65536"/>
                    <a:gd name="T38" fmla="*/ 0 60000 65536"/>
                    <a:gd name="T39" fmla="*/ 0 60000 65536"/>
                    <a:gd name="T40" fmla="*/ 0 60000 65536"/>
                    <a:gd name="T41" fmla="*/ 0 60000 65536"/>
                    <a:gd name="T42" fmla="*/ 0 60000 65536"/>
                    <a:gd name="T43" fmla="*/ 0 60000 65536"/>
                    <a:gd name="T44" fmla="*/ 0 60000 65536"/>
                    <a:gd name="T45" fmla="*/ 0 60000 65536"/>
                    <a:gd name="T46" fmla="*/ 0 60000 65536"/>
                    <a:gd name="T47" fmla="*/ 0 60000 65536"/>
                    <a:gd name="T48" fmla="*/ 0 60000 65536"/>
                    <a:gd name="T49" fmla="*/ 0 60000 65536"/>
                    <a:gd name="T50" fmla="*/ 0 60000 65536"/>
                    <a:gd name="T51" fmla="*/ 0 w 57"/>
                    <a:gd name="T52" fmla="*/ 0 h 113"/>
                    <a:gd name="T53" fmla="*/ 57 w 57"/>
                    <a:gd name="T54" fmla="*/ 113 h 113"/>
                  </a:gdLst>
                  <a:ahLst/>
                  <a:cxnLst>
                    <a:cxn ang="T34">
                      <a:pos x="T0" y="T1"/>
                    </a:cxn>
                    <a:cxn ang="T35">
                      <a:pos x="T2" y="T3"/>
                    </a:cxn>
                    <a:cxn ang="T36">
                      <a:pos x="T4" y="T5"/>
                    </a:cxn>
                    <a:cxn ang="T37">
                      <a:pos x="T6" y="T7"/>
                    </a:cxn>
                    <a:cxn ang="T38">
                      <a:pos x="T8" y="T9"/>
                    </a:cxn>
                    <a:cxn ang="T39">
                      <a:pos x="T10" y="T11"/>
                    </a:cxn>
                    <a:cxn ang="T40">
                      <a:pos x="T12" y="T13"/>
                    </a:cxn>
                    <a:cxn ang="T41">
                      <a:pos x="T14" y="T15"/>
                    </a:cxn>
                    <a:cxn ang="T42">
                      <a:pos x="T16" y="T17"/>
                    </a:cxn>
                    <a:cxn ang="T43">
                      <a:pos x="T18" y="T19"/>
                    </a:cxn>
                    <a:cxn ang="T44">
                      <a:pos x="T20" y="T21"/>
                    </a:cxn>
                    <a:cxn ang="T45">
                      <a:pos x="T22" y="T23"/>
                    </a:cxn>
                    <a:cxn ang="T46">
                      <a:pos x="T24" y="T25"/>
                    </a:cxn>
                    <a:cxn ang="T47">
                      <a:pos x="T26" y="T27"/>
                    </a:cxn>
                    <a:cxn ang="T48">
                      <a:pos x="T28" y="T29"/>
                    </a:cxn>
                    <a:cxn ang="T49">
                      <a:pos x="T30" y="T31"/>
                    </a:cxn>
                    <a:cxn ang="T50">
                      <a:pos x="T32" y="T33"/>
                    </a:cxn>
                  </a:cxnLst>
                  <a:rect l="T51" t="T52" r="T53" b="T54"/>
                  <a:pathLst>
                    <a:path w="57" h="113">
                      <a:moveTo>
                        <a:pt x="0" y="57"/>
                      </a:moveTo>
                      <a:lnTo>
                        <a:pt x="0" y="0"/>
                      </a:lnTo>
                      <a:lnTo>
                        <a:pt x="12" y="2"/>
                      </a:lnTo>
                      <a:lnTo>
                        <a:pt x="25" y="6"/>
                      </a:lnTo>
                      <a:lnTo>
                        <a:pt x="35" y="13"/>
                      </a:lnTo>
                      <a:lnTo>
                        <a:pt x="44" y="22"/>
                      </a:lnTo>
                      <a:lnTo>
                        <a:pt x="51" y="32"/>
                      </a:lnTo>
                      <a:lnTo>
                        <a:pt x="55" y="44"/>
                      </a:lnTo>
                      <a:lnTo>
                        <a:pt x="57" y="57"/>
                      </a:lnTo>
                      <a:lnTo>
                        <a:pt x="55" y="69"/>
                      </a:lnTo>
                      <a:lnTo>
                        <a:pt x="51" y="81"/>
                      </a:lnTo>
                      <a:lnTo>
                        <a:pt x="44" y="92"/>
                      </a:lnTo>
                      <a:lnTo>
                        <a:pt x="35" y="101"/>
                      </a:lnTo>
                      <a:lnTo>
                        <a:pt x="25" y="107"/>
                      </a:lnTo>
                      <a:lnTo>
                        <a:pt x="12" y="112"/>
                      </a:lnTo>
                      <a:lnTo>
                        <a:pt x="0" y="113"/>
                      </a:lnTo>
                      <a:lnTo>
                        <a:pt x="0" y="57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algn="l" defTabSz="1828800" hangingPunct="1"/>
                  <a:endParaRPr lang="zh-CN" altLang="en-US" sz="3600" b="0" kern="1200">
                    <a:solidFill>
                      <a:prstClr val="black"/>
                    </a:solidFill>
                    <a:latin typeface="等线" panose="020F0502020204030204"/>
                    <a:ea typeface="等线" panose="02010600030101010101" pitchFamily="2" charset="-122"/>
                    <a:cs typeface="+mn-cs"/>
                  </a:endParaRPr>
                </a:p>
              </p:txBody>
            </p:sp>
            <p:sp>
              <p:nvSpPr>
                <p:cNvPr id="1179" name="Freeform 466">
                  <a:extLst>
                    <a:ext uri="{FF2B5EF4-FFF2-40B4-BE49-F238E27FC236}">
                      <a16:creationId xmlns:a16="http://schemas.microsoft.com/office/drawing/2014/main" id="{9C5988EA-DA56-B4A0-2755-3E3BF424EA55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454" y="4453"/>
                  <a:ext cx="8" cy="16"/>
                </a:xfrm>
                <a:custGeom>
                  <a:avLst/>
                  <a:gdLst>
                    <a:gd name="T0" fmla="*/ 0 w 57"/>
                    <a:gd name="T1" fmla="*/ 0 h 113"/>
                    <a:gd name="T2" fmla="*/ 0 w 57"/>
                    <a:gd name="T3" fmla="*/ 0 h 113"/>
                    <a:gd name="T4" fmla="*/ 0 w 57"/>
                    <a:gd name="T5" fmla="*/ 0 h 113"/>
                    <a:gd name="T6" fmla="*/ 0 w 57"/>
                    <a:gd name="T7" fmla="*/ 0 h 113"/>
                    <a:gd name="T8" fmla="*/ 0 w 57"/>
                    <a:gd name="T9" fmla="*/ 0 h 113"/>
                    <a:gd name="T10" fmla="*/ 0 w 57"/>
                    <a:gd name="T11" fmla="*/ 0 h 113"/>
                    <a:gd name="T12" fmla="*/ 0 w 57"/>
                    <a:gd name="T13" fmla="*/ 0 h 113"/>
                    <a:gd name="T14" fmla="*/ 0 w 57"/>
                    <a:gd name="T15" fmla="*/ 0 h 113"/>
                    <a:gd name="T16" fmla="*/ 0 w 57"/>
                    <a:gd name="T17" fmla="*/ 0 h 113"/>
                    <a:gd name="T18" fmla="*/ 0 w 57"/>
                    <a:gd name="T19" fmla="*/ 0 h 113"/>
                    <a:gd name="T20" fmla="*/ 0 w 57"/>
                    <a:gd name="T21" fmla="*/ 0 h 113"/>
                    <a:gd name="T22" fmla="*/ 0 w 57"/>
                    <a:gd name="T23" fmla="*/ 0 h 113"/>
                    <a:gd name="T24" fmla="*/ 0 w 57"/>
                    <a:gd name="T25" fmla="*/ 0 h 113"/>
                    <a:gd name="T26" fmla="*/ 0 w 57"/>
                    <a:gd name="T27" fmla="*/ 0 h 113"/>
                    <a:gd name="T28" fmla="*/ 0 w 57"/>
                    <a:gd name="T29" fmla="*/ 0 h 113"/>
                    <a:gd name="T30" fmla="*/ 0 60000 65536"/>
                    <a:gd name="T31" fmla="*/ 0 60000 65536"/>
                    <a:gd name="T32" fmla="*/ 0 60000 65536"/>
                    <a:gd name="T33" fmla="*/ 0 60000 65536"/>
                    <a:gd name="T34" fmla="*/ 0 60000 65536"/>
                    <a:gd name="T35" fmla="*/ 0 60000 65536"/>
                    <a:gd name="T36" fmla="*/ 0 60000 65536"/>
                    <a:gd name="T37" fmla="*/ 0 60000 65536"/>
                    <a:gd name="T38" fmla="*/ 0 60000 65536"/>
                    <a:gd name="T39" fmla="*/ 0 60000 65536"/>
                    <a:gd name="T40" fmla="*/ 0 60000 65536"/>
                    <a:gd name="T41" fmla="*/ 0 60000 65536"/>
                    <a:gd name="T42" fmla="*/ 0 60000 65536"/>
                    <a:gd name="T43" fmla="*/ 0 60000 65536"/>
                    <a:gd name="T44" fmla="*/ 0 60000 65536"/>
                    <a:gd name="T45" fmla="*/ 0 w 57"/>
                    <a:gd name="T46" fmla="*/ 0 h 113"/>
                    <a:gd name="T47" fmla="*/ 57 w 57"/>
                    <a:gd name="T48" fmla="*/ 113 h 113"/>
                  </a:gdLst>
                  <a:ahLst/>
                  <a:cxnLst>
                    <a:cxn ang="T30">
                      <a:pos x="T0" y="T1"/>
                    </a:cxn>
                    <a:cxn ang="T31">
                      <a:pos x="T2" y="T3"/>
                    </a:cxn>
                    <a:cxn ang="T32">
                      <a:pos x="T4" y="T5"/>
                    </a:cxn>
                    <a:cxn ang="T33">
                      <a:pos x="T6" y="T7"/>
                    </a:cxn>
                    <a:cxn ang="T34">
                      <a:pos x="T8" y="T9"/>
                    </a:cxn>
                    <a:cxn ang="T35">
                      <a:pos x="T10" y="T11"/>
                    </a:cxn>
                    <a:cxn ang="T36">
                      <a:pos x="T12" y="T13"/>
                    </a:cxn>
                    <a:cxn ang="T37">
                      <a:pos x="T14" y="T15"/>
                    </a:cxn>
                    <a:cxn ang="T38">
                      <a:pos x="T16" y="T17"/>
                    </a:cxn>
                    <a:cxn ang="T39">
                      <a:pos x="T18" y="T19"/>
                    </a:cxn>
                    <a:cxn ang="T40">
                      <a:pos x="T20" y="T21"/>
                    </a:cxn>
                    <a:cxn ang="T41">
                      <a:pos x="T22" y="T23"/>
                    </a:cxn>
                    <a:cxn ang="T42">
                      <a:pos x="T24" y="T25"/>
                    </a:cxn>
                    <a:cxn ang="T43">
                      <a:pos x="T26" y="T27"/>
                    </a:cxn>
                    <a:cxn ang="T44">
                      <a:pos x="T28" y="T29"/>
                    </a:cxn>
                  </a:cxnLst>
                  <a:rect l="T45" t="T46" r="T47" b="T48"/>
                  <a:pathLst>
                    <a:path w="57" h="113">
                      <a:moveTo>
                        <a:pt x="0" y="0"/>
                      </a:moveTo>
                      <a:lnTo>
                        <a:pt x="12" y="2"/>
                      </a:lnTo>
                      <a:lnTo>
                        <a:pt x="25" y="6"/>
                      </a:lnTo>
                      <a:lnTo>
                        <a:pt x="35" y="13"/>
                      </a:lnTo>
                      <a:lnTo>
                        <a:pt x="44" y="22"/>
                      </a:lnTo>
                      <a:lnTo>
                        <a:pt x="51" y="32"/>
                      </a:lnTo>
                      <a:lnTo>
                        <a:pt x="55" y="44"/>
                      </a:lnTo>
                      <a:lnTo>
                        <a:pt x="57" y="57"/>
                      </a:lnTo>
                      <a:lnTo>
                        <a:pt x="55" y="69"/>
                      </a:lnTo>
                      <a:lnTo>
                        <a:pt x="51" y="81"/>
                      </a:lnTo>
                      <a:lnTo>
                        <a:pt x="44" y="92"/>
                      </a:lnTo>
                      <a:lnTo>
                        <a:pt x="35" y="101"/>
                      </a:lnTo>
                      <a:lnTo>
                        <a:pt x="25" y="107"/>
                      </a:lnTo>
                      <a:lnTo>
                        <a:pt x="12" y="112"/>
                      </a:lnTo>
                      <a:lnTo>
                        <a:pt x="0" y="113"/>
                      </a:lnTo>
                    </a:path>
                  </a:pathLst>
                </a:custGeom>
                <a:noFill/>
                <a:ln w="0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pPr algn="l" defTabSz="1828800" hangingPunct="1"/>
                  <a:endParaRPr lang="zh-CN" altLang="en-US" sz="3600" b="0" kern="1200">
                    <a:solidFill>
                      <a:prstClr val="black"/>
                    </a:solidFill>
                    <a:latin typeface="等线" panose="020F0502020204030204"/>
                    <a:ea typeface="等线" panose="02010600030101010101" pitchFamily="2" charset="-122"/>
                    <a:cs typeface="+mn-cs"/>
                  </a:endParaRPr>
                </a:p>
              </p:txBody>
            </p:sp>
            <p:sp>
              <p:nvSpPr>
                <p:cNvPr id="1180" name="Freeform 467">
                  <a:extLst>
                    <a:ext uri="{FF2B5EF4-FFF2-40B4-BE49-F238E27FC236}">
                      <a16:creationId xmlns:a16="http://schemas.microsoft.com/office/drawing/2014/main" id="{7AA0654B-A741-3512-EF8C-1F0447A2DBCE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321" y="4453"/>
                  <a:ext cx="135" cy="16"/>
                </a:xfrm>
                <a:custGeom>
                  <a:avLst/>
                  <a:gdLst>
                    <a:gd name="T0" fmla="*/ 0 w 929"/>
                    <a:gd name="T1" fmla="*/ 0 h 113"/>
                    <a:gd name="T2" fmla="*/ 0 w 929"/>
                    <a:gd name="T3" fmla="*/ 0 h 113"/>
                    <a:gd name="T4" fmla="*/ 0 w 929"/>
                    <a:gd name="T5" fmla="*/ 0 h 113"/>
                    <a:gd name="T6" fmla="*/ 0 w 929"/>
                    <a:gd name="T7" fmla="*/ 0 h 113"/>
                    <a:gd name="T8" fmla="*/ 0 w 929"/>
                    <a:gd name="T9" fmla="*/ 0 h 113"/>
                    <a:gd name="T10" fmla="*/ 0 w 929"/>
                    <a:gd name="T11" fmla="*/ 0 h 113"/>
                    <a:gd name="T12" fmla="*/ 0 w 929"/>
                    <a:gd name="T13" fmla="*/ 0 h 113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929"/>
                    <a:gd name="T22" fmla="*/ 0 h 113"/>
                    <a:gd name="T23" fmla="*/ 929 w 929"/>
                    <a:gd name="T24" fmla="*/ 113 h 113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929" h="113">
                      <a:moveTo>
                        <a:pt x="929" y="113"/>
                      </a:moveTo>
                      <a:lnTo>
                        <a:pt x="929" y="57"/>
                      </a:lnTo>
                      <a:lnTo>
                        <a:pt x="929" y="0"/>
                      </a:lnTo>
                      <a:lnTo>
                        <a:pt x="0" y="0"/>
                      </a:lnTo>
                      <a:lnTo>
                        <a:pt x="0" y="57"/>
                      </a:lnTo>
                      <a:lnTo>
                        <a:pt x="0" y="113"/>
                      </a:lnTo>
                      <a:lnTo>
                        <a:pt x="929" y="113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algn="l" defTabSz="1828800" hangingPunct="1"/>
                  <a:endParaRPr lang="zh-CN" altLang="en-US" sz="3600" b="0" kern="1200">
                    <a:solidFill>
                      <a:prstClr val="black"/>
                    </a:solidFill>
                    <a:latin typeface="等线" panose="020F0502020204030204"/>
                    <a:ea typeface="等线" panose="02010600030101010101" pitchFamily="2" charset="-122"/>
                    <a:cs typeface="+mn-cs"/>
                  </a:endParaRPr>
                </a:p>
              </p:txBody>
            </p:sp>
            <p:sp>
              <p:nvSpPr>
                <p:cNvPr id="1181" name="Freeform 468">
                  <a:extLst>
                    <a:ext uri="{FF2B5EF4-FFF2-40B4-BE49-F238E27FC236}">
                      <a16:creationId xmlns:a16="http://schemas.microsoft.com/office/drawing/2014/main" id="{773D4A46-C83E-D235-04FE-33FAB1FC1696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321" y="4453"/>
                  <a:ext cx="135" cy="16"/>
                </a:xfrm>
                <a:custGeom>
                  <a:avLst/>
                  <a:gdLst>
                    <a:gd name="T0" fmla="*/ 0 w 929"/>
                    <a:gd name="T1" fmla="*/ 0 h 113"/>
                    <a:gd name="T2" fmla="*/ 0 w 929"/>
                    <a:gd name="T3" fmla="*/ 0 h 113"/>
                    <a:gd name="T4" fmla="*/ 0 w 929"/>
                    <a:gd name="T5" fmla="*/ 0 h 113"/>
                    <a:gd name="T6" fmla="*/ 0 w 929"/>
                    <a:gd name="T7" fmla="*/ 0 h 113"/>
                    <a:gd name="T8" fmla="*/ 0 w 929"/>
                    <a:gd name="T9" fmla="*/ 0 h 113"/>
                    <a:gd name="T10" fmla="*/ 0 w 929"/>
                    <a:gd name="T11" fmla="*/ 0 h 113"/>
                    <a:gd name="T12" fmla="*/ 0 w 929"/>
                    <a:gd name="T13" fmla="*/ 0 h 113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929"/>
                    <a:gd name="T22" fmla="*/ 0 h 113"/>
                    <a:gd name="T23" fmla="*/ 929 w 929"/>
                    <a:gd name="T24" fmla="*/ 113 h 113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929" h="113">
                      <a:moveTo>
                        <a:pt x="929" y="113"/>
                      </a:moveTo>
                      <a:lnTo>
                        <a:pt x="929" y="57"/>
                      </a:lnTo>
                      <a:lnTo>
                        <a:pt x="929" y="0"/>
                      </a:lnTo>
                      <a:lnTo>
                        <a:pt x="0" y="0"/>
                      </a:lnTo>
                      <a:lnTo>
                        <a:pt x="0" y="57"/>
                      </a:lnTo>
                      <a:lnTo>
                        <a:pt x="0" y="113"/>
                      </a:lnTo>
                      <a:lnTo>
                        <a:pt x="929" y="113"/>
                      </a:lnTo>
                      <a:close/>
                    </a:path>
                  </a:pathLst>
                </a:custGeom>
                <a:noFill/>
                <a:ln w="0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pPr algn="l" defTabSz="1828800" hangingPunct="1"/>
                  <a:endParaRPr lang="zh-CN" altLang="en-US" sz="3600" b="0" kern="1200">
                    <a:solidFill>
                      <a:prstClr val="black"/>
                    </a:solidFill>
                    <a:latin typeface="等线" panose="020F0502020204030204"/>
                    <a:ea typeface="等线" panose="02010600030101010101" pitchFamily="2" charset="-122"/>
                    <a:cs typeface="+mn-cs"/>
                  </a:endParaRPr>
                </a:p>
              </p:txBody>
            </p:sp>
            <p:sp>
              <p:nvSpPr>
                <p:cNvPr id="1182" name="Freeform 469">
                  <a:extLst>
                    <a:ext uri="{FF2B5EF4-FFF2-40B4-BE49-F238E27FC236}">
                      <a16:creationId xmlns:a16="http://schemas.microsoft.com/office/drawing/2014/main" id="{AD254B4C-496D-F989-66AF-B9EC901693F5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313" y="4453"/>
                  <a:ext cx="8" cy="16"/>
                </a:xfrm>
                <a:custGeom>
                  <a:avLst/>
                  <a:gdLst>
                    <a:gd name="T0" fmla="*/ 0 w 56"/>
                    <a:gd name="T1" fmla="*/ 0 h 113"/>
                    <a:gd name="T2" fmla="*/ 0 w 56"/>
                    <a:gd name="T3" fmla="*/ 0 h 113"/>
                    <a:gd name="T4" fmla="*/ 0 w 56"/>
                    <a:gd name="T5" fmla="*/ 0 h 113"/>
                    <a:gd name="T6" fmla="*/ 0 w 56"/>
                    <a:gd name="T7" fmla="*/ 0 h 113"/>
                    <a:gd name="T8" fmla="*/ 0 w 56"/>
                    <a:gd name="T9" fmla="*/ 0 h 113"/>
                    <a:gd name="T10" fmla="*/ 0 w 56"/>
                    <a:gd name="T11" fmla="*/ 0 h 113"/>
                    <a:gd name="T12" fmla="*/ 0 w 56"/>
                    <a:gd name="T13" fmla="*/ 0 h 113"/>
                    <a:gd name="T14" fmla="*/ 0 w 56"/>
                    <a:gd name="T15" fmla="*/ 0 h 113"/>
                    <a:gd name="T16" fmla="*/ 0 w 56"/>
                    <a:gd name="T17" fmla="*/ 0 h 113"/>
                    <a:gd name="T18" fmla="*/ 0 w 56"/>
                    <a:gd name="T19" fmla="*/ 0 h 113"/>
                    <a:gd name="T20" fmla="*/ 0 w 56"/>
                    <a:gd name="T21" fmla="*/ 0 h 113"/>
                    <a:gd name="T22" fmla="*/ 0 w 56"/>
                    <a:gd name="T23" fmla="*/ 0 h 113"/>
                    <a:gd name="T24" fmla="*/ 0 w 56"/>
                    <a:gd name="T25" fmla="*/ 0 h 113"/>
                    <a:gd name="T26" fmla="*/ 0 w 56"/>
                    <a:gd name="T27" fmla="*/ 0 h 113"/>
                    <a:gd name="T28" fmla="*/ 0 w 56"/>
                    <a:gd name="T29" fmla="*/ 0 h 113"/>
                    <a:gd name="T30" fmla="*/ 0 w 56"/>
                    <a:gd name="T31" fmla="*/ 0 h 113"/>
                    <a:gd name="T32" fmla="*/ 0 w 56"/>
                    <a:gd name="T33" fmla="*/ 0 h 113"/>
                    <a:gd name="T34" fmla="*/ 0 60000 65536"/>
                    <a:gd name="T35" fmla="*/ 0 60000 65536"/>
                    <a:gd name="T36" fmla="*/ 0 60000 65536"/>
                    <a:gd name="T37" fmla="*/ 0 60000 65536"/>
                    <a:gd name="T38" fmla="*/ 0 60000 65536"/>
                    <a:gd name="T39" fmla="*/ 0 60000 65536"/>
                    <a:gd name="T40" fmla="*/ 0 60000 65536"/>
                    <a:gd name="T41" fmla="*/ 0 60000 65536"/>
                    <a:gd name="T42" fmla="*/ 0 60000 65536"/>
                    <a:gd name="T43" fmla="*/ 0 60000 65536"/>
                    <a:gd name="T44" fmla="*/ 0 60000 65536"/>
                    <a:gd name="T45" fmla="*/ 0 60000 65536"/>
                    <a:gd name="T46" fmla="*/ 0 60000 65536"/>
                    <a:gd name="T47" fmla="*/ 0 60000 65536"/>
                    <a:gd name="T48" fmla="*/ 0 60000 65536"/>
                    <a:gd name="T49" fmla="*/ 0 60000 65536"/>
                    <a:gd name="T50" fmla="*/ 0 60000 65536"/>
                    <a:gd name="T51" fmla="*/ 0 w 56"/>
                    <a:gd name="T52" fmla="*/ 0 h 113"/>
                    <a:gd name="T53" fmla="*/ 56 w 56"/>
                    <a:gd name="T54" fmla="*/ 113 h 113"/>
                  </a:gdLst>
                  <a:ahLst/>
                  <a:cxnLst>
                    <a:cxn ang="T34">
                      <a:pos x="T0" y="T1"/>
                    </a:cxn>
                    <a:cxn ang="T35">
                      <a:pos x="T2" y="T3"/>
                    </a:cxn>
                    <a:cxn ang="T36">
                      <a:pos x="T4" y="T5"/>
                    </a:cxn>
                    <a:cxn ang="T37">
                      <a:pos x="T6" y="T7"/>
                    </a:cxn>
                    <a:cxn ang="T38">
                      <a:pos x="T8" y="T9"/>
                    </a:cxn>
                    <a:cxn ang="T39">
                      <a:pos x="T10" y="T11"/>
                    </a:cxn>
                    <a:cxn ang="T40">
                      <a:pos x="T12" y="T13"/>
                    </a:cxn>
                    <a:cxn ang="T41">
                      <a:pos x="T14" y="T15"/>
                    </a:cxn>
                    <a:cxn ang="T42">
                      <a:pos x="T16" y="T17"/>
                    </a:cxn>
                    <a:cxn ang="T43">
                      <a:pos x="T18" y="T19"/>
                    </a:cxn>
                    <a:cxn ang="T44">
                      <a:pos x="T20" y="T21"/>
                    </a:cxn>
                    <a:cxn ang="T45">
                      <a:pos x="T22" y="T23"/>
                    </a:cxn>
                    <a:cxn ang="T46">
                      <a:pos x="T24" y="T25"/>
                    </a:cxn>
                    <a:cxn ang="T47">
                      <a:pos x="T26" y="T27"/>
                    </a:cxn>
                    <a:cxn ang="T48">
                      <a:pos x="T28" y="T29"/>
                    </a:cxn>
                    <a:cxn ang="T49">
                      <a:pos x="T30" y="T31"/>
                    </a:cxn>
                    <a:cxn ang="T50">
                      <a:pos x="T32" y="T33"/>
                    </a:cxn>
                  </a:cxnLst>
                  <a:rect l="T51" t="T52" r="T53" b="T54"/>
                  <a:pathLst>
                    <a:path w="56" h="113">
                      <a:moveTo>
                        <a:pt x="56" y="57"/>
                      </a:moveTo>
                      <a:lnTo>
                        <a:pt x="56" y="113"/>
                      </a:lnTo>
                      <a:lnTo>
                        <a:pt x="43" y="112"/>
                      </a:lnTo>
                      <a:lnTo>
                        <a:pt x="31" y="107"/>
                      </a:lnTo>
                      <a:lnTo>
                        <a:pt x="21" y="101"/>
                      </a:lnTo>
                      <a:lnTo>
                        <a:pt x="12" y="92"/>
                      </a:lnTo>
                      <a:lnTo>
                        <a:pt x="5" y="81"/>
                      </a:lnTo>
                      <a:lnTo>
                        <a:pt x="1" y="69"/>
                      </a:lnTo>
                      <a:lnTo>
                        <a:pt x="0" y="57"/>
                      </a:lnTo>
                      <a:lnTo>
                        <a:pt x="1" y="44"/>
                      </a:lnTo>
                      <a:lnTo>
                        <a:pt x="5" y="32"/>
                      </a:lnTo>
                      <a:lnTo>
                        <a:pt x="12" y="22"/>
                      </a:lnTo>
                      <a:lnTo>
                        <a:pt x="21" y="13"/>
                      </a:lnTo>
                      <a:lnTo>
                        <a:pt x="31" y="6"/>
                      </a:lnTo>
                      <a:lnTo>
                        <a:pt x="43" y="2"/>
                      </a:lnTo>
                      <a:lnTo>
                        <a:pt x="56" y="0"/>
                      </a:lnTo>
                      <a:lnTo>
                        <a:pt x="56" y="57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algn="l" defTabSz="1828800" hangingPunct="1"/>
                  <a:endParaRPr lang="zh-CN" altLang="en-US" sz="3600" b="0" kern="1200">
                    <a:solidFill>
                      <a:prstClr val="black"/>
                    </a:solidFill>
                    <a:latin typeface="等线" panose="020F0502020204030204"/>
                    <a:ea typeface="等线" panose="02010600030101010101" pitchFamily="2" charset="-122"/>
                    <a:cs typeface="+mn-cs"/>
                  </a:endParaRPr>
                </a:p>
              </p:txBody>
            </p:sp>
            <p:sp>
              <p:nvSpPr>
                <p:cNvPr id="1183" name="Freeform 470">
                  <a:extLst>
                    <a:ext uri="{FF2B5EF4-FFF2-40B4-BE49-F238E27FC236}">
                      <a16:creationId xmlns:a16="http://schemas.microsoft.com/office/drawing/2014/main" id="{B0AD8D2C-BBFF-D0EF-5591-47D127CDC2F8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313" y="4453"/>
                  <a:ext cx="8" cy="16"/>
                </a:xfrm>
                <a:custGeom>
                  <a:avLst/>
                  <a:gdLst>
                    <a:gd name="T0" fmla="*/ 0 w 56"/>
                    <a:gd name="T1" fmla="*/ 0 h 113"/>
                    <a:gd name="T2" fmla="*/ 0 w 56"/>
                    <a:gd name="T3" fmla="*/ 0 h 113"/>
                    <a:gd name="T4" fmla="*/ 0 w 56"/>
                    <a:gd name="T5" fmla="*/ 0 h 113"/>
                    <a:gd name="T6" fmla="*/ 0 w 56"/>
                    <a:gd name="T7" fmla="*/ 0 h 113"/>
                    <a:gd name="T8" fmla="*/ 0 w 56"/>
                    <a:gd name="T9" fmla="*/ 0 h 113"/>
                    <a:gd name="T10" fmla="*/ 0 w 56"/>
                    <a:gd name="T11" fmla="*/ 0 h 113"/>
                    <a:gd name="T12" fmla="*/ 0 w 56"/>
                    <a:gd name="T13" fmla="*/ 0 h 113"/>
                    <a:gd name="T14" fmla="*/ 0 w 56"/>
                    <a:gd name="T15" fmla="*/ 0 h 113"/>
                    <a:gd name="T16" fmla="*/ 0 w 56"/>
                    <a:gd name="T17" fmla="*/ 0 h 113"/>
                    <a:gd name="T18" fmla="*/ 0 w 56"/>
                    <a:gd name="T19" fmla="*/ 0 h 113"/>
                    <a:gd name="T20" fmla="*/ 0 w 56"/>
                    <a:gd name="T21" fmla="*/ 0 h 113"/>
                    <a:gd name="T22" fmla="*/ 0 w 56"/>
                    <a:gd name="T23" fmla="*/ 0 h 113"/>
                    <a:gd name="T24" fmla="*/ 0 w 56"/>
                    <a:gd name="T25" fmla="*/ 0 h 113"/>
                    <a:gd name="T26" fmla="*/ 0 w 56"/>
                    <a:gd name="T27" fmla="*/ 0 h 113"/>
                    <a:gd name="T28" fmla="*/ 0 w 56"/>
                    <a:gd name="T29" fmla="*/ 0 h 113"/>
                    <a:gd name="T30" fmla="*/ 0 60000 65536"/>
                    <a:gd name="T31" fmla="*/ 0 60000 65536"/>
                    <a:gd name="T32" fmla="*/ 0 60000 65536"/>
                    <a:gd name="T33" fmla="*/ 0 60000 65536"/>
                    <a:gd name="T34" fmla="*/ 0 60000 65536"/>
                    <a:gd name="T35" fmla="*/ 0 60000 65536"/>
                    <a:gd name="T36" fmla="*/ 0 60000 65536"/>
                    <a:gd name="T37" fmla="*/ 0 60000 65536"/>
                    <a:gd name="T38" fmla="*/ 0 60000 65536"/>
                    <a:gd name="T39" fmla="*/ 0 60000 65536"/>
                    <a:gd name="T40" fmla="*/ 0 60000 65536"/>
                    <a:gd name="T41" fmla="*/ 0 60000 65536"/>
                    <a:gd name="T42" fmla="*/ 0 60000 65536"/>
                    <a:gd name="T43" fmla="*/ 0 60000 65536"/>
                    <a:gd name="T44" fmla="*/ 0 60000 65536"/>
                    <a:gd name="T45" fmla="*/ 0 w 56"/>
                    <a:gd name="T46" fmla="*/ 0 h 113"/>
                    <a:gd name="T47" fmla="*/ 56 w 56"/>
                    <a:gd name="T48" fmla="*/ 113 h 113"/>
                  </a:gdLst>
                  <a:ahLst/>
                  <a:cxnLst>
                    <a:cxn ang="T30">
                      <a:pos x="T0" y="T1"/>
                    </a:cxn>
                    <a:cxn ang="T31">
                      <a:pos x="T2" y="T3"/>
                    </a:cxn>
                    <a:cxn ang="T32">
                      <a:pos x="T4" y="T5"/>
                    </a:cxn>
                    <a:cxn ang="T33">
                      <a:pos x="T6" y="T7"/>
                    </a:cxn>
                    <a:cxn ang="T34">
                      <a:pos x="T8" y="T9"/>
                    </a:cxn>
                    <a:cxn ang="T35">
                      <a:pos x="T10" y="T11"/>
                    </a:cxn>
                    <a:cxn ang="T36">
                      <a:pos x="T12" y="T13"/>
                    </a:cxn>
                    <a:cxn ang="T37">
                      <a:pos x="T14" y="T15"/>
                    </a:cxn>
                    <a:cxn ang="T38">
                      <a:pos x="T16" y="T17"/>
                    </a:cxn>
                    <a:cxn ang="T39">
                      <a:pos x="T18" y="T19"/>
                    </a:cxn>
                    <a:cxn ang="T40">
                      <a:pos x="T20" y="T21"/>
                    </a:cxn>
                    <a:cxn ang="T41">
                      <a:pos x="T22" y="T23"/>
                    </a:cxn>
                    <a:cxn ang="T42">
                      <a:pos x="T24" y="T25"/>
                    </a:cxn>
                    <a:cxn ang="T43">
                      <a:pos x="T26" y="T27"/>
                    </a:cxn>
                    <a:cxn ang="T44">
                      <a:pos x="T28" y="T29"/>
                    </a:cxn>
                  </a:cxnLst>
                  <a:rect l="T45" t="T46" r="T47" b="T48"/>
                  <a:pathLst>
                    <a:path w="56" h="113">
                      <a:moveTo>
                        <a:pt x="56" y="113"/>
                      </a:moveTo>
                      <a:lnTo>
                        <a:pt x="43" y="112"/>
                      </a:lnTo>
                      <a:lnTo>
                        <a:pt x="31" y="107"/>
                      </a:lnTo>
                      <a:lnTo>
                        <a:pt x="21" y="101"/>
                      </a:lnTo>
                      <a:lnTo>
                        <a:pt x="12" y="92"/>
                      </a:lnTo>
                      <a:lnTo>
                        <a:pt x="5" y="81"/>
                      </a:lnTo>
                      <a:lnTo>
                        <a:pt x="1" y="69"/>
                      </a:lnTo>
                      <a:lnTo>
                        <a:pt x="0" y="57"/>
                      </a:lnTo>
                      <a:lnTo>
                        <a:pt x="1" y="44"/>
                      </a:lnTo>
                      <a:lnTo>
                        <a:pt x="5" y="32"/>
                      </a:lnTo>
                      <a:lnTo>
                        <a:pt x="12" y="22"/>
                      </a:lnTo>
                      <a:lnTo>
                        <a:pt x="21" y="13"/>
                      </a:lnTo>
                      <a:lnTo>
                        <a:pt x="31" y="6"/>
                      </a:lnTo>
                      <a:lnTo>
                        <a:pt x="43" y="2"/>
                      </a:lnTo>
                      <a:lnTo>
                        <a:pt x="56" y="0"/>
                      </a:lnTo>
                    </a:path>
                  </a:pathLst>
                </a:custGeom>
                <a:noFill/>
                <a:ln w="0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pPr algn="l" defTabSz="1828800" hangingPunct="1"/>
                  <a:endParaRPr lang="zh-CN" altLang="en-US" sz="3600" b="0" kern="1200">
                    <a:solidFill>
                      <a:prstClr val="black"/>
                    </a:solidFill>
                    <a:latin typeface="等线" panose="020F0502020204030204"/>
                    <a:ea typeface="等线" panose="02010600030101010101" pitchFamily="2" charset="-122"/>
                    <a:cs typeface="+mn-cs"/>
                  </a:endParaRPr>
                </a:p>
              </p:txBody>
            </p:sp>
            <p:sp>
              <p:nvSpPr>
                <p:cNvPr id="1184" name="Freeform 471">
                  <a:extLst>
                    <a:ext uri="{FF2B5EF4-FFF2-40B4-BE49-F238E27FC236}">
                      <a16:creationId xmlns:a16="http://schemas.microsoft.com/office/drawing/2014/main" id="{0AAF4362-C148-E1C7-409C-050E88DA5B8D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454" y="4008"/>
                  <a:ext cx="8" cy="17"/>
                </a:xfrm>
                <a:custGeom>
                  <a:avLst/>
                  <a:gdLst>
                    <a:gd name="T0" fmla="*/ 0 w 57"/>
                    <a:gd name="T1" fmla="*/ 0 h 113"/>
                    <a:gd name="T2" fmla="*/ 0 w 57"/>
                    <a:gd name="T3" fmla="*/ 0 h 113"/>
                    <a:gd name="T4" fmla="*/ 0 w 57"/>
                    <a:gd name="T5" fmla="*/ 0 h 113"/>
                    <a:gd name="T6" fmla="*/ 0 w 57"/>
                    <a:gd name="T7" fmla="*/ 0 h 113"/>
                    <a:gd name="T8" fmla="*/ 0 w 57"/>
                    <a:gd name="T9" fmla="*/ 0 h 113"/>
                    <a:gd name="T10" fmla="*/ 0 w 57"/>
                    <a:gd name="T11" fmla="*/ 0 h 113"/>
                    <a:gd name="T12" fmla="*/ 0 w 57"/>
                    <a:gd name="T13" fmla="*/ 0 h 113"/>
                    <a:gd name="T14" fmla="*/ 0 w 57"/>
                    <a:gd name="T15" fmla="*/ 0 h 113"/>
                    <a:gd name="T16" fmla="*/ 0 w 57"/>
                    <a:gd name="T17" fmla="*/ 0 h 113"/>
                    <a:gd name="T18" fmla="*/ 0 w 57"/>
                    <a:gd name="T19" fmla="*/ 0 h 113"/>
                    <a:gd name="T20" fmla="*/ 0 w 57"/>
                    <a:gd name="T21" fmla="*/ 0 h 113"/>
                    <a:gd name="T22" fmla="*/ 0 w 57"/>
                    <a:gd name="T23" fmla="*/ 0 h 113"/>
                    <a:gd name="T24" fmla="*/ 0 w 57"/>
                    <a:gd name="T25" fmla="*/ 0 h 113"/>
                    <a:gd name="T26" fmla="*/ 0 w 57"/>
                    <a:gd name="T27" fmla="*/ 0 h 113"/>
                    <a:gd name="T28" fmla="*/ 0 w 57"/>
                    <a:gd name="T29" fmla="*/ 0 h 113"/>
                    <a:gd name="T30" fmla="*/ 0 w 57"/>
                    <a:gd name="T31" fmla="*/ 0 h 113"/>
                    <a:gd name="T32" fmla="*/ 0 w 57"/>
                    <a:gd name="T33" fmla="*/ 0 h 113"/>
                    <a:gd name="T34" fmla="*/ 0 60000 65536"/>
                    <a:gd name="T35" fmla="*/ 0 60000 65536"/>
                    <a:gd name="T36" fmla="*/ 0 60000 65536"/>
                    <a:gd name="T37" fmla="*/ 0 60000 65536"/>
                    <a:gd name="T38" fmla="*/ 0 60000 65536"/>
                    <a:gd name="T39" fmla="*/ 0 60000 65536"/>
                    <a:gd name="T40" fmla="*/ 0 60000 65536"/>
                    <a:gd name="T41" fmla="*/ 0 60000 65536"/>
                    <a:gd name="T42" fmla="*/ 0 60000 65536"/>
                    <a:gd name="T43" fmla="*/ 0 60000 65536"/>
                    <a:gd name="T44" fmla="*/ 0 60000 65536"/>
                    <a:gd name="T45" fmla="*/ 0 60000 65536"/>
                    <a:gd name="T46" fmla="*/ 0 60000 65536"/>
                    <a:gd name="T47" fmla="*/ 0 60000 65536"/>
                    <a:gd name="T48" fmla="*/ 0 60000 65536"/>
                    <a:gd name="T49" fmla="*/ 0 60000 65536"/>
                    <a:gd name="T50" fmla="*/ 0 60000 65536"/>
                    <a:gd name="T51" fmla="*/ 0 w 57"/>
                    <a:gd name="T52" fmla="*/ 0 h 113"/>
                    <a:gd name="T53" fmla="*/ 57 w 57"/>
                    <a:gd name="T54" fmla="*/ 113 h 113"/>
                  </a:gdLst>
                  <a:ahLst/>
                  <a:cxnLst>
                    <a:cxn ang="T34">
                      <a:pos x="T0" y="T1"/>
                    </a:cxn>
                    <a:cxn ang="T35">
                      <a:pos x="T2" y="T3"/>
                    </a:cxn>
                    <a:cxn ang="T36">
                      <a:pos x="T4" y="T5"/>
                    </a:cxn>
                    <a:cxn ang="T37">
                      <a:pos x="T6" y="T7"/>
                    </a:cxn>
                    <a:cxn ang="T38">
                      <a:pos x="T8" y="T9"/>
                    </a:cxn>
                    <a:cxn ang="T39">
                      <a:pos x="T10" y="T11"/>
                    </a:cxn>
                    <a:cxn ang="T40">
                      <a:pos x="T12" y="T13"/>
                    </a:cxn>
                    <a:cxn ang="T41">
                      <a:pos x="T14" y="T15"/>
                    </a:cxn>
                    <a:cxn ang="T42">
                      <a:pos x="T16" y="T17"/>
                    </a:cxn>
                    <a:cxn ang="T43">
                      <a:pos x="T18" y="T19"/>
                    </a:cxn>
                    <a:cxn ang="T44">
                      <a:pos x="T20" y="T21"/>
                    </a:cxn>
                    <a:cxn ang="T45">
                      <a:pos x="T22" y="T23"/>
                    </a:cxn>
                    <a:cxn ang="T46">
                      <a:pos x="T24" y="T25"/>
                    </a:cxn>
                    <a:cxn ang="T47">
                      <a:pos x="T26" y="T27"/>
                    </a:cxn>
                    <a:cxn ang="T48">
                      <a:pos x="T28" y="T29"/>
                    </a:cxn>
                    <a:cxn ang="T49">
                      <a:pos x="T30" y="T31"/>
                    </a:cxn>
                    <a:cxn ang="T50">
                      <a:pos x="T32" y="T33"/>
                    </a:cxn>
                  </a:cxnLst>
                  <a:rect l="T51" t="T52" r="T53" b="T54"/>
                  <a:pathLst>
                    <a:path w="57" h="113">
                      <a:moveTo>
                        <a:pt x="0" y="57"/>
                      </a:moveTo>
                      <a:lnTo>
                        <a:pt x="0" y="0"/>
                      </a:lnTo>
                      <a:lnTo>
                        <a:pt x="12" y="2"/>
                      </a:lnTo>
                      <a:lnTo>
                        <a:pt x="25" y="7"/>
                      </a:lnTo>
                      <a:lnTo>
                        <a:pt x="35" y="13"/>
                      </a:lnTo>
                      <a:lnTo>
                        <a:pt x="44" y="22"/>
                      </a:lnTo>
                      <a:lnTo>
                        <a:pt x="51" y="32"/>
                      </a:lnTo>
                      <a:lnTo>
                        <a:pt x="55" y="45"/>
                      </a:lnTo>
                      <a:lnTo>
                        <a:pt x="57" y="57"/>
                      </a:lnTo>
                      <a:lnTo>
                        <a:pt x="55" y="69"/>
                      </a:lnTo>
                      <a:lnTo>
                        <a:pt x="51" y="82"/>
                      </a:lnTo>
                      <a:lnTo>
                        <a:pt x="44" y="92"/>
                      </a:lnTo>
                      <a:lnTo>
                        <a:pt x="35" y="101"/>
                      </a:lnTo>
                      <a:lnTo>
                        <a:pt x="25" y="108"/>
                      </a:lnTo>
                      <a:lnTo>
                        <a:pt x="12" y="112"/>
                      </a:lnTo>
                      <a:lnTo>
                        <a:pt x="0" y="113"/>
                      </a:lnTo>
                      <a:lnTo>
                        <a:pt x="0" y="57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algn="l" defTabSz="1828800" hangingPunct="1"/>
                  <a:endParaRPr lang="zh-CN" altLang="en-US" sz="3600" b="0" kern="1200">
                    <a:solidFill>
                      <a:prstClr val="black"/>
                    </a:solidFill>
                    <a:latin typeface="等线" panose="020F0502020204030204"/>
                    <a:ea typeface="等线" panose="02010600030101010101" pitchFamily="2" charset="-122"/>
                    <a:cs typeface="+mn-cs"/>
                  </a:endParaRPr>
                </a:p>
              </p:txBody>
            </p:sp>
            <p:sp>
              <p:nvSpPr>
                <p:cNvPr id="1185" name="Freeform 472">
                  <a:extLst>
                    <a:ext uri="{FF2B5EF4-FFF2-40B4-BE49-F238E27FC236}">
                      <a16:creationId xmlns:a16="http://schemas.microsoft.com/office/drawing/2014/main" id="{78378E05-F160-32BD-D884-55E0B5D6952C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454" y="4008"/>
                  <a:ext cx="8" cy="17"/>
                </a:xfrm>
                <a:custGeom>
                  <a:avLst/>
                  <a:gdLst>
                    <a:gd name="T0" fmla="*/ 0 w 57"/>
                    <a:gd name="T1" fmla="*/ 0 h 113"/>
                    <a:gd name="T2" fmla="*/ 0 w 57"/>
                    <a:gd name="T3" fmla="*/ 0 h 113"/>
                    <a:gd name="T4" fmla="*/ 0 w 57"/>
                    <a:gd name="T5" fmla="*/ 0 h 113"/>
                    <a:gd name="T6" fmla="*/ 0 w 57"/>
                    <a:gd name="T7" fmla="*/ 0 h 113"/>
                    <a:gd name="T8" fmla="*/ 0 w 57"/>
                    <a:gd name="T9" fmla="*/ 0 h 113"/>
                    <a:gd name="T10" fmla="*/ 0 w 57"/>
                    <a:gd name="T11" fmla="*/ 0 h 113"/>
                    <a:gd name="T12" fmla="*/ 0 w 57"/>
                    <a:gd name="T13" fmla="*/ 0 h 113"/>
                    <a:gd name="T14" fmla="*/ 0 w 57"/>
                    <a:gd name="T15" fmla="*/ 0 h 113"/>
                    <a:gd name="T16" fmla="*/ 0 w 57"/>
                    <a:gd name="T17" fmla="*/ 0 h 113"/>
                    <a:gd name="T18" fmla="*/ 0 w 57"/>
                    <a:gd name="T19" fmla="*/ 0 h 113"/>
                    <a:gd name="T20" fmla="*/ 0 w 57"/>
                    <a:gd name="T21" fmla="*/ 0 h 113"/>
                    <a:gd name="T22" fmla="*/ 0 w 57"/>
                    <a:gd name="T23" fmla="*/ 0 h 113"/>
                    <a:gd name="T24" fmla="*/ 0 w 57"/>
                    <a:gd name="T25" fmla="*/ 0 h 113"/>
                    <a:gd name="T26" fmla="*/ 0 w 57"/>
                    <a:gd name="T27" fmla="*/ 0 h 113"/>
                    <a:gd name="T28" fmla="*/ 0 w 57"/>
                    <a:gd name="T29" fmla="*/ 0 h 113"/>
                    <a:gd name="T30" fmla="*/ 0 60000 65536"/>
                    <a:gd name="T31" fmla="*/ 0 60000 65536"/>
                    <a:gd name="T32" fmla="*/ 0 60000 65536"/>
                    <a:gd name="T33" fmla="*/ 0 60000 65536"/>
                    <a:gd name="T34" fmla="*/ 0 60000 65536"/>
                    <a:gd name="T35" fmla="*/ 0 60000 65536"/>
                    <a:gd name="T36" fmla="*/ 0 60000 65536"/>
                    <a:gd name="T37" fmla="*/ 0 60000 65536"/>
                    <a:gd name="T38" fmla="*/ 0 60000 65536"/>
                    <a:gd name="T39" fmla="*/ 0 60000 65536"/>
                    <a:gd name="T40" fmla="*/ 0 60000 65536"/>
                    <a:gd name="T41" fmla="*/ 0 60000 65536"/>
                    <a:gd name="T42" fmla="*/ 0 60000 65536"/>
                    <a:gd name="T43" fmla="*/ 0 60000 65536"/>
                    <a:gd name="T44" fmla="*/ 0 60000 65536"/>
                    <a:gd name="T45" fmla="*/ 0 w 57"/>
                    <a:gd name="T46" fmla="*/ 0 h 113"/>
                    <a:gd name="T47" fmla="*/ 57 w 57"/>
                    <a:gd name="T48" fmla="*/ 113 h 113"/>
                  </a:gdLst>
                  <a:ahLst/>
                  <a:cxnLst>
                    <a:cxn ang="T30">
                      <a:pos x="T0" y="T1"/>
                    </a:cxn>
                    <a:cxn ang="T31">
                      <a:pos x="T2" y="T3"/>
                    </a:cxn>
                    <a:cxn ang="T32">
                      <a:pos x="T4" y="T5"/>
                    </a:cxn>
                    <a:cxn ang="T33">
                      <a:pos x="T6" y="T7"/>
                    </a:cxn>
                    <a:cxn ang="T34">
                      <a:pos x="T8" y="T9"/>
                    </a:cxn>
                    <a:cxn ang="T35">
                      <a:pos x="T10" y="T11"/>
                    </a:cxn>
                    <a:cxn ang="T36">
                      <a:pos x="T12" y="T13"/>
                    </a:cxn>
                    <a:cxn ang="T37">
                      <a:pos x="T14" y="T15"/>
                    </a:cxn>
                    <a:cxn ang="T38">
                      <a:pos x="T16" y="T17"/>
                    </a:cxn>
                    <a:cxn ang="T39">
                      <a:pos x="T18" y="T19"/>
                    </a:cxn>
                    <a:cxn ang="T40">
                      <a:pos x="T20" y="T21"/>
                    </a:cxn>
                    <a:cxn ang="T41">
                      <a:pos x="T22" y="T23"/>
                    </a:cxn>
                    <a:cxn ang="T42">
                      <a:pos x="T24" y="T25"/>
                    </a:cxn>
                    <a:cxn ang="T43">
                      <a:pos x="T26" y="T27"/>
                    </a:cxn>
                    <a:cxn ang="T44">
                      <a:pos x="T28" y="T29"/>
                    </a:cxn>
                  </a:cxnLst>
                  <a:rect l="T45" t="T46" r="T47" b="T48"/>
                  <a:pathLst>
                    <a:path w="57" h="113">
                      <a:moveTo>
                        <a:pt x="0" y="0"/>
                      </a:moveTo>
                      <a:lnTo>
                        <a:pt x="12" y="2"/>
                      </a:lnTo>
                      <a:lnTo>
                        <a:pt x="25" y="7"/>
                      </a:lnTo>
                      <a:lnTo>
                        <a:pt x="35" y="13"/>
                      </a:lnTo>
                      <a:lnTo>
                        <a:pt x="44" y="22"/>
                      </a:lnTo>
                      <a:lnTo>
                        <a:pt x="51" y="32"/>
                      </a:lnTo>
                      <a:lnTo>
                        <a:pt x="55" y="45"/>
                      </a:lnTo>
                      <a:lnTo>
                        <a:pt x="57" y="57"/>
                      </a:lnTo>
                      <a:lnTo>
                        <a:pt x="55" y="69"/>
                      </a:lnTo>
                      <a:lnTo>
                        <a:pt x="51" y="82"/>
                      </a:lnTo>
                      <a:lnTo>
                        <a:pt x="44" y="92"/>
                      </a:lnTo>
                      <a:lnTo>
                        <a:pt x="35" y="101"/>
                      </a:lnTo>
                      <a:lnTo>
                        <a:pt x="25" y="108"/>
                      </a:lnTo>
                      <a:lnTo>
                        <a:pt x="12" y="112"/>
                      </a:lnTo>
                      <a:lnTo>
                        <a:pt x="0" y="113"/>
                      </a:lnTo>
                    </a:path>
                  </a:pathLst>
                </a:custGeom>
                <a:noFill/>
                <a:ln w="0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pPr algn="l" defTabSz="1828800" hangingPunct="1"/>
                  <a:endParaRPr lang="zh-CN" altLang="en-US" sz="3600" b="0" kern="1200">
                    <a:solidFill>
                      <a:prstClr val="black"/>
                    </a:solidFill>
                    <a:latin typeface="等线" panose="020F0502020204030204"/>
                    <a:ea typeface="等线" panose="02010600030101010101" pitchFamily="2" charset="-122"/>
                    <a:cs typeface="+mn-cs"/>
                  </a:endParaRPr>
                </a:p>
              </p:txBody>
            </p:sp>
            <p:sp>
              <p:nvSpPr>
                <p:cNvPr id="1186" name="Freeform 473">
                  <a:extLst>
                    <a:ext uri="{FF2B5EF4-FFF2-40B4-BE49-F238E27FC236}">
                      <a16:creationId xmlns:a16="http://schemas.microsoft.com/office/drawing/2014/main" id="{141CCB7F-ED96-600E-BA38-8316E35E2408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321" y="4008"/>
                  <a:ext cx="135" cy="17"/>
                </a:xfrm>
                <a:custGeom>
                  <a:avLst/>
                  <a:gdLst>
                    <a:gd name="T0" fmla="*/ 0 w 929"/>
                    <a:gd name="T1" fmla="*/ 0 h 113"/>
                    <a:gd name="T2" fmla="*/ 0 w 929"/>
                    <a:gd name="T3" fmla="*/ 0 h 113"/>
                    <a:gd name="T4" fmla="*/ 0 w 929"/>
                    <a:gd name="T5" fmla="*/ 0 h 113"/>
                    <a:gd name="T6" fmla="*/ 0 w 929"/>
                    <a:gd name="T7" fmla="*/ 0 h 113"/>
                    <a:gd name="T8" fmla="*/ 0 w 929"/>
                    <a:gd name="T9" fmla="*/ 0 h 113"/>
                    <a:gd name="T10" fmla="*/ 0 w 929"/>
                    <a:gd name="T11" fmla="*/ 0 h 113"/>
                    <a:gd name="T12" fmla="*/ 0 w 929"/>
                    <a:gd name="T13" fmla="*/ 0 h 113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929"/>
                    <a:gd name="T22" fmla="*/ 0 h 113"/>
                    <a:gd name="T23" fmla="*/ 929 w 929"/>
                    <a:gd name="T24" fmla="*/ 113 h 113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929" h="113">
                      <a:moveTo>
                        <a:pt x="929" y="113"/>
                      </a:moveTo>
                      <a:lnTo>
                        <a:pt x="929" y="57"/>
                      </a:lnTo>
                      <a:lnTo>
                        <a:pt x="929" y="0"/>
                      </a:lnTo>
                      <a:lnTo>
                        <a:pt x="0" y="0"/>
                      </a:lnTo>
                      <a:lnTo>
                        <a:pt x="0" y="57"/>
                      </a:lnTo>
                      <a:lnTo>
                        <a:pt x="0" y="113"/>
                      </a:lnTo>
                      <a:lnTo>
                        <a:pt x="929" y="113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algn="l" defTabSz="1828800" hangingPunct="1"/>
                  <a:endParaRPr lang="zh-CN" altLang="en-US" sz="3600" b="0" kern="1200">
                    <a:solidFill>
                      <a:prstClr val="black"/>
                    </a:solidFill>
                    <a:latin typeface="等线" panose="020F0502020204030204"/>
                    <a:ea typeface="等线" panose="02010600030101010101" pitchFamily="2" charset="-122"/>
                    <a:cs typeface="+mn-cs"/>
                  </a:endParaRPr>
                </a:p>
              </p:txBody>
            </p:sp>
            <p:sp>
              <p:nvSpPr>
                <p:cNvPr id="1187" name="Freeform 474">
                  <a:extLst>
                    <a:ext uri="{FF2B5EF4-FFF2-40B4-BE49-F238E27FC236}">
                      <a16:creationId xmlns:a16="http://schemas.microsoft.com/office/drawing/2014/main" id="{70894C48-C59F-39F2-9CC6-CA7CCA513559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321" y="4008"/>
                  <a:ext cx="135" cy="17"/>
                </a:xfrm>
                <a:custGeom>
                  <a:avLst/>
                  <a:gdLst>
                    <a:gd name="T0" fmla="*/ 0 w 929"/>
                    <a:gd name="T1" fmla="*/ 0 h 113"/>
                    <a:gd name="T2" fmla="*/ 0 w 929"/>
                    <a:gd name="T3" fmla="*/ 0 h 113"/>
                    <a:gd name="T4" fmla="*/ 0 w 929"/>
                    <a:gd name="T5" fmla="*/ 0 h 113"/>
                    <a:gd name="T6" fmla="*/ 0 w 929"/>
                    <a:gd name="T7" fmla="*/ 0 h 113"/>
                    <a:gd name="T8" fmla="*/ 0 w 929"/>
                    <a:gd name="T9" fmla="*/ 0 h 113"/>
                    <a:gd name="T10" fmla="*/ 0 w 929"/>
                    <a:gd name="T11" fmla="*/ 0 h 113"/>
                    <a:gd name="T12" fmla="*/ 0 w 929"/>
                    <a:gd name="T13" fmla="*/ 0 h 113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929"/>
                    <a:gd name="T22" fmla="*/ 0 h 113"/>
                    <a:gd name="T23" fmla="*/ 929 w 929"/>
                    <a:gd name="T24" fmla="*/ 113 h 113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929" h="113">
                      <a:moveTo>
                        <a:pt x="929" y="113"/>
                      </a:moveTo>
                      <a:lnTo>
                        <a:pt x="929" y="57"/>
                      </a:lnTo>
                      <a:lnTo>
                        <a:pt x="929" y="0"/>
                      </a:lnTo>
                      <a:lnTo>
                        <a:pt x="0" y="0"/>
                      </a:lnTo>
                      <a:lnTo>
                        <a:pt x="0" y="57"/>
                      </a:lnTo>
                      <a:lnTo>
                        <a:pt x="0" y="113"/>
                      </a:lnTo>
                      <a:lnTo>
                        <a:pt x="929" y="113"/>
                      </a:lnTo>
                      <a:close/>
                    </a:path>
                  </a:pathLst>
                </a:custGeom>
                <a:solidFill>
                  <a:srgbClr val="FF33CC"/>
                </a:solidFill>
                <a:ln w="0">
                  <a:solidFill>
                    <a:srgbClr val="FF33CC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pPr algn="l" defTabSz="1828800" hangingPunct="1"/>
                  <a:endParaRPr lang="zh-CN" altLang="en-US" sz="3600" b="0" kern="1200">
                    <a:solidFill>
                      <a:prstClr val="black"/>
                    </a:solidFill>
                    <a:latin typeface="等线" panose="020F0502020204030204"/>
                    <a:ea typeface="等线" panose="02010600030101010101" pitchFamily="2" charset="-122"/>
                    <a:cs typeface="+mn-cs"/>
                  </a:endParaRPr>
                </a:p>
              </p:txBody>
            </p:sp>
            <p:sp>
              <p:nvSpPr>
                <p:cNvPr id="1188" name="Freeform 475">
                  <a:extLst>
                    <a:ext uri="{FF2B5EF4-FFF2-40B4-BE49-F238E27FC236}">
                      <a16:creationId xmlns:a16="http://schemas.microsoft.com/office/drawing/2014/main" id="{A7B6B0D8-89E6-32D4-48E4-F9EB28AA2280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313" y="4008"/>
                  <a:ext cx="8" cy="17"/>
                </a:xfrm>
                <a:custGeom>
                  <a:avLst/>
                  <a:gdLst>
                    <a:gd name="T0" fmla="*/ 0 w 56"/>
                    <a:gd name="T1" fmla="*/ 0 h 113"/>
                    <a:gd name="T2" fmla="*/ 0 w 56"/>
                    <a:gd name="T3" fmla="*/ 0 h 113"/>
                    <a:gd name="T4" fmla="*/ 0 w 56"/>
                    <a:gd name="T5" fmla="*/ 0 h 113"/>
                    <a:gd name="T6" fmla="*/ 0 w 56"/>
                    <a:gd name="T7" fmla="*/ 0 h 113"/>
                    <a:gd name="T8" fmla="*/ 0 w 56"/>
                    <a:gd name="T9" fmla="*/ 0 h 113"/>
                    <a:gd name="T10" fmla="*/ 0 w 56"/>
                    <a:gd name="T11" fmla="*/ 0 h 113"/>
                    <a:gd name="T12" fmla="*/ 0 w 56"/>
                    <a:gd name="T13" fmla="*/ 0 h 113"/>
                    <a:gd name="T14" fmla="*/ 0 w 56"/>
                    <a:gd name="T15" fmla="*/ 0 h 113"/>
                    <a:gd name="T16" fmla="*/ 0 w 56"/>
                    <a:gd name="T17" fmla="*/ 0 h 113"/>
                    <a:gd name="T18" fmla="*/ 0 w 56"/>
                    <a:gd name="T19" fmla="*/ 0 h 113"/>
                    <a:gd name="T20" fmla="*/ 0 w 56"/>
                    <a:gd name="T21" fmla="*/ 0 h 113"/>
                    <a:gd name="T22" fmla="*/ 0 w 56"/>
                    <a:gd name="T23" fmla="*/ 0 h 113"/>
                    <a:gd name="T24" fmla="*/ 0 w 56"/>
                    <a:gd name="T25" fmla="*/ 0 h 113"/>
                    <a:gd name="T26" fmla="*/ 0 w 56"/>
                    <a:gd name="T27" fmla="*/ 0 h 113"/>
                    <a:gd name="T28" fmla="*/ 0 w 56"/>
                    <a:gd name="T29" fmla="*/ 0 h 113"/>
                    <a:gd name="T30" fmla="*/ 0 w 56"/>
                    <a:gd name="T31" fmla="*/ 0 h 113"/>
                    <a:gd name="T32" fmla="*/ 0 w 56"/>
                    <a:gd name="T33" fmla="*/ 0 h 113"/>
                    <a:gd name="T34" fmla="*/ 0 60000 65536"/>
                    <a:gd name="T35" fmla="*/ 0 60000 65536"/>
                    <a:gd name="T36" fmla="*/ 0 60000 65536"/>
                    <a:gd name="T37" fmla="*/ 0 60000 65536"/>
                    <a:gd name="T38" fmla="*/ 0 60000 65536"/>
                    <a:gd name="T39" fmla="*/ 0 60000 65536"/>
                    <a:gd name="T40" fmla="*/ 0 60000 65536"/>
                    <a:gd name="T41" fmla="*/ 0 60000 65536"/>
                    <a:gd name="T42" fmla="*/ 0 60000 65536"/>
                    <a:gd name="T43" fmla="*/ 0 60000 65536"/>
                    <a:gd name="T44" fmla="*/ 0 60000 65536"/>
                    <a:gd name="T45" fmla="*/ 0 60000 65536"/>
                    <a:gd name="T46" fmla="*/ 0 60000 65536"/>
                    <a:gd name="T47" fmla="*/ 0 60000 65536"/>
                    <a:gd name="T48" fmla="*/ 0 60000 65536"/>
                    <a:gd name="T49" fmla="*/ 0 60000 65536"/>
                    <a:gd name="T50" fmla="*/ 0 60000 65536"/>
                    <a:gd name="T51" fmla="*/ 0 w 56"/>
                    <a:gd name="T52" fmla="*/ 0 h 113"/>
                    <a:gd name="T53" fmla="*/ 56 w 56"/>
                    <a:gd name="T54" fmla="*/ 113 h 113"/>
                  </a:gdLst>
                  <a:ahLst/>
                  <a:cxnLst>
                    <a:cxn ang="T34">
                      <a:pos x="T0" y="T1"/>
                    </a:cxn>
                    <a:cxn ang="T35">
                      <a:pos x="T2" y="T3"/>
                    </a:cxn>
                    <a:cxn ang="T36">
                      <a:pos x="T4" y="T5"/>
                    </a:cxn>
                    <a:cxn ang="T37">
                      <a:pos x="T6" y="T7"/>
                    </a:cxn>
                    <a:cxn ang="T38">
                      <a:pos x="T8" y="T9"/>
                    </a:cxn>
                    <a:cxn ang="T39">
                      <a:pos x="T10" y="T11"/>
                    </a:cxn>
                    <a:cxn ang="T40">
                      <a:pos x="T12" y="T13"/>
                    </a:cxn>
                    <a:cxn ang="T41">
                      <a:pos x="T14" y="T15"/>
                    </a:cxn>
                    <a:cxn ang="T42">
                      <a:pos x="T16" y="T17"/>
                    </a:cxn>
                    <a:cxn ang="T43">
                      <a:pos x="T18" y="T19"/>
                    </a:cxn>
                    <a:cxn ang="T44">
                      <a:pos x="T20" y="T21"/>
                    </a:cxn>
                    <a:cxn ang="T45">
                      <a:pos x="T22" y="T23"/>
                    </a:cxn>
                    <a:cxn ang="T46">
                      <a:pos x="T24" y="T25"/>
                    </a:cxn>
                    <a:cxn ang="T47">
                      <a:pos x="T26" y="T27"/>
                    </a:cxn>
                    <a:cxn ang="T48">
                      <a:pos x="T28" y="T29"/>
                    </a:cxn>
                    <a:cxn ang="T49">
                      <a:pos x="T30" y="T31"/>
                    </a:cxn>
                    <a:cxn ang="T50">
                      <a:pos x="T32" y="T33"/>
                    </a:cxn>
                  </a:cxnLst>
                  <a:rect l="T51" t="T52" r="T53" b="T54"/>
                  <a:pathLst>
                    <a:path w="56" h="113">
                      <a:moveTo>
                        <a:pt x="56" y="57"/>
                      </a:moveTo>
                      <a:lnTo>
                        <a:pt x="56" y="113"/>
                      </a:lnTo>
                      <a:lnTo>
                        <a:pt x="43" y="112"/>
                      </a:lnTo>
                      <a:lnTo>
                        <a:pt x="31" y="108"/>
                      </a:lnTo>
                      <a:lnTo>
                        <a:pt x="21" y="101"/>
                      </a:lnTo>
                      <a:lnTo>
                        <a:pt x="12" y="92"/>
                      </a:lnTo>
                      <a:lnTo>
                        <a:pt x="5" y="82"/>
                      </a:lnTo>
                      <a:lnTo>
                        <a:pt x="1" y="69"/>
                      </a:lnTo>
                      <a:lnTo>
                        <a:pt x="0" y="57"/>
                      </a:lnTo>
                      <a:lnTo>
                        <a:pt x="1" y="45"/>
                      </a:lnTo>
                      <a:lnTo>
                        <a:pt x="5" y="32"/>
                      </a:lnTo>
                      <a:lnTo>
                        <a:pt x="12" y="22"/>
                      </a:lnTo>
                      <a:lnTo>
                        <a:pt x="21" y="13"/>
                      </a:lnTo>
                      <a:lnTo>
                        <a:pt x="31" y="7"/>
                      </a:lnTo>
                      <a:lnTo>
                        <a:pt x="43" y="2"/>
                      </a:lnTo>
                      <a:lnTo>
                        <a:pt x="56" y="0"/>
                      </a:lnTo>
                      <a:lnTo>
                        <a:pt x="56" y="57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algn="l" defTabSz="1828800" hangingPunct="1"/>
                  <a:endParaRPr lang="zh-CN" altLang="en-US" sz="3600" b="0" kern="1200">
                    <a:solidFill>
                      <a:prstClr val="black"/>
                    </a:solidFill>
                    <a:latin typeface="等线" panose="020F0502020204030204"/>
                    <a:ea typeface="等线" panose="02010600030101010101" pitchFamily="2" charset="-122"/>
                    <a:cs typeface="+mn-cs"/>
                  </a:endParaRPr>
                </a:p>
              </p:txBody>
            </p:sp>
            <p:sp>
              <p:nvSpPr>
                <p:cNvPr id="1189" name="Freeform 476">
                  <a:extLst>
                    <a:ext uri="{FF2B5EF4-FFF2-40B4-BE49-F238E27FC236}">
                      <a16:creationId xmlns:a16="http://schemas.microsoft.com/office/drawing/2014/main" id="{9A74B368-1763-ADA0-F768-9CD8C7EEFA9C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313" y="4008"/>
                  <a:ext cx="8" cy="17"/>
                </a:xfrm>
                <a:custGeom>
                  <a:avLst/>
                  <a:gdLst>
                    <a:gd name="T0" fmla="*/ 0 w 56"/>
                    <a:gd name="T1" fmla="*/ 0 h 113"/>
                    <a:gd name="T2" fmla="*/ 0 w 56"/>
                    <a:gd name="T3" fmla="*/ 0 h 113"/>
                    <a:gd name="T4" fmla="*/ 0 w 56"/>
                    <a:gd name="T5" fmla="*/ 0 h 113"/>
                    <a:gd name="T6" fmla="*/ 0 w 56"/>
                    <a:gd name="T7" fmla="*/ 0 h 113"/>
                    <a:gd name="T8" fmla="*/ 0 w 56"/>
                    <a:gd name="T9" fmla="*/ 0 h 113"/>
                    <a:gd name="T10" fmla="*/ 0 w 56"/>
                    <a:gd name="T11" fmla="*/ 0 h 113"/>
                    <a:gd name="T12" fmla="*/ 0 w 56"/>
                    <a:gd name="T13" fmla="*/ 0 h 113"/>
                    <a:gd name="T14" fmla="*/ 0 w 56"/>
                    <a:gd name="T15" fmla="*/ 0 h 113"/>
                    <a:gd name="T16" fmla="*/ 0 w 56"/>
                    <a:gd name="T17" fmla="*/ 0 h 113"/>
                    <a:gd name="T18" fmla="*/ 0 w 56"/>
                    <a:gd name="T19" fmla="*/ 0 h 113"/>
                    <a:gd name="T20" fmla="*/ 0 w 56"/>
                    <a:gd name="T21" fmla="*/ 0 h 113"/>
                    <a:gd name="T22" fmla="*/ 0 w 56"/>
                    <a:gd name="T23" fmla="*/ 0 h 113"/>
                    <a:gd name="T24" fmla="*/ 0 w 56"/>
                    <a:gd name="T25" fmla="*/ 0 h 113"/>
                    <a:gd name="T26" fmla="*/ 0 w 56"/>
                    <a:gd name="T27" fmla="*/ 0 h 113"/>
                    <a:gd name="T28" fmla="*/ 0 w 56"/>
                    <a:gd name="T29" fmla="*/ 0 h 113"/>
                    <a:gd name="T30" fmla="*/ 0 60000 65536"/>
                    <a:gd name="T31" fmla="*/ 0 60000 65536"/>
                    <a:gd name="T32" fmla="*/ 0 60000 65536"/>
                    <a:gd name="T33" fmla="*/ 0 60000 65536"/>
                    <a:gd name="T34" fmla="*/ 0 60000 65536"/>
                    <a:gd name="T35" fmla="*/ 0 60000 65536"/>
                    <a:gd name="T36" fmla="*/ 0 60000 65536"/>
                    <a:gd name="T37" fmla="*/ 0 60000 65536"/>
                    <a:gd name="T38" fmla="*/ 0 60000 65536"/>
                    <a:gd name="T39" fmla="*/ 0 60000 65536"/>
                    <a:gd name="T40" fmla="*/ 0 60000 65536"/>
                    <a:gd name="T41" fmla="*/ 0 60000 65536"/>
                    <a:gd name="T42" fmla="*/ 0 60000 65536"/>
                    <a:gd name="T43" fmla="*/ 0 60000 65536"/>
                    <a:gd name="T44" fmla="*/ 0 60000 65536"/>
                    <a:gd name="T45" fmla="*/ 0 w 56"/>
                    <a:gd name="T46" fmla="*/ 0 h 113"/>
                    <a:gd name="T47" fmla="*/ 56 w 56"/>
                    <a:gd name="T48" fmla="*/ 113 h 113"/>
                  </a:gdLst>
                  <a:ahLst/>
                  <a:cxnLst>
                    <a:cxn ang="T30">
                      <a:pos x="T0" y="T1"/>
                    </a:cxn>
                    <a:cxn ang="T31">
                      <a:pos x="T2" y="T3"/>
                    </a:cxn>
                    <a:cxn ang="T32">
                      <a:pos x="T4" y="T5"/>
                    </a:cxn>
                    <a:cxn ang="T33">
                      <a:pos x="T6" y="T7"/>
                    </a:cxn>
                    <a:cxn ang="T34">
                      <a:pos x="T8" y="T9"/>
                    </a:cxn>
                    <a:cxn ang="T35">
                      <a:pos x="T10" y="T11"/>
                    </a:cxn>
                    <a:cxn ang="T36">
                      <a:pos x="T12" y="T13"/>
                    </a:cxn>
                    <a:cxn ang="T37">
                      <a:pos x="T14" y="T15"/>
                    </a:cxn>
                    <a:cxn ang="T38">
                      <a:pos x="T16" y="T17"/>
                    </a:cxn>
                    <a:cxn ang="T39">
                      <a:pos x="T18" y="T19"/>
                    </a:cxn>
                    <a:cxn ang="T40">
                      <a:pos x="T20" y="T21"/>
                    </a:cxn>
                    <a:cxn ang="T41">
                      <a:pos x="T22" y="T23"/>
                    </a:cxn>
                    <a:cxn ang="T42">
                      <a:pos x="T24" y="T25"/>
                    </a:cxn>
                    <a:cxn ang="T43">
                      <a:pos x="T26" y="T27"/>
                    </a:cxn>
                    <a:cxn ang="T44">
                      <a:pos x="T28" y="T29"/>
                    </a:cxn>
                  </a:cxnLst>
                  <a:rect l="T45" t="T46" r="T47" b="T48"/>
                  <a:pathLst>
                    <a:path w="56" h="113">
                      <a:moveTo>
                        <a:pt x="56" y="113"/>
                      </a:moveTo>
                      <a:lnTo>
                        <a:pt x="43" y="112"/>
                      </a:lnTo>
                      <a:lnTo>
                        <a:pt x="31" y="108"/>
                      </a:lnTo>
                      <a:lnTo>
                        <a:pt x="21" y="101"/>
                      </a:lnTo>
                      <a:lnTo>
                        <a:pt x="12" y="92"/>
                      </a:lnTo>
                      <a:lnTo>
                        <a:pt x="5" y="82"/>
                      </a:lnTo>
                      <a:lnTo>
                        <a:pt x="1" y="69"/>
                      </a:lnTo>
                      <a:lnTo>
                        <a:pt x="0" y="57"/>
                      </a:lnTo>
                      <a:lnTo>
                        <a:pt x="1" y="45"/>
                      </a:lnTo>
                      <a:lnTo>
                        <a:pt x="5" y="32"/>
                      </a:lnTo>
                      <a:lnTo>
                        <a:pt x="12" y="22"/>
                      </a:lnTo>
                      <a:lnTo>
                        <a:pt x="21" y="13"/>
                      </a:lnTo>
                      <a:lnTo>
                        <a:pt x="31" y="7"/>
                      </a:lnTo>
                      <a:lnTo>
                        <a:pt x="43" y="2"/>
                      </a:lnTo>
                      <a:lnTo>
                        <a:pt x="56" y="0"/>
                      </a:lnTo>
                    </a:path>
                  </a:pathLst>
                </a:custGeom>
                <a:noFill/>
                <a:ln w="0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pPr algn="l" defTabSz="1828800" hangingPunct="1"/>
                  <a:endParaRPr lang="zh-CN" altLang="en-US" sz="3600" b="0" kern="1200">
                    <a:solidFill>
                      <a:prstClr val="black"/>
                    </a:solidFill>
                    <a:latin typeface="等线" panose="020F0502020204030204"/>
                    <a:ea typeface="等线" panose="02010600030101010101" pitchFamily="2" charset="-122"/>
                    <a:cs typeface="+mn-cs"/>
                  </a:endParaRPr>
                </a:p>
              </p:txBody>
            </p:sp>
            <p:sp>
              <p:nvSpPr>
                <p:cNvPr id="1190" name="Freeform 477">
                  <a:extLst>
                    <a:ext uri="{FF2B5EF4-FFF2-40B4-BE49-F238E27FC236}">
                      <a16:creationId xmlns:a16="http://schemas.microsoft.com/office/drawing/2014/main" id="{70090C67-B6EC-EA06-81D0-92D7F1CD969E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109" y="4117"/>
                  <a:ext cx="8" cy="16"/>
                </a:xfrm>
                <a:custGeom>
                  <a:avLst/>
                  <a:gdLst>
                    <a:gd name="T0" fmla="*/ 0 w 56"/>
                    <a:gd name="T1" fmla="*/ 0 h 114"/>
                    <a:gd name="T2" fmla="*/ 0 w 56"/>
                    <a:gd name="T3" fmla="*/ 0 h 114"/>
                    <a:gd name="T4" fmla="*/ 0 w 56"/>
                    <a:gd name="T5" fmla="*/ 0 h 114"/>
                    <a:gd name="T6" fmla="*/ 0 w 56"/>
                    <a:gd name="T7" fmla="*/ 0 h 114"/>
                    <a:gd name="T8" fmla="*/ 0 w 56"/>
                    <a:gd name="T9" fmla="*/ 0 h 114"/>
                    <a:gd name="T10" fmla="*/ 0 w 56"/>
                    <a:gd name="T11" fmla="*/ 0 h 114"/>
                    <a:gd name="T12" fmla="*/ 0 w 56"/>
                    <a:gd name="T13" fmla="*/ 0 h 114"/>
                    <a:gd name="T14" fmla="*/ 0 w 56"/>
                    <a:gd name="T15" fmla="*/ 0 h 114"/>
                    <a:gd name="T16" fmla="*/ 0 w 56"/>
                    <a:gd name="T17" fmla="*/ 0 h 114"/>
                    <a:gd name="T18" fmla="*/ 0 w 56"/>
                    <a:gd name="T19" fmla="*/ 0 h 114"/>
                    <a:gd name="T20" fmla="*/ 0 w 56"/>
                    <a:gd name="T21" fmla="*/ 0 h 114"/>
                    <a:gd name="T22" fmla="*/ 0 w 56"/>
                    <a:gd name="T23" fmla="*/ 0 h 114"/>
                    <a:gd name="T24" fmla="*/ 0 w 56"/>
                    <a:gd name="T25" fmla="*/ 0 h 114"/>
                    <a:gd name="T26" fmla="*/ 0 w 56"/>
                    <a:gd name="T27" fmla="*/ 0 h 114"/>
                    <a:gd name="T28" fmla="*/ 0 w 56"/>
                    <a:gd name="T29" fmla="*/ 0 h 114"/>
                    <a:gd name="T30" fmla="*/ 0 w 56"/>
                    <a:gd name="T31" fmla="*/ 0 h 114"/>
                    <a:gd name="T32" fmla="*/ 0 w 56"/>
                    <a:gd name="T33" fmla="*/ 0 h 114"/>
                    <a:gd name="T34" fmla="*/ 0 60000 65536"/>
                    <a:gd name="T35" fmla="*/ 0 60000 65536"/>
                    <a:gd name="T36" fmla="*/ 0 60000 65536"/>
                    <a:gd name="T37" fmla="*/ 0 60000 65536"/>
                    <a:gd name="T38" fmla="*/ 0 60000 65536"/>
                    <a:gd name="T39" fmla="*/ 0 60000 65536"/>
                    <a:gd name="T40" fmla="*/ 0 60000 65536"/>
                    <a:gd name="T41" fmla="*/ 0 60000 65536"/>
                    <a:gd name="T42" fmla="*/ 0 60000 65536"/>
                    <a:gd name="T43" fmla="*/ 0 60000 65536"/>
                    <a:gd name="T44" fmla="*/ 0 60000 65536"/>
                    <a:gd name="T45" fmla="*/ 0 60000 65536"/>
                    <a:gd name="T46" fmla="*/ 0 60000 65536"/>
                    <a:gd name="T47" fmla="*/ 0 60000 65536"/>
                    <a:gd name="T48" fmla="*/ 0 60000 65536"/>
                    <a:gd name="T49" fmla="*/ 0 60000 65536"/>
                    <a:gd name="T50" fmla="*/ 0 60000 65536"/>
                    <a:gd name="T51" fmla="*/ 0 w 56"/>
                    <a:gd name="T52" fmla="*/ 0 h 114"/>
                    <a:gd name="T53" fmla="*/ 56 w 56"/>
                    <a:gd name="T54" fmla="*/ 114 h 114"/>
                  </a:gdLst>
                  <a:ahLst/>
                  <a:cxnLst>
                    <a:cxn ang="T34">
                      <a:pos x="T0" y="T1"/>
                    </a:cxn>
                    <a:cxn ang="T35">
                      <a:pos x="T2" y="T3"/>
                    </a:cxn>
                    <a:cxn ang="T36">
                      <a:pos x="T4" y="T5"/>
                    </a:cxn>
                    <a:cxn ang="T37">
                      <a:pos x="T6" y="T7"/>
                    </a:cxn>
                    <a:cxn ang="T38">
                      <a:pos x="T8" y="T9"/>
                    </a:cxn>
                    <a:cxn ang="T39">
                      <a:pos x="T10" y="T11"/>
                    </a:cxn>
                    <a:cxn ang="T40">
                      <a:pos x="T12" y="T13"/>
                    </a:cxn>
                    <a:cxn ang="T41">
                      <a:pos x="T14" y="T15"/>
                    </a:cxn>
                    <a:cxn ang="T42">
                      <a:pos x="T16" y="T17"/>
                    </a:cxn>
                    <a:cxn ang="T43">
                      <a:pos x="T18" y="T19"/>
                    </a:cxn>
                    <a:cxn ang="T44">
                      <a:pos x="T20" y="T21"/>
                    </a:cxn>
                    <a:cxn ang="T45">
                      <a:pos x="T22" y="T23"/>
                    </a:cxn>
                    <a:cxn ang="T46">
                      <a:pos x="T24" y="T25"/>
                    </a:cxn>
                    <a:cxn ang="T47">
                      <a:pos x="T26" y="T27"/>
                    </a:cxn>
                    <a:cxn ang="T48">
                      <a:pos x="T28" y="T29"/>
                    </a:cxn>
                    <a:cxn ang="T49">
                      <a:pos x="T30" y="T31"/>
                    </a:cxn>
                    <a:cxn ang="T50">
                      <a:pos x="T32" y="T33"/>
                    </a:cxn>
                  </a:cxnLst>
                  <a:rect l="T51" t="T52" r="T53" b="T54"/>
                  <a:pathLst>
                    <a:path w="56" h="114">
                      <a:moveTo>
                        <a:pt x="56" y="58"/>
                      </a:moveTo>
                      <a:lnTo>
                        <a:pt x="56" y="114"/>
                      </a:lnTo>
                      <a:lnTo>
                        <a:pt x="44" y="113"/>
                      </a:lnTo>
                      <a:lnTo>
                        <a:pt x="31" y="108"/>
                      </a:lnTo>
                      <a:lnTo>
                        <a:pt x="21" y="101"/>
                      </a:lnTo>
                      <a:lnTo>
                        <a:pt x="12" y="92"/>
                      </a:lnTo>
                      <a:lnTo>
                        <a:pt x="6" y="82"/>
                      </a:lnTo>
                      <a:lnTo>
                        <a:pt x="1" y="70"/>
                      </a:lnTo>
                      <a:lnTo>
                        <a:pt x="0" y="58"/>
                      </a:lnTo>
                      <a:lnTo>
                        <a:pt x="1" y="45"/>
                      </a:lnTo>
                      <a:lnTo>
                        <a:pt x="6" y="33"/>
                      </a:lnTo>
                      <a:lnTo>
                        <a:pt x="12" y="23"/>
                      </a:lnTo>
                      <a:lnTo>
                        <a:pt x="21" y="14"/>
                      </a:lnTo>
                      <a:lnTo>
                        <a:pt x="31" y="7"/>
                      </a:lnTo>
                      <a:lnTo>
                        <a:pt x="44" y="3"/>
                      </a:lnTo>
                      <a:lnTo>
                        <a:pt x="56" y="0"/>
                      </a:lnTo>
                      <a:lnTo>
                        <a:pt x="56" y="58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algn="l" defTabSz="1828800" hangingPunct="1"/>
                  <a:endParaRPr lang="zh-CN" altLang="en-US" sz="3600" b="0" kern="1200">
                    <a:solidFill>
                      <a:prstClr val="black"/>
                    </a:solidFill>
                    <a:latin typeface="等线" panose="020F0502020204030204"/>
                    <a:ea typeface="等线" panose="02010600030101010101" pitchFamily="2" charset="-122"/>
                    <a:cs typeface="+mn-cs"/>
                  </a:endParaRPr>
                </a:p>
              </p:txBody>
            </p:sp>
            <p:sp>
              <p:nvSpPr>
                <p:cNvPr id="1191" name="Freeform 478">
                  <a:extLst>
                    <a:ext uri="{FF2B5EF4-FFF2-40B4-BE49-F238E27FC236}">
                      <a16:creationId xmlns:a16="http://schemas.microsoft.com/office/drawing/2014/main" id="{B586BBD3-9B03-B244-6D32-EF74FBDB8CE2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109" y="4117"/>
                  <a:ext cx="8" cy="16"/>
                </a:xfrm>
                <a:custGeom>
                  <a:avLst/>
                  <a:gdLst>
                    <a:gd name="T0" fmla="*/ 0 w 56"/>
                    <a:gd name="T1" fmla="*/ 0 h 114"/>
                    <a:gd name="T2" fmla="*/ 0 w 56"/>
                    <a:gd name="T3" fmla="*/ 0 h 114"/>
                    <a:gd name="T4" fmla="*/ 0 w 56"/>
                    <a:gd name="T5" fmla="*/ 0 h 114"/>
                    <a:gd name="T6" fmla="*/ 0 w 56"/>
                    <a:gd name="T7" fmla="*/ 0 h 114"/>
                    <a:gd name="T8" fmla="*/ 0 w 56"/>
                    <a:gd name="T9" fmla="*/ 0 h 114"/>
                    <a:gd name="T10" fmla="*/ 0 w 56"/>
                    <a:gd name="T11" fmla="*/ 0 h 114"/>
                    <a:gd name="T12" fmla="*/ 0 w 56"/>
                    <a:gd name="T13" fmla="*/ 0 h 114"/>
                    <a:gd name="T14" fmla="*/ 0 w 56"/>
                    <a:gd name="T15" fmla="*/ 0 h 114"/>
                    <a:gd name="T16" fmla="*/ 0 w 56"/>
                    <a:gd name="T17" fmla="*/ 0 h 114"/>
                    <a:gd name="T18" fmla="*/ 0 w 56"/>
                    <a:gd name="T19" fmla="*/ 0 h 114"/>
                    <a:gd name="T20" fmla="*/ 0 w 56"/>
                    <a:gd name="T21" fmla="*/ 0 h 114"/>
                    <a:gd name="T22" fmla="*/ 0 w 56"/>
                    <a:gd name="T23" fmla="*/ 0 h 114"/>
                    <a:gd name="T24" fmla="*/ 0 w 56"/>
                    <a:gd name="T25" fmla="*/ 0 h 114"/>
                    <a:gd name="T26" fmla="*/ 0 w 56"/>
                    <a:gd name="T27" fmla="*/ 0 h 114"/>
                    <a:gd name="T28" fmla="*/ 0 w 56"/>
                    <a:gd name="T29" fmla="*/ 0 h 114"/>
                    <a:gd name="T30" fmla="*/ 0 60000 65536"/>
                    <a:gd name="T31" fmla="*/ 0 60000 65536"/>
                    <a:gd name="T32" fmla="*/ 0 60000 65536"/>
                    <a:gd name="T33" fmla="*/ 0 60000 65536"/>
                    <a:gd name="T34" fmla="*/ 0 60000 65536"/>
                    <a:gd name="T35" fmla="*/ 0 60000 65536"/>
                    <a:gd name="T36" fmla="*/ 0 60000 65536"/>
                    <a:gd name="T37" fmla="*/ 0 60000 65536"/>
                    <a:gd name="T38" fmla="*/ 0 60000 65536"/>
                    <a:gd name="T39" fmla="*/ 0 60000 65536"/>
                    <a:gd name="T40" fmla="*/ 0 60000 65536"/>
                    <a:gd name="T41" fmla="*/ 0 60000 65536"/>
                    <a:gd name="T42" fmla="*/ 0 60000 65536"/>
                    <a:gd name="T43" fmla="*/ 0 60000 65536"/>
                    <a:gd name="T44" fmla="*/ 0 60000 65536"/>
                    <a:gd name="T45" fmla="*/ 0 w 56"/>
                    <a:gd name="T46" fmla="*/ 0 h 114"/>
                    <a:gd name="T47" fmla="*/ 56 w 56"/>
                    <a:gd name="T48" fmla="*/ 114 h 114"/>
                  </a:gdLst>
                  <a:ahLst/>
                  <a:cxnLst>
                    <a:cxn ang="T30">
                      <a:pos x="T0" y="T1"/>
                    </a:cxn>
                    <a:cxn ang="T31">
                      <a:pos x="T2" y="T3"/>
                    </a:cxn>
                    <a:cxn ang="T32">
                      <a:pos x="T4" y="T5"/>
                    </a:cxn>
                    <a:cxn ang="T33">
                      <a:pos x="T6" y="T7"/>
                    </a:cxn>
                    <a:cxn ang="T34">
                      <a:pos x="T8" y="T9"/>
                    </a:cxn>
                    <a:cxn ang="T35">
                      <a:pos x="T10" y="T11"/>
                    </a:cxn>
                    <a:cxn ang="T36">
                      <a:pos x="T12" y="T13"/>
                    </a:cxn>
                    <a:cxn ang="T37">
                      <a:pos x="T14" y="T15"/>
                    </a:cxn>
                    <a:cxn ang="T38">
                      <a:pos x="T16" y="T17"/>
                    </a:cxn>
                    <a:cxn ang="T39">
                      <a:pos x="T18" y="T19"/>
                    </a:cxn>
                    <a:cxn ang="T40">
                      <a:pos x="T20" y="T21"/>
                    </a:cxn>
                    <a:cxn ang="T41">
                      <a:pos x="T22" y="T23"/>
                    </a:cxn>
                    <a:cxn ang="T42">
                      <a:pos x="T24" y="T25"/>
                    </a:cxn>
                    <a:cxn ang="T43">
                      <a:pos x="T26" y="T27"/>
                    </a:cxn>
                    <a:cxn ang="T44">
                      <a:pos x="T28" y="T29"/>
                    </a:cxn>
                  </a:cxnLst>
                  <a:rect l="T45" t="T46" r="T47" b="T48"/>
                  <a:pathLst>
                    <a:path w="56" h="114">
                      <a:moveTo>
                        <a:pt x="56" y="114"/>
                      </a:moveTo>
                      <a:lnTo>
                        <a:pt x="44" y="113"/>
                      </a:lnTo>
                      <a:lnTo>
                        <a:pt x="31" y="108"/>
                      </a:lnTo>
                      <a:lnTo>
                        <a:pt x="21" y="101"/>
                      </a:lnTo>
                      <a:lnTo>
                        <a:pt x="12" y="92"/>
                      </a:lnTo>
                      <a:lnTo>
                        <a:pt x="6" y="82"/>
                      </a:lnTo>
                      <a:lnTo>
                        <a:pt x="1" y="70"/>
                      </a:lnTo>
                      <a:lnTo>
                        <a:pt x="0" y="58"/>
                      </a:lnTo>
                      <a:lnTo>
                        <a:pt x="1" y="45"/>
                      </a:lnTo>
                      <a:lnTo>
                        <a:pt x="6" y="33"/>
                      </a:lnTo>
                      <a:lnTo>
                        <a:pt x="12" y="23"/>
                      </a:lnTo>
                      <a:lnTo>
                        <a:pt x="21" y="14"/>
                      </a:lnTo>
                      <a:lnTo>
                        <a:pt x="31" y="7"/>
                      </a:lnTo>
                      <a:lnTo>
                        <a:pt x="44" y="3"/>
                      </a:lnTo>
                      <a:lnTo>
                        <a:pt x="56" y="0"/>
                      </a:lnTo>
                    </a:path>
                  </a:pathLst>
                </a:custGeom>
                <a:noFill/>
                <a:ln w="0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pPr algn="l" defTabSz="1828800" hangingPunct="1"/>
                  <a:endParaRPr lang="zh-CN" altLang="en-US" sz="3600" b="0" kern="1200">
                    <a:solidFill>
                      <a:prstClr val="black"/>
                    </a:solidFill>
                    <a:latin typeface="等线" panose="020F0502020204030204"/>
                    <a:ea typeface="等线" panose="02010600030101010101" pitchFamily="2" charset="-122"/>
                    <a:cs typeface="+mn-cs"/>
                  </a:endParaRPr>
                </a:p>
              </p:txBody>
            </p:sp>
            <p:sp>
              <p:nvSpPr>
                <p:cNvPr id="1192" name="Freeform 479">
                  <a:extLst>
                    <a:ext uri="{FF2B5EF4-FFF2-40B4-BE49-F238E27FC236}">
                      <a16:creationId xmlns:a16="http://schemas.microsoft.com/office/drawing/2014/main" id="{3377D474-BFD2-B6FB-B542-72FA6CB725CE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117" y="4117"/>
                  <a:ext cx="133" cy="16"/>
                </a:xfrm>
                <a:custGeom>
                  <a:avLst/>
                  <a:gdLst>
                    <a:gd name="T0" fmla="*/ 0 w 929"/>
                    <a:gd name="T1" fmla="*/ 0 h 114"/>
                    <a:gd name="T2" fmla="*/ 0 w 929"/>
                    <a:gd name="T3" fmla="*/ 0 h 114"/>
                    <a:gd name="T4" fmla="*/ 0 w 929"/>
                    <a:gd name="T5" fmla="*/ 0 h 114"/>
                    <a:gd name="T6" fmla="*/ 0 w 929"/>
                    <a:gd name="T7" fmla="*/ 0 h 114"/>
                    <a:gd name="T8" fmla="*/ 0 w 929"/>
                    <a:gd name="T9" fmla="*/ 0 h 114"/>
                    <a:gd name="T10" fmla="*/ 0 w 929"/>
                    <a:gd name="T11" fmla="*/ 0 h 114"/>
                    <a:gd name="T12" fmla="*/ 0 w 929"/>
                    <a:gd name="T13" fmla="*/ 0 h 114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929"/>
                    <a:gd name="T22" fmla="*/ 0 h 114"/>
                    <a:gd name="T23" fmla="*/ 929 w 929"/>
                    <a:gd name="T24" fmla="*/ 114 h 114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929" h="114">
                      <a:moveTo>
                        <a:pt x="0" y="0"/>
                      </a:moveTo>
                      <a:lnTo>
                        <a:pt x="0" y="58"/>
                      </a:lnTo>
                      <a:lnTo>
                        <a:pt x="0" y="114"/>
                      </a:lnTo>
                      <a:lnTo>
                        <a:pt x="929" y="114"/>
                      </a:lnTo>
                      <a:lnTo>
                        <a:pt x="929" y="58"/>
                      </a:lnTo>
                      <a:lnTo>
                        <a:pt x="929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algn="l" defTabSz="1828800" hangingPunct="1"/>
                  <a:endParaRPr lang="zh-CN" altLang="en-US" sz="3600" b="0" kern="1200">
                    <a:solidFill>
                      <a:prstClr val="black"/>
                    </a:solidFill>
                    <a:latin typeface="等线" panose="020F0502020204030204"/>
                    <a:ea typeface="等线" panose="02010600030101010101" pitchFamily="2" charset="-122"/>
                    <a:cs typeface="+mn-cs"/>
                  </a:endParaRPr>
                </a:p>
              </p:txBody>
            </p:sp>
            <p:sp>
              <p:nvSpPr>
                <p:cNvPr id="1193" name="Freeform 480">
                  <a:extLst>
                    <a:ext uri="{FF2B5EF4-FFF2-40B4-BE49-F238E27FC236}">
                      <a16:creationId xmlns:a16="http://schemas.microsoft.com/office/drawing/2014/main" id="{3DEFAC96-95A0-94C6-DB4C-BC30C872008B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117" y="4117"/>
                  <a:ext cx="133" cy="16"/>
                </a:xfrm>
                <a:custGeom>
                  <a:avLst/>
                  <a:gdLst>
                    <a:gd name="T0" fmla="*/ 0 w 929"/>
                    <a:gd name="T1" fmla="*/ 0 h 114"/>
                    <a:gd name="T2" fmla="*/ 0 w 929"/>
                    <a:gd name="T3" fmla="*/ 0 h 114"/>
                    <a:gd name="T4" fmla="*/ 0 w 929"/>
                    <a:gd name="T5" fmla="*/ 0 h 114"/>
                    <a:gd name="T6" fmla="*/ 0 w 929"/>
                    <a:gd name="T7" fmla="*/ 0 h 114"/>
                    <a:gd name="T8" fmla="*/ 0 w 929"/>
                    <a:gd name="T9" fmla="*/ 0 h 114"/>
                    <a:gd name="T10" fmla="*/ 0 w 929"/>
                    <a:gd name="T11" fmla="*/ 0 h 114"/>
                    <a:gd name="T12" fmla="*/ 0 w 929"/>
                    <a:gd name="T13" fmla="*/ 0 h 114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929"/>
                    <a:gd name="T22" fmla="*/ 0 h 114"/>
                    <a:gd name="T23" fmla="*/ 929 w 929"/>
                    <a:gd name="T24" fmla="*/ 114 h 114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929" h="114">
                      <a:moveTo>
                        <a:pt x="0" y="0"/>
                      </a:moveTo>
                      <a:lnTo>
                        <a:pt x="0" y="58"/>
                      </a:lnTo>
                      <a:lnTo>
                        <a:pt x="0" y="114"/>
                      </a:lnTo>
                      <a:lnTo>
                        <a:pt x="929" y="114"/>
                      </a:lnTo>
                      <a:lnTo>
                        <a:pt x="929" y="58"/>
                      </a:lnTo>
                      <a:lnTo>
                        <a:pt x="929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noFill/>
                <a:ln w="0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pPr algn="l" defTabSz="1828800" hangingPunct="1"/>
                  <a:endParaRPr lang="zh-CN" altLang="en-US" sz="3600" b="0" kern="1200">
                    <a:solidFill>
                      <a:prstClr val="black"/>
                    </a:solidFill>
                    <a:latin typeface="等线" panose="020F0502020204030204"/>
                    <a:ea typeface="等线" panose="02010600030101010101" pitchFamily="2" charset="-122"/>
                    <a:cs typeface="+mn-cs"/>
                  </a:endParaRPr>
                </a:p>
              </p:txBody>
            </p:sp>
            <p:sp>
              <p:nvSpPr>
                <p:cNvPr id="1194" name="Freeform 481">
                  <a:extLst>
                    <a:ext uri="{FF2B5EF4-FFF2-40B4-BE49-F238E27FC236}">
                      <a16:creationId xmlns:a16="http://schemas.microsoft.com/office/drawing/2014/main" id="{8060D482-05DE-91BD-7F76-BE30411E26B0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250" y="4117"/>
                  <a:ext cx="8" cy="16"/>
                </a:xfrm>
                <a:custGeom>
                  <a:avLst/>
                  <a:gdLst>
                    <a:gd name="T0" fmla="*/ 0 w 58"/>
                    <a:gd name="T1" fmla="*/ 0 h 114"/>
                    <a:gd name="T2" fmla="*/ 0 w 58"/>
                    <a:gd name="T3" fmla="*/ 0 h 114"/>
                    <a:gd name="T4" fmla="*/ 0 w 58"/>
                    <a:gd name="T5" fmla="*/ 0 h 114"/>
                    <a:gd name="T6" fmla="*/ 0 w 58"/>
                    <a:gd name="T7" fmla="*/ 0 h 114"/>
                    <a:gd name="T8" fmla="*/ 0 w 58"/>
                    <a:gd name="T9" fmla="*/ 0 h 114"/>
                    <a:gd name="T10" fmla="*/ 0 w 58"/>
                    <a:gd name="T11" fmla="*/ 0 h 114"/>
                    <a:gd name="T12" fmla="*/ 0 w 58"/>
                    <a:gd name="T13" fmla="*/ 0 h 114"/>
                    <a:gd name="T14" fmla="*/ 0 w 58"/>
                    <a:gd name="T15" fmla="*/ 0 h 114"/>
                    <a:gd name="T16" fmla="*/ 0 w 58"/>
                    <a:gd name="T17" fmla="*/ 0 h 114"/>
                    <a:gd name="T18" fmla="*/ 0 w 58"/>
                    <a:gd name="T19" fmla="*/ 0 h 114"/>
                    <a:gd name="T20" fmla="*/ 0 w 58"/>
                    <a:gd name="T21" fmla="*/ 0 h 114"/>
                    <a:gd name="T22" fmla="*/ 0 w 58"/>
                    <a:gd name="T23" fmla="*/ 0 h 114"/>
                    <a:gd name="T24" fmla="*/ 0 w 58"/>
                    <a:gd name="T25" fmla="*/ 0 h 114"/>
                    <a:gd name="T26" fmla="*/ 0 w 58"/>
                    <a:gd name="T27" fmla="*/ 0 h 114"/>
                    <a:gd name="T28" fmla="*/ 0 w 58"/>
                    <a:gd name="T29" fmla="*/ 0 h 114"/>
                    <a:gd name="T30" fmla="*/ 0 w 58"/>
                    <a:gd name="T31" fmla="*/ 0 h 114"/>
                    <a:gd name="T32" fmla="*/ 0 w 58"/>
                    <a:gd name="T33" fmla="*/ 0 h 114"/>
                    <a:gd name="T34" fmla="*/ 0 60000 65536"/>
                    <a:gd name="T35" fmla="*/ 0 60000 65536"/>
                    <a:gd name="T36" fmla="*/ 0 60000 65536"/>
                    <a:gd name="T37" fmla="*/ 0 60000 65536"/>
                    <a:gd name="T38" fmla="*/ 0 60000 65536"/>
                    <a:gd name="T39" fmla="*/ 0 60000 65536"/>
                    <a:gd name="T40" fmla="*/ 0 60000 65536"/>
                    <a:gd name="T41" fmla="*/ 0 60000 65536"/>
                    <a:gd name="T42" fmla="*/ 0 60000 65536"/>
                    <a:gd name="T43" fmla="*/ 0 60000 65536"/>
                    <a:gd name="T44" fmla="*/ 0 60000 65536"/>
                    <a:gd name="T45" fmla="*/ 0 60000 65536"/>
                    <a:gd name="T46" fmla="*/ 0 60000 65536"/>
                    <a:gd name="T47" fmla="*/ 0 60000 65536"/>
                    <a:gd name="T48" fmla="*/ 0 60000 65536"/>
                    <a:gd name="T49" fmla="*/ 0 60000 65536"/>
                    <a:gd name="T50" fmla="*/ 0 60000 65536"/>
                    <a:gd name="T51" fmla="*/ 0 w 58"/>
                    <a:gd name="T52" fmla="*/ 0 h 114"/>
                    <a:gd name="T53" fmla="*/ 58 w 58"/>
                    <a:gd name="T54" fmla="*/ 114 h 114"/>
                  </a:gdLst>
                  <a:ahLst/>
                  <a:cxnLst>
                    <a:cxn ang="T34">
                      <a:pos x="T0" y="T1"/>
                    </a:cxn>
                    <a:cxn ang="T35">
                      <a:pos x="T2" y="T3"/>
                    </a:cxn>
                    <a:cxn ang="T36">
                      <a:pos x="T4" y="T5"/>
                    </a:cxn>
                    <a:cxn ang="T37">
                      <a:pos x="T6" y="T7"/>
                    </a:cxn>
                    <a:cxn ang="T38">
                      <a:pos x="T8" y="T9"/>
                    </a:cxn>
                    <a:cxn ang="T39">
                      <a:pos x="T10" y="T11"/>
                    </a:cxn>
                    <a:cxn ang="T40">
                      <a:pos x="T12" y="T13"/>
                    </a:cxn>
                    <a:cxn ang="T41">
                      <a:pos x="T14" y="T15"/>
                    </a:cxn>
                    <a:cxn ang="T42">
                      <a:pos x="T16" y="T17"/>
                    </a:cxn>
                    <a:cxn ang="T43">
                      <a:pos x="T18" y="T19"/>
                    </a:cxn>
                    <a:cxn ang="T44">
                      <a:pos x="T20" y="T21"/>
                    </a:cxn>
                    <a:cxn ang="T45">
                      <a:pos x="T22" y="T23"/>
                    </a:cxn>
                    <a:cxn ang="T46">
                      <a:pos x="T24" y="T25"/>
                    </a:cxn>
                    <a:cxn ang="T47">
                      <a:pos x="T26" y="T27"/>
                    </a:cxn>
                    <a:cxn ang="T48">
                      <a:pos x="T28" y="T29"/>
                    </a:cxn>
                    <a:cxn ang="T49">
                      <a:pos x="T30" y="T31"/>
                    </a:cxn>
                    <a:cxn ang="T50">
                      <a:pos x="T32" y="T33"/>
                    </a:cxn>
                  </a:cxnLst>
                  <a:rect l="T51" t="T52" r="T53" b="T54"/>
                  <a:pathLst>
                    <a:path w="58" h="114">
                      <a:moveTo>
                        <a:pt x="0" y="58"/>
                      </a:moveTo>
                      <a:lnTo>
                        <a:pt x="0" y="0"/>
                      </a:lnTo>
                      <a:lnTo>
                        <a:pt x="13" y="3"/>
                      </a:lnTo>
                      <a:lnTo>
                        <a:pt x="25" y="7"/>
                      </a:lnTo>
                      <a:lnTo>
                        <a:pt x="35" y="14"/>
                      </a:lnTo>
                      <a:lnTo>
                        <a:pt x="44" y="23"/>
                      </a:lnTo>
                      <a:lnTo>
                        <a:pt x="51" y="33"/>
                      </a:lnTo>
                      <a:lnTo>
                        <a:pt x="55" y="45"/>
                      </a:lnTo>
                      <a:lnTo>
                        <a:pt x="58" y="58"/>
                      </a:lnTo>
                      <a:lnTo>
                        <a:pt x="55" y="70"/>
                      </a:lnTo>
                      <a:lnTo>
                        <a:pt x="51" y="82"/>
                      </a:lnTo>
                      <a:lnTo>
                        <a:pt x="44" y="92"/>
                      </a:lnTo>
                      <a:lnTo>
                        <a:pt x="35" y="101"/>
                      </a:lnTo>
                      <a:lnTo>
                        <a:pt x="25" y="108"/>
                      </a:lnTo>
                      <a:lnTo>
                        <a:pt x="13" y="113"/>
                      </a:lnTo>
                      <a:lnTo>
                        <a:pt x="0" y="114"/>
                      </a:lnTo>
                      <a:lnTo>
                        <a:pt x="0" y="58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algn="l" defTabSz="1828800" hangingPunct="1"/>
                  <a:endParaRPr lang="zh-CN" altLang="en-US" sz="3600" b="0" kern="1200">
                    <a:solidFill>
                      <a:prstClr val="black"/>
                    </a:solidFill>
                    <a:latin typeface="等线" panose="020F0502020204030204"/>
                    <a:ea typeface="等线" panose="02010600030101010101" pitchFamily="2" charset="-122"/>
                    <a:cs typeface="+mn-cs"/>
                  </a:endParaRPr>
                </a:p>
              </p:txBody>
            </p:sp>
            <p:sp>
              <p:nvSpPr>
                <p:cNvPr id="1195" name="Freeform 482">
                  <a:extLst>
                    <a:ext uri="{FF2B5EF4-FFF2-40B4-BE49-F238E27FC236}">
                      <a16:creationId xmlns:a16="http://schemas.microsoft.com/office/drawing/2014/main" id="{BAD630BA-2143-76C4-FA8D-8EB3E0AF214C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250" y="4117"/>
                  <a:ext cx="8" cy="16"/>
                </a:xfrm>
                <a:custGeom>
                  <a:avLst/>
                  <a:gdLst>
                    <a:gd name="T0" fmla="*/ 0 w 58"/>
                    <a:gd name="T1" fmla="*/ 0 h 114"/>
                    <a:gd name="T2" fmla="*/ 0 w 58"/>
                    <a:gd name="T3" fmla="*/ 0 h 114"/>
                    <a:gd name="T4" fmla="*/ 0 w 58"/>
                    <a:gd name="T5" fmla="*/ 0 h 114"/>
                    <a:gd name="T6" fmla="*/ 0 w 58"/>
                    <a:gd name="T7" fmla="*/ 0 h 114"/>
                    <a:gd name="T8" fmla="*/ 0 w 58"/>
                    <a:gd name="T9" fmla="*/ 0 h 114"/>
                    <a:gd name="T10" fmla="*/ 0 w 58"/>
                    <a:gd name="T11" fmla="*/ 0 h 114"/>
                    <a:gd name="T12" fmla="*/ 0 w 58"/>
                    <a:gd name="T13" fmla="*/ 0 h 114"/>
                    <a:gd name="T14" fmla="*/ 0 w 58"/>
                    <a:gd name="T15" fmla="*/ 0 h 114"/>
                    <a:gd name="T16" fmla="*/ 0 w 58"/>
                    <a:gd name="T17" fmla="*/ 0 h 114"/>
                    <a:gd name="T18" fmla="*/ 0 w 58"/>
                    <a:gd name="T19" fmla="*/ 0 h 114"/>
                    <a:gd name="T20" fmla="*/ 0 w 58"/>
                    <a:gd name="T21" fmla="*/ 0 h 114"/>
                    <a:gd name="T22" fmla="*/ 0 w 58"/>
                    <a:gd name="T23" fmla="*/ 0 h 114"/>
                    <a:gd name="T24" fmla="*/ 0 w 58"/>
                    <a:gd name="T25" fmla="*/ 0 h 114"/>
                    <a:gd name="T26" fmla="*/ 0 w 58"/>
                    <a:gd name="T27" fmla="*/ 0 h 114"/>
                    <a:gd name="T28" fmla="*/ 0 w 58"/>
                    <a:gd name="T29" fmla="*/ 0 h 114"/>
                    <a:gd name="T30" fmla="*/ 0 60000 65536"/>
                    <a:gd name="T31" fmla="*/ 0 60000 65536"/>
                    <a:gd name="T32" fmla="*/ 0 60000 65536"/>
                    <a:gd name="T33" fmla="*/ 0 60000 65536"/>
                    <a:gd name="T34" fmla="*/ 0 60000 65536"/>
                    <a:gd name="T35" fmla="*/ 0 60000 65536"/>
                    <a:gd name="T36" fmla="*/ 0 60000 65536"/>
                    <a:gd name="T37" fmla="*/ 0 60000 65536"/>
                    <a:gd name="T38" fmla="*/ 0 60000 65536"/>
                    <a:gd name="T39" fmla="*/ 0 60000 65536"/>
                    <a:gd name="T40" fmla="*/ 0 60000 65536"/>
                    <a:gd name="T41" fmla="*/ 0 60000 65536"/>
                    <a:gd name="T42" fmla="*/ 0 60000 65536"/>
                    <a:gd name="T43" fmla="*/ 0 60000 65536"/>
                    <a:gd name="T44" fmla="*/ 0 60000 65536"/>
                    <a:gd name="T45" fmla="*/ 0 w 58"/>
                    <a:gd name="T46" fmla="*/ 0 h 114"/>
                    <a:gd name="T47" fmla="*/ 58 w 58"/>
                    <a:gd name="T48" fmla="*/ 114 h 114"/>
                  </a:gdLst>
                  <a:ahLst/>
                  <a:cxnLst>
                    <a:cxn ang="T30">
                      <a:pos x="T0" y="T1"/>
                    </a:cxn>
                    <a:cxn ang="T31">
                      <a:pos x="T2" y="T3"/>
                    </a:cxn>
                    <a:cxn ang="T32">
                      <a:pos x="T4" y="T5"/>
                    </a:cxn>
                    <a:cxn ang="T33">
                      <a:pos x="T6" y="T7"/>
                    </a:cxn>
                    <a:cxn ang="T34">
                      <a:pos x="T8" y="T9"/>
                    </a:cxn>
                    <a:cxn ang="T35">
                      <a:pos x="T10" y="T11"/>
                    </a:cxn>
                    <a:cxn ang="T36">
                      <a:pos x="T12" y="T13"/>
                    </a:cxn>
                    <a:cxn ang="T37">
                      <a:pos x="T14" y="T15"/>
                    </a:cxn>
                    <a:cxn ang="T38">
                      <a:pos x="T16" y="T17"/>
                    </a:cxn>
                    <a:cxn ang="T39">
                      <a:pos x="T18" y="T19"/>
                    </a:cxn>
                    <a:cxn ang="T40">
                      <a:pos x="T20" y="T21"/>
                    </a:cxn>
                    <a:cxn ang="T41">
                      <a:pos x="T22" y="T23"/>
                    </a:cxn>
                    <a:cxn ang="T42">
                      <a:pos x="T24" y="T25"/>
                    </a:cxn>
                    <a:cxn ang="T43">
                      <a:pos x="T26" y="T27"/>
                    </a:cxn>
                    <a:cxn ang="T44">
                      <a:pos x="T28" y="T29"/>
                    </a:cxn>
                  </a:cxnLst>
                  <a:rect l="T45" t="T46" r="T47" b="T48"/>
                  <a:pathLst>
                    <a:path w="58" h="114">
                      <a:moveTo>
                        <a:pt x="0" y="0"/>
                      </a:moveTo>
                      <a:lnTo>
                        <a:pt x="13" y="3"/>
                      </a:lnTo>
                      <a:lnTo>
                        <a:pt x="25" y="7"/>
                      </a:lnTo>
                      <a:lnTo>
                        <a:pt x="35" y="14"/>
                      </a:lnTo>
                      <a:lnTo>
                        <a:pt x="44" y="23"/>
                      </a:lnTo>
                      <a:lnTo>
                        <a:pt x="51" y="33"/>
                      </a:lnTo>
                      <a:lnTo>
                        <a:pt x="55" y="45"/>
                      </a:lnTo>
                      <a:lnTo>
                        <a:pt x="58" y="58"/>
                      </a:lnTo>
                      <a:lnTo>
                        <a:pt x="55" y="70"/>
                      </a:lnTo>
                      <a:lnTo>
                        <a:pt x="51" y="82"/>
                      </a:lnTo>
                      <a:lnTo>
                        <a:pt x="44" y="92"/>
                      </a:lnTo>
                      <a:lnTo>
                        <a:pt x="35" y="101"/>
                      </a:lnTo>
                      <a:lnTo>
                        <a:pt x="25" y="108"/>
                      </a:lnTo>
                      <a:lnTo>
                        <a:pt x="13" y="113"/>
                      </a:lnTo>
                      <a:lnTo>
                        <a:pt x="0" y="114"/>
                      </a:lnTo>
                    </a:path>
                  </a:pathLst>
                </a:custGeom>
                <a:noFill/>
                <a:ln w="0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pPr algn="l" defTabSz="1828800" hangingPunct="1"/>
                  <a:endParaRPr lang="zh-CN" altLang="en-US" sz="3600" b="0" kern="1200">
                    <a:solidFill>
                      <a:prstClr val="black"/>
                    </a:solidFill>
                    <a:latin typeface="等线" panose="020F0502020204030204"/>
                    <a:ea typeface="等线" panose="02010600030101010101" pitchFamily="2" charset="-122"/>
                    <a:cs typeface="+mn-cs"/>
                  </a:endParaRPr>
                </a:p>
              </p:txBody>
            </p:sp>
            <p:sp>
              <p:nvSpPr>
                <p:cNvPr id="1196" name="Freeform 483">
                  <a:extLst>
                    <a:ext uri="{FF2B5EF4-FFF2-40B4-BE49-F238E27FC236}">
                      <a16:creationId xmlns:a16="http://schemas.microsoft.com/office/drawing/2014/main" id="{E5047140-9E0A-220F-00F7-23FD915A4A1E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109" y="4345"/>
                  <a:ext cx="8" cy="16"/>
                </a:xfrm>
                <a:custGeom>
                  <a:avLst/>
                  <a:gdLst>
                    <a:gd name="T0" fmla="*/ 0 w 56"/>
                    <a:gd name="T1" fmla="*/ 0 h 113"/>
                    <a:gd name="T2" fmla="*/ 0 w 56"/>
                    <a:gd name="T3" fmla="*/ 0 h 113"/>
                    <a:gd name="T4" fmla="*/ 0 w 56"/>
                    <a:gd name="T5" fmla="*/ 0 h 113"/>
                    <a:gd name="T6" fmla="*/ 0 w 56"/>
                    <a:gd name="T7" fmla="*/ 0 h 113"/>
                    <a:gd name="T8" fmla="*/ 0 w 56"/>
                    <a:gd name="T9" fmla="*/ 0 h 113"/>
                    <a:gd name="T10" fmla="*/ 0 w 56"/>
                    <a:gd name="T11" fmla="*/ 0 h 113"/>
                    <a:gd name="T12" fmla="*/ 0 w 56"/>
                    <a:gd name="T13" fmla="*/ 0 h 113"/>
                    <a:gd name="T14" fmla="*/ 0 w 56"/>
                    <a:gd name="T15" fmla="*/ 0 h 113"/>
                    <a:gd name="T16" fmla="*/ 0 w 56"/>
                    <a:gd name="T17" fmla="*/ 0 h 113"/>
                    <a:gd name="T18" fmla="*/ 0 w 56"/>
                    <a:gd name="T19" fmla="*/ 0 h 113"/>
                    <a:gd name="T20" fmla="*/ 0 w 56"/>
                    <a:gd name="T21" fmla="*/ 0 h 113"/>
                    <a:gd name="T22" fmla="*/ 0 w 56"/>
                    <a:gd name="T23" fmla="*/ 0 h 113"/>
                    <a:gd name="T24" fmla="*/ 0 w 56"/>
                    <a:gd name="T25" fmla="*/ 0 h 113"/>
                    <a:gd name="T26" fmla="*/ 0 w 56"/>
                    <a:gd name="T27" fmla="*/ 0 h 113"/>
                    <a:gd name="T28" fmla="*/ 0 w 56"/>
                    <a:gd name="T29" fmla="*/ 0 h 113"/>
                    <a:gd name="T30" fmla="*/ 0 w 56"/>
                    <a:gd name="T31" fmla="*/ 0 h 113"/>
                    <a:gd name="T32" fmla="*/ 0 w 56"/>
                    <a:gd name="T33" fmla="*/ 0 h 113"/>
                    <a:gd name="T34" fmla="*/ 0 60000 65536"/>
                    <a:gd name="T35" fmla="*/ 0 60000 65536"/>
                    <a:gd name="T36" fmla="*/ 0 60000 65536"/>
                    <a:gd name="T37" fmla="*/ 0 60000 65536"/>
                    <a:gd name="T38" fmla="*/ 0 60000 65536"/>
                    <a:gd name="T39" fmla="*/ 0 60000 65536"/>
                    <a:gd name="T40" fmla="*/ 0 60000 65536"/>
                    <a:gd name="T41" fmla="*/ 0 60000 65536"/>
                    <a:gd name="T42" fmla="*/ 0 60000 65536"/>
                    <a:gd name="T43" fmla="*/ 0 60000 65536"/>
                    <a:gd name="T44" fmla="*/ 0 60000 65536"/>
                    <a:gd name="T45" fmla="*/ 0 60000 65536"/>
                    <a:gd name="T46" fmla="*/ 0 60000 65536"/>
                    <a:gd name="T47" fmla="*/ 0 60000 65536"/>
                    <a:gd name="T48" fmla="*/ 0 60000 65536"/>
                    <a:gd name="T49" fmla="*/ 0 60000 65536"/>
                    <a:gd name="T50" fmla="*/ 0 60000 65536"/>
                    <a:gd name="T51" fmla="*/ 0 w 56"/>
                    <a:gd name="T52" fmla="*/ 0 h 113"/>
                    <a:gd name="T53" fmla="*/ 56 w 56"/>
                    <a:gd name="T54" fmla="*/ 113 h 113"/>
                  </a:gdLst>
                  <a:ahLst/>
                  <a:cxnLst>
                    <a:cxn ang="T34">
                      <a:pos x="T0" y="T1"/>
                    </a:cxn>
                    <a:cxn ang="T35">
                      <a:pos x="T2" y="T3"/>
                    </a:cxn>
                    <a:cxn ang="T36">
                      <a:pos x="T4" y="T5"/>
                    </a:cxn>
                    <a:cxn ang="T37">
                      <a:pos x="T6" y="T7"/>
                    </a:cxn>
                    <a:cxn ang="T38">
                      <a:pos x="T8" y="T9"/>
                    </a:cxn>
                    <a:cxn ang="T39">
                      <a:pos x="T10" y="T11"/>
                    </a:cxn>
                    <a:cxn ang="T40">
                      <a:pos x="T12" y="T13"/>
                    </a:cxn>
                    <a:cxn ang="T41">
                      <a:pos x="T14" y="T15"/>
                    </a:cxn>
                    <a:cxn ang="T42">
                      <a:pos x="T16" y="T17"/>
                    </a:cxn>
                    <a:cxn ang="T43">
                      <a:pos x="T18" y="T19"/>
                    </a:cxn>
                    <a:cxn ang="T44">
                      <a:pos x="T20" y="T21"/>
                    </a:cxn>
                    <a:cxn ang="T45">
                      <a:pos x="T22" y="T23"/>
                    </a:cxn>
                    <a:cxn ang="T46">
                      <a:pos x="T24" y="T25"/>
                    </a:cxn>
                    <a:cxn ang="T47">
                      <a:pos x="T26" y="T27"/>
                    </a:cxn>
                    <a:cxn ang="T48">
                      <a:pos x="T28" y="T29"/>
                    </a:cxn>
                    <a:cxn ang="T49">
                      <a:pos x="T30" y="T31"/>
                    </a:cxn>
                    <a:cxn ang="T50">
                      <a:pos x="T32" y="T33"/>
                    </a:cxn>
                  </a:cxnLst>
                  <a:rect l="T51" t="T52" r="T53" b="T54"/>
                  <a:pathLst>
                    <a:path w="56" h="113">
                      <a:moveTo>
                        <a:pt x="56" y="57"/>
                      </a:moveTo>
                      <a:lnTo>
                        <a:pt x="56" y="113"/>
                      </a:lnTo>
                      <a:lnTo>
                        <a:pt x="44" y="112"/>
                      </a:lnTo>
                      <a:lnTo>
                        <a:pt x="31" y="108"/>
                      </a:lnTo>
                      <a:lnTo>
                        <a:pt x="21" y="101"/>
                      </a:lnTo>
                      <a:lnTo>
                        <a:pt x="12" y="92"/>
                      </a:lnTo>
                      <a:lnTo>
                        <a:pt x="6" y="82"/>
                      </a:lnTo>
                      <a:lnTo>
                        <a:pt x="1" y="70"/>
                      </a:lnTo>
                      <a:lnTo>
                        <a:pt x="0" y="57"/>
                      </a:lnTo>
                      <a:lnTo>
                        <a:pt x="1" y="45"/>
                      </a:lnTo>
                      <a:lnTo>
                        <a:pt x="6" y="33"/>
                      </a:lnTo>
                      <a:lnTo>
                        <a:pt x="12" y="22"/>
                      </a:lnTo>
                      <a:lnTo>
                        <a:pt x="21" y="13"/>
                      </a:lnTo>
                      <a:lnTo>
                        <a:pt x="31" y="7"/>
                      </a:lnTo>
                      <a:lnTo>
                        <a:pt x="44" y="2"/>
                      </a:lnTo>
                      <a:lnTo>
                        <a:pt x="56" y="0"/>
                      </a:lnTo>
                      <a:lnTo>
                        <a:pt x="56" y="57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algn="l" defTabSz="1828800" hangingPunct="1"/>
                  <a:endParaRPr lang="zh-CN" altLang="en-US" sz="3600" b="0" kern="1200">
                    <a:solidFill>
                      <a:prstClr val="black"/>
                    </a:solidFill>
                    <a:latin typeface="等线" panose="020F0502020204030204"/>
                    <a:ea typeface="等线" panose="02010600030101010101" pitchFamily="2" charset="-122"/>
                    <a:cs typeface="+mn-cs"/>
                  </a:endParaRPr>
                </a:p>
              </p:txBody>
            </p:sp>
            <p:sp>
              <p:nvSpPr>
                <p:cNvPr id="1197" name="Freeform 484">
                  <a:extLst>
                    <a:ext uri="{FF2B5EF4-FFF2-40B4-BE49-F238E27FC236}">
                      <a16:creationId xmlns:a16="http://schemas.microsoft.com/office/drawing/2014/main" id="{F7235952-B182-936C-08BE-2C9DD0F714D2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109" y="4345"/>
                  <a:ext cx="8" cy="16"/>
                </a:xfrm>
                <a:custGeom>
                  <a:avLst/>
                  <a:gdLst>
                    <a:gd name="T0" fmla="*/ 0 w 56"/>
                    <a:gd name="T1" fmla="*/ 0 h 113"/>
                    <a:gd name="T2" fmla="*/ 0 w 56"/>
                    <a:gd name="T3" fmla="*/ 0 h 113"/>
                    <a:gd name="T4" fmla="*/ 0 w 56"/>
                    <a:gd name="T5" fmla="*/ 0 h 113"/>
                    <a:gd name="T6" fmla="*/ 0 w 56"/>
                    <a:gd name="T7" fmla="*/ 0 h 113"/>
                    <a:gd name="T8" fmla="*/ 0 w 56"/>
                    <a:gd name="T9" fmla="*/ 0 h 113"/>
                    <a:gd name="T10" fmla="*/ 0 w 56"/>
                    <a:gd name="T11" fmla="*/ 0 h 113"/>
                    <a:gd name="T12" fmla="*/ 0 w 56"/>
                    <a:gd name="T13" fmla="*/ 0 h 113"/>
                    <a:gd name="T14" fmla="*/ 0 w 56"/>
                    <a:gd name="T15" fmla="*/ 0 h 113"/>
                    <a:gd name="T16" fmla="*/ 0 w 56"/>
                    <a:gd name="T17" fmla="*/ 0 h 113"/>
                    <a:gd name="T18" fmla="*/ 0 w 56"/>
                    <a:gd name="T19" fmla="*/ 0 h 113"/>
                    <a:gd name="T20" fmla="*/ 0 w 56"/>
                    <a:gd name="T21" fmla="*/ 0 h 113"/>
                    <a:gd name="T22" fmla="*/ 0 w 56"/>
                    <a:gd name="T23" fmla="*/ 0 h 113"/>
                    <a:gd name="T24" fmla="*/ 0 w 56"/>
                    <a:gd name="T25" fmla="*/ 0 h 113"/>
                    <a:gd name="T26" fmla="*/ 0 w 56"/>
                    <a:gd name="T27" fmla="*/ 0 h 113"/>
                    <a:gd name="T28" fmla="*/ 0 w 56"/>
                    <a:gd name="T29" fmla="*/ 0 h 113"/>
                    <a:gd name="T30" fmla="*/ 0 60000 65536"/>
                    <a:gd name="T31" fmla="*/ 0 60000 65536"/>
                    <a:gd name="T32" fmla="*/ 0 60000 65536"/>
                    <a:gd name="T33" fmla="*/ 0 60000 65536"/>
                    <a:gd name="T34" fmla="*/ 0 60000 65536"/>
                    <a:gd name="T35" fmla="*/ 0 60000 65536"/>
                    <a:gd name="T36" fmla="*/ 0 60000 65536"/>
                    <a:gd name="T37" fmla="*/ 0 60000 65536"/>
                    <a:gd name="T38" fmla="*/ 0 60000 65536"/>
                    <a:gd name="T39" fmla="*/ 0 60000 65536"/>
                    <a:gd name="T40" fmla="*/ 0 60000 65536"/>
                    <a:gd name="T41" fmla="*/ 0 60000 65536"/>
                    <a:gd name="T42" fmla="*/ 0 60000 65536"/>
                    <a:gd name="T43" fmla="*/ 0 60000 65536"/>
                    <a:gd name="T44" fmla="*/ 0 60000 65536"/>
                    <a:gd name="T45" fmla="*/ 0 w 56"/>
                    <a:gd name="T46" fmla="*/ 0 h 113"/>
                    <a:gd name="T47" fmla="*/ 56 w 56"/>
                    <a:gd name="T48" fmla="*/ 113 h 113"/>
                  </a:gdLst>
                  <a:ahLst/>
                  <a:cxnLst>
                    <a:cxn ang="T30">
                      <a:pos x="T0" y="T1"/>
                    </a:cxn>
                    <a:cxn ang="T31">
                      <a:pos x="T2" y="T3"/>
                    </a:cxn>
                    <a:cxn ang="T32">
                      <a:pos x="T4" y="T5"/>
                    </a:cxn>
                    <a:cxn ang="T33">
                      <a:pos x="T6" y="T7"/>
                    </a:cxn>
                    <a:cxn ang="T34">
                      <a:pos x="T8" y="T9"/>
                    </a:cxn>
                    <a:cxn ang="T35">
                      <a:pos x="T10" y="T11"/>
                    </a:cxn>
                    <a:cxn ang="T36">
                      <a:pos x="T12" y="T13"/>
                    </a:cxn>
                    <a:cxn ang="T37">
                      <a:pos x="T14" y="T15"/>
                    </a:cxn>
                    <a:cxn ang="T38">
                      <a:pos x="T16" y="T17"/>
                    </a:cxn>
                    <a:cxn ang="T39">
                      <a:pos x="T18" y="T19"/>
                    </a:cxn>
                    <a:cxn ang="T40">
                      <a:pos x="T20" y="T21"/>
                    </a:cxn>
                    <a:cxn ang="T41">
                      <a:pos x="T22" y="T23"/>
                    </a:cxn>
                    <a:cxn ang="T42">
                      <a:pos x="T24" y="T25"/>
                    </a:cxn>
                    <a:cxn ang="T43">
                      <a:pos x="T26" y="T27"/>
                    </a:cxn>
                    <a:cxn ang="T44">
                      <a:pos x="T28" y="T29"/>
                    </a:cxn>
                  </a:cxnLst>
                  <a:rect l="T45" t="T46" r="T47" b="T48"/>
                  <a:pathLst>
                    <a:path w="56" h="113">
                      <a:moveTo>
                        <a:pt x="56" y="113"/>
                      </a:moveTo>
                      <a:lnTo>
                        <a:pt x="44" y="112"/>
                      </a:lnTo>
                      <a:lnTo>
                        <a:pt x="31" y="108"/>
                      </a:lnTo>
                      <a:lnTo>
                        <a:pt x="21" y="101"/>
                      </a:lnTo>
                      <a:lnTo>
                        <a:pt x="12" y="92"/>
                      </a:lnTo>
                      <a:lnTo>
                        <a:pt x="6" y="82"/>
                      </a:lnTo>
                      <a:lnTo>
                        <a:pt x="1" y="70"/>
                      </a:lnTo>
                      <a:lnTo>
                        <a:pt x="0" y="57"/>
                      </a:lnTo>
                      <a:lnTo>
                        <a:pt x="1" y="45"/>
                      </a:lnTo>
                      <a:lnTo>
                        <a:pt x="6" y="33"/>
                      </a:lnTo>
                      <a:lnTo>
                        <a:pt x="12" y="22"/>
                      </a:lnTo>
                      <a:lnTo>
                        <a:pt x="21" y="13"/>
                      </a:lnTo>
                      <a:lnTo>
                        <a:pt x="31" y="7"/>
                      </a:lnTo>
                      <a:lnTo>
                        <a:pt x="44" y="2"/>
                      </a:lnTo>
                      <a:lnTo>
                        <a:pt x="56" y="0"/>
                      </a:lnTo>
                    </a:path>
                  </a:pathLst>
                </a:custGeom>
                <a:noFill/>
                <a:ln w="0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pPr algn="l" defTabSz="1828800" hangingPunct="1"/>
                  <a:endParaRPr lang="zh-CN" altLang="en-US" sz="3600" b="0" kern="1200">
                    <a:solidFill>
                      <a:prstClr val="black"/>
                    </a:solidFill>
                    <a:latin typeface="等线" panose="020F0502020204030204"/>
                    <a:ea typeface="等线" panose="02010600030101010101" pitchFamily="2" charset="-122"/>
                    <a:cs typeface="+mn-cs"/>
                  </a:endParaRPr>
                </a:p>
              </p:txBody>
            </p:sp>
            <p:sp>
              <p:nvSpPr>
                <p:cNvPr id="1198" name="Freeform 485">
                  <a:extLst>
                    <a:ext uri="{FF2B5EF4-FFF2-40B4-BE49-F238E27FC236}">
                      <a16:creationId xmlns:a16="http://schemas.microsoft.com/office/drawing/2014/main" id="{318E610E-13E7-5CC5-BE68-01379E4B32D3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117" y="4345"/>
                  <a:ext cx="133" cy="16"/>
                </a:xfrm>
                <a:custGeom>
                  <a:avLst/>
                  <a:gdLst>
                    <a:gd name="T0" fmla="*/ 0 w 929"/>
                    <a:gd name="T1" fmla="*/ 0 h 113"/>
                    <a:gd name="T2" fmla="*/ 0 w 929"/>
                    <a:gd name="T3" fmla="*/ 0 h 113"/>
                    <a:gd name="T4" fmla="*/ 0 w 929"/>
                    <a:gd name="T5" fmla="*/ 0 h 113"/>
                    <a:gd name="T6" fmla="*/ 0 w 929"/>
                    <a:gd name="T7" fmla="*/ 0 h 113"/>
                    <a:gd name="T8" fmla="*/ 0 w 929"/>
                    <a:gd name="T9" fmla="*/ 0 h 113"/>
                    <a:gd name="T10" fmla="*/ 0 w 929"/>
                    <a:gd name="T11" fmla="*/ 0 h 113"/>
                    <a:gd name="T12" fmla="*/ 0 w 929"/>
                    <a:gd name="T13" fmla="*/ 0 h 113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929"/>
                    <a:gd name="T22" fmla="*/ 0 h 113"/>
                    <a:gd name="T23" fmla="*/ 929 w 929"/>
                    <a:gd name="T24" fmla="*/ 113 h 113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929" h="113">
                      <a:moveTo>
                        <a:pt x="0" y="0"/>
                      </a:moveTo>
                      <a:lnTo>
                        <a:pt x="0" y="57"/>
                      </a:lnTo>
                      <a:lnTo>
                        <a:pt x="0" y="113"/>
                      </a:lnTo>
                      <a:lnTo>
                        <a:pt x="929" y="113"/>
                      </a:lnTo>
                      <a:lnTo>
                        <a:pt x="929" y="57"/>
                      </a:lnTo>
                      <a:lnTo>
                        <a:pt x="929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algn="l" defTabSz="1828800" hangingPunct="1"/>
                  <a:endParaRPr lang="zh-CN" altLang="en-US" sz="3600" b="0" kern="1200">
                    <a:solidFill>
                      <a:prstClr val="black"/>
                    </a:solidFill>
                    <a:latin typeface="等线" panose="020F0502020204030204"/>
                    <a:ea typeface="等线" panose="02010600030101010101" pitchFamily="2" charset="-122"/>
                    <a:cs typeface="+mn-cs"/>
                  </a:endParaRPr>
                </a:p>
              </p:txBody>
            </p:sp>
            <p:sp>
              <p:nvSpPr>
                <p:cNvPr id="1199" name="Freeform 486">
                  <a:extLst>
                    <a:ext uri="{FF2B5EF4-FFF2-40B4-BE49-F238E27FC236}">
                      <a16:creationId xmlns:a16="http://schemas.microsoft.com/office/drawing/2014/main" id="{21BEDDE8-69E7-6A0D-67C8-6D9847185F1A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117" y="4345"/>
                  <a:ext cx="133" cy="16"/>
                </a:xfrm>
                <a:custGeom>
                  <a:avLst/>
                  <a:gdLst>
                    <a:gd name="T0" fmla="*/ 0 w 929"/>
                    <a:gd name="T1" fmla="*/ 0 h 113"/>
                    <a:gd name="T2" fmla="*/ 0 w 929"/>
                    <a:gd name="T3" fmla="*/ 0 h 113"/>
                    <a:gd name="T4" fmla="*/ 0 w 929"/>
                    <a:gd name="T5" fmla="*/ 0 h 113"/>
                    <a:gd name="T6" fmla="*/ 0 w 929"/>
                    <a:gd name="T7" fmla="*/ 0 h 113"/>
                    <a:gd name="T8" fmla="*/ 0 w 929"/>
                    <a:gd name="T9" fmla="*/ 0 h 113"/>
                    <a:gd name="T10" fmla="*/ 0 w 929"/>
                    <a:gd name="T11" fmla="*/ 0 h 113"/>
                    <a:gd name="T12" fmla="*/ 0 w 929"/>
                    <a:gd name="T13" fmla="*/ 0 h 113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929"/>
                    <a:gd name="T22" fmla="*/ 0 h 113"/>
                    <a:gd name="T23" fmla="*/ 929 w 929"/>
                    <a:gd name="T24" fmla="*/ 113 h 113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929" h="113">
                      <a:moveTo>
                        <a:pt x="0" y="0"/>
                      </a:moveTo>
                      <a:lnTo>
                        <a:pt x="0" y="57"/>
                      </a:lnTo>
                      <a:lnTo>
                        <a:pt x="0" y="113"/>
                      </a:lnTo>
                      <a:lnTo>
                        <a:pt x="929" y="113"/>
                      </a:lnTo>
                      <a:lnTo>
                        <a:pt x="929" y="57"/>
                      </a:lnTo>
                      <a:lnTo>
                        <a:pt x="929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noFill/>
                <a:ln w="0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pPr algn="l" defTabSz="1828800" hangingPunct="1"/>
                  <a:endParaRPr lang="zh-CN" altLang="en-US" sz="3600" b="0" kern="1200">
                    <a:solidFill>
                      <a:prstClr val="black"/>
                    </a:solidFill>
                    <a:latin typeface="等线" panose="020F0502020204030204"/>
                    <a:ea typeface="等线" panose="02010600030101010101" pitchFamily="2" charset="-122"/>
                    <a:cs typeface="+mn-cs"/>
                  </a:endParaRPr>
                </a:p>
              </p:txBody>
            </p:sp>
            <p:sp>
              <p:nvSpPr>
                <p:cNvPr id="1200" name="Freeform 487">
                  <a:extLst>
                    <a:ext uri="{FF2B5EF4-FFF2-40B4-BE49-F238E27FC236}">
                      <a16:creationId xmlns:a16="http://schemas.microsoft.com/office/drawing/2014/main" id="{8A9F33C5-B02A-83B8-795F-C47965DFDE43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250" y="4345"/>
                  <a:ext cx="8" cy="16"/>
                </a:xfrm>
                <a:custGeom>
                  <a:avLst/>
                  <a:gdLst>
                    <a:gd name="T0" fmla="*/ 0 w 58"/>
                    <a:gd name="T1" fmla="*/ 0 h 113"/>
                    <a:gd name="T2" fmla="*/ 0 w 58"/>
                    <a:gd name="T3" fmla="*/ 0 h 113"/>
                    <a:gd name="T4" fmla="*/ 0 w 58"/>
                    <a:gd name="T5" fmla="*/ 0 h 113"/>
                    <a:gd name="T6" fmla="*/ 0 w 58"/>
                    <a:gd name="T7" fmla="*/ 0 h 113"/>
                    <a:gd name="T8" fmla="*/ 0 w 58"/>
                    <a:gd name="T9" fmla="*/ 0 h 113"/>
                    <a:gd name="T10" fmla="*/ 0 w 58"/>
                    <a:gd name="T11" fmla="*/ 0 h 113"/>
                    <a:gd name="T12" fmla="*/ 0 w 58"/>
                    <a:gd name="T13" fmla="*/ 0 h 113"/>
                    <a:gd name="T14" fmla="*/ 0 w 58"/>
                    <a:gd name="T15" fmla="*/ 0 h 113"/>
                    <a:gd name="T16" fmla="*/ 0 w 58"/>
                    <a:gd name="T17" fmla="*/ 0 h 113"/>
                    <a:gd name="T18" fmla="*/ 0 w 58"/>
                    <a:gd name="T19" fmla="*/ 0 h 113"/>
                    <a:gd name="T20" fmla="*/ 0 w 58"/>
                    <a:gd name="T21" fmla="*/ 0 h 113"/>
                    <a:gd name="T22" fmla="*/ 0 w 58"/>
                    <a:gd name="T23" fmla="*/ 0 h 113"/>
                    <a:gd name="T24" fmla="*/ 0 w 58"/>
                    <a:gd name="T25" fmla="*/ 0 h 113"/>
                    <a:gd name="T26" fmla="*/ 0 w 58"/>
                    <a:gd name="T27" fmla="*/ 0 h 113"/>
                    <a:gd name="T28" fmla="*/ 0 w 58"/>
                    <a:gd name="T29" fmla="*/ 0 h 113"/>
                    <a:gd name="T30" fmla="*/ 0 w 58"/>
                    <a:gd name="T31" fmla="*/ 0 h 113"/>
                    <a:gd name="T32" fmla="*/ 0 w 58"/>
                    <a:gd name="T33" fmla="*/ 0 h 113"/>
                    <a:gd name="T34" fmla="*/ 0 60000 65536"/>
                    <a:gd name="T35" fmla="*/ 0 60000 65536"/>
                    <a:gd name="T36" fmla="*/ 0 60000 65536"/>
                    <a:gd name="T37" fmla="*/ 0 60000 65536"/>
                    <a:gd name="T38" fmla="*/ 0 60000 65536"/>
                    <a:gd name="T39" fmla="*/ 0 60000 65536"/>
                    <a:gd name="T40" fmla="*/ 0 60000 65536"/>
                    <a:gd name="T41" fmla="*/ 0 60000 65536"/>
                    <a:gd name="T42" fmla="*/ 0 60000 65536"/>
                    <a:gd name="T43" fmla="*/ 0 60000 65536"/>
                    <a:gd name="T44" fmla="*/ 0 60000 65536"/>
                    <a:gd name="T45" fmla="*/ 0 60000 65536"/>
                    <a:gd name="T46" fmla="*/ 0 60000 65536"/>
                    <a:gd name="T47" fmla="*/ 0 60000 65536"/>
                    <a:gd name="T48" fmla="*/ 0 60000 65536"/>
                    <a:gd name="T49" fmla="*/ 0 60000 65536"/>
                    <a:gd name="T50" fmla="*/ 0 60000 65536"/>
                    <a:gd name="T51" fmla="*/ 0 w 58"/>
                    <a:gd name="T52" fmla="*/ 0 h 113"/>
                    <a:gd name="T53" fmla="*/ 58 w 58"/>
                    <a:gd name="T54" fmla="*/ 113 h 113"/>
                  </a:gdLst>
                  <a:ahLst/>
                  <a:cxnLst>
                    <a:cxn ang="T34">
                      <a:pos x="T0" y="T1"/>
                    </a:cxn>
                    <a:cxn ang="T35">
                      <a:pos x="T2" y="T3"/>
                    </a:cxn>
                    <a:cxn ang="T36">
                      <a:pos x="T4" y="T5"/>
                    </a:cxn>
                    <a:cxn ang="T37">
                      <a:pos x="T6" y="T7"/>
                    </a:cxn>
                    <a:cxn ang="T38">
                      <a:pos x="T8" y="T9"/>
                    </a:cxn>
                    <a:cxn ang="T39">
                      <a:pos x="T10" y="T11"/>
                    </a:cxn>
                    <a:cxn ang="T40">
                      <a:pos x="T12" y="T13"/>
                    </a:cxn>
                    <a:cxn ang="T41">
                      <a:pos x="T14" y="T15"/>
                    </a:cxn>
                    <a:cxn ang="T42">
                      <a:pos x="T16" y="T17"/>
                    </a:cxn>
                    <a:cxn ang="T43">
                      <a:pos x="T18" y="T19"/>
                    </a:cxn>
                    <a:cxn ang="T44">
                      <a:pos x="T20" y="T21"/>
                    </a:cxn>
                    <a:cxn ang="T45">
                      <a:pos x="T22" y="T23"/>
                    </a:cxn>
                    <a:cxn ang="T46">
                      <a:pos x="T24" y="T25"/>
                    </a:cxn>
                    <a:cxn ang="T47">
                      <a:pos x="T26" y="T27"/>
                    </a:cxn>
                    <a:cxn ang="T48">
                      <a:pos x="T28" y="T29"/>
                    </a:cxn>
                    <a:cxn ang="T49">
                      <a:pos x="T30" y="T31"/>
                    </a:cxn>
                    <a:cxn ang="T50">
                      <a:pos x="T32" y="T33"/>
                    </a:cxn>
                  </a:cxnLst>
                  <a:rect l="T51" t="T52" r="T53" b="T54"/>
                  <a:pathLst>
                    <a:path w="58" h="113">
                      <a:moveTo>
                        <a:pt x="0" y="57"/>
                      </a:moveTo>
                      <a:lnTo>
                        <a:pt x="0" y="0"/>
                      </a:lnTo>
                      <a:lnTo>
                        <a:pt x="13" y="2"/>
                      </a:lnTo>
                      <a:lnTo>
                        <a:pt x="25" y="7"/>
                      </a:lnTo>
                      <a:lnTo>
                        <a:pt x="35" y="13"/>
                      </a:lnTo>
                      <a:lnTo>
                        <a:pt x="44" y="22"/>
                      </a:lnTo>
                      <a:lnTo>
                        <a:pt x="51" y="33"/>
                      </a:lnTo>
                      <a:lnTo>
                        <a:pt x="55" y="45"/>
                      </a:lnTo>
                      <a:lnTo>
                        <a:pt x="58" y="57"/>
                      </a:lnTo>
                      <a:lnTo>
                        <a:pt x="55" y="70"/>
                      </a:lnTo>
                      <a:lnTo>
                        <a:pt x="51" y="82"/>
                      </a:lnTo>
                      <a:lnTo>
                        <a:pt x="44" y="92"/>
                      </a:lnTo>
                      <a:lnTo>
                        <a:pt x="35" y="101"/>
                      </a:lnTo>
                      <a:lnTo>
                        <a:pt x="25" y="108"/>
                      </a:lnTo>
                      <a:lnTo>
                        <a:pt x="13" y="112"/>
                      </a:lnTo>
                      <a:lnTo>
                        <a:pt x="0" y="113"/>
                      </a:lnTo>
                      <a:lnTo>
                        <a:pt x="0" y="57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algn="l" defTabSz="1828800" hangingPunct="1"/>
                  <a:endParaRPr lang="zh-CN" altLang="en-US" sz="3600" b="0" kern="1200">
                    <a:solidFill>
                      <a:prstClr val="black"/>
                    </a:solidFill>
                    <a:latin typeface="等线" panose="020F0502020204030204"/>
                    <a:ea typeface="等线" panose="02010600030101010101" pitchFamily="2" charset="-122"/>
                    <a:cs typeface="+mn-cs"/>
                  </a:endParaRPr>
                </a:p>
              </p:txBody>
            </p:sp>
            <p:sp>
              <p:nvSpPr>
                <p:cNvPr id="1201" name="Freeform 488">
                  <a:extLst>
                    <a:ext uri="{FF2B5EF4-FFF2-40B4-BE49-F238E27FC236}">
                      <a16:creationId xmlns:a16="http://schemas.microsoft.com/office/drawing/2014/main" id="{BBEAF3B4-478E-C02E-7FB5-CBEC5FF5B304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250" y="4345"/>
                  <a:ext cx="8" cy="16"/>
                </a:xfrm>
                <a:custGeom>
                  <a:avLst/>
                  <a:gdLst>
                    <a:gd name="T0" fmla="*/ 0 w 58"/>
                    <a:gd name="T1" fmla="*/ 0 h 113"/>
                    <a:gd name="T2" fmla="*/ 0 w 58"/>
                    <a:gd name="T3" fmla="*/ 0 h 113"/>
                    <a:gd name="T4" fmla="*/ 0 w 58"/>
                    <a:gd name="T5" fmla="*/ 0 h 113"/>
                    <a:gd name="T6" fmla="*/ 0 w 58"/>
                    <a:gd name="T7" fmla="*/ 0 h 113"/>
                    <a:gd name="T8" fmla="*/ 0 w 58"/>
                    <a:gd name="T9" fmla="*/ 0 h 113"/>
                    <a:gd name="T10" fmla="*/ 0 w 58"/>
                    <a:gd name="T11" fmla="*/ 0 h 113"/>
                    <a:gd name="T12" fmla="*/ 0 w 58"/>
                    <a:gd name="T13" fmla="*/ 0 h 113"/>
                    <a:gd name="T14" fmla="*/ 0 w 58"/>
                    <a:gd name="T15" fmla="*/ 0 h 113"/>
                    <a:gd name="T16" fmla="*/ 0 w 58"/>
                    <a:gd name="T17" fmla="*/ 0 h 113"/>
                    <a:gd name="T18" fmla="*/ 0 w 58"/>
                    <a:gd name="T19" fmla="*/ 0 h 113"/>
                    <a:gd name="T20" fmla="*/ 0 w 58"/>
                    <a:gd name="T21" fmla="*/ 0 h 113"/>
                    <a:gd name="T22" fmla="*/ 0 w 58"/>
                    <a:gd name="T23" fmla="*/ 0 h 113"/>
                    <a:gd name="T24" fmla="*/ 0 w 58"/>
                    <a:gd name="T25" fmla="*/ 0 h 113"/>
                    <a:gd name="T26" fmla="*/ 0 w 58"/>
                    <a:gd name="T27" fmla="*/ 0 h 113"/>
                    <a:gd name="T28" fmla="*/ 0 w 58"/>
                    <a:gd name="T29" fmla="*/ 0 h 113"/>
                    <a:gd name="T30" fmla="*/ 0 60000 65536"/>
                    <a:gd name="T31" fmla="*/ 0 60000 65536"/>
                    <a:gd name="T32" fmla="*/ 0 60000 65536"/>
                    <a:gd name="T33" fmla="*/ 0 60000 65536"/>
                    <a:gd name="T34" fmla="*/ 0 60000 65536"/>
                    <a:gd name="T35" fmla="*/ 0 60000 65536"/>
                    <a:gd name="T36" fmla="*/ 0 60000 65536"/>
                    <a:gd name="T37" fmla="*/ 0 60000 65536"/>
                    <a:gd name="T38" fmla="*/ 0 60000 65536"/>
                    <a:gd name="T39" fmla="*/ 0 60000 65536"/>
                    <a:gd name="T40" fmla="*/ 0 60000 65536"/>
                    <a:gd name="T41" fmla="*/ 0 60000 65536"/>
                    <a:gd name="T42" fmla="*/ 0 60000 65536"/>
                    <a:gd name="T43" fmla="*/ 0 60000 65536"/>
                    <a:gd name="T44" fmla="*/ 0 60000 65536"/>
                    <a:gd name="T45" fmla="*/ 0 w 58"/>
                    <a:gd name="T46" fmla="*/ 0 h 113"/>
                    <a:gd name="T47" fmla="*/ 58 w 58"/>
                    <a:gd name="T48" fmla="*/ 113 h 113"/>
                  </a:gdLst>
                  <a:ahLst/>
                  <a:cxnLst>
                    <a:cxn ang="T30">
                      <a:pos x="T0" y="T1"/>
                    </a:cxn>
                    <a:cxn ang="T31">
                      <a:pos x="T2" y="T3"/>
                    </a:cxn>
                    <a:cxn ang="T32">
                      <a:pos x="T4" y="T5"/>
                    </a:cxn>
                    <a:cxn ang="T33">
                      <a:pos x="T6" y="T7"/>
                    </a:cxn>
                    <a:cxn ang="T34">
                      <a:pos x="T8" y="T9"/>
                    </a:cxn>
                    <a:cxn ang="T35">
                      <a:pos x="T10" y="T11"/>
                    </a:cxn>
                    <a:cxn ang="T36">
                      <a:pos x="T12" y="T13"/>
                    </a:cxn>
                    <a:cxn ang="T37">
                      <a:pos x="T14" y="T15"/>
                    </a:cxn>
                    <a:cxn ang="T38">
                      <a:pos x="T16" y="T17"/>
                    </a:cxn>
                    <a:cxn ang="T39">
                      <a:pos x="T18" y="T19"/>
                    </a:cxn>
                    <a:cxn ang="T40">
                      <a:pos x="T20" y="T21"/>
                    </a:cxn>
                    <a:cxn ang="T41">
                      <a:pos x="T22" y="T23"/>
                    </a:cxn>
                    <a:cxn ang="T42">
                      <a:pos x="T24" y="T25"/>
                    </a:cxn>
                    <a:cxn ang="T43">
                      <a:pos x="T26" y="T27"/>
                    </a:cxn>
                    <a:cxn ang="T44">
                      <a:pos x="T28" y="T29"/>
                    </a:cxn>
                  </a:cxnLst>
                  <a:rect l="T45" t="T46" r="T47" b="T48"/>
                  <a:pathLst>
                    <a:path w="58" h="113">
                      <a:moveTo>
                        <a:pt x="0" y="0"/>
                      </a:moveTo>
                      <a:lnTo>
                        <a:pt x="13" y="2"/>
                      </a:lnTo>
                      <a:lnTo>
                        <a:pt x="25" y="7"/>
                      </a:lnTo>
                      <a:lnTo>
                        <a:pt x="35" y="13"/>
                      </a:lnTo>
                      <a:lnTo>
                        <a:pt x="44" y="22"/>
                      </a:lnTo>
                      <a:lnTo>
                        <a:pt x="51" y="33"/>
                      </a:lnTo>
                      <a:lnTo>
                        <a:pt x="55" y="45"/>
                      </a:lnTo>
                      <a:lnTo>
                        <a:pt x="58" y="57"/>
                      </a:lnTo>
                      <a:lnTo>
                        <a:pt x="55" y="70"/>
                      </a:lnTo>
                      <a:lnTo>
                        <a:pt x="51" y="82"/>
                      </a:lnTo>
                      <a:lnTo>
                        <a:pt x="44" y="92"/>
                      </a:lnTo>
                      <a:lnTo>
                        <a:pt x="35" y="101"/>
                      </a:lnTo>
                      <a:lnTo>
                        <a:pt x="25" y="108"/>
                      </a:lnTo>
                      <a:lnTo>
                        <a:pt x="13" y="112"/>
                      </a:lnTo>
                      <a:lnTo>
                        <a:pt x="0" y="113"/>
                      </a:lnTo>
                    </a:path>
                  </a:pathLst>
                </a:custGeom>
                <a:noFill/>
                <a:ln w="0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pPr algn="l" defTabSz="1828800" hangingPunct="1"/>
                  <a:endParaRPr lang="zh-CN" altLang="en-US" sz="3600" b="0" kern="1200">
                    <a:solidFill>
                      <a:prstClr val="black"/>
                    </a:solidFill>
                    <a:latin typeface="等线" panose="020F0502020204030204"/>
                    <a:ea typeface="等线" panose="02010600030101010101" pitchFamily="2" charset="-122"/>
                    <a:cs typeface="+mn-cs"/>
                  </a:endParaRPr>
                </a:p>
              </p:txBody>
            </p:sp>
            <p:sp>
              <p:nvSpPr>
                <p:cNvPr id="1202" name="Freeform 489">
                  <a:extLst>
                    <a:ext uri="{FF2B5EF4-FFF2-40B4-BE49-F238E27FC236}">
                      <a16:creationId xmlns:a16="http://schemas.microsoft.com/office/drawing/2014/main" id="{2D7ADF76-47FC-C491-9015-25EDDC02F83C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578" y="4118"/>
                  <a:ext cx="12" cy="15"/>
                </a:xfrm>
                <a:custGeom>
                  <a:avLst/>
                  <a:gdLst>
                    <a:gd name="T0" fmla="*/ 0 w 81"/>
                    <a:gd name="T1" fmla="*/ 0 h 107"/>
                    <a:gd name="T2" fmla="*/ 0 w 81"/>
                    <a:gd name="T3" fmla="*/ 0 h 107"/>
                    <a:gd name="T4" fmla="*/ 0 w 81"/>
                    <a:gd name="T5" fmla="*/ 0 h 107"/>
                    <a:gd name="T6" fmla="*/ 0 w 81"/>
                    <a:gd name="T7" fmla="*/ 0 h 107"/>
                    <a:gd name="T8" fmla="*/ 0 w 81"/>
                    <a:gd name="T9" fmla="*/ 0 h 107"/>
                    <a:gd name="T10" fmla="*/ 0 w 81"/>
                    <a:gd name="T11" fmla="*/ 0 h 107"/>
                    <a:gd name="T12" fmla="*/ 0 w 81"/>
                    <a:gd name="T13" fmla="*/ 0 h 107"/>
                    <a:gd name="T14" fmla="*/ 0 w 81"/>
                    <a:gd name="T15" fmla="*/ 0 h 107"/>
                    <a:gd name="T16" fmla="*/ 0 w 81"/>
                    <a:gd name="T17" fmla="*/ 0 h 107"/>
                    <a:gd name="T18" fmla="*/ 0 w 81"/>
                    <a:gd name="T19" fmla="*/ 0 h 107"/>
                    <a:gd name="T20" fmla="*/ 0 w 81"/>
                    <a:gd name="T21" fmla="*/ 0 h 107"/>
                    <a:gd name="T22" fmla="*/ 0 w 81"/>
                    <a:gd name="T23" fmla="*/ 0 h 107"/>
                    <a:gd name="T24" fmla="*/ 0 w 81"/>
                    <a:gd name="T25" fmla="*/ 0 h 107"/>
                    <a:gd name="T26" fmla="*/ 0 w 81"/>
                    <a:gd name="T27" fmla="*/ 0 h 107"/>
                    <a:gd name="T28" fmla="*/ 0 w 81"/>
                    <a:gd name="T29" fmla="*/ 0 h 107"/>
                    <a:gd name="T30" fmla="*/ 0 w 81"/>
                    <a:gd name="T31" fmla="*/ 0 h 107"/>
                    <a:gd name="T32" fmla="*/ 0 w 81"/>
                    <a:gd name="T33" fmla="*/ 0 h 107"/>
                    <a:gd name="T34" fmla="*/ 0 60000 65536"/>
                    <a:gd name="T35" fmla="*/ 0 60000 65536"/>
                    <a:gd name="T36" fmla="*/ 0 60000 65536"/>
                    <a:gd name="T37" fmla="*/ 0 60000 65536"/>
                    <a:gd name="T38" fmla="*/ 0 60000 65536"/>
                    <a:gd name="T39" fmla="*/ 0 60000 65536"/>
                    <a:gd name="T40" fmla="*/ 0 60000 65536"/>
                    <a:gd name="T41" fmla="*/ 0 60000 65536"/>
                    <a:gd name="T42" fmla="*/ 0 60000 65536"/>
                    <a:gd name="T43" fmla="*/ 0 60000 65536"/>
                    <a:gd name="T44" fmla="*/ 0 60000 65536"/>
                    <a:gd name="T45" fmla="*/ 0 60000 65536"/>
                    <a:gd name="T46" fmla="*/ 0 60000 65536"/>
                    <a:gd name="T47" fmla="*/ 0 60000 65536"/>
                    <a:gd name="T48" fmla="*/ 0 60000 65536"/>
                    <a:gd name="T49" fmla="*/ 0 60000 65536"/>
                    <a:gd name="T50" fmla="*/ 0 60000 65536"/>
                    <a:gd name="T51" fmla="*/ 0 w 81"/>
                    <a:gd name="T52" fmla="*/ 0 h 107"/>
                    <a:gd name="T53" fmla="*/ 81 w 81"/>
                    <a:gd name="T54" fmla="*/ 107 h 107"/>
                  </a:gdLst>
                  <a:ahLst/>
                  <a:cxnLst>
                    <a:cxn ang="T34">
                      <a:pos x="T0" y="T1"/>
                    </a:cxn>
                    <a:cxn ang="T35">
                      <a:pos x="T2" y="T3"/>
                    </a:cxn>
                    <a:cxn ang="T36">
                      <a:pos x="T4" y="T5"/>
                    </a:cxn>
                    <a:cxn ang="T37">
                      <a:pos x="T6" y="T7"/>
                    </a:cxn>
                    <a:cxn ang="T38">
                      <a:pos x="T8" y="T9"/>
                    </a:cxn>
                    <a:cxn ang="T39">
                      <a:pos x="T10" y="T11"/>
                    </a:cxn>
                    <a:cxn ang="T40">
                      <a:pos x="T12" y="T13"/>
                    </a:cxn>
                    <a:cxn ang="T41">
                      <a:pos x="T14" y="T15"/>
                    </a:cxn>
                    <a:cxn ang="T42">
                      <a:pos x="T16" y="T17"/>
                    </a:cxn>
                    <a:cxn ang="T43">
                      <a:pos x="T18" y="T19"/>
                    </a:cxn>
                    <a:cxn ang="T44">
                      <a:pos x="T20" y="T21"/>
                    </a:cxn>
                    <a:cxn ang="T45">
                      <a:pos x="T22" y="T23"/>
                    </a:cxn>
                    <a:cxn ang="T46">
                      <a:pos x="T24" y="T25"/>
                    </a:cxn>
                    <a:cxn ang="T47">
                      <a:pos x="T26" y="T27"/>
                    </a:cxn>
                    <a:cxn ang="T48">
                      <a:pos x="T28" y="T29"/>
                    </a:cxn>
                    <a:cxn ang="T49">
                      <a:pos x="T30" y="T31"/>
                    </a:cxn>
                    <a:cxn ang="T50">
                      <a:pos x="T32" y="T33"/>
                    </a:cxn>
                  </a:cxnLst>
                  <a:rect l="T51" t="T52" r="T53" b="T54"/>
                  <a:pathLst>
                    <a:path w="81" h="107">
                      <a:moveTo>
                        <a:pt x="56" y="51"/>
                      </a:moveTo>
                      <a:lnTo>
                        <a:pt x="81" y="101"/>
                      </a:lnTo>
                      <a:lnTo>
                        <a:pt x="69" y="106"/>
                      </a:lnTo>
                      <a:lnTo>
                        <a:pt x="56" y="107"/>
                      </a:lnTo>
                      <a:lnTo>
                        <a:pt x="44" y="106"/>
                      </a:lnTo>
                      <a:lnTo>
                        <a:pt x="32" y="102"/>
                      </a:lnTo>
                      <a:lnTo>
                        <a:pt x="21" y="96"/>
                      </a:lnTo>
                      <a:lnTo>
                        <a:pt x="13" y="87"/>
                      </a:lnTo>
                      <a:lnTo>
                        <a:pt x="6" y="75"/>
                      </a:lnTo>
                      <a:lnTo>
                        <a:pt x="1" y="63"/>
                      </a:lnTo>
                      <a:lnTo>
                        <a:pt x="0" y="51"/>
                      </a:lnTo>
                      <a:lnTo>
                        <a:pt x="1" y="38"/>
                      </a:lnTo>
                      <a:lnTo>
                        <a:pt x="5" y="26"/>
                      </a:lnTo>
                      <a:lnTo>
                        <a:pt x="11" y="16"/>
                      </a:lnTo>
                      <a:lnTo>
                        <a:pt x="20" y="7"/>
                      </a:lnTo>
                      <a:lnTo>
                        <a:pt x="32" y="0"/>
                      </a:lnTo>
                      <a:lnTo>
                        <a:pt x="56" y="51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algn="l" defTabSz="1828800" hangingPunct="1"/>
                  <a:endParaRPr lang="zh-CN" altLang="en-US" sz="3600" b="0" kern="1200">
                    <a:solidFill>
                      <a:prstClr val="black"/>
                    </a:solidFill>
                    <a:latin typeface="等线" panose="020F0502020204030204"/>
                    <a:ea typeface="等线" panose="02010600030101010101" pitchFamily="2" charset="-122"/>
                    <a:cs typeface="+mn-cs"/>
                  </a:endParaRPr>
                </a:p>
              </p:txBody>
            </p:sp>
            <p:sp>
              <p:nvSpPr>
                <p:cNvPr id="1203" name="Freeform 490">
                  <a:extLst>
                    <a:ext uri="{FF2B5EF4-FFF2-40B4-BE49-F238E27FC236}">
                      <a16:creationId xmlns:a16="http://schemas.microsoft.com/office/drawing/2014/main" id="{FD7FF056-1BCF-4BE0-C842-942CC41DD508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578" y="4118"/>
                  <a:ext cx="12" cy="15"/>
                </a:xfrm>
                <a:custGeom>
                  <a:avLst/>
                  <a:gdLst>
                    <a:gd name="T0" fmla="*/ 0 w 81"/>
                    <a:gd name="T1" fmla="*/ 0 h 107"/>
                    <a:gd name="T2" fmla="*/ 0 w 81"/>
                    <a:gd name="T3" fmla="*/ 0 h 107"/>
                    <a:gd name="T4" fmla="*/ 0 w 81"/>
                    <a:gd name="T5" fmla="*/ 0 h 107"/>
                    <a:gd name="T6" fmla="*/ 0 w 81"/>
                    <a:gd name="T7" fmla="*/ 0 h 107"/>
                    <a:gd name="T8" fmla="*/ 0 w 81"/>
                    <a:gd name="T9" fmla="*/ 0 h 107"/>
                    <a:gd name="T10" fmla="*/ 0 w 81"/>
                    <a:gd name="T11" fmla="*/ 0 h 107"/>
                    <a:gd name="T12" fmla="*/ 0 w 81"/>
                    <a:gd name="T13" fmla="*/ 0 h 107"/>
                    <a:gd name="T14" fmla="*/ 0 w 81"/>
                    <a:gd name="T15" fmla="*/ 0 h 107"/>
                    <a:gd name="T16" fmla="*/ 0 w 81"/>
                    <a:gd name="T17" fmla="*/ 0 h 107"/>
                    <a:gd name="T18" fmla="*/ 0 w 81"/>
                    <a:gd name="T19" fmla="*/ 0 h 107"/>
                    <a:gd name="T20" fmla="*/ 0 w 81"/>
                    <a:gd name="T21" fmla="*/ 0 h 107"/>
                    <a:gd name="T22" fmla="*/ 0 w 81"/>
                    <a:gd name="T23" fmla="*/ 0 h 107"/>
                    <a:gd name="T24" fmla="*/ 0 w 81"/>
                    <a:gd name="T25" fmla="*/ 0 h 107"/>
                    <a:gd name="T26" fmla="*/ 0 w 81"/>
                    <a:gd name="T27" fmla="*/ 0 h 107"/>
                    <a:gd name="T28" fmla="*/ 0 w 81"/>
                    <a:gd name="T29" fmla="*/ 0 h 107"/>
                    <a:gd name="T30" fmla="*/ 0 60000 65536"/>
                    <a:gd name="T31" fmla="*/ 0 60000 65536"/>
                    <a:gd name="T32" fmla="*/ 0 60000 65536"/>
                    <a:gd name="T33" fmla="*/ 0 60000 65536"/>
                    <a:gd name="T34" fmla="*/ 0 60000 65536"/>
                    <a:gd name="T35" fmla="*/ 0 60000 65536"/>
                    <a:gd name="T36" fmla="*/ 0 60000 65536"/>
                    <a:gd name="T37" fmla="*/ 0 60000 65536"/>
                    <a:gd name="T38" fmla="*/ 0 60000 65536"/>
                    <a:gd name="T39" fmla="*/ 0 60000 65536"/>
                    <a:gd name="T40" fmla="*/ 0 60000 65536"/>
                    <a:gd name="T41" fmla="*/ 0 60000 65536"/>
                    <a:gd name="T42" fmla="*/ 0 60000 65536"/>
                    <a:gd name="T43" fmla="*/ 0 60000 65536"/>
                    <a:gd name="T44" fmla="*/ 0 60000 65536"/>
                    <a:gd name="T45" fmla="*/ 0 w 81"/>
                    <a:gd name="T46" fmla="*/ 0 h 107"/>
                    <a:gd name="T47" fmla="*/ 81 w 81"/>
                    <a:gd name="T48" fmla="*/ 107 h 107"/>
                  </a:gdLst>
                  <a:ahLst/>
                  <a:cxnLst>
                    <a:cxn ang="T30">
                      <a:pos x="T0" y="T1"/>
                    </a:cxn>
                    <a:cxn ang="T31">
                      <a:pos x="T2" y="T3"/>
                    </a:cxn>
                    <a:cxn ang="T32">
                      <a:pos x="T4" y="T5"/>
                    </a:cxn>
                    <a:cxn ang="T33">
                      <a:pos x="T6" y="T7"/>
                    </a:cxn>
                    <a:cxn ang="T34">
                      <a:pos x="T8" y="T9"/>
                    </a:cxn>
                    <a:cxn ang="T35">
                      <a:pos x="T10" y="T11"/>
                    </a:cxn>
                    <a:cxn ang="T36">
                      <a:pos x="T12" y="T13"/>
                    </a:cxn>
                    <a:cxn ang="T37">
                      <a:pos x="T14" y="T15"/>
                    </a:cxn>
                    <a:cxn ang="T38">
                      <a:pos x="T16" y="T17"/>
                    </a:cxn>
                    <a:cxn ang="T39">
                      <a:pos x="T18" y="T19"/>
                    </a:cxn>
                    <a:cxn ang="T40">
                      <a:pos x="T20" y="T21"/>
                    </a:cxn>
                    <a:cxn ang="T41">
                      <a:pos x="T22" y="T23"/>
                    </a:cxn>
                    <a:cxn ang="T42">
                      <a:pos x="T24" y="T25"/>
                    </a:cxn>
                    <a:cxn ang="T43">
                      <a:pos x="T26" y="T27"/>
                    </a:cxn>
                    <a:cxn ang="T44">
                      <a:pos x="T28" y="T29"/>
                    </a:cxn>
                  </a:cxnLst>
                  <a:rect l="T45" t="T46" r="T47" b="T48"/>
                  <a:pathLst>
                    <a:path w="81" h="107">
                      <a:moveTo>
                        <a:pt x="81" y="101"/>
                      </a:moveTo>
                      <a:lnTo>
                        <a:pt x="69" y="106"/>
                      </a:lnTo>
                      <a:lnTo>
                        <a:pt x="56" y="107"/>
                      </a:lnTo>
                      <a:lnTo>
                        <a:pt x="44" y="106"/>
                      </a:lnTo>
                      <a:lnTo>
                        <a:pt x="32" y="102"/>
                      </a:lnTo>
                      <a:lnTo>
                        <a:pt x="21" y="96"/>
                      </a:lnTo>
                      <a:lnTo>
                        <a:pt x="13" y="87"/>
                      </a:lnTo>
                      <a:lnTo>
                        <a:pt x="6" y="75"/>
                      </a:lnTo>
                      <a:lnTo>
                        <a:pt x="1" y="63"/>
                      </a:lnTo>
                      <a:lnTo>
                        <a:pt x="0" y="51"/>
                      </a:lnTo>
                      <a:lnTo>
                        <a:pt x="1" y="38"/>
                      </a:lnTo>
                      <a:lnTo>
                        <a:pt x="5" y="26"/>
                      </a:lnTo>
                      <a:lnTo>
                        <a:pt x="11" y="16"/>
                      </a:lnTo>
                      <a:lnTo>
                        <a:pt x="20" y="7"/>
                      </a:lnTo>
                      <a:lnTo>
                        <a:pt x="32" y="0"/>
                      </a:lnTo>
                    </a:path>
                  </a:pathLst>
                </a:custGeom>
                <a:noFill/>
                <a:ln w="0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pPr algn="l" defTabSz="1828800" hangingPunct="1"/>
                  <a:endParaRPr lang="zh-CN" altLang="en-US" sz="3600" b="0" kern="1200">
                    <a:solidFill>
                      <a:prstClr val="black"/>
                    </a:solidFill>
                    <a:latin typeface="等线" panose="020F0502020204030204"/>
                    <a:ea typeface="等线" panose="02010600030101010101" pitchFamily="2" charset="-122"/>
                    <a:cs typeface="+mn-cs"/>
                  </a:endParaRPr>
                </a:p>
              </p:txBody>
            </p:sp>
            <p:sp>
              <p:nvSpPr>
                <p:cNvPr id="1204" name="Freeform 491">
                  <a:extLst>
                    <a:ext uri="{FF2B5EF4-FFF2-40B4-BE49-F238E27FC236}">
                      <a16:creationId xmlns:a16="http://schemas.microsoft.com/office/drawing/2014/main" id="{5D47400D-3613-E14E-A4F1-8C5038AC744F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583" y="4035"/>
                  <a:ext cx="178" cy="97"/>
                </a:xfrm>
                <a:custGeom>
                  <a:avLst/>
                  <a:gdLst>
                    <a:gd name="T0" fmla="*/ 0 w 1243"/>
                    <a:gd name="T1" fmla="*/ 0 h 678"/>
                    <a:gd name="T2" fmla="*/ 0 w 1243"/>
                    <a:gd name="T3" fmla="*/ 0 h 678"/>
                    <a:gd name="T4" fmla="*/ 0 w 1243"/>
                    <a:gd name="T5" fmla="*/ 0 h 678"/>
                    <a:gd name="T6" fmla="*/ 0 w 1243"/>
                    <a:gd name="T7" fmla="*/ 0 h 678"/>
                    <a:gd name="T8" fmla="*/ 0 w 1243"/>
                    <a:gd name="T9" fmla="*/ 0 h 678"/>
                    <a:gd name="T10" fmla="*/ 0 w 1243"/>
                    <a:gd name="T11" fmla="*/ 0 h 678"/>
                    <a:gd name="T12" fmla="*/ 0 w 1243"/>
                    <a:gd name="T13" fmla="*/ 0 h 678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1243"/>
                    <a:gd name="T22" fmla="*/ 0 h 678"/>
                    <a:gd name="T23" fmla="*/ 1243 w 1243"/>
                    <a:gd name="T24" fmla="*/ 678 h 678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1243" h="678">
                      <a:moveTo>
                        <a:pt x="0" y="577"/>
                      </a:moveTo>
                      <a:lnTo>
                        <a:pt x="24" y="628"/>
                      </a:lnTo>
                      <a:lnTo>
                        <a:pt x="49" y="678"/>
                      </a:lnTo>
                      <a:lnTo>
                        <a:pt x="1243" y="101"/>
                      </a:lnTo>
                      <a:lnTo>
                        <a:pt x="1218" y="51"/>
                      </a:lnTo>
                      <a:lnTo>
                        <a:pt x="1194" y="0"/>
                      </a:lnTo>
                      <a:lnTo>
                        <a:pt x="0" y="577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algn="l" defTabSz="1828800" hangingPunct="1"/>
                  <a:endParaRPr lang="zh-CN" altLang="en-US" sz="3600" b="0" kern="1200">
                    <a:solidFill>
                      <a:prstClr val="black"/>
                    </a:solidFill>
                    <a:latin typeface="等线" panose="020F0502020204030204"/>
                    <a:ea typeface="等线" panose="02010600030101010101" pitchFamily="2" charset="-122"/>
                    <a:cs typeface="+mn-cs"/>
                  </a:endParaRPr>
                </a:p>
              </p:txBody>
            </p:sp>
            <p:sp>
              <p:nvSpPr>
                <p:cNvPr id="1205" name="Freeform 492">
                  <a:extLst>
                    <a:ext uri="{FF2B5EF4-FFF2-40B4-BE49-F238E27FC236}">
                      <a16:creationId xmlns:a16="http://schemas.microsoft.com/office/drawing/2014/main" id="{E64B6611-7E47-ABC4-9D61-87AE5228A223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583" y="4035"/>
                  <a:ext cx="178" cy="97"/>
                </a:xfrm>
                <a:custGeom>
                  <a:avLst/>
                  <a:gdLst>
                    <a:gd name="T0" fmla="*/ 0 w 1243"/>
                    <a:gd name="T1" fmla="*/ 0 h 678"/>
                    <a:gd name="T2" fmla="*/ 0 w 1243"/>
                    <a:gd name="T3" fmla="*/ 0 h 678"/>
                    <a:gd name="T4" fmla="*/ 0 w 1243"/>
                    <a:gd name="T5" fmla="*/ 0 h 678"/>
                    <a:gd name="T6" fmla="*/ 0 w 1243"/>
                    <a:gd name="T7" fmla="*/ 0 h 678"/>
                    <a:gd name="T8" fmla="*/ 0 w 1243"/>
                    <a:gd name="T9" fmla="*/ 0 h 678"/>
                    <a:gd name="T10" fmla="*/ 0 w 1243"/>
                    <a:gd name="T11" fmla="*/ 0 h 678"/>
                    <a:gd name="T12" fmla="*/ 0 w 1243"/>
                    <a:gd name="T13" fmla="*/ 0 h 678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1243"/>
                    <a:gd name="T22" fmla="*/ 0 h 678"/>
                    <a:gd name="T23" fmla="*/ 1243 w 1243"/>
                    <a:gd name="T24" fmla="*/ 678 h 678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1243" h="678">
                      <a:moveTo>
                        <a:pt x="0" y="577"/>
                      </a:moveTo>
                      <a:lnTo>
                        <a:pt x="24" y="628"/>
                      </a:lnTo>
                      <a:lnTo>
                        <a:pt x="49" y="678"/>
                      </a:lnTo>
                      <a:lnTo>
                        <a:pt x="1243" y="101"/>
                      </a:lnTo>
                      <a:lnTo>
                        <a:pt x="1218" y="51"/>
                      </a:lnTo>
                      <a:lnTo>
                        <a:pt x="1194" y="0"/>
                      </a:lnTo>
                      <a:lnTo>
                        <a:pt x="0" y="577"/>
                      </a:lnTo>
                      <a:close/>
                    </a:path>
                  </a:pathLst>
                </a:custGeom>
                <a:noFill/>
                <a:ln w="0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pPr algn="l" defTabSz="1828800" hangingPunct="1"/>
                  <a:endParaRPr lang="zh-CN" altLang="en-US" sz="3600" b="0" kern="1200">
                    <a:solidFill>
                      <a:prstClr val="black"/>
                    </a:solidFill>
                    <a:latin typeface="等线" panose="020F0502020204030204"/>
                    <a:ea typeface="等线" panose="02010600030101010101" pitchFamily="2" charset="-122"/>
                    <a:cs typeface="+mn-cs"/>
                  </a:endParaRPr>
                </a:p>
              </p:txBody>
            </p:sp>
            <p:sp>
              <p:nvSpPr>
                <p:cNvPr id="1206" name="Freeform 493">
                  <a:extLst>
                    <a:ext uri="{FF2B5EF4-FFF2-40B4-BE49-F238E27FC236}">
                      <a16:creationId xmlns:a16="http://schemas.microsoft.com/office/drawing/2014/main" id="{C39F8754-169D-6819-2364-6FEF9BCBC4A3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754" y="4034"/>
                  <a:ext cx="11" cy="16"/>
                </a:xfrm>
                <a:custGeom>
                  <a:avLst/>
                  <a:gdLst>
                    <a:gd name="T0" fmla="*/ 0 w 82"/>
                    <a:gd name="T1" fmla="*/ 0 h 107"/>
                    <a:gd name="T2" fmla="*/ 0 w 82"/>
                    <a:gd name="T3" fmla="*/ 0 h 107"/>
                    <a:gd name="T4" fmla="*/ 0 w 82"/>
                    <a:gd name="T5" fmla="*/ 0 h 107"/>
                    <a:gd name="T6" fmla="*/ 0 w 82"/>
                    <a:gd name="T7" fmla="*/ 0 h 107"/>
                    <a:gd name="T8" fmla="*/ 0 w 82"/>
                    <a:gd name="T9" fmla="*/ 0 h 107"/>
                    <a:gd name="T10" fmla="*/ 0 w 82"/>
                    <a:gd name="T11" fmla="*/ 0 h 107"/>
                    <a:gd name="T12" fmla="*/ 0 w 82"/>
                    <a:gd name="T13" fmla="*/ 0 h 107"/>
                    <a:gd name="T14" fmla="*/ 0 w 82"/>
                    <a:gd name="T15" fmla="*/ 0 h 107"/>
                    <a:gd name="T16" fmla="*/ 0 w 82"/>
                    <a:gd name="T17" fmla="*/ 0 h 107"/>
                    <a:gd name="T18" fmla="*/ 0 w 82"/>
                    <a:gd name="T19" fmla="*/ 0 h 107"/>
                    <a:gd name="T20" fmla="*/ 0 w 82"/>
                    <a:gd name="T21" fmla="*/ 0 h 107"/>
                    <a:gd name="T22" fmla="*/ 0 w 82"/>
                    <a:gd name="T23" fmla="*/ 0 h 107"/>
                    <a:gd name="T24" fmla="*/ 0 w 82"/>
                    <a:gd name="T25" fmla="*/ 0 h 107"/>
                    <a:gd name="T26" fmla="*/ 0 w 82"/>
                    <a:gd name="T27" fmla="*/ 0 h 107"/>
                    <a:gd name="T28" fmla="*/ 0 w 82"/>
                    <a:gd name="T29" fmla="*/ 0 h 107"/>
                    <a:gd name="T30" fmla="*/ 0 w 82"/>
                    <a:gd name="T31" fmla="*/ 0 h 107"/>
                    <a:gd name="T32" fmla="*/ 0 w 82"/>
                    <a:gd name="T33" fmla="*/ 0 h 107"/>
                    <a:gd name="T34" fmla="*/ 0 60000 65536"/>
                    <a:gd name="T35" fmla="*/ 0 60000 65536"/>
                    <a:gd name="T36" fmla="*/ 0 60000 65536"/>
                    <a:gd name="T37" fmla="*/ 0 60000 65536"/>
                    <a:gd name="T38" fmla="*/ 0 60000 65536"/>
                    <a:gd name="T39" fmla="*/ 0 60000 65536"/>
                    <a:gd name="T40" fmla="*/ 0 60000 65536"/>
                    <a:gd name="T41" fmla="*/ 0 60000 65536"/>
                    <a:gd name="T42" fmla="*/ 0 60000 65536"/>
                    <a:gd name="T43" fmla="*/ 0 60000 65536"/>
                    <a:gd name="T44" fmla="*/ 0 60000 65536"/>
                    <a:gd name="T45" fmla="*/ 0 60000 65536"/>
                    <a:gd name="T46" fmla="*/ 0 60000 65536"/>
                    <a:gd name="T47" fmla="*/ 0 60000 65536"/>
                    <a:gd name="T48" fmla="*/ 0 60000 65536"/>
                    <a:gd name="T49" fmla="*/ 0 60000 65536"/>
                    <a:gd name="T50" fmla="*/ 0 60000 65536"/>
                    <a:gd name="T51" fmla="*/ 0 w 82"/>
                    <a:gd name="T52" fmla="*/ 0 h 107"/>
                    <a:gd name="T53" fmla="*/ 82 w 82"/>
                    <a:gd name="T54" fmla="*/ 107 h 107"/>
                  </a:gdLst>
                  <a:ahLst/>
                  <a:cxnLst>
                    <a:cxn ang="T34">
                      <a:pos x="T0" y="T1"/>
                    </a:cxn>
                    <a:cxn ang="T35">
                      <a:pos x="T2" y="T3"/>
                    </a:cxn>
                    <a:cxn ang="T36">
                      <a:pos x="T4" y="T5"/>
                    </a:cxn>
                    <a:cxn ang="T37">
                      <a:pos x="T6" y="T7"/>
                    </a:cxn>
                    <a:cxn ang="T38">
                      <a:pos x="T8" y="T9"/>
                    </a:cxn>
                    <a:cxn ang="T39">
                      <a:pos x="T10" y="T11"/>
                    </a:cxn>
                    <a:cxn ang="T40">
                      <a:pos x="T12" y="T13"/>
                    </a:cxn>
                    <a:cxn ang="T41">
                      <a:pos x="T14" y="T15"/>
                    </a:cxn>
                    <a:cxn ang="T42">
                      <a:pos x="T16" y="T17"/>
                    </a:cxn>
                    <a:cxn ang="T43">
                      <a:pos x="T18" y="T19"/>
                    </a:cxn>
                    <a:cxn ang="T44">
                      <a:pos x="T20" y="T21"/>
                    </a:cxn>
                    <a:cxn ang="T45">
                      <a:pos x="T22" y="T23"/>
                    </a:cxn>
                    <a:cxn ang="T46">
                      <a:pos x="T24" y="T25"/>
                    </a:cxn>
                    <a:cxn ang="T47">
                      <a:pos x="T26" y="T27"/>
                    </a:cxn>
                    <a:cxn ang="T48">
                      <a:pos x="T28" y="T29"/>
                    </a:cxn>
                    <a:cxn ang="T49">
                      <a:pos x="T30" y="T31"/>
                    </a:cxn>
                    <a:cxn ang="T50">
                      <a:pos x="T32" y="T33"/>
                    </a:cxn>
                  </a:cxnLst>
                  <a:rect l="T51" t="T52" r="T53" b="T54"/>
                  <a:pathLst>
                    <a:path w="82" h="107">
                      <a:moveTo>
                        <a:pt x="24" y="57"/>
                      </a:moveTo>
                      <a:lnTo>
                        <a:pt x="0" y="6"/>
                      </a:lnTo>
                      <a:lnTo>
                        <a:pt x="12" y="2"/>
                      </a:lnTo>
                      <a:lnTo>
                        <a:pt x="24" y="0"/>
                      </a:lnTo>
                      <a:lnTo>
                        <a:pt x="37" y="2"/>
                      </a:lnTo>
                      <a:lnTo>
                        <a:pt x="49" y="5"/>
                      </a:lnTo>
                      <a:lnTo>
                        <a:pt x="59" y="12"/>
                      </a:lnTo>
                      <a:lnTo>
                        <a:pt x="68" y="21"/>
                      </a:lnTo>
                      <a:lnTo>
                        <a:pt x="75" y="32"/>
                      </a:lnTo>
                      <a:lnTo>
                        <a:pt x="79" y="45"/>
                      </a:lnTo>
                      <a:lnTo>
                        <a:pt x="82" y="57"/>
                      </a:lnTo>
                      <a:lnTo>
                        <a:pt x="79" y="69"/>
                      </a:lnTo>
                      <a:lnTo>
                        <a:pt x="76" y="82"/>
                      </a:lnTo>
                      <a:lnTo>
                        <a:pt x="69" y="92"/>
                      </a:lnTo>
                      <a:lnTo>
                        <a:pt x="60" y="101"/>
                      </a:lnTo>
                      <a:lnTo>
                        <a:pt x="49" y="107"/>
                      </a:lnTo>
                      <a:lnTo>
                        <a:pt x="24" y="57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algn="l" defTabSz="1828800" hangingPunct="1"/>
                  <a:endParaRPr lang="zh-CN" altLang="en-US" sz="3600" b="0" kern="1200">
                    <a:solidFill>
                      <a:prstClr val="black"/>
                    </a:solidFill>
                    <a:latin typeface="等线" panose="020F0502020204030204"/>
                    <a:ea typeface="等线" panose="02010600030101010101" pitchFamily="2" charset="-122"/>
                    <a:cs typeface="+mn-cs"/>
                  </a:endParaRPr>
                </a:p>
              </p:txBody>
            </p:sp>
            <p:sp>
              <p:nvSpPr>
                <p:cNvPr id="1207" name="Freeform 494">
                  <a:extLst>
                    <a:ext uri="{FF2B5EF4-FFF2-40B4-BE49-F238E27FC236}">
                      <a16:creationId xmlns:a16="http://schemas.microsoft.com/office/drawing/2014/main" id="{22397323-DE5C-144D-8FEF-F1360C84B79F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754" y="4034"/>
                  <a:ext cx="11" cy="16"/>
                </a:xfrm>
                <a:custGeom>
                  <a:avLst/>
                  <a:gdLst>
                    <a:gd name="T0" fmla="*/ 0 w 82"/>
                    <a:gd name="T1" fmla="*/ 0 h 107"/>
                    <a:gd name="T2" fmla="*/ 0 w 82"/>
                    <a:gd name="T3" fmla="*/ 0 h 107"/>
                    <a:gd name="T4" fmla="*/ 0 w 82"/>
                    <a:gd name="T5" fmla="*/ 0 h 107"/>
                    <a:gd name="T6" fmla="*/ 0 w 82"/>
                    <a:gd name="T7" fmla="*/ 0 h 107"/>
                    <a:gd name="T8" fmla="*/ 0 w 82"/>
                    <a:gd name="T9" fmla="*/ 0 h 107"/>
                    <a:gd name="T10" fmla="*/ 0 w 82"/>
                    <a:gd name="T11" fmla="*/ 0 h 107"/>
                    <a:gd name="T12" fmla="*/ 0 w 82"/>
                    <a:gd name="T13" fmla="*/ 0 h 107"/>
                    <a:gd name="T14" fmla="*/ 0 w 82"/>
                    <a:gd name="T15" fmla="*/ 0 h 107"/>
                    <a:gd name="T16" fmla="*/ 0 w 82"/>
                    <a:gd name="T17" fmla="*/ 0 h 107"/>
                    <a:gd name="T18" fmla="*/ 0 w 82"/>
                    <a:gd name="T19" fmla="*/ 0 h 107"/>
                    <a:gd name="T20" fmla="*/ 0 w 82"/>
                    <a:gd name="T21" fmla="*/ 0 h 107"/>
                    <a:gd name="T22" fmla="*/ 0 w 82"/>
                    <a:gd name="T23" fmla="*/ 0 h 107"/>
                    <a:gd name="T24" fmla="*/ 0 w 82"/>
                    <a:gd name="T25" fmla="*/ 0 h 107"/>
                    <a:gd name="T26" fmla="*/ 0 w 82"/>
                    <a:gd name="T27" fmla="*/ 0 h 107"/>
                    <a:gd name="T28" fmla="*/ 0 w 82"/>
                    <a:gd name="T29" fmla="*/ 0 h 107"/>
                    <a:gd name="T30" fmla="*/ 0 60000 65536"/>
                    <a:gd name="T31" fmla="*/ 0 60000 65536"/>
                    <a:gd name="T32" fmla="*/ 0 60000 65536"/>
                    <a:gd name="T33" fmla="*/ 0 60000 65536"/>
                    <a:gd name="T34" fmla="*/ 0 60000 65536"/>
                    <a:gd name="T35" fmla="*/ 0 60000 65536"/>
                    <a:gd name="T36" fmla="*/ 0 60000 65536"/>
                    <a:gd name="T37" fmla="*/ 0 60000 65536"/>
                    <a:gd name="T38" fmla="*/ 0 60000 65536"/>
                    <a:gd name="T39" fmla="*/ 0 60000 65536"/>
                    <a:gd name="T40" fmla="*/ 0 60000 65536"/>
                    <a:gd name="T41" fmla="*/ 0 60000 65536"/>
                    <a:gd name="T42" fmla="*/ 0 60000 65536"/>
                    <a:gd name="T43" fmla="*/ 0 60000 65536"/>
                    <a:gd name="T44" fmla="*/ 0 60000 65536"/>
                    <a:gd name="T45" fmla="*/ 0 w 82"/>
                    <a:gd name="T46" fmla="*/ 0 h 107"/>
                    <a:gd name="T47" fmla="*/ 82 w 82"/>
                    <a:gd name="T48" fmla="*/ 107 h 107"/>
                  </a:gdLst>
                  <a:ahLst/>
                  <a:cxnLst>
                    <a:cxn ang="T30">
                      <a:pos x="T0" y="T1"/>
                    </a:cxn>
                    <a:cxn ang="T31">
                      <a:pos x="T2" y="T3"/>
                    </a:cxn>
                    <a:cxn ang="T32">
                      <a:pos x="T4" y="T5"/>
                    </a:cxn>
                    <a:cxn ang="T33">
                      <a:pos x="T6" y="T7"/>
                    </a:cxn>
                    <a:cxn ang="T34">
                      <a:pos x="T8" y="T9"/>
                    </a:cxn>
                    <a:cxn ang="T35">
                      <a:pos x="T10" y="T11"/>
                    </a:cxn>
                    <a:cxn ang="T36">
                      <a:pos x="T12" y="T13"/>
                    </a:cxn>
                    <a:cxn ang="T37">
                      <a:pos x="T14" y="T15"/>
                    </a:cxn>
                    <a:cxn ang="T38">
                      <a:pos x="T16" y="T17"/>
                    </a:cxn>
                    <a:cxn ang="T39">
                      <a:pos x="T18" y="T19"/>
                    </a:cxn>
                    <a:cxn ang="T40">
                      <a:pos x="T20" y="T21"/>
                    </a:cxn>
                    <a:cxn ang="T41">
                      <a:pos x="T22" y="T23"/>
                    </a:cxn>
                    <a:cxn ang="T42">
                      <a:pos x="T24" y="T25"/>
                    </a:cxn>
                    <a:cxn ang="T43">
                      <a:pos x="T26" y="T27"/>
                    </a:cxn>
                    <a:cxn ang="T44">
                      <a:pos x="T28" y="T29"/>
                    </a:cxn>
                  </a:cxnLst>
                  <a:rect l="T45" t="T46" r="T47" b="T48"/>
                  <a:pathLst>
                    <a:path w="82" h="107">
                      <a:moveTo>
                        <a:pt x="0" y="6"/>
                      </a:moveTo>
                      <a:lnTo>
                        <a:pt x="12" y="2"/>
                      </a:lnTo>
                      <a:lnTo>
                        <a:pt x="24" y="0"/>
                      </a:lnTo>
                      <a:lnTo>
                        <a:pt x="37" y="2"/>
                      </a:lnTo>
                      <a:lnTo>
                        <a:pt x="49" y="5"/>
                      </a:lnTo>
                      <a:lnTo>
                        <a:pt x="59" y="12"/>
                      </a:lnTo>
                      <a:lnTo>
                        <a:pt x="68" y="21"/>
                      </a:lnTo>
                      <a:lnTo>
                        <a:pt x="75" y="32"/>
                      </a:lnTo>
                      <a:lnTo>
                        <a:pt x="79" y="45"/>
                      </a:lnTo>
                      <a:lnTo>
                        <a:pt x="82" y="57"/>
                      </a:lnTo>
                      <a:lnTo>
                        <a:pt x="79" y="69"/>
                      </a:lnTo>
                      <a:lnTo>
                        <a:pt x="76" y="82"/>
                      </a:lnTo>
                      <a:lnTo>
                        <a:pt x="69" y="92"/>
                      </a:lnTo>
                      <a:lnTo>
                        <a:pt x="60" y="101"/>
                      </a:lnTo>
                      <a:lnTo>
                        <a:pt x="49" y="107"/>
                      </a:lnTo>
                    </a:path>
                  </a:pathLst>
                </a:custGeom>
                <a:noFill/>
                <a:ln w="0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pPr algn="l" defTabSz="1828800" hangingPunct="1"/>
                  <a:endParaRPr lang="zh-CN" altLang="en-US" sz="3600" b="0" kern="1200">
                    <a:solidFill>
                      <a:prstClr val="black"/>
                    </a:solidFill>
                    <a:latin typeface="等线" panose="020F0502020204030204"/>
                    <a:ea typeface="等线" panose="02010600030101010101" pitchFamily="2" charset="-122"/>
                    <a:cs typeface="+mn-cs"/>
                  </a:endParaRPr>
                </a:p>
              </p:txBody>
            </p:sp>
            <p:sp>
              <p:nvSpPr>
                <p:cNvPr id="1208" name="Freeform 495">
                  <a:extLst>
                    <a:ext uri="{FF2B5EF4-FFF2-40B4-BE49-F238E27FC236}">
                      <a16:creationId xmlns:a16="http://schemas.microsoft.com/office/drawing/2014/main" id="{DC3E6227-FE7E-91C7-CD32-6A194AB961CC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939" y="4034"/>
                  <a:ext cx="11" cy="16"/>
                </a:xfrm>
                <a:custGeom>
                  <a:avLst/>
                  <a:gdLst>
                    <a:gd name="T0" fmla="*/ 0 w 81"/>
                    <a:gd name="T1" fmla="*/ 0 h 107"/>
                    <a:gd name="T2" fmla="*/ 0 w 81"/>
                    <a:gd name="T3" fmla="*/ 0 h 107"/>
                    <a:gd name="T4" fmla="*/ 0 w 81"/>
                    <a:gd name="T5" fmla="*/ 0 h 107"/>
                    <a:gd name="T6" fmla="*/ 0 w 81"/>
                    <a:gd name="T7" fmla="*/ 0 h 107"/>
                    <a:gd name="T8" fmla="*/ 0 w 81"/>
                    <a:gd name="T9" fmla="*/ 0 h 107"/>
                    <a:gd name="T10" fmla="*/ 0 w 81"/>
                    <a:gd name="T11" fmla="*/ 0 h 107"/>
                    <a:gd name="T12" fmla="*/ 0 w 81"/>
                    <a:gd name="T13" fmla="*/ 0 h 107"/>
                    <a:gd name="T14" fmla="*/ 0 w 81"/>
                    <a:gd name="T15" fmla="*/ 0 h 107"/>
                    <a:gd name="T16" fmla="*/ 0 w 81"/>
                    <a:gd name="T17" fmla="*/ 0 h 107"/>
                    <a:gd name="T18" fmla="*/ 0 w 81"/>
                    <a:gd name="T19" fmla="*/ 0 h 107"/>
                    <a:gd name="T20" fmla="*/ 0 w 81"/>
                    <a:gd name="T21" fmla="*/ 0 h 107"/>
                    <a:gd name="T22" fmla="*/ 0 w 81"/>
                    <a:gd name="T23" fmla="*/ 0 h 107"/>
                    <a:gd name="T24" fmla="*/ 0 w 81"/>
                    <a:gd name="T25" fmla="*/ 0 h 107"/>
                    <a:gd name="T26" fmla="*/ 0 w 81"/>
                    <a:gd name="T27" fmla="*/ 0 h 107"/>
                    <a:gd name="T28" fmla="*/ 0 w 81"/>
                    <a:gd name="T29" fmla="*/ 0 h 107"/>
                    <a:gd name="T30" fmla="*/ 0 w 81"/>
                    <a:gd name="T31" fmla="*/ 0 h 107"/>
                    <a:gd name="T32" fmla="*/ 0 w 81"/>
                    <a:gd name="T33" fmla="*/ 0 h 107"/>
                    <a:gd name="T34" fmla="*/ 0 60000 65536"/>
                    <a:gd name="T35" fmla="*/ 0 60000 65536"/>
                    <a:gd name="T36" fmla="*/ 0 60000 65536"/>
                    <a:gd name="T37" fmla="*/ 0 60000 65536"/>
                    <a:gd name="T38" fmla="*/ 0 60000 65536"/>
                    <a:gd name="T39" fmla="*/ 0 60000 65536"/>
                    <a:gd name="T40" fmla="*/ 0 60000 65536"/>
                    <a:gd name="T41" fmla="*/ 0 60000 65536"/>
                    <a:gd name="T42" fmla="*/ 0 60000 65536"/>
                    <a:gd name="T43" fmla="*/ 0 60000 65536"/>
                    <a:gd name="T44" fmla="*/ 0 60000 65536"/>
                    <a:gd name="T45" fmla="*/ 0 60000 65536"/>
                    <a:gd name="T46" fmla="*/ 0 60000 65536"/>
                    <a:gd name="T47" fmla="*/ 0 60000 65536"/>
                    <a:gd name="T48" fmla="*/ 0 60000 65536"/>
                    <a:gd name="T49" fmla="*/ 0 60000 65536"/>
                    <a:gd name="T50" fmla="*/ 0 60000 65536"/>
                    <a:gd name="T51" fmla="*/ 0 w 81"/>
                    <a:gd name="T52" fmla="*/ 0 h 107"/>
                    <a:gd name="T53" fmla="*/ 81 w 81"/>
                    <a:gd name="T54" fmla="*/ 107 h 107"/>
                  </a:gdLst>
                  <a:ahLst/>
                  <a:cxnLst>
                    <a:cxn ang="T34">
                      <a:pos x="T0" y="T1"/>
                    </a:cxn>
                    <a:cxn ang="T35">
                      <a:pos x="T2" y="T3"/>
                    </a:cxn>
                    <a:cxn ang="T36">
                      <a:pos x="T4" y="T5"/>
                    </a:cxn>
                    <a:cxn ang="T37">
                      <a:pos x="T6" y="T7"/>
                    </a:cxn>
                    <a:cxn ang="T38">
                      <a:pos x="T8" y="T9"/>
                    </a:cxn>
                    <a:cxn ang="T39">
                      <a:pos x="T10" y="T11"/>
                    </a:cxn>
                    <a:cxn ang="T40">
                      <a:pos x="T12" y="T13"/>
                    </a:cxn>
                    <a:cxn ang="T41">
                      <a:pos x="T14" y="T15"/>
                    </a:cxn>
                    <a:cxn ang="T42">
                      <a:pos x="T16" y="T17"/>
                    </a:cxn>
                    <a:cxn ang="T43">
                      <a:pos x="T18" y="T19"/>
                    </a:cxn>
                    <a:cxn ang="T44">
                      <a:pos x="T20" y="T21"/>
                    </a:cxn>
                    <a:cxn ang="T45">
                      <a:pos x="T22" y="T23"/>
                    </a:cxn>
                    <a:cxn ang="T46">
                      <a:pos x="T24" y="T25"/>
                    </a:cxn>
                    <a:cxn ang="T47">
                      <a:pos x="T26" y="T27"/>
                    </a:cxn>
                    <a:cxn ang="T48">
                      <a:pos x="T28" y="T29"/>
                    </a:cxn>
                    <a:cxn ang="T49">
                      <a:pos x="T30" y="T31"/>
                    </a:cxn>
                    <a:cxn ang="T50">
                      <a:pos x="T32" y="T33"/>
                    </a:cxn>
                  </a:cxnLst>
                  <a:rect l="T51" t="T52" r="T53" b="T54"/>
                  <a:pathLst>
                    <a:path w="81" h="107">
                      <a:moveTo>
                        <a:pt x="56" y="57"/>
                      </a:moveTo>
                      <a:lnTo>
                        <a:pt x="31" y="107"/>
                      </a:lnTo>
                      <a:lnTo>
                        <a:pt x="20" y="101"/>
                      </a:lnTo>
                      <a:lnTo>
                        <a:pt x="11" y="92"/>
                      </a:lnTo>
                      <a:lnTo>
                        <a:pt x="4" y="82"/>
                      </a:lnTo>
                      <a:lnTo>
                        <a:pt x="1" y="69"/>
                      </a:lnTo>
                      <a:lnTo>
                        <a:pt x="0" y="57"/>
                      </a:lnTo>
                      <a:lnTo>
                        <a:pt x="1" y="45"/>
                      </a:lnTo>
                      <a:lnTo>
                        <a:pt x="6" y="32"/>
                      </a:lnTo>
                      <a:lnTo>
                        <a:pt x="12" y="21"/>
                      </a:lnTo>
                      <a:lnTo>
                        <a:pt x="21" y="12"/>
                      </a:lnTo>
                      <a:lnTo>
                        <a:pt x="31" y="5"/>
                      </a:lnTo>
                      <a:lnTo>
                        <a:pt x="44" y="2"/>
                      </a:lnTo>
                      <a:lnTo>
                        <a:pt x="56" y="0"/>
                      </a:lnTo>
                      <a:lnTo>
                        <a:pt x="68" y="2"/>
                      </a:lnTo>
                      <a:lnTo>
                        <a:pt x="81" y="6"/>
                      </a:lnTo>
                      <a:lnTo>
                        <a:pt x="56" y="57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algn="l" defTabSz="1828800" hangingPunct="1"/>
                  <a:endParaRPr lang="zh-CN" altLang="en-US" sz="3600" b="0" kern="1200">
                    <a:solidFill>
                      <a:prstClr val="black"/>
                    </a:solidFill>
                    <a:latin typeface="等线" panose="020F0502020204030204"/>
                    <a:ea typeface="等线" panose="02010600030101010101" pitchFamily="2" charset="-122"/>
                    <a:cs typeface="+mn-cs"/>
                  </a:endParaRPr>
                </a:p>
              </p:txBody>
            </p:sp>
            <p:sp>
              <p:nvSpPr>
                <p:cNvPr id="1209" name="Freeform 496">
                  <a:extLst>
                    <a:ext uri="{FF2B5EF4-FFF2-40B4-BE49-F238E27FC236}">
                      <a16:creationId xmlns:a16="http://schemas.microsoft.com/office/drawing/2014/main" id="{AA8A8F88-F4B9-869D-3889-B6CCE6222148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939" y="4034"/>
                  <a:ext cx="11" cy="16"/>
                </a:xfrm>
                <a:custGeom>
                  <a:avLst/>
                  <a:gdLst>
                    <a:gd name="T0" fmla="*/ 0 w 81"/>
                    <a:gd name="T1" fmla="*/ 0 h 107"/>
                    <a:gd name="T2" fmla="*/ 0 w 81"/>
                    <a:gd name="T3" fmla="*/ 0 h 107"/>
                    <a:gd name="T4" fmla="*/ 0 w 81"/>
                    <a:gd name="T5" fmla="*/ 0 h 107"/>
                    <a:gd name="T6" fmla="*/ 0 w 81"/>
                    <a:gd name="T7" fmla="*/ 0 h 107"/>
                    <a:gd name="T8" fmla="*/ 0 w 81"/>
                    <a:gd name="T9" fmla="*/ 0 h 107"/>
                    <a:gd name="T10" fmla="*/ 0 w 81"/>
                    <a:gd name="T11" fmla="*/ 0 h 107"/>
                    <a:gd name="T12" fmla="*/ 0 w 81"/>
                    <a:gd name="T13" fmla="*/ 0 h 107"/>
                    <a:gd name="T14" fmla="*/ 0 w 81"/>
                    <a:gd name="T15" fmla="*/ 0 h 107"/>
                    <a:gd name="T16" fmla="*/ 0 w 81"/>
                    <a:gd name="T17" fmla="*/ 0 h 107"/>
                    <a:gd name="T18" fmla="*/ 0 w 81"/>
                    <a:gd name="T19" fmla="*/ 0 h 107"/>
                    <a:gd name="T20" fmla="*/ 0 w 81"/>
                    <a:gd name="T21" fmla="*/ 0 h 107"/>
                    <a:gd name="T22" fmla="*/ 0 w 81"/>
                    <a:gd name="T23" fmla="*/ 0 h 107"/>
                    <a:gd name="T24" fmla="*/ 0 w 81"/>
                    <a:gd name="T25" fmla="*/ 0 h 107"/>
                    <a:gd name="T26" fmla="*/ 0 w 81"/>
                    <a:gd name="T27" fmla="*/ 0 h 107"/>
                    <a:gd name="T28" fmla="*/ 0 w 81"/>
                    <a:gd name="T29" fmla="*/ 0 h 107"/>
                    <a:gd name="T30" fmla="*/ 0 60000 65536"/>
                    <a:gd name="T31" fmla="*/ 0 60000 65536"/>
                    <a:gd name="T32" fmla="*/ 0 60000 65536"/>
                    <a:gd name="T33" fmla="*/ 0 60000 65536"/>
                    <a:gd name="T34" fmla="*/ 0 60000 65536"/>
                    <a:gd name="T35" fmla="*/ 0 60000 65536"/>
                    <a:gd name="T36" fmla="*/ 0 60000 65536"/>
                    <a:gd name="T37" fmla="*/ 0 60000 65536"/>
                    <a:gd name="T38" fmla="*/ 0 60000 65536"/>
                    <a:gd name="T39" fmla="*/ 0 60000 65536"/>
                    <a:gd name="T40" fmla="*/ 0 60000 65536"/>
                    <a:gd name="T41" fmla="*/ 0 60000 65536"/>
                    <a:gd name="T42" fmla="*/ 0 60000 65536"/>
                    <a:gd name="T43" fmla="*/ 0 60000 65536"/>
                    <a:gd name="T44" fmla="*/ 0 60000 65536"/>
                    <a:gd name="T45" fmla="*/ 0 w 81"/>
                    <a:gd name="T46" fmla="*/ 0 h 107"/>
                    <a:gd name="T47" fmla="*/ 81 w 81"/>
                    <a:gd name="T48" fmla="*/ 107 h 107"/>
                  </a:gdLst>
                  <a:ahLst/>
                  <a:cxnLst>
                    <a:cxn ang="T30">
                      <a:pos x="T0" y="T1"/>
                    </a:cxn>
                    <a:cxn ang="T31">
                      <a:pos x="T2" y="T3"/>
                    </a:cxn>
                    <a:cxn ang="T32">
                      <a:pos x="T4" y="T5"/>
                    </a:cxn>
                    <a:cxn ang="T33">
                      <a:pos x="T6" y="T7"/>
                    </a:cxn>
                    <a:cxn ang="T34">
                      <a:pos x="T8" y="T9"/>
                    </a:cxn>
                    <a:cxn ang="T35">
                      <a:pos x="T10" y="T11"/>
                    </a:cxn>
                    <a:cxn ang="T36">
                      <a:pos x="T12" y="T13"/>
                    </a:cxn>
                    <a:cxn ang="T37">
                      <a:pos x="T14" y="T15"/>
                    </a:cxn>
                    <a:cxn ang="T38">
                      <a:pos x="T16" y="T17"/>
                    </a:cxn>
                    <a:cxn ang="T39">
                      <a:pos x="T18" y="T19"/>
                    </a:cxn>
                    <a:cxn ang="T40">
                      <a:pos x="T20" y="T21"/>
                    </a:cxn>
                    <a:cxn ang="T41">
                      <a:pos x="T22" y="T23"/>
                    </a:cxn>
                    <a:cxn ang="T42">
                      <a:pos x="T24" y="T25"/>
                    </a:cxn>
                    <a:cxn ang="T43">
                      <a:pos x="T26" y="T27"/>
                    </a:cxn>
                    <a:cxn ang="T44">
                      <a:pos x="T28" y="T29"/>
                    </a:cxn>
                  </a:cxnLst>
                  <a:rect l="T45" t="T46" r="T47" b="T48"/>
                  <a:pathLst>
                    <a:path w="81" h="107">
                      <a:moveTo>
                        <a:pt x="31" y="107"/>
                      </a:moveTo>
                      <a:lnTo>
                        <a:pt x="20" y="101"/>
                      </a:lnTo>
                      <a:lnTo>
                        <a:pt x="11" y="92"/>
                      </a:lnTo>
                      <a:lnTo>
                        <a:pt x="4" y="82"/>
                      </a:lnTo>
                      <a:lnTo>
                        <a:pt x="1" y="69"/>
                      </a:lnTo>
                      <a:lnTo>
                        <a:pt x="0" y="57"/>
                      </a:lnTo>
                      <a:lnTo>
                        <a:pt x="1" y="45"/>
                      </a:lnTo>
                      <a:lnTo>
                        <a:pt x="6" y="32"/>
                      </a:lnTo>
                      <a:lnTo>
                        <a:pt x="12" y="21"/>
                      </a:lnTo>
                      <a:lnTo>
                        <a:pt x="21" y="12"/>
                      </a:lnTo>
                      <a:lnTo>
                        <a:pt x="31" y="5"/>
                      </a:lnTo>
                      <a:lnTo>
                        <a:pt x="44" y="2"/>
                      </a:lnTo>
                      <a:lnTo>
                        <a:pt x="56" y="0"/>
                      </a:lnTo>
                      <a:lnTo>
                        <a:pt x="68" y="2"/>
                      </a:lnTo>
                      <a:lnTo>
                        <a:pt x="81" y="6"/>
                      </a:lnTo>
                    </a:path>
                  </a:pathLst>
                </a:custGeom>
                <a:noFill/>
                <a:ln w="0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pPr algn="l" defTabSz="1828800" hangingPunct="1"/>
                  <a:endParaRPr lang="zh-CN" altLang="en-US" sz="3600" b="0" kern="1200">
                    <a:solidFill>
                      <a:prstClr val="black"/>
                    </a:solidFill>
                    <a:latin typeface="等线" panose="020F0502020204030204"/>
                    <a:ea typeface="等线" panose="02010600030101010101" pitchFamily="2" charset="-122"/>
                    <a:cs typeface="+mn-cs"/>
                  </a:endParaRPr>
                </a:p>
              </p:txBody>
            </p:sp>
            <p:sp>
              <p:nvSpPr>
                <p:cNvPr id="1210" name="Freeform 497">
                  <a:extLst>
                    <a:ext uri="{FF2B5EF4-FFF2-40B4-BE49-F238E27FC236}">
                      <a16:creationId xmlns:a16="http://schemas.microsoft.com/office/drawing/2014/main" id="{9D19BBCC-A432-C34B-C1CA-062CFEB3AEAE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943" y="4035"/>
                  <a:ext cx="179" cy="97"/>
                </a:xfrm>
                <a:custGeom>
                  <a:avLst/>
                  <a:gdLst>
                    <a:gd name="T0" fmla="*/ 0 w 1244"/>
                    <a:gd name="T1" fmla="*/ 0 h 678"/>
                    <a:gd name="T2" fmla="*/ 0 w 1244"/>
                    <a:gd name="T3" fmla="*/ 0 h 678"/>
                    <a:gd name="T4" fmla="*/ 0 w 1244"/>
                    <a:gd name="T5" fmla="*/ 0 h 678"/>
                    <a:gd name="T6" fmla="*/ 0 w 1244"/>
                    <a:gd name="T7" fmla="*/ 0 h 678"/>
                    <a:gd name="T8" fmla="*/ 0 w 1244"/>
                    <a:gd name="T9" fmla="*/ 0 h 678"/>
                    <a:gd name="T10" fmla="*/ 0 w 1244"/>
                    <a:gd name="T11" fmla="*/ 0 h 678"/>
                    <a:gd name="T12" fmla="*/ 0 w 1244"/>
                    <a:gd name="T13" fmla="*/ 0 h 678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1244"/>
                    <a:gd name="T22" fmla="*/ 0 h 678"/>
                    <a:gd name="T23" fmla="*/ 1244 w 1244"/>
                    <a:gd name="T24" fmla="*/ 678 h 678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1244" h="678">
                      <a:moveTo>
                        <a:pt x="50" y="0"/>
                      </a:moveTo>
                      <a:lnTo>
                        <a:pt x="25" y="51"/>
                      </a:lnTo>
                      <a:lnTo>
                        <a:pt x="0" y="101"/>
                      </a:lnTo>
                      <a:lnTo>
                        <a:pt x="1194" y="678"/>
                      </a:lnTo>
                      <a:lnTo>
                        <a:pt x="1219" y="628"/>
                      </a:lnTo>
                      <a:lnTo>
                        <a:pt x="1244" y="577"/>
                      </a:lnTo>
                      <a:lnTo>
                        <a:pt x="50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algn="l" defTabSz="1828800" hangingPunct="1"/>
                  <a:endParaRPr lang="zh-CN" altLang="en-US" sz="3600" b="0" kern="1200">
                    <a:solidFill>
                      <a:prstClr val="black"/>
                    </a:solidFill>
                    <a:latin typeface="等线" panose="020F0502020204030204"/>
                    <a:ea typeface="等线" panose="02010600030101010101" pitchFamily="2" charset="-122"/>
                    <a:cs typeface="+mn-cs"/>
                  </a:endParaRPr>
                </a:p>
              </p:txBody>
            </p:sp>
            <p:sp>
              <p:nvSpPr>
                <p:cNvPr id="1211" name="Freeform 498">
                  <a:extLst>
                    <a:ext uri="{FF2B5EF4-FFF2-40B4-BE49-F238E27FC236}">
                      <a16:creationId xmlns:a16="http://schemas.microsoft.com/office/drawing/2014/main" id="{DDD402BA-A559-6230-159C-FC704C62FF4C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943" y="4035"/>
                  <a:ext cx="179" cy="97"/>
                </a:xfrm>
                <a:custGeom>
                  <a:avLst/>
                  <a:gdLst>
                    <a:gd name="T0" fmla="*/ 0 w 1244"/>
                    <a:gd name="T1" fmla="*/ 0 h 678"/>
                    <a:gd name="T2" fmla="*/ 0 w 1244"/>
                    <a:gd name="T3" fmla="*/ 0 h 678"/>
                    <a:gd name="T4" fmla="*/ 0 w 1244"/>
                    <a:gd name="T5" fmla="*/ 0 h 678"/>
                    <a:gd name="T6" fmla="*/ 0 w 1244"/>
                    <a:gd name="T7" fmla="*/ 0 h 678"/>
                    <a:gd name="T8" fmla="*/ 0 w 1244"/>
                    <a:gd name="T9" fmla="*/ 0 h 678"/>
                    <a:gd name="T10" fmla="*/ 0 w 1244"/>
                    <a:gd name="T11" fmla="*/ 0 h 678"/>
                    <a:gd name="T12" fmla="*/ 0 w 1244"/>
                    <a:gd name="T13" fmla="*/ 0 h 678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1244"/>
                    <a:gd name="T22" fmla="*/ 0 h 678"/>
                    <a:gd name="T23" fmla="*/ 1244 w 1244"/>
                    <a:gd name="T24" fmla="*/ 678 h 678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1244" h="678">
                      <a:moveTo>
                        <a:pt x="50" y="0"/>
                      </a:moveTo>
                      <a:lnTo>
                        <a:pt x="25" y="51"/>
                      </a:lnTo>
                      <a:lnTo>
                        <a:pt x="0" y="101"/>
                      </a:lnTo>
                      <a:lnTo>
                        <a:pt x="1194" y="678"/>
                      </a:lnTo>
                      <a:lnTo>
                        <a:pt x="1219" y="628"/>
                      </a:lnTo>
                      <a:lnTo>
                        <a:pt x="1244" y="577"/>
                      </a:lnTo>
                      <a:lnTo>
                        <a:pt x="50" y="0"/>
                      </a:lnTo>
                      <a:close/>
                    </a:path>
                  </a:pathLst>
                </a:custGeom>
                <a:noFill/>
                <a:ln w="0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pPr algn="l" defTabSz="1828800" hangingPunct="1"/>
                  <a:endParaRPr lang="zh-CN" altLang="en-US" sz="3600" b="0" kern="1200">
                    <a:solidFill>
                      <a:prstClr val="black"/>
                    </a:solidFill>
                    <a:latin typeface="等线" panose="020F0502020204030204"/>
                    <a:ea typeface="等线" panose="02010600030101010101" pitchFamily="2" charset="-122"/>
                    <a:cs typeface="+mn-cs"/>
                  </a:endParaRPr>
                </a:p>
              </p:txBody>
            </p:sp>
            <p:sp>
              <p:nvSpPr>
                <p:cNvPr id="1212" name="Freeform 499">
                  <a:extLst>
                    <a:ext uri="{FF2B5EF4-FFF2-40B4-BE49-F238E27FC236}">
                      <a16:creationId xmlns:a16="http://schemas.microsoft.com/office/drawing/2014/main" id="{4FCBF829-F50C-6CDF-D06C-5FC9C24DB02B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114" y="4118"/>
                  <a:ext cx="11" cy="15"/>
                </a:xfrm>
                <a:custGeom>
                  <a:avLst/>
                  <a:gdLst>
                    <a:gd name="T0" fmla="*/ 0 w 82"/>
                    <a:gd name="T1" fmla="*/ 0 h 107"/>
                    <a:gd name="T2" fmla="*/ 0 w 82"/>
                    <a:gd name="T3" fmla="*/ 0 h 107"/>
                    <a:gd name="T4" fmla="*/ 0 w 82"/>
                    <a:gd name="T5" fmla="*/ 0 h 107"/>
                    <a:gd name="T6" fmla="*/ 0 w 82"/>
                    <a:gd name="T7" fmla="*/ 0 h 107"/>
                    <a:gd name="T8" fmla="*/ 0 w 82"/>
                    <a:gd name="T9" fmla="*/ 0 h 107"/>
                    <a:gd name="T10" fmla="*/ 0 w 82"/>
                    <a:gd name="T11" fmla="*/ 0 h 107"/>
                    <a:gd name="T12" fmla="*/ 0 w 82"/>
                    <a:gd name="T13" fmla="*/ 0 h 107"/>
                    <a:gd name="T14" fmla="*/ 0 w 82"/>
                    <a:gd name="T15" fmla="*/ 0 h 107"/>
                    <a:gd name="T16" fmla="*/ 0 w 82"/>
                    <a:gd name="T17" fmla="*/ 0 h 107"/>
                    <a:gd name="T18" fmla="*/ 0 w 82"/>
                    <a:gd name="T19" fmla="*/ 0 h 107"/>
                    <a:gd name="T20" fmla="*/ 0 w 82"/>
                    <a:gd name="T21" fmla="*/ 0 h 107"/>
                    <a:gd name="T22" fmla="*/ 0 w 82"/>
                    <a:gd name="T23" fmla="*/ 0 h 107"/>
                    <a:gd name="T24" fmla="*/ 0 w 82"/>
                    <a:gd name="T25" fmla="*/ 0 h 107"/>
                    <a:gd name="T26" fmla="*/ 0 w 82"/>
                    <a:gd name="T27" fmla="*/ 0 h 107"/>
                    <a:gd name="T28" fmla="*/ 0 w 82"/>
                    <a:gd name="T29" fmla="*/ 0 h 107"/>
                    <a:gd name="T30" fmla="*/ 0 w 82"/>
                    <a:gd name="T31" fmla="*/ 0 h 107"/>
                    <a:gd name="T32" fmla="*/ 0 w 82"/>
                    <a:gd name="T33" fmla="*/ 0 h 107"/>
                    <a:gd name="T34" fmla="*/ 0 60000 65536"/>
                    <a:gd name="T35" fmla="*/ 0 60000 65536"/>
                    <a:gd name="T36" fmla="*/ 0 60000 65536"/>
                    <a:gd name="T37" fmla="*/ 0 60000 65536"/>
                    <a:gd name="T38" fmla="*/ 0 60000 65536"/>
                    <a:gd name="T39" fmla="*/ 0 60000 65536"/>
                    <a:gd name="T40" fmla="*/ 0 60000 65536"/>
                    <a:gd name="T41" fmla="*/ 0 60000 65536"/>
                    <a:gd name="T42" fmla="*/ 0 60000 65536"/>
                    <a:gd name="T43" fmla="*/ 0 60000 65536"/>
                    <a:gd name="T44" fmla="*/ 0 60000 65536"/>
                    <a:gd name="T45" fmla="*/ 0 60000 65536"/>
                    <a:gd name="T46" fmla="*/ 0 60000 65536"/>
                    <a:gd name="T47" fmla="*/ 0 60000 65536"/>
                    <a:gd name="T48" fmla="*/ 0 60000 65536"/>
                    <a:gd name="T49" fmla="*/ 0 60000 65536"/>
                    <a:gd name="T50" fmla="*/ 0 60000 65536"/>
                    <a:gd name="T51" fmla="*/ 0 w 82"/>
                    <a:gd name="T52" fmla="*/ 0 h 107"/>
                    <a:gd name="T53" fmla="*/ 82 w 82"/>
                    <a:gd name="T54" fmla="*/ 107 h 107"/>
                  </a:gdLst>
                  <a:ahLst/>
                  <a:cxnLst>
                    <a:cxn ang="T34">
                      <a:pos x="T0" y="T1"/>
                    </a:cxn>
                    <a:cxn ang="T35">
                      <a:pos x="T2" y="T3"/>
                    </a:cxn>
                    <a:cxn ang="T36">
                      <a:pos x="T4" y="T5"/>
                    </a:cxn>
                    <a:cxn ang="T37">
                      <a:pos x="T6" y="T7"/>
                    </a:cxn>
                    <a:cxn ang="T38">
                      <a:pos x="T8" y="T9"/>
                    </a:cxn>
                    <a:cxn ang="T39">
                      <a:pos x="T10" y="T11"/>
                    </a:cxn>
                    <a:cxn ang="T40">
                      <a:pos x="T12" y="T13"/>
                    </a:cxn>
                    <a:cxn ang="T41">
                      <a:pos x="T14" y="T15"/>
                    </a:cxn>
                    <a:cxn ang="T42">
                      <a:pos x="T16" y="T17"/>
                    </a:cxn>
                    <a:cxn ang="T43">
                      <a:pos x="T18" y="T19"/>
                    </a:cxn>
                    <a:cxn ang="T44">
                      <a:pos x="T20" y="T21"/>
                    </a:cxn>
                    <a:cxn ang="T45">
                      <a:pos x="T22" y="T23"/>
                    </a:cxn>
                    <a:cxn ang="T46">
                      <a:pos x="T24" y="T25"/>
                    </a:cxn>
                    <a:cxn ang="T47">
                      <a:pos x="T26" y="T27"/>
                    </a:cxn>
                    <a:cxn ang="T48">
                      <a:pos x="T28" y="T29"/>
                    </a:cxn>
                    <a:cxn ang="T49">
                      <a:pos x="T30" y="T31"/>
                    </a:cxn>
                    <a:cxn ang="T50">
                      <a:pos x="T32" y="T33"/>
                    </a:cxn>
                  </a:cxnLst>
                  <a:rect l="T51" t="T52" r="T53" b="T54"/>
                  <a:pathLst>
                    <a:path w="82" h="107">
                      <a:moveTo>
                        <a:pt x="25" y="51"/>
                      </a:moveTo>
                      <a:lnTo>
                        <a:pt x="50" y="0"/>
                      </a:lnTo>
                      <a:lnTo>
                        <a:pt x="61" y="7"/>
                      </a:lnTo>
                      <a:lnTo>
                        <a:pt x="70" y="16"/>
                      </a:lnTo>
                      <a:lnTo>
                        <a:pt x="77" y="26"/>
                      </a:lnTo>
                      <a:lnTo>
                        <a:pt x="80" y="38"/>
                      </a:lnTo>
                      <a:lnTo>
                        <a:pt x="82" y="51"/>
                      </a:lnTo>
                      <a:lnTo>
                        <a:pt x="80" y="63"/>
                      </a:lnTo>
                      <a:lnTo>
                        <a:pt x="76" y="75"/>
                      </a:lnTo>
                      <a:lnTo>
                        <a:pt x="69" y="87"/>
                      </a:lnTo>
                      <a:lnTo>
                        <a:pt x="60" y="96"/>
                      </a:lnTo>
                      <a:lnTo>
                        <a:pt x="50" y="102"/>
                      </a:lnTo>
                      <a:lnTo>
                        <a:pt x="38" y="106"/>
                      </a:lnTo>
                      <a:lnTo>
                        <a:pt x="25" y="107"/>
                      </a:lnTo>
                      <a:lnTo>
                        <a:pt x="13" y="106"/>
                      </a:lnTo>
                      <a:lnTo>
                        <a:pt x="0" y="101"/>
                      </a:lnTo>
                      <a:lnTo>
                        <a:pt x="25" y="51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algn="l" defTabSz="1828800" hangingPunct="1"/>
                  <a:endParaRPr lang="zh-CN" altLang="en-US" sz="3600" b="0" kern="1200">
                    <a:solidFill>
                      <a:prstClr val="black"/>
                    </a:solidFill>
                    <a:latin typeface="等线" panose="020F0502020204030204"/>
                    <a:ea typeface="等线" panose="02010600030101010101" pitchFamily="2" charset="-122"/>
                    <a:cs typeface="+mn-cs"/>
                  </a:endParaRPr>
                </a:p>
              </p:txBody>
            </p:sp>
            <p:sp>
              <p:nvSpPr>
                <p:cNvPr id="1213" name="Freeform 500">
                  <a:extLst>
                    <a:ext uri="{FF2B5EF4-FFF2-40B4-BE49-F238E27FC236}">
                      <a16:creationId xmlns:a16="http://schemas.microsoft.com/office/drawing/2014/main" id="{942A68D5-07B2-927C-2D07-481FACCB8D8D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114" y="4118"/>
                  <a:ext cx="11" cy="15"/>
                </a:xfrm>
                <a:custGeom>
                  <a:avLst/>
                  <a:gdLst>
                    <a:gd name="T0" fmla="*/ 0 w 82"/>
                    <a:gd name="T1" fmla="*/ 0 h 107"/>
                    <a:gd name="T2" fmla="*/ 0 w 82"/>
                    <a:gd name="T3" fmla="*/ 0 h 107"/>
                    <a:gd name="T4" fmla="*/ 0 w 82"/>
                    <a:gd name="T5" fmla="*/ 0 h 107"/>
                    <a:gd name="T6" fmla="*/ 0 w 82"/>
                    <a:gd name="T7" fmla="*/ 0 h 107"/>
                    <a:gd name="T8" fmla="*/ 0 w 82"/>
                    <a:gd name="T9" fmla="*/ 0 h 107"/>
                    <a:gd name="T10" fmla="*/ 0 w 82"/>
                    <a:gd name="T11" fmla="*/ 0 h 107"/>
                    <a:gd name="T12" fmla="*/ 0 w 82"/>
                    <a:gd name="T13" fmla="*/ 0 h 107"/>
                    <a:gd name="T14" fmla="*/ 0 w 82"/>
                    <a:gd name="T15" fmla="*/ 0 h 107"/>
                    <a:gd name="T16" fmla="*/ 0 w 82"/>
                    <a:gd name="T17" fmla="*/ 0 h 107"/>
                    <a:gd name="T18" fmla="*/ 0 w 82"/>
                    <a:gd name="T19" fmla="*/ 0 h 107"/>
                    <a:gd name="T20" fmla="*/ 0 w 82"/>
                    <a:gd name="T21" fmla="*/ 0 h 107"/>
                    <a:gd name="T22" fmla="*/ 0 w 82"/>
                    <a:gd name="T23" fmla="*/ 0 h 107"/>
                    <a:gd name="T24" fmla="*/ 0 w 82"/>
                    <a:gd name="T25" fmla="*/ 0 h 107"/>
                    <a:gd name="T26" fmla="*/ 0 w 82"/>
                    <a:gd name="T27" fmla="*/ 0 h 107"/>
                    <a:gd name="T28" fmla="*/ 0 w 82"/>
                    <a:gd name="T29" fmla="*/ 0 h 107"/>
                    <a:gd name="T30" fmla="*/ 0 60000 65536"/>
                    <a:gd name="T31" fmla="*/ 0 60000 65536"/>
                    <a:gd name="T32" fmla="*/ 0 60000 65536"/>
                    <a:gd name="T33" fmla="*/ 0 60000 65536"/>
                    <a:gd name="T34" fmla="*/ 0 60000 65536"/>
                    <a:gd name="T35" fmla="*/ 0 60000 65536"/>
                    <a:gd name="T36" fmla="*/ 0 60000 65536"/>
                    <a:gd name="T37" fmla="*/ 0 60000 65536"/>
                    <a:gd name="T38" fmla="*/ 0 60000 65536"/>
                    <a:gd name="T39" fmla="*/ 0 60000 65536"/>
                    <a:gd name="T40" fmla="*/ 0 60000 65536"/>
                    <a:gd name="T41" fmla="*/ 0 60000 65536"/>
                    <a:gd name="T42" fmla="*/ 0 60000 65536"/>
                    <a:gd name="T43" fmla="*/ 0 60000 65536"/>
                    <a:gd name="T44" fmla="*/ 0 60000 65536"/>
                    <a:gd name="T45" fmla="*/ 0 w 82"/>
                    <a:gd name="T46" fmla="*/ 0 h 107"/>
                    <a:gd name="T47" fmla="*/ 82 w 82"/>
                    <a:gd name="T48" fmla="*/ 107 h 107"/>
                  </a:gdLst>
                  <a:ahLst/>
                  <a:cxnLst>
                    <a:cxn ang="T30">
                      <a:pos x="T0" y="T1"/>
                    </a:cxn>
                    <a:cxn ang="T31">
                      <a:pos x="T2" y="T3"/>
                    </a:cxn>
                    <a:cxn ang="T32">
                      <a:pos x="T4" y="T5"/>
                    </a:cxn>
                    <a:cxn ang="T33">
                      <a:pos x="T6" y="T7"/>
                    </a:cxn>
                    <a:cxn ang="T34">
                      <a:pos x="T8" y="T9"/>
                    </a:cxn>
                    <a:cxn ang="T35">
                      <a:pos x="T10" y="T11"/>
                    </a:cxn>
                    <a:cxn ang="T36">
                      <a:pos x="T12" y="T13"/>
                    </a:cxn>
                    <a:cxn ang="T37">
                      <a:pos x="T14" y="T15"/>
                    </a:cxn>
                    <a:cxn ang="T38">
                      <a:pos x="T16" y="T17"/>
                    </a:cxn>
                    <a:cxn ang="T39">
                      <a:pos x="T18" y="T19"/>
                    </a:cxn>
                    <a:cxn ang="T40">
                      <a:pos x="T20" y="T21"/>
                    </a:cxn>
                    <a:cxn ang="T41">
                      <a:pos x="T22" y="T23"/>
                    </a:cxn>
                    <a:cxn ang="T42">
                      <a:pos x="T24" y="T25"/>
                    </a:cxn>
                    <a:cxn ang="T43">
                      <a:pos x="T26" y="T27"/>
                    </a:cxn>
                    <a:cxn ang="T44">
                      <a:pos x="T28" y="T29"/>
                    </a:cxn>
                  </a:cxnLst>
                  <a:rect l="T45" t="T46" r="T47" b="T48"/>
                  <a:pathLst>
                    <a:path w="82" h="107">
                      <a:moveTo>
                        <a:pt x="50" y="0"/>
                      </a:moveTo>
                      <a:lnTo>
                        <a:pt x="61" y="7"/>
                      </a:lnTo>
                      <a:lnTo>
                        <a:pt x="70" y="16"/>
                      </a:lnTo>
                      <a:lnTo>
                        <a:pt x="77" y="26"/>
                      </a:lnTo>
                      <a:lnTo>
                        <a:pt x="80" y="38"/>
                      </a:lnTo>
                      <a:lnTo>
                        <a:pt x="82" y="51"/>
                      </a:lnTo>
                      <a:lnTo>
                        <a:pt x="80" y="63"/>
                      </a:lnTo>
                      <a:lnTo>
                        <a:pt x="76" y="75"/>
                      </a:lnTo>
                      <a:lnTo>
                        <a:pt x="69" y="87"/>
                      </a:lnTo>
                      <a:lnTo>
                        <a:pt x="60" y="96"/>
                      </a:lnTo>
                      <a:lnTo>
                        <a:pt x="50" y="102"/>
                      </a:lnTo>
                      <a:lnTo>
                        <a:pt x="38" y="106"/>
                      </a:lnTo>
                      <a:lnTo>
                        <a:pt x="25" y="107"/>
                      </a:lnTo>
                      <a:lnTo>
                        <a:pt x="13" y="106"/>
                      </a:lnTo>
                      <a:lnTo>
                        <a:pt x="0" y="101"/>
                      </a:lnTo>
                    </a:path>
                  </a:pathLst>
                </a:custGeom>
                <a:noFill/>
                <a:ln w="0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pPr algn="l" defTabSz="1828800" hangingPunct="1"/>
                  <a:endParaRPr lang="zh-CN" altLang="en-US" sz="3600" b="0" kern="1200">
                    <a:solidFill>
                      <a:prstClr val="black"/>
                    </a:solidFill>
                    <a:latin typeface="等线" panose="020F0502020204030204"/>
                    <a:ea typeface="等线" panose="02010600030101010101" pitchFamily="2" charset="-122"/>
                    <a:cs typeface="+mn-cs"/>
                  </a:endParaRPr>
                </a:p>
              </p:txBody>
            </p:sp>
            <p:sp>
              <p:nvSpPr>
                <p:cNvPr id="1214" name="Freeform 501">
                  <a:extLst>
                    <a:ext uri="{FF2B5EF4-FFF2-40B4-BE49-F238E27FC236}">
                      <a16:creationId xmlns:a16="http://schemas.microsoft.com/office/drawing/2014/main" id="{A904A620-AE89-9EAD-A5FD-2357E0CE0CFF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114" y="4345"/>
                  <a:ext cx="11" cy="15"/>
                </a:xfrm>
                <a:custGeom>
                  <a:avLst/>
                  <a:gdLst>
                    <a:gd name="T0" fmla="*/ 0 w 82"/>
                    <a:gd name="T1" fmla="*/ 0 h 108"/>
                    <a:gd name="T2" fmla="*/ 0 w 82"/>
                    <a:gd name="T3" fmla="*/ 0 h 108"/>
                    <a:gd name="T4" fmla="*/ 0 w 82"/>
                    <a:gd name="T5" fmla="*/ 0 h 108"/>
                    <a:gd name="T6" fmla="*/ 0 w 82"/>
                    <a:gd name="T7" fmla="*/ 0 h 108"/>
                    <a:gd name="T8" fmla="*/ 0 w 82"/>
                    <a:gd name="T9" fmla="*/ 0 h 108"/>
                    <a:gd name="T10" fmla="*/ 0 w 82"/>
                    <a:gd name="T11" fmla="*/ 0 h 108"/>
                    <a:gd name="T12" fmla="*/ 0 w 82"/>
                    <a:gd name="T13" fmla="*/ 0 h 108"/>
                    <a:gd name="T14" fmla="*/ 0 w 82"/>
                    <a:gd name="T15" fmla="*/ 0 h 108"/>
                    <a:gd name="T16" fmla="*/ 0 w 82"/>
                    <a:gd name="T17" fmla="*/ 0 h 108"/>
                    <a:gd name="T18" fmla="*/ 0 w 82"/>
                    <a:gd name="T19" fmla="*/ 0 h 108"/>
                    <a:gd name="T20" fmla="*/ 0 w 82"/>
                    <a:gd name="T21" fmla="*/ 0 h 108"/>
                    <a:gd name="T22" fmla="*/ 0 w 82"/>
                    <a:gd name="T23" fmla="*/ 0 h 108"/>
                    <a:gd name="T24" fmla="*/ 0 w 82"/>
                    <a:gd name="T25" fmla="*/ 0 h 108"/>
                    <a:gd name="T26" fmla="*/ 0 w 82"/>
                    <a:gd name="T27" fmla="*/ 0 h 108"/>
                    <a:gd name="T28" fmla="*/ 0 w 82"/>
                    <a:gd name="T29" fmla="*/ 0 h 108"/>
                    <a:gd name="T30" fmla="*/ 0 w 82"/>
                    <a:gd name="T31" fmla="*/ 0 h 108"/>
                    <a:gd name="T32" fmla="*/ 0 w 82"/>
                    <a:gd name="T33" fmla="*/ 0 h 108"/>
                    <a:gd name="T34" fmla="*/ 0 60000 65536"/>
                    <a:gd name="T35" fmla="*/ 0 60000 65536"/>
                    <a:gd name="T36" fmla="*/ 0 60000 65536"/>
                    <a:gd name="T37" fmla="*/ 0 60000 65536"/>
                    <a:gd name="T38" fmla="*/ 0 60000 65536"/>
                    <a:gd name="T39" fmla="*/ 0 60000 65536"/>
                    <a:gd name="T40" fmla="*/ 0 60000 65536"/>
                    <a:gd name="T41" fmla="*/ 0 60000 65536"/>
                    <a:gd name="T42" fmla="*/ 0 60000 65536"/>
                    <a:gd name="T43" fmla="*/ 0 60000 65536"/>
                    <a:gd name="T44" fmla="*/ 0 60000 65536"/>
                    <a:gd name="T45" fmla="*/ 0 60000 65536"/>
                    <a:gd name="T46" fmla="*/ 0 60000 65536"/>
                    <a:gd name="T47" fmla="*/ 0 60000 65536"/>
                    <a:gd name="T48" fmla="*/ 0 60000 65536"/>
                    <a:gd name="T49" fmla="*/ 0 60000 65536"/>
                    <a:gd name="T50" fmla="*/ 0 60000 65536"/>
                    <a:gd name="T51" fmla="*/ 0 w 82"/>
                    <a:gd name="T52" fmla="*/ 0 h 108"/>
                    <a:gd name="T53" fmla="*/ 82 w 82"/>
                    <a:gd name="T54" fmla="*/ 108 h 108"/>
                  </a:gdLst>
                  <a:ahLst/>
                  <a:cxnLst>
                    <a:cxn ang="T34">
                      <a:pos x="T0" y="T1"/>
                    </a:cxn>
                    <a:cxn ang="T35">
                      <a:pos x="T2" y="T3"/>
                    </a:cxn>
                    <a:cxn ang="T36">
                      <a:pos x="T4" y="T5"/>
                    </a:cxn>
                    <a:cxn ang="T37">
                      <a:pos x="T6" y="T7"/>
                    </a:cxn>
                    <a:cxn ang="T38">
                      <a:pos x="T8" y="T9"/>
                    </a:cxn>
                    <a:cxn ang="T39">
                      <a:pos x="T10" y="T11"/>
                    </a:cxn>
                    <a:cxn ang="T40">
                      <a:pos x="T12" y="T13"/>
                    </a:cxn>
                    <a:cxn ang="T41">
                      <a:pos x="T14" y="T15"/>
                    </a:cxn>
                    <a:cxn ang="T42">
                      <a:pos x="T16" y="T17"/>
                    </a:cxn>
                    <a:cxn ang="T43">
                      <a:pos x="T18" y="T19"/>
                    </a:cxn>
                    <a:cxn ang="T44">
                      <a:pos x="T20" y="T21"/>
                    </a:cxn>
                    <a:cxn ang="T45">
                      <a:pos x="T22" y="T23"/>
                    </a:cxn>
                    <a:cxn ang="T46">
                      <a:pos x="T24" y="T25"/>
                    </a:cxn>
                    <a:cxn ang="T47">
                      <a:pos x="T26" y="T27"/>
                    </a:cxn>
                    <a:cxn ang="T48">
                      <a:pos x="T28" y="T29"/>
                    </a:cxn>
                    <a:cxn ang="T49">
                      <a:pos x="T30" y="T31"/>
                    </a:cxn>
                    <a:cxn ang="T50">
                      <a:pos x="T32" y="T33"/>
                    </a:cxn>
                  </a:cxnLst>
                  <a:rect l="T51" t="T52" r="T53" b="T54"/>
                  <a:pathLst>
                    <a:path w="82" h="108">
                      <a:moveTo>
                        <a:pt x="25" y="57"/>
                      </a:moveTo>
                      <a:lnTo>
                        <a:pt x="0" y="7"/>
                      </a:lnTo>
                      <a:lnTo>
                        <a:pt x="13" y="2"/>
                      </a:lnTo>
                      <a:lnTo>
                        <a:pt x="25" y="0"/>
                      </a:lnTo>
                      <a:lnTo>
                        <a:pt x="38" y="2"/>
                      </a:lnTo>
                      <a:lnTo>
                        <a:pt x="50" y="6"/>
                      </a:lnTo>
                      <a:lnTo>
                        <a:pt x="60" y="12"/>
                      </a:lnTo>
                      <a:lnTo>
                        <a:pt x="69" y="21"/>
                      </a:lnTo>
                      <a:lnTo>
                        <a:pt x="76" y="33"/>
                      </a:lnTo>
                      <a:lnTo>
                        <a:pt x="80" y="45"/>
                      </a:lnTo>
                      <a:lnTo>
                        <a:pt x="82" y="57"/>
                      </a:lnTo>
                      <a:lnTo>
                        <a:pt x="80" y="70"/>
                      </a:lnTo>
                      <a:lnTo>
                        <a:pt x="77" y="82"/>
                      </a:lnTo>
                      <a:lnTo>
                        <a:pt x="70" y="92"/>
                      </a:lnTo>
                      <a:lnTo>
                        <a:pt x="61" y="101"/>
                      </a:lnTo>
                      <a:lnTo>
                        <a:pt x="50" y="108"/>
                      </a:lnTo>
                      <a:lnTo>
                        <a:pt x="25" y="57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algn="l" defTabSz="1828800" hangingPunct="1"/>
                  <a:endParaRPr lang="zh-CN" altLang="en-US" sz="3600" b="0" kern="1200">
                    <a:solidFill>
                      <a:prstClr val="black"/>
                    </a:solidFill>
                    <a:latin typeface="等线" panose="020F0502020204030204"/>
                    <a:ea typeface="等线" panose="02010600030101010101" pitchFamily="2" charset="-122"/>
                    <a:cs typeface="+mn-cs"/>
                  </a:endParaRPr>
                </a:p>
              </p:txBody>
            </p:sp>
            <p:sp>
              <p:nvSpPr>
                <p:cNvPr id="1215" name="Freeform 502">
                  <a:extLst>
                    <a:ext uri="{FF2B5EF4-FFF2-40B4-BE49-F238E27FC236}">
                      <a16:creationId xmlns:a16="http://schemas.microsoft.com/office/drawing/2014/main" id="{EF2FF15E-56CB-1050-B87A-BDF47168C422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114" y="4345"/>
                  <a:ext cx="11" cy="15"/>
                </a:xfrm>
                <a:custGeom>
                  <a:avLst/>
                  <a:gdLst>
                    <a:gd name="T0" fmla="*/ 0 w 82"/>
                    <a:gd name="T1" fmla="*/ 0 h 108"/>
                    <a:gd name="T2" fmla="*/ 0 w 82"/>
                    <a:gd name="T3" fmla="*/ 0 h 108"/>
                    <a:gd name="T4" fmla="*/ 0 w 82"/>
                    <a:gd name="T5" fmla="*/ 0 h 108"/>
                    <a:gd name="T6" fmla="*/ 0 w 82"/>
                    <a:gd name="T7" fmla="*/ 0 h 108"/>
                    <a:gd name="T8" fmla="*/ 0 w 82"/>
                    <a:gd name="T9" fmla="*/ 0 h 108"/>
                    <a:gd name="T10" fmla="*/ 0 w 82"/>
                    <a:gd name="T11" fmla="*/ 0 h 108"/>
                    <a:gd name="T12" fmla="*/ 0 w 82"/>
                    <a:gd name="T13" fmla="*/ 0 h 108"/>
                    <a:gd name="T14" fmla="*/ 0 w 82"/>
                    <a:gd name="T15" fmla="*/ 0 h 108"/>
                    <a:gd name="T16" fmla="*/ 0 w 82"/>
                    <a:gd name="T17" fmla="*/ 0 h 108"/>
                    <a:gd name="T18" fmla="*/ 0 w 82"/>
                    <a:gd name="T19" fmla="*/ 0 h 108"/>
                    <a:gd name="T20" fmla="*/ 0 w 82"/>
                    <a:gd name="T21" fmla="*/ 0 h 108"/>
                    <a:gd name="T22" fmla="*/ 0 w 82"/>
                    <a:gd name="T23" fmla="*/ 0 h 108"/>
                    <a:gd name="T24" fmla="*/ 0 w 82"/>
                    <a:gd name="T25" fmla="*/ 0 h 108"/>
                    <a:gd name="T26" fmla="*/ 0 w 82"/>
                    <a:gd name="T27" fmla="*/ 0 h 108"/>
                    <a:gd name="T28" fmla="*/ 0 w 82"/>
                    <a:gd name="T29" fmla="*/ 0 h 108"/>
                    <a:gd name="T30" fmla="*/ 0 60000 65536"/>
                    <a:gd name="T31" fmla="*/ 0 60000 65536"/>
                    <a:gd name="T32" fmla="*/ 0 60000 65536"/>
                    <a:gd name="T33" fmla="*/ 0 60000 65536"/>
                    <a:gd name="T34" fmla="*/ 0 60000 65536"/>
                    <a:gd name="T35" fmla="*/ 0 60000 65536"/>
                    <a:gd name="T36" fmla="*/ 0 60000 65536"/>
                    <a:gd name="T37" fmla="*/ 0 60000 65536"/>
                    <a:gd name="T38" fmla="*/ 0 60000 65536"/>
                    <a:gd name="T39" fmla="*/ 0 60000 65536"/>
                    <a:gd name="T40" fmla="*/ 0 60000 65536"/>
                    <a:gd name="T41" fmla="*/ 0 60000 65536"/>
                    <a:gd name="T42" fmla="*/ 0 60000 65536"/>
                    <a:gd name="T43" fmla="*/ 0 60000 65536"/>
                    <a:gd name="T44" fmla="*/ 0 60000 65536"/>
                    <a:gd name="T45" fmla="*/ 0 w 82"/>
                    <a:gd name="T46" fmla="*/ 0 h 108"/>
                    <a:gd name="T47" fmla="*/ 82 w 82"/>
                    <a:gd name="T48" fmla="*/ 108 h 108"/>
                  </a:gdLst>
                  <a:ahLst/>
                  <a:cxnLst>
                    <a:cxn ang="T30">
                      <a:pos x="T0" y="T1"/>
                    </a:cxn>
                    <a:cxn ang="T31">
                      <a:pos x="T2" y="T3"/>
                    </a:cxn>
                    <a:cxn ang="T32">
                      <a:pos x="T4" y="T5"/>
                    </a:cxn>
                    <a:cxn ang="T33">
                      <a:pos x="T6" y="T7"/>
                    </a:cxn>
                    <a:cxn ang="T34">
                      <a:pos x="T8" y="T9"/>
                    </a:cxn>
                    <a:cxn ang="T35">
                      <a:pos x="T10" y="T11"/>
                    </a:cxn>
                    <a:cxn ang="T36">
                      <a:pos x="T12" y="T13"/>
                    </a:cxn>
                    <a:cxn ang="T37">
                      <a:pos x="T14" y="T15"/>
                    </a:cxn>
                    <a:cxn ang="T38">
                      <a:pos x="T16" y="T17"/>
                    </a:cxn>
                    <a:cxn ang="T39">
                      <a:pos x="T18" y="T19"/>
                    </a:cxn>
                    <a:cxn ang="T40">
                      <a:pos x="T20" y="T21"/>
                    </a:cxn>
                    <a:cxn ang="T41">
                      <a:pos x="T22" y="T23"/>
                    </a:cxn>
                    <a:cxn ang="T42">
                      <a:pos x="T24" y="T25"/>
                    </a:cxn>
                    <a:cxn ang="T43">
                      <a:pos x="T26" y="T27"/>
                    </a:cxn>
                    <a:cxn ang="T44">
                      <a:pos x="T28" y="T29"/>
                    </a:cxn>
                  </a:cxnLst>
                  <a:rect l="T45" t="T46" r="T47" b="T48"/>
                  <a:pathLst>
                    <a:path w="82" h="108">
                      <a:moveTo>
                        <a:pt x="0" y="7"/>
                      </a:moveTo>
                      <a:lnTo>
                        <a:pt x="13" y="2"/>
                      </a:lnTo>
                      <a:lnTo>
                        <a:pt x="25" y="0"/>
                      </a:lnTo>
                      <a:lnTo>
                        <a:pt x="38" y="2"/>
                      </a:lnTo>
                      <a:lnTo>
                        <a:pt x="50" y="6"/>
                      </a:lnTo>
                      <a:lnTo>
                        <a:pt x="60" y="12"/>
                      </a:lnTo>
                      <a:lnTo>
                        <a:pt x="69" y="21"/>
                      </a:lnTo>
                      <a:lnTo>
                        <a:pt x="76" y="33"/>
                      </a:lnTo>
                      <a:lnTo>
                        <a:pt x="80" y="45"/>
                      </a:lnTo>
                      <a:lnTo>
                        <a:pt x="82" y="57"/>
                      </a:lnTo>
                      <a:lnTo>
                        <a:pt x="80" y="70"/>
                      </a:lnTo>
                      <a:lnTo>
                        <a:pt x="77" y="82"/>
                      </a:lnTo>
                      <a:lnTo>
                        <a:pt x="70" y="92"/>
                      </a:lnTo>
                      <a:lnTo>
                        <a:pt x="61" y="101"/>
                      </a:lnTo>
                      <a:lnTo>
                        <a:pt x="50" y="108"/>
                      </a:lnTo>
                    </a:path>
                  </a:pathLst>
                </a:custGeom>
                <a:noFill/>
                <a:ln w="0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pPr algn="l" defTabSz="1828800" hangingPunct="1"/>
                  <a:endParaRPr lang="zh-CN" altLang="en-US" sz="3600" b="0" kern="1200">
                    <a:solidFill>
                      <a:prstClr val="black"/>
                    </a:solidFill>
                    <a:latin typeface="等线" panose="020F0502020204030204"/>
                    <a:ea typeface="等线" panose="02010600030101010101" pitchFamily="2" charset="-122"/>
                    <a:cs typeface="+mn-cs"/>
                  </a:endParaRPr>
                </a:p>
              </p:txBody>
            </p:sp>
            <p:sp>
              <p:nvSpPr>
                <p:cNvPr id="1216" name="Freeform 503">
                  <a:extLst>
                    <a:ext uri="{FF2B5EF4-FFF2-40B4-BE49-F238E27FC236}">
                      <a16:creationId xmlns:a16="http://schemas.microsoft.com/office/drawing/2014/main" id="{5CF1FE38-7628-3E7D-1C9A-C926B0AC1785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943" y="4346"/>
                  <a:ext cx="179" cy="96"/>
                </a:xfrm>
                <a:custGeom>
                  <a:avLst/>
                  <a:gdLst>
                    <a:gd name="T0" fmla="*/ 0 w 1244"/>
                    <a:gd name="T1" fmla="*/ 0 h 677"/>
                    <a:gd name="T2" fmla="*/ 0 w 1244"/>
                    <a:gd name="T3" fmla="*/ 0 h 677"/>
                    <a:gd name="T4" fmla="*/ 0 w 1244"/>
                    <a:gd name="T5" fmla="*/ 0 h 677"/>
                    <a:gd name="T6" fmla="*/ 0 w 1244"/>
                    <a:gd name="T7" fmla="*/ 0 h 677"/>
                    <a:gd name="T8" fmla="*/ 0 w 1244"/>
                    <a:gd name="T9" fmla="*/ 0 h 677"/>
                    <a:gd name="T10" fmla="*/ 0 w 1244"/>
                    <a:gd name="T11" fmla="*/ 0 h 677"/>
                    <a:gd name="T12" fmla="*/ 0 w 1244"/>
                    <a:gd name="T13" fmla="*/ 0 h 677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1244"/>
                    <a:gd name="T22" fmla="*/ 0 h 677"/>
                    <a:gd name="T23" fmla="*/ 1244 w 1244"/>
                    <a:gd name="T24" fmla="*/ 677 h 677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1244" h="677">
                      <a:moveTo>
                        <a:pt x="1244" y="101"/>
                      </a:moveTo>
                      <a:lnTo>
                        <a:pt x="1219" y="50"/>
                      </a:lnTo>
                      <a:lnTo>
                        <a:pt x="1194" y="0"/>
                      </a:lnTo>
                      <a:lnTo>
                        <a:pt x="0" y="577"/>
                      </a:lnTo>
                      <a:lnTo>
                        <a:pt x="25" y="627"/>
                      </a:lnTo>
                      <a:lnTo>
                        <a:pt x="50" y="677"/>
                      </a:lnTo>
                      <a:lnTo>
                        <a:pt x="1244" y="101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algn="l" defTabSz="1828800" hangingPunct="1"/>
                  <a:endParaRPr lang="zh-CN" altLang="en-US" sz="3600" b="0" kern="1200">
                    <a:solidFill>
                      <a:prstClr val="black"/>
                    </a:solidFill>
                    <a:latin typeface="等线" panose="020F0502020204030204"/>
                    <a:ea typeface="等线" panose="02010600030101010101" pitchFamily="2" charset="-122"/>
                    <a:cs typeface="+mn-cs"/>
                  </a:endParaRPr>
                </a:p>
              </p:txBody>
            </p:sp>
            <p:sp>
              <p:nvSpPr>
                <p:cNvPr id="1217" name="Freeform 504">
                  <a:extLst>
                    <a:ext uri="{FF2B5EF4-FFF2-40B4-BE49-F238E27FC236}">
                      <a16:creationId xmlns:a16="http://schemas.microsoft.com/office/drawing/2014/main" id="{2A7AF54A-FCCD-4830-39D9-8E02DEBA92C2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943" y="4346"/>
                  <a:ext cx="179" cy="96"/>
                </a:xfrm>
                <a:custGeom>
                  <a:avLst/>
                  <a:gdLst>
                    <a:gd name="T0" fmla="*/ 0 w 1244"/>
                    <a:gd name="T1" fmla="*/ 0 h 677"/>
                    <a:gd name="T2" fmla="*/ 0 w 1244"/>
                    <a:gd name="T3" fmla="*/ 0 h 677"/>
                    <a:gd name="T4" fmla="*/ 0 w 1244"/>
                    <a:gd name="T5" fmla="*/ 0 h 677"/>
                    <a:gd name="T6" fmla="*/ 0 w 1244"/>
                    <a:gd name="T7" fmla="*/ 0 h 677"/>
                    <a:gd name="T8" fmla="*/ 0 w 1244"/>
                    <a:gd name="T9" fmla="*/ 0 h 677"/>
                    <a:gd name="T10" fmla="*/ 0 w 1244"/>
                    <a:gd name="T11" fmla="*/ 0 h 677"/>
                    <a:gd name="T12" fmla="*/ 0 w 1244"/>
                    <a:gd name="T13" fmla="*/ 0 h 677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1244"/>
                    <a:gd name="T22" fmla="*/ 0 h 677"/>
                    <a:gd name="T23" fmla="*/ 1244 w 1244"/>
                    <a:gd name="T24" fmla="*/ 677 h 677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1244" h="677">
                      <a:moveTo>
                        <a:pt x="1244" y="101"/>
                      </a:moveTo>
                      <a:lnTo>
                        <a:pt x="1219" y="50"/>
                      </a:lnTo>
                      <a:lnTo>
                        <a:pt x="1194" y="0"/>
                      </a:lnTo>
                      <a:lnTo>
                        <a:pt x="0" y="577"/>
                      </a:lnTo>
                      <a:lnTo>
                        <a:pt x="25" y="627"/>
                      </a:lnTo>
                      <a:lnTo>
                        <a:pt x="50" y="677"/>
                      </a:lnTo>
                      <a:lnTo>
                        <a:pt x="1244" y="101"/>
                      </a:lnTo>
                      <a:close/>
                    </a:path>
                  </a:pathLst>
                </a:custGeom>
                <a:noFill/>
                <a:ln w="0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pPr algn="l" defTabSz="1828800" hangingPunct="1"/>
                  <a:endParaRPr lang="zh-CN" altLang="en-US" sz="3600" b="0" kern="1200">
                    <a:solidFill>
                      <a:prstClr val="black"/>
                    </a:solidFill>
                    <a:latin typeface="等线" panose="020F0502020204030204"/>
                    <a:ea typeface="等线" panose="02010600030101010101" pitchFamily="2" charset="-122"/>
                    <a:cs typeface="+mn-cs"/>
                  </a:endParaRPr>
                </a:p>
              </p:txBody>
            </p:sp>
            <p:sp>
              <p:nvSpPr>
                <p:cNvPr id="1218" name="Freeform 505">
                  <a:extLst>
                    <a:ext uri="{FF2B5EF4-FFF2-40B4-BE49-F238E27FC236}">
                      <a16:creationId xmlns:a16="http://schemas.microsoft.com/office/drawing/2014/main" id="{78ACC5BA-527F-48FB-685E-3011E6B5C2B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939" y="4428"/>
                  <a:ext cx="11" cy="15"/>
                </a:xfrm>
                <a:custGeom>
                  <a:avLst/>
                  <a:gdLst>
                    <a:gd name="T0" fmla="*/ 0 w 81"/>
                    <a:gd name="T1" fmla="*/ 0 h 106"/>
                    <a:gd name="T2" fmla="*/ 0 w 81"/>
                    <a:gd name="T3" fmla="*/ 0 h 106"/>
                    <a:gd name="T4" fmla="*/ 0 w 81"/>
                    <a:gd name="T5" fmla="*/ 0 h 106"/>
                    <a:gd name="T6" fmla="*/ 0 w 81"/>
                    <a:gd name="T7" fmla="*/ 0 h 106"/>
                    <a:gd name="T8" fmla="*/ 0 w 81"/>
                    <a:gd name="T9" fmla="*/ 0 h 106"/>
                    <a:gd name="T10" fmla="*/ 0 w 81"/>
                    <a:gd name="T11" fmla="*/ 0 h 106"/>
                    <a:gd name="T12" fmla="*/ 0 w 81"/>
                    <a:gd name="T13" fmla="*/ 0 h 106"/>
                    <a:gd name="T14" fmla="*/ 0 w 81"/>
                    <a:gd name="T15" fmla="*/ 0 h 106"/>
                    <a:gd name="T16" fmla="*/ 0 w 81"/>
                    <a:gd name="T17" fmla="*/ 0 h 106"/>
                    <a:gd name="T18" fmla="*/ 0 w 81"/>
                    <a:gd name="T19" fmla="*/ 0 h 106"/>
                    <a:gd name="T20" fmla="*/ 0 w 81"/>
                    <a:gd name="T21" fmla="*/ 0 h 106"/>
                    <a:gd name="T22" fmla="*/ 0 w 81"/>
                    <a:gd name="T23" fmla="*/ 0 h 106"/>
                    <a:gd name="T24" fmla="*/ 0 w 81"/>
                    <a:gd name="T25" fmla="*/ 0 h 106"/>
                    <a:gd name="T26" fmla="*/ 0 w 81"/>
                    <a:gd name="T27" fmla="*/ 0 h 106"/>
                    <a:gd name="T28" fmla="*/ 0 w 81"/>
                    <a:gd name="T29" fmla="*/ 0 h 106"/>
                    <a:gd name="T30" fmla="*/ 0 w 81"/>
                    <a:gd name="T31" fmla="*/ 0 h 106"/>
                    <a:gd name="T32" fmla="*/ 0 w 81"/>
                    <a:gd name="T33" fmla="*/ 0 h 106"/>
                    <a:gd name="T34" fmla="*/ 0 60000 65536"/>
                    <a:gd name="T35" fmla="*/ 0 60000 65536"/>
                    <a:gd name="T36" fmla="*/ 0 60000 65536"/>
                    <a:gd name="T37" fmla="*/ 0 60000 65536"/>
                    <a:gd name="T38" fmla="*/ 0 60000 65536"/>
                    <a:gd name="T39" fmla="*/ 0 60000 65536"/>
                    <a:gd name="T40" fmla="*/ 0 60000 65536"/>
                    <a:gd name="T41" fmla="*/ 0 60000 65536"/>
                    <a:gd name="T42" fmla="*/ 0 60000 65536"/>
                    <a:gd name="T43" fmla="*/ 0 60000 65536"/>
                    <a:gd name="T44" fmla="*/ 0 60000 65536"/>
                    <a:gd name="T45" fmla="*/ 0 60000 65536"/>
                    <a:gd name="T46" fmla="*/ 0 60000 65536"/>
                    <a:gd name="T47" fmla="*/ 0 60000 65536"/>
                    <a:gd name="T48" fmla="*/ 0 60000 65536"/>
                    <a:gd name="T49" fmla="*/ 0 60000 65536"/>
                    <a:gd name="T50" fmla="*/ 0 60000 65536"/>
                    <a:gd name="T51" fmla="*/ 0 w 81"/>
                    <a:gd name="T52" fmla="*/ 0 h 106"/>
                    <a:gd name="T53" fmla="*/ 81 w 81"/>
                    <a:gd name="T54" fmla="*/ 106 h 106"/>
                  </a:gdLst>
                  <a:ahLst/>
                  <a:cxnLst>
                    <a:cxn ang="T34">
                      <a:pos x="T0" y="T1"/>
                    </a:cxn>
                    <a:cxn ang="T35">
                      <a:pos x="T2" y="T3"/>
                    </a:cxn>
                    <a:cxn ang="T36">
                      <a:pos x="T4" y="T5"/>
                    </a:cxn>
                    <a:cxn ang="T37">
                      <a:pos x="T6" y="T7"/>
                    </a:cxn>
                    <a:cxn ang="T38">
                      <a:pos x="T8" y="T9"/>
                    </a:cxn>
                    <a:cxn ang="T39">
                      <a:pos x="T10" y="T11"/>
                    </a:cxn>
                    <a:cxn ang="T40">
                      <a:pos x="T12" y="T13"/>
                    </a:cxn>
                    <a:cxn ang="T41">
                      <a:pos x="T14" y="T15"/>
                    </a:cxn>
                    <a:cxn ang="T42">
                      <a:pos x="T16" y="T17"/>
                    </a:cxn>
                    <a:cxn ang="T43">
                      <a:pos x="T18" y="T19"/>
                    </a:cxn>
                    <a:cxn ang="T44">
                      <a:pos x="T20" y="T21"/>
                    </a:cxn>
                    <a:cxn ang="T45">
                      <a:pos x="T22" y="T23"/>
                    </a:cxn>
                    <a:cxn ang="T46">
                      <a:pos x="T24" y="T25"/>
                    </a:cxn>
                    <a:cxn ang="T47">
                      <a:pos x="T26" y="T27"/>
                    </a:cxn>
                    <a:cxn ang="T48">
                      <a:pos x="T28" y="T29"/>
                    </a:cxn>
                    <a:cxn ang="T49">
                      <a:pos x="T30" y="T31"/>
                    </a:cxn>
                    <a:cxn ang="T50">
                      <a:pos x="T32" y="T33"/>
                    </a:cxn>
                  </a:cxnLst>
                  <a:rect l="T51" t="T52" r="T53" b="T54"/>
                  <a:pathLst>
                    <a:path w="81" h="106">
                      <a:moveTo>
                        <a:pt x="56" y="50"/>
                      </a:moveTo>
                      <a:lnTo>
                        <a:pt x="81" y="100"/>
                      </a:lnTo>
                      <a:lnTo>
                        <a:pt x="68" y="105"/>
                      </a:lnTo>
                      <a:lnTo>
                        <a:pt x="56" y="106"/>
                      </a:lnTo>
                      <a:lnTo>
                        <a:pt x="44" y="105"/>
                      </a:lnTo>
                      <a:lnTo>
                        <a:pt x="31" y="102"/>
                      </a:lnTo>
                      <a:lnTo>
                        <a:pt x="21" y="95"/>
                      </a:lnTo>
                      <a:lnTo>
                        <a:pt x="12" y="86"/>
                      </a:lnTo>
                      <a:lnTo>
                        <a:pt x="6" y="75"/>
                      </a:lnTo>
                      <a:lnTo>
                        <a:pt x="1" y="62"/>
                      </a:lnTo>
                      <a:lnTo>
                        <a:pt x="0" y="50"/>
                      </a:lnTo>
                      <a:lnTo>
                        <a:pt x="1" y="38"/>
                      </a:lnTo>
                      <a:lnTo>
                        <a:pt x="4" y="25"/>
                      </a:lnTo>
                      <a:lnTo>
                        <a:pt x="11" y="15"/>
                      </a:lnTo>
                      <a:lnTo>
                        <a:pt x="20" y="6"/>
                      </a:lnTo>
                      <a:lnTo>
                        <a:pt x="31" y="0"/>
                      </a:lnTo>
                      <a:lnTo>
                        <a:pt x="56" y="5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algn="l" defTabSz="1828800" hangingPunct="1"/>
                  <a:endParaRPr lang="zh-CN" altLang="en-US" sz="3600" b="0" kern="1200">
                    <a:solidFill>
                      <a:prstClr val="black"/>
                    </a:solidFill>
                    <a:latin typeface="等线" panose="020F0502020204030204"/>
                    <a:ea typeface="等线" panose="02010600030101010101" pitchFamily="2" charset="-122"/>
                    <a:cs typeface="+mn-cs"/>
                  </a:endParaRPr>
                </a:p>
              </p:txBody>
            </p:sp>
            <p:sp>
              <p:nvSpPr>
                <p:cNvPr id="1219" name="Freeform 506">
                  <a:extLst>
                    <a:ext uri="{FF2B5EF4-FFF2-40B4-BE49-F238E27FC236}">
                      <a16:creationId xmlns:a16="http://schemas.microsoft.com/office/drawing/2014/main" id="{0461BD8B-6FF4-EF79-FF8E-49AEE53908C5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939" y="4428"/>
                  <a:ext cx="11" cy="15"/>
                </a:xfrm>
                <a:custGeom>
                  <a:avLst/>
                  <a:gdLst>
                    <a:gd name="T0" fmla="*/ 0 w 81"/>
                    <a:gd name="T1" fmla="*/ 0 h 106"/>
                    <a:gd name="T2" fmla="*/ 0 w 81"/>
                    <a:gd name="T3" fmla="*/ 0 h 106"/>
                    <a:gd name="T4" fmla="*/ 0 w 81"/>
                    <a:gd name="T5" fmla="*/ 0 h 106"/>
                    <a:gd name="T6" fmla="*/ 0 w 81"/>
                    <a:gd name="T7" fmla="*/ 0 h 106"/>
                    <a:gd name="T8" fmla="*/ 0 w 81"/>
                    <a:gd name="T9" fmla="*/ 0 h 106"/>
                    <a:gd name="T10" fmla="*/ 0 w 81"/>
                    <a:gd name="T11" fmla="*/ 0 h 106"/>
                    <a:gd name="T12" fmla="*/ 0 w 81"/>
                    <a:gd name="T13" fmla="*/ 0 h 106"/>
                    <a:gd name="T14" fmla="*/ 0 w 81"/>
                    <a:gd name="T15" fmla="*/ 0 h 106"/>
                    <a:gd name="T16" fmla="*/ 0 w 81"/>
                    <a:gd name="T17" fmla="*/ 0 h 106"/>
                    <a:gd name="T18" fmla="*/ 0 w 81"/>
                    <a:gd name="T19" fmla="*/ 0 h 106"/>
                    <a:gd name="T20" fmla="*/ 0 w 81"/>
                    <a:gd name="T21" fmla="*/ 0 h 106"/>
                    <a:gd name="T22" fmla="*/ 0 w 81"/>
                    <a:gd name="T23" fmla="*/ 0 h 106"/>
                    <a:gd name="T24" fmla="*/ 0 w 81"/>
                    <a:gd name="T25" fmla="*/ 0 h 106"/>
                    <a:gd name="T26" fmla="*/ 0 w 81"/>
                    <a:gd name="T27" fmla="*/ 0 h 106"/>
                    <a:gd name="T28" fmla="*/ 0 w 81"/>
                    <a:gd name="T29" fmla="*/ 0 h 106"/>
                    <a:gd name="T30" fmla="*/ 0 60000 65536"/>
                    <a:gd name="T31" fmla="*/ 0 60000 65536"/>
                    <a:gd name="T32" fmla="*/ 0 60000 65536"/>
                    <a:gd name="T33" fmla="*/ 0 60000 65536"/>
                    <a:gd name="T34" fmla="*/ 0 60000 65536"/>
                    <a:gd name="T35" fmla="*/ 0 60000 65536"/>
                    <a:gd name="T36" fmla="*/ 0 60000 65536"/>
                    <a:gd name="T37" fmla="*/ 0 60000 65536"/>
                    <a:gd name="T38" fmla="*/ 0 60000 65536"/>
                    <a:gd name="T39" fmla="*/ 0 60000 65536"/>
                    <a:gd name="T40" fmla="*/ 0 60000 65536"/>
                    <a:gd name="T41" fmla="*/ 0 60000 65536"/>
                    <a:gd name="T42" fmla="*/ 0 60000 65536"/>
                    <a:gd name="T43" fmla="*/ 0 60000 65536"/>
                    <a:gd name="T44" fmla="*/ 0 60000 65536"/>
                    <a:gd name="T45" fmla="*/ 0 w 81"/>
                    <a:gd name="T46" fmla="*/ 0 h 106"/>
                    <a:gd name="T47" fmla="*/ 81 w 81"/>
                    <a:gd name="T48" fmla="*/ 106 h 106"/>
                  </a:gdLst>
                  <a:ahLst/>
                  <a:cxnLst>
                    <a:cxn ang="T30">
                      <a:pos x="T0" y="T1"/>
                    </a:cxn>
                    <a:cxn ang="T31">
                      <a:pos x="T2" y="T3"/>
                    </a:cxn>
                    <a:cxn ang="T32">
                      <a:pos x="T4" y="T5"/>
                    </a:cxn>
                    <a:cxn ang="T33">
                      <a:pos x="T6" y="T7"/>
                    </a:cxn>
                    <a:cxn ang="T34">
                      <a:pos x="T8" y="T9"/>
                    </a:cxn>
                    <a:cxn ang="T35">
                      <a:pos x="T10" y="T11"/>
                    </a:cxn>
                    <a:cxn ang="T36">
                      <a:pos x="T12" y="T13"/>
                    </a:cxn>
                    <a:cxn ang="T37">
                      <a:pos x="T14" y="T15"/>
                    </a:cxn>
                    <a:cxn ang="T38">
                      <a:pos x="T16" y="T17"/>
                    </a:cxn>
                    <a:cxn ang="T39">
                      <a:pos x="T18" y="T19"/>
                    </a:cxn>
                    <a:cxn ang="T40">
                      <a:pos x="T20" y="T21"/>
                    </a:cxn>
                    <a:cxn ang="T41">
                      <a:pos x="T22" y="T23"/>
                    </a:cxn>
                    <a:cxn ang="T42">
                      <a:pos x="T24" y="T25"/>
                    </a:cxn>
                    <a:cxn ang="T43">
                      <a:pos x="T26" y="T27"/>
                    </a:cxn>
                    <a:cxn ang="T44">
                      <a:pos x="T28" y="T29"/>
                    </a:cxn>
                  </a:cxnLst>
                  <a:rect l="T45" t="T46" r="T47" b="T48"/>
                  <a:pathLst>
                    <a:path w="81" h="106">
                      <a:moveTo>
                        <a:pt x="81" y="100"/>
                      </a:moveTo>
                      <a:lnTo>
                        <a:pt x="68" y="105"/>
                      </a:lnTo>
                      <a:lnTo>
                        <a:pt x="56" y="106"/>
                      </a:lnTo>
                      <a:lnTo>
                        <a:pt x="44" y="105"/>
                      </a:lnTo>
                      <a:lnTo>
                        <a:pt x="31" y="102"/>
                      </a:lnTo>
                      <a:lnTo>
                        <a:pt x="21" y="95"/>
                      </a:lnTo>
                      <a:lnTo>
                        <a:pt x="12" y="86"/>
                      </a:lnTo>
                      <a:lnTo>
                        <a:pt x="6" y="75"/>
                      </a:lnTo>
                      <a:lnTo>
                        <a:pt x="1" y="62"/>
                      </a:lnTo>
                      <a:lnTo>
                        <a:pt x="0" y="50"/>
                      </a:lnTo>
                      <a:lnTo>
                        <a:pt x="1" y="38"/>
                      </a:lnTo>
                      <a:lnTo>
                        <a:pt x="4" y="25"/>
                      </a:lnTo>
                      <a:lnTo>
                        <a:pt x="11" y="15"/>
                      </a:lnTo>
                      <a:lnTo>
                        <a:pt x="20" y="6"/>
                      </a:lnTo>
                      <a:lnTo>
                        <a:pt x="31" y="0"/>
                      </a:lnTo>
                    </a:path>
                  </a:pathLst>
                </a:custGeom>
                <a:noFill/>
                <a:ln w="0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pPr algn="l" defTabSz="1828800" hangingPunct="1"/>
                  <a:endParaRPr lang="zh-CN" altLang="en-US" sz="3600" b="0" kern="1200">
                    <a:solidFill>
                      <a:prstClr val="black"/>
                    </a:solidFill>
                    <a:latin typeface="等线" panose="020F0502020204030204"/>
                    <a:ea typeface="等线" panose="02010600030101010101" pitchFamily="2" charset="-122"/>
                    <a:cs typeface="+mn-cs"/>
                  </a:endParaRPr>
                </a:p>
              </p:txBody>
            </p:sp>
            <p:sp>
              <p:nvSpPr>
                <p:cNvPr id="1220" name="Freeform 507">
                  <a:extLst>
                    <a:ext uri="{FF2B5EF4-FFF2-40B4-BE49-F238E27FC236}">
                      <a16:creationId xmlns:a16="http://schemas.microsoft.com/office/drawing/2014/main" id="{FF34F81A-6E19-8AB5-882F-D12E09E8DEB0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754" y="4428"/>
                  <a:ext cx="11" cy="15"/>
                </a:xfrm>
                <a:custGeom>
                  <a:avLst/>
                  <a:gdLst>
                    <a:gd name="T0" fmla="*/ 0 w 82"/>
                    <a:gd name="T1" fmla="*/ 0 h 106"/>
                    <a:gd name="T2" fmla="*/ 0 w 82"/>
                    <a:gd name="T3" fmla="*/ 0 h 106"/>
                    <a:gd name="T4" fmla="*/ 0 w 82"/>
                    <a:gd name="T5" fmla="*/ 0 h 106"/>
                    <a:gd name="T6" fmla="*/ 0 w 82"/>
                    <a:gd name="T7" fmla="*/ 0 h 106"/>
                    <a:gd name="T8" fmla="*/ 0 w 82"/>
                    <a:gd name="T9" fmla="*/ 0 h 106"/>
                    <a:gd name="T10" fmla="*/ 0 w 82"/>
                    <a:gd name="T11" fmla="*/ 0 h 106"/>
                    <a:gd name="T12" fmla="*/ 0 w 82"/>
                    <a:gd name="T13" fmla="*/ 0 h 106"/>
                    <a:gd name="T14" fmla="*/ 0 w 82"/>
                    <a:gd name="T15" fmla="*/ 0 h 106"/>
                    <a:gd name="T16" fmla="*/ 0 w 82"/>
                    <a:gd name="T17" fmla="*/ 0 h 106"/>
                    <a:gd name="T18" fmla="*/ 0 w 82"/>
                    <a:gd name="T19" fmla="*/ 0 h 106"/>
                    <a:gd name="T20" fmla="*/ 0 w 82"/>
                    <a:gd name="T21" fmla="*/ 0 h 106"/>
                    <a:gd name="T22" fmla="*/ 0 w 82"/>
                    <a:gd name="T23" fmla="*/ 0 h 106"/>
                    <a:gd name="T24" fmla="*/ 0 w 82"/>
                    <a:gd name="T25" fmla="*/ 0 h 106"/>
                    <a:gd name="T26" fmla="*/ 0 w 82"/>
                    <a:gd name="T27" fmla="*/ 0 h 106"/>
                    <a:gd name="T28" fmla="*/ 0 w 82"/>
                    <a:gd name="T29" fmla="*/ 0 h 106"/>
                    <a:gd name="T30" fmla="*/ 0 w 82"/>
                    <a:gd name="T31" fmla="*/ 0 h 106"/>
                    <a:gd name="T32" fmla="*/ 0 w 82"/>
                    <a:gd name="T33" fmla="*/ 0 h 106"/>
                    <a:gd name="T34" fmla="*/ 0 60000 65536"/>
                    <a:gd name="T35" fmla="*/ 0 60000 65536"/>
                    <a:gd name="T36" fmla="*/ 0 60000 65536"/>
                    <a:gd name="T37" fmla="*/ 0 60000 65536"/>
                    <a:gd name="T38" fmla="*/ 0 60000 65536"/>
                    <a:gd name="T39" fmla="*/ 0 60000 65536"/>
                    <a:gd name="T40" fmla="*/ 0 60000 65536"/>
                    <a:gd name="T41" fmla="*/ 0 60000 65536"/>
                    <a:gd name="T42" fmla="*/ 0 60000 65536"/>
                    <a:gd name="T43" fmla="*/ 0 60000 65536"/>
                    <a:gd name="T44" fmla="*/ 0 60000 65536"/>
                    <a:gd name="T45" fmla="*/ 0 60000 65536"/>
                    <a:gd name="T46" fmla="*/ 0 60000 65536"/>
                    <a:gd name="T47" fmla="*/ 0 60000 65536"/>
                    <a:gd name="T48" fmla="*/ 0 60000 65536"/>
                    <a:gd name="T49" fmla="*/ 0 60000 65536"/>
                    <a:gd name="T50" fmla="*/ 0 60000 65536"/>
                    <a:gd name="T51" fmla="*/ 0 w 82"/>
                    <a:gd name="T52" fmla="*/ 0 h 106"/>
                    <a:gd name="T53" fmla="*/ 82 w 82"/>
                    <a:gd name="T54" fmla="*/ 106 h 106"/>
                  </a:gdLst>
                  <a:ahLst/>
                  <a:cxnLst>
                    <a:cxn ang="T34">
                      <a:pos x="T0" y="T1"/>
                    </a:cxn>
                    <a:cxn ang="T35">
                      <a:pos x="T2" y="T3"/>
                    </a:cxn>
                    <a:cxn ang="T36">
                      <a:pos x="T4" y="T5"/>
                    </a:cxn>
                    <a:cxn ang="T37">
                      <a:pos x="T6" y="T7"/>
                    </a:cxn>
                    <a:cxn ang="T38">
                      <a:pos x="T8" y="T9"/>
                    </a:cxn>
                    <a:cxn ang="T39">
                      <a:pos x="T10" y="T11"/>
                    </a:cxn>
                    <a:cxn ang="T40">
                      <a:pos x="T12" y="T13"/>
                    </a:cxn>
                    <a:cxn ang="T41">
                      <a:pos x="T14" y="T15"/>
                    </a:cxn>
                    <a:cxn ang="T42">
                      <a:pos x="T16" y="T17"/>
                    </a:cxn>
                    <a:cxn ang="T43">
                      <a:pos x="T18" y="T19"/>
                    </a:cxn>
                    <a:cxn ang="T44">
                      <a:pos x="T20" y="T21"/>
                    </a:cxn>
                    <a:cxn ang="T45">
                      <a:pos x="T22" y="T23"/>
                    </a:cxn>
                    <a:cxn ang="T46">
                      <a:pos x="T24" y="T25"/>
                    </a:cxn>
                    <a:cxn ang="T47">
                      <a:pos x="T26" y="T27"/>
                    </a:cxn>
                    <a:cxn ang="T48">
                      <a:pos x="T28" y="T29"/>
                    </a:cxn>
                    <a:cxn ang="T49">
                      <a:pos x="T30" y="T31"/>
                    </a:cxn>
                    <a:cxn ang="T50">
                      <a:pos x="T32" y="T33"/>
                    </a:cxn>
                  </a:cxnLst>
                  <a:rect l="T51" t="T52" r="T53" b="T54"/>
                  <a:pathLst>
                    <a:path w="82" h="106">
                      <a:moveTo>
                        <a:pt x="24" y="50"/>
                      </a:moveTo>
                      <a:lnTo>
                        <a:pt x="49" y="0"/>
                      </a:lnTo>
                      <a:lnTo>
                        <a:pt x="60" y="6"/>
                      </a:lnTo>
                      <a:lnTo>
                        <a:pt x="69" y="15"/>
                      </a:lnTo>
                      <a:lnTo>
                        <a:pt x="76" y="25"/>
                      </a:lnTo>
                      <a:lnTo>
                        <a:pt x="79" y="38"/>
                      </a:lnTo>
                      <a:lnTo>
                        <a:pt x="82" y="50"/>
                      </a:lnTo>
                      <a:lnTo>
                        <a:pt x="79" y="62"/>
                      </a:lnTo>
                      <a:lnTo>
                        <a:pt x="75" y="75"/>
                      </a:lnTo>
                      <a:lnTo>
                        <a:pt x="68" y="86"/>
                      </a:lnTo>
                      <a:lnTo>
                        <a:pt x="59" y="95"/>
                      </a:lnTo>
                      <a:lnTo>
                        <a:pt x="49" y="102"/>
                      </a:lnTo>
                      <a:lnTo>
                        <a:pt x="37" y="105"/>
                      </a:lnTo>
                      <a:lnTo>
                        <a:pt x="24" y="106"/>
                      </a:lnTo>
                      <a:lnTo>
                        <a:pt x="12" y="105"/>
                      </a:lnTo>
                      <a:lnTo>
                        <a:pt x="0" y="100"/>
                      </a:lnTo>
                      <a:lnTo>
                        <a:pt x="24" y="5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algn="l" defTabSz="1828800" hangingPunct="1"/>
                  <a:endParaRPr lang="zh-CN" altLang="en-US" sz="3600" b="0" kern="1200">
                    <a:solidFill>
                      <a:prstClr val="black"/>
                    </a:solidFill>
                    <a:latin typeface="等线" panose="020F0502020204030204"/>
                    <a:ea typeface="等线" panose="02010600030101010101" pitchFamily="2" charset="-122"/>
                    <a:cs typeface="+mn-cs"/>
                  </a:endParaRPr>
                </a:p>
              </p:txBody>
            </p:sp>
            <p:sp>
              <p:nvSpPr>
                <p:cNvPr id="1221" name="Freeform 508">
                  <a:extLst>
                    <a:ext uri="{FF2B5EF4-FFF2-40B4-BE49-F238E27FC236}">
                      <a16:creationId xmlns:a16="http://schemas.microsoft.com/office/drawing/2014/main" id="{DA7AB99F-9D7E-C9B7-D710-6724971A8CB1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754" y="4428"/>
                  <a:ext cx="11" cy="15"/>
                </a:xfrm>
                <a:custGeom>
                  <a:avLst/>
                  <a:gdLst>
                    <a:gd name="T0" fmla="*/ 0 w 82"/>
                    <a:gd name="T1" fmla="*/ 0 h 106"/>
                    <a:gd name="T2" fmla="*/ 0 w 82"/>
                    <a:gd name="T3" fmla="*/ 0 h 106"/>
                    <a:gd name="T4" fmla="*/ 0 w 82"/>
                    <a:gd name="T5" fmla="*/ 0 h 106"/>
                    <a:gd name="T6" fmla="*/ 0 w 82"/>
                    <a:gd name="T7" fmla="*/ 0 h 106"/>
                    <a:gd name="T8" fmla="*/ 0 w 82"/>
                    <a:gd name="T9" fmla="*/ 0 h 106"/>
                    <a:gd name="T10" fmla="*/ 0 w 82"/>
                    <a:gd name="T11" fmla="*/ 0 h 106"/>
                    <a:gd name="T12" fmla="*/ 0 w 82"/>
                    <a:gd name="T13" fmla="*/ 0 h 106"/>
                    <a:gd name="T14" fmla="*/ 0 w 82"/>
                    <a:gd name="T15" fmla="*/ 0 h 106"/>
                    <a:gd name="T16" fmla="*/ 0 w 82"/>
                    <a:gd name="T17" fmla="*/ 0 h 106"/>
                    <a:gd name="T18" fmla="*/ 0 w 82"/>
                    <a:gd name="T19" fmla="*/ 0 h 106"/>
                    <a:gd name="T20" fmla="*/ 0 w 82"/>
                    <a:gd name="T21" fmla="*/ 0 h 106"/>
                    <a:gd name="T22" fmla="*/ 0 w 82"/>
                    <a:gd name="T23" fmla="*/ 0 h 106"/>
                    <a:gd name="T24" fmla="*/ 0 w 82"/>
                    <a:gd name="T25" fmla="*/ 0 h 106"/>
                    <a:gd name="T26" fmla="*/ 0 w 82"/>
                    <a:gd name="T27" fmla="*/ 0 h 106"/>
                    <a:gd name="T28" fmla="*/ 0 w 82"/>
                    <a:gd name="T29" fmla="*/ 0 h 106"/>
                    <a:gd name="T30" fmla="*/ 0 60000 65536"/>
                    <a:gd name="T31" fmla="*/ 0 60000 65536"/>
                    <a:gd name="T32" fmla="*/ 0 60000 65536"/>
                    <a:gd name="T33" fmla="*/ 0 60000 65536"/>
                    <a:gd name="T34" fmla="*/ 0 60000 65536"/>
                    <a:gd name="T35" fmla="*/ 0 60000 65536"/>
                    <a:gd name="T36" fmla="*/ 0 60000 65536"/>
                    <a:gd name="T37" fmla="*/ 0 60000 65536"/>
                    <a:gd name="T38" fmla="*/ 0 60000 65536"/>
                    <a:gd name="T39" fmla="*/ 0 60000 65536"/>
                    <a:gd name="T40" fmla="*/ 0 60000 65536"/>
                    <a:gd name="T41" fmla="*/ 0 60000 65536"/>
                    <a:gd name="T42" fmla="*/ 0 60000 65536"/>
                    <a:gd name="T43" fmla="*/ 0 60000 65536"/>
                    <a:gd name="T44" fmla="*/ 0 60000 65536"/>
                    <a:gd name="T45" fmla="*/ 0 w 82"/>
                    <a:gd name="T46" fmla="*/ 0 h 106"/>
                    <a:gd name="T47" fmla="*/ 82 w 82"/>
                    <a:gd name="T48" fmla="*/ 106 h 106"/>
                  </a:gdLst>
                  <a:ahLst/>
                  <a:cxnLst>
                    <a:cxn ang="T30">
                      <a:pos x="T0" y="T1"/>
                    </a:cxn>
                    <a:cxn ang="T31">
                      <a:pos x="T2" y="T3"/>
                    </a:cxn>
                    <a:cxn ang="T32">
                      <a:pos x="T4" y="T5"/>
                    </a:cxn>
                    <a:cxn ang="T33">
                      <a:pos x="T6" y="T7"/>
                    </a:cxn>
                    <a:cxn ang="T34">
                      <a:pos x="T8" y="T9"/>
                    </a:cxn>
                    <a:cxn ang="T35">
                      <a:pos x="T10" y="T11"/>
                    </a:cxn>
                    <a:cxn ang="T36">
                      <a:pos x="T12" y="T13"/>
                    </a:cxn>
                    <a:cxn ang="T37">
                      <a:pos x="T14" y="T15"/>
                    </a:cxn>
                    <a:cxn ang="T38">
                      <a:pos x="T16" y="T17"/>
                    </a:cxn>
                    <a:cxn ang="T39">
                      <a:pos x="T18" y="T19"/>
                    </a:cxn>
                    <a:cxn ang="T40">
                      <a:pos x="T20" y="T21"/>
                    </a:cxn>
                    <a:cxn ang="T41">
                      <a:pos x="T22" y="T23"/>
                    </a:cxn>
                    <a:cxn ang="T42">
                      <a:pos x="T24" y="T25"/>
                    </a:cxn>
                    <a:cxn ang="T43">
                      <a:pos x="T26" y="T27"/>
                    </a:cxn>
                    <a:cxn ang="T44">
                      <a:pos x="T28" y="T29"/>
                    </a:cxn>
                  </a:cxnLst>
                  <a:rect l="T45" t="T46" r="T47" b="T48"/>
                  <a:pathLst>
                    <a:path w="82" h="106">
                      <a:moveTo>
                        <a:pt x="49" y="0"/>
                      </a:moveTo>
                      <a:lnTo>
                        <a:pt x="60" y="6"/>
                      </a:lnTo>
                      <a:lnTo>
                        <a:pt x="69" y="15"/>
                      </a:lnTo>
                      <a:lnTo>
                        <a:pt x="76" y="25"/>
                      </a:lnTo>
                      <a:lnTo>
                        <a:pt x="79" y="38"/>
                      </a:lnTo>
                      <a:lnTo>
                        <a:pt x="82" y="50"/>
                      </a:lnTo>
                      <a:lnTo>
                        <a:pt x="79" y="62"/>
                      </a:lnTo>
                      <a:lnTo>
                        <a:pt x="75" y="75"/>
                      </a:lnTo>
                      <a:lnTo>
                        <a:pt x="68" y="86"/>
                      </a:lnTo>
                      <a:lnTo>
                        <a:pt x="59" y="95"/>
                      </a:lnTo>
                      <a:lnTo>
                        <a:pt x="49" y="102"/>
                      </a:lnTo>
                      <a:lnTo>
                        <a:pt x="37" y="105"/>
                      </a:lnTo>
                      <a:lnTo>
                        <a:pt x="24" y="106"/>
                      </a:lnTo>
                      <a:lnTo>
                        <a:pt x="12" y="105"/>
                      </a:lnTo>
                      <a:lnTo>
                        <a:pt x="0" y="100"/>
                      </a:lnTo>
                    </a:path>
                  </a:pathLst>
                </a:custGeom>
                <a:noFill/>
                <a:ln w="0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pPr algn="l" defTabSz="1828800" hangingPunct="1"/>
                  <a:endParaRPr lang="zh-CN" altLang="en-US" sz="3600" b="0" kern="1200">
                    <a:solidFill>
                      <a:prstClr val="black"/>
                    </a:solidFill>
                    <a:latin typeface="等线" panose="020F0502020204030204"/>
                    <a:ea typeface="等线" panose="02010600030101010101" pitchFamily="2" charset="-122"/>
                    <a:cs typeface="+mn-cs"/>
                  </a:endParaRPr>
                </a:p>
              </p:txBody>
            </p:sp>
            <p:sp>
              <p:nvSpPr>
                <p:cNvPr id="1222" name="Freeform 509">
                  <a:extLst>
                    <a:ext uri="{FF2B5EF4-FFF2-40B4-BE49-F238E27FC236}">
                      <a16:creationId xmlns:a16="http://schemas.microsoft.com/office/drawing/2014/main" id="{5E7ACCAF-6802-4E03-571A-1B3F9CC73622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583" y="4346"/>
                  <a:ext cx="178" cy="96"/>
                </a:xfrm>
                <a:custGeom>
                  <a:avLst/>
                  <a:gdLst>
                    <a:gd name="T0" fmla="*/ 0 w 1243"/>
                    <a:gd name="T1" fmla="*/ 0 h 677"/>
                    <a:gd name="T2" fmla="*/ 0 w 1243"/>
                    <a:gd name="T3" fmla="*/ 0 h 677"/>
                    <a:gd name="T4" fmla="*/ 0 w 1243"/>
                    <a:gd name="T5" fmla="*/ 0 h 677"/>
                    <a:gd name="T6" fmla="*/ 0 w 1243"/>
                    <a:gd name="T7" fmla="*/ 0 h 677"/>
                    <a:gd name="T8" fmla="*/ 0 w 1243"/>
                    <a:gd name="T9" fmla="*/ 0 h 677"/>
                    <a:gd name="T10" fmla="*/ 0 w 1243"/>
                    <a:gd name="T11" fmla="*/ 0 h 677"/>
                    <a:gd name="T12" fmla="*/ 0 w 1243"/>
                    <a:gd name="T13" fmla="*/ 0 h 677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1243"/>
                    <a:gd name="T22" fmla="*/ 0 h 677"/>
                    <a:gd name="T23" fmla="*/ 1243 w 1243"/>
                    <a:gd name="T24" fmla="*/ 677 h 677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1243" h="677">
                      <a:moveTo>
                        <a:pt x="1194" y="677"/>
                      </a:moveTo>
                      <a:lnTo>
                        <a:pt x="1218" y="627"/>
                      </a:lnTo>
                      <a:lnTo>
                        <a:pt x="1243" y="577"/>
                      </a:lnTo>
                      <a:lnTo>
                        <a:pt x="49" y="0"/>
                      </a:lnTo>
                      <a:lnTo>
                        <a:pt x="24" y="50"/>
                      </a:lnTo>
                      <a:lnTo>
                        <a:pt x="0" y="101"/>
                      </a:lnTo>
                      <a:lnTo>
                        <a:pt x="1194" y="677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algn="l" defTabSz="1828800" hangingPunct="1"/>
                  <a:endParaRPr lang="zh-CN" altLang="en-US" sz="3600" b="0" kern="1200">
                    <a:solidFill>
                      <a:prstClr val="black"/>
                    </a:solidFill>
                    <a:latin typeface="等线" panose="020F0502020204030204"/>
                    <a:ea typeface="等线" panose="02010600030101010101" pitchFamily="2" charset="-122"/>
                    <a:cs typeface="+mn-cs"/>
                  </a:endParaRPr>
                </a:p>
              </p:txBody>
            </p:sp>
            <p:sp>
              <p:nvSpPr>
                <p:cNvPr id="1223" name="Freeform 510">
                  <a:extLst>
                    <a:ext uri="{FF2B5EF4-FFF2-40B4-BE49-F238E27FC236}">
                      <a16:creationId xmlns:a16="http://schemas.microsoft.com/office/drawing/2014/main" id="{9AD02E84-6D0E-541C-EA33-98B105860E55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583" y="4346"/>
                  <a:ext cx="178" cy="96"/>
                </a:xfrm>
                <a:custGeom>
                  <a:avLst/>
                  <a:gdLst>
                    <a:gd name="T0" fmla="*/ 0 w 1243"/>
                    <a:gd name="T1" fmla="*/ 0 h 677"/>
                    <a:gd name="T2" fmla="*/ 0 w 1243"/>
                    <a:gd name="T3" fmla="*/ 0 h 677"/>
                    <a:gd name="T4" fmla="*/ 0 w 1243"/>
                    <a:gd name="T5" fmla="*/ 0 h 677"/>
                    <a:gd name="T6" fmla="*/ 0 w 1243"/>
                    <a:gd name="T7" fmla="*/ 0 h 677"/>
                    <a:gd name="T8" fmla="*/ 0 w 1243"/>
                    <a:gd name="T9" fmla="*/ 0 h 677"/>
                    <a:gd name="T10" fmla="*/ 0 w 1243"/>
                    <a:gd name="T11" fmla="*/ 0 h 677"/>
                    <a:gd name="T12" fmla="*/ 0 w 1243"/>
                    <a:gd name="T13" fmla="*/ 0 h 677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1243"/>
                    <a:gd name="T22" fmla="*/ 0 h 677"/>
                    <a:gd name="T23" fmla="*/ 1243 w 1243"/>
                    <a:gd name="T24" fmla="*/ 677 h 677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1243" h="677">
                      <a:moveTo>
                        <a:pt x="1194" y="677"/>
                      </a:moveTo>
                      <a:lnTo>
                        <a:pt x="1218" y="627"/>
                      </a:lnTo>
                      <a:lnTo>
                        <a:pt x="1243" y="577"/>
                      </a:lnTo>
                      <a:lnTo>
                        <a:pt x="49" y="0"/>
                      </a:lnTo>
                      <a:lnTo>
                        <a:pt x="24" y="50"/>
                      </a:lnTo>
                      <a:lnTo>
                        <a:pt x="0" y="101"/>
                      </a:lnTo>
                      <a:lnTo>
                        <a:pt x="1194" y="677"/>
                      </a:lnTo>
                      <a:close/>
                    </a:path>
                  </a:pathLst>
                </a:custGeom>
                <a:noFill/>
                <a:ln w="0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pPr algn="l" defTabSz="1828800" hangingPunct="1"/>
                  <a:endParaRPr lang="zh-CN" altLang="en-US" sz="3600" b="0" kern="1200">
                    <a:solidFill>
                      <a:prstClr val="black"/>
                    </a:solidFill>
                    <a:latin typeface="等线" panose="020F0502020204030204"/>
                    <a:ea typeface="等线" panose="02010600030101010101" pitchFamily="2" charset="-122"/>
                    <a:cs typeface="+mn-cs"/>
                  </a:endParaRPr>
                </a:p>
              </p:txBody>
            </p:sp>
            <p:sp>
              <p:nvSpPr>
                <p:cNvPr id="1224" name="Freeform 511">
                  <a:extLst>
                    <a:ext uri="{FF2B5EF4-FFF2-40B4-BE49-F238E27FC236}">
                      <a16:creationId xmlns:a16="http://schemas.microsoft.com/office/drawing/2014/main" id="{C9782EBF-6AA9-6C1D-AE15-A117A2BE2092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578" y="4345"/>
                  <a:ext cx="12" cy="15"/>
                </a:xfrm>
                <a:custGeom>
                  <a:avLst/>
                  <a:gdLst>
                    <a:gd name="T0" fmla="*/ 0 w 81"/>
                    <a:gd name="T1" fmla="*/ 0 h 108"/>
                    <a:gd name="T2" fmla="*/ 0 w 81"/>
                    <a:gd name="T3" fmla="*/ 0 h 108"/>
                    <a:gd name="T4" fmla="*/ 0 w 81"/>
                    <a:gd name="T5" fmla="*/ 0 h 108"/>
                    <a:gd name="T6" fmla="*/ 0 w 81"/>
                    <a:gd name="T7" fmla="*/ 0 h 108"/>
                    <a:gd name="T8" fmla="*/ 0 w 81"/>
                    <a:gd name="T9" fmla="*/ 0 h 108"/>
                    <a:gd name="T10" fmla="*/ 0 w 81"/>
                    <a:gd name="T11" fmla="*/ 0 h 108"/>
                    <a:gd name="T12" fmla="*/ 0 w 81"/>
                    <a:gd name="T13" fmla="*/ 0 h 108"/>
                    <a:gd name="T14" fmla="*/ 0 w 81"/>
                    <a:gd name="T15" fmla="*/ 0 h 108"/>
                    <a:gd name="T16" fmla="*/ 0 w 81"/>
                    <a:gd name="T17" fmla="*/ 0 h 108"/>
                    <a:gd name="T18" fmla="*/ 0 w 81"/>
                    <a:gd name="T19" fmla="*/ 0 h 108"/>
                    <a:gd name="T20" fmla="*/ 0 w 81"/>
                    <a:gd name="T21" fmla="*/ 0 h 108"/>
                    <a:gd name="T22" fmla="*/ 0 w 81"/>
                    <a:gd name="T23" fmla="*/ 0 h 108"/>
                    <a:gd name="T24" fmla="*/ 0 w 81"/>
                    <a:gd name="T25" fmla="*/ 0 h 108"/>
                    <a:gd name="T26" fmla="*/ 0 w 81"/>
                    <a:gd name="T27" fmla="*/ 0 h 108"/>
                    <a:gd name="T28" fmla="*/ 0 w 81"/>
                    <a:gd name="T29" fmla="*/ 0 h 108"/>
                    <a:gd name="T30" fmla="*/ 0 w 81"/>
                    <a:gd name="T31" fmla="*/ 0 h 108"/>
                    <a:gd name="T32" fmla="*/ 0 w 81"/>
                    <a:gd name="T33" fmla="*/ 0 h 108"/>
                    <a:gd name="T34" fmla="*/ 0 60000 65536"/>
                    <a:gd name="T35" fmla="*/ 0 60000 65536"/>
                    <a:gd name="T36" fmla="*/ 0 60000 65536"/>
                    <a:gd name="T37" fmla="*/ 0 60000 65536"/>
                    <a:gd name="T38" fmla="*/ 0 60000 65536"/>
                    <a:gd name="T39" fmla="*/ 0 60000 65536"/>
                    <a:gd name="T40" fmla="*/ 0 60000 65536"/>
                    <a:gd name="T41" fmla="*/ 0 60000 65536"/>
                    <a:gd name="T42" fmla="*/ 0 60000 65536"/>
                    <a:gd name="T43" fmla="*/ 0 60000 65536"/>
                    <a:gd name="T44" fmla="*/ 0 60000 65536"/>
                    <a:gd name="T45" fmla="*/ 0 60000 65536"/>
                    <a:gd name="T46" fmla="*/ 0 60000 65536"/>
                    <a:gd name="T47" fmla="*/ 0 60000 65536"/>
                    <a:gd name="T48" fmla="*/ 0 60000 65536"/>
                    <a:gd name="T49" fmla="*/ 0 60000 65536"/>
                    <a:gd name="T50" fmla="*/ 0 60000 65536"/>
                    <a:gd name="T51" fmla="*/ 0 w 81"/>
                    <a:gd name="T52" fmla="*/ 0 h 108"/>
                    <a:gd name="T53" fmla="*/ 81 w 81"/>
                    <a:gd name="T54" fmla="*/ 108 h 108"/>
                  </a:gdLst>
                  <a:ahLst/>
                  <a:cxnLst>
                    <a:cxn ang="T34">
                      <a:pos x="T0" y="T1"/>
                    </a:cxn>
                    <a:cxn ang="T35">
                      <a:pos x="T2" y="T3"/>
                    </a:cxn>
                    <a:cxn ang="T36">
                      <a:pos x="T4" y="T5"/>
                    </a:cxn>
                    <a:cxn ang="T37">
                      <a:pos x="T6" y="T7"/>
                    </a:cxn>
                    <a:cxn ang="T38">
                      <a:pos x="T8" y="T9"/>
                    </a:cxn>
                    <a:cxn ang="T39">
                      <a:pos x="T10" y="T11"/>
                    </a:cxn>
                    <a:cxn ang="T40">
                      <a:pos x="T12" y="T13"/>
                    </a:cxn>
                    <a:cxn ang="T41">
                      <a:pos x="T14" y="T15"/>
                    </a:cxn>
                    <a:cxn ang="T42">
                      <a:pos x="T16" y="T17"/>
                    </a:cxn>
                    <a:cxn ang="T43">
                      <a:pos x="T18" y="T19"/>
                    </a:cxn>
                    <a:cxn ang="T44">
                      <a:pos x="T20" y="T21"/>
                    </a:cxn>
                    <a:cxn ang="T45">
                      <a:pos x="T22" y="T23"/>
                    </a:cxn>
                    <a:cxn ang="T46">
                      <a:pos x="T24" y="T25"/>
                    </a:cxn>
                    <a:cxn ang="T47">
                      <a:pos x="T26" y="T27"/>
                    </a:cxn>
                    <a:cxn ang="T48">
                      <a:pos x="T28" y="T29"/>
                    </a:cxn>
                    <a:cxn ang="T49">
                      <a:pos x="T30" y="T31"/>
                    </a:cxn>
                    <a:cxn ang="T50">
                      <a:pos x="T32" y="T33"/>
                    </a:cxn>
                  </a:cxnLst>
                  <a:rect l="T51" t="T52" r="T53" b="T54"/>
                  <a:pathLst>
                    <a:path w="81" h="108">
                      <a:moveTo>
                        <a:pt x="56" y="57"/>
                      </a:moveTo>
                      <a:lnTo>
                        <a:pt x="32" y="108"/>
                      </a:lnTo>
                      <a:lnTo>
                        <a:pt x="20" y="101"/>
                      </a:lnTo>
                      <a:lnTo>
                        <a:pt x="11" y="92"/>
                      </a:lnTo>
                      <a:lnTo>
                        <a:pt x="5" y="82"/>
                      </a:lnTo>
                      <a:lnTo>
                        <a:pt x="1" y="70"/>
                      </a:lnTo>
                      <a:lnTo>
                        <a:pt x="0" y="57"/>
                      </a:lnTo>
                      <a:lnTo>
                        <a:pt x="1" y="45"/>
                      </a:lnTo>
                      <a:lnTo>
                        <a:pt x="6" y="33"/>
                      </a:lnTo>
                      <a:lnTo>
                        <a:pt x="13" y="21"/>
                      </a:lnTo>
                      <a:lnTo>
                        <a:pt x="21" y="12"/>
                      </a:lnTo>
                      <a:lnTo>
                        <a:pt x="32" y="6"/>
                      </a:lnTo>
                      <a:lnTo>
                        <a:pt x="44" y="2"/>
                      </a:lnTo>
                      <a:lnTo>
                        <a:pt x="56" y="0"/>
                      </a:lnTo>
                      <a:lnTo>
                        <a:pt x="69" y="2"/>
                      </a:lnTo>
                      <a:lnTo>
                        <a:pt x="81" y="7"/>
                      </a:lnTo>
                      <a:lnTo>
                        <a:pt x="56" y="57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algn="l" defTabSz="1828800" hangingPunct="1"/>
                  <a:endParaRPr lang="zh-CN" altLang="en-US" sz="3600" b="0" kern="1200">
                    <a:solidFill>
                      <a:prstClr val="black"/>
                    </a:solidFill>
                    <a:latin typeface="等线" panose="020F0502020204030204"/>
                    <a:ea typeface="等线" panose="02010600030101010101" pitchFamily="2" charset="-122"/>
                    <a:cs typeface="+mn-cs"/>
                  </a:endParaRPr>
                </a:p>
              </p:txBody>
            </p:sp>
            <p:sp>
              <p:nvSpPr>
                <p:cNvPr id="1225" name="Freeform 512">
                  <a:extLst>
                    <a:ext uri="{FF2B5EF4-FFF2-40B4-BE49-F238E27FC236}">
                      <a16:creationId xmlns:a16="http://schemas.microsoft.com/office/drawing/2014/main" id="{F8AB87CC-18A6-5015-6A1F-FBAE90008E46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578" y="4345"/>
                  <a:ext cx="12" cy="15"/>
                </a:xfrm>
                <a:custGeom>
                  <a:avLst/>
                  <a:gdLst>
                    <a:gd name="T0" fmla="*/ 0 w 81"/>
                    <a:gd name="T1" fmla="*/ 0 h 108"/>
                    <a:gd name="T2" fmla="*/ 0 w 81"/>
                    <a:gd name="T3" fmla="*/ 0 h 108"/>
                    <a:gd name="T4" fmla="*/ 0 w 81"/>
                    <a:gd name="T5" fmla="*/ 0 h 108"/>
                    <a:gd name="T6" fmla="*/ 0 w 81"/>
                    <a:gd name="T7" fmla="*/ 0 h 108"/>
                    <a:gd name="T8" fmla="*/ 0 w 81"/>
                    <a:gd name="T9" fmla="*/ 0 h 108"/>
                    <a:gd name="T10" fmla="*/ 0 w 81"/>
                    <a:gd name="T11" fmla="*/ 0 h 108"/>
                    <a:gd name="T12" fmla="*/ 0 w 81"/>
                    <a:gd name="T13" fmla="*/ 0 h 108"/>
                    <a:gd name="T14" fmla="*/ 0 w 81"/>
                    <a:gd name="T15" fmla="*/ 0 h 108"/>
                    <a:gd name="T16" fmla="*/ 0 w 81"/>
                    <a:gd name="T17" fmla="*/ 0 h 108"/>
                    <a:gd name="T18" fmla="*/ 0 w 81"/>
                    <a:gd name="T19" fmla="*/ 0 h 108"/>
                    <a:gd name="T20" fmla="*/ 0 w 81"/>
                    <a:gd name="T21" fmla="*/ 0 h 108"/>
                    <a:gd name="T22" fmla="*/ 0 w 81"/>
                    <a:gd name="T23" fmla="*/ 0 h 108"/>
                    <a:gd name="T24" fmla="*/ 0 w 81"/>
                    <a:gd name="T25" fmla="*/ 0 h 108"/>
                    <a:gd name="T26" fmla="*/ 0 w 81"/>
                    <a:gd name="T27" fmla="*/ 0 h 108"/>
                    <a:gd name="T28" fmla="*/ 0 w 81"/>
                    <a:gd name="T29" fmla="*/ 0 h 108"/>
                    <a:gd name="T30" fmla="*/ 0 60000 65536"/>
                    <a:gd name="T31" fmla="*/ 0 60000 65536"/>
                    <a:gd name="T32" fmla="*/ 0 60000 65536"/>
                    <a:gd name="T33" fmla="*/ 0 60000 65536"/>
                    <a:gd name="T34" fmla="*/ 0 60000 65536"/>
                    <a:gd name="T35" fmla="*/ 0 60000 65536"/>
                    <a:gd name="T36" fmla="*/ 0 60000 65536"/>
                    <a:gd name="T37" fmla="*/ 0 60000 65536"/>
                    <a:gd name="T38" fmla="*/ 0 60000 65536"/>
                    <a:gd name="T39" fmla="*/ 0 60000 65536"/>
                    <a:gd name="T40" fmla="*/ 0 60000 65536"/>
                    <a:gd name="T41" fmla="*/ 0 60000 65536"/>
                    <a:gd name="T42" fmla="*/ 0 60000 65536"/>
                    <a:gd name="T43" fmla="*/ 0 60000 65536"/>
                    <a:gd name="T44" fmla="*/ 0 60000 65536"/>
                    <a:gd name="T45" fmla="*/ 0 w 81"/>
                    <a:gd name="T46" fmla="*/ 0 h 108"/>
                    <a:gd name="T47" fmla="*/ 81 w 81"/>
                    <a:gd name="T48" fmla="*/ 108 h 108"/>
                  </a:gdLst>
                  <a:ahLst/>
                  <a:cxnLst>
                    <a:cxn ang="T30">
                      <a:pos x="T0" y="T1"/>
                    </a:cxn>
                    <a:cxn ang="T31">
                      <a:pos x="T2" y="T3"/>
                    </a:cxn>
                    <a:cxn ang="T32">
                      <a:pos x="T4" y="T5"/>
                    </a:cxn>
                    <a:cxn ang="T33">
                      <a:pos x="T6" y="T7"/>
                    </a:cxn>
                    <a:cxn ang="T34">
                      <a:pos x="T8" y="T9"/>
                    </a:cxn>
                    <a:cxn ang="T35">
                      <a:pos x="T10" y="T11"/>
                    </a:cxn>
                    <a:cxn ang="T36">
                      <a:pos x="T12" y="T13"/>
                    </a:cxn>
                    <a:cxn ang="T37">
                      <a:pos x="T14" y="T15"/>
                    </a:cxn>
                    <a:cxn ang="T38">
                      <a:pos x="T16" y="T17"/>
                    </a:cxn>
                    <a:cxn ang="T39">
                      <a:pos x="T18" y="T19"/>
                    </a:cxn>
                    <a:cxn ang="T40">
                      <a:pos x="T20" y="T21"/>
                    </a:cxn>
                    <a:cxn ang="T41">
                      <a:pos x="T22" y="T23"/>
                    </a:cxn>
                    <a:cxn ang="T42">
                      <a:pos x="T24" y="T25"/>
                    </a:cxn>
                    <a:cxn ang="T43">
                      <a:pos x="T26" y="T27"/>
                    </a:cxn>
                    <a:cxn ang="T44">
                      <a:pos x="T28" y="T29"/>
                    </a:cxn>
                  </a:cxnLst>
                  <a:rect l="T45" t="T46" r="T47" b="T48"/>
                  <a:pathLst>
                    <a:path w="81" h="108">
                      <a:moveTo>
                        <a:pt x="32" y="108"/>
                      </a:moveTo>
                      <a:lnTo>
                        <a:pt x="20" y="101"/>
                      </a:lnTo>
                      <a:lnTo>
                        <a:pt x="11" y="92"/>
                      </a:lnTo>
                      <a:lnTo>
                        <a:pt x="5" y="82"/>
                      </a:lnTo>
                      <a:lnTo>
                        <a:pt x="1" y="70"/>
                      </a:lnTo>
                      <a:lnTo>
                        <a:pt x="0" y="57"/>
                      </a:lnTo>
                      <a:lnTo>
                        <a:pt x="1" y="45"/>
                      </a:lnTo>
                      <a:lnTo>
                        <a:pt x="6" y="33"/>
                      </a:lnTo>
                      <a:lnTo>
                        <a:pt x="13" y="21"/>
                      </a:lnTo>
                      <a:lnTo>
                        <a:pt x="21" y="12"/>
                      </a:lnTo>
                      <a:lnTo>
                        <a:pt x="32" y="6"/>
                      </a:lnTo>
                      <a:lnTo>
                        <a:pt x="44" y="2"/>
                      </a:lnTo>
                      <a:lnTo>
                        <a:pt x="56" y="0"/>
                      </a:lnTo>
                      <a:lnTo>
                        <a:pt x="69" y="2"/>
                      </a:lnTo>
                      <a:lnTo>
                        <a:pt x="81" y="7"/>
                      </a:lnTo>
                    </a:path>
                  </a:pathLst>
                </a:custGeom>
                <a:noFill/>
                <a:ln w="0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pPr algn="l" defTabSz="1828800" hangingPunct="1"/>
                  <a:endParaRPr lang="zh-CN" altLang="en-US" sz="3600" b="0" kern="1200">
                    <a:solidFill>
                      <a:prstClr val="black"/>
                    </a:solidFill>
                    <a:latin typeface="等线" panose="020F0502020204030204"/>
                    <a:ea typeface="等线" panose="02010600030101010101" pitchFamily="2" charset="-122"/>
                    <a:cs typeface="+mn-cs"/>
                  </a:endParaRPr>
                </a:p>
              </p:txBody>
            </p:sp>
            <p:sp>
              <p:nvSpPr>
                <p:cNvPr id="1226" name="Line 513">
                  <a:extLst>
                    <a:ext uri="{FF2B5EF4-FFF2-40B4-BE49-F238E27FC236}">
                      <a16:creationId xmlns:a16="http://schemas.microsoft.com/office/drawing/2014/main" id="{CF8329F2-E292-C89B-371D-3A6BCA3F2520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4562" y="3401"/>
                  <a:ext cx="38" cy="1"/>
                </a:xfrm>
                <a:prstGeom prst="line">
                  <a:avLst/>
                </a:prstGeom>
                <a:noFill/>
                <a:ln w="0">
                  <a:solidFill>
                    <a:srgbClr val="0000FF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pPr algn="l" defTabSz="1828800" hangingPunct="1"/>
                  <a:endParaRPr lang="zh-CN" altLang="en-US" sz="3600" b="0" kern="1200">
                    <a:solidFill>
                      <a:prstClr val="black"/>
                    </a:solidFill>
                    <a:latin typeface="等线" panose="020F0502020204030204"/>
                    <a:ea typeface="等线" panose="02010600030101010101" pitchFamily="2" charset="-122"/>
                    <a:cs typeface="+mn-cs"/>
                  </a:endParaRPr>
                </a:p>
              </p:txBody>
            </p:sp>
            <p:sp>
              <p:nvSpPr>
                <p:cNvPr id="1227" name="Line 514">
                  <a:extLst>
                    <a:ext uri="{FF2B5EF4-FFF2-40B4-BE49-F238E27FC236}">
                      <a16:creationId xmlns:a16="http://schemas.microsoft.com/office/drawing/2014/main" id="{BB28CCE0-5CF3-CB53-F2B0-EE9C8C494ABD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4620" y="3401"/>
                  <a:ext cx="39" cy="1"/>
                </a:xfrm>
                <a:prstGeom prst="line">
                  <a:avLst/>
                </a:prstGeom>
                <a:noFill/>
                <a:ln w="0">
                  <a:solidFill>
                    <a:srgbClr val="0000FF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pPr algn="l" defTabSz="1828800" hangingPunct="1"/>
                  <a:endParaRPr lang="zh-CN" altLang="en-US" sz="3600" b="0" kern="1200">
                    <a:solidFill>
                      <a:prstClr val="black"/>
                    </a:solidFill>
                    <a:latin typeface="等线" panose="020F0502020204030204"/>
                    <a:ea typeface="等线" panose="02010600030101010101" pitchFamily="2" charset="-122"/>
                    <a:cs typeface="+mn-cs"/>
                  </a:endParaRPr>
                </a:p>
              </p:txBody>
            </p:sp>
            <p:sp>
              <p:nvSpPr>
                <p:cNvPr id="1228" name="Line 515">
                  <a:extLst>
                    <a:ext uri="{FF2B5EF4-FFF2-40B4-BE49-F238E27FC236}">
                      <a16:creationId xmlns:a16="http://schemas.microsoft.com/office/drawing/2014/main" id="{CF4E596B-3C83-D91B-5342-1AF8097F0419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4679" y="3401"/>
                  <a:ext cx="39" cy="1"/>
                </a:xfrm>
                <a:prstGeom prst="line">
                  <a:avLst/>
                </a:prstGeom>
                <a:noFill/>
                <a:ln w="0">
                  <a:solidFill>
                    <a:srgbClr val="0000FF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pPr algn="l" defTabSz="1828800" hangingPunct="1"/>
                  <a:endParaRPr lang="zh-CN" altLang="en-US" sz="3600" b="0" kern="1200">
                    <a:solidFill>
                      <a:prstClr val="black"/>
                    </a:solidFill>
                    <a:latin typeface="等线" panose="020F0502020204030204"/>
                    <a:ea typeface="等线" panose="02010600030101010101" pitchFamily="2" charset="-122"/>
                    <a:cs typeface="+mn-cs"/>
                  </a:endParaRPr>
                </a:p>
              </p:txBody>
            </p:sp>
            <p:sp>
              <p:nvSpPr>
                <p:cNvPr id="1229" name="Line 516">
                  <a:extLst>
                    <a:ext uri="{FF2B5EF4-FFF2-40B4-BE49-F238E27FC236}">
                      <a16:creationId xmlns:a16="http://schemas.microsoft.com/office/drawing/2014/main" id="{B2239C9E-8E07-4474-BEB5-25595A6F0BD4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4738" y="3401"/>
                  <a:ext cx="40" cy="1"/>
                </a:xfrm>
                <a:prstGeom prst="line">
                  <a:avLst/>
                </a:prstGeom>
                <a:noFill/>
                <a:ln w="0">
                  <a:solidFill>
                    <a:srgbClr val="0000FF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pPr algn="l" defTabSz="1828800" hangingPunct="1"/>
                  <a:endParaRPr lang="zh-CN" altLang="en-US" sz="3600" b="0" kern="1200">
                    <a:solidFill>
                      <a:prstClr val="black"/>
                    </a:solidFill>
                    <a:latin typeface="等线" panose="020F0502020204030204"/>
                    <a:ea typeface="等线" panose="02010600030101010101" pitchFamily="2" charset="-122"/>
                    <a:cs typeface="+mn-cs"/>
                  </a:endParaRPr>
                </a:p>
              </p:txBody>
            </p:sp>
            <p:sp>
              <p:nvSpPr>
                <p:cNvPr id="1230" name="Line 517">
                  <a:extLst>
                    <a:ext uri="{FF2B5EF4-FFF2-40B4-BE49-F238E27FC236}">
                      <a16:creationId xmlns:a16="http://schemas.microsoft.com/office/drawing/2014/main" id="{C62A735F-5209-5076-E989-2965315166B0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4797" y="3401"/>
                  <a:ext cx="41" cy="1"/>
                </a:xfrm>
                <a:prstGeom prst="line">
                  <a:avLst/>
                </a:prstGeom>
                <a:noFill/>
                <a:ln w="0">
                  <a:solidFill>
                    <a:srgbClr val="0000FF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pPr algn="l" defTabSz="1828800" hangingPunct="1"/>
                  <a:endParaRPr lang="zh-CN" altLang="en-US" sz="3600" b="0" kern="1200">
                    <a:solidFill>
                      <a:prstClr val="black"/>
                    </a:solidFill>
                    <a:latin typeface="等线" panose="020F0502020204030204"/>
                    <a:ea typeface="等线" panose="02010600030101010101" pitchFamily="2" charset="-122"/>
                    <a:cs typeface="+mn-cs"/>
                  </a:endParaRPr>
                </a:p>
              </p:txBody>
            </p:sp>
            <p:sp>
              <p:nvSpPr>
                <p:cNvPr id="1231" name="Line 518">
                  <a:extLst>
                    <a:ext uri="{FF2B5EF4-FFF2-40B4-BE49-F238E27FC236}">
                      <a16:creationId xmlns:a16="http://schemas.microsoft.com/office/drawing/2014/main" id="{6577D4C7-BCC3-8F9C-6A14-215805FEBDBA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4857" y="3401"/>
                  <a:ext cx="39" cy="1"/>
                </a:xfrm>
                <a:prstGeom prst="line">
                  <a:avLst/>
                </a:prstGeom>
                <a:noFill/>
                <a:ln w="0">
                  <a:solidFill>
                    <a:srgbClr val="0000FF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pPr algn="l" defTabSz="1828800" hangingPunct="1"/>
                  <a:endParaRPr lang="zh-CN" altLang="en-US" sz="3600" b="0" kern="1200">
                    <a:solidFill>
                      <a:prstClr val="black"/>
                    </a:solidFill>
                    <a:latin typeface="等线" panose="020F0502020204030204"/>
                    <a:ea typeface="等线" panose="02010600030101010101" pitchFamily="2" charset="-122"/>
                    <a:cs typeface="+mn-cs"/>
                  </a:endParaRPr>
                </a:p>
              </p:txBody>
            </p:sp>
            <p:sp>
              <p:nvSpPr>
                <p:cNvPr id="1232" name="Line 519">
                  <a:extLst>
                    <a:ext uri="{FF2B5EF4-FFF2-40B4-BE49-F238E27FC236}">
                      <a16:creationId xmlns:a16="http://schemas.microsoft.com/office/drawing/2014/main" id="{5E1D6E52-E4AB-7848-D828-C667BDD37039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4916" y="3401"/>
                  <a:ext cx="38" cy="1"/>
                </a:xfrm>
                <a:prstGeom prst="line">
                  <a:avLst/>
                </a:prstGeom>
                <a:noFill/>
                <a:ln w="0">
                  <a:solidFill>
                    <a:srgbClr val="0000FF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pPr algn="l" defTabSz="1828800" hangingPunct="1"/>
                  <a:endParaRPr lang="zh-CN" altLang="en-US" sz="3600" b="0" kern="1200">
                    <a:solidFill>
                      <a:prstClr val="black"/>
                    </a:solidFill>
                    <a:latin typeface="等线" panose="020F0502020204030204"/>
                    <a:ea typeface="等线" panose="02010600030101010101" pitchFamily="2" charset="-122"/>
                    <a:cs typeface="+mn-cs"/>
                  </a:endParaRPr>
                </a:p>
              </p:txBody>
            </p:sp>
            <p:sp>
              <p:nvSpPr>
                <p:cNvPr id="1233" name="Freeform 520">
                  <a:extLst>
                    <a:ext uri="{FF2B5EF4-FFF2-40B4-BE49-F238E27FC236}">
                      <a16:creationId xmlns:a16="http://schemas.microsoft.com/office/drawing/2014/main" id="{03422FA2-B954-CBE4-6459-CB233E6D107E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4528" y="3507"/>
                  <a:ext cx="8" cy="16"/>
                </a:xfrm>
                <a:custGeom>
                  <a:avLst/>
                  <a:gdLst>
                    <a:gd name="T0" fmla="*/ 0 w 56"/>
                    <a:gd name="T1" fmla="*/ 0 h 113"/>
                    <a:gd name="T2" fmla="*/ 0 w 56"/>
                    <a:gd name="T3" fmla="*/ 0 h 113"/>
                    <a:gd name="T4" fmla="*/ 0 w 56"/>
                    <a:gd name="T5" fmla="*/ 0 h 113"/>
                    <a:gd name="T6" fmla="*/ 0 w 56"/>
                    <a:gd name="T7" fmla="*/ 0 h 113"/>
                    <a:gd name="T8" fmla="*/ 0 w 56"/>
                    <a:gd name="T9" fmla="*/ 0 h 113"/>
                    <a:gd name="T10" fmla="*/ 0 w 56"/>
                    <a:gd name="T11" fmla="*/ 0 h 113"/>
                    <a:gd name="T12" fmla="*/ 0 w 56"/>
                    <a:gd name="T13" fmla="*/ 0 h 113"/>
                    <a:gd name="T14" fmla="*/ 0 w 56"/>
                    <a:gd name="T15" fmla="*/ 0 h 113"/>
                    <a:gd name="T16" fmla="*/ 0 w 56"/>
                    <a:gd name="T17" fmla="*/ 0 h 113"/>
                    <a:gd name="T18" fmla="*/ 0 w 56"/>
                    <a:gd name="T19" fmla="*/ 0 h 113"/>
                    <a:gd name="T20" fmla="*/ 0 w 56"/>
                    <a:gd name="T21" fmla="*/ 0 h 113"/>
                    <a:gd name="T22" fmla="*/ 0 w 56"/>
                    <a:gd name="T23" fmla="*/ 0 h 113"/>
                    <a:gd name="T24" fmla="*/ 0 w 56"/>
                    <a:gd name="T25" fmla="*/ 0 h 113"/>
                    <a:gd name="T26" fmla="*/ 0 w 56"/>
                    <a:gd name="T27" fmla="*/ 0 h 113"/>
                    <a:gd name="T28" fmla="*/ 0 w 56"/>
                    <a:gd name="T29" fmla="*/ 0 h 113"/>
                    <a:gd name="T30" fmla="*/ 0 w 56"/>
                    <a:gd name="T31" fmla="*/ 0 h 113"/>
                    <a:gd name="T32" fmla="*/ 0 w 56"/>
                    <a:gd name="T33" fmla="*/ 0 h 113"/>
                    <a:gd name="T34" fmla="*/ 0 60000 65536"/>
                    <a:gd name="T35" fmla="*/ 0 60000 65536"/>
                    <a:gd name="T36" fmla="*/ 0 60000 65536"/>
                    <a:gd name="T37" fmla="*/ 0 60000 65536"/>
                    <a:gd name="T38" fmla="*/ 0 60000 65536"/>
                    <a:gd name="T39" fmla="*/ 0 60000 65536"/>
                    <a:gd name="T40" fmla="*/ 0 60000 65536"/>
                    <a:gd name="T41" fmla="*/ 0 60000 65536"/>
                    <a:gd name="T42" fmla="*/ 0 60000 65536"/>
                    <a:gd name="T43" fmla="*/ 0 60000 65536"/>
                    <a:gd name="T44" fmla="*/ 0 60000 65536"/>
                    <a:gd name="T45" fmla="*/ 0 60000 65536"/>
                    <a:gd name="T46" fmla="*/ 0 60000 65536"/>
                    <a:gd name="T47" fmla="*/ 0 60000 65536"/>
                    <a:gd name="T48" fmla="*/ 0 60000 65536"/>
                    <a:gd name="T49" fmla="*/ 0 60000 65536"/>
                    <a:gd name="T50" fmla="*/ 0 60000 65536"/>
                    <a:gd name="T51" fmla="*/ 0 w 56"/>
                    <a:gd name="T52" fmla="*/ 0 h 113"/>
                    <a:gd name="T53" fmla="*/ 56 w 56"/>
                    <a:gd name="T54" fmla="*/ 113 h 113"/>
                  </a:gdLst>
                  <a:ahLst/>
                  <a:cxnLst>
                    <a:cxn ang="T34">
                      <a:pos x="T0" y="T1"/>
                    </a:cxn>
                    <a:cxn ang="T35">
                      <a:pos x="T2" y="T3"/>
                    </a:cxn>
                    <a:cxn ang="T36">
                      <a:pos x="T4" y="T5"/>
                    </a:cxn>
                    <a:cxn ang="T37">
                      <a:pos x="T6" y="T7"/>
                    </a:cxn>
                    <a:cxn ang="T38">
                      <a:pos x="T8" y="T9"/>
                    </a:cxn>
                    <a:cxn ang="T39">
                      <a:pos x="T10" y="T11"/>
                    </a:cxn>
                    <a:cxn ang="T40">
                      <a:pos x="T12" y="T13"/>
                    </a:cxn>
                    <a:cxn ang="T41">
                      <a:pos x="T14" y="T15"/>
                    </a:cxn>
                    <a:cxn ang="T42">
                      <a:pos x="T16" y="T17"/>
                    </a:cxn>
                    <a:cxn ang="T43">
                      <a:pos x="T18" y="T19"/>
                    </a:cxn>
                    <a:cxn ang="T44">
                      <a:pos x="T20" y="T21"/>
                    </a:cxn>
                    <a:cxn ang="T45">
                      <a:pos x="T22" y="T23"/>
                    </a:cxn>
                    <a:cxn ang="T46">
                      <a:pos x="T24" y="T25"/>
                    </a:cxn>
                    <a:cxn ang="T47">
                      <a:pos x="T26" y="T27"/>
                    </a:cxn>
                    <a:cxn ang="T48">
                      <a:pos x="T28" y="T29"/>
                    </a:cxn>
                    <a:cxn ang="T49">
                      <a:pos x="T30" y="T31"/>
                    </a:cxn>
                    <a:cxn ang="T50">
                      <a:pos x="T32" y="T33"/>
                    </a:cxn>
                  </a:cxnLst>
                  <a:rect l="T51" t="T52" r="T53" b="T54"/>
                  <a:pathLst>
                    <a:path w="56" h="113">
                      <a:moveTo>
                        <a:pt x="56" y="57"/>
                      </a:moveTo>
                      <a:lnTo>
                        <a:pt x="56" y="113"/>
                      </a:lnTo>
                      <a:lnTo>
                        <a:pt x="44" y="112"/>
                      </a:lnTo>
                      <a:lnTo>
                        <a:pt x="31" y="108"/>
                      </a:lnTo>
                      <a:lnTo>
                        <a:pt x="21" y="101"/>
                      </a:lnTo>
                      <a:lnTo>
                        <a:pt x="12" y="92"/>
                      </a:lnTo>
                      <a:lnTo>
                        <a:pt x="5" y="82"/>
                      </a:lnTo>
                      <a:lnTo>
                        <a:pt x="1" y="70"/>
                      </a:lnTo>
                      <a:lnTo>
                        <a:pt x="0" y="57"/>
                      </a:lnTo>
                      <a:lnTo>
                        <a:pt x="1" y="45"/>
                      </a:lnTo>
                      <a:lnTo>
                        <a:pt x="5" y="32"/>
                      </a:lnTo>
                      <a:lnTo>
                        <a:pt x="12" y="22"/>
                      </a:lnTo>
                      <a:lnTo>
                        <a:pt x="21" y="13"/>
                      </a:lnTo>
                      <a:lnTo>
                        <a:pt x="31" y="7"/>
                      </a:lnTo>
                      <a:lnTo>
                        <a:pt x="44" y="2"/>
                      </a:lnTo>
                      <a:lnTo>
                        <a:pt x="56" y="0"/>
                      </a:lnTo>
                      <a:lnTo>
                        <a:pt x="56" y="57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algn="l" defTabSz="1828800" hangingPunct="1"/>
                  <a:endParaRPr lang="zh-CN" altLang="en-US" sz="3600" b="0" kern="1200">
                    <a:solidFill>
                      <a:prstClr val="black"/>
                    </a:solidFill>
                    <a:latin typeface="等线" panose="020F0502020204030204"/>
                    <a:ea typeface="等线" panose="02010600030101010101" pitchFamily="2" charset="-122"/>
                    <a:cs typeface="+mn-cs"/>
                  </a:endParaRPr>
                </a:p>
              </p:txBody>
            </p:sp>
            <p:sp>
              <p:nvSpPr>
                <p:cNvPr id="1234" name="Freeform 521">
                  <a:extLst>
                    <a:ext uri="{FF2B5EF4-FFF2-40B4-BE49-F238E27FC236}">
                      <a16:creationId xmlns:a16="http://schemas.microsoft.com/office/drawing/2014/main" id="{27FB6190-6376-4EDC-8300-79C0EABE2078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4528" y="3507"/>
                  <a:ext cx="8" cy="16"/>
                </a:xfrm>
                <a:custGeom>
                  <a:avLst/>
                  <a:gdLst>
                    <a:gd name="T0" fmla="*/ 0 w 56"/>
                    <a:gd name="T1" fmla="*/ 0 h 113"/>
                    <a:gd name="T2" fmla="*/ 0 w 56"/>
                    <a:gd name="T3" fmla="*/ 0 h 113"/>
                    <a:gd name="T4" fmla="*/ 0 w 56"/>
                    <a:gd name="T5" fmla="*/ 0 h 113"/>
                    <a:gd name="T6" fmla="*/ 0 w 56"/>
                    <a:gd name="T7" fmla="*/ 0 h 113"/>
                    <a:gd name="T8" fmla="*/ 0 w 56"/>
                    <a:gd name="T9" fmla="*/ 0 h 113"/>
                    <a:gd name="T10" fmla="*/ 0 w 56"/>
                    <a:gd name="T11" fmla="*/ 0 h 113"/>
                    <a:gd name="T12" fmla="*/ 0 w 56"/>
                    <a:gd name="T13" fmla="*/ 0 h 113"/>
                    <a:gd name="T14" fmla="*/ 0 w 56"/>
                    <a:gd name="T15" fmla="*/ 0 h 113"/>
                    <a:gd name="T16" fmla="*/ 0 w 56"/>
                    <a:gd name="T17" fmla="*/ 0 h 113"/>
                    <a:gd name="T18" fmla="*/ 0 w 56"/>
                    <a:gd name="T19" fmla="*/ 0 h 113"/>
                    <a:gd name="T20" fmla="*/ 0 w 56"/>
                    <a:gd name="T21" fmla="*/ 0 h 113"/>
                    <a:gd name="T22" fmla="*/ 0 w 56"/>
                    <a:gd name="T23" fmla="*/ 0 h 113"/>
                    <a:gd name="T24" fmla="*/ 0 w 56"/>
                    <a:gd name="T25" fmla="*/ 0 h 113"/>
                    <a:gd name="T26" fmla="*/ 0 w 56"/>
                    <a:gd name="T27" fmla="*/ 0 h 113"/>
                    <a:gd name="T28" fmla="*/ 0 w 56"/>
                    <a:gd name="T29" fmla="*/ 0 h 113"/>
                    <a:gd name="T30" fmla="*/ 0 60000 65536"/>
                    <a:gd name="T31" fmla="*/ 0 60000 65536"/>
                    <a:gd name="T32" fmla="*/ 0 60000 65536"/>
                    <a:gd name="T33" fmla="*/ 0 60000 65536"/>
                    <a:gd name="T34" fmla="*/ 0 60000 65536"/>
                    <a:gd name="T35" fmla="*/ 0 60000 65536"/>
                    <a:gd name="T36" fmla="*/ 0 60000 65536"/>
                    <a:gd name="T37" fmla="*/ 0 60000 65536"/>
                    <a:gd name="T38" fmla="*/ 0 60000 65536"/>
                    <a:gd name="T39" fmla="*/ 0 60000 65536"/>
                    <a:gd name="T40" fmla="*/ 0 60000 65536"/>
                    <a:gd name="T41" fmla="*/ 0 60000 65536"/>
                    <a:gd name="T42" fmla="*/ 0 60000 65536"/>
                    <a:gd name="T43" fmla="*/ 0 60000 65536"/>
                    <a:gd name="T44" fmla="*/ 0 60000 65536"/>
                    <a:gd name="T45" fmla="*/ 0 w 56"/>
                    <a:gd name="T46" fmla="*/ 0 h 113"/>
                    <a:gd name="T47" fmla="*/ 56 w 56"/>
                    <a:gd name="T48" fmla="*/ 113 h 113"/>
                  </a:gdLst>
                  <a:ahLst/>
                  <a:cxnLst>
                    <a:cxn ang="T30">
                      <a:pos x="T0" y="T1"/>
                    </a:cxn>
                    <a:cxn ang="T31">
                      <a:pos x="T2" y="T3"/>
                    </a:cxn>
                    <a:cxn ang="T32">
                      <a:pos x="T4" y="T5"/>
                    </a:cxn>
                    <a:cxn ang="T33">
                      <a:pos x="T6" y="T7"/>
                    </a:cxn>
                    <a:cxn ang="T34">
                      <a:pos x="T8" y="T9"/>
                    </a:cxn>
                    <a:cxn ang="T35">
                      <a:pos x="T10" y="T11"/>
                    </a:cxn>
                    <a:cxn ang="T36">
                      <a:pos x="T12" y="T13"/>
                    </a:cxn>
                    <a:cxn ang="T37">
                      <a:pos x="T14" y="T15"/>
                    </a:cxn>
                    <a:cxn ang="T38">
                      <a:pos x="T16" y="T17"/>
                    </a:cxn>
                    <a:cxn ang="T39">
                      <a:pos x="T18" y="T19"/>
                    </a:cxn>
                    <a:cxn ang="T40">
                      <a:pos x="T20" y="T21"/>
                    </a:cxn>
                    <a:cxn ang="T41">
                      <a:pos x="T22" y="T23"/>
                    </a:cxn>
                    <a:cxn ang="T42">
                      <a:pos x="T24" y="T25"/>
                    </a:cxn>
                    <a:cxn ang="T43">
                      <a:pos x="T26" y="T27"/>
                    </a:cxn>
                    <a:cxn ang="T44">
                      <a:pos x="T28" y="T29"/>
                    </a:cxn>
                  </a:cxnLst>
                  <a:rect l="T45" t="T46" r="T47" b="T48"/>
                  <a:pathLst>
                    <a:path w="56" h="113">
                      <a:moveTo>
                        <a:pt x="56" y="113"/>
                      </a:moveTo>
                      <a:lnTo>
                        <a:pt x="44" y="112"/>
                      </a:lnTo>
                      <a:lnTo>
                        <a:pt x="31" y="108"/>
                      </a:lnTo>
                      <a:lnTo>
                        <a:pt x="21" y="101"/>
                      </a:lnTo>
                      <a:lnTo>
                        <a:pt x="12" y="92"/>
                      </a:lnTo>
                      <a:lnTo>
                        <a:pt x="5" y="82"/>
                      </a:lnTo>
                      <a:lnTo>
                        <a:pt x="1" y="70"/>
                      </a:lnTo>
                      <a:lnTo>
                        <a:pt x="0" y="57"/>
                      </a:lnTo>
                      <a:lnTo>
                        <a:pt x="1" y="45"/>
                      </a:lnTo>
                      <a:lnTo>
                        <a:pt x="5" y="32"/>
                      </a:lnTo>
                      <a:lnTo>
                        <a:pt x="12" y="22"/>
                      </a:lnTo>
                      <a:lnTo>
                        <a:pt x="21" y="13"/>
                      </a:lnTo>
                      <a:lnTo>
                        <a:pt x="31" y="7"/>
                      </a:lnTo>
                      <a:lnTo>
                        <a:pt x="44" y="2"/>
                      </a:lnTo>
                      <a:lnTo>
                        <a:pt x="56" y="0"/>
                      </a:lnTo>
                    </a:path>
                  </a:pathLst>
                </a:custGeom>
                <a:noFill/>
                <a:ln w="0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pPr algn="l" defTabSz="1828800" hangingPunct="1"/>
                  <a:endParaRPr lang="zh-CN" altLang="en-US" sz="3600" b="0" kern="1200">
                    <a:solidFill>
                      <a:prstClr val="black"/>
                    </a:solidFill>
                    <a:latin typeface="等线" panose="020F0502020204030204"/>
                    <a:ea typeface="等线" panose="02010600030101010101" pitchFamily="2" charset="-122"/>
                    <a:cs typeface="+mn-cs"/>
                  </a:endParaRPr>
                </a:p>
              </p:txBody>
            </p:sp>
            <p:sp>
              <p:nvSpPr>
                <p:cNvPr id="1235" name="Freeform 522">
                  <a:extLst>
                    <a:ext uri="{FF2B5EF4-FFF2-40B4-BE49-F238E27FC236}">
                      <a16:creationId xmlns:a16="http://schemas.microsoft.com/office/drawing/2014/main" id="{693E710C-ED9D-5073-BB16-659248295A58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4536" y="3507"/>
                  <a:ext cx="444" cy="16"/>
                </a:xfrm>
                <a:custGeom>
                  <a:avLst/>
                  <a:gdLst>
                    <a:gd name="T0" fmla="*/ 0 w 3110"/>
                    <a:gd name="T1" fmla="*/ 0 h 113"/>
                    <a:gd name="T2" fmla="*/ 0 w 3110"/>
                    <a:gd name="T3" fmla="*/ 0 h 113"/>
                    <a:gd name="T4" fmla="*/ 0 w 3110"/>
                    <a:gd name="T5" fmla="*/ 0 h 113"/>
                    <a:gd name="T6" fmla="*/ 0 w 3110"/>
                    <a:gd name="T7" fmla="*/ 0 h 113"/>
                    <a:gd name="T8" fmla="*/ 0 w 3110"/>
                    <a:gd name="T9" fmla="*/ 0 h 113"/>
                    <a:gd name="T10" fmla="*/ 0 w 3110"/>
                    <a:gd name="T11" fmla="*/ 0 h 113"/>
                    <a:gd name="T12" fmla="*/ 0 w 3110"/>
                    <a:gd name="T13" fmla="*/ 0 h 113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3110"/>
                    <a:gd name="T22" fmla="*/ 0 h 113"/>
                    <a:gd name="T23" fmla="*/ 3110 w 3110"/>
                    <a:gd name="T24" fmla="*/ 113 h 113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3110" h="113">
                      <a:moveTo>
                        <a:pt x="0" y="0"/>
                      </a:moveTo>
                      <a:lnTo>
                        <a:pt x="0" y="57"/>
                      </a:lnTo>
                      <a:lnTo>
                        <a:pt x="0" y="113"/>
                      </a:lnTo>
                      <a:lnTo>
                        <a:pt x="3110" y="113"/>
                      </a:lnTo>
                      <a:lnTo>
                        <a:pt x="3110" y="57"/>
                      </a:lnTo>
                      <a:lnTo>
                        <a:pt x="3110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algn="l" defTabSz="1828800" hangingPunct="1"/>
                  <a:endParaRPr lang="zh-CN" altLang="en-US" sz="3600" b="0" kern="1200">
                    <a:solidFill>
                      <a:prstClr val="black"/>
                    </a:solidFill>
                    <a:latin typeface="等线" panose="020F0502020204030204"/>
                    <a:ea typeface="等线" panose="02010600030101010101" pitchFamily="2" charset="-122"/>
                    <a:cs typeface="+mn-cs"/>
                  </a:endParaRPr>
                </a:p>
              </p:txBody>
            </p:sp>
            <p:sp>
              <p:nvSpPr>
                <p:cNvPr id="1236" name="Freeform 523">
                  <a:extLst>
                    <a:ext uri="{FF2B5EF4-FFF2-40B4-BE49-F238E27FC236}">
                      <a16:creationId xmlns:a16="http://schemas.microsoft.com/office/drawing/2014/main" id="{30A5A19C-B52D-0382-B530-8B27B66AA164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4536" y="3507"/>
                  <a:ext cx="444" cy="16"/>
                </a:xfrm>
                <a:custGeom>
                  <a:avLst/>
                  <a:gdLst>
                    <a:gd name="T0" fmla="*/ 0 w 3110"/>
                    <a:gd name="T1" fmla="*/ 0 h 113"/>
                    <a:gd name="T2" fmla="*/ 0 w 3110"/>
                    <a:gd name="T3" fmla="*/ 0 h 113"/>
                    <a:gd name="T4" fmla="*/ 0 w 3110"/>
                    <a:gd name="T5" fmla="*/ 0 h 113"/>
                    <a:gd name="T6" fmla="*/ 0 w 3110"/>
                    <a:gd name="T7" fmla="*/ 0 h 113"/>
                    <a:gd name="T8" fmla="*/ 0 w 3110"/>
                    <a:gd name="T9" fmla="*/ 0 h 113"/>
                    <a:gd name="T10" fmla="*/ 0 w 3110"/>
                    <a:gd name="T11" fmla="*/ 0 h 113"/>
                    <a:gd name="T12" fmla="*/ 0 w 3110"/>
                    <a:gd name="T13" fmla="*/ 0 h 113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3110"/>
                    <a:gd name="T22" fmla="*/ 0 h 113"/>
                    <a:gd name="T23" fmla="*/ 3110 w 3110"/>
                    <a:gd name="T24" fmla="*/ 113 h 113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3110" h="113">
                      <a:moveTo>
                        <a:pt x="0" y="0"/>
                      </a:moveTo>
                      <a:lnTo>
                        <a:pt x="0" y="57"/>
                      </a:lnTo>
                      <a:lnTo>
                        <a:pt x="0" y="113"/>
                      </a:lnTo>
                      <a:lnTo>
                        <a:pt x="3110" y="113"/>
                      </a:lnTo>
                      <a:lnTo>
                        <a:pt x="3110" y="57"/>
                      </a:lnTo>
                      <a:lnTo>
                        <a:pt x="3110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noFill/>
                <a:ln w="0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pPr algn="l" defTabSz="1828800" hangingPunct="1"/>
                  <a:endParaRPr lang="zh-CN" altLang="en-US" sz="3600" b="0" kern="1200">
                    <a:solidFill>
                      <a:prstClr val="black"/>
                    </a:solidFill>
                    <a:latin typeface="等线" panose="020F0502020204030204"/>
                    <a:ea typeface="等线" panose="02010600030101010101" pitchFamily="2" charset="-122"/>
                    <a:cs typeface="+mn-cs"/>
                  </a:endParaRPr>
                </a:p>
              </p:txBody>
            </p:sp>
            <p:sp>
              <p:nvSpPr>
                <p:cNvPr id="1237" name="Freeform 524">
                  <a:extLst>
                    <a:ext uri="{FF2B5EF4-FFF2-40B4-BE49-F238E27FC236}">
                      <a16:creationId xmlns:a16="http://schemas.microsoft.com/office/drawing/2014/main" id="{53A40F11-2042-CED5-33E5-46F7E9D279CD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4980" y="3507"/>
                  <a:ext cx="8" cy="16"/>
                </a:xfrm>
                <a:custGeom>
                  <a:avLst/>
                  <a:gdLst>
                    <a:gd name="T0" fmla="*/ 0 w 57"/>
                    <a:gd name="T1" fmla="*/ 0 h 113"/>
                    <a:gd name="T2" fmla="*/ 0 w 57"/>
                    <a:gd name="T3" fmla="*/ 0 h 113"/>
                    <a:gd name="T4" fmla="*/ 0 w 57"/>
                    <a:gd name="T5" fmla="*/ 0 h 113"/>
                    <a:gd name="T6" fmla="*/ 0 w 57"/>
                    <a:gd name="T7" fmla="*/ 0 h 113"/>
                    <a:gd name="T8" fmla="*/ 0 w 57"/>
                    <a:gd name="T9" fmla="*/ 0 h 113"/>
                    <a:gd name="T10" fmla="*/ 0 w 57"/>
                    <a:gd name="T11" fmla="*/ 0 h 113"/>
                    <a:gd name="T12" fmla="*/ 0 w 57"/>
                    <a:gd name="T13" fmla="*/ 0 h 113"/>
                    <a:gd name="T14" fmla="*/ 0 w 57"/>
                    <a:gd name="T15" fmla="*/ 0 h 113"/>
                    <a:gd name="T16" fmla="*/ 0 w 57"/>
                    <a:gd name="T17" fmla="*/ 0 h 113"/>
                    <a:gd name="T18" fmla="*/ 0 w 57"/>
                    <a:gd name="T19" fmla="*/ 0 h 113"/>
                    <a:gd name="T20" fmla="*/ 0 w 57"/>
                    <a:gd name="T21" fmla="*/ 0 h 113"/>
                    <a:gd name="T22" fmla="*/ 0 w 57"/>
                    <a:gd name="T23" fmla="*/ 0 h 113"/>
                    <a:gd name="T24" fmla="*/ 0 w 57"/>
                    <a:gd name="T25" fmla="*/ 0 h 113"/>
                    <a:gd name="T26" fmla="*/ 0 w 57"/>
                    <a:gd name="T27" fmla="*/ 0 h 113"/>
                    <a:gd name="T28" fmla="*/ 0 w 57"/>
                    <a:gd name="T29" fmla="*/ 0 h 113"/>
                    <a:gd name="T30" fmla="*/ 0 w 57"/>
                    <a:gd name="T31" fmla="*/ 0 h 113"/>
                    <a:gd name="T32" fmla="*/ 0 w 57"/>
                    <a:gd name="T33" fmla="*/ 0 h 113"/>
                    <a:gd name="T34" fmla="*/ 0 60000 65536"/>
                    <a:gd name="T35" fmla="*/ 0 60000 65536"/>
                    <a:gd name="T36" fmla="*/ 0 60000 65536"/>
                    <a:gd name="T37" fmla="*/ 0 60000 65536"/>
                    <a:gd name="T38" fmla="*/ 0 60000 65536"/>
                    <a:gd name="T39" fmla="*/ 0 60000 65536"/>
                    <a:gd name="T40" fmla="*/ 0 60000 65536"/>
                    <a:gd name="T41" fmla="*/ 0 60000 65536"/>
                    <a:gd name="T42" fmla="*/ 0 60000 65536"/>
                    <a:gd name="T43" fmla="*/ 0 60000 65536"/>
                    <a:gd name="T44" fmla="*/ 0 60000 65536"/>
                    <a:gd name="T45" fmla="*/ 0 60000 65536"/>
                    <a:gd name="T46" fmla="*/ 0 60000 65536"/>
                    <a:gd name="T47" fmla="*/ 0 60000 65536"/>
                    <a:gd name="T48" fmla="*/ 0 60000 65536"/>
                    <a:gd name="T49" fmla="*/ 0 60000 65536"/>
                    <a:gd name="T50" fmla="*/ 0 60000 65536"/>
                    <a:gd name="T51" fmla="*/ 0 w 57"/>
                    <a:gd name="T52" fmla="*/ 0 h 113"/>
                    <a:gd name="T53" fmla="*/ 57 w 57"/>
                    <a:gd name="T54" fmla="*/ 113 h 113"/>
                  </a:gdLst>
                  <a:ahLst/>
                  <a:cxnLst>
                    <a:cxn ang="T34">
                      <a:pos x="T0" y="T1"/>
                    </a:cxn>
                    <a:cxn ang="T35">
                      <a:pos x="T2" y="T3"/>
                    </a:cxn>
                    <a:cxn ang="T36">
                      <a:pos x="T4" y="T5"/>
                    </a:cxn>
                    <a:cxn ang="T37">
                      <a:pos x="T6" y="T7"/>
                    </a:cxn>
                    <a:cxn ang="T38">
                      <a:pos x="T8" y="T9"/>
                    </a:cxn>
                    <a:cxn ang="T39">
                      <a:pos x="T10" y="T11"/>
                    </a:cxn>
                    <a:cxn ang="T40">
                      <a:pos x="T12" y="T13"/>
                    </a:cxn>
                    <a:cxn ang="T41">
                      <a:pos x="T14" y="T15"/>
                    </a:cxn>
                    <a:cxn ang="T42">
                      <a:pos x="T16" y="T17"/>
                    </a:cxn>
                    <a:cxn ang="T43">
                      <a:pos x="T18" y="T19"/>
                    </a:cxn>
                    <a:cxn ang="T44">
                      <a:pos x="T20" y="T21"/>
                    </a:cxn>
                    <a:cxn ang="T45">
                      <a:pos x="T22" y="T23"/>
                    </a:cxn>
                    <a:cxn ang="T46">
                      <a:pos x="T24" y="T25"/>
                    </a:cxn>
                    <a:cxn ang="T47">
                      <a:pos x="T26" y="T27"/>
                    </a:cxn>
                    <a:cxn ang="T48">
                      <a:pos x="T28" y="T29"/>
                    </a:cxn>
                    <a:cxn ang="T49">
                      <a:pos x="T30" y="T31"/>
                    </a:cxn>
                    <a:cxn ang="T50">
                      <a:pos x="T32" y="T33"/>
                    </a:cxn>
                  </a:cxnLst>
                  <a:rect l="T51" t="T52" r="T53" b="T54"/>
                  <a:pathLst>
                    <a:path w="57" h="113">
                      <a:moveTo>
                        <a:pt x="0" y="57"/>
                      </a:moveTo>
                      <a:lnTo>
                        <a:pt x="0" y="0"/>
                      </a:lnTo>
                      <a:lnTo>
                        <a:pt x="12" y="2"/>
                      </a:lnTo>
                      <a:lnTo>
                        <a:pt x="24" y="7"/>
                      </a:lnTo>
                      <a:lnTo>
                        <a:pt x="35" y="13"/>
                      </a:lnTo>
                      <a:lnTo>
                        <a:pt x="43" y="22"/>
                      </a:lnTo>
                      <a:lnTo>
                        <a:pt x="50" y="32"/>
                      </a:lnTo>
                      <a:lnTo>
                        <a:pt x="55" y="45"/>
                      </a:lnTo>
                      <a:lnTo>
                        <a:pt x="57" y="57"/>
                      </a:lnTo>
                      <a:lnTo>
                        <a:pt x="55" y="70"/>
                      </a:lnTo>
                      <a:lnTo>
                        <a:pt x="50" y="82"/>
                      </a:lnTo>
                      <a:lnTo>
                        <a:pt x="43" y="92"/>
                      </a:lnTo>
                      <a:lnTo>
                        <a:pt x="35" y="101"/>
                      </a:lnTo>
                      <a:lnTo>
                        <a:pt x="24" y="108"/>
                      </a:lnTo>
                      <a:lnTo>
                        <a:pt x="12" y="112"/>
                      </a:lnTo>
                      <a:lnTo>
                        <a:pt x="0" y="113"/>
                      </a:lnTo>
                      <a:lnTo>
                        <a:pt x="0" y="57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algn="l" defTabSz="1828800" hangingPunct="1"/>
                  <a:endParaRPr lang="zh-CN" altLang="en-US" sz="3600" b="0" kern="1200">
                    <a:solidFill>
                      <a:prstClr val="black"/>
                    </a:solidFill>
                    <a:latin typeface="等线" panose="020F0502020204030204"/>
                    <a:ea typeface="等线" panose="02010600030101010101" pitchFamily="2" charset="-122"/>
                    <a:cs typeface="+mn-cs"/>
                  </a:endParaRPr>
                </a:p>
              </p:txBody>
            </p:sp>
            <p:sp>
              <p:nvSpPr>
                <p:cNvPr id="1238" name="Freeform 525">
                  <a:extLst>
                    <a:ext uri="{FF2B5EF4-FFF2-40B4-BE49-F238E27FC236}">
                      <a16:creationId xmlns:a16="http://schemas.microsoft.com/office/drawing/2014/main" id="{01917842-D426-A8FF-53E6-2D57143319D8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4980" y="3507"/>
                  <a:ext cx="8" cy="16"/>
                </a:xfrm>
                <a:custGeom>
                  <a:avLst/>
                  <a:gdLst>
                    <a:gd name="T0" fmla="*/ 0 w 57"/>
                    <a:gd name="T1" fmla="*/ 0 h 113"/>
                    <a:gd name="T2" fmla="*/ 0 w 57"/>
                    <a:gd name="T3" fmla="*/ 0 h 113"/>
                    <a:gd name="T4" fmla="*/ 0 w 57"/>
                    <a:gd name="T5" fmla="*/ 0 h 113"/>
                    <a:gd name="T6" fmla="*/ 0 w 57"/>
                    <a:gd name="T7" fmla="*/ 0 h 113"/>
                    <a:gd name="T8" fmla="*/ 0 w 57"/>
                    <a:gd name="T9" fmla="*/ 0 h 113"/>
                    <a:gd name="T10" fmla="*/ 0 w 57"/>
                    <a:gd name="T11" fmla="*/ 0 h 113"/>
                    <a:gd name="T12" fmla="*/ 0 w 57"/>
                    <a:gd name="T13" fmla="*/ 0 h 113"/>
                    <a:gd name="T14" fmla="*/ 0 w 57"/>
                    <a:gd name="T15" fmla="*/ 0 h 113"/>
                    <a:gd name="T16" fmla="*/ 0 w 57"/>
                    <a:gd name="T17" fmla="*/ 0 h 113"/>
                    <a:gd name="T18" fmla="*/ 0 w 57"/>
                    <a:gd name="T19" fmla="*/ 0 h 113"/>
                    <a:gd name="T20" fmla="*/ 0 w 57"/>
                    <a:gd name="T21" fmla="*/ 0 h 113"/>
                    <a:gd name="T22" fmla="*/ 0 w 57"/>
                    <a:gd name="T23" fmla="*/ 0 h 113"/>
                    <a:gd name="T24" fmla="*/ 0 w 57"/>
                    <a:gd name="T25" fmla="*/ 0 h 113"/>
                    <a:gd name="T26" fmla="*/ 0 w 57"/>
                    <a:gd name="T27" fmla="*/ 0 h 113"/>
                    <a:gd name="T28" fmla="*/ 0 w 57"/>
                    <a:gd name="T29" fmla="*/ 0 h 113"/>
                    <a:gd name="T30" fmla="*/ 0 60000 65536"/>
                    <a:gd name="T31" fmla="*/ 0 60000 65536"/>
                    <a:gd name="T32" fmla="*/ 0 60000 65536"/>
                    <a:gd name="T33" fmla="*/ 0 60000 65536"/>
                    <a:gd name="T34" fmla="*/ 0 60000 65536"/>
                    <a:gd name="T35" fmla="*/ 0 60000 65536"/>
                    <a:gd name="T36" fmla="*/ 0 60000 65536"/>
                    <a:gd name="T37" fmla="*/ 0 60000 65536"/>
                    <a:gd name="T38" fmla="*/ 0 60000 65536"/>
                    <a:gd name="T39" fmla="*/ 0 60000 65536"/>
                    <a:gd name="T40" fmla="*/ 0 60000 65536"/>
                    <a:gd name="T41" fmla="*/ 0 60000 65536"/>
                    <a:gd name="T42" fmla="*/ 0 60000 65536"/>
                    <a:gd name="T43" fmla="*/ 0 60000 65536"/>
                    <a:gd name="T44" fmla="*/ 0 60000 65536"/>
                    <a:gd name="T45" fmla="*/ 0 w 57"/>
                    <a:gd name="T46" fmla="*/ 0 h 113"/>
                    <a:gd name="T47" fmla="*/ 57 w 57"/>
                    <a:gd name="T48" fmla="*/ 113 h 113"/>
                  </a:gdLst>
                  <a:ahLst/>
                  <a:cxnLst>
                    <a:cxn ang="T30">
                      <a:pos x="T0" y="T1"/>
                    </a:cxn>
                    <a:cxn ang="T31">
                      <a:pos x="T2" y="T3"/>
                    </a:cxn>
                    <a:cxn ang="T32">
                      <a:pos x="T4" y="T5"/>
                    </a:cxn>
                    <a:cxn ang="T33">
                      <a:pos x="T6" y="T7"/>
                    </a:cxn>
                    <a:cxn ang="T34">
                      <a:pos x="T8" y="T9"/>
                    </a:cxn>
                    <a:cxn ang="T35">
                      <a:pos x="T10" y="T11"/>
                    </a:cxn>
                    <a:cxn ang="T36">
                      <a:pos x="T12" y="T13"/>
                    </a:cxn>
                    <a:cxn ang="T37">
                      <a:pos x="T14" y="T15"/>
                    </a:cxn>
                    <a:cxn ang="T38">
                      <a:pos x="T16" y="T17"/>
                    </a:cxn>
                    <a:cxn ang="T39">
                      <a:pos x="T18" y="T19"/>
                    </a:cxn>
                    <a:cxn ang="T40">
                      <a:pos x="T20" y="T21"/>
                    </a:cxn>
                    <a:cxn ang="T41">
                      <a:pos x="T22" y="T23"/>
                    </a:cxn>
                    <a:cxn ang="T42">
                      <a:pos x="T24" y="T25"/>
                    </a:cxn>
                    <a:cxn ang="T43">
                      <a:pos x="T26" y="T27"/>
                    </a:cxn>
                    <a:cxn ang="T44">
                      <a:pos x="T28" y="T29"/>
                    </a:cxn>
                  </a:cxnLst>
                  <a:rect l="T45" t="T46" r="T47" b="T48"/>
                  <a:pathLst>
                    <a:path w="57" h="113">
                      <a:moveTo>
                        <a:pt x="0" y="0"/>
                      </a:moveTo>
                      <a:lnTo>
                        <a:pt x="12" y="2"/>
                      </a:lnTo>
                      <a:lnTo>
                        <a:pt x="24" y="7"/>
                      </a:lnTo>
                      <a:lnTo>
                        <a:pt x="35" y="13"/>
                      </a:lnTo>
                      <a:lnTo>
                        <a:pt x="43" y="22"/>
                      </a:lnTo>
                      <a:lnTo>
                        <a:pt x="50" y="32"/>
                      </a:lnTo>
                      <a:lnTo>
                        <a:pt x="55" y="45"/>
                      </a:lnTo>
                      <a:lnTo>
                        <a:pt x="57" y="57"/>
                      </a:lnTo>
                      <a:lnTo>
                        <a:pt x="55" y="70"/>
                      </a:lnTo>
                      <a:lnTo>
                        <a:pt x="50" y="82"/>
                      </a:lnTo>
                      <a:lnTo>
                        <a:pt x="43" y="92"/>
                      </a:lnTo>
                      <a:lnTo>
                        <a:pt x="35" y="101"/>
                      </a:lnTo>
                      <a:lnTo>
                        <a:pt x="24" y="108"/>
                      </a:lnTo>
                      <a:lnTo>
                        <a:pt x="12" y="112"/>
                      </a:lnTo>
                      <a:lnTo>
                        <a:pt x="0" y="113"/>
                      </a:lnTo>
                    </a:path>
                  </a:pathLst>
                </a:custGeom>
                <a:noFill/>
                <a:ln w="0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pPr algn="l" defTabSz="1828800" hangingPunct="1"/>
                  <a:endParaRPr lang="zh-CN" altLang="en-US" sz="3600" b="0" kern="1200">
                    <a:solidFill>
                      <a:prstClr val="black"/>
                    </a:solidFill>
                    <a:latin typeface="等线" panose="020F0502020204030204"/>
                    <a:ea typeface="等线" panose="02010600030101010101" pitchFamily="2" charset="-122"/>
                    <a:cs typeface="+mn-cs"/>
                  </a:endParaRPr>
                </a:p>
              </p:txBody>
            </p:sp>
            <p:sp>
              <p:nvSpPr>
                <p:cNvPr id="1239" name="Freeform 526">
                  <a:extLst>
                    <a:ext uri="{FF2B5EF4-FFF2-40B4-BE49-F238E27FC236}">
                      <a16:creationId xmlns:a16="http://schemas.microsoft.com/office/drawing/2014/main" id="{B8E2337C-46CA-AB86-2E63-EBE5A81601B1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4864" y="3033"/>
                  <a:ext cx="14" cy="10"/>
                </a:xfrm>
                <a:custGeom>
                  <a:avLst/>
                  <a:gdLst>
                    <a:gd name="T0" fmla="*/ 0 w 111"/>
                    <a:gd name="T1" fmla="*/ 0 h 69"/>
                    <a:gd name="T2" fmla="*/ 0 w 111"/>
                    <a:gd name="T3" fmla="*/ 0 h 69"/>
                    <a:gd name="T4" fmla="*/ 0 w 111"/>
                    <a:gd name="T5" fmla="*/ 0 h 69"/>
                    <a:gd name="T6" fmla="*/ 0 w 111"/>
                    <a:gd name="T7" fmla="*/ 0 h 69"/>
                    <a:gd name="T8" fmla="*/ 0 w 111"/>
                    <a:gd name="T9" fmla="*/ 0 h 69"/>
                    <a:gd name="T10" fmla="*/ 0 w 111"/>
                    <a:gd name="T11" fmla="*/ 0 h 69"/>
                    <a:gd name="T12" fmla="*/ 0 w 111"/>
                    <a:gd name="T13" fmla="*/ 0 h 69"/>
                    <a:gd name="T14" fmla="*/ 0 w 111"/>
                    <a:gd name="T15" fmla="*/ 0 h 69"/>
                    <a:gd name="T16" fmla="*/ 0 w 111"/>
                    <a:gd name="T17" fmla="*/ 0 h 69"/>
                    <a:gd name="T18" fmla="*/ 0 w 111"/>
                    <a:gd name="T19" fmla="*/ 0 h 69"/>
                    <a:gd name="T20" fmla="*/ 0 w 111"/>
                    <a:gd name="T21" fmla="*/ 0 h 69"/>
                    <a:gd name="T22" fmla="*/ 0 w 111"/>
                    <a:gd name="T23" fmla="*/ 0 h 69"/>
                    <a:gd name="T24" fmla="*/ 0 w 111"/>
                    <a:gd name="T25" fmla="*/ 0 h 69"/>
                    <a:gd name="T26" fmla="*/ 0 w 111"/>
                    <a:gd name="T27" fmla="*/ 0 h 69"/>
                    <a:gd name="T28" fmla="*/ 0 w 111"/>
                    <a:gd name="T29" fmla="*/ 0 h 69"/>
                    <a:gd name="T30" fmla="*/ 0 w 111"/>
                    <a:gd name="T31" fmla="*/ 0 h 69"/>
                    <a:gd name="T32" fmla="*/ 0 w 111"/>
                    <a:gd name="T33" fmla="*/ 0 h 69"/>
                    <a:gd name="T34" fmla="*/ 0 60000 65536"/>
                    <a:gd name="T35" fmla="*/ 0 60000 65536"/>
                    <a:gd name="T36" fmla="*/ 0 60000 65536"/>
                    <a:gd name="T37" fmla="*/ 0 60000 65536"/>
                    <a:gd name="T38" fmla="*/ 0 60000 65536"/>
                    <a:gd name="T39" fmla="*/ 0 60000 65536"/>
                    <a:gd name="T40" fmla="*/ 0 60000 65536"/>
                    <a:gd name="T41" fmla="*/ 0 60000 65536"/>
                    <a:gd name="T42" fmla="*/ 0 60000 65536"/>
                    <a:gd name="T43" fmla="*/ 0 60000 65536"/>
                    <a:gd name="T44" fmla="*/ 0 60000 65536"/>
                    <a:gd name="T45" fmla="*/ 0 60000 65536"/>
                    <a:gd name="T46" fmla="*/ 0 60000 65536"/>
                    <a:gd name="T47" fmla="*/ 0 60000 65536"/>
                    <a:gd name="T48" fmla="*/ 0 60000 65536"/>
                    <a:gd name="T49" fmla="*/ 0 60000 65536"/>
                    <a:gd name="T50" fmla="*/ 0 60000 65536"/>
                    <a:gd name="T51" fmla="*/ 0 w 111"/>
                    <a:gd name="T52" fmla="*/ 0 h 69"/>
                    <a:gd name="T53" fmla="*/ 111 w 111"/>
                    <a:gd name="T54" fmla="*/ 69 h 69"/>
                  </a:gdLst>
                  <a:ahLst/>
                  <a:cxnLst>
                    <a:cxn ang="T34">
                      <a:pos x="T0" y="T1"/>
                    </a:cxn>
                    <a:cxn ang="T35">
                      <a:pos x="T2" y="T3"/>
                    </a:cxn>
                    <a:cxn ang="T36">
                      <a:pos x="T4" y="T5"/>
                    </a:cxn>
                    <a:cxn ang="T37">
                      <a:pos x="T6" y="T7"/>
                    </a:cxn>
                    <a:cxn ang="T38">
                      <a:pos x="T8" y="T9"/>
                    </a:cxn>
                    <a:cxn ang="T39">
                      <a:pos x="T10" y="T11"/>
                    </a:cxn>
                    <a:cxn ang="T40">
                      <a:pos x="T12" y="T13"/>
                    </a:cxn>
                    <a:cxn ang="T41">
                      <a:pos x="T14" y="T15"/>
                    </a:cxn>
                    <a:cxn ang="T42">
                      <a:pos x="T16" y="T17"/>
                    </a:cxn>
                    <a:cxn ang="T43">
                      <a:pos x="T18" y="T19"/>
                    </a:cxn>
                    <a:cxn ang="T44">
                      <a:pos x="T20" y="T21"/>
                    </a:cxn>
                    <a:cxn ang="T45">
                      <a:pos x="T22" y="T23"/>
                    </a:cxn>
                    <a:cxn ang="T46">
                      <a:pos x="T24" y="T25"/>
                    </a:cxn>
                    <a:cxn ang="T47">
                      <a:pos x="T26" y="T27"/>
                    </a:cxn>
                    <a:cxn ang="T48">
                      <a:pos x="T28" y="T29"/>
                    </a:cxn>
                    <a:cxn ang="T49">
                      <a:pos x="T30" y="T31"/>
                    </a:cxn>
                    <a:cxn ang="T50">
                      <a:pos x="T32" y="T33"/>
                    </a:cxn>
                  </a:cxnLst>
                  <a:rect l="T51" t="T52" r="T53" b="T54"/>
                  <a:pathLst>
                    <a:path w="111" h="69">
                      <a:moveTo>
                        <a:pt x="56" y="57"/>
                      </a:moveTo>
                      <a:lnTo>
                        <a:pt x="1" y="69"/>
                      </a:lnTo>
                      <a:lnTo>
                        <a:pt x="0" y="57"/>
                      </a:lnTo>
                      <a:lnTo>
                        <a:pt x="1" y="44"/>
                      </a:lnTo>
                      <a:lnTo>
                        <a:pt x="4" y="32"/>
                      </a:lnTo>
                      <a:lnTo>
                        <a:pt x="12" y="22"/>
                      </a:lnTo>
                      <a:lnTo>
                        <a:pt x="21" y="13"/>
                      </a:lnTo>
                      <a:lnTo>
                        <a:pt x="31" y="6"/>
                      </a:lnTo>
                      <a:lnTo>
                        <a:pt x="44" y="2"/>
                      </a:lnTo>
                      <a:lnTo>
                        <a:pt x="56" y="0"/>
                      </a:lnTo>
                      <a:lnTo>
                        <a:pt x="68" y="2"/>
                      </a:lnTo>
                      <a:lnTo>
                        <a:pt x="81" y="5"/>
                      </a:lnTo>
                      <a:lnTo>
                        <a:pt x="91" y="13"/>
                      </a:lnTo>
                      <a:lnTo>
                        <a:pt x="100" y="22"/>
                      </a:lnTo>
                      <a:lnTo>
                        <a:pt x="107" y="32"/>
                      </a:lnTo>
                      <a:lnTo>
                        <a:pt x="111" y="44"/>
                      </a:lnTo>
                      <a:lnTo>
                        <a:pt x="56" y="57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algn="l" defTabSz="1828800" hangingPunct="1"/>
                  <a:endParaRPr lang="zh-CN" altLang="en-US" sz="3600" b="0" kern="1200">
                    <a:solidFill>
                      <a:prstClr val="black"/>
                    </a:solidFill>
                    <a:latin typeface="等线" panose="020F0502020204030204"/>
                    <a:ea typeface="等线" panose="02010600030101010101" pitchFamily="2" charset="-122"/>
                    <a:cs typeface="+mn-cs"/>
                  </a:endParaRPr>
                </a:p>
              </p:txBody>
            </p:sp>
            <p:sp>
              <p:nvSpPr>
                <p:cNvPr id="1240" name="Freeform 527">
                  <a:extLst>
                    <a:ext uri="{FF2B5EF4-FFF2-40B4-BE49-F238E27FC236}">
                      <a16:creationId xmlns:a16="http://schemas.microsoft.com/office/drawing/2014/main" id="{548D47C9-0453-A934-BA7D-9832640A5DE0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4864" y="3033"/>
                  <a:ext cx="14" cy="10"/>
                </a:xfrm>
                <a:custGeom>
                  <a:avLst/>
                  <a:gdLst>
                    <a:gd name="T0" fmla="*/ 0 w 111"/>
                    <a:gd name="T1" fmla="*/ 0 h 69"/>
                    <a:gd name="T2" fmla="*/ 0 w 111"/>
                    <a:gd name="T3" fmla="*/ 0 h 69"/>
                    <a:gd name="T4" fmla="*/ 0 w 111"/>
                    <a:gd name="T5" fmla="*/ 0 h 69"/>
                    <a:gd name="T6" fmla="*/ 0 w 111"/>
                    <a:gd name="T7" fmla="*/ 0 h 69"/>
                    <a:gd name="T8" fmla="*/ 0 w 111"/>
                    <a:gd name="T9" fmla="*/ 0 h 69"/>
                    <a:gd name="T10" fmla="*/ 0 w 111"/>
                    <a:gd name="T11" fmla="*/ 0 h 69"/>
                    <a:gd name="T12" fmla="*/ 0 w 111"/>
                    <a:gd name="T13" fmla="*/ 0 h 69"/>
                    <a:gd name="T14" fmla="*/ 0 w 111"/>
                    <a:gd name="T15" fmla="*/ 0 h 69"/>
                    <a:gd name="T16" fmla="*/ 0 w 111"/>
                    <a:gd name="T17" fmla="*/ 0 h 69"/>
                    <a:gd name="T18" fmla="*/ 0 w 111"/>
                    <a:gd name="T19" fmla="*/ 0 h 69"/>
                    <a:gd name="T20" fmla="*/ 0 w 111"/>
                    <a:gd name="T21" fmla="*/ 0 h 69"/>
                    <a:gd name="T22" fmla="*/ 0 w 111"/>
                    <a:gd name="T23" fmla="*/ 0 h 69"/>
                    <a:gd name="T24" fmla="*/ 0 w 111"/>
                    <a:gd name="T25" fmla="*/ 0 h 69"/>
                    <a:gd name="T26" fmla="*/ 0 w 111"/>
                    <a:gd name="T27" fmla="*/ 0 h 69"/>
                    <a:gd name="T28" fmla="*/ 0 w 111"/>
                    <a:gd name="T29" fmla="*/ 0 h 69"/>
                    <a:gd name="T30" fmla="*/ 0 60000 65536"/>
                    <a:gd name="T31" fmla="*/ 0 60000 65536"/>
                    <a:gd name="T32" fmla="*/ 0 60000 65536"/>
                    <a:gd name="T33" fmla="*/ 0 60000 65536"/>
                    <a:gd name="T34" fmla="*/ 0 60000 65536"/>
                    <a:gd name="T35" fmla="*/ 0 60000 65536"/>
                    <a:gd name="T36" fmla="*/ 0 60000 65536"/>
                    <a:gd name="T37" fmla="*/ 0 60000 65536"/>
                    <a:gd name="T38" fmla="*/ 0 60000 65536"/>
                    <a:gd name="T39" fmla="*/ 0 60000 65536"/>
                    <a:gd name="T40" fmla="*/ 0 60000 65536"/>
                    <a:gd name="T41" fmla="*/ 0 60000 65536"/>
                    <a:gd name="T42" fmla="*/ 0 60000 65536"/>
                    <a:gd name="T43" fmla="*/ 0 60000 65536"/>
                    <a:gd name="T44" fmla="*/ 0 60000 65536"/>
                    <a:gd name="T45" fmla="*/ 0 w 111"/>
                    <a:gd name="T46" fmla="*/ 0 h 69"/>
                    <a:gd name="T47" fmla="*/ 111 w 111"/>
                    <a:gd name="T48" fmla="*/ 69 h 69"/>
                  </a:gdLst>
                  <a:ahLst/>
                  <a:cxnLst>
                    <a:cxn ang="T30">
                      <a:pos x="T0" y="T1"/>
                    </a:cxn>
                    <a:cxn ang="T31">
                      <a:pos x="T2" y="T3"/>
                    </a:cxn>
                    <a:cxn ang="T32">
                      <a:pos x="T4" y="T5"/>
                    </a:cxn>
                    <a:cxn ang="T33">
                      <a:pos x="T6" y="T7"/>
                    </a:cxn>
                    <a:cxn ang="T34">
                      <a:pos x="T8" y="T9"/>
                    </a:cxn>
                    <a:cxn ang="T35">
                      <a:pos x="T10" y="T11"/>
                    </a:cxn>
                    <a:cxn ang="T36">
                      <a:pos x="T12" y="T13"/>
                    </a:cxn>
                    <a:cxn ang="T37">
                      <a:pos x="T14" y="T15"/>
                    </a:cxn>
                    <a:cxn ang="T38">
                      <a:pos x="T16" y="T17"/>
                    </a:cxn>
                    <a:cxn ang="T39">
                      <a:pos x="T18" y="T19"/>
                    </a:cxn>
                    <a:cxn ang="T40">
                      <a:pos x="T20" y="T21"/>
                    </a:cxn>
                    <a:cxn ang="T41">
                      <a:pos x="T22" y="T23"/>
                    </a:cxn>
                    <a:cxn ang="T42">
                      <a:pos x="T24" y="T25"/>
                    </a:cxn>
                    <a:cxn ang="T43">
                      <a:pos x="T26" y="T27"/>
                    </a:cxn>
                    <a:cxn ang="T44">
                      <a:pos x="T28" y="T29"/>
                    </a:cxn>
                  </a:cxnLst>
                  <a:rect l="T45" t="T46" r="T47" b="T48"/>
                  <a:pathLst>
                    <a:path w="111" h="69">
                      <a:moveTo>
                        <a:pt x="1" y="69"/>
                      </a:moveTo>
                      <a:lnTo>
                        <a:pt x="0" y="57"/>
                      </a:lnTo>
                      <a:lnTo>
                        <a:pt x="1" y="44"/>
                      </a:lnTo>
                      <a:lnTo>
                        <a:pt x="4" y="32"/>
                      </a:lnTo>
                      <a:lnTo>
                        <a:pt x="12" y="22"/>
                      </a:lnTo>
                      <a:lnTo>
                        <a:pt x="21" y="13"/>
                      </a:lnTo>
                      <a:lnTo>
                        <a:pt x="31" y="6"/>
                      </a:lnTo>
                      <a:lnTo>
                        <a:pt x="44" y="2"/>
                      </a:lnTo>
                      <a:lnTo>
                        <a:pt x="56" y="0"/>
                      </a:lnTo>
                      <a:lnTo>
                        <a:pt x="68" y="2"/>
                      </a:lnTo>
                      <a:lnTo>
                        <a:pt x="81" y="5"/>
                      </a:lnTo>
                      <a:lnTo>
                        <a:pt x="91" y="13"/>
                      </a:lnTo>
                      <a:lnTo>
                        <a:pt x="100" y="22"/>
                      </a:lnTo>
                      <a:lnTo>
                        <a:pt x="107" y="32"/>
                      </a:lnTo>
                      <a:lnTo>
                        <a:pt x="111" y="44"/>
                      </a:lnTo>
                    </a:path>
                  </a:pathLst>
                </a:custGeom>
                <a:noFill/>
                <a:ln w="0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pPr algn="l" defTabSz="1828800" hangingPunct="1"/>
                  <a:endParaRPr lang="zh-CN" altLang="en-US" sz="3600" b="0" kern="1200">
                    <a:solidFill>
                      <a:prstClr val="black"/>
                    </a:solidFill>
                    <a:latin typeface="等线" panose="020F0502020204030204"/>
                    <a:ea typeface="等线" panose="02010600030101010101" pitchFamily="2" charset="-122"/>
                    <a:cs typeface="+mn-cs"/>
                  </a:endParaRPr>
                </a:p>
              </p:txBody>
            </p:sp>
            <p:sp>
              <p:nvSpPr>
                <p:cNvPr id="1241" name="Freeform 528">
                  <a:extLst>
                    <a:ext uri="{FF2B5EF4-FFF2-40B4-BE49-F238E27FC236}">
                      <a16:creationId xmlns:a16="http://schemas.microsoft.com/office/drawing/2014/main" id="{03569593-1CE4-B9EE-11A7-626C9109C6FF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4864" y="3039"/>
                  <a:ext cx="167" cy="670"/>
                </a:xfrm>
                <a:custGeom>
                  <a:avLst/>
                  <a:gdLst>
                    <a:gd name="T0" fmla="*/ 0 w 1172"/>
                    <a:gd name="T1" fmla="*/ 0 h 4673"/>
                    <a:gd name="T2" fmla="*/ 0 w 1172"/>
                    <a:gd name="T3" fmla="*/ 0 h 4673"/>
                    <a:gd name="T4" fmla="*/ 0 w 1172"/>
                    <a:gd name="T5" fmla="*/ 0 h 4673"/>
                    <a:gd name="T6" fmla="*/ 0 w 1172"/>
                    <a:gd name="T7" fmla="*/ 0 h 4673"/>
                    <a:gd name="T8" fmla="*/ 0 w 1172"/>
                    <a:gd name="T9" fmla="*/ 0 h 4673"/>
                    <a:gd name="T10" fmla="*/ 0 w 1172"/>
                    <a:gd name="T11" fmla="*/ 0 h 4673"/>
                    <a:gd name="T12" fmla="*/ 0 w 1172"/>
                    <a:gd name="T13" fmla="*/ 0 h 4673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1172"/>
                    <a:gd name="T22" fmla="*/ 0 h 4673"/>
                    <a:gd name="T23" fmla="*/ 1172 w 1172"/>
                    <a:gd name="T24" fmla="*/ 4673 h 4673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1172" h="4673">
                      <a:moveTo>
                        <a:pt x="110" y="0"/>
                      </a:moveTo>
                      <a:lnTo>
                        <a:pt x="55" y="13"/>
                      </a:lnTo>
                      <a:lnTo>
                        <a:pt x="0" y="25"/>
                      </a:lnTo>
                      <a:lnTo>
                        <a:pt x="1062" y="4673"/>
                      </a:lnTo>
                      <a:lnTo>
                        <a:pt x="1117" y="4661"/>
                      </a:lnTo>
                      <a:lnTo>
                        <a:pt x="1172" y="4648"/>
                      </a:lnTo>
                      <a:lnTo>
                        <a:pt x="110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algn="l" defTabSz="1828800" hangingPunct="1"/>
                  <a:endParaRPr lang="zh-CN" altLang="en-US" sz="3600" b="0" kern="1200">
                    <a:solidFill>
                      <a:prstClr val="black"/>
                    </a:solidFill>
                    <a:latin typeface="等线" panose="020F0502020204030204"/>
                    <a:ea typeface="等线" panose="02010600030101010101" pitchFamily="2" charset="-122"/>
                    <a:cs typeface="+mn-cs"/>
                  </a:endParaRPr>
                </a:p>
              </p:txBody>
            </p:sp>
            <p:sp>
              <p:nvSpPr>
                <p:cNvPr id="1242" name="Freeform 529">
                  <a:extLst>
                    <a:ext uri="{FF2B5EF4-FFF2-40B4-BE49-F238E27FC236}">
                      <a16:creationId xmlns:a16="http://schemas.microsoft.com/office/drawing/2014/main" id="{1DD18B39-72B8-7C86-DD8A-2A25476DBDBC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4864" y="3039"/>
                  <a:ext cx="167" cy="670"/>
                </a:xfrm>
                <a:custGeom>
                  <a:avLst/>
                  <a:gdLst>
                    <a:gd name="T0" fmla="*/ 0 w 1172"/>
                    <a:gd name="T1" fmla="*/ 0 h 4673"/>
                    <a:gd name="T2" fmla="*/ 0 w 1172"/>
                    <a:gd name="T3" fmla="*/ 0 h 4673"/>
                    <a:gd name="T4" fmla="*/ 0 w 1172"/>
                    <a:gd name="T5" fmla="*/ 0 h 4673"/>
                    <a:gd name="T6" fmla="*/ 0 w 1172"/>
                    <a:gd name="T7" fmla="*/ 0 h 4673"/>
                    <a:gd name="T8" fmla="*/ 0 w 1172"/>
                    <a:gd name="T9" fmla="*/ 0 h 4673"/>
                    <a:gd name="T10" fmla="*/ 0 w 1172"/>
                    <a:gd name="T11" fmla="*/ 0 h 4673"/>
                    <a:gd name="T12" fmla="*/ 0 w 1172"/>
                    <a:gd name="T13" fmla="*/ 0 h 4673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1172"/>
                    <a:gd name="T22" fmla="*/ 0 h 4673"/>
                    <a:gd name="T23" fmla="*/ 1172 w 1172"/>
                    <a:gd name="T24" fmla="*/ 4673 h 4673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1172" h="4673">
                      <a:moveTo>
                        <a:pt x="110" y="0"/>
                      </a:moveTo>
                      <a:lnTo>
                        <a:pt x="55" y="13"/>
                      </a:lnTo>
                      <a:lnTo>
                        <a:pt x="0" y="25"/>
                      </a:lnTo>
                      <a:lnTo>
                        <a:pt x="1062" y="4673"/>
                      </a:lnTo>
                      <a:lnTo>
                        <a:pt x="1117" y="4661"/>
                      </a:lnTo>
                      <a:lnTo>
                        <a:pt x="1172" y="4648"/>
                      </a:lnTo>
                      <a:lnTo>
                        <a:pt x="110" y="0"/>
                      </a:lnTo>
                      <a:close/>
                    </a:path>
                  </a:pathLst>
                </a:custGeom>
                <a:noFill/>
                <a:ln w="0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pPr algn="l" defTabSz="1828800" hangingPunct="1"/>
                  <a:endParaRPr lang="zh-CN" altLang="en-US" sz="3600" b="0" kern="1200">
                    <a:solidFill>
                      <a:prstClr val="black"/>
                    </a:solidFill>
                    <a:latin typeface="等线" panose="020F0502020204030204"/>
                    <a:ea typeface="等线" panose="02010600030101010101" pitchFamily="2" charset="-122"/>
                    <a:cs typeface="+mn-cs"/>
                  </a:endParaRPr>
                </a:p>
              </p:txBody>
            </p:sp>
            <p:sp>
              <p:nvSpPr>
                <p:cNvPr id="1243" name="Freeform 530">
                  <a:extLst>
                    <a:ext uri="{FF2B5EF4-FFF2-40B4-BE49-F238E27FC236}">
                      <a16:creationId xmlns:a16="http://schemas.microsoft.com/office/drawing/2014/main" id="{0DE65172-545F-8EB3-97D0-1A47CDDEF08F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016" y="3703"/>
                  <a:ext cx="16" cy="10"/>
                </a:xfrm>
                <a:custGeom>
                  <a:avLst/>
                  <a:gdLst>
                    <a:gd name="T0" fmla="*/ 0 w 112"/>
                    <a:gd name="T1" fmla="*/ 0 h 69"/>
                    <a:gd name="T2" fmla="*/ 0 w 112"/>
                    <a:gd name="T3" fmla="*/ 0 h 69"/>
                    <a:gd name="T4" fmla="*/ 0 w 112"/>
                    <a:gd name="T5" fmla="*/ 0 h 69"/>
                    <a:gd name="T6" fmla="*/ 0 w 112"/>
                    <a:gd name="T7" fmla="*/ 0 h 69"/>
                    <a:gd name="T8" fmla="*/ 0 w 112"/>
                    <a:gd name="T9" fmla="*/ 0 h 69"/>
                    <a:gd name="T10" fmla="*/ 0 w 112"/>
                    <a:gd name="T11" fmla="*/ 0 h 69"/>
                    <a:gd name="T12" fmla="*/ 0 w 112"/>
                    <a:gd name="T13" fmla="*/ 0 h 69"/>
                    <a:gd name="T14" fmla="*/ 0 w 112"/>
                    <a:gd name="T15" fmla="*/ 0 h 69"/>
                    <a:gd name="T16" fmla="*/ 0 w 112"/>
                    <a:gd name="T17" fmla="*/ 0 h 69"/>
                    <a:gd name="T18" fmla="*/ 0 w 112"/>
                    <a:gd name="T19" fmla="*/ 0 h 69"/>
                    <a:gd name="T20" fmla="*/ 0 w 112"/>
                    <a:gd name="T21" fmla="*/ 0 h 69"/>
                    <a:gd name="T22" fmla="*/ 0 w 112"/>
                    <a:gd name="T23" fmla="*/ 0 h 69"/>
                    <a:gd name="T24" fmla="*/ 0 w 112"/>
                    <a:gd name="T25" fmla="*/ 0 h 69"/>
                    <a:gd name="T26" fmla="*/ 0 w 112"/>
                    <a:gd name="T27" fmla="*/ 0 h 69"/>
                    <a:gd name="T28" fmla="*/ 0 w 112"/>
                    <a:gd name="T29" fmla="*/ 0 h 69"/>
                    <a:gd name="T30" fmla="*/ 0 w 112"/>
                    <a:gd name="T31" fmla="*/ 0 h 69"/>
                    <a:gd name="T32" fmla="*/ 0 w 112"/>
                    <a:gd name="T33" fmla="*/ 0 h 69"/>
                    <a:gd name="T34" fmla="*/ 0 60000 65536"/>
                    <a:gd name="T35" fmla="*/ 0 60000 65536"/>
                    <a:gd name="T36" fmla="*/ 0 60000 65536"/>
                    <a:gd name="T37" fmla="*/ 0 60000 65536"/>
                    <a:gd name="T38" fmla="*/ 0 60000 65536"/>
                    <a:gd name="T39" fmla="*/ 0 60000 65536"/>
                    <a:gd name="T40" fmla="*/ 0 60000 65536"/>
                    <a:gd name="T41" fmla="*/ 0 60000 65536"/>
                    <a:gd name="T42" fmla="*/ 0 60000 65536"/>
                    <a:gd name="T43" fmla="*/ 0 60000 65536"/>
                    <a:gd name="T44" fmla="*/ 0 60000 65536"/>
                    <a:gd name="T45" fmla="*/ 0 60000 65536"/>
                    <a:gd name="T46" fmla="*/ 0 60000 65536"/>
                    <a:gd name="T47" fmla="*/ 0 60000 65536"/>
                    <a:gd name="T48" fmla="*/ 0 60000 65536"/>
                    <a:gd name="T49" fmla="*/ 0 60000 65536"/>
                    <a:gd name="T50" fmla="*/ 0 60000 65536"/>
                    <a:gd name="T51" fmla="*/ 0 w 112"/>
                    <a:gd name="T52" fmla="*/ 0 h 69"/>
                    <a:gd name="T53" fmla="*/ 112 w 112"/>
                    <a:gd name="T54" fmla="*/ 69 h 69"/>
                  </a:gdLst>
                  <a:ahLst/>
                  <a:cxnLst>
                    <a:cxn ang="T34">
                      <a:pos x="T0" y="T1"/>
                    </a:cxn>
                    <a:cxn ang="T35">
                      <a:pos x="T2" y="T3"/>
                    </a:cxn>
                    <a:cxn ang="T36">
                      <a:pos x="T4" y="T5"/>
                    </a:cxn>
                    <a:cxn ang="T37">
                      <a:pos x="T6" y="T7"/>
                    </a:cxn>
                    <a:cxn ang="T38">
                      <a:pos x="T8" y="T9"/>
                    </a:cxn>
                    <a:cxn ang="T39">
                      <a:pos x="T10" y="T11"/>
                    </a:cxn>
                    <a:cxn ang="T40">
                      <a:pos x="T12" y="T13"/>
                    </a:cxn>
                    <a:cxn ang="T41">
                      <a:pos x="T14" y="T15"/>
                    </a:cxn>
                    <a:cxn ang="T42">
                      <a:pos x="T16" y="T17"/>
                    </a:cxn>
                    <a:cxn ang="T43">
                      <a:pos x="T18" y="T19"/>
                    </a:cxn>
                    <a:cxn ang="T44">
                      <a:pos x="T20" y="T21"/>
                    </a:cxn>
                    <a:cxn ang="T45">
                      <a:pos x="T22" y="T23"/>
                    </a:cxn>
                    <a:cxn ang="T46">
                      <a:pos x="T24" y="T25"/>
                    </a:cxn>
                    <a:cxn ang="T47">
                      <a:pos x="T26" y="T27"/>
                    </a:cxn>
                    <a:cxn ang="T48">
                      <a:pos x="T28" y="T29"/>
                    </a:cxn>
                    <a:cxn ang="T49">
                      <a:pos x="T30" y="T31"/>
                    </a:cxn>
                    <a:cxn ang="T50">
                      <a:pos x="T32" y="T33"/>
                    </a:cxn>
                  </a:cxnLst>
                  <a:rect l="T51" t="T52" r="T53" b="T54"/>
                  <a:pathLst>
                    <a:path w="112" h="69">
                      <a:moveTo>
                        <a:pt x="55" y="13"/>
                      </a:moveTo>
                      <a:lnTo>
                        <a:pt x="110" y="0"/>
                      </a:lnTo>
                      <a:lnTo>
                        <a:pt x="112" y="13"/>
                      </a:lnTo>
                      <a:lnTo>
                        <a:pt x="110" y="25"/>
                      </a:lnTo>
                      <a:lnTo>
                        <a:pt x="106" y="37"/>
                      </a:lnTo>
                      <a:lnTo>
                        <a:pt x="98" y="47"/>
                      </a:lnTo>
                      <a:lnTo>
                        <a:pt x="90" y="56"/>
                      </a:lnTo>
                      <a:lnTo>
                        <a:pt x="79" y="63"/>
                      </a:lnTo>
                      <a:lnTo>
                        <a:pt x="67" y="68"/>
                      </a:lnTo>
                      <a:lnTo>
                        <a:pt x="55" y="69"/>
                      </a:lnTo>
                      <a:lnTo>
                        <a:pt x="42" y="68"/>
                      </a:lnTo>
                      <a:lnTo>
                        <a:pt x="30" y="64"/>
                      </a:lnTo>
                      <a:lnTo>
                        <a:pt x="20" y="56"/>
                      </a:lnTo>
                      <a:lnTo>
                        <a:pt x="11" y="47"/>
                      </a:lnTo>
                      <a:lnTo>
                        <a:pt x="4" y="37"/>
                      </a:lnTo>
                      <a:lnTo>
                        <a:pt x="0" y="25"/>
                      </a:lnTo>
                      <a:lnTo>
                        <a:pt x="55" y="13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algn="l" defTabSz="1828800" hangingPunct="1"/>
                  <a:endParaRPr lang="zh-CN" altLang="en-US" sz="3600" b="0" kern="1200">
                    <a:solidFill>
                      <a:prstClr val="black"/>
                    </a:solidFill>
                    <a:latin typeface="等线" panose="020F0502020204030204"/>
                    <a:ea typeface="等线" panose="02010600030101010101" pitchFamily="2" charset="-122"/>
                    <a:cs typeface="+mn-cs"/>
                  </a:endParaRPr>
                </a:p>
              </p:txBody>
            </p:sp>
            <p:sp>
              <p:nvSpPr>
                <p:cNvPr id="1244" name="Freeform 531">
                  <a:extLst>
                    <a:ext uri="{FF2B5EF4-FFF2-40B4-BE49-F238E27FC236}">
                      <a16:creationId xmlns:a16="http://schemas.microsoft.com/office/drawing/2014/main" id="{8CF09A82-866A-756A-F055-9E7CA55B71C2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016" y="3703"/>
                  <a:ext cx="16" cy="10"/>
                </a:xfrm>
                <a:custGeom>
                  <a:avLst/>
                  <a:gdLst>
                    <a:gd name="T0" fmla="*/ 0 w 112"/>
                    <a:gd name="T1" fmla="*/ 0 h 69"/>
                    <a:gd name="T2" fmla="*/ 0 w 112"/>
                    <a:gd name="T3" fmla="*/ 0 h 69"/>
                    <a:gd name="T4" fmla="*/ 0 w 112"/>
                    <a:gd name="T5" fmla="*/ 0 h 69"/>
                    <a:gd name="T6" fmla="*/ 0 w 112"/>
                    <a:gd name="T7" fmla="*/ 0 h 69"/>
                    <a:gd name="T8" fmla="*/ 0 w 112"/>
                    <a:gd name="T9" fmla="*/ 0 h 69"/>
                    <a:gd name="T10" fmla="*/ 0 w 112"/>
                    <a:gd name="T11" fmla="*/ 0 h 69"/>
                    <a:gd name="T12" fmla="*/ 0 w 112"/>
                    <a:gd name="T13" fmla="*/ 0 h 69"/>
                    <a:gd name="T14" fmla="*/ 0 w 112"/>
                    <a:gd name="T15" fmla="*/ 0 h 69"/>
                    <a:gd name="T16" fmla="*/ 0 w 112"/>
                    <a:gd name="T17" fmla="*/ 0 h 69"/>
                    <a:gd name="T18" fmla="*/ 0 w 112"/>
                    <a:gd name="T19" fmla="*/ 0 h 69"/>
                    <a:gd name="T20" fmla="*/ 0 w 112"/>
                    <a:gd name="T21" fmla="*/ 0 h 69"/>
                    <a:gd name="T22" fmla="*/ 0 w 112"/>
                    <a:gd name="T23" fmla="*/ 0 h 69"/>
                    <a:gd name="T24" fmla="*/ 0 w 112"/>
                    <a:gd name="T25" fmla="*/ 0 h 69"/>
                    <a:gd name="T26" fmla="*/ 0 w 112"/>
                    <a:gd name="T27" fmla="*/ 0 h 69"/>
                    <a:gd name="T28" fmla="*/ 0 w 112"/>
                    <a:gd name="T29" fmla="*/ 0 h 69"/>
                    <a:gd name="T30" fmla="*/ 0 60000 65536"/>
                    <a:gd name="T31" fmla="*/ 0 60000 65536"/>
                    <a:gd name="T32" fmla="*/ 0 60000 65536"/>
                    <a:gd name="T33" fmla="*/ 0 60000 65536"/>
                    <a:gd name="T34" fmla="*/ 0 60000 65536"/>
                    <a:gd name="T35" fmla="*/ 0 60000 65536"/>
                    <a:gd name="T36" fmla="*/ 0 60000 65536"/>
                    <a:gd name="T37" fmla="*/ 0 60000 65536"/>
                    <a:gd name="T38" fmla="*/ 0 60000 65536"/>
                    <a:gd name="T39" fmla="*/ 0 60000 65536"/>
                    <a:gd name="T40" fmla="*/ 0 60000 65536"/>
                    <a:gd name="T41" fmla="*/ 0 60000 65536"/>
                    <a:gd name="T42" fmla="*/ 0 60000 65536"/>
                    <a:gd name="T43" fmla="*/ 0 60000 65536"/>
                    <a:gd name="T44" fmla="*/ 0 60000 65536"/>
                    <a:gd name="T45" fmla="*/ 0 w 112"/>
                    <a:gd name="T46" fmla="*/ 0 h 69"/>
                    <a:gd name="T47" fmla="*/ 112 w 112"/>
                    <a:gd name="T48" fmla="*/ 69 h 69"/>
                  </a:gdLst>
                  <a:ahLst/>
                  <a:cxnLst>
                    <a:cxn ang="T30">
                      <a:pos x="T0" y="T1"/>
                    </a:cxn>
                    <a:cxn ang="T31">
                      <a:pos x="T2" y="T3"/>
                    </a:cxn>
                    <a:cxn ang="T32">
                      <a:pos x="T4" y="T5"/>
                    </a:cxn>
                    <a:cxn ang="T33">
                      <a:pos x="T6" y="T7"/>
                    </a:cxn>
                    <a:cxn ang="T34">
                      <a:pos x="T8" y="T9"/>
                    </a:cxn>
                    <a:cxn ang="T35">
                      <a:pos x="T10" y="T11"/>
                    </a:cxn>
                    <a:cxn ang="T36">
                      <a:pos x="T12" y="T13"/>
                    </a:cxn>
                    <a:cxn ang="T37">
                      <a:pos x="T14" y="T15"/>
                    </a:cxn>
                    <a:cxn ang="T38">
                      <a:pos x="T16" y="T17"/>
                    </a:cxn>
                    <a:cxn ang="T39">
                      <a:pos x="T18" y="T19"/>
                    </a:cxn>
                    <a:cxn ang="T40">
                      <a:pos x="T20" y="T21"/>
                    </a:cxn>
                    <a:cxn ang="T41">
                      <a:pos x="T22" y="T23"/>
                    </a:cxn>
                    <a:cxn ang="T42">
                      <a:pos x="T24" y="T25"/>
                    </a:cxn>
                    <a:cxn ang="T43">
                      <a:pos x="T26" y="T27"/>
                    </a:cxn>
                    <a:cxn ang="T44">
                      <a:pos x="T28" y="T29"/>
                    </a:cxn>
                  </a:cxnLst>
                  <a:rect l="T45" t="T46" r="T47" b="T48"/>
                  <a:pathLst>
                    <a:path w="112" h="69">
                      <a:moveTo>
                        <a:pt x="110" y="0"/>
                      </a:moveTo>
                      <a:lnTo>
                        <a:pt x="112" y="13"/>
                      </a:lnTo>
                      <a:lnTo>
                        <a:pt x="110" y="25"/>
                      </a:lnTo>
                      <a:lnTo>
                        <a:pt x="106" y="37"/>
                      </a:lnTo>
                      <a:lnTo>
                        <a:pt x="98" y="47"/>
                      </a:lnTo>
                      <a:lnTo>
                        <a:pt x="90" y="56"/>
                      </a:lnTo>
                      <a:lnTo>
                        <a:pt x="79" y="63"/>
                      </a:lnTo>
                      <a:lnTo>
                        <a:pt x="67" y="68"/>
                      </a:lnTo>
                      <a:lnTo>
                        <a:pt x="55" y="69"/>
                      </a:lnTo>
                      <a:lnTo>
                        <a:pt x="42" y="68"/>
                      </a:lnTo>
                      <a:lnTo>
                        <a:pt x="30" y="64"/>
                      </a:lnTo>
                      <a:lnTo>
                        <a:pt x="20" y="56"/>
                      </a:lnTo>
                      <a:lnTo>
                        <a:pt x="11" y="47"/>
                      </a:lnTo>
                      <a:lnTo>
                        <a:pt x="4" y="37"/>
                      </a:lnTo>
                      <a:lnTo>
                        <a:pt x="0" y="25"/>
                      </a:lnTo>
                    </a:path>
                  </a:pathLst>
                </a:custGeom>
                <a:noFill/>
                <a:ln w="0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pPr algn="l" defTabSz="1828800" hangingPunct="1"/>
                  <a:endParaRPr lang="zh-CN" altLang="en-US" sz="3600" b="0" kern="1200">
                    <a:solidFill>
                      <a:prstClr val="black"/>
                    </a:solidFill>
                    <a:latin typeface="等线" panose="020F0502020204030204"/>
                    <a:ea typeface="等线" panose="02010600030101010101" pitchFamily="2" charset="-122"/>
                    <a:cs typeface="+mn-cs"/>
                  </a:endParaRPr>
                </a:p>
              </p:txBody>
            </p:sp>
            <p:sp>
              <p:nvSpPr>
                <p:cNvPr id="1245" name="Freeform 532">
                  <a:extLst>
                    <a:ext uri="{FF2B5EF4-FFF2-40B4-BE49-F238E27FC236}">
                      <a16:creationId xmlns:a16="http://schemas.microsoft.com/office/drawing/2014/main" id="{3AC84024-B3AA-880D-0B86-F8B98A23FCA0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4485" y="3703"/>
                  <a:ext cx="14" cy="10"/>
                </a:xfrm>
                <a:custGeom>
                  <a:avLst/>
                  <a:gdLst>
                    <a:gd name="T0" fmla="*/ 0 w 111"/>
                    <a:gd name="T1" fmla="*/ 0 h 69"/>
                    <a:gd name="T2" fmla="*/ 0 w 111"/>
                    <a:gd name="T3" fmla="*/ 0 h 69"/>
                    <a:gd name="T4" fmla="*/ 0 w 111"/>
                    <a:gd name="T5" fmla="*/ 0 h 69"/>
                    <a:gd name="T6" fmla="*/ 0 w 111"/>
                    <a:gd name="T7" fmla="*/ 0 h 69"/>
                    <a:gd name="T8" fmla="*/ 0 w 111"/>
                    <a:gd name="T9" fmla="*/ 0 h 69"/>
                    <a:gd name="T10" fmla="*/ 0 w 111"/>
                    <a:gd name="T11" fmla="*/ 0 h 69"/>
                    <a:gd name="T12" fmla="*/ 0 w 111"/>
                    <a:gd name="T13" fmla="*/ 0 h 69"/>
                    <a:gd name="T14" fmla="*/ 0 w 111"/>
                    <a:gd name="T15" fmla="*/ 0 h 69"/>
                    <a:gd name="T16" fmla="*/ 0 w 111"/>
                    <a:gd name="T17" fmla="*/ 0 h 69"/>
                    <a:gd name="T18" fmla="*/ 0 w 111"/>
                    <a:gd name="T19" fmla="*/ 0 h 69"/>
                    <a:gd name="T20" fmla="*/ 0 w 111"/>
                    <a:gd name="T21" fmla="*/ 0 h 69"/>
                    <a:gd name="T22" fmla="*/ 0 w 111"/>
                    <a:gd name="T23" fmla="*/ 0 h 69"/>
                    <a:gd name="T24" fmla="*/ 0 w 111"/>
                    <a:gd name="T25" fmla="*/ 0 h 69"/>
                    <a:gd name="T26" fmla="*/ 0 w 111"/>
                    <a:gd name="T27" fmla="*/ 0 h 69"/>
                    <a:gd name="T28" fmla="*/ 0 w 111"/>
                    <a:gd name="T29" fmla="*/ 0 h 69"/>
                    <a:gd name="T30" fmla="*/ 0 w 111"/>
                    <a:gd name="T31" fmla="*/ 0 h 69"/>
                    <a:gd name="T32" fmla="*/ 0 w 111"/>
                    <a:gd name="T33" fmla="*/ 0 h 69"/>
                    <a:gd name="T34" fmla="*/ 0 60000 65536"/>
                    <a:gd name="T35" fmla="*/ 0 60000 65536"/>
                    <a:gd name="T36" fmla="*/ 0 60000 65536"/>
                    <a:gd name="T37" fmla="*/ 0 60000 65536"/>
                    <a:gd name="T38" fmla="*/ 0 60000 65536"/>
                    <a:gd name="T39" fmla="*/ 0 60000 65536"/>
                    <a:gd name="T40" fmla="*/ 0 60000 65536"/>
                    <a:gd name="T41" fmla="*/ 0 60000 65536"/>
                    <a:gd name="T42" fmla="*/ 0 60000 65536"/>
                    <a:gd name="T43" fmla="*/ 0 60000 65536"/>
                    <a:gd name="T44" fmla="*/ 0 60000 65536"/>
                    <a:gd name="T45" fmla="*/ 0 60000 65536"/>
                    <a:gd name="T46" fmla="*/ 0 60000 65536"/>
                    <a:gd name="T47" fmla="*/ 0 60000 65536"/>
                    <a:gd name="T48" fmla="*/ 0 60000 65536"/>
                    <a:gd name="T49" fmla="*/ 0 60000 65536"/>
                    <a:gd name="T50" fmla="*/ 0 60000 65536"/>
                    <a:gd name="T51" fmla="*/ 0 w 111"/>
                    <a:gd name="T52" fmla="*/ 0 h 69"/>
                    <a:gd name="T53" fmla="*/ 111 w 111"/>
                    <a:gd name="T54" fmla="*/ 69 h 69"/>
                  </a:gdLst>
                  <a:ahLst/>
                  <a:cxnLst>
                    <a:cxn ang="T34">
                      <a:pos x="T0" y="T1"/>
                    </a:cxn>
                    <a:cxn ang="T35">
                      <a:pos x="T2" y="T3"/>
                    </a:cxn>
                    <a:cxn ang="T36">
                      <a:pos x="T4" y="T5"/>
                    </a:cxn>
                    <a:cxn ang="T37">
                      <a:pos x="T6" y="T7"/>
                    </a:cxn>
                    <a:cxn ang="T38">
                      <a:pos x="T8" y="T9"/>
                    </a:cxn>
                    <a:cxn ang="T39">
                      <a:pos x="T10" y="T11"/>
                    </a:cxn>
                    <a:cxn ang="T40">
                      <a:pos x="T12" y="T13"/>
                    </a:cxn>
                    <a:cxn ang="T41">
                      <a:pos x="T14" y="T15"/>
                    </a:cxn>
                    <a:cxn ang="T42">
                      <a:pos x="T16" y="T17"/>
                    </a:cxn>
                    <a:cxn ang="T43">
                      <a:pos x="T18" y="T19"/>
                    </a:cxn>
                    <a:cxn ang="T44">
                      <a:pos x="T20" y="T21"/>
                    </a:cxn>
                    <a:cxn ang="T45">
                      <a:pos x="T22" y="T23"/>
                    </a:cxn>
                    <a:cxn ang="T46">
                      <a:pos x="T24" y="T25"/>
                    </a:cxn>
                    <a:cxn ang="T47">
                      <a:pos x="T26" y="T27"/>
                    </a:cxn>
                    <a:cxn ang="T48">
                      <a:pos x="T28" y="T29"/>
                    </a:cxn>
                    <a:cxn ang="T49">
                      <a:pos x="T30" y="T31"/>
                    </a:cxn>
                    <a:cxn ang="T50">
                      <a:pos x="T32" y="T33"/>
                    </a:cxn>
                  </a:cxnLst>
                  <a:rect l="T51" t="T52" r="T53" b="T54"/>
                  <a:pathLst>
                    <a:path w="111" h="69">
                      <a:moveTo>
                        <a:pt x="56" y="13"/>
                      </a:moveTo>
                      <a:lnTo>
                        <a:pt x="111" y="25"/>
                      </a:lnTo>
                      <a:lnTo>
                        <a:pt x="106" y="37"/>
                      </a:lnTo>
                      <a:lnTo>
                        <a:pt x="100" y="47"/>
                      </a:lnTo>
                      <a:lnTo>
                        <a:pt x="91" y="56"/>
                      </a:lnTo>
                      <a:lnTo>
                        <a:pt x="81" y="64"/>
                      </a:lnTo>
                      <a:lnTo>
                        <a:pt x="68" y="68"/>
                      </a:lnTo>
                      <a:lnTo>
                        <a:pt x="56" y="69"/>
                      </a:lnTo>
                      <a:lnTo>
                        <a:pt x="43" y="68"/>
                      </a:lnTo>
                      <a:lnTo>
                        <a:pt x="31" y="63"/>
                      </a:lnTo>
                      <a:lnTo>
                        <a:pt x="21" y="56"/>
                      </a:lnTo>
                      <a:lnTo>
                        <a:pt x="12" y="47"/>
                      </a:lnTo>
                      <a:lnTo>
                        <a:pt x="4" y="37"/>
                      </a:lnTo>
                      <a:lnTo>
                        <a:pt x="1" y="25"/>
                      </a:lnTo>
                      <a:lnTo>
                        <a:pt x="0" y="13"/>
                      </a:lnTo>
                      <a:lnTo>
                        <a:pt x="1" y="0"/>
                      </a:lnTo>
                      <a:lnTo>
                        <a:pt x="56" y="13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algn="l" defTabSz="1828800" hangingPunct="1"/>
                  <a:endParaRPr lang="zh-CN" altLang="en-US" sz="3600" b="0" kern="1200">
                    <a:solidFill>
                      <a:prstClr val="black"/>
                    </a:solidFill>
                    <a:latin typeface="等线" panose="020F0502020204030204"/>
                    <a:ea typeface="等线" panose="02010600030101010101" pitchFamily="2" charset="-122"/>
                    <a:cs typeface="+mn-cs"/>
                  </a:endParaRPr>
                </a:p>
              </p:txBody>
            </p:sp>
            <p:sp>
              <p:nvSpPr>
                <p:cNvPr id="1246" name="Freeform 533">
                  <a:extLst>
                    <a:ext uri="{FF2B5EF4-FFF2-40B4-BE49-F238E27FC236}">
                      <a16:creationId xmlns:a16="http://schemas.microsoft.com/office/drawing/2014/main" id="{9C80B1F3-6B2D-AEB4-8D02-36659312EF2A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4485" y="3703"/>
                  <a:ext cx="14" cy="10"/>
                </a:xfrm>
                <a:custGeom>
                  <a:avLst/>
                  <a:gdLst>
                    <a:gd name="T0" fmla="*/ 0 w 111"/>
                    <a:gd name="T1" fmla="*/ 0 h 69"/>
                    <a:gd name="T2" fmla="*/ 0 w 111"/>
                    <a:gd name="T3" fmla="*/ 0 h 69"/>
                    <a:gd name="T4" fmla="*/ 0 w 111"/>
                    <a:gd name="T5" fmla="*/ 0 h 69"/>
                    <a:gd name="T6" fmla="*/ 0 w 111"/>
                    <a:gd name="T7" fmla="*/ 0 h 69"/>
                    <a:gd name="T8" fmla="*/ 0 w 111"/>
                    <a:gd name="T9" fmla="*/ 0 h 69"/>
                    <a:gd name="T10" fmla="*/ 0 w 111"/>
                    <a:gd name="T11" fmla="*/ 0 h 69"/>
                    <a:gd name="T12" fmla="*/ 0 w 111"/>
                    <a:gd name="T13" fmla="*/ 0 h 69"/>
                    <a:gd name="T14" fmla="*/ 0 w 111"/>
                    <a:gd name="T15" fmla="*/ 0 h 69"/>
                    <a:gd name="T16" fmla="*/ 0 w 111"/>
                    <a:gd name="T17" fmla="*/ 0 h 69"/>
                    <a:gd name="T18" fmla="*/ 0 w 111"/>
                    <a:gd name="T19" fmla="*/ 0 h 69"/>
                    <a:gd name="T20" fmla="*/ 0 w 111"/>
                    <a:gd name="T21" fmla="*/ 0 h 69"/>
                    <a:gd name="T22" fmla="*/ 0 w 111"/>
                    <a:gd name="T23" fmla="*/ 0 h 69"/>
                    <a:gd name="T24" fmla="*/ 0 w 111"/>
                    <a:gd name="T25" fmla="*/ 0 h 69"/>
                    <a:gd name="T26" fmla="*/ 0 w 111"/>
                    <a:gd name="T27" fmla="*/ 0 h 69"/>
                    <a:gd name="T28" fmla="*/ 0 w 111"/>
                    <a:gd name="T29" fmla="*/ 0 h 69"/>
                    <a:gd name="T30" fmla="*/ 0 60000 65536"/>
                    <a:gd name="T31" fmla="*/ 0 60000 65536"/>
                    <a:gd name="T32" fmla="*/ 0 60000 65536"/>
                    <a:gd name="T33" fmla="*/ 0 60000 65536"/>
                    <a:gd name="T34" fmla="*/ 0 60000 65536"/>
                    <a:gd name="T35" fmla="*/ 0 60000 65536"/>
                    <a:gd name="T36" fmla="*/ 0 60000 65536"/>
                    <a:gd name="T37" fmla="*/ 0 60000 65536"/>
                    <a:gd name="T38" fmla="*/ 0 60000 65536"/>
                    <a:gd name="T39" fmla="*/ 0 60000 65536"/>
                    <a:gd name="T40" fmla="*/ 0 60000 65536"/>
                    <a:gd name="T41" fmla="*/ 0 60000 65536"/>
                    <a:gd name="T42" fmla="*/ 0 60000 65536"/>
                    <a:gd name="T43" fmla="*/ 0 60000 65536"/>
                    <a:gd name="T44" fmla="*/ 0 60000 65536"/>
                    <a:gd name="T45" fmla="*/ 0 w 111"/>
                    <a:gd name="T46" fmla="*/ 0 h 69"/>
                    <a:gd name="T47" fmla="*/ 111 w 111"/>
                    <a:gd name="T48" fmla="*/ 69 h 69"/>
                  </a:gdLst>
                  <a:ahLst/>
                  <a:cxnLst>
                    <a:cxn ang="T30">
                      <a:pos x="T0" y="T1"/>
                    </a:cxn>
                    <a:cxn ang="T31">
                      <a:pos x="T2" y="T3"/>
                    </a:cxn>
                    <a:cxn ang="T32">
                      <a:pos x="T4" y="T5"/>
                    </a:cxn>
                    <a:cxn ang="T33">
                      <a:pos x="T6" y="T7"/>
                    </a:cxn>
                    <a:cxn ang="T34">
                      <a:pos x="T8" y="T9"/>
                    </a:cxn>
                    <a:cxn ang="T35">
                      <a:pos x="T10" y="T11"/>
                    </a:cxn>
                    <a:cxn ang="T36">
                      <a:pos x="T12" y="T13"/>
                    </a:cxn>
                    <a:cxn ang="T37">
                      <a:pos x="T14" y="T15"/>
                    </a:cxn>
                    <a:cxn ang="T38">
                      <a:pos x="T16" y="T17"/>
                    </a:cxn>
                    <a:cxn ang="T39">
                      <a:pos x="T18" y="T19"/>
                    </a:cxn>
                    <a:cxn ang="T40">
                      <a:pos x="T20" y="T21"/>
                    </a:cxn>
                    <a:cxn ang="T41">
                      <a:pos x="T22" y="T23"/>
                    </a:cxn>
                    <a:cxn ang="T42">
                      <a:pos x="T24" y="T25"/>
                    </a:cxn>
                    <a:cxn ang="T43">
                      <a:pos x="T26" y="T27"/>
                    </a:cxn>
                    <a:cxn ang="T44">
                      <a:pos x="T28" y="T29"/>
                    </a:cxn>
                  </a:cxnLst>
                  <a:rect l="T45" t="T46" r="T47" b="T48"/>
                  <a:pathLst>
                    <a:path w="111" h="69">
                      <a:moveTo>
                        <a:pt x="111" y="25"/>
                      </a:moveTo>
                      <a:lnTo>
                        <a:pt x="106" y="37"/>
                      </a:lnTo>
                      <a:lnTo>
                        <a:pt x="100" y="47"/>
                      </a:lnTo>
                      <a:lnTo>
                        <a:pt x="91" y="56"/>
                      </a:lnTo>
                      <a:lnTo>
                        <a:pt x="81" y="64"/>
                      </a:lnTo>
                      <a:lnTo>
                        <a:pt x="68" y="68"/>
                      </a:lnTo>
                      <a:lnTo>
                        <a:pt x="56" y="69"/>
                      </a:lnTo>
                      <a:lnTo>
                        <a:pt x="43" y="68"/>
                      </a:lnTo>
                      <a:lnTo>
                        <a:pt x="31" y="63"/>
                      </a:lnTo>
                      <a:lnTo>
                        <a:pt x="21" y="56"/>
                      </a:lnTo>
                      <a:lnTo>
                        <a:pt x="12" y="47"/>
                      </a:lnTo>
                      <a:lnTo>
                        <a:pt x="4" y="37"/>
                      </a:lnTo>
                      <a:lnTo>
                        <a:pt x="1" y="25"/>
                      </a:lnTo>
                      <a:lnTo>
                        <a:pt x="0" y="13"/>
                      </a:lnTo>
                      <a:lnTo>
                        <a:pt x="1" y="0"/>
                      </a:lnTo>
                    </a:path>
                  </a:pathLst>
                </a:custGeom>
                <a:noFill/>
                <a:ln w="0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pPr algn="l" defTabSz="1828800" hangingPunct="1"/>
                  <a:endParaRPr lang="zh-CN" altLang="en-US" sz="3600" b="0" kern="1200">
                    <a:solidFill>
                      <a:prstClr val="black"/>
                    </a:solidFill>
                    <a:latin typeface="等线" panose="020F0502020204030204"/>
                    <a:ea typeface="等线" panose="02010600030101010101" pitchFamily="2" charset="-122"/>
                    <a:cs typeface="+mn-cs"/>
                  </a:endParaRPr>
                </a:p>
              </p:txBody>
            </p:sp>
            <p:sp>
              <p:nvSpPr>
                <p:cNvPr id="1247" name="Freeform 534">
                  <a:extLst>
                    <a:ext uri="{FF2B5EF4-FFF2-40B4-BE49-F238E27FC236}">
                      <a16:creationId xmlns:a16="http://schemas.microsoft.com/office/drawing/2014/main" id="{7FD5ABC1-23BD-A1E5-7243-074DC01BE292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4485" y="3039"/>
                  <a:ext cx="167" cy="670"/>
                </a:xfrm>
                <a:custGeom>
                  <a:avLst/>
                  <a:gdLst>
                    <a:gd name="T0" fmla="*/ 0 w 1172"/>
                    <a:gd name="T1" fmla="*/ 0 h 4673"/>
                    <a:gd name="T2" fmla="*/ 0 w 1172"/>
                    <a:gd name="T3" fmla="*/ 0 h 4673"/>
                    <a:gd name="T4" fmla="*/ 0 w 1172"/>
                    <a:gd name="T5" fmla="*/ 0 h 4673"/>
                    <a:gd name="T6" fmla="*/ 0 w 1172"/>
                    <a:gd name="T7" fmla="*/ 0 h 4673"/>
                    <a:gd name="T8" fmla="*/ 0 w 1172"/>
                    <a:gd name="T9" fmla="*/ 0 h 4673"/>
                    <a:gd name="T10" fmla="*/ 0 w 1172"/>
                    <a:gd name="T11" fmla="*/ 0 h 4673"/>
                    <a:gd name="T12" fmla="*/ 0 w 1172"/>
                    <a:gd name="T13" fmla="*/ 0 h 4673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1172"/>
                    <a:gd name="T22" fmla="*/ 0 h 4673"/>
                    <a:gd name="T23" fmla="*/ 1172 w 1172"/>
                    <a:gd name="T24" fmla="*/ 4673 h 4673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1172" h="4673">
                      <a:moveTo>
                        <a:pt x="0" y="4648"/>
                      </a:moveTo>
                      <a:lnTo>
                        <a:pt x="55" y="4661"/>
                      </a:lnTo>
                      <a:lnTo>
                        <a:pt x="110" y="4673"/>
                      </a:lnTo>
                      <a:lnTo>
                        <a:pt x="1172" y="25"/>
                      </a:lnTo>
                      <a:lnTo>
                        <a:pt x="1117" y="13"/>
                      </a:lnTo>
                      <a:lnTo>
                        <a:pt x="1062" y="0"/>
                      </a:lnTo>
                      <a:lnTo>
                        <a:pt x="0" y="4648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algn="l" defTabSz="1828800" hangingPunct="1"/>
                  <a:endParaRPr lang="zh-CN" altLang="en-US" sz="3600" b="0" kern="1200">
                    <a:solidFill>
                      <a:prstClr val="black"/>
                    </a:solidFill>
                    <a:latin typeface="等线" panose="020F0502020204030204"/>
                    <a:ea typeface="等线" panose="02010600030101010101" pitchFamily="2" charset="-122"/>
                    <a:cs typeface="+mn-cs"/>
                  </a:endParaRPr>
                </a:p>
              </p:txBody>
            </p:sp>
            <p:sp>
              <p:nvSpPr>
                <p:cNvPr id="1248" name="Freeform 535">
                  <a:extLst>
                    <a:ext uri="{FF2B5EF4-FFF2-40B4-BE49-F238E27FC236}">
                      <a16:creationId xmlns:a16="http://schemas.microsoft.com/office/drawing/2014/main" id="{FC03AB0F-CA4A-496F-C446-DCBD158C3C08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4485" y="3039"/>
                  <a:ext cx="167" cy="670"/>
                </a:xfrm>
                <a:custGeom>
                  <a:avLst/>
                  <a:gdLst>
                    <a:gd name="T0" fmla="*/ 0 w 1172"/>
                    <a:gd name="T1" fmla="*/ 0 h 4673"/>
                    <a:gd name="T2" fmla="*/ 0 w 1172"/>
                    <a:gd name="T3" fmla="*/ 0 h 4673"/>
                    <a:gd name="T4" fmla="*/ 0 w 1172"/>
                    <a:gd name="T5" fmla="*/ 0 h 4673"/>
                    <a:gd name="T6" fmla="*/ 0 w 1172"/>
                    <a:gd name="T7" fmla="*/ 0 h 4673"/>
                    <a:gd name="T8" fmla="*/ 0 w 1172"/>
                    <a:gd name="T9" fmla="*/ 0 h 4673"/>
                    <a:gd name="T10" fmla="*/ 0 w 1172"/>
                    <a:gd name="T11" fmla="*/ 0 h 4673"/>
                    <a:gd name="T12" fmla="*/ 0 w 1172"/>
                    <a:gd name="T13" fmla="*/ 0 h 4673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1172"/>
                    <a:gd name="T22" fmla="*/ 0 h 4673"/>
                    <a:gd name="T23" fmla="*/ 1172 w 1172"/>
                    <a:gd name="T24" fmla="*/ 4673 h 4673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1172" h="4673">
                      <a:moveTo>
                        <a:pt x="0" y="4648"/>
                      </a:moveTo>
                      <a:lnTo>
                        <a:pt x="55" y="4661"/>
                      </a:lnTo>
                      <a:lnTo>
                        <a:pt x="110" y="4673"/>
                      </a:lnTo>
                      <a:lnTo>
                        <a:pt x="1172" y="25"/>
                      </a:lnTo>
                      <a:lnTo>
                        <a:pt x="1117" y="13"/>
                      </a:lnTo>
                      <a:lnTo>
                        <a:pt x="1062" y="0"/>
                      </a:lnTo>
                      <a:lnTo>
                        <a:pt x="0" y="4648"/>
                      </a:lnTo>
                      <a:close/>
                    </a:path>
                  </a:pathLst>
                </a:custGeom>
                <a:noFill/>
                <a:ln w="0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pPr algn="l" defTabSz="1828800" hangingPunct="1"/>
                  <a:endParaRPr lang="zh-CN" altLang="en-US" sz="3600" b="0" kern="1200">
                    <a:solidFill>
                      <a:prstClr val="black"/>
                    </a:solidFill>
                    <a:latin typeface="等线" panose="020F0502020204030204"/>
                    <a:ea typeface="等线" panose="02010600030101010101" pitchFamily="2" charset="-122"/>
                    <a:cs typeface="+mn-cs"/>
                  </a:endParaRPr>
                </a:p>
              </p:txBody>
            </p:sp>
            <p:sp>
              <p:nvSpPr>
                <p:cNvPr id="1249" name="Freeform 536">
                  <a:extLst>
                    <a:ext uri="{FF2B5EF4-FFF2-40B4-BE49-F238E27FC236}">
                      <a16:creationId xmlns:a16="http://schemas.microsoft.com/office/drawing/2014/main" id="{51AED093-FB8A-4C5E-D1AF-0AD469D10B63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4636" y="3033"/>
                  <a:ext cx="16" cy="10"/>
                </a:xfrm>
                <a:custGeom>
                  <a:avLst/>
                  <a:gdLst>
                    <a:gd name="T0" fmla="*/ 0 w 112"/>
                    <a:gd name="T1" fmla="*/ 0 h 69"/>
                    <a:gd name="T2" fmla="*/ 0 w 112"/>
                    <a:gd name="T3" fmla="*/ 0 h 69"/>
                    <a:gd name="T4" fmla="*/ 0 w 112"/>
                    <a:gd name="T5" fmla="*/ 0 h 69"/>
                    <a:gd name="T6" fmla="*/ 0 w 112"/>
                    <a:gd name="T7" fmla="*/ 0 h 69"/>
                    <a:gd name="T8" fmla="*/ 0 w 112"/>
                    <a:gd name="T9" fmla="*/ 0 h 69"/>
                    <a:gd name="T10" fmla="*/ 0 w 112"/>
                    <a:gd name="T11" fmla="*/ 0 h 69"/>
                    <a:gd name="T12" fmla="*/ 0 w 112"/>
                    <a:gd name="T13" fmla="*/ 0 h 69"/>
                    <a:gd name="T14" fmla="*/ 0 w 112"/>
                    <a:gd name="T15" fmla="*/ 0 h 69"/>
                    <a:gd name="T16" fmla="*/ 0 w 112"/>
                    <a:gd name="T17" fmla="*/ 0 h 69"/>
                    <a:gd name="T18" fmla="*/ 0 w 112"/>
                    <a:gd name="T19" fmla="*/ 0 h 69"/>
                    <a:gd name="T20" fmla="*/ 0 w 112"/>
                    <a:gd name="T21" fmla="*/ 0 h 69"/>
                    <a:gd name="T22" fmla="*/ 0 w 112"/>
                    <a:gd name="T23" fmla="*/ 0 h 69"/>
                    <a:gd name="T24" fmla="*/ 0 w 112"/>
                    <a:gd name="T25" fmla="*/ 0 h 69"/>
                    <a:gd name="T26" fmla="*/ 0 w 112"/>
                    <a:gd name="T27" fmla="*/ 0 h 69"/>
                    <a:gd name="T28" fmla="*/ 0 w 112"/>
                    <a:gd name="T29" fmla="*/ 0 h 69"/>
                    <a:gd name="T30" fmla="*/ 0 w 112"/>
                    <a:gd name="T31" fmla="*/ 0 h 69"/>
                    <a:gd name="T32" fmla="*/ 0 w 112"/>
                    <a:gd name="T33" fmla="*/ 0 h 69"/>
                    <a:gd name="T34" fmla="*/ 0 60000 65536"/>
                    <a:gd name="T35" fmla="*/ 0 60000 65536"/>
                    <a:gd name="T36" fmla="*/ 0 60000 65536"/>
                    <a:gd name="T37" fmla="*/ 0 60000 65536"/>
                    <a:gd name="T38" fmla="*/ 0 60000 65536"/>
                    <a:gd name="T39" fmla="*/ 0 60000 65536"/>
                    <a:gd name="T40" fmla="*/ 0 60000 65536"/>
                    <a:gd name="T41" fmla="*/ 0 60000 65536"/>
                    <a:gd name="T42" fmla="*/ 0 60000 65536"/>
                    <a:gd name="T43" fmla="*/ 0 60000 65536"/>
                    <a:gd name="T44" fmla="*/ 0 60000 65536"/>
                    <a:gd name="T45" fmla="*/ 0 60000 65536"/>
                    <a:gd name="T46" fmla="*/ 0 60000 65536"/>
                    <a:gd name="T47" fmla="*/ 0 60000 65536"/>
                    <a:gd name="T48" fmla="*/ 0 60000 65536"/>
                    <a:gd name="T49" fmla="*/ 0 60000 65536"/>
                    <a:gd name="T50" fmla="*/ 0 60000 65536"/>
                    <a:gd name="T51" fmla="*/ 0 w 112"/>
                    <a:gd name="T52" fmla="*/ 0 h 69"/>
                    <a:gd name="T53" fmla="*/ 112 w 112"/>
                    <a:gd name="T54" fmla="*/ 69 h 69"/>
                  </a:gdLst>
                  <a:ahLst/>
                  <a:cxnLst>
                    <a:cxn ang="T34">
                      <a:pos x="T0" y="T1"/>
                    </a:cxn>
                    <a:cxn ang="T35">
                      <a:pos x="T2" y="T3"/>
                    </a:cxn>
                    <a:cxn ang="T36">
                      <a:pos x="T4" y="T5"/>
                    </a:cxn>
                    <a:cxn ang="T37">
                      <a:pos x="T6" y="T7"/>
                    </a:cxn>
                    <a:cxn ang="T38">
                      <a:pos x="T8" y="T9"/>
                    </a:cxn>
                    <a:cxn ang="T39">
                      <a:pos x="T10" y="T11"/>
                    </a:cxn>
                    <a:cxn ang="T40">
                      <a:pos x="T12" y="T13"/>
                    </a:cxn>
                    <a:cxn ang="T41">
                      <a:pos x="T14" y="T15"/>
                    </a:cxn>
                    <a:cxn ang="T42">
                      <a:pos x="T16" y="T17"/>
                    </a:cxn>
                    <a:cxn ang="T43">
                      <a:pos x="T18" y="T19"/>
                    </a:cxn>
                    <a:cxn ang="T44">
                      <a:pos x="T20" y="T21"/>
                    </a:cxn>
                    <a:cxn ang="T45">
                      <a:pos x="T22" y="T23"/>
                    </a:cxn>
                    <a:cxn ang="T46">
                      <a:pos x="T24" y="T25"/>
                    </a:cxn>
                    <a:cxn ang="T47">
                      <a:pos x="T26" y="T27"/>
                    </a:cxn>
                    <a:cxn ang="T48">
                      <a:pos x="T28" y="T29"/>
                    </a:cxn>
                    <a:cxn ang="T49">
                      <a:pos x="T30" y="T31"/>
                    </a:cxn>
                    <a:cxn ang="T50">
                      <a:pos x="T32" y="T33"/>
                    </a:cxn>
                  </a:cxnLst>
                  <a:rect l="T51" t="T52" r="T53" b="T54"/>
                  <a:pathLst>
                    <a:path w="112" h="69">
                      <a:moveTo>
                        <a:pt x="55" y="57"/>
                      </a:moveTo>
                      <a:lnTo>
                        <a:pt x="0" y="44"/>
                      </a:lnTo>
                      <a:lnTo>
                        <a:pt x="4" y="32"/>
                      </a:lnTo>
                      <a:lnTo>
                        <a:pt x="11" y="22"/>
                      </a:lnTo>
                      <a:lnTo>
                        <a:pt x="20" y="13"/>
                      </a:lnTo>
                      <a:lnTo>
                        <a:pt x="30" y="5"/>
                      </a:lnTo>
                      <a:lnTo>
                        <a:pt x="42" y="2"/>
                      </a:lnTo>
                      <a:lnTo>
                        <a:pt x="55" y="0"/>
                      </a:lnTo>
                      <a:lnTo>
                        <a:pt x="67" y="2"/>
                      </a:lnTo>
                      <a:lnTo>
                        <a:pt x="79" y="6"/>
                      </a:lnTo>
                      <a:lnTo>
                        <a:pt x="89" y="13"/>
                      </a:lnTo>
                      <a:lnTo>
                        <a:pt x="98" y="22"/>
                      </a:lnTo>
                      <a:lnTo>
                        <a:pt x="106" y="32"/>
                      </a:lnTo>
                      <a:lnTo>
                        <a:pt x="110" y="44"/>
                      </a:lnTo>
                      <a:lnTo>
                        <a:pt x="112" y="57"/>
                      </a:lnTo>
                      <a:lnTo>
                        <a:pt x="110" y="69"/>
                      </a:lnTo>
                      <a:lnTo>
                        <a:pt x="55" y="57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algn="l" defTabSz="1828800" hangingPunct="1"/>
                  <a:endParaRPr lang="zh-CN" altLang="en-US" sz="3600" b="0" kern="1200">
                    <a:solidFill>
                      <a:prstClr val="black"/>
                    </a:solidFill>
                    <a:latin typeface="等线" panose="020F0502020204030204"/>
                    <a:ea typeface="等线" panose="02010600030101010101" pitchFamily="2" charset="-122"/>
                    <a:cs typeface="+mn-cs"/>
                  </a:endParaRPr>
                </a:p>
              </p:txBody>
            </p:sp>
            <p:sp>
              <p:nvSpPr>
                <p:cNvPr id="1250" name="Freeform 537">
                  <a:extLst>
                    <a:ext uri="{FF2B5EF4-FFF2-40B4-BE49-F238E27FC236}">
                      <a16:creationId xmlns:a16="http://schemas.microsoft.com/office/drawing/2014/main" id="{3E9A7B3D-D2D5-31A5-0DE1-95D7B5537D7D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4636" y="3033"/>
                  <a:ext cx="16" cy="10"/>
                </a:xfrm>
                <a:custGeom>
                  <a:avLst/>
                  <a:gdLst>
                    <a:gd name="T0" fmla="*/ 0 w 112"/>
                    <a:gd name="T1" fmla="*/ 0 h 69"/>
                    <a:gd name="T2" fmla="*/ 0 w 112"/>
                    <a:gd name="T3" fmla="*/ 0 h 69"/>
                    <a:gd name="T4" fmla="*/ 0 w 112"/>
                    <a:gd name="T5" fmla="*/ 0 h 69"/>
                    <a:gd name="T6" fmla="*/ 0 w 112"/>
                    <a:gd name="T7" fmla="*/ 0 h 69"/>
                    <a:gd name="T8" fmla="*/ 0 w 112"/>
                    <a:gd name="T9" fmla="*/ 0 h 69"/>
                    <a:gd name="T10" fmla="*/ 0 w 112"/>
                    <a:gd name="T11" fmla="*/ 0 h 69"/>
                    <a:gd name="T12" fmla="*/ 0 w 112"/>
                    <a:gd name="T13" fmla="*/ 0 h 69"/>
                    <a:gd name="T14" fmla="*/ 0 w 112"/>
                    <a:gd name="T15" fmla="*/ 0 h 69"/>
                    <a:gd name="T16" fmla="*/ 0 w 112"/>
                    <a:gd name="T17" fmla="*/ 0 h 69"/>
                    <a:gd name="T18" fmla="*/ 0 w 112"/>
                    <a:gd name="T19" fmla="*/ 0 h 69"/>
                    <a:gd name="T20" fmla="*/ 0 w 112"/>
                    <a:gd name="T21" fmla="*/ 0 h 69"/>
                    <a:gd name="T22" fmla="*/ 0 w 112"/>
                    <a:gd name="T23" fmla="*/ 0 h 69"/>
                    <a:gd name="T24" fmla="*/ 0 w 112"/>
                    <a:gd name="T25" fmla="*/ 0 h 69"/>
                    <a:gd name="T26" fmla="*/ 0 w 112"/>
                    <a:gd name="T27" fmla="*/ 0 h 69"/>
                    <a:gd name="T28" fmla="*/ 0 w 112"/>
                    <a:gd name="T29" fmla="*/ 0 h 69"/>
                    <a:gd name="T30" fmla="*/ 0 60000 65536"/>
                    <a:gd name="T31" fmla="*/ 0 60000 65536"/>
                    <a:gd name="T32" fmla="*/ 0 60000 65536"/>
                    <a:gd name="T33" fmla="*/ 0 60000 65536"/>
                    <a:gd name="T34" fmla="*/ 0 60000 65536"/>
                    <a:gd name="T35" fmla="*/ 0 60000 65536"/>
                    <a:gd name="T36" fmla="*/ 0 60000 65536"/>
                    <a:gd name="T37" fmla="*/ 0 60000 65536"/>
                    <a:gd name="T38" fmla="*/ 0 60000 65536"/>
                    <a:gd name="T39" fmla="*/ 0 60000 65536"/>
                    <a:gd name="T40" fmla="*/ 0 60000 65536"/>
                    <a:gd name="T41" fmla="*/ 0 60000 65536"/>
                    <a:gd name="T42" fmla="*/ 0 60000 65536"/>
                    <a:gd name="T43" fmla="*/ 0 60000 65536"/>
                    <a:gd name="T44" fmla="*/ 0 60000 65536"/>
                    <a:gd name="T45" fmla="*/ 0 w 112"/>
                    <a:gd name="T46" fmla="*/ 0 h 69"/>
                    <a:gd name="T47" fmla="*/ 112 w 112"/>
                    <a:gd name="T48" fmla="*/ 69 h 69"/>
                  </a:gdLst>
                  <a:ahLst/>
                  <a:cxnLst>
                    <a:cxn ang="T30">
                      <a:pos x="T0" y="T1"/>
                    </a:cxn>
                    <a:cxn ang="T31">
                      <a:pos x="T2" y="T3"/>
                    </a:cxn>
                    <a:cxn ang="T32">
                      <a:pos x="T4" y="T5"/>
                    </a:cxn>
                    <a:cxn ang="T33">
                      <a:pos x="T6" y="T7"/>
                    </a:cxn>
                    <a:cxn ang="T34">
                      <a:pos x="T8" y="T9"/>
                    </a:cxn>
                    <a:cxn ang="T35">
                      <a:pos x="T10" y="T11"/>
                    </a:cxn>
                    <a:cxn ang="T36">
                      <a:pos x="T12" y="T13"/>
                    </a:cxn>
                    <a:cxn ang="T37">
                      <a:pos x="T14" y="T15"/>
                    </a:cxn>
                    <a:cxn ang="T38">
                      <a:pos x="T16" y="T17"/>
                    </a:cxn>
                    <a:cxn ang="T39">
                      <a:pos x="T18" y="T19"/>
                    </a:cxn>
                    <a:cxn ang="T40">
                      <a:pos x="T20" y="T21"/>
                    </a:cxn>
                    <a:cxn ang="T41">
                      <a:pos x="T22" y="T23"/>
                    </a:cxn>
                    <a:cxn ang="T42">
                      <a:pos x="T24" y="T25"/>
                    </a:cxn>
                    <a:cxn ang="T43">
                      <a:pos x="T26" y="T27"/>
                    </a:cxn>
                    <a:cxn ang="T44">
                      <a:pos x="T28" y="T29"/>
                    </a:cxn>
                  </a:cxnLst>
                  <a:rect l="T45" t="T46" r="T47" b="T48"/>
                  <a:pathLst>
                    <a:path w="112" h="69">
                      <a:moveTo>
                        <a:pt x="0" y="44"/>
                      </a:moveTo>
                      <a:lnTo>
                        <a:pt x="4" y="32"/>
                      </a:lnTo>
                      <a:lnTo>
                        <a:pt x="11" y="22"/>
                      </a:lnTo>
                      <a:lnTo>
                        <a:pt x="20" y="13"/>
                      </a:lnTo>
                      <a:lnTo>
                        <a:pt x="30" y="5"/>
                      </a:lnTo>
                      <a:lnTo>
                        <a:pt x="42" y="2"/>
                      </a:lnTo>
                      <a:lnTo>
                        <a:pt x="55" y="0"/>
                      </a:lnTo>
                      <a:lnTo>
                        <a:pt x="67" y="2"/>
                      </a:lnTo>
                      <a:lnTo>
                        <a:pt x="79" y="6"/>
                      </a:lnTo>
                      <a:lnTo>
                        <a:pt x="89" y="13"/>
                      </a:lnTo>
                      <a:lnTo>
                        <a:pt x="98" y="22"/>
                      </a:lnTo>
                      <a:lnTo>
                        <a:pt x="106" y="32"/>
                      </a:lnTo>
                      <a:lnTo>
                        <a:pt x="110" y="44"/>
                      </a:lnTo>
                      <a:lnTo>
                        <a:pt x="112" y="57"/>
                      </a:lnTo>
                      <a:lnTo>
                        <a:pt x="110" y="69"/>
                      </a:lnTo>
                    </a:path>
                  </a:pathLst>
                </a:custGeom>
                <a:noFill/>
                <a:ln w="0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pPr algn="l" defTabSz="1828800" hangingPunct="1"/>
                  <a:endParaRPr lang="zh-CN" altLang="en-US" sz="3600" b="0" kern="1200">
                    <a:solidFill>
                      <a:prstClr val="black"/>
                    </a:solidFill>
                    <a:latin typeface="等线" panose="020F0502020204030204"/>
                    <a:ea typeface="等线" panose="02010600030101010101" pitchFamily="2" charset="-122"/>
                    <a:cs typeface="+mn-cs"/>
                  </a:endParaRPr>
                </a:p>
              </p:txBody>
            </p:sp>
            <p:sp>
              <p:nvSpPr>
                <p:cNvPr id="1251" name="Line 538">
                  <a:extLst>
                    <a:ext uri="{FF2B5EF4-FFF2-40B4-BE49-F238E27FC236}">
                      <a16:creationId xmlns:a16="http://schemas.microsoft.com/office/drawing/2014/main" id="{8671DE4E-9F04-EA7D-A0D0-BB67A3E855C3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810" y="3375"/>
                  <a:ext cx="1" cy="149"/>
                </a:xfrm>
                <a:prstGeom prst="line">
                  <a:avLst/>
                </a:prstGeom>
                <a:noFill/>
                <a:ln w="0">
                  <a:solidFill>
                    <a:srgbClr val="0000FF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pPr algn="l" defTabSz="1828800" hangingPunct="1"/>
                  <a:endParaRPr lang="zh-CN" altLang="en-US" sz="3600" b="0" kern="1200">
                    <a:solidFill>
                      <a:prstClr val="black"/>
                    </a:solidFill>
                    <a:latin typeface="等线" panose="020F0502020204030204"/>
                    <a:ea typeface="等线" panose="02010600030101010101" pitchFamily="2" charset="-122"/>
                    <a:cs typeface="+mn-cs"/>
                  </a:endParaRPr>
                </a:p>
              </p:txBody>
            </p:sp>
            <p:sp>
              <p:nvSpPr>
                <p:cNvPr id="1252" name="Line 539">
                  <a:extLst>
                    <a:ext uri="{FF2B5EF4-FFF2-40B4-BE49-F238E27FC236}">
                      <a16:creationId xmlns:a16="http://schemas.microsoft.com/office/drawing/2014/main" id="{4B694C10-32ED-0215-6987-6B7D05D3A417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810" y="3543"/>
                  <a:ext cx="1" cy="19"/>
                </a:xfrm>
                <a:prstGeom prst="line">
                  <a:avLst/>
                </a:prstGeom>
                <a:noFill/>
                <a:ln w="0">
                  <a:solidFill>
                    <a:srgbClr val="0000FF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pPr algn="l" defTabSz="1828800" hangingPunct="1"/>
                  <a:endParaRPr lang="zh-CN" altLang="en-US" sz="3600" b="0" kern="1200">
                    <a:solidFill>
                      <a:prstClr val="black"/>
                    </a:solidFill>
                    <a:latin typeface="等线" panose="020F0502020204030204"/>
                    <a:ea typeface="等线" panose="02010600030101010101" pitchFamily="2" charset="-122"/>
                    <a:cs typeface="+mn-cs"/>
                  </a:endParaRPr>
                </a:p>
              </p:txBody>
            </p:sp>
            <p:sp>
              <p:nvSpPr>
                <p:cNvPr id="1253" name="Line 540">
                  <a:extLst>
                    <a:ext uri="{FF2B5EF4-FFF2-40B4-BE49-F238E27FC236}">
                      <a16:creationId xmlns:a16="http://schemas.microsoft.com/office/drawing/2014/main" id="{24745ACA-C621-03C4-7119-528036CD071E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810" y="3583"/>
                  <a:ext cx="1" cy="148"/>
                </a:xfrm>
                <a:prstGeom prst="line">
                  <a:avLst/>
                </a:prstGeom>
                <a:noFill/>
                <a:ln w="0">
                  <a:solidFill>
                    <a:srgbClr val="0000FF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pPr algn="l" defTabSz="1828800" hangingPunct="1"/>
                  <a:endParaRPr lang="zh-CN" altLang="en-US" sz="3600" b="0" kern="1200">
                    <a:solidFill>
                      <a:prstClr val="black"/>
                    </a:solidFill>
                    <a:latin typeface="等线" panose="020F0502020204030204"/>
                    <a:ea typeface="等线" panose="02010600030101010101" pitchFamily="2" charset="-122"/>
                    <a:cs typeface="+mn-cs"/>
                  </a:endParaRPr>
                </a:p>
              </p:txBody>
            </p:sp>
            <p:sp>
              <p:nvSpPr>
                <p:cNvPr id="1254" name="Freeform 541">
                  <a:extLst>
                    <a:ext uri="{FF2B5EF4-FFF2-40B4-BE49-F238E27FC236}">
                      <a16:creationId xmlns:a16="http://schemas.microsoft.com/office/drawing/2014/main" id="{C8B84129-DC58-C6AE-0DA6-C845ED77C664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4068" y="3033"/>
                  <a:ext cx="8" cy="16"/>
                </a:xfrm>
                <a:custGeom>
                  <a:avLst/>
                  <a:gdLst>
                    <a:gd name="T0" fmla="*/ 0 w 56"/>
                    <a:gd name="T1" fmla="*/ 0 h 113"/>
                    <a:gd name="T2" fmla="*/ 0 w 56"/>
                    <a:gd name="T3" fmla="*/ 0 h 113"/>
                    <a:gd name="T4" fmla="*/ 0 w 56"/>
                    <a:gd name="T5" fmla="*/ 0 h 113"/>
                    <a:gd name="T6" fmla="*/ 0 w 56"/>
                    <a:gd name="T7" fmla="*/ 0 h 113"/>
                    <a:gd name="T8" fmla="*/ 0 w 56"/>
                    <a:gd name="T9" fmla="*/ 0 h 113"/>
                    <a:gd name="T10" fmla="*/ 0 w 56"/>
                    <a:gd name="T11" fmla="*/ 0 h 113"/>
                    <a:gd name="T12" fmla="*/ 0 w 56"/>
                    <a:gd name="T13" fmla="*/ 0 h 113"/>
                    <a:gd name="T14" fmla="*/ 0 w 56"/>
                    <a:gd name="T15" fmla="*/ 0 h 113"/>
                    <a:gd name="T16" fmla="*/ 0 w 56"/>
                    <a:gd name="T17" fmla="*/ 0 h 113"/>
                    <a:gd name="T18" fmla="*/ 0 w 56"/>
                    <a:gd name="T19" fmla="*/ 0 h 113"/>
                    <a:gd name="T20" fmla="*/ 0 w 56"/>
                    <a:gd name="T21" fmla="*/ 0 h 113"/>
                    <a:gd name="T22" fmla="*/ 0 w 56"/>
                    <a:gd name="T23" fmla="*/ 0 h 113"/>
                    <a:gd name="T24" fmla="*/ 0 w 56"/>
                    <a:gd name="T25" fmla="*/ 0 h 113"/>
                    <a:gd name="T26" fmla="*/ 0 w 56"/>
                    <a:gd name="T27" fmla="*/ 0 h 113"/>
                    <a:gd name="T28" fmla="*/ 0 w 56"/>
                    <a:gd name="T29" fmla="*/ 0 h 113"/>
                    <a:gd name="T30" fmla="*/ 0 w 56"/>
                    <a:gd name="T31" fmla="*/ 0 h 113"/>
                    <a:gd name="T32" fmla="*/ 0 w 56"/>
                    <a:gd name="T33" fmla="*/ 0 h 113"/>
                    <a:gd name="T34" fmla="*/ 0 60000 65536"/>
                    <a:gd name="T35" fmla="*/ 0 60000 65536"/>
                    <a:gd name="T36" fmla="*/ 0 60000 65536"/>
                    <a:gd name="T37" fmla="*/ 0 60000 65536"/>
                    <a:gd name="T38" fmla="*/ 0 60000 65536"/>
                    <a:gd name="T39" fmla="*/ 0 60000 65536"/>
                    <a:gd name="T40" fmla="*/ 0 60000 65536"/>
                    <a:gd name="T41" fmla="*/ 0 60000 65536"/>
                    <a:gd name="T42" fmla="*/ 0 60000 65536"/>
                    <a:gd name="T43" fmla="*/ 0 60000 65536"/>
                    <a:gd name="T44" fmla="*/ 0 60000 65536"/>
                    <a:gd name="T45" fmla="*/ 0 60000 65536"/>
                    <a:gd name="T46" fmla="*/ 0 60000 65536"/>
                    <a:gd name="T47" fmla="*/ 0 60000 65536"/>
                    <a:gd name="T48" fmla="*/ 0 60000 65536"/>
                    <a:gd name="T49" fmla="*/ 0 60000 65536"/>
                    <a:gd name="T50" fmla="*/ 0 60000 65536"/>
                    <a:gd name="T51" fmla="*/ 0 w 56"/>
                    <a:gd name="T52" fmla="*/ 0 h 113"/>
                    <a:gd name="T53" fmla="*/ 56 w 56"/>
                    <a:gd name="T54" fmla="*/ 113 h 113"/>
                  </a:gdLst>
                  <a:ahLst/>
                  <a:cxnLst>
                    <a:cxn ang="T34">
                      <a:pos x="T0" y="T1"/>
                    </a:cxn>
                    <a:cxn ang="T35">
                      <a:pos x="T2" y="T3"/>
                    </a:cxn>
                    <a:cxn ang="T36">
                      <a:pos x="T4" y="T5"/>
                    </a:cxn>
                    <a:cxn ang="T37">
                      <a:pos x="T6" y="T7"/>
                    </a:cxn>
                    <a:cxn ang="T38">
                      <a:pos x="T8" y="T9"/>
                    </a:cxn>
                    <a:cxn ang="T39">
                      <a:pos x="T10" y="T11"/>
                    </a:cxn>
                    <a:cxn ang="T40">
                      <a:pos x="T12" y="T13"/>
                    </a:cxn>
                    <a:cxn ang="T41">
                      <a:pos x="T14" y="T15"/>
                    </a:cxn>
                    <a:cxn ang="T42">
                      <a:pos x="T16" y="T17"/>
                    </a:cxn>
                    <a:cxn ang="T43">
                      <a:pos x="T18" y="T19"/>
                    </a:cxn>
                    <a:cxn ang="T44">
                      <a:pos x="T20" y="T21"/>
                    </a:cxn>
                    <a:cxn ang="T45">
                      <a:pos x="T22" y="T23"/>
                    </a:cxn>
                    <a:cxn ang="T46">
                      <a:pos x="T24" y="T25"/>
                    </a:cxn>
                    <a:cxn ang="T47">
                      <a:pos x="T26" y="T27"/>
                    </a:cxn>
                    <a:cxn ang="T48">
                      <a:pos x="T28" y="T29"/>
                    </a:cxn>
                    <a:cxn ang="T49">
                      <a:pos x="T30" y="T31"/>
                    </a:cxn>
                    <a:cxn ang="T50">
                      <a:pos x="T32" y="T33"/>
                    </a:cxn>
                  </a:cxnLst>
                  <a:rect l="T51" t="T52" r="T53" b="T54"/>
                  <a:pathLst>
                    <a:path w="56" h="113">
                      <a:moveTo>
                        <a:pt x="56" y="57"/>
                      </a:moveTo>
                      <a:lnTo>
                        <a:pt x="56" y="113"/>
                      </a:lnTo>
                      <a:lnTo>
                        <a:pt x="43" y="112"/>
                      </a:lnTo>
                      <a:lnTo>
                        <a:pt x="31" y="107"/>
                      </a:lnTo>
                      <a:lnTo>
                        <a:pt x="21" y="101"/>
                      </a:lnTo>
                      <a:lnTo>
                        <a:pt x="12" y="92"/>
                      </a:lnTo>
                      <a:lnTo>
                        <a:pt x="5" y="81"/>
                      </a:lnTo>
                      <a:lnTo>
                        <a:pt x="1" y="69"/>
                      </a:lnTo>
                      <a:lnTo>
                        <a:pt x="0" y="57"/>
                      </a:lnTo>
                      <a:lnTo>
                        <a:pt x="1" y="44"/>
                      </a:lnTo>
                      <a:lnTo>
                        <a:pt x="5" y="32"/>
                      </a:lnTo>
                      <a:lnTo>
                        <a:pt x="12" y="22"/>
                      </a:lnTo>
                      <a:lnTo>
                        <a:pt x="21" y="13"/>
                      </a:lnTo>
                      <a:lnTo>
                        <a:pt x="31" y="6"/>
                      </a:lnTo>
                      <a:lnTo>
                        <a:pt x="43" y="2"/>
                      </a:lnTo>
                      <a:lnTo>
                        <a:pt x="56" y="0"/>
                      </a:lnTo>
                      <a:lnTo>
                        <a:pt x="56" y="57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algn="l" defTabSz="1828800" hangingPunct="1"/>
                  <a:endParaRPr lang="zh-CN" altLang="en-US" sz="3600" b="0" kern="1200">
                    <a:solidFill>
                      <a:prstClr val="black"/>
                    </a:solidFill>
                    <a:latin typeface="等线" panose="020F0502020204030204"/>
                    <a:ea typeface="等线" panose="02010600030101010101" pitchFamily="2" charset="-122"/>
                    <a:cs typeface="+mn-cs"/>
                  </a:endParaRPr>
                </a:p>
              </p:txBody>
            </p:sp>
            <p:sp>
              <p:nvSpPr>
                <p:cNvPr id="1255" name="Freeform 542">
                  <a:extLst>
                    <a:ext uri="{FF2B5EF4-FFF2-40B4-BE49-F238E27FC236}">
                      <a16:creationId xmlns:a16="http://schemas.microsoft.com/office/drawing/2014/main" id="{12626196-5CB9-F5C8-3816-A7DBF29CE484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4068" y="3033"/>
                  <a:ext cx="8" cy="16"/>
                </a:xfrm>
                <a:custGeom>
                  <a:avLst/>
                  <a:gdLst>
                    <a:gd name="T0" fmla="*/ 0 w 56"/>
                    <a:gd name="T1" fmla="*/ 0 h 113"/>
                    <a:gd name="T2" fmla="*/ 0 w 56"/>
                    <a:gd name="T3" fmla="*/ 0 h 113"/>
                    <a:gd name="T4" fmla="*/ 0 w 56"/>
                    <a:gd name="T5" fmla="*/ 0 h 113"/>
                    <a:gd name="T6" fmla="*/ 0 w 56"/>
                    <a:gd name="T7" fmla="*/ 0 h 113"/>
                    <a:gd name="T8" fmla="*/ 0 w 56"/>
                    <a:gd name="T9" fmla="*/ 0 h 113"/>
                    <a:gd name="T10" fmla="*/ 0 w 56"/>
                    <a:gd name="T11" fmla="*/ 0 h 113"/>
                    <a:gd name="T12" fmla="*/ 0 w 56"/>
                    <a:gd name="T13" fmla="*/ 0 h 113"/>
                    <a:gd name="T14" fmla="*/ 0 w 56"/>
                    <a:gd name="T15" fmla="*/ 0 h 113"/>
                    <a:gd name="T16" fmla="*/ 0 w 56"/>
                    <a:gd name="T17" fmla="*/ 0 h 113"/>
                    <a:gd name="T18" fmla="*/ 0 w 56"/>
                    <a:gd name="T19" fmla="*/ 0 h 113"/>
                    <a:gd name="T20" fmla="*/ 0 w 56"/>
                    <a:gd name="T21" fmla="*/ 0 h 113"/>
                    <a:gd name="T22" fmla="*/ 0 w 56"/>
                    <a:gd name="T23" fmla="*/ 0 h 113"/>
                    <a:gd name="T24" fmla="*/ 0 w 56"/>
                    <a:gd name="T25" fmla="*/ 0 h 113"/>
                    <a:gd name="T26" fmla="*/ 0 w 56"/>
                    <a:gd name="T27" fmla="*/ 0 h 113"/>
                    <a:gd name="T28" fmla="*/ 0 w 56"/>
                    <a:gd name="T29" fmla="*/ 0 h 113"/>
                    <a:gd name="T30" fmla="*/ 0 60000 65536"/>
                    <a:gd name="T31" fmla="*/ 0 60000 65536"/>
                    <a:gd name="T32" fmla="*/ 0 60000 65536"/>
                    <a:gd name="T33" fmla="*/ 0 60000 65536"/>
                    <a:gd name="T34" fmla="*/ 0 60000 65536"/>
                    <a:gd name="T35" fmla="*/ 0 60000 65536"/>
                    <a:gd name="T36" fmla="*/ 0 60000 65536"/>
                    <a:gd name="T37" fmla="*/ 0 60000 65536"/>
                    <a:gd name="T38" fmla="*/ 0 60000 65536"/>
                    <a:gd name="T39" fmla="*/ 0 60000 65536"/>
                    <a:gd name="T40" fmla="*/ 0 60000 65536"/>
                    <a:gd name="T41" fmla="*/ 0 60000 65536"/>
                    <a:gd name="T42" fmla="*/ 0 60000 65536"/>
                    <a:gd name="T43" fmla="*/ 0 60000 65536"/>
                    <a:gd name="T44" fmla="*/ 0 60000 65536"/>
                    <a:gd name="T45" fmla="*/ 0 w 56"/>
                    <a:gd name="T46" fmla="*/ 0 h 113"/>
                    <a:gd name="T47" fmla="*/ 56 w 56"/>
                    <a:gd name="T48" fmla="*/ 113 h 113"/>
                  </a:gdLst>
                  <a:ahLst/>
                  <a:cxnLst>
                    <a:cxn ang="T30">
                      <a:pos x="T0" y="T1"/>
                    </a:cxn>
                    <a:cxn ang="T31">
                      <a:pos x="T2" y="T3"/>
                    </a:cxn>
                    <a:cxn ang="T32">
                      <a:pos x="T4" y="T5"/>
                    </a:cxn>
                    <a:cxn ang="T33">
                      <a:pos x="T6" y="T7"/>
                    </a:cxn>
                    <a:cxn ang="T34">
                      <a:pos x="T8" y="T9"/>
                    </a:cxn>
                    <a:cxn ang="T35">
                      <a:pos x="T10" y="T11"/>
                    </a:cxn>
                    <a:cxn ang="T36">
                      <a:pos x="T12" y="T13"/>
                    </a:cxn>
                    <a:cxn ang="T37">
                      <a:pos x="T14" y="T15"/>
                    </a:cxn>
                    <a:cxn ang="T38">
                      <a:pos x="T16" y="T17"/>
                    </a:cxn>
                    <a:cxn ang="T39">
                      <a:pos x="T18" y="T19"/>
                    </a:cxn>
                    <a:cxn ang="T40">
                      <a:pos x="T20" y="T21"/>
                    </a:cxn>
                    <a:cxn ang="T41">
                      <a:pos x="T22" y="T23"/>
                    </a:cxn>
                    <a:cxn ang="T42">
                      <a:pos x="T24" y="T25"/>
                    </a:cxn>
                    <a:cxn ang="T43">
                      <a:pos x="T26" y="T27"/>
                    </a:cxn>
                    <a:cxn ang="T44">
                      <a:pos x="T28" y="T29"/>
                    </a:cxn>
                  </a:cxnLst>
                  <a:rect l="T45" t="T46" r="T47" b="T48"/>
                  <a:pathLst>
                    <a:path w="56" h="113">
                      <a:moveTo>
                        <a:pt x="56" y="113"/>
                      </a:moveTo>
                      <a:lnTo>
                        <a:pt x="43" y="112"/>
                      </a:lnTo>
                      <a:lnTo>
                        <a:pt x="31" y="107"/>
                      </a:lnTo>
                      <a:lnTo>
                        <a:pt x="21" y="101"/>
                      </a:lnTo>
                      <a:lnTo>
                        <a:pt x="12" y="92"/>
                      </a:lnTo>
                      <a:lnTo>
                        <a:pt x="5" y="81"/>
                      </a:lnTo>
                      <a:lnTo>
                        <a:pt x="1" y="69"/>
                      </a:lnTo>
                      <a:lnTo>
                        <a:pt x="0" y="57"/>
                      </a:lnTo>
                      <a:lnTo>
                        <a:pt x="1" y="44"/>
                      </a:lnTo>
                      <a:lnTo>
                        <a:pt x="5" y="32"/>
                      </a:lnTo>
                      <a:lnTo>
                        <a:pt x="12" y="22"/>
                      </a:lnTo>
                      <a:lnTo>
                        <a:pt x="21" y="13"/>
                      </a:lnTo>
                      <a:lnTo>
                        <a:pt x="31" y="6"/>
                      </a:lnTo>
                      <a:lnTo>
                        <a:pt x="43" y="2"/>
                      </a:lnTo>
                      <a:lnTo>
                        <a:pt x="56" y="0"/>
                      </a:lnTo>
                    </a:path>
                  </a:pathLst>
                </a:custGeom>
                <a:noFill/>
                <a:ln w="0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pPr algn="l" defTabSz="1828800" hangingPunct="1"/>
                  <a:endParaRPr lang="zh-CN" altLang="en-US" sz="3600" b="0" kern="1200">
                    <a:solidFill>
                      <a:prstClr val="black"/>
                    </a:solidFill>
                    <a:latin typeface="等线" panose="020F0502020204030204"/>
                    <a:ea typeface="等线" panose="02010600030101010101" pitchFamily="2" charset="-122"/>
                    <a:cs typeface="+mn-cs"/>
                  </a:endParaRPr>
                </a:p>
              </p:txBody>
            </p:sp>
            <p:sp>
              <p:nvSpPr>
                <p:cNvPr id="1256" name="Freeform 543">
                  <a:extLst>
                    <a:ext uri="{FF2B5EF4-FFF2-40B4-BE49-F238E27FC236}">
                      <a16:creationId xmlns:a16="http://schemas.microsoft.com/office/drawing/2014/main" id="{B79F2542-38E3-FCC7-AE75-5A88D91B9DA2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4076" y="3033"/>
                  <a:ext cx="132" cy="16"/>
                </a:xfrm>
                <a:custGeom>
                  <a:avLst/>
                  <a:gdLst>
                    <a:gd name="T0" fmla="*/ 0 w 928"/>
                    <a:gd name="T1" fmla="*/ 0 h 113"/>
                    <a:gd name="T2" fmla="*/ 0 w 928"/>
                    <a:gd name="T3" fmla="*/ 0 h 113"/>
                    <a:gd name="T4" fmla="*/ 0 w 928"/>
                    <a:gd name="T5" fmla="*/ 0 h 113"/>
                    <a:gd name="T6" fmla="*/ 0 w 928"/>
                    <a:gd name="T7" fmla="*/ 0 h 113"/>
                    <a:gd name="T8" fmla="*/ 0 w 928"/>
                    <a:gd name="T9" fmla="*/ 0 h 113"/>
                    <a:gd name="T10" fmla="*/ 0 w 928"/>
                    <a:gd name="T11" fmla="*/ 0 h 113"/>
                    <a:gd name="T12" fmla="*/ 0 w 928"/>
                    <a:gd name="T13" fmla="*/ 0 h 113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928"/>
                    <a:gd name="T22" fmla="*/ 0 h 113"/>
                    <a:gd name="T23" fmla="*/ 928 w 928"/>
                    <a:gd name="T24" fmla="*/ 113 h 113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928" h="113">
                      <a:moveTo>
                        <a:pt x="0" y="0"/>
                      </a:moveTo>
                      <a:lnTo>
                        <a:pt x="0" y="57"/>
                      </a:lnTo>
                      <a:lnTo>
                        <a:pt x="0" y="113"/>
                      </a:lnTo>
                      <a:lnTo>
                        <a:pt x="928" y="113"/>
                      </a:lnTo>
                      <a:lnTo>
                        <a:pt x="928" y="57"/>
                      </a:lnTo>
                      <a:lnTo>
                        <a:pt x="928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algn="l" defTabSz="1828800" hangingPunct="1"/>
                  <a:endParaRPr lang="zh-CN" altLang="en-US" sz="3600" b="0" kern="1200">
                    <a:solidFill>
                      <a:prstClr val="black"/>
                    </a:solidFill>
                    <a:latin typeface="等线" panose="020F0502020204030204"/>
                    <a:ea typeface="等线" panose="02010600030101010101" pitchFamily="2" charset="-122"/>
                    <a:cs typeface="+mn-cs"/>
                  </a:endParaRPr>
                </a:p>
              </p:txBody>
            </p:sp>
            <p:sp>
              <p:nvSpPr>
                <p:cNvPr id="1257" name="Freeform 544">
                  <a:extLst>
                    <a:ext uri="{FF2B5EF4-FFF2-40B4-BE49-F238E27FC236}">
                      <a16:creationId xmlns:a16="http://schemas.microsoft.com/office/drawing/2014/main" id="{CF91FF7B-A0FF-B720-0E0D-BBBF60AB5C73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4076" y="3033"/>
                  <a:ext cx="132" cy="16"/>
                </a:xfrm>
                <a:custGeom>
                  <a:avLst/>
                  <a:gdLst>
                    <a:gd name="T0" fmla="*/ 0 w 928"/>
                    <a:gd name="T1" fmla="*/ 0 h 113"/>
                    <a:gd name="T2" fmla="*/ 0 w 928"/>
                    <a:gd name="T3" fmla="*/ 0 h 113"/>
                    <a:gd name="T4" fmla="*/ 0 w 928"/>
                    <a:gd name="T5" fmla="*/ 0 h 113"/>
                    <a:gd name="T6" fmla="*/ 0 w 928"/>
                    <a:gd name="T7" fmla="*/ 0 h 113"/>
                    <a:gd name="T8" fmla="*/ 0 w 928"/>
                    <a:gd name="T9" fmla="*/ 0 h 113"/>
                    <a:gd name="T10" fmla="*/ 0 w 928"/>
                    <a:gd name="T11" fmla="*/ 0 h 113"/>
                    <a:gd name="T12" fmla="*/ 0 w 928"/>
                    <a:gd name="T13" fmla="*/ 0 h 113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928"/>
                    <a:gd name="T22" fmla="*/ 0 h 113"/>
                    <a:gd name="T23" fmla="*/ 928 w 928"/>
                    <a:gd name="T24" fmla="*/ 113 h 113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928" h="113">
                      <a:moveTo>
                        <a:pt x="0" y="0"/>
                      </a:moveTo>
                      <a:lnTo>
                        <a:pt x="0" y="57"/>
                      </a:lnTo>
                      <a:lnTo>
                        <a:pt x="0" y="113"/>
                      </a:lnTo>
                      <a:lnTo>
                        <a:pt x="928" y="113"/>
                      </a:lnTo>
                      <a:lnTo>
                        <a:pt x="928" y="57"/>
                      </a:lnTo>
                      <a:lnTo>
                        <a:pt x="928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noFill/>
                <a:ln w="0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pPr algn="l" defTabSz="1828800" hangingPunct="1"/>
                  <a:endParaRPr lang="zh-CN" altLang="en-US" sz="3600" b="0" kern="1200">
                    <a:solidFill>
                      <a:prstClr val="black"/>
                    </a:solidFill>
                    <a:latin typeface="等线" panose="020F0502020204030204"/>
                    <a:ea typeface="等线" panose="02010600030101010101" pitchFamily="2" charset="-122"/>
                    <a:cs typeface="+mn-cs"/>
                  </a:endParaRPr>
                </a:p>
              </p:txBody>
            </p:sp>
            <p:sp>
              <p:nvSpPr>
                <p:cNvPr id="1258" name="Freeform 545">
                  <a:extLst>
                    <a:ext uri="{FF2B5EF4-FFF2-40B4-BE49-F238E27FC236}">
                      <a16:creationId xmlns:a16="http://schemas.microsoft.com/office/drawing/2014/main" id="{DBF36316-FC96-3E67-6791-78FEB25F2061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4208" y="3033"/>
                  <a:ext cx="8" cy="16"/>
                </a:xfrm>
                <a:custGeom>
                  <a:avLst/>
                  <a:gdLst>
                    <a:gd name="T0" fmla="*/ 0 w 57"/>
                    <a:gd name="T1" fmla="*/ 0 h 113"/>
                    <a:gd name="T2" fmla="*/ 0 w 57"/>
                    <a:gd name="T3" fmla="*/ 0 h 113"/>
                    <a:gd name="T4" fmla="*/ 0 w 57"/>
                    <a:gd name="T5" fmla="*/ 0 h 113"/>
                    <a:gd name="T6" fmla="*/ 0 w 57"/>
                    <a:gd name="T7" fmla="*/ 0 h 113"/>
                    <a:gd name="T8" fmla="*/ 0 w 57"/>
                    <a:gd name="T9" fmla="*/ 0 h 113"/>
                    <a:gd name="T10" fmla="*/ 0 w 57"/>
                    <a:gd name="T11" fmla="*/ 0 h 113"/>
                    <a:gd name="T12" fmla="*/ 0 w 57"/>
                    <a:gd name="T13" fmla="*/ 0 h 113"/>
                    <a:gd name="T14" fmla="*/ 0 w 57"/>
                    <a:gd name="T15" fmla="*/ 0 h 113"/>
                    <a:gd name="T16" fmla="*/ 0 w 57"/>
                    <a:gd name="T17" fmla="*/ 0 h 113"/>
                    <a:gd name="T18" fmla="*/ 0 w 57"/>
                    <a:gd name="T19" fmla="*/ 0 h 113"/>
                    <a:gd name="T20" fmla="*/ 0 w 57"/>
                    <a:gd name="T21" fmla="*/ 0 h 113"/>
                    <a:gd name="T22" fmla="*/ 0 w 57"/>
                    <a:gd name="T23" fmla="*/ 0 h 113"/>
                    <a:gd name="T24" fmla="*/ 0 w 57"/>
                    <a:gd name="T25" fmla="*/ 0 h 113"/>
                    <a:gd name="T26" fmla="*/ 0 w 57"/>
                    <a:gd name="T27" fmla="*/ 0 h 113"/>
                    <a:gd name="T28" fmla="*/ 0 w 57"/>
                    <a:gd name="T29" fmla="*/ 0 h 113"/>
                    <a:gd name="T30" fmla="*/ 0 w 57"/>
                    <a:gd name="T31" fmla="*/ 0 h 113"/>
                    <a:gd name="T32" fmla="*/ 0 w 57"/>
                    <a:gd name="T33" fmla="*/ 0 h 113"/>
                    <a:gd name="T34" fmla="*/ 0 60000 65536"/>
                    <a:gd name="T35" fmla="*/ 0 60000 65536"/>
                    <a:gd name="T36" fmla="*/ 0 60000 65536"/>
                    <a:gd name="T37" fmla="*/ 0 60000 65536"/>
                    <a:gd name="T38" fmla="*/ 0 60000 65536"/>
                    <a:gd name="T39" fmla="*/ 0 60000 65536"/>
                    <a:gd name="T40" fmla="*/ 0 60000 65536"/>
                    <a:gd name="T41" fmla="*/ 0 60000 65536"/>
                    <a:gd name="T42" fmla="*/ 0 60000 65536"/>
                    <a:gd name="T43" fmla="*/ 0 60000 65536"/>
                    <a:gd name="T44" fmla="*/ 0 60000 65536"/>
                    <a:gd name="T45" fmla="*/ 0 60000 65536"/>
                    <a:gd name="T46" fmla="*/ 0 60000 65536"/>
                    <a:gd name="T47" fmla="*/ 0 60000 65536"/>
                    <a:gd name="T48" fmla="*/ 0 60000 65536"/>
                    <a:gd name="T49" fmla="*/ 0 60000 65536"/>
                    <a:gd name="T50" fmla="*/ 0 60000 65536"/>
                    <a:gd name="T51" fmla="*/ 0 w 57"/>
                    <a:gd name="T52" fmla="*/ 0 h 113"/>
                    <a:gd name="T53" fmla="*/ 57 w 57"/>
                    <a:gd name="T54" fmla="*/ 113 h 113"/>
                  </a:gdLst>
                  <a:ahLst/>
                  <a:cxnLst>
                    <a:cxn ang="T34">
                      <a:pos x="T0" y="T1"/>
                    </a:cxn>
                    <a:cxn ang="T35">
                      <a:pos x="T2" y="T3"/>
                    </a:cxn>
                    <a:cxn ang="T36">
                      <a:pos x="T4" y="T5"/>
                    </a:cxn>
                    <a:cxn ang="T37">
                      <a:pos x="T6" y="T7"/>
                    </a:cxn>
                    <a:cxn ang="T38">
                      <a:pos x="T8" y="T9"/>
                    </a:cxn>
                    <a:cxn ang="T39">
                      <a:pos x="T10" y="T11"/>
                    </a:cxn>
                    <a:cxn ang="T40">
                      <a:pos x="T12" y="T13"/>
                    </a:cxn>
                    <a:cxn ang="T41">
                      <a:pos x="T14" y="T15"/>
                    </a:cxn>
                    <a:cxn ang="T42">
                      <a:pos x="T16" y="T17"/>
                    </a:cxn>
                    <a:cxn ang="T43">
                      <a:pos x="T18" y="T19"/>
                    </a:cxn>
                    <a:cxn ang="T44">
                      <a:pos x="T20" y="T21"/>
                    </a:cxn>
                    <a:cxn ang="T45">
                      <a:pos x="T22" y="T23"/>
                    </a:cxn>
                    <a:cxn ang="T46">
                      <a:pos x="T24" y="T25"/>
                    </a:cxn>
                    <a:cxn ang="T47">
                      <a:pos x="T26" y="T27"/>
                    </a:cxn>
                    <a:cxn ang="T48">
                      <a:pos x="T28" y="T29"/>
                    </a:cxn>
                    <a:cxn ang="T49">
                      <a:pos x="T30" y="T31"/>
                    </a:cxn>
                    <a:cxn ang="T50">
                      <a:pos x="T32" y="T33"/>
                    </a:cxn>
                  </a:cxnLst>
                  <a:rect l="T51" t="T52" r="T53" b="T54"/>
                  <a:pathLst>
                    <a:path w="57" h="113">
                      <a:moveTo>
                        <a:pt x="0" y="57"/>
                      </a:moveTo>
                      <a:lnTo>
                        <a:pt x="0" y="0"/>
                      </a:lnTo>
                      <a:lnTo>
                        <a:pt x="12" y="2"/>
                      </a:lnTo>
                      <a:lnTo>
                        <a:pt x="25" y="6"/>
                      </a:lnTo>
                      <a:lnTo>
                        <a:pt x="35" y="13"/>
                      </a:lnTo>
                      <a:lnTo>
                        <a:pt x="44" y="22"/>
                      </a:lnTo>
                      <a:lnTo>
                        <a:pt x="50" y="32"/>
                      </a:lnTo>
                      <a:lnTo>
                        <a:pt x="55" y="44"/>
                      </a:lnTo>
                      <a:lnTo>
                        <a:pt x="57" y="57"/>
                      </a:lnTo>
                      <a:lnTo>
                        <a:pt x="55" y="69"/>
                      </a:lnTo>
                      <a:lnTo>
                        <a:pt x="50" y="81"/>
                      </a:lnTo>
                      <a:lnTo>
                        <a:pt x="44" y="92"/>
                      </a:lnTo>
                      <a:lnTo>
                        <a:pt x="35" y="101"/>
                      </a:lnTo>
                      <a:lnTo>
                        <a:pt x="25" y="107"/>
                      </a:lnTo>
                      <a:lnTo>
                        <a:pt x="12" y="112"/>
                      </a:lnTo>
                      <a:lnTo>
                        <a:pt x="0" y="113"/>
                      </a:lnTo>
                      <a:lnTo>
                        <a:pt x="0" y="57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algn="l" defTabSz="1828800" hangingPunct="1"/>
                  <a:endParaRPr lang="zh-CN" altLang="en-US" sz="3600" b="0" kern="1200">
                    <a:solidFill>
                      <a:prstClr val="black"/>
                    </a:solidFill>
                    <a:latin typeface="等线" panose="020F0502020204030204"/>
                    <a:ea typeface="等线" panose="02010600030101010101" pitchFamily="2" charset="-122"/>
                    <a:cs typeface="+mn-cs"/>
                  </a:endParaRPr>
                </a:p>
              </p:txBody>
            </p:sp>
            <p:sp>
              <p:nvSpPr>
                <p:cNvPr id="1259" name="Freeform 546">
                  <a:extLst>
                    <a:ext uri="{FF2B5EF4-FFF2-40B4-BE49-F238E27FC236}">
                      <a16:creationId xmlns:a16="http://schemas.microsoft.com/office/drawing/2014/main" id="{1D5FB95B-FED0-EBE6-10C5-2EF6ABC9C37F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4208" y="3033"/>
                  <a:ext cx="8" cy="16"/>
                </a:xfrm>
                <a:custGeom>
                  <a:avLst/>
                  <a:gdLst>
                    <a:gd name="T0" fmla="*/ 0 w 57"/>
                    <a:gd name="T1" fmla="*/ 0 h 113"/>
                    <a:gd name="T2" fmla="*/ 0 w 57"/>
                    <a:gd name="T3" fmla="*/ 0 h 113"/>
                    <a:gd name="T4" fmla="*/ 0 w 57"/>
                    <a:gd name="T5" fmla="*/ 0 h 113"/>
                    <a:gd name="T6" fmla="*/ 0 w 57"/>
                    <a:gd name="T7" fmla="*/ 0 h 113"/>
                    <a:gd name="T8" fmla="*/ 0 w 57"/>
                    <a:gd name="T9" fmla="*/ 0 h 113"/>
                    <a:gd name="T10" fmla="*/ 0 w 57"/>
                    <a:gd name="T11" fmla="*/ 0 h 113"/>
                    <a:gd name="T12" fmla="*/ 0 w 57"/>
                    <a:gd name="T13" fmla="*/ 0 h 113"/>
                    <a:gd name="T14" fmla="*/ 0 w 57"/>
                    <a:gd name="T15" fmla="*/ 0 h 113"/>
                    <a:gd name="T16" fmla="*/ 0 w 57"/>
                    <a:gd name="T17" fmla="*/ 0 h 113"/>
                    <a:gd name="T18" fmla="*/ 0 w 57"/>
                    <a:gd name="T19" fmla="*/ 0 h 113"/>
                    <a:gd name="T20" fmla="*/ 0 w 57"/>
                    <a:gd name="T21" fmla="*/ 0 h 113"/>
                    <a:gd name="T22" fmla="*/ 0 w 57"/>
                    <a:gd name="T23" fmla="*/ 0 h 113"/>
                    <a:gd name="T24" fmla="*/ 0 w 57"/>
                    <a:gd name="T25" fmla="*/ 0 h 113"/>
                    <a:gd name="T26" fmla="*/ 0 w 57"/>
                    <a:gd name="T27" fmla="*/ 0 h 113"/>
                    <a:gd name="T28" fmla="*/ 0 w 57"/>
                    <a:gd name="T29" fmla="*/ 0 h 113"/>
                    <a:gd name="T30" fmla="*/ 0 60000 65536"/>
                    <a:gd name="T31" fmla="*/ 0 60000 65536"/>
                    <a:gd name="T32" fmla="*/ 0 60000 65536"/>
                    <a:gd name="T33" fmla="*/ 0 60000 65536"/>
                    <a:gd name="T34" fmla="*/ 0 60000 65536"/>
                    <a:gd name="T35" fmla="*/ 0 60000 65536"/>
                    <a:gd name="T36" fmla="*/ 0 60000 65536"/>
                    <a:gd name="T37" fmla="*/ 0 60000 65536"/>
                    <a:gd name="T38" fmla="*/ 0 60000 65536"/>
                    <a:gd name="T39" fmla="*/ 0 60000 65536"/>
                    <a:gd name="T40" fmla="*/ 0 60000 65536"/>
                    <a:gd name="T41" fmla="*/ 0 60000 65536"/>
                    <a:gd name="T42" fmla="*/ 0 60000 65536"/>
                    <a:gd name="T43" fmla="*/ 0 60000 65536"/>
                    <a:gd name="T44" fmla="*/ 0 60000 65536"/>
                    <a:gd name="T45" fmla="*/ 0 w 57"/>
                    <a:gd name="T46" fmla="*/ 0 h 113"/>
                    <a:gd name="T47" fmla="*/ 57 w 57"/>
                    <a:gd name="T48" fmla="*/ 113 h 113"/>
                  </a:gdLst>
                  <a:ahLst/>
                  <a:cxnLst>
                    <a:cxn ang="T30">
                      <a:pos x="T0" y="T1"/>
                    </a:cxn>
                    <a:cxn ang="T31">
                      <a:pos x="T2" y="T3"/>
                    </a:cxn>
                    <a:cxn ang="T32">
                      <a:pos x="T4" y="T5"/>
                    </a:cxn>
                    <a:cxn ang="T33">
                      <a:pos x="T6" y="T7"/>
                    </a:cxn>
                    <a:cxn ang="T34">
                      <a:pos x="T8" y="T9"/>
                    </a:cxn>
                    <a:cxn ang="T35">
                      <a:pos x="T10" y="T11"/>
                    </a:cxn>
                    <a:cxn ang="T36">
                      <a:pos x="T12" y="T13"/>
                    </a:cxn>
                    <a:cxn ang="T37">
                      <a:pos x="T14" y="T15"/>
                    </a:cxn>
                    <a:cxn ang="T38">
                      <a:pos x="T16" y="T17"/>
                    </a:cxn>
                    <a:cxn ang="T39">
                      <a:pos x="T18" y="T19"/>
                    </a:cxn>
                    <a:cxn ang="T40">
                      <a:pos x="T20" y="T21"/>
                    </a:cxn>
                    <a:cxn ang="T41">
                      <a:pos x="T22" y="T23"/>
                    </a:cxn>
                    <a:cxn ang="T42">
                      <a:pos x="T24" y="T25"/>
                    </a:cxn>
                    <a:cxn ang="T43">
                      <a:pos x="T26" y="T27"/>
                    </a:cxn>
                    <a:cxn ang="T44">
                      <a:pos x="T28" y="T29"/>
                    </a:cxn>
                  </a:cxnLst>
                  <a:rect l="T45" t="T46" r="T47" b="T48"/>
                  <a:pathLst>
                    <a:path w="57" h="113">
                      <a:moveTo>
                        <a:pt x="0" y="0"/>
                      </a:moveTo>
                      <a:lnTo>
                        <a:pt x="12" y="2"/>
                      </a:lnTo>
                      <a:lnTo>
                        <a:pt x="25" y="6"/>
                      </a:lnTo>
                      <a:lnTo>
                        <a:pt x="35" y="13"/>
                      </a:lnTo>
                      <a:lnTo>
                        <a:pt x="44" y="22"/>
                      </a:lnTo>
                      <a:lnTo>
                        <a:pt x="50" y="32"/>
                      </a:lnTo>
                      <a:lnTo>
                        <a:pt x="55" y="44"/>
                      </a:lnTo>
                      <a:lnTo>
                        <a:pt x="57" y="57"/>
                      </a:lnTo>
                      <a:lnTo>
                        <a:pt x="55" y="69"/>
                      </a:lnTo>
                      <a:lnTo>
                        <a:pt x="50" y="81"/>
                      </a:lnTo>
                      <a:lnTo>
                        <a:pt x="44" y="92"/>
                      </a:lnTo>
                      <a:lnTo>
                        <a:pt x="35" y="101"/>
                      </a:lnTo>
                      <a:lnTo>
                        <a:pt x="25" y="107"/>
                      </a:lnTo>
                      <a:lnTo>
                        <a:pt x="12" y="112"/>
                      </a:lnTo>
                      <a:lnTo>
                        <a:pt x="0" y="113"/>
                      </a:lnTo>
                    </a:path>
                  </a:pathLst>
                </a:custGeom>
                <a:noFill/>
                <a:ln w="0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pPr algn="l" defTabSz="1828800" hangingPunct="1"/>
                  <a:endParaRPr lang="zh-CN" altLang="en-US" sz="3600" b="0" kern="1200">
                    <a:solidFill>
                      <a:prstClr val="black"/>
                    </a:solidFill>
                    <a:latin typeface="等线" panose="020F0502020204030204"/>
                    <a:ea typeface="等线" panose="02010600030101010101" pitchFamily="2" charset="-122"/>
                    <a:cs typeface="+mn-cs"/>
                  </a:endParaRPr>
                </a:p>
              </p:txBody>
            </p:sp>
            <p:sp>
              <p:nvSpPr>
                <p:cNvPr id="1260" name="Freeform 547">
                  <a:extLst>
                    <a:ext uri="{FF2B5EF4-FFF2-40B4-BE49-F238E27FC236}">
                      <a16:creationId xmlns:a16="http://schemas.microsoft.com/office/drawing/2014/main" id="{C66098A7-2402-4DB3-3471-7B63A6D810D8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897" y="3398"/>
                  <a:ext cx="15" cy="14"/>
                </a:xfrm>
                <a:custGeom>
                  <a:avLst/>
                  <a:gdLst>
                    <a:gd name="T0" fmla="*/ 0 w 108"/>
                    <a:gd name="T1" fmla="*/ 0 h 81"/>
                    <a:gd name="T2" fmla="*/ 0 w 108"/>
                    <a:gd name="T3" fmla="*/ 0 h 81"/>
                    <a:gd name="T4" fmla="*/ 0 w 108"/>
                    <a:gd name="T5" fmla="*/ 0 h 81"/>
                    <a:gd name="T6" fmla="*/ 0 w 108"/>
                    <a:gd name="T7" fmla="*/ 0 h 81"/>
                    <a:gd name="T8" fmla="*/ 0 w 108"/>
                    <a:gd name="T9" fmla="*/ 0 h 81"/>
                    <a:gd name="T10" fmla="*/ 0 w 108"/>
                    <a:gd name="T11" fmla="*/ 0 h 81"/>
                    <a:gd name="T12" fmla="*/ 0 w 108"/>
                    <a:gd name="T13" fmla="*/ 0 h 81"/>
                    <a:gd name="T14" fmla="*/ 0 w 108"/>
                    <a:gd name="T15" fmla="*/ 0 h 81"/>
                    <a:gd name="T16" fmla="*/ 0 w 108"/>
                    <a:gd name="T17" fmla="*/ 0 h 81"/>
                    <a:gd name="T18" fmla="*/ 0 w 108"/>
                    <a:gd name="T19" fmla="*/ 0 h 81"/>
                    <a:gd name="T20" fmla="*/ 0 w 108"/>
                    <a:gd name="T21" fmla="*/ 0 h 81"/>
                    <a:gd name="T22" fmla="*/ 0 w 108"/>
                    <a:gd name="T23" fmla="*/ 0 h 81"/>
                    <a:gd name="T24" fmla="*/ 0 w 108"/>
                    <a:gd name="T25" fmla="*/ 0 h 81"/>
                    <a:gd name="T26" fmla="*/ 0 w 108"/>
                    <a:gd name="T27" fmla="*/ 0 h 81"/>
                    <a:gd name="T28" fmla="*/ 0 w 108"/>
                    <a:gd name="T29" fmla="*/ 0 h 81"/>
                    <a:gd name="T30" fmla="*/ 0 w 108"/>
                    <a:gd name="T31" fmla="*/ 0 h 81"/>
                    <a:gd name="T32" fmla="*/ 0 w 108"/>
                    <a:gd name="T33" fmla="*/ 0 h 81"/>
                    <a:gd name="T34" fmla="*/ 0 60000 65536"/>
                    <a:gd name="T35" fmla="*/ 0 60000 65536"/>
                    <a:gd name="T36" fmla="*/ 0 60000 65536"/>
                    <a:gd name="T37" fmla="*/ 0 60000 65536"/>
                    <a:gd name="T38" fmla="*/ 0 60000 65536"/>
                    <a:gd name="T39" fmla="*/ 0 60000 65536"/>
                    <a:gd name="T40" fmla="*/ 0 60000 65536"/>
                    <a:gd name="T41" fmla="*/ 0 60000 65536"/>
                    <a:gd name="T42" fmla="*/ 0 60000 65536"/>
                    <a:gd name="T43" fmla="*/ 0 60000 65536"/>
                    <a:gd name="T44" fmla="*/ 0 60000 65536"/>
                    <a:gd name="T45" fmla="*/ 0 60000 65536"/>
                    <a:gd name="T46" fmla="*/ 0 60000 65536"/>
                    <a:gd name="T47" fmla="*/ 0 60000 65536"/>
                    <a:gd name="T48" fmla="*/ 0 60000 65536"/>
                    <a:gd name="T49" fmla="*/ 0 60000 65536"/>
                    <a:gd name="T50" fmla="*/ 0 60000 65536"/>
                    <a:gd name="T51" fmla="*/ 0 w 108"/>
                    <a:gd name="T52" fmla="*/ 0 h 81"/>
                    <a:gd name="T53" fmla="*/ 108 w 108"/>
                    <a:gd name="T54" fmla="*/ 81 h 81"/>
                  </a:gdLst>
                  <a:ahLst/>
                  <a:cxnLst>
                    <a:cxn ang="T34">
                      <a:pos x="T0" y="T1"/>
                    </a:cxn>
                    <a:cxn ang="T35">
                      <a:pos x="T2" y="T3"/>
                    </a:cxn>
                    <a:cxn ang="T36">
                      <a:pos x="T4" y="T5"/>
                    </a:cxn>
                    <a:cxn ang="T37">
                      <a:pos x="T6" y="T7"/>
                    </a:cxn>
                    <a:cxn ang="T38">
                      <a:pos x="T8" y="T9"/>
                    </a:cxn>
                    <a:cxn ang="T39">
                      <a:pos x="T10" y="T11"/>
                    </a:cxn>
                    <a:cxn ang="T40">
                      <a:pos x="T12" y="T13"/>
                    </a:cxn>
                    <a:cxn ang="T41">
                      <a:pos x="T14" y="T15"/>
                    </a:cxn>
                    <a:cxn ang="T42">
                      <a:pos x="T16" y="T17"/>
                    </a:cxn>
                    <a:cxn ang="T43">
                      <a:pos x="T18" y="T19"/>
                    </a:cxn>
                    <a:cxn ang="T44">
                      <a:pos x="T20" y="T21"/>
                    </a:cxn>
                    <a:cxn ang="T45">
                      <a:pos x="T22" y="T23"/>
                    </a:cxn>
                    <a:cxn ang="T46">
                      <a:pos x="T24" y="T25"/>
                    </a:cxn>
                    <a:cxn ang="T47">
                      <a:pos x="T26" y="T27"/>
                    </a:cxn>
                    <a:cxn ang="T48">
                      <a:pos x="T28" y="T29"/>
                    </a:cxn>
                    <a:cxn ang="T49">
                      <a:pos x="T30" y="T31"/>
                    </a:cxn>
                    <a:cxn ang="T50">
                      <a:pos x="T32" y="T33"/>
                    </a:cxn>
                  </a:cxnLst>
                  <a:rect l="T51" t="T52" r="T53" b="T54"/>
                  <a:pathLst>
                    <a:path w="108" h="81">
                      <a:moveTo>
                        <a:pt x="57" y="24"/>
                      </a:moveTo>
                      <a:lnTo>
                        <a:pt x="108" y="49"/>
                      </a:lnTo>
                      <a:lnTo>
                        <a:pt x="101" y="59"/>
                      </a:lnTo>
                      <a:lnTo>
                        <a:pt x="92" y="68"/>
                      </a:lnTo>
                      <a:lnTo>
                        <a:pt x="81" y="75"/>
                      </a:lnTo>
                      <a:lnTo>
                        <a:pt x="70" y="79"/>
                      </a:lnTo>
                      <a:lnTo>
                        <a:pt x="57" y="81"/>
                      </a:lnTo>
                      <a:lnTo>
                        <a:pt x="44" y="79"/>
                      </a:lnTo>
                      <a:lnTo>
                        <a:pt x="32" y="76"/>
                      </a:lnTo>
                      <a:lnTo>
                        <a:pt x="22" y="69"/>
                      </a:lnTo>
                      <a:lnTo>
                        <a:pt x="13" y="60"/>
                      </a:lnTo>
                      <a:lnTo>
                        <a:pt x="6" y="49"/>
                      </a:lnTo>
                      <a:lnTo>
                        <a:pt x="2" y="38"/>
                      </a:lnTo>
                      <a:lnTo>
                        <a:pt x="0" y="24"/>
                      </a:lnTo>
                      <a:lnTo>
                        <a:pt x="2" y="12"/>
                      </a:lnTo>
                      <a:lnTo>
                        <a:pt x="5" y="0"/>
                      </a:lnTo>
                      <a:lnTo>
                        <a:pt x="57" y="24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algn="l" defTabSz="1828800" hangingPunct="1"/>
                  <a:endParaRPr lang="zh-CN" altLang="en-US" sz="3600" b="0" kern="1200">
                    <a:solidFill>
                      <a:prstClr val="black"/>
                    </a:solidFill>
                    <a:latin typeface="等线" panose="020F0502020204030204"/>
                    <a:ea typeface="等线" panose="02010600030101010101" pitchFamily="2" charset="-122"/>
                    <a:cs typeface="+mn-cs"/>
                  </a:endParaRPr>
                </a:p>
              </p:txBody>
            </p:sp>
            <p:sp>
              <p:nvSpPr>
                <p:cNvPr id="1261" name="Freeform 548">
                  <a:extLst>
                    <a:ext uri="{FF2B5EF4-FFF2-40B4-BE49-F238E27FC236}">
                      <a16:creationId xmlns:a16="http://schemas.microsoft.com/office/drawing/2014/main" id="{80E6A717-6395-B309-BBC3-FC49B4CBA616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897" y="3398"/>
                  <a:ext cx="15" cy="14"/>
                </a:xfrm>
                <a:custGeom>
                  <a:avLst/>
                  <a:gdLst>
                    <a:gd name="T0" fmla="*/ 0 w 108"/>
                    <a:gd name="T1" fmla="*/ 0 h 81"/>
                    <a:gd name="T2" fmla="*/ 0 w 108"/>
                    <a:gd name="T3" fmla="*/ 0 h 81"/>
                    <a:gd name="T4" fmla="*/ 0 w 108"/>
                    <a:gd name="T5" fmla="*/ 0 h 81"/>
                    <a:gd name="T6" fmla="*/ 0 w 108"/>
                    <a:gd name="T7" fmla="*/ 0 h 81"/>
                    <a:gd name="T8" fmla="*/ 0 w 108"/>
                    <a:gd name="T9" fmla="*/ 0 h 81"/>
                    <a:gd name="T10" fmla="*/ 0 w 108"/>
                    <a:gd name="T11" fmla="*/ 0 h 81"/>
                    <a:gd name="T12" fmla="*/ 0 w 108"/>
                    <a:gd name="T13" fmla="*/ 0 h 81"/>
                    <a:gd name="T14" fmla="*/ 0 w 108"/>
                    <a:gd name="T15" fmla="*/ 0 h 81"/>
                    <a:gd name="T16" fmla="*/ 0 w 108"/>
                    <a:gd name="T17" fmla="*/ 0 h 81"/>
                    <a:gd name="T18" fmla="*/ 0 w 108"/>
                    <a:gd name="T19" fmla="*/ 0 h 81"/>
                    <a:gd name="T20" fmla="*/ 0 w 108"/>
                    <a:gd name="T21" fmla="*/ 0 h 81"/>
                    <a:gd name="T22" fmla="*/ 0 w 108"/>
                    <a:gd name="T23" fmla="*/ 0 h 81"/>
                    <a:gd name="T24" fmla="*/ 0 w 108"/>
                    <a:gd name="T25" fmla="*/ 0 h 81"/>
                    <a:gd name="T26" fmla="*/ 0 w 108"/>
                    <a:gd name="T27" fmla="*/ 0 h 81"/>
                    <a:gd name="T28" fmla="*/ 0 w 108"/>
                    <a:gd name="T29" fmla="*/ 0 h 81"/>
                    <a:gd name="T30" fmla="*/ 0 60000 65536"/>
                    <a:gd name="T31" fmla="*/ 0 60000 65536"/>
                    <a:gd name="T32" fmla="*/ 0 60000 65536"/>
                    <a:gd name="T33" fmla="*/ 0 60000 65536"/>
                    <a:gd name="T34" fmla="*/ 0 60000 65536"/>
                    <a:gd name="T35" fmla="*/ 0 60000 65536"/>
                    <a:gd name="T36" fmla="*/ 0 60000 65536"/>
                    <a:gd name="T37" fmla="*/ 0 60000 65536"/>
                    <a:gd name="T38" fmla="*/ 0 60000 65536"/>
                    <a:gd name="T39" fmla="*/ 0 60000 65536"/>
                    <a:gd name="T40" fmla="*/ 0 60000 65536"/>
                    <a:gd name="T41" fmla="*/ 0 60000 65536"/>
                    <a:gd name="T42" fmla="*/ 0 60000 65536"/>
                    <a:gd name="T43" fmla="*/ 0 60000 65536"/>
                    <a:gd name="T44" fmla="*/ 0 60000 65536"/>
                    <a:gd name="T45" fmla="*/ 0 w 108"/>
                    <a:gd name="T46" fmla="*/ 0 h 81"/>
                    <a:gd name="T47" fmla="*/ 108 w 108"/>
                    <a:gd name="T48" fmla="*/ 81 h 81"/>
                  </a:gdLst>
                  <a:ahLst/>
                  <a:cxnLst>
                    <a:cxn ang="T30">
                      <a:pos x="T0" y="T1"/>
                    </a:cxn>
                    <a:cxn ang="T31">
                      <a:pos x="T2" y="T3"/>
                    </a:cxn>
                    <a:cxn ang="T32">
                      <a:pos x="T4" y="T5"/>
                    </a:cxn>
                    <a:cxn ang="T33">
                      <a:pos x="T6" y="T7"/>
                    </a:cxn>
                    <a:cxn ang="T34">
                      <a:pos x="T8" y="T9"/>
                    </a:cxn>
                    <a:cxn ang="T35">
                      <a:pos x="T10" y="T11"/>
                    </a:cxn>
                    <a:cxn ang="T36">
                      <a:pos x="T12" y="T13"/>
                    </a:cxn>
                    <a:cxn ang="T37">
                      <a:pos x="T14" y="T15"/>
                    </a:cxn>
                    <a:cxn ang="T38">
                      <a:pos x="T16" y="T17"/>
                    </a:cxn>
                    <a:cxn ang="T39">
                      <a:pos x="T18" y="T19"/>
                    </a:cxn>
                    <a:cxn ang="T40">
                      <a:pos x="T20" y="T21"/>
                    </a:cxn>
                    <a:cxn ang="T41">
                      <a:pos x="T22" y="T23"/>
                    </a:cxn>
                    <a:cxn ang="T42">
                      <a:pos x="T24" y="T25"/>
                    </a:cxn>
                    <a:cxn ang="T43">
                      <a:pos x="T26" y="T27"/>
                    </a:cxn>
                    <a:cxn ang="T44">
                      <a:pos x="T28" y="T29"/>
                    </a:cxn>
                  </a:cxnLst>
                  <a:rect l="T45" t="T46" r="T47" b="T48"/>
                  <a:pathLst>
                    <a:path w="108" h="81">
                      <a:moveTo>
                        <a:pt x="108" y="49"/>
                      </a:moveTo>
                      <a:lnTo>
                        <a:pt x="101" y="59"/>
                      </a:lnTo>
                      <a:lnTo>
                        <a:pt x="92" y="68"/>
                      </a:lnTo>
                      <a:lnTo>
                        <a:pt x="81" y="75"/>
                      </a:lnTo>
                      <a:lnTo>
                        <a:pt x="70" y="79"/>
                      </a:lnTo>
                      <a:lnTo>
                        <a:pt x="57" y="81"/>
                      </a:lnTo>
                      <a:lnTo>
                        <a:pt x="44" y="79"/>
                      </a:lnTo>
                      <a:lnTo>
                        <a:pt x="32" y="76"/>
                      </a:lnTo>
                      <a:lnTo>
                        <a:pt x="22" y="69"/>
                      </a:lnTo>
                      <a:lnTo>
                        <a:pt x="13" y="60"/>
                      </a:lnTo>
                      <a:lnTo>
                        <a:pt x="6" y="49"/>
                      </a:lnTo>
                      <a:lnTo>
                        <a:pt x="2" y="38"/>
                      </a:lnTo>
                      <a:lnTo>
                        <a:pt x="0" y="24"/>
                      </a:lnTo>
                      <a:lnTo>
                        <a:pt x="2" y="12"/>
                      </a:lnTo>
                      <a:lnTo>
                        <a:pt x="5" y="0"/>
                      </a:lnTo>
                    </a:path>
                  </a:pathLst>
                </a:custGeom>
                <a:noFill/>
                <a:ln w="0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pPr algn="l" defTabSz="1828800" hangingPunct="1"/>
                  <a:endParaRPr lang="zh-CN" altLang="en-US" sz="3600" b="0" kern="1200">
                    <a:solidFill>
                      <a:prstClr val="black"/>
                    </a:solidFill>
                    <a:latin typeface="等线" panose="020F0502020204030204"/>
                    <a:ea typeface="等线" panose="02010600030101010101" pitchFamily="2" charset="-122"/>
                    <a:cs typeface="+mn-cs"/>
                  </a:endParaRPr>
                </a:p>
              </p:txBody>
            </p:sp>
            <p:sp>
              <p:nvSpPr>
                <p:cNvPr id="1262" name="Freeform 549">
                  <a:extLst>
                    <a:ext uri="{FF2B5EF4-FFF2-40B4-BE49-F238E27FC236}">
                      <a16:creationId xmlns:a16="http://schemas.microsoft.com/office/drawing/2014/main" id="{301FFBD1-7F81-EA3C-AE7E-FB7BF260A265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897" y="3037"/>
                  <a:ext cx="186" cy="368"/>
                </a:xfrm>
                <a:custGeom>
                  <a:avLst/>
                  <a:gdLst>
                    <a:gd name="T0" fmla="*/ 0 w 1298"/>
                    <a:gd name="T1" fmla="*/ 0 h 2573"/>
                    <a:gd name="T2" fmla="*/ 0 w 1298"/>
                    <a:gd name="T3" fmla="*/ 0 h 2573"/>
                    <a:gd name="T4" fmla="*/ 0 w 1298"/>
                    <a:gd name="T5" fmla="*/ 0 h 2573"/>
                    <a:gd name="T6" fmla="*/ 0 w 1298"/>
                    <a:gd name="T7" fmla="*/ 0 h 2573"/>
                    <a:gd name="T8" fmla="*/ 0 w 1298"/>
                    <a:gd name="T9" fmla="*/ 0 h 2573"/>
                    <a:gd name="T10" fmla="*/ 0 w 1298"/>
                    <a:gd name="T11" fmla="*/ 0 h 2573"/>
                    <a:gd name="T12" fmla="*/ 0 w 1298"/>
                    <a:gd name="T13" fmla="*/ 0 h 2573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1298"/>
                    <a:gd name="T22" fmla="*/ 0 h 2573"/>
                    <a:gd name="T23" fmla="*/ 1298 w 1298"/>
                    <a:gd name="T24" fmla="*/ 2573 h 2573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1298" h="2573">
                      <a:moveTo>
                        <a:pt x="0" y="2524"/>
                      </a:moveTo>
                      <a:lnTo>
                        <a:pt x="52" y="2548"/>
                      </a:lnTo>
                      <a:lnTo>
                        <a:pt x="103" y="2573"/>
                      </a:lnTo>
                      <a:lnTo>
                        <a:pt x="1298" y="49"/>
                      </a:lnTo>
                      <a:lnTo>
                        <a:pt x="1247" y="25"/>
                      </a:lnTo>
                      <a:lnTo>
                        <a:pt x="1195" y="0"/>
                      </a:lnTo>
                      <a:lnTo>
                        <a:pt x="0" y="2524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algn="l" defTabSz="1828800" hangingPunct="1"/>
                  <a:endParaRPr lang="zh-CN" altLang="en-US" sz="3600" b="0" kern="1200">
                    <a:solidFill>
                      <a:prstClr val="black"/>
                    </a:solidFill>
                    <a:latin typeface="等线" panose="020F0502020204030204"/>
                    <a:ea typeface="等线" panose="02010600030101010101" pitchFamily="2" charset="-122"/>
                    <a:cs typeface="+mn-cs"/>
                  </a:endParaRPr>
                </a:p>
              </p:txBody>
            </p:sp>
            <p:sp>
              <p:nvSpPr>
                <p:cNvPr id="1263" name="Freeform 550">
                  <a:extLst>
                    <a:ext uri="{FF2B5EF4-FFF2-40B4-BE49-F238E27FC236}">
                      <a16:creationId xmlns:a16="http://schemas.microsoft.com/office/drawing/2014/main" id="{5C7628A7-600F-C426-9AB4-7788206F20DB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897" y="3037"/>
                  <a:ext cx="186" cy="368"/>
                </a:xfrm>
                <a:custGeom>
                  <a:avLst/>
                  <a:gdLst>
                    <a:gd name="T0" fmla="*/ 0 w 1298"/>
                    <a:gd name="T1" fmla="*/ 0 h 2573"/>
                    <a:gd name="T2" fmla="*/ 0 w 1298"/>
                    <a:gd name="T3" fmla="*/ 0 h 2573"/>
                    <a:gd name="T4" fmla="*/ 0 w 1298"/>
                    <a:gd name="T5" fmla="*/ 0 h 2573"/>
                    <a:gd name="T6" fmla="*/ 0 w 1298"/>
                    <a:gd name="T7" fmla="*/ 0 h 2573"/>
                    <a:gd name="T8" fmla="*/ 0 w 1298"/>
                    <a:gd name="T9" fmla="*/ 0 h 2573"/>
                    <a:gd name="T10" fmla="*/ 0 w 1298"/>
                    <a:gd name="T11" fmla="*/ 0 h 2573"/>
                    <a:gd name="T12" fmla="*/ 0 w 1298"/>
                    <a:gd name="T13" fmla="*/ 0 h 2573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1298"/>
                    <a:gd name="T22" fmla="*/ 0 h 2573"/>
                    <a:gd name="T23" fmla="*/ 1298 w 1298"/>
                    <a:gd name="T24" fmla="*/ 2573 h 2573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1298" h="2573">
                      <a:moveTo>
                        <a:pt x="0" y="2524"/>
                      </a:moveTo>
                      <a:lnTo>
                        <a:pt x="52" y="2548"/>
                      </a:lnTo>
                      <a:lnTo>
                        <a:pt x="103" y="2573"/>
                      </a:lnTo>
                      <a:lnTo>
                        <a:pt x="1298" y="49"/>
                      </a:lnTo>
                      <a:lnTo>
                        <a:pt x="1247" y="25"/>
                      </a:lnTo>
                      <a:lnTo>
                        <a:pt x="1195" y="0"/>
                      </a:lnTo>
                      <a:lnTo>
                        <a:pt x="0" y="2524"/>
                      </a:lnTo>
                      <a:close/>
                    </a:path>
                  </a:pathLst>
                </a:custGeom>
                <a:noFill/>
                <a:ln w="0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pPr algn="l" defTabSz="1828800" hangingPunct="1"/>
                  <a:endParaRPr lang="zh-CN" altLang="en-US" sz="3600" b="0" kern="1200">
                    <a:solidFill>
                      <a:prstClr val="black"/>
                    </a:solidFill>
                    <a:latin typeface="等线" panose="020F0502020204030204"/>
                    <a:ea typeface="等线" panose="02010600030101010101" pitchFamily="2" charset="-122"/>
                    <a:cs typeface="+mn-cs"/>
                  </a:endParaRPr>
                </a:p>
              </p:txBody>
            </p:sp>
            <p:sp>
              <p:nvSpPr>
                <p:cNvPr id="1264" name="Freeform 551">
                  <a:extLst>
                    <a:ext uri="{FF2B5EF4-FFF2-40B4-BE49-F238E27FC236}">
                      <a16:creationId xmlns:a16="http://schemas.microsoft.com/office/drawing/2014/main" id="{43CDFE1C-C0B2-0DF6-8379-45CD7CD31A64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4068" y="3033"/>
                  <a:ext cx="16" cy="11"/>
                </a:xfrm>
                <a:custGeom>
                  <a:avLst/>
                  <a:gdLst>
                    <a:gd name="T0" fmla="*/ 0 w 108"/>
                    <a:gd name="T1" fmla="*/ 0 h 80"/>
                    <a:gd name="T2" fmla="*/ 0 w 108"/>
                    <a:gd name="T3" fmla="*/ 0 h 80"/>
                    <a:gd name="T4" fmla="*/ 0 w 108"/>
                    <a:gd name="T5" fmla="*/ 0 h 80"/>
                    <a:gd name="T6" fmla="*/ 0 w 108"/>
                    <a:gd name="T7" fmla="*/ 0 h 80"/>
                    <a:gd name="T8" fmla="*/ 0 w 108"/>
                    <a:gd name="T9" fmla="*/ 0 h 80"/>
                    <a:gd name="T10" fmla="*/ 0 w 108"/>
                    <a:gd name="T11" fmla="*/ 0 h 80"/>
                    <a:gd name="T12" fmla="*/ 0 w 108"/>
                    <a:gd name="T13" fmla="*/ 0 h 80"/>
                    <a:gd name="T14" fmla="*/ 0 w 108"/>
                    <a:gd name="T15" fmla="*/ 0 h 80"/>
                    <a:gd name="T16" fmla="*/ 0 w 108"/>
                    <a:gd name="T17" fmla="*/ 0 h 80"/>
                    <a:gd name="T18" fmla="*/ 0 w 108"/>
                    <a:gd name="T19" fmla="*/ 0 h 80"/>
                    <a:gd name="T20" fmla="*/ 0 w 108"/>
                    <a:gd name="T21" fmla="*/ 0 h 80"/>
                    <a:gd name="T22" fmla="*/ 0 w 108"/>
                    <a:gd name="T23" fmla="*/ 0 h 80"/>
                    <a:gd name="T24" fmla="*/ 0 w 108"/>
                    <a:gd name="T25" fmla="*/ 0 h 80"/>
                    <a:gd name="T26" fmla="*/ 0 w 108"/>
                    <a:gd name="T27" fmla="*/ 0 h 80"/>
                    <a:gd name="T28" fmla="*/ 0 w 108"/>
                    <a:gd name="T29" fmla="*/ 0 h 80"/>
                    <a:gd name="T30" fmla="*/ 0 w 108"/>
                    <a:gd name="T31" fmla="*/ 0 h 80"/>
                    <a:gd name="T32" fmla="*/ 0 w 108"/>
                    <a:gd name="T33" fmla="*/ 0 h 80"/>
                    <a:gd name="T34" fmla="*/ 0 60000 65536"/>
                    <a:gd name="T35" fmla="*/ 0 60000 65536"/>
                    <a:gd name="T36" fmla="*/ 0 60000 65536"/>
                    <a:gd name="T37" fmla="*/ 0 60000 65536"/>
                    <a:gd name="T38" fmla="*/ 0 60000 65536"/>
                    <a:gd name="T39" fmla="*/ 0 60000 65536"/>
                    <a:gd name="T40" fmla="*/ 0 60000 65536"/>
                    <a:gd name="T41" fmla="*/ 0 60000 65536"/>
                    <a:gd name="T42" fmla="*/ 0 60000 65536"/>
                    <a:gd name="T43" fmla="*/ 0 60000 65536"/>
                    <a:gd name="T44" fmla="*/ 0 60000 65536"/>
                    <a:gd name="T45" fmla="*/ 0 60000 65536"/>
                    <a:gd name="T46" fmla="*/ 0 60000 65536"/>
                    <a:gd name="T47" fmla="*/ 0 60000 65536"/>
                    <a:gd name="T48" fmla="*/ 0 60000 65536"/>
                    <a:gd name="T49" fmla="*/ 0 60000 65536"/>
                    <a:gd name="T50" fmla="*/ 0 60000 65536"/>
                    <a:gd name="T51" fmla="*/ 0 w 108"/>
                    <a:gd name="T52" fmla="*/ 0 h 80"/>
                    <a:gd name="T53" fmla="*/ 108 w 108"/>
                    <a:gd name="T54" fmla="*/ 80 h 80"/>
                  </a:gdLst>
                  <a:ahLst/>
                  <a:cxnLst>
                    <a:cxn ang="T34">
                      <a:pos x="T0" y="T1"/>
                    </a:cxn>
                    <a:cxn ang="T35">
                      <a:pos x="T2" y="T3"/>
                    </a:cxn>
                    <a:cxn ang="T36">
                      <a:pos x="T4" y="T5"/>
                    </a:cxn>
                    <a:cxn ang="T37">
                      <a:pos x="T6" y="T7"/>
                    </a:cxn>
                    <a:cxn ang="T38">
                      <a:pos x="T8" y="T9"/>
                    </a:cxn>
                    <a:cxn ang="T39">
                      <a:pos x="T10" y="T11"/>
                    </a:cxn>
                    <a:cxn ang="T40">
                      <a:pos x="T12" y="T13"/>
                    </a:cxn>
                    <a:cxn ang="T41">
                      <a:pos x="T14" y="T15"/>
                    </a:cxn>
                    <a:cxn ang="T42">
                      <a:pos x="T16" y="T17"/>
                    </a:cxn>
                    <a:cxn ang="T43">
                      <a:pos x="T18" y="T19"/>
                    </a:cxn>
                    <a:cxn ang="T44">
                      <a:pos x="T20" y="T21"/>
                    </a:cxn>
                    <a:cxn ang="T45">
                      <a:pos x="T22" y="T23"/>
                    </a:cxn>
                    <a:cxn ang="T46">
                      <a:pos x="T24" y="T25"/>
                    </a:cxn>
                    <a:cxn ang="T47">
                      <a:pos x="T26" y="T27"/>
                    </a:cxn>
                    <a:cxn ang="T48">
                      <a:pos x="T28" y="T29"/>
                    </a:cxn>
                    <a:cxn ang="T49">
                      <a:pos x="T30" y="T31"/>
                    </a:cxn>
                    <a:cxn ang="T50">
                      <a:pos x="T32" y="T33"/>
                    </a:cxn>
                  </a:cxnLst>
                  <a:rect l="T51" t="T52" r="T53" b="T54"/>
                  <a:pathLst>
                    <a:path w="108" h="80">
                      <a:moveTo>
                        <a:pt x="52" y="56"/>
                      </a:moveTo>
                      <a:lnTo>
                        <a:pt x="0" y="31"/>
                      </a:lnTo>
                      <a:lnTo>
                        <a:pt x="7" y="21"/>
                      </a:lnTo>
                      <a:lnTo>
                        <a:pt x="16" y="12"/>
                      </a:lnTo>
                      <a:lnTo>
                        <a:pt x="27" y="5"/>
                      </a:lnTo>
                      <a:lnTo>
                        <a:pt x="38" y="1"/>
                      </a:lnTo>
                      <a:lnTo>
                        <a:pt x="52" y="0"/>
                      </a:lnTo>
                      <a:lnTo>
                        <a:pt x="64" y="1"/>
                      </a:lnTo>
                      <a:lnTo>
                        <a:pt x="76" y="4"/>
                      </a:lnTo>
                      <a:lnTo>
                        <a:pt x="87" y="11"/>
                      </a:lnTo>
                      <a:lnTo>
                        <a:pt x="96" y="20"/>
                      </a:lnTo>
                      <a:lnTo>
                        <a:pt x="102" y="31"/>
                      </a:lnTo>
                      <a:lnTo>
                        <a:pt x="107" y="42"/>
                      </a:lnTo>
                      <a:lnTo>
                        <a:pt x="108" y="56"/>
                      </a:lnTo>
                      <a:lnTo>
                        <a:pt x="107" y="68"/>
                      </a:lnTo>
                      <a:lnTo>
                        <a:pt x="103" y="80"/>
                      </a:lnTo>
                      <a:lnTo>
                        <a:pt x="52" y="56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algn="l" defTabSz="1828800" hangingPunct="1"/>
                  <a:endParaRPr lang="zh-CN" altLang="en-US" sz="3600" b="0" kern="1200">
                    <a:solidFill>
                      <a:prstClr val="black"/>
                    </a:solidFill>
                    <a:latin typeface="等线" panose="020F0502020204030204"/>
                    <a:ea typeface="等线" panose="02010600030101010101" pitchFamily="2" charset="-122"/>
                    <a:cs typeface="+mn-cs"/>
                  </a:endParaRPr>
                </a:p>
              </p:txBody>
            </p:sp>
            <p:sp>
              <p:nvSpPr>
                <p:cNvPr id="1265" name="Freeform 552">
                  <a:extLst>
                    <a:ext uri="{FF2B5EF4-FFF2-40B4-BE49-F238E27FC236}">
                      <a16:creationId xmlns:a16="http://schemas.microsoft.com/office/drawing/2014/main" id="{5242F140-3702-DDFB-6C1E-6E3614DFD409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4068" y="3033"/>
                  <a:ext cx="16" cy="11"/>
                </a:xfrm>
                <a:custGeom>
                  <a:avLst/>
                  <a:gdLst>
                    <a:gd name="T0" fmla="*/ 0 w 108"/>
                    <a:gd name="T1" fmla="*/ 0 h 80"/>
                    <a:gd name="T2" fmla="*/ 0 w 108"/>
                    <a:gd name="T3" fmla="*/ 0 h 80"/>
                    <a:gd name="T4" fmla="*/ 0 w 108"/>
                    <a:gd name="T5" fmla="*/ 0 h 80"/>
                    <a:gd name="T6" fmla="*/ 0 w 108"/>
                    <a:gd name="T7" fmla="*/ 0 h 80"/>
                    <a:gd name="T8" fmla="*/ 0 w 108"/>
                    <a:gd name="T9" fmla="*/ 0 h 80"/>
                    <a:gd name="T10" fmla="*/ 0 w 108"/>
                    <a:gd name="T11" fmla="*/ 0 h 80"/>
                    <a:gd name="T12" fmla="*/ 0 w 108"/>
                    <a:gd name="T13" fmla="*/ 0 h 80"/>
                    <a:gd name="T14" fmla="*/ 0 w 108"/>
                    <a:gd name="T15" fmla="*/ 0 h 80"/>
                    <a:gd name="T16" fmla="*/ 0 w 108"/>
                    <a:gd name="T17" fmla="*/ 0 h 80"/>
                    <a:gd name="T18" fmla="*/ 0 w 108"/>
                    <a:gd name="T19" fmla="*/ 0 h 80"/>
                    <a:gd name="T20" fmla="*/ 0 w 108"/>
                    <a:gd name="T21" fmla="*/ 0 h 80"/>
                    <a:gd name="T22" fmla="*/ 0 w 108"/>
                    <a:gd name="T23" fmla="*/ 0 h 80"/>
                    <a:gd name="T24" fmla="*/ 0 w 108"/>
                    <a:gd name="T25" fmla="*/ 0 h 80"/>
                    <a:gd name="T26" fmla="*/ 0 w 108"/>
                    <a:gd name="T27" fmla="*/ 0 h 80"/>
                    <a:gd name="T28" fmla="*/ 0 w 108"/>
                    <a:gd name="T29" fmla="*/ 0 h 80"/>
                    <a:gd name="T30" fmla="*/ 0 60000 65536"/>
                    <a:gd name="T31" fmla="*/ 0 60000 65536"/>
                    <a:gd name="T32" fmla="*/ 0 60000 65536"/>
                    <a:gd name="T33" fmla="*/ 0 60000 65536"/>
                    <a:gd name="T34" fmla="*/ 0 60000 65536"/>
                    <a:gd name="T35" fmla="*/ 0 60000 65536"/>
                    <a:gd name="T36" fmla="*/ 0 60000 65536"/>
                    <a:gd name="T37" fmla="*/ 0 60000 65536"/>
                    <a:gd name="T38" fmla="*/ 0 60000 65536"/>
                    <a:gd name="T39" fmla="*/ 0 60000 65536"/>
                    <a:gd name="T40" fmla="*/ 0 60000 65536"/>
                    <a:gd name="T41" fmla="*/ 0 60000 65536"/>
                    <a:gd name="T42" fmla="*/ 0 60000 65536"/>
                    <a:gd name="T43" fmla="*/ 0 60000 65536"/>
                    <a:gd name="T44" fmla="*/ 0 60000 65536"/>
                    <a:gd name="T45" fmla="*/ 0 w 108"/>
                    <a:gd name="T46" fmla="*/ 0 h 80"/>
                    <a:gd name="T47" fmla="*/ 108 w 108"/>
                    <a:gd name="T48" fmla="*/ 80 h 80"/>
                  </a:gdLst>
                  <a:ahLst/>
                  <a:cxnLst>
                    <a:cxn ang="T30">
                      <a:pos x="T0" y="T1"/>
                    </a:cxn>
                    <a:cxn ang="T31">
                      <a:pos x="T2" y="T3"/>
                    </a:cxn>
                    <a:cxn ang="T32">
                      <a:pos x="T4" y="T5"/>
                    </a:cxn>
                    <a:cxn ang="T33">
                      <a:pos x="T6" y="T7"/>
                    </a:cxn>
                    <a:cxn ang="T34">
                      <a:pos x="T8" y="T9"/>
                    </a:cxn>
                    <a:cxn ang="T35">
                      <a:pos x="T10" y="T11"/>
                    </a:cxn>
                    <a:cxn ang="T36">
                      <a:pos x="T12" y="T13"/>
                    </a:cxn>
                    <a:cxn ang="T37">
                      <a:pos x="T14" y="T15"/>
                    </a:cxn>
                    <a:cxn ang="T38">
                      <a:pos x="T16" y="T17"/>
                    </a:cxn>
                    <a:cxn ang="T39">
                      <a:pos x="T18" y="T19"/>
                    </a:cxn>
                    <a:cxn ang="T40">
                      <a:pos x="T20" y="T21"/>
                    </a:cxn>
                    <a:cxn ang="T41">
                      <a:pos x="T22" y="T23"/>
                    </a:cxn>
                    <a:cxn ang="T42">
                      <a:pos x="T24" y="T25"/>
                    </a:cxn>
                    <a:cxn ang="T43">
                      <a:pos x="T26" y="T27"/>
                    </a:cxn>
                    <a:cxn ang="T44">
                      <a:pos x="T28" y="T29"/>
                    </a:cxn>
                  </a:cxnLst>
                  <a:rect l="T45" t="T46" r="T47" b="T48"/>
                  <a:pathLst>
                    <a:path w="108" h="80">
                      <a:moveTo>
                        <a:pt x="0" y="31"/>
                      </a:moveTo>
                      <a:lnTo>
                        <a:pt x="7" y="21"/>
                      </a:lnTo>
                      <a:lnTo>
                        <a:pt x="16" y="12"/>
                      </a:lnTo>
                      <a:lnTo>
                        <a:pt x="27" y="5"/>
                      </a:lnTo>
                      <a:lnTo>
                        <a:pt x="38" y="1"/>
                      </a:lnTo>
                      <a:lnTo>
                        <a:pt x="52" y="0"/>
                      </a:lnTo>
                      <a:lnTo>
                        <a:pt x="64" y="1"/>
                      </a:lnTo>
                      <a:lnTo>
                        <a:pt x="76" y="4"/>
                      </a:lnTo>
                      <a:lnTo>
                        <a:pt x="87" y="11"/>
                      </a:lnTo>
                      <a:lnTo>
                        <a:pt x="96" y="20"/>
                      </a:lnTo>
                      <a:lnTo>
                        <a:pt x="102" y="31"/>
                      </a:lnTo>
                      <a:lnTo>
                        <a:pt x="107" y="42"/>
                      </a:lnTo>
                      <a:lnTo>
                        <a:pt x="108" y="56"/>
                      </a:lnTo>
                      <a:lnTo>
                        <a:pt x="107" y="68"/>
                      </a:lnTo>
                      <a:lnTo>
                        <a:pt x="103" y="80"/>
                      </a:lnTo>
                    </a:path>
                  </a:pathLst>
                </a:custGeom>
                <a:noFill/>
                <a:ln w="0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pPr algn="l" defTabSz="1828800" hangingPunct="1"/>
                  <a:endParaRPr lang="zh-CN" altLang="en-US" sz="3600" b="0" kern="1200">
                    <a:solidFill>
                      <a:prstClr val="black"/>
                    </a:solidFill>
                    <a:latin typeface="等线" panose="020F0502020204030204"/>
                    <a:ea typeface="等线" panose="02010600030101010101" pitchFamily="2" charset="-122"/>
                    <a:cs typeface="+mn-cs"/>
                  </a:endParaRPr>
                </a:p>
              </p:txBody>
            </p:sp>
            <p:sp>
              <p:nvSpPr>
                <p:cNvPr id="1266" name="Freeform 553">
                  <a:extLst>
                    <a:ext uri="{FF2B5EF4-FFF2-40B4-BE49-F238E27FC236}">
                      <a16:creationId xmlns:a16="http://schemas.microsoft.com/office/drawing/2014/main" id="{64F36081-B4FF-5753-2AB5-6828FBD61173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708" y="3398"/>
                  <a:ext cx="14" cy="14"/>
                </a:xfrm>
                <a:custGeom>
                  <a:avLst/>
                  <a:gdLst>
                    <a:gd name="T0" fmla="*/ 0 w 108"/>
                    <a:gd name="T1" fmla="*/ 0 h 81"/>
                    <a:gd name="T2" fmla="*/ 0 w 108"/>
                    <a:gd name="T3" fmla="*/ 0 h 81"/>
                    <a:gd name="T4" fmla="*/ 0 w 108"/>
                    <a:gd name="T5" fmla="*/ 0 h 81"/>
                    <a:gd name="T6" fmla="*/ 0 w 108"/>
                    <a:gd name="T7" fmla="*/ 0 h 81"/>
                    <a:gd name="T8" fmla="*/ 0 w 108"/>
                    <a:gd name="T9" fmla="*/ 0 h 81"/>
                    <a:gd name="T10" fmla="*/ 0 w 108"/>
                    <a:gd name="T11" fmla="*/ 0 h 81"/>
                    <a:gd name="T12" fmla="*/ 0 w 108"/>
                    <a:gd name="T13" fmla="*/ 0 h 81"/>
                    <a:gd name="T14" fmla="*/ 0 w 108"/>
                    <a:gd name="T15" fmla="*/ 0 h 81"/>
                    <a:gd name="T16" fmla="*/ 0 w 108"/>
                    <a:gd name="T17" fmla="*/ 0 h 81"/>
                    <a:gd name="T18" fmla="*/ 0 w 108"/>
                    <a:gd name="T19" fmla="*/ 0 h 81"/>
                    <a:gd name="T20" fmla="*/ 0 w 108"/>
                    <a:gd name="T21" fmla="*/ 0 h 81"/>
                    <a:gd name="T22" fmla="*/ 0 w 108"/>
                    <a:gd name="T23" fmla="*/ 0 h 81"/>
                    <a:gd name="T24" fmla="*/ 0 w 108"/>
                    <a:gd name="T25" fmla="*/ 0 h 81"/>
                    <a:gd name="T26" fmla="*/ 0 w 108"/>
                    <a:gd name="T27" fmla="*/ 0 h 81"/>
                    <a:gd name="T28" fmla="*/ 0 w 108"/>
                    <a:gd name="T29" fmla="*/ 0 h 81"/>
                    <a:gd name="T30" fmla="*/ 0 w 108"/>
                    <a:gd name="T31" fmla="*/ 0 h 81"/>
                    <a:gd name="T32" fmla="*/ 0 w 108"/>
                    <a:gd name="T33" fmla="*/ 0 h 81"/>
                    <a:gd name="T34" fmla="*/ 0 60000 65536"/>
                    <a:gd name="T35" fmla="*/ 0 60000 65536"/>
                    <a:gd name="T36" fmla="*/ 0 60000 65536"/>
                    <a:gd name="T37" fmla="*/ 0 60000 65536"/>
                    <a:gd name="T38" fmla="*/ 0 60000 65536"/>
                    <a:gd name="T39" fmla="*/ 0 60000 65536"/>
                    <a:gd name="T40" fmla="*/ 0 60000 65536"/>
                    <a:gd name="T41" fmla="*/ 0 60000 65536"/>
                    <a:gd name="T42" fmla="*/ 0 60000 65536"/>
                    <a:gd name="T43" fmla="*/ 0 60000 65536"/>
                    <a:gd name="T44" fmla="*/ 0 60000 65536"/>
                    <a:gd name="T45" fmla="*/ 0 60000 65536"/>
                    <a:gd name="T46" fmla="*/ 0 60000 65536"/>
                    <a:gd name="T47" fmla="*/ 0 60000 65536"/>
                    <a:gd name="T48" fmla="*/ 0 60000 65536"/>
                    <a:gd name="T49" fmla="*/ 0 60000 65536"/>
                    <a:gd name="T50" fmla="*/ 0 60000 65536"/>
                    <a:gd name="T51" fmla="*/ 0 w 108"/>
                    <a:gd name="T52" fmla="*/ 0 h 81"/>
                    <a:gd name="T53" fmla="*/ 108 w 108"/>
                    <a:gd name="T54" fmla="*/ 81 h 81"/>
                  </a:gdLst>
                  <a:ahLst/>
                  <a:cxnLst>
                    <a:cxn ang="T34">
                      <a:pos x="T0" y="T1"/>
                    </a:cxn>
                    <a:cxn ang="T35">
                      <a:pos x="T2" y="T3"/>
                    </a:cxn>
                    <a:cxn ang="T36">
                      <a:pos x="T4" y="T5"/>
                    </a:cxn>
                    <a:cxn ang="T37">
                      <a:pos x="T6" y="T7"/>
                    </a:cxn>
                    <a:cxn ang="T38">
                      <a:pos x="T8" y="T9"/>
                    </a:cxn>
                    <a:cxn ang="T39">
                      <a:pos x="T10" y="T11"/>
                    </a:cxn>
                    <a:cxn ang="T40">
                      <a:pos x="T12" y="T13"/>
                    </a:cxn>
                    <a:cxn ang="T41">
                      <a:pos x="T14" y="T15"/>
                    </a:cxn>
                    <a:cxn ang="T42">
                      <a:pos x="T16" y="T17"/>
                    </a:cxn>
                    <a:cxn ang="T43">
                      <a:pos x="T18" y="T19"/>
                    </a:cxn>
                    <a:cxn ang="T44">
                      <a:pos x="T20" y="T21"/>
                    </a:cxn>
                    <a:cxn ang="T45">
                      <a:pos x="T22" y="T23"/>
                    </a:cxn>
                    <a:cxn ang="T46">
                      <a:pos x="T24" y="T25"/>
                    </a:cxn>
                    <a:cxn ang="T47">
                      <a:pos x="T26" y="T27"/>
                    </a:cxn>
                    <a:cxn ang="T48">
                      <a:pos x="T28" y="T29"/>
                    </a:cxn>
                    <a:cxn ang="T49">
                      <a:pos x="T30" y="T31"/>
                    </a:cxn>
                    <a:cxn ang="T50">
                      <a:pos x="T32" y="T33"/>
                    </a:cxn>
                  </a:cxnLst>
                  <a:rect l="T51" t="T52" r="T53" b="T54"/>
                  <a:pathLst>
                    <a:path w="108" h="81">
                      <a:moveTo>
                        <a:pt x="52" y="24"/>
                      </a:moveTo>
                      <a:lnTo>
                        <a:pt x="104" y="0"/>
                      </a:lnTo>
                      <a:lnTo>
                        <a:pt x="107" y="12"/>
                      </a:lnTo>
                      <a:lnTo>
                        <a:pt x="108" y="24"/>
                      </a:lnTo>
                      <a:lnTo>
                        <a:pt x="107" y="38"/>
                      </a:lnTo>
                      <a:lnTo>
                        <a:pt x="102" y="49"/>
                      </a:lnTo>
                      <a:lnTo>
                        <a:pt x="96" y="60"/>
                      </a:lnTo>
                      <a:lnTo>
                        <a:pt x="87" y="69"/>
                      </a:lnTo>
                      <a:lnTo>
                        <a:pt x="77" y="76"/>
                      </a:lnTo>
                      <a:lnTo>
                        <a:pt x="64" y="79"/>
                      </a:lnTo>
                      <a:lnTo>
                        <a:pt x="52" y="81"/>
                      </a:lnTo>
                      <a:lnTo>
                        <a:pt x="39" y="79"/>
                      </a:lnTo>
                      <a:lnTo>
                        <a:pt x="27" y="75"/>
                      </a:lnTo>
                      <a:lnTo>
                        <a:pt x="16" y="68"/>
                      </a:lnTo>
                      <a:lnTo>
                        <a:pt x="7" y="59"/>
                      </a:lnTo>
                      <a:lnTo>
                        <a:pt x="0" y="49"/>
                      </a:lnTo>
                      <a:lnTo>
                        <a:pt x="52" y="24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algn="l" defTabSz="1828800" hangingPunct="1"/>
                  <a:endParaRPr lang="zh-CN" altLang="en-US" sz="3600" b="0" kern="1200">
                    <a:solidFill>
                      <a:prstClr val="black"/>
                    </a:solidFill>
                    <a:latin typeface="等线" panose="020F0502020204030204"/>
                    <a:ea typeface="等线" panose="02010600030101010101" pitchFamily="2" charset="-122"/>
                    <a:cs typeface="+mn-cs"/>
                  </a:endParaRPr>
                </a:p>
              </p:txBody>
            </p:sp>
            <p:sp>
              <p:nvSpPr>
                <p:cNvPr id="1267" name="Freeform 554">
                  <a:extLst>
                    <a:ext uri="{FF2B5EF4-FFF2-40B4-BE49-F238E27FC236}">
                      <a16:creationId xmlns:a16="http://schemas.microsoft.com/office/drawing/2014/main" id="{5496E566-F113-F122-DBAE-842D02F22E2C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708" y="3398"/>
                  <a:ext cx="14" cy="14"/>
                </a:xfrm>
                <a:custGeom>
                  <a:avLst/>
                  <a:gdLst>
                    <a:gd name="T0" fmla="*/ 0 w 108"/>
                    <a:gd name="T1" fmla="*/ 0 h 81"/>
                    <a:gd name="T2" fmla="*/ 0 w 108"/>
                    <a:gd name="T3" fmla="*/ 0 h 81"/>
                    <a:gd name="T4" fmla="*/ 0 w 108"/>
                    <a:gd name="T5" fmla="*/ 0 h 81"/>
                    <a:gd name="T6" fmla="*/ 0 w 108"/>
                    <a:gd name="T7" fmla="*/ 0 h 81"/>
                    <a:gd name="T8" fmla="*/ 0 w 108"/>
                    <a:gd name="T9" fmla="*/ 0 h 81"/>
                    <a:gd name="T10" fmla="*/ 0 w 108"/>
                    <a:gd name="T11" fmla="*/ 0 h 81"/>
                    <a:gd name="T12" fmla="*/ 0 w 108"/>
                    <a:gd name="T13" fmla="*/ 0 h 81"/>
                    <a:gd name="T14" fmla="*/ 0 w 108"/>
                    <a:gd name="T15" fmla="*/ 0 h 81"/>
                    <a:gd name="T16" fmla="*/ 0 w 108"/>
                    <a:gd name="T17" fmla="*/ 0 h 81"/>
                    <a:gd name="T18" fmla="*/ 0 w 108"/>
                    <a:gd name="T19" fmla="*/ 0 h 81"/>
                    <a:gd name="T20" fmla="*/ 0 w 108"/>
                    <a:gd name="T21" fmla="*/ 0 h 81"/>
                    <a:gd name="T22" fmla="*/ 0 w 108"/>
                    <a:gd name="T23" fmla="*/ 0 h 81"/>
                    <a:gd name="T24" fmla="*/ 0 w 108"/>
                    <a:gd name="T25" fmla="*/ 0 h 81"/>
                    <a:gd name="T26" fmla="*/ 0 w 108"/>
                    <a:gd name="T27" fmla="*/ 0 h 81"/>
                    <a:gd name="T28" fmla="*/ 0 w 108"/>
                    <a:gd name="T29" fmla="*/ 0 h 81"/>
                    <a:gd name="T30" fmla="*/ 0 60000 65536"/>
                    <a:gd name="T31" fmla="*/ 0 60000 65536"/>
                    <a:gd name="T32" fmla="*/ 0 60000 65536"/>
                    <a:gd name="T33" fmla="*/ 0 60000 65536"/>
                    <a:gd name="T34" fmla="*/ 0 60000 65536"/>
                    <a:gd name="T35" fmla="*/ 0 60000 65536"/>
                    <a:gd name="T36" fmla="*/ 0 60000 65536"/>
                    <a:gd name="T37" fmla="*/ 0 60000 65536"/>
                    <a:gd name="T38" fmla="*/ 0 60000 65536"/>
                    <a:gd name="T39" fmla="*/ 0 60000 65536"/>
                    <a:gd name="T40" fmla="*/ 0 60000 65536"/>
                    <a:gd name="T41" fmla="*/ 0 60000 65536"/>
                    <a:gd name="T42" fmla="*/ 0 60000 65536"/>
                    <a:gd name="T43" fmla="*/ 0 60000 65536"/>
                    <a:gd name="T44" fmla="*/ 0 60000 65536"/>
                    <a:gd name="T45" fmla="*/ 0 w 108"/>
                    <a:gd name="T46" fmla="*/ 0 h 81"/>
                    <a:gd name="T47" fmla="*/ 108 w 108"/>
                    <a:gd name="T48" fmla="*/ 81 h 81"/>
                  </a:gdLst>
                  <a:ahLst/>
                  <a:cxnLst>
                    <a:cxn ang="T30">
                      <a:pos x="T0" y="T1"/>
                    </a:cxn>
                    <a:cxn ang="T31">
                      <a:pos x="T2" y="T3"/>
                    </a:cxn>
                    <a:cxn ang="T32">
                      <a:pos x="T4" y="T5"/>
                    </a:cxn>
                    <a:cxn ang="T33">
                      <a:pos x="T6" y="T7"/>
                    </a:cxn>
                    <a:cxn ang="T34">
                      <a:pos x="T8" y="T9"/>
                    </a:cxn>
                    <a:cxn ang="T35">
                      <a:pos x="T10" y="T11"/>
                    </a:cxn>
                    <a:cxn ang="T36">
                      <a:pos x="T12" y="T13"/>
                    </a:cxn>
                    <a:cxn ang="T37">
                      <a:pos x="T14" y="T15"/>
                    </a:cxn>
                    <a:cxn ang="T38">
                      <a:pos x="T16" y="T17"/>
                    </a:cxn>
                    <a:cxn ang="T39">
                      <a:pos x="T18" y="T19"/>
                    </a:cxn>
                    <a:cxn ang="T40">
                      <a:pos x="T20" y="T21"/>
                    </a:cxn>
                    <a:cxn ang="T41">
                      <a:pos x="T22" y="T23"/>
                    </a:cxn>
                    <a:cxn ang="T42">
                      <a:pos x="T24" y="T25"/>
                    </a:cxn>
                    <a:cxn ang="T43">
                      <a:pos x="T26" y="T27"/>
                    </a:cxn>
                    <a:cxn ang="T44">
                      <a:pos x="T28" y="T29"/>
                    </a:cxn>
                  </a:cxnLst>
                  <a:rect l="T45" t="T46" r="T47" b="T48"/>
                  <a:pathLst>
                    <a:path w="108" h="81">
                      <a:moveTo>
                        <a:pt x="104" y="0"/>
                      </a:moveTo>
                      <a:lnTo>
                        <a:pt x="107" y="12"/>
                      </a:lnTo>
                      <a:lnTo>
                        <a:pt x="108" y="24"/>
                      </a:lnTo>
                      <a:lnTo>
                        <a:pt x="107" y="38"/>
                      </a:lnTo>
                      <a:lnTo>
                        <a:pt x="102" y="49"/>
                      </a:lnTo>
                      <a:lnTo>
                        <a:pt x="96" y="60"/>
                      </a:lnTo>
                      <a:lnTo>
                        <a:pt x="87" y="69"/>
                      </a:lnTo>
                      <a:lnTo>
                        <a:pt x="77" y="76"/>
                      </a:lnTo>
                      <a:lnTo>
                        <a:pt x="64" y="79"/>
                      </a:lnTo>
                      <a:lnTo>
                        <a:pt x="52" y="81"/>
                      </a:lnTo>
                      <a:lnTo>
                        <a:pt x="39" y="79"/>
                      </a:lnTo>
                      <a:lnTo>
                        <a:pt x="27" y="75"/>
                      </a:lnTo>
                      <a:lnTo>
                        <a:pt x="16" y="68"/>
                      </a:lnTo>
                      <a:lnTo>
                        <a:pt x="7" y="59"/>
                      </a:lnTo>
                      <a:lnTo>
                        <a:pt x="0" y="49"/>
                      </a:lnTo>
                    </a:path>
                  </a:pathLst>
                </a:custGeom>
                <a:noFill/>
                <a:ln w="0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pPr algn="l" defTabSz="1828800" hangingPunct="1"/>
                  <a:endParaRPr lang="zh-CN" altLang="en-US" sz="3600" b="0" kern="1200">
                    <a:solidFill>
                      <a:prstClr val="black"/>
                    </a:solidFill>
                    <a:latin typeface="等线" panose="020F0502020204030204"/>
                    <a:ea typeface="等线" panose="02010600030101010101" pitchFamily="2" charset="-122"/>
                    <a:cs typeface="+mn-cs"/>
                  </a:endParaRPr>
                </a:p>
              </p:txBody>
            </p:sp>
            <p:sp>
              <p:nvSpPr>
                <p:cNvPr id="1268" name="Freeform 555">
                  <a:extLst>
                    <a:ext uri="{FF2B5EF4-FFF2-40B4-BE49-F238E27FC236}">
                      <a16:creationId xmlns:a16="http://schemas.microsoft.com/office/drawing/2014/main" id="{E71D48EB-94D8-C2DE-9119-C04BA593D00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537" y="3037"/>
                  <a:ext cx="185" cy="368"/>
                </a:xfrm>
                <a:custGeom>
                  <a:avLst/>
                  <a:gdLst>
                    <a:gd name="T0" fmla="*/ 0 w 1299"/>
                    <a:gd name="T1" fmla="*/ 0 h 2573"/>
                    <a:gd name="T2" fmla="*/ 0 w 1299"/>
                    <a:gd name="T3" fmla="*/ 0 h 2573"/>
                    <a:gd name="T4" fmla="*/ 0 w 1299"/>
                    <a:gd name="T5" fmla="*/ 0 h 2573"/>
                    <a:gd name="T6" fmla="*/ 0 w 1299"/>
                    <a:gd name="T7" fmla="*/ 0 h 2573"/>
                    <a:gd name="T8" fmla="*/ 0 w 1299"/>
                    <a:gd name="T9" fmla="*/ 0 h 2573"/>
                    <a:gd name="T10" fmla="*/ 0 w 1299"/>
                    <a:gd name="T11" fmla="*/ 0 h 2573"/>
                    <a:gd name="T12" fmla="*/ 0 w 1299"/>
                    <a:gd name="T13" fmla="*/ 0 h 2573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1299"/>
                    <a:gd name="T22" fmla="*/ 0 h 2573"/>
                    <a:gd name="T23" fmla="*/ 1299 w 1299"/>
                    <a:gd name="T24" fmla="*/ 2573 h 2573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1299" h="2573">
                      <a:moveTo>
                        <a:pt x="1195" y="2573"/>
                      </a:moveTo>
                      <a:lnTo>
                        <a:pt x="1247" y="2548"/>
                      </a:lnTo>
                      <a:lnTo>
                        <a:pt x="1299" y="2524"/>
                      </a:lnTo>
                      <a:lnTo>
                        <a:pt x="103" y="0"/>
                      </a:lnTo>
                      <a:lnTo>
                        <a:pt x="52" y="25"/>
                      </a:lnTo>
                      <a:lnTo>
                        <a:pt x="0" y="49"/>
                      </a:lnTo>
                      <a:lnTo>
                        <a:pt x="1195" y="2573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algn="l" defTabSz="1828800" hangingPunct="1"/>
                  <a:endParaRPr lang="zh-CN" altLang="en-US" sz="3600" b="0" kern="1200">
                    <a:solidFill>
                      <a:prstClr val="black"/>
                    </a:solidFill>
                    <a:latin typeface="等线" panose="020F0502020204030204"/>
                    <a:ea typeface="等线" panose="02010600030101010101" pitchFamily="2" charset="-122"/>
                    <a:cs typeface="+mn-cs"/>
                  </a:endParaRPr>
                </a:p>
              </p:txBody>
            </p:sp>
            <p:sp>
              <p:nvSpPr>
                <p:cNvPr id="1269" name="Freeform 556">
                  <a:extLst>
                    <a:ext uri="{FF2B5EF4-FFF2-40B4-BE49-F238E27FC236}">
                      <a16:creationId xmlns:a16="http://schemas.microsoft.com/office/drawing/2014/main" id="{A735F878-C5C1-9ACA-A241-10D2D46F0D94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537" y="3037"/>
                  <a:ext cx="185" cy="368"/>
                </a:xfrm>
                <a:custGeom>
                  <a:avLst/>
                  <a:gdLst>
                    <a:gd name="T0" fmla="*/ 0 w 1299"/>
                    <a:gd name="T1" fmla="*/ 0 h 2573"/>
                    <a:gd name="T2" fmla="*/ 0 w 1299"/>
                    <a:gd name="T3" fmla="*/ 0 h 2573"/>
                    <a:gd name="T4" fmla="*/ 0 w 1299"/>
                    <a:gd name="T5" fmla="*/ 0 h 2573"/>
                    <a:gd name="T6" fmla="*/ 0 w 1299"/>
                    <a:gd name="T7" fmla="*/ 0 h 2573"/>
                    <a:gd name="T8" fmla="*/ 0 w 1299"/>
                    <a:gd name="T9" fmla="*/ 0 h 2573"/>
                    <a:gd name="T10" fmla="*/ 0 w 1299"/>
                    <a:gd name="T11" fmla="*/ 0 h 2573"/>
                    <a:gd name="T12" fmla="*/ 0 w 1299"/>
                    <a:gd name="T13" fmla="*/ 0 h 2573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1299"/>
                    <a:gd name="T22" fmla="*/ 0 h 2573"/>
                    <a:gd name="T23" fmla="*/ 1299 w 1299"/>
                    <a:gd name="T24" fmla="*/ 2573 h 2573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1299" h="2573">
                      <a:moveTo>
                        <a:pt x="1195" y="2573"/>
                      </a:moveTo>
                      <a:lnTo>
                        <a:pt x="1247" y="2548"/>
                      </a:lnTo>
                      <a:lnTo>
                        <a:pt x="1299" y="2524"/>
                      </a:lnTo>
                      <a:lnTo>
                        <a:pt x="103" y="0"/>
                      </a:lnTo>
                      <a:lnTo>
                        <a:pt x="52" y="25"/>
                      </a:lnTo>
                      <a:lnTo>
                        <a:pt x="0" y="49"/>
                      </a:lnTo>
                      <a:lnTo>
                        <a:pt x="1195" y="2573"/>
                      </a:lnTo>
                      <a:close/>
                    </a:path>
                  </a:pathLst>
                </a:custGeom>
                <a:noFill/>
                <a:ln w="0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pPr algn="l" defTabSz="1828800" hangingPunct="1"/>
                  <a:endParaRPr lang="zh-CN" altLang="en-US" sz="3600" b="0" kern="1200">
                    <a:solidFill>
                      <a:prstClr val="black"/>
                    </a:solidFill>
                    <a:latin typeface="等线" panose="020F0502020204030204"/>
                    <a:ea typeface="等线" panose="02010600030101010101" pitchFamily="2" charset="-122"/>
                    <a:cs typeface="+mn-cs"/>
                  </a:endParaRPr>
                </a:p>
              </p:txBody>
            </p:sp>
            <p:sp>
              <p:nvSpPr>
                <p:cNvPr id="1270" name="Freeform 557">
                  <a:extLst>
                    <a:ext uri="{FF2B5EF4-FFF2-40B4-BE49-F238E27FC236}">
                      <a16:creationId xmlns:a16="http://schemas.microsoft.com/office/drawing/2014/main" id="{58E7638A-956F-239F-BC1F-898DF7A9BDEC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537" y="3033"/>
                  <a:ext cx="14" cy="11"/>
                </a:xfrm>
                <a:custGeom>
                  <a:avLst/>
                  <a:gdLst>
                    <a:gd name="T0" fmla="*/ 0 w 107"/>
                    <a:gd name="T1" fmla="*/ 0 h 80"/>
                    <a:gd name="T2" fmla="*/ 0 w 107"/>
                    <a:gd name="T3" fmla="*/ 0 h 80"/>
                    <a:gd name="T4" fmla="*/ 0 w 107"/>
                    <a:gd name="T5" fmla="*/ 0 h 80"/>
                    <a:gd name="T6" fmla="*/ 0 w 107"/>
                    <a:gd name="T7" fmla="*/ 0 h 80"/>
                    <a:gd name="T8" fmla="*/ 0 w 107"/>
                    <a:gd name="T9" fmla="*/ 0 h 80"/>
                    <a:gd name="T10" fmla="*/ 0 w 107"/>
                    <a:gd name="T11" fmla="*/ 0 h 80"/>
                    <a:gd name="T12" fmla="*/ 0 w 107"/>
                    <a:gd name="T13" fmla="*/ 0 h 80"/>
                    <a:gd name="T14" fmla="*/ 0 w 107"/>
                    <a:gd name="T15" fmla="*/ 0 h 80"/>
                    <a:gd name="T16" fmla="*/ 0 w 107"/>
                    <a:gd name="T17" fmla="*/ 0 h 80"/>
                    <a:gd name="T18" fmla="*/ 0 w 107"/>
                    <a:gd name="T19" fmla="*/ 0 h 80"/>
                    <a:gd name="T20" fmla="*/ 0 w 107"/>
                    <a:gd name="T21" fmla="*/ 0 h 80"/>
                    <a:gd name="T22" fmla="*/ 0 w 107"/>
                    <a:gd name="T23" fmla="*/ 0 h 80"/>
                    <a:gd name="T24" fmla="*/ 0 w 107"/>
                    <a:gd name="T25" fmla="*/ 0 h 80"/>
                    <a:gd name="T26" fmla="*/ 0 w 107"/>
                    <a:gd name="T27" fmla="*/ 0 h 80"/>
                    <a:gd name="T28" fmla="*/ 0 w 107"/>
                    <a:gd name="T29" fmla="*/ 0 h 80"/>
                    <a:gd name="T30" fmla="*/ 0 w 107"/>
                    <a:gd name="T31" fmla="*/ 0 h 80"/>
                    <a:gd name="T32" fmla="*/ 0 w 107"/>
                    <a:gd name="T33" fmla="*/ 0 h 80"/>
                    <a:gd name="T34" fmla="*/ 0 60000 65536"/>
                    <a:gd name="T35" fmla="*/ 0 60000 65536"/>
                    <a:gd name="T36" fmla="*/ 0 60000 65536"/>
                    <a:gd name="T37" fmla="*/ 0 60000 65536"/>
                    <a:gd name="T38" fmla="*/ 0 60000 65536"/>
                    <a:gd name="T39" fmla="*/ 0 60000 65536"/>
                    <a:gd name="T40" fmla="*/ 0 60000 65536"/>
                    <a:gd name="T41" fmla="*/ 0 60000 65536"/>
                    <a:gd name="T42" fmla="*/ 0 60000 65536"/>
                    <a:gd name="T43" fmla="*/ 0 60000 65536"/>
                    <a:gd name="T44" fmla="*/ 0 60000 65536"/>
                    <a:gd name="T45" fmla="*/ 0 60000 65536"/>
                    <a:gd name="T46" fmla="*/ 0 60000 65536"/>
                    <a:gd name="T47" fmla="*/ 0 60000 65536"/>
                    <a:gd name="T48" fmla="*/ 0 60000 65536"/>
                    <a:gd name="T49" fmla="*/ 0 60000 65536"/>
                    <a:gd name="T50" fmla="*/ 0 60000 65536"/>
                    <a:gd name="T51" fmla="*/ 0 w 107"/>
                    <a:gd name="T52" fmla="*/ 0 h 80"/>
                    <a:gd name="T53" fmla="*/ 107 w 107"/>
                    <a:gd name="T54" fmla="*/ 80 h 80"/>
                  </a:gdLst>
                  <a:ahLst/>
                  <a:cxnLst>
                    <a:cxn ang="T34">
                      <a:pos x="T0" y="T1"/>
                    </a:cxn>
                    <a:cxn ang="T35">
                      <a:pos x="T2" y="T3"/>
                    </a:cxn>
                    <a:cxn ang="T36">
                      <a:pos x="T4" y="T5"/>
                    </a:cxn>
                    <a:cxn ang="T37">
                      <a:pos x="T6" y="T7"/>
                    </a:cxn>
                    <a:cxn ang="T38">
                      <a:pos x="T8" y="T9"/>
                    </a:cxn>
                    <a:cxn ang="T39">
                      <a:pos x="T10" y="T11"/>
                    </a:cxn>
                    <a:cxn ang="T40">
                      <a:pos x="T12" y="T13"/>
                    </a:cxn>
                    <a:cxn ang="T41">
                      <a:pos x="T14" y="T15"/>
                    </a:cxn>
                    <a:cxn ang="T42">
                      <a:pos x="T16" y="T17"/>
                    </a:cxn>
                    <a:cxn ang="T43">
                      <a:pos x="T18" y="T19"/>
                    </a:cxn>
                    <a:cxn ang="T44">
                      <a:pos x="T20" y="T21"/>
                    </a:cxn>
                    <a:cxn ang="T45">
                      <a:pos x="T22" y="T23"/>
                    </a:cxn>
                    <a:cxn ang="T46">
                      <a:pos x="T24" y="T25"/>
                    </a:cxn>
                    <a:cxn ang="T47">
                      <a:pos x="T26" y="T27"/>
                    </a:cxn>
                    <a:cxn ang="T48">
                      <a:pos x="T28" y="T29"/>
                    </a:cxn>
                    <a:cxn ang="T49">
                      <a:pos x="T30" y="T31"/>
                    </a:cxn>
                    <a:cxn ang="T50">
                      <a:pos x="T32" y="T33"/>
                    </a:cxn>
                  </a:cxnLst>
                  <a:rect l="T51" t="T52" r="T53" b="T54"/>
                  <a:pathLst>
                    <a:path w="107" h="80">
                      <a:moveTo>
                        <a:pt x="56" y="56"/>
                      </a:moveTo>
                      <a:lnTo>
                        <a:pt x="4" y="80"/>
                      </a:lnTo>
                      <a:lnTo>
                        <a:pt x="1" y="68"/>
                      </a:lnTo>
                      <a:lnTo>
                        <a:pt x="0" y="56"/>
                      </a:lnTo>
                      <a:lnTo>
                        <a:pt x="1" y="42"/>
                      </a:lnTo>
                      <a:lnTo>
                        <a:pt x="5" y="31"/>
                      </a:lnTo>
                      <a:lnTo>
                        <a:pt x="12" y="20"/>
                      </a:lnTo>
                      <a:lnTo>
                        <a:pt x="21" y="11"/>
                      </a:lnTo>
                      <a:lnTo>
                        <a:pt x="31" y="4"/>
                      </a:lnTo>
                      <a:lnTo>
                        <a:pt x="43" y="1"/>
                      </a:lnTo>
                      <a:lnTo>
                        <a:pt x="56" y="0"/>
                      </a:lnTo>
                      <a:lnTo>
                        <a:pt x="69" y="1"/>
                      </a:lnTo>
                      <a:lnTo>
                        <a:pt x="80" y="5"/>
                      </a:lnTo>
                      <a:lnTo>
                        <a:pt x="92" y="12"/>
                      </a:lnTo>
                      <a:lnTo>
                        <a:pt x="101" y="21"/>
                      </a:lnTo>
                      <a:lnTo>
                        <a:pt x="107" y="31"/>
                      </a:lnTo>
                      <a:lnTo>
                        <a:pt x="56" y="56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algn="l" defTabSz="1828800" hangingPunct="1"/>
                  <a:endParaRPr lang="zh-CN" altLang="en-US" sz="3600" b="0" kern="1200">
                    <a:solidFill>
                      <a:prstClr val="black"/>
                    </a:solidFill>
                    <a:latin typeface="等线" panose="020F0502020204030204"/>
                    <a:ea typeface="等线" panose="02010600030101010101" pitchFamily="2" charset="-122"/>
                    <a:cs typeface="+mn-cs"/>
                  </a:endParaRPr>
                </a:p>
              </p:txBody>
            </p:sp>
            <p:sp>
              <p:nvSpPr>
                <p:cNvPr id="1271" name="Freeform 558">
                  <a:extLst>
                    <a:ext uri="{FF2B5EF4-FFF2-40B4-BE49-F238E27FC236}">
                      <a16:creationId xmlns:a16="http://schemas.microsoft.com/office/drawing/2014/main" id="{630D0669-D7A9-276B-476D-C79D5346688B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537" y="3033"/>
                  <a:ext cx="14" cy="11"/>
                </a:xfrm>
                <a:custGeom>
                  <a:avLst/>
                  <a:gdLst>
                    <a:gd name="T0" fmla="*/ 0 w 107"/>
                    <a:gd name="T1" fmla="*/ 0 h 80"/>
                    <a:gd name="T2" fmla="*/ 0 w 107"/>
                    <a:gd name="T3" fmla="*/ 0 h 80"/>
                    <a:gd name="T4" fmla="*/ 0 w 107"/>
                    <a:gd name="T5" fmla="*/ 0 h 80"/>
                    <a:gd name="T6" fmla="*/ 0 w 107"/>
                    <a:gd name="T7" fmla="*/ 0 h 80"/>
                    <a:gd name="T8" fmla="*/ 0 w 107"/>
                    <a:gd name="T9" fmla="*/ 0 h 80"/>
                    <a:gd name="T10" fmla="*/ 0 w 107"/>
                    <a:gd name="T11" fmla="*/ 0 h 80"/>
                    <a:gd name="T12" fmla="*/ 0 w 107"/>
                    <a:gd name="T13" fmla="*/ 0 h 80"/>
                    <a:gd name="T14" fmla="*/ 0 w 107"/>
                    <a:gd name="T15" fmla="*/ 0 h 80"/>
                    <a:gd name="T16" fmla="*/ 0 w 107"/>
                    <a:gd name="T17" fmla="*/ 0 h 80"/>
                    <a:gd name="T18" fmla="*/ 0 w 107"/>
                    <a:gd name="T19" fmla="*/ 0 h 80"/>
                    <a:gd name="T20" fmla="*/ 0 w 107"/>
                    <a:gd name="T21" fmla="*/ 0 h 80"/>
                    <a:gd name="T22" fmla="*/ 0 w 107"/>
                    <a:gd name="T23" fmla="*/ 0 h 80"/>
                    <a:gd name="T24" fmla="*/ 0 w 107"/>
                    <a:gd name="T25" fmla="*/ 0 h 80"/>
                    <a:gd name="T26" fmla="*/ 0 w 107"/>
                    <a:gd name="T27" fmla="*/ 0 h 80"/>
                    <a:gd name="T28" fmla="*/ 0 w 107"/>
                    <a:gd name="T29" fmla="*/ 0 h 80"/>
                    <a:gd name="T30" fmla="*/ 0 60000 65536"/>
                    <a:gd name="T31" fmla="*/ 0 60000 65536"/>
                    <a:gd name="T32" fmla="*/ 0 60000 65536"/>
                    <a:gd name="T33" fmla="*/ 0 60000 65536"/>
                    <a:gd name="T34" fmla="*/ 0 60000 65536"/>
                    <a:gd name="T35" fmla="*/ 0 60000 65536"/>
                    <a:gd name="T36" fmla="*/ 0 60000 65536"/>
                    <a:gd name="T37" fmla="*/ 0 60000 65536"/>
                    <a:gd name="T38" fmla="*/ 0 60000 65536"/>
                    <a:gd name="T39" fmla="*/ 0 60000 65536"/>
                    <a:gd name="T40" fmla="*/ 0 60000 65536"/>
                    <a:gd name="T41" fmla="*/ 0 60000 65536"/>
                    <a:gd name="T42" fmla="*/ 0 60000 65536"/>
                    <a:gd name="T43" fmla="*/ 0 60000 65536"/>
                    <a:gd name="T44" fmla="*/ 0 60000 65536"/>
                    <a:gd name="T45" fmla="*/ 0 w 107"/>
                    <a:gd name="T46" fmla="*/ 0 h 80"/>
                    <a:gd name="T47" fmla="*/ 107 w 107"/>
                    <a:gd name="T48" fmla="*/ 80 h 80"/>
                  </a:gdLst>
                  <a:ahLst/>
                  <a:cxnLst>
                    <a:cxn ang="T30">
                      <a:pos x="T0" y="T1"/>
                    </a:cxn>
                    <a:cxn ang="T31">
                      <a:pos x="T2" y="T3"/>
                    </a:cxn>
                    <a:cxn ang="T32">
                      <a:pos x="T4" y="T5"/>
                    </a:cxn>
                    <a:cxn ang="T33">
                      <a:pos x="T6" y="T7"/>
                    </a:cxn>
                    <a:cxn ang="T34">
                      <a:pos x="T8" y="T9"/>
                    </a:cxn>
                    <a:cxn ang="T35">
                      <a:pos x="T10" y="T11"/>
                    </a:cxn>
                    <a:cxn ang="T36">
                      <a:pos x="T12" y="T13"/>
                    </a:cxn>
                    <a:cxn ang="T37">
                      <a:pos x="T14" y="T15"/>
                    </a:cxn>
                    <a:cxn ang="T38">
                      <a:pos x="T16" y="T17"/>
                    </a:cxn>
                    <a:cxn ang="T39">
                      <a:pos x="T18" y="T19"/>
                    </a:cxn>
                    <a:cxn ang="T40">
                      <a:pos x="T20" y="T21"/>
                    </a:cxn>
                    <a:cxn ang="T41">
                      <a:pos x="T22" y="T23"/>
                    </a:cxn>
                    <a:cxn ang="T42">
                      <a:pos x="T24" y="T25"/>
                    </a:cxn>
                    <a:cxn ang="T43">
                      <a:pos x="T26" y="T27"/>
                    </a:cxn>
                    <a:cxn ang="T44">
                      <a:pos x="T28" y="T29"/>
                    </a:cxn>
                  </a:cxnLst>
                  <a:rect l="T45" t="T46" r="T47" b="T48"/>
                  <a:pathLst>
                    <a:path w="107" h="80">
                      <a:moveTo>
                        <a:pt x="4" y="80"/>
                      </a:moveTo>
                      <a:lnTo>
                        <a:pt x="1" y="68"/>
                      </a:lnTo>
                      <a:lnTo>
                        <a:pt x="0" y="56"/>
                      </a:lnTo>
                      <a:lnTo>
                        <a:pt x="1" y="42"/>
                      </a:lnTo>
                      <a:lnTo>
                        <a:pt x="5" y="31"/>
                      </a:lnTo>
                      <a:lnTo>
                        <a:pt x="12" y="20"/>
                      </a:lnTo>
                      <a:lnTo>
                        <a:pt x="21" y="11"/>
                      </a:lnTo>
                      <a:lnTo>
                        <a:pt x="31" y="4"/>
                      </a:lnTo>
                      <a:lnTo>
                        <a:pt x="43" y="1"/>
                      </a:lnTo>
                      <a:lnTo>
                        <a:pt x="56" y="0"/>
                      </a:lnTo>
                      <a:lnTo>
                        <a:pt x="69" y="1"/>
                      </a:lnTo>
                      <a:lnTo>
                        <a:pt x="80" y="5"/>
                      </a:lnTo>
                      <a:lnTo>
                        <a:pt x="92" y="12"/>
                      </a:lnTo>
                      <a:lnTo>
                        <a:pt x="101" y="21"/>
                      </a:lnTo>
                      <a:lnTo>
                        <a:pt x="107" y="31"/>
                      </a:lnTo>
                    </a:path>
                  </a:pathLst>
                </a:custGeom>
                <a:noFill/>
                <a:ln w="0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pPr algn="l" defTabSz="1828800" hangingPunct="1"/>
                  <a:endParaRPr lang="zh-CN" altLang="en-US" sz="3600" b="0" kern="1200">
                    <a:solidFill>
                      <a:prstClr val="black"/>
                    </a:solidFill>
                    <a:latin typeface="等线" panose="020F0502020204030204"/>
                    <a:ea typeface="等线" panose="02010600030101010101" pitchFamily="2" charset="-122"/>
                    <a:cs typeface="+mn-cs"/>
                  </a:endParaRPr>
                </a:p>
              </p:txBody>
            </p:sp>
            <p:sp>
              <p:nvSpPr>
                <p:cNvPr id="1272" name="Freeform 559">
                  <a:extLst>
                    <a:ext uri="{FF2B5EF4-FFF2-40B4-BE49-F238E27FC236}">
                      <a16:creationId xmlns:a16="http://schemas.microsoft.com/office/drawing/2014/main" id="{FE6BAA23-ACAB-31FF-98FA-08D1A2EEF783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4200" y="3515"/>
                  <a:ext cx="16" cy="8"/>
                </a:xfrm>
                <a:custGeom>
                  <a:avLst/>
                  <a:gdLst>
                    <a:gd name="T0" fmla="*/ 0 w 113"/>
                    <a:gd name="T1" fmla="*/ 0 h 56"/>
                    <a:gd name="T2" fmla="*/ 0 w 113"/>
                    <a:gd name="T3" fmla="*/ 0 h 56"/>
                    <a:gd name="T4" fmla="*/ 0 w 113"/>
                    <a:gd name="T5" fmla="*/ 0 h 56"/>
                    <a:gd name="T6" fmla="*/ 0 w 113"/>
                    <a:gd name="T7" fmla="*/ 0 h 56"/>
                    <a:gd name="T8" fmla="*/ 0 w 113"/>
                    <a:gd name="T9" fmla="*/ 0 h 56"/>
                    <a:gd name="T10" fmla="*/ 0 w 113"/>
                    <a:gd name="T11" fmla="*/ 0 h 56"/>
                    <a:gd name="T12" fmla="*/ 0 w 113"/>
                    <a:gd name="T13" fmla="*/ 0 h 56"/>
                    <a:gd name="T14" fmla="*/ 0 w 113"/>
                    <a:gd name="T15" fmla="*/ 0 h 56"/>
                    <a:gd name="T16" fmla="*/ 0 w 113"/>
                    <a:gd name="T17" fmla="*/ 0 h 56"/>
                    <a:gd name="T18" fmla="*/ 0 w 113"/>
                    <a:gd name="T19" fmla="*/ 0 h 56"/>
                    <a:gd name="T20" fmla="*/ 0 w 113"/>
                    <a:gd name="T21" fmla="*/ 0 h 56"/>
                    <a:gd name="T22" fmla="*/ 0 w 113"/>
                    <a:gd name="T23" fmla="*/ 0 h 56"/>
                    <a:gd name="T24" fmla="*/ 0 w 113"/>
                    <a:gd name="T25" fmla="*/ 0 h 56"/>
                    <a:gd name="T26" fmla="*/ 0 w 113"/>
                    <a:gd name="T27" fmla="*/ 0 h 56"/>
                    <a:gd name="T28" fmla="*/ 0 w 113"/>
                    <a:gd name="T29" fmla="*/ 0 h 56"/>
                    <a:gd name="T30" fmla="*/ 0 w 113"/>
                    <a:gd name="T31" fmla="*/ 0 h 56"/>
                    <a:gd name="T32" fmla="*/ 0 w 113"/>
                    <a:gd name="T33" fmla="*/ 0 h 56"/>
                    <a:gd name="T34" fmla="*/ 0 60000 65536"/>
                    <a:gd name="T35" fmla="*/ 0 60000 65536"/>
                    <a:gd name="T36" fmla="*/ 0 60000 65536"/>
                    <a:gd name="T37" fmla="*/ 0 60000 65536"/>
                    <a:gd name="T38" fmla="*/ 0 60000 65536"/>
                    <a:gd name="T39" fmla="*/ 0 60000 65536"/>
                    <a:gd name="T40" fmla="*/ 0 60000 65536"/>
                    <a:gd name="T41" fmla="*/ 0 60000 65536"/>
                    <a:gd name="T42" fmla="*/ 0 60000 65536"/>
                    <a:gd name="T43" fmla="*/ 0 60000 65536"/>
                    <a:gd name="T44" fmla="*/ 0 60000 65536"/>
                    <a:gd name="T45" fmla="*/ 0 60000 65536"/>
                    <a:gd name="T46" fmla="*/ 0 60000 65536"/>
                    <a:gd name="T47" fmla="*/ 0 60000 65536"/>
                    <a:gd name="T48" fmla="*/ 0 60000 65536"/>
                    <a:gd name="T49" fmla="*/ 0 60000 65536"/>
                    <a:gd name="T50" fmla="*/ 0 60000 65536"/>
                    <a:gd name="T51" fmla="*/ 0 w 113"/>
                    <a:gd name="T52" fmla="*/ 0 h 56"/>
                    <a:gd name="T53" fmla="*/ 113 w 113"/>
                    <a:gd name="T54" fmla="*/ 56 h 56"/>
                  </a:gdLst>
                  <a:ahLst/>
                  <a:cxnLst>
                    <a:cxn ang="T34">
                      <a:pos x="T0" y="T1"/>
                    </a:cxn>
                    <a:cxn ang="T35">
                      <a:pos x="T2" y="T3"/>
                    </a:cxn>
                    <a:cxn ang="T36">
                      <a:pos x="T4" y="T5"/>
                    </a:cxn>
                    <a:cxn ang="T37">
                      <a:pos x="T6" y="T7"/>
                    </a:cxn>
                    <a:cxn ang="T38">
                      <a:pos x="T8" y="T9"/>
                    </a:cxn>
                    <a:cxn ang="T39">
                      <a:pos x="T10" y="T11"/>
                    </a:cxn>
                    <a:cxn ang="T40">
                      <a:pos x="T12" y="T13"/>
                    </a:cxn>
                    <a:cxn ang="T41">
                      <a:pos x="T14" y="T15"/>
                    </a:cxn>
                    <a:cxn ang="T42">
                      <a:pos x="T16" y="T17"/>
                    </a:cxn>
                    <a:cxn ang="T43">
                      <a:pos x="T18" y="T19"/>
                    </a:cxn>
                    <a:cxn ang="T44">
                      <a:pos x="T20" y="T21"/>
                    </a:cxn>
                    <a:cxn ang="T45">
                      <a:pos x="T22" y="T23"/>
                    </a:cxn>
                    <a:cxn ang="T46">
                      <a:pos x="T24" y="T25"/>
                    </a:cxn>
                    <a:cxn ang="T47">
                      <a:pos x="T26" y="T27"/>
                    </a:cxn>
                    <a:cxn ang="T48">
                      <a:pos x="T28" y="T29"/>
                    </a:cxn>
                    <a:cxn ang="T49">
                      <a:pos x="T30" y="T31"/>
                    </a:cxn>
                    <a:cxn ang="T50">
                      <a:pos x="T32" y="T33"/>
                    </a:cxn>
                  </a:cxnLst>
                  <a:rect l="T51" t="T52" r="T53" b="T54"/>
                  <a:pathLst>
                    <a:path w="113" h="56">
                      <a:moveTo>
                        <a:pt x="56" y="0"/>
                      </a:moveTo>
                      <a:lnTo>
                        <a:pt x="113" y="0"/>
                      </a:lnTo>
                      <a:lnTo>
                        <a:pt x="111" y="13"/>
                      </a:lnTo>
                      <a:lnTo>
                        <a:pt x="106" y="25"/>
                      </a:lnTo>
                      <a:lnTo>
                        <a:pt x="100" y="35"/>
                      </a:lnTo>
                      <a:lnTo>
                        <a:pt x="91" y="44"/>
                      </a:lnTo>
                      <a:lnTo>
                        <a:pt x="81" y="51"/>
                      </a:lnTo>
                      <a:lnTo>
                        <a:pt x="68" y="55"/>
                      </a:lnTo>
                      <a:lnTo>
                        <a:pt x="56" y="56"/>
                      </a:lnTo>
                      <a:lnTo>
                        <a:pt x="44" y="55"/>
                      </a:lnTo>
                      <a:lnTo>
                        <a:pt x="31" y="51"/>
                      </a:lnTo>
                      <a:lnTo>
                        <a:pt x="21" y="44"/>
                      </a:lnTo>
                      <a:lnTo>
                        <a:pt x="12" y="35"/>
                      </a:lnTo>
                      <a:lnTo>
                        <a:pt x="5" y="25"/>
                      </a:lnTo>
                      <a:lnTo>
                        <a:pt x="1" y="13"/>
                      </a:lnTo>
                      <a:lnTo>
                        <a:pt x="0" y="0"/>
                      </a:lnTo>
                      <a:lnTo>
                        <a:pt x="56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algn="l" defTabSz="1828800" hangingPunct="1"/>
                  <a:endParaRPr lang="zh-CN" altLang="en-US" sz="3600" b="0" kern="1200">
                    <a:solidFill>
                      <a:prstClr val="black"/>
                    </a:solidFill>
                    <a:latin typeface="等线" panose="020F0502020204030204"/>
                    <a:ea typeface="等线" panose="02010600030101010101" pitchFamily="2" charset="-122"/>
                    <a:cs typeface="+mn-cs"/>
                  </a:endParaRPr>
                </a:p>
              </p:txBody>
            </p:sp>
            <p:sp>
              <p:nvSpPr>
                <p:cNvPr id="1273" name="Freeform 560">
                  <a:extLst>
                    <a:ext uri="{FF2B5EF4-FFF2-40B4-BE49-F238E27FC236}">
                      <a16:creationId xmlns:a16="http://schemas.microsoft.com/office/drawing/2014/main" id="{3DC52EA5-C6F4-43E3-6D91-896889BF592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4200" y="3515"/>
                  <a:ext cx="16" cy="8"/>
                </a:xfrm>
                <a:custGeom>
                  <a:avLst/>
                  <a:gdLst>
                    <a:gd name="T0" fmla="*/ 0 w 113"/>
                    <a:gd name="T1" fmla="*/ 0 h 56"/>
                    <a:gd name="T2" fmla="*/ 0 w 113"/>
                    <a:gd name="T3" fmla="*/ 0 h 56"/>
                    <a:gd name="T4" fmla="*/ 0 w 113"/>
                    <a:gd name="T5" fmla="*/ 0 h 56"/>
                    <a:gd name="T6" fmla="*/ 0 w 113"/>
                    <a:gd name="T7" fmla="*/ 0 h 56"/>
                    <a:gd name="T8" fmla="*/ 0 w 113"/>
                    <a:gd name="T9" fmla="*/ 0 h 56"/>
                    <a:gd name="T10" fmla="*/ 0 w 113"/>
                    <a:gd name="T11" fmla="*/ 0 h 56"/>
                    <a:gd name="T12" fmla="*/ 0 w 113"/>
                    <a:gd name="T13" fmla="*/ 0 h 56"/>
                    <a:gd name="T14" fmla="*/ 0 w 113"/>
                    <a:gd name="T15" fmla="*/ 0 h 56"/>
                    <a:gd name="T16" fmla="*/ 0 w 113"/>
                    <a:gd name="T17" fmla="*/ 0 h 56"/>
                    <a:gd name="T18" fmla="*/ 0 w 113"/>
                    <a:gd name="T19" fmla="*/ 0 h 56"/>
                    <a:gd name="T20" fmla="*/ 0 w 113"/>
                    <a:gd name="T21" fmla="*/ 0 h 56"/>
                    <a:gd name="T22" fmla="*/ 0 w 113"/>
                    <a:gd name="T23" fmla="*/ 0 h 56"/>
                    <a:gd name="T24" fmla="*/ 0 w 113"/>
                    <a:gd name="T25" fmla="*/ 0 h 56"/>
                    <a:gd name="T26" fmla="*/ 0 w 113"/>
                    <a:gd name="T27" fmla="*/ 0 h 56"/>
                    <a:gd name="T28" fmla="*/ 0 w 113"/>
                    <a:gd name="T29" fmla="*/ 0 h 56"/>
                    <a:gd name="T30" fmla="*/ 0 60000 65536"/>
                    <a:gd name="T31" fmla="*/ 0 60000 65536"/>
                    <a:gd name="T32" fmla="*/ 0 60000 65536"/>
                    <a:gd name="T33" fmla="*/ 0 60000 65536"/>
                    <a:gd name="T34" fmla="*/ 0 60000 65536"/>
                    <a:gd name="T35" fmla="*/ 0 60000 65536"/>
                    <a:gd name="T36" fmla="*/ 0 60000 65536"/>
                    <a:gd name="T37" fmla="*/ 0 60000 65536"/>
                    <a:gd name="T38" fmla="*/ 0 60000 65536"/>
                    <a:gd name="T39" fmla="*/ 0 60000 65536"/>
                    <a:gd name="T40" fmla="*/ 0 60000 65536"/>
                    <a:gd name="T41" fmla="*/ 0 60000 65536"/>
                    <a:gd name="T42" fmla="*/ 0 60000 65536"/>
                    <a:gd name="T43" fmla="*/ 0 60000 65536"/>
                    <a:gd name="T44" fmla="*/ 0 60000 65536"/>
                    <a:gd name="T45" fmla="*/ 0 w 113"/>
                    <a:gd name="T46" fmla="*/ 0 h 56"/>
                    <a:gd name="T47" fmla="*/ 113 w 113"/>
                    <a:gd name="T48" fmla="*/ 56 h 56"/>
                  </a:gdLst>
                  <a:ahLst/>
                  <a:cxnLst>
                    <a:cxn ang="T30">
                      <a:pos x="T0" y="T1"/>
                    </a:cxn>
                    <a:cxn ang="T31">
                      <a:pos x="T2" y="T3"/>
                    </a:cxn>
                    <a:cxn ang="T32">
                      <a:pos x="T4" y="T5"/>
                    </a:cxn>
                    <a:cxn ang="T33">
                      <a:pos x="T6" y="T7"/>
                    </a:cxn>
                    <a:cxn ang="T34">
                      <a:pos x="T8" y="T9"/>
                    </a:cxn>
                    <a:cxn ang="T35">
                      <a:pos x="T10" y="T11"/>
                    </a:cxn>
                    <a:cxn ang="T36">
                      <a:pos x="T12" y="T13"/>
                    </a:cxn>
                    <a:cxn ang="T37">
                      <a:pos x="T14" y="T15"/>
                    </a:cxn>
                    <a:cxn ang="T38">
                      <a:pos x="T16" y="T17"/>
                    </a:cxn>
                    <a:cxn ang="T39">
                      <a:pos x="T18" y="T19"/>
                    </a:cxn>
                    <a:cxn ang="T40">
                      <a:pos x="T20" y="T21"/>
                    </a:cxn>
                    <a:cxn ang="T41">
                      <a:pos x="T22" y="T23"/>
                    </a:cxn>
                    <a:cxn ang="T42">
                      <a:pos x="T24" y="T25"/>
                    </a:cxn>
                    <a:cxn ang="T43">
                      <a:pos x="T26" y="T27"/>
                    </a:cxn>
                    <a:cxn ang="T44">
                      <a:pos x="T28" y="T29"/>
                    </a:cxn>
                  </a:cxnLst>
                  <a:rect l="T45" t="T46" r="T47" b="T48"/>
                  <a:pathLst>
                    <a:path w="113" h="56">
                      <a:moveTo>
                        <a:pt x="113" y="0"/>
                      </a:moveTo>
                      <a:lnTo>
                        <a:pt x="111" y="13"/>
                      </a:lnTo>
                      <a:lnTo>
                        <a:pt x="106" y="25"/>
                      </a:lnTo>
                      <a:lnTo>
                        <a:pt x="100" y="35"/>
                      </a:lnTo>
                      <a:lnTo>
                        <a:pt x="91" y="44"/>
                      </a:lnTo>
                      <a:lnTo>
                        <a:pt x="81" y="51"/>
                      </a:lnTo>
                      <a:lnTo>
                        <a:pt x="68" y="55"/>
                      </a:lnTo>
                      <a:lnTo>
                        <a:pt x="56" y="56"/>
                      </a:lnTo>
                      <a:lnTo>
                        <a:pt x="44" y="55"/>
                      </a:lnTo>
                      <a:lnTo>
                        <a:pt x="31" y="51"/>
                      </a:lnTo>
                      <a:lnTo>
                        <a:pt x="21" y="44"/>
                      </a:lnTo>
                      <a:lnTo>
                        <a:pt x="12" y="35"/>
                      </a:lnTo>
                      <a:lnTo>
                        <a:pt x="5" y="25"/>
                      </a:lnTo>
                      <a:lnTo>
                        <a:pt x="1" y="13"/>
                      </a:lnTo>
                      <a:lnTo>
                        <a:pt x="0" y="0"/>
                      </a:lnTo>
                    </a:path>
                  </a:pathLst>
                </a:custGeom>
                <a:noFill/>
                <a:ln w="0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pPr algn="l" defTabSz="1828800" hangingPunct="1"/>
                  <a:endParaRPr lang="zh-CN" altLang="en-US" sz="3600" b="0" kern="1200">
                    <a:solidFill>
                      <a:prstClr val="black"/>
                    </a:solidFill>
                    <a:latin typeface="等线" panose="020F0502020204030204"/>
                    <a:ea typeface="等线" panose="02010600030101010101" pitchFamily="2" charset="-122"/>
                    <a:cs typeface="+mn-cs"/>
                  </a:endParaRPr>
                </a:p>
              </p:txBody>
            </p:sp>
            <p:sp>
              <p:nvSpPr>
                <p:cNvPr id="1274" name="Freeform 561">
                  <a:extLst>
                    <a:ext uri="{FF2B5EF4-FFF2-40B4-BE49-F238E27FC236}">
                      <a16:creationId xmlns:a16="http://schemas.microsoft.com/office/drawing/2014/main" id="{CD78A336-31EF-037B-0300-935A0D801675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4200" y="3041"/>
                  <a:ext cx="16" cy="474"/>
                </a:xfrm>
                <a:custGeom>
                  <a:avLst/>
                  <a:gdLst>
                    <a:gd name="T0" fmla="*/ 0 w 113"/>
                    <a:gd name="T1" fmla="*/ 0 h 3320"/>
                    <a:gd name="T2" fmla="*/ 0 w 113"/>
                    <a:gd name="T3" fmla="*/ 0 h 3320"/>
                    <a:gd name="T4" fmla="*/ 0 w 113"/>
                    <a:gd name="T5" fmla="*/ 0 h 3320"/>
                    <a:gd name="T6" fmla="*/ 0 w 113"/>
                    <a:gd name="T7" fmla="*/ 0 h 3320"/>
                    <a:gd name="T8" fmla="*/ 0 w 113"/>
                    <a:gd name="T9" fmla="*/ 0 h 3320"/>
                    <a:gd name="T10" fmla="*/ 0 w 113"/>
                    <a:gd name="T11" fmla="*/ 0 h 3320"/>
                    <a:gd name="T12" fmla="*/ 0 w 113"/>
                    <a:gd name="T13" fmla="*/ 0 h 3320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113"/>
                    <a:gd name="T22" fmla="*/ 0 h 3320"/>
                    <a:gd name="T23" fmla="*/ 113 w 113"/>
                    <a:gd name="T24" fmla="*/ 3320 h 3320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113" h="3320">
                      <a:moveTo>
                        <a:pt x="0" y="3320"/>
                      </a:moveTo>
                      <a:lnTo>
                        <a:pt x="56" y="3320"/>
                      </a:lnTo>
                      <a:lnTo>
                        <a:pt x="113" y="3320"/>
                      </a:lnTo>
                      <a:lnTo>
                        <a:pt x="113" y="0"/>
                      </a:lnTo>
                      <a:lnTo>
                        <a:pt x="56" y="0"/>
                      </a:lnTo>
                      <a:lnTo>
                        <a:pt x="0" y="0"/>
                      </a:lnTo>
                      <a:lnTo>
                        <a:pt x="0" y="332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algn="l" defTabSz="1828800" hangingPunct="1"/>
                  <a:endParaRPr lang="zh-CN" altLang="en-US" sz="3600" b="0" kern="1200">
                    <a:solidFill>
                      <a:prstClr val="black"/>
                    </a:solidFill>
                    <a:latin typeface="等线" panose="020F0502020204030204"/>
                    <a:ea typeface="等线" panose="02010600030101010101" pitchFamily="2" charset="-122"/>
                    <a:cs typeface="+mn-cs"/>
                  </a:endParaRPr>
                </a:p>
              </p:txBody>
            </p:sp>
            <p:sp>
              <p:nvSpPr>
                <p:cNvPr id="1275" name="Freeform 562">
                  <a:extLst>
                    <a:ext uri="{FF2B5EF4-FFF2-40B4-BE49-F238E27FC236}">
                      <a16:creationId xmlns:a16="http://schemas.microsoft.com/office/drawing/2014/main" id="{92BCA255-3B91-A19B-285A-93F4F7093700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4200" y="3041"/>
                  <a:ext cx="16" cy="474"/>
                </a:xfrm>
                <a:custGeom>
                  <a:avLst/>
                  <a:gdLst>
                    <a:gd name="T0" fmla="*/ 0 w 113"/>
                    <a:gd name="T1" fmla="*/ 0 h 3320"/>
                    <a:gd name="T2" fmla="*/ 0 w 113"/>
                    <a:gd name="T3" fmla="*/ 0 h 3320"/>
                    <a:gd name="T4" fmla="*/ 0 w 113"/>
                    <a:gd name="T5" fmla="*/ 0 h 3320"/>
                    <a:gd name="T6" fmla="*/ 0 w 113"/>
                    <a:gd name="T7" fmla="*/ 0 h 3320"/>
                    <a:gd name="T8" fmla="*/ 0 w 113"/>
                    <a:gd name="T9" fmla="*/ 0 h 3320"/>
                    <a:gd name="T10" fmla="*/ 0 w 113"/>
                    <a:gd name="T11" fmla="*/ 0 h 3320"/>
                    <a:gd name="T12" fmla="*/ 0 w 113"/>
                    <a:gd name="T13" fmla="*/ 0 h 3320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113"/>
                    <a:gd name="T22" fmla="*/ 0 h 3320"/>
                    <a:gd name="T23" fmla="*/ 113 w 113"/>
                    <a:gd name="T24" fmla="*/ 3320 h 3320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113" h="3320">
                      <a:moveTo>
                        <a:pt x="0" y="3320"/>
                      </a:moveTo>
                      <a:lnTo>
                        <a:pt x="56" y="3320"/>
                      </a:lnTo>
                      <a:lnTo>
                        <a:pt x="113" y="3320"/>
                      </a:lnTo>
                      <a:lnTo>
                        <a:pt x="113" y="0"/>
                      </a:lnTo>
                      <a:lnTo>
                        <a:pt x="56" y="0"/>
                      </a:lnTo>
                      <a:lnTo>
                        <a:pt x="0" y="0"/>
                      </a:lnTo>
                      <a:lnTo>
                        <a:pt x="0" y="3320"/>
                      </a:lnTo>
                      <a:close/>
                    </a:path>
                  </a:pathLst>
                </a:custGeom>
                <a:noFill/>
                <a:ln w="0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pPr algn="l" defTabSz="1828800" hangingPunct="1"/>
                  <a:endParaRPr lang="zh-CN" altLang="en-US" sz="3600" b="0" kern="1200">
                    <a:solidFill>
                      <a:prstClr val="black"/>
                    </a:solidFill>
                    <a:latin typeface="等线" panose="020F0502020204030204"/>
                    <a:ea typeface="等线" panose="02010600030101010101" pitchFamily="2" charset="-122"/>
                    <a:cs typeface="+mn-cs"/>
                  </a:endParaRPr>
                </a:p>
              </p:txBody>
            </p:sp>
            <p:sp>
              <p:nvSpPr>
                <p:cNvPr id="1276" name="Freeform 563">
                  <a:extLst>
                    <a:ext uri="{FF2B5EF4-FFF2-40B4-BE49-F238E27FC236}">
                      <a16:creationId xmlns:a16="http://schemas.microsoft.com/office/drawing/2014/main" id="{74CDEDD9-DD29-24FF-BD05-26E5C7C95A58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4200" y="3033"/>
                  <a:ext cx="16" cy="8"/>
                </a:xfrm>
                <a:custGeom>
                  <a:avLst/>
                  <a:gdLst>
                    <a:gd name="T0" fmla="*/ 0 w 113"/>
                    <a:gd name="T1" fmla="*/ 0 h 57"/>
                    <a:gd name="T2" fmla="*/ 0 w 113"/>
                    <a:gd name="T3" fmla="*/ 0 h 57"/>
                    <a:gd name="T4" fmla="*/ 0 w 113"/>
                    <a:gd name="T5" fmla="*/ 0 h 57"/>
                    <a:gd name="T6" fmla="*/ 0 w 113"/>
                    <a:gd name="T7" fmla="*/ 0 h 57"/>
                    <a:gd name="T8" fmla="*/ 0 w 113"/>
                    <a:gd name="T9" fmla="*/ 0 h 57"/>
                    <a:gd name="T10" fmla="*/ 0 w 113"/>
                    <a:gd name="T11" fmla="*/ 0 h 57"/>
                    <a:gd name="T12" fmla="*/ 0 w 113"/>
                    <a:gd name="T13" fmla="*/ 0 h 57"/>
                    <a:gd name="T14" fmla="*/ 0 w 113"/>
                    <a:gd name="T15" fmla="*/ 0 h 57"/>
                    <a:gd name="T16" fmla="*/ 0 w 113"/>
                    <a:gd name="T17" fmla="*/ 0 h 57"/>
                    <a:gd name="T18" fmla="*/ 0 w 113"/>
                    <a:gd name="T19" fmla="*/ 0 h 57"/>
                    <a:gd name="T20" fmla="*/ 0 w 113"/>
                    <a:gd name="T21" fmla="*/ 0 h 57"/>
                    <a:gd name="T22" fmla="*/ 0 w 113"/>
                    <a:gd name="T23" fmla="*/ 0 h 57"/>
                    <a:gd name="T24" fmla="*/ 0 w 113"/>
                    <a:gd name="T25" fmla="*/ 0 h 57"/>
                    <a:gd name="T26" fmla="*/ 0 w 113"/>
                    <a:gd name="T27" fmla="*/ 0 h 57"/>
                    <a:gd name="T28" fmla="*/ 0 w 113"/>
                    <a:gd name="T29" fmla="*/ 0 h 57"/>
                    <a:gd name="T30" fmla="*/ 0 w 113"/>
                    <a:gd name="T31" fmla="*/ 0 h 57"/>
                    <a:gd name="T32" fmla="*/ 0 w 113"/>
                    <a:gd name="T33" fmla="*/ 0 h 57"/>
                    <a:gd name="T34" fmla="*/ 0 60000 65536"/>
                    <a:gd name="T35" fmla="*/ 0 60000 65536"/>
                    <a:gd name="T36" fmla="*/ 0 60000 65536"/>
                    <a:gd name="T37" fmla="*/ 0 60000 65536"/>
                    <a:gd name="T38" fmla="*/ 0 60000 65536"/>
                    <a:gd name="T39" fmla="*/ 0 60000 65536"/>
                    <a:gd name="T40" fmla="*/ 0 60000 65536"/>
                    <a:gd name="T41" fmla="*/ 0 60000 65536"/>
                    <a:gd name="T42" fmla="*/ 0 60000 65536"/>
                    <a:gd name="T43" fmla="*/ 0 60000 65536"/>
                    <a:gd name="T44" fmla="*/ 0 60000 65536"/>
                    <a:gd name="T45" fmla="*/ 0 60000 65536"/>
                    <a:gd name="T46" fmla="*/ 0 60000 65536"/>
                    <a:gd name="T47" fmla="*/ 0 60000 65536"/>
                    <a:gd name="T48" fmla="*/ 0 60000 65536"/>
                    <a:gd name="T49" fmla="*/ 0 60000 65536"/>
                    <a:gd name="T50" fmla="*/ 0 60000 65536"/>
                    <a:gd name="T51" fmla="*/ 0 w 113"/>
                    <a:gd name="T52" fmla="*/ 0 h 57"/>
                    <a:gd name="T53" fmla="*/ 113 w 113"/>
                    <a:gd name="T54" fmla="*/ 57 h 57"/>
                  </a:gdLst>
                  <a:ahLst/>
                  <a:cxnLst>
                    <a:cxn ang="T34">
                      <a:pos x="T0" y="T1"/>
                    </a:cxn>
                    <a:cxn ang="T35">
                      <a:pos x="T2" y="T3"/>
                    </a:cxn>
                    <a:cxn ang="T36">
                      <a:pos x="T4" y="T5"/>
                    </a:cxn>
                    <a:cxn ang="T37">
                      <a:pos x="T6" y="T7"/>
                    </a:cxn>
                    <a:cxn ang="T38">
                      <a:pos x="T8" y="T9"/>
                    </a:cxn>
                    <a:cxn ang="T39">
                      <a:pos x="T10" y="T11"/>
                    </a:cxn>
                    <a:cxn ang="T40">
                      <a:pos x="T12" y="T13"/>
                    </a:cxn>
                    <a:cxn ang="T41">
                      <a:pos x="T14" y="T15"/>
                    </a:cxn>
                    <a:cxn ang="T42">
                      <a:pos x="T16" y="T17"/>
                    </a:cxn>
                    <a:cxn ang="T43">
                      <a:pos x="T18" y="T19"/>
                    </a:cxn>
                    <a:cxn ang="T44">
                      <a:pos x="T20" y="T21"/>
                    </a:cxn>
                    <a:cxn ang="T45">
                      <a:pos x="T22" y="T23"/>
                    </a:cxn>
                    <a:cxn ang="T46">
                      <a:pos x="T24" y="T25"/>
                    </a:cxn>
                    <a:cxn ang="T47">
                      <a:pos x="T26" y="T27"/>
                    </a:cxn>
                    <a:cxn ang="T48">
                      <a:pos x="T28" y="T29"/>
                    </a:cxn>
                    <a:cxn ang="T49">
                      <a:pos x="T30" y="T31"/>
                    </a:cxn>
                    <a:cxn ang="T50">
                      <a:pos x="T32" y="T33"/>
                    </a:cxn>
                  </a:cxnLst>
                  <a:rect l="T51" t="T52" r="T53" b="T54"/>
                  <a:pathLst>
                    <a:path w="113" h="57">
                      <a:moveTo>
                        <a:pt x="56" y="57"/>
                      </a:moveTo>
                      <a:lnTo>
                        <a:pt x="0" y="57"/>
                      </a:lnTo>
                      <a:lnTo>
                        <a:pt x="1" y="44"/>
                      </a:lnTo>
                      <a:lnTo>
                        <a:pt x="5" y="32"/>
                      </a:lnTo>
                      <a:lnTo>
                        <a:pt x="12" y="22"/>
                      </a:lnTo>
                      <a:lnTo>
                        <a:pt x="21" y="13"/>
                      </a:lnTo>
                      <a:lnTo>
                        <a:pt x="31" y="6"/>
                      </a:lnTo>
                      <a:lnTo>
                        <a:pt x="44" y="2"/>
                      </a:lnTo>
                      <a:lnTo>
                        <a:pt x="56" y="0"/>
                      </a:lnTo>
                      <a:lnTo>
                        <a:pt x="68" y="2"/>
                      </a:lnTo>
                      <a:lnTo>
                        <a:pt x="81" y="6"/>
                      </a:lnTo>
                      <a:lnTo>
                        <a:pt x="91" y="13"/>
                      </a:lnTo>
                      <a:lnTo>
                        <a:pt x="100" y="22"/>
                      </a:lnTo>
                      <a:lnTo>
                        <a:pt x="106" y="32"/>
                      </a:lnTo>
                      <a:lnTo>
                        <a:pt x="111" y="44"/>
                      </a:lnTo>
                      <a:lnTo>
                        <a:pt x="113" y="57"/>
                      </a:lnTo>
                      <a:lnTo>
                        <a:pt x="56" y="57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algn="l" defTabSz="1828800" hangingPunct="1"/>
                  <a:endParaRPr lang="zh-CN" altLang="en-US" sz="3600" b="0" kern="1200">
                    <a:solidFill>
                      <a:prstClr val="black"/>
                    </a:solidFill>
                    <a:latin typeface="等线" panose="020F0502020204030204"/>
                    <a:ea typeface="等线" panose="02010600030101010101" pitchFamily="2" charset="-122"/>
                    <a:cs typeface="+mn-cs"/>
                  </a:endParaRPr>
                </a:p>
              </p:txBody>
            </p:sp>
            <p:sp>
              <p:nvSpPr>
                <p:cNvPr id="1277" name="Freeform 564">
                  <a:extLst>
                    <a:ext uri="{FF2B5EF4-FFF2-40B4-BE49-F238E27FC236}">
                      <a16:creationId xmlns:a16="http://schemas.microsoft.com/office/drawing/2014/main" id="{B66DF072-345E-9AC1-0EED-9472138E9170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4200" y="3033"/>
                  <a:ext cx="16" cy="8"/>
                </a:xfrm>
                <a:custGeom>
                  <a:avLst/>
                  <a:gdLst>
                    <a:gd name="T0" fmla="*/ 0 w 113"/>
                    <a:gd name="T1" fmla="*/ 0 h 57"/>
                    <a:gd name="T2" fmla="*/ 0 w 113"/>
                    <a:gd name="T3" fmla="*/ 0 h 57"/>
                    <a:gd name="T4" fmla="*/ 0 w 113"/>
                    <a:gd name="T5" fmla="*/ 0 h 57"/>
                    <a:gd name="T6" fmla="*/ 0 w 113"/>
                    <a:gd name="T7" fmla="*/ 0 h 57"/>
                    <a:gd name="T8" fmla="*/ 0 w 113"/>
                    <a:gd name="T9" fmla="*/ 0 h 57"/>
                    <a:gd name="T10" fmla="*/ 0 w 113"/>
                    <a:gd name="T11" fmla="*/ 0 h 57"/>
                    <a:gd name="T12" fmla="*/ 0 w 113"/>
                    <a:gd name="T13" fmla="*/ 0 h 57"/>
                    <a:gd name="T14" fmla="*/ 0 w 113"/>
                    <a:gd name="T15" fmla="*/ 0 h 57"/>
                    <a:gd name="T16" fmla="*/ 0 w 113"/>
                    <a:gd name="T17" fmla="*/ 0 h 57"/>
                    <a:gd name="T18" fmla="*/ 0 w 113"/>
                    <a:gd name="T19" fmla="*/ 0 h 57"/>
                    <a:gd name="T20" fmla="*/ 0 w 113"/>
                    <a:gd name="T21" fmla="*/ 0 h 57"/>
                    <a:gd name="T22" fmla="*/ 0 w 113"/>
                    <a:gd name="T23" fmla="*/ 0 h 57"/>
                    <a:gd name="T24" fmla="*/ 0 w 113"/>
                    <a:gd name="T25" fmla="*/ 0 h 57"/>
                    <a:gd name="T26" fmla="*/ 0 w 113"/>
                    <a:gd name="T27" fmla="*/ 0 h 57"/>
                    <a:gd name="T28" fmla="*/ 0 w 113"/>
                    <a:gd name="T29" fmla="*/ 0 h 57"/>
                    <a:gd name="T30" fmla="*/ 0 60000 65536"/>
                    <a:gd name="T31" fmla="*/ 0 60000 65536"/>
                    <a:gd name="T32" fmla="*/ 0 60000 65536"/>
                    <a:gd name="T33" fmla="*/ 0 60000 65536"/>
                    <a:gd name="T34" fmla="*/ 0 60000 65536"/>
                    <a:gd name="T35" fmla="*/ 0 60000 65536"/>
                    <a:gd name="T36" fmla="*/ 0 60000 65536"/>
                    <a:gd name="T37" fmla="*/ 0 60000 65536"/>
                    <a:gd name="T38" fmla="*/ 0 60000 65536"/>
                    <a:gd name="T39" fmla="*/ 0 60000 65536"/>
                    <a:gd name="T40" fmla="*/ 0 60000 65536"/>
                    <a:gd name="T41" fmla="*/ 0 60000 65536"/>
                    <a:gd name="T42" fmla="*/ 0 60000 65536"/>
                    <a:gd name="T43" fmla="*/ 0 60000 65536"/>
                    <a:gd name="T44" fmla="*/ 0 60000 65536"/>
                    <a:gd name="T45" fmla="*/ 0 w 113"/>
                    <a:gd name="T46" fmla="*/ 0 h 57"/>
                    <a:gd name="T47" fmla="*/ 113 w 113"/>
                    <a:gd name="T48" fmla="*/ 57 h 57"/>
                  </a:gdLst>
                  <a:ahLst/>
                  <a:cxnLst>
                    <a:cxn ang="T30">
                      <a:pos x="T0" y="T1"/>
                    </a:cxn>
                    <a:cxn ang="T31">
                      <a:pos x="T2" y="T3"/>
                    </a:cxn>
                    <a:cxn ang="T32">
                      <a:pos x="T4" y="T5"/>
                    </a:cxn>
                    <a:cxn ang="T33">
                      <a:pos x="T6" y="T7"/>
                    </a:cxn>
                    <a:cxn ang="T34">
                      <a:pos x="T8" y="T9"/>
                    </a:cxn>
                    <a:cxn ang="T35">
                      <a:pos x="T10" y="T11"/>
                    </a:cxn>
                    <a:cxn ang="T36">
                      <a:pos x="T12" y="T13"/>
                    </a:cxn>
                    <a:cxn ang="T37">
                      <a:pos x="T14" y="T15"/>
                    </a:cxn>
                    <a:cxn ang="T38">
                      <a:pos x="T16" y="T17"/>
                    </a:cxn>
                    <a:cxn ang="T39">
                      <a:pos x="T18" y="T19"/>
                    </a:cxn>
                    <a:cxn ang="T40">
                      <a:pos x="T20" y="T21"/>
                    </a:cxn>
                    <a:cxn ang="T41">
                      <a:pos x="T22" y="T23"/>
                    </a:cxn>
                    <a:cxn ang="T42">
                      <a:pos x="T24" y="T25"/>
                    </a:cxn>
                    <a:cxn ang="T43">
                      <a:pos x="T26" y="T27"/>
                    </a:cxn>
                    <a:cxn ang="T44">
                      <a:pos x="T28" y="T29"/>
                    </a:cxn>
                  </a:cxnLst>
                  <a:rect l="T45" t="T46" r="T47" b="T48"/>
                  <a:pathLst>
                    <a:path w="113" h="57">
                      <a:moveTo>
                        <a:pt x="0" y="57"/>
                      </a:moveTo>
                      <a:lnTo>
                        <a:pt x="1" y="44"/>
                      </a:lnTo>
                      <a:lnTo>
                        <a:pt x="5" y="32"/>
                      </a:lnTo>
                      <a:lnTo>
                        <a:pt x="12" y="22"/>
                      </a:lnTo>
                      <a:lnTo>
                        <a:pt x="21" y="13"/>
                      </a:lnTo>
                      <a:lnTo>
                        <a:pt x="31" y="6"/>
                      </a:lnTo>
                      <a:lnTo>
                        <a:pt x="44" y="2"/>
                      </a:lnTo>
                      <a:lnTo>
                        <a:pt x="56" y="0"/>
                      </a:lnTo>
                      <a:lnTo>
                        <a:pt x="68" y="2"/>
                      </a:lnTo>
                      <a:lnTo>
                        <a:pt x="81" y="6"/>
                      </a:lnTo>
                      <a:lnTo>
                        <a:pt x="91" y="13"/>
                      </a:lnTo>
                      <a:lnTo>
                        <a:pt x="100" y="22"/>
                      </a:lnTo>
                      <a:lnTo>
                        <a:pt x="106" y="32"/>
                      </a:lnTo>
                      <a:lnTo>
                        <a:pt x="111" y="44"/>
                      </a:lnTo>
                      <a:lnTo>
                        <a:pt x="113" y="57"/>
                      </a:lnTo>
                    </a:path>
                  </a:pathLst>
                </a:custGeom>
                <a:noFill/>
                <a:ln w="0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pPr algn="l" defTabSz="1828800" hangingPunct="1"/>
                  <a:endParaRPr lang="zh-CN" altLang="en-US" sz="3600" b="0" kern="1200">
                    <a:solidFill>
                      <a:prstClr val="black"/>
                    </a:solidFill>
                    <a:latin typeface="等线" panose="020F0502020204030204"/>
                    <a:ea typeface="等线" panose="02010600030101010101" pitchFamily="2" charset="-122"/>
                    <a:cs typeface="+mn-cs"/>
                  </a:endParaRPr>
                </a:p>
              </p:txBody>
            </p:sp>
            <p:sp>
              <p:nvSpPr>
                <p:cNvPr id="1278" name="Freeform 565">
                  <a:extLst>
                    <a:ext uri="{FF2B5EF4-FFF2-40B4-BE49-F238E27FC236}">
                      <a16:creationId xmlns:a16="http://schemas.microsoft.com/office/drawing/2014/main" id="{F1509317-CE95-FFE3-2617-A9CEE0F89DBC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4341" y="3507"/>
                  <a:ext cx="8" cy="16"/>
                </a:xfrm>
                <a:custGeom>
                  <a:avLst/>
                  <a:gdLst>
                    <a:gd name="T0" fmla="*/ 0 w 57"/>
                    <a:gd name="T1" fmla="*/ 0 h 113"/>
                    <a:gd name="T2" fmla="*/ 0 w 57"/>
                    <a:gd name="T3" fmla="*/ 0 h 113"/>
                    <a:gd name="T4" fmla="*/ 0 w 57"/>
                    <a:gd name="T5" fmla="*/ 0 h 113"/>
                    <a:gd name="T6" fmla="*/ 0 w 57"/>
                    <a:gd name="T7" fmla="*/ 0 h 113"/>
                    <a:gd name="T8" fmla="*/ 0 w 57"/>
                    <a:gd name="T9" fmla="*/ 0 h 113"/>
                    <a:gd name="T10" fmla="*/ 0 w 57"/>
                    <a:gd name="T11" fmla="*/ 0 h 113"/>
                    <a:gd name="T12" fmla="*/ 0 w 57"/>
                    <a:gd name="T13" fmla="*/ 0 h 113"/>
                    <a:gd name="T14" fmla="*/ 0 w 57"/>
                    <a:gd name="T15" fmla="*/ 0 h 113"/>
                    <a:gd name="T16" fmla="*/ 0 w 57"/>
                    <a:gd name="T17" fmla="*/ 0 h 113"/>
                    <a:gd name="T18" fmla="*/ 0 w 57"/>
                    <a:gd name="T19" fmla="*/ 0 h 113"/>
                    <a:gd name="T20" fmla="*/ 0 w 57"/>
                    <a:gd name="T21" fmla="*/ 0 h 113"/>
                    <a:gd name="T22" fmla="*/ 0 w 57"/>
                    <a:gd name="T23" fmla="*/ 0 h 113"/>
                    <a:gd name="T24" fmla="*/ 0 w 57"/>
                    <a:gd name="T25" fmla="*/ 0 h 113"/>
                    <a:gd name="T26" fmla="*/ 0 w 57"/>
                    <a:gd name="T27" fmla="*/ 0 h 113"/>
                    <a:gd name="T28" fmla="*/ 0 w 57"/>
                    <a:gd name="T29" fmla="*/ 0 h 113"/>
                    <a:gd name="T30" fmla="*/ 0 w 57"/>
                    <a:gd name="T31" fmla="*/ 0 h 113"/>
                    <a:gd name="T32" fmla="*/ 0 w 57"/>
                    <a:gd name="T33" fmla="*/ 0 h 113"/>
                    <a:gd name="T34" fmla="*/ 0 60000 65536"/>
                    <a:gd name="T35" fmla="*/ 0 60000 65536"/>
                    <a:gd name="T36" fmla="*/ 0 60000 65536"/>
                    <a:gd name="T37" fmla="*/ 0 60000 65536"/>
                    <a:gd name="T38" fmla="*/ 0 60000 65536"/>
                    <a:gd name="T39" fmla="*/ 0 60000 65536"/>
                    <a:gd name="T40" fmla="*/ 0 60000 65536"/>
                    <a:gd name="T41" fmla="*/ 0 60000 65536"/>
                    <a:gd name="T42" fmla="*/ 0 60000 65536"/>
                    <a:gd name="T43" fmla="*/ 0 60000 65536"/>
                    <a:gd name="T44" fmla="*/ 0 60000 65536"/>
                    <a:gd name="T45" fmla="*/ 0 60000 65536"/>
                    <a:gd name="T46" fmla="*/ 0 60000 65536"/>
                    <a:gd name="T47" fmla="*/ 0 60000 65536"/>
                    <a:gd name="T48" fmla="*/ 0 60000 65536"/>
                    <a:gd name="T49" fmla="*/ 0 60000 65536"/>
                    <a:gd name="T50" fmla="*/ 0 60000 65536"/>
                    <a:gd name="T51" fmla="*/ 0 w 57"/>
                    <a:gd name="T52" fmla="*/ 0 h 113"/>
                    <a:gd name="T53" fmla="*/ 57 w 57"/>
                    <a:gd name="T54" fmla="*/ 113 h 113"/>
                  </a:gdLst>
                  <a:ahLst/>
                  <a:cxnLst>
                    <a:cxn ang="T34">
                      <a:pos x="T0" y="T1"/>
                    </a:cxn>
                    <a:cxn ang="T35">
                      <a:pos x="T2" y="T3"/>
                    </a:cxn>
                    <a:cxn ang="T36">
                      <a:pos x="T4" y="T5"/>
                    </a:cxn>
                    <a:cxn ang="T37">
                      <a:pos x="T6" y="T7"/>
                    </a:cxn>
                    <a:cxn ang="T38">
                      <a:pos x="T8" y="T9"/>
                    </a:cxn>
                    <a:cxn ang="T39">
                      <a:pos x="T10" y="T11"/>
                    </a:cxn>
                    <a:cxn ang="T40">
                      <a:pos x="T12" y="T13"/>
                    </a:cxn>
                    <a:cxn ang="T41">
                      <a:pos x="T14" y="T15"/>
                    </a:cxn>
                    <a:cxn ang="T42">
                      <a:pos x="T16" y="T17"/>
                    </a:cxn>
                    <a:cxn ang="T43">
                      <a:pos x="T18" y="T19"/>
                    </a:cxn>
                    <a:cxn ang="T44">
                      <a:pos x="T20" y="T21"/>
                    </a:cxn>
                    <a:cxn ang="T45">
                      <a:pos x="T22" y="T23"/>
                    </a:cxn>
                    <a:cxn ang="T46">
                      <a:pos x="T24" y="T25"/>
                    </a:cxn>
                    <a:cxn ang="T47">
                      <a:pos x="T26" y="T27"/>
                    </a:cxn>
                    <a:cxn ang="T48">
                      <a:pos x="T28" y="T29"/>
                    </a:cxn>
                    <a:cxn ang="T49">
                      <a:pos x="T30" y="T31"/>
                    </a:cxn>
                    <a:cxn ang="T50">
                      <a:pos x="T32" y="T33"/>
                    </a:cxn>
                  </a:cxnLst>
                  <a:rect l="T51" t="T52" r="T53" b="T54"/>
                  <a:pathLst>
                    <a:path w="57" h="113">
                      <a:moveTo>
                        <a:pt x="0" y="57"/>
                      </a:moveTo>
                      <a:lnTo>
                        <a:pt x="0" y="0"/>
                      </a:lnTo>
                      <a:lnTo>
                        <a:pt x="12" y="2"/>
                      </a:lnTo>
                      <a:lnTo>
                        <a:pt x="25" y="7"/>
                      </a:lnTo>
                      <a:lnTo>
                        <a:pt x="35" y="13"/>
                      </a:lnTo>
                      <a:lnTo>
                        <a:pt x="44" y="22"/>
                      </a:lnTo>
                      <a:lnTo>
                        <a:pt x="51" y="32"/>
                      </a:lnTo>
                      <a:lnTo>
                        <a:pt x="55" y="45"/>
                      </a:lnTo>
                      <a:lnTo>
                        <a:pt x="57" y="57"/>
                      </a:lnTo>
                      <a:lnTo>
                        <a:pt x="55" y="70"/>
                      </a:lnTo>
                      <a:lnTo>
                        <a:pt x="51" y="82"/>
                      </a:lnTo>
                      <a:lnTo>
                        <a:pt x="44" y="92"/>
                      </a:lnTo>
                      <a:lnTo>
                        <a:pt x="35" y="101"/>
                      </a:lnTo>
                      <a:lnTo>
                        <a:pt x="25" y="108"/>
                      </a:lnTo>
                      <a:lnTo>
                        <a:pt x="12" y="112"/>
                      </a:lnTo>
                      <a:lnTo>
                        <a:pt x="0" y="113"/>
                      </a:lnTo>
                      <a:lnTo>
                        <a:pt x="0" y="57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algn="l" defTabSz="1828800" hangingPunct="1"/>
                  <a:endParaRPr lang="zh-CN" altLang="en-US" sz="3600" b="0" kern="1200">
                    <a:solidFill>
                      <a:prstClr val="black"/>
                    </a:solidFill>
                    <a:latin typeface="等线" panose="020F0502020204030204"/>
                    <a:ea typeface="等线" panose="02010600030101010101" pitchFamily="2" charset="-122"/>
                    <a:cs typeface="+mn-cs"/>
                  </a:endParaRPr>
                </a:p>
              </p:txBody>
            </p:sp>
            <p:sp>
              <p:nvSpPr>
                <p:cNvPr id="1279" name="Freeform 566">
                  <a:extLst>
                    <a:ext uri="{FF2B5EF4-FFF2-40B4-BE49-F238E27FC236}">
                      <a16:creationId xmlns:a16="http://schemas.microsoft.com/office/drawing/2014/main" id="{88A4389A-C00F-5D08-9177-EC79E5879C8C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4341" y="3507"/>
                  <a:ext cx="8" cy="16"/>
                </a:xfrm>
                <a:custGeom>
                  <a:avLst/>
                  <a:gdLst>
                    <a:gd name="T0" fmla="*/ 0 w 57"/>
                    <a:gd name="T1" fmla="*/ 0 h 113"/>
                    <a:gd name="T2" fmla="*/ 0 w 57"/>
                    <a:gd name="T3" fmla="*/ 0 h 113"/>
                    <a:gd name="T4" fmla="*/ 0 w 57"/>
                    <a:gd name="T5" fmla="*/ 0 h 113"/>
                    <a:gd name="T6" fmla="*/ 0 w 57"/>
                    <a:gd name="T7" fmla="*/ 0 h 113"/>
                    <a:gd name="T8" fmla="*/ 0 w 57"/>
                    <a:gd name="T9" fmla="*/ 0 h 113"/>
                    <a:gd name="T10" fmla="*/ 0 w 57"/>
                    <a:gd name="T11" fmla="*/ 0 h 113"/>
                    <a:gd name="T12" fmla="*/ 0 w 57"/>
                    <a:gd name="T13" fmla="*/ 0 h 113"/>
                    <a:gd name="T14" fmla="*/ 0 w 57"/>
                    <a:gd name="T15" fmla="*/ 0 h 113"/>
                    <a:gd name="T16" fmla="*/ 0 w 57"/>
                    <a:gd name="T17" fmla="*/ 0 h 113"/>
                    <a:gd name="T18" fmla="*/ 0 w 57"/>
                    <a:gd name="T19" fmla="*/ 0 h 113"/>
                    <a:gd name="T20" fmla="*/ 0 w 57"/>
                    <a:gd name="T21" fmla="*/ 0 h 113"/>
                    <a:gd name="T22" fmla="*/ 0 w 57"/>
                    <a:gd name="T23" fmla="*/ 0 h 113"/>
                    <a:gd name="T24" fmla="*/ 0 w 57"/>
                    <a:gd name="T25" fmla="*/ 0 h 113"/>
                    <a:gd name="T26" fmla="*/ 0 w 57"/>
                    <a:gd name="T27" fmla="*/ 0 h 113"/>
                    <a:gd name="T28" fmla="*/ 0 w 57"/>
                    <a:gd name="T29" fmla="*/ 0 h 113"/>
                    <a:gd name="T30" fmla="*/ 0 60000 65536"/>
                    <a:gd name="T31" fmla="*/ 0 60000 65536"/>
                    <a:gd name="T32" fmla="*/ 0 60000 65536"/>
                    <a:gd name="T33" fmla="*/ 0 60000 65536"/>
                    <a:gd name="T34" fmla="*/ 0 60000 65536"/>
                    <a:gd name="T35" fmla="*/ 0 60000 65536"/>
                    <a:gd name="T36" fmla="*/ 0 60000 65536"/>
                    <a:gd name="T37" fmla="*/ 0 60000 65536"/>
                    <a:gd name="T38" fmla="*/ 0 60000 65536"/>
                    <a:gd name="T39" fmla="*/ 0 60000 65536"/>
                    <a:gd name="T40" fmla="*/ 0 60000 65536"/>
                    <a:gd name="T41" fmla="*/ 0 60000 65536"/>
                    <a:gd name="T42" fmla="*/ 0 60000 65536"/>
                    <a:gd name="T43" fmla="*/ 0 60000 65536"/>
                    <a:gd name="T44" fmla="*/ 0 60000 65536"/>
                    <a:gd name="T45" fmla="*/ 0 w 57"/>
                    <a:gd name="T46" fmla="*/ 0 h 113"/>
                    <a:gd name="T47" fmla="*/ 57 w 57"/>
                    <a:gd name="T48" fmla="*/ 113 h 113"/>
                  </a:gdLst>
                  <a:ahLst/>
                  <a:cxnLst>
                    <a:cxn ang="T30">
                      <a:pos x="T0" y="T1"/>
                    </a:cxn>
                    <a:cxn ang="T31">
                      <a:pos x="T2" y="T3"/>
                    </a:cxn>
                    <a:cxn ang="T32">
                      <a:pos x="T4" y="T5"/>
                    </a:cxn>
                    <a:cxn ang="T33">
                      <a:pos x="T6" y="T7"/>
                    </a:cxn>
                    <a:cxn ang="T34">
                      <a:pos x="T8" y="T9"/>
                    </a:cxn>
                    <a:cxn ang="T35">
                      <a:pos x="T10" y="T11"/>
                    </a:cxn>
                    <a:cxn ang="T36">
                      <a:pos x="T12" y="T13"/>
                    </a:cxn>
                    <a:cxn ang="T37">
                      <a:pos x="T14" y="T15"/>
                    </a:cxn>
                    <a:cxn ang="T38">
                      <a:pos x="T16" y="T17"/>
                    </a:cxn>
                    <a:cxn ang="T39">
                      <a:pos x="T18" y="T19"/>
                    </a:cxn>
                    <a:cxn ang="T40">
                      <a:pos x="T20" y="T21"/>
                    </a:cxn>
                    <a:cxn ang="T41">
                      <a:pos x="T22" y="T23"/>
                    </a:cxn>
                    <a:cxn ang="T42">
                      <a:pos x="T24" y="T25"/>
                    </a:cxn>
                    <a:cxn ang="T43">
                      <a:pos x="T26" y="T27"/>
                    </a:cxn>
                    <a:cxn ang="T44">
                      <a:pos x="T28" y="T29"/>
                    </a:cxn>
                  </a:cxnLst>
                  <a:rect l="T45" t="T46" r="T47" b="T48"/>
                  <a:pathLst>
                    <a:path w="57" h="113">
                      <a:moveTo>
                        <a:pt x="0" y="0"/>
                      </a:moveTo>
                      <a:lnTo>
                        <a:pt x="12" y="2"/>
                      </a:lnTo>
                      <a:lnTo>
                        <a:pt x="25" y="7"/>
                      </a:lnTo>
                      <a:lnTo>
                        <a:pt x="35" y="13"/>
                      </a:lnTo>
                      <a:lnTo>
                        <a:pt x="44" y="22"/>
                      </a:lnTo>
                      <a:lnTo>
                        <a:pt x="51" y="32"/>
                      </a:lnTo>
                      <a:lnTo>
                        <a:pt x="55" y="45"/>
                      </a:lnTo>
                      <a:lnTo>
                        <a:pt x="57" y="57"/>
                      </a:lnTo>
                      <a:lnTo>
                        <a:pt x="55" y="70"/>
                      </a:lnTo>
                      <a:lnTo>
                        <a:pt x="51" y="82"/>
                      </a:lnTo>
                      <a:lnTo>
                        <a:pt x="44" y="92"/>
                      </a:lnTo>
                      <a:lnTo>
                        <a:pt x="35" y="101"/>
                      </a:lnTo>
                      <a:lnTo>
                        <a:pt x="25" y="108"/>
                      </a:lnTo>
                      <a:lnTo>
                        <a:pt x="12" y="112"/>
                      </a:lnTo>
                      <a:lnTo>
                        <a:pt x="0" y="113"/>
                      </a:lnTo>
                    </a:path>
                  </a:pathLst>
                </a:custGeom>
                <a:noFill/>
                <a:ln w="0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pPr algn="l" defTabSz="1828800" hangingPunct="1"/>
                  <a:endParaRPr lang="zh-CN" altLang="en-US" sz="3600" b="0" kern="1200">
                    <a:solidFill>
                      <a:prstClr val="black"/>
                    </a:solidFill>
                    <a:latin typeface="等线" panose="020F0502020204030204"/>
                    <a:ea typeface="等线" panose="02010600030101010101" pitchFamily="2" charset="-122"/>
                    <a:cs typeface="+mn-cs"/>
                  </a:endParaRPr>
                </a:p>
              </p:txBody>
            </p:sp>
            <p:sp>
              <p:nvSpPr>
                <p:cNvPr id="1280" name="Freeform 567">
                  <a:extLst>
                    <a:ext uri="{FF2B5EF4-FFF2-40B4-BE49-F238E27FC236}">
                      <a16:creationId xmlns:a16="http://schemas.microsoft.com/office/drawing/2014/main" id="{B751D1F3-25D0-7B70-7B44-8CC493921DD8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4208" y="3507"/>
                  <a:ext cx="135" cy="16"/>
                </a:xfrm>
                <a:custGeom>
                  <a:avLst/>
                  <a:gdLst>
                    <a:gd name="T0" fmla="*/ 0 w 929"/>
                    <a:gd name="T1" fmla="*/ 0 h 113"/>
                    <a:gd name="T2" fmla="*/ 0 w 929"/>
                    <a:gd name="T3" fmla="*/ 0 h 113"/>
                    <a:gd name="T4" fmla="*/ 0 w 929"/>
                    <a:gd name="T5" fmla="*/ 0 h 113"/>
                    <a:gd name="T6" fmla="*/ 0 w 929"/>
                    <a:gd name="T7" fmla="*/ 0 h 113"/>
                    <a:gd name="T8" fmla="*/ 0 w 929"/>
                    <a:gd name="T9" fmla="*/ 0 h 113"/>
                    <a:gd name="T10" fmla="*/ 0 w 929"/>
                    <a:gd name="T11" fmla="*/ 0 h 113"/>
                    <a:gd name="T12" fmla="*/ 0 w 929"/>
                    <a:gd name="T13" fmla="*/ 0 h 113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929"/>
                    <a:gd name="T22" fmla="*/ 0 h 113"/>
                    <a:gd name="T23" fmla="*/ 929 w 929"/>
                    <a:gd name="T24" fmla="*/ 113 h 113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929" h="113">
                      <a:moveTo>
                        <a:pt x="929" y="113"/>
                      </a:moveTo>
                      <a:lnTo>
                        <a:pt x="929" y="57"/>
                      </a:lnTo>
                      <a:lnTo>
                        <a:pt x="929" y="0"/>
                      </a:lnTo>
                      <a:lnTo>
                        <a:pt x="0" y="0"/>
                      </a:lnTo>
                      <a:lnTo>
                        <a:pt x="0" y="57"/>
                      </a:lnTo>
                      <a:lnTo>
                        <a:pt x="0" y="113"/>
                      </a:lnTo>
                      <a:lnTo>
                        <a:pt x="929" y="113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algn="l" defTabSz="1828800" hangingPunct="1"/>
                  <a:endParaRPr lang="zh-CN" altLang="en-US" sz="3600" b="0" kern="1200">
                    <a:solidFill>
                      <a:prstClr val="black"/>
                    </a:solidFill>
                    <a:latin typeface="等线" panose="020F0502020204030204"/>
                    <a:ea typeface="等线" panose="02010600030101010101" pitchFamily="2" charset="-122"/>
                    <a:cs typeface="+mn-cs"/>
                  </a:endParaRPr>
                </a:p>
              </p:txBody>
            </p:sp>
            <p:sp>
              <p:nvSpPr>
                <p:cNvPr id="1281" name="Freeform 568">
                  <a:extLst>
                    <a:ext uri="{FF2B5EF4-FFF2-40B4-BE49-F238E27FC236}">
                      <a16:creationId xmlns:a16="http://schemas.microsoft.com/office/drawing/2014/main" id="{95EFF708-D4B7-23C6-DB3F-90F335309C62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4208" y="3507"/>
                  <a:ext cx="135" cy="16"/>
                </a:xfrm>
                <a:custGeom>
                  <a:avLst/>
                  <a:gdLst>
                    <a:gd name="T0" fmla="*/ 0 w 929"/>
                    <a:gd name="T1" fmla="*/ 0 h 113"/>
                    <a:gd name="T2" fmla="*/ 0 w 929"/>
                    <a:gd name="T3" fmla="*/ 0 h 113"/>
                    <a:gd name="T4" fmla="*/ 0 w 929"/>
                    <a:gd name="T5" fmla="*/ 0 h 113"/>
                    <a:gd name="T6" fmla="*/ 0 w 929"/>
                    <a:gd name="T7" fmla="*/ 0 h 113"/>
                    <a:gd name="T8" fmla="*/ 0 w 929"/>
                    <a:gd name="T9" fmla="*/ 0 h 113"/>
                    <a:gd name="T10" fmla="*/ 0 w 929"/>
                    <a:gd name="T11" fmla="*/ 0 h 113"/>
                    <a:gd name="T12" fmla="*/ 0 w 929"/>
                    <a:gd name="T13" fmla="*/ 0 h 113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929"/>
                    <a:gd name="T22" fmla="*/ 0 h 113"/>
                    <a:gd name="T23" fmla="*/ 929 w 929"/>
                    <a:gd name="T24" fmla="*/ 113 h 113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929" h="113">
                      <a:moveTo>
                        <a:pt x="929" y="113"/>
                      </a:moveTo>
                      <a:lnTo>
                        <a:pt x="929" y="57"/>
                      </a:lnTo>
                      <a:lnTo>
                        <a:pt x="929" y="0"/>
                      </a:lnTo>
                      <a:lnTo>
                        <a:pt x="0" y="0"/>
                      </a:lnTo>
                      <a:lnTo>
                        <a:pt x="0" y="57"/>
                      </a:lnTo>
                      <a:lnTo>
                        <a:pt x="0" y="113"/>
                      </a:lnTo>
                      <a:lnTo>
                        <a:pt x="929" y="113"/>
                      </a:lnTo>
                      <a:close/>
                    </a:path>
                  </a:pathLst>
                </a:custGeom>
                <a:noFill/>
                <a:ln w="0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pPr algn="l" defTabSz="1828800" hangingPunct="1"/>
                  <a:endParaRPr lang="zh-CN" altLang="en-US" sz="3600" b="0" kern="1200">
                    <a:solidFill>
                      <a:prstClr val="black"/>
                    </a:solidFill>
                    <a:latin typeface="等线" panose="020F0502020204030204"/>
                    <a:ea typeface="等线" panose="02010600030101010101" pitchFamily="2" charset="-122"/>
                    <a:cs typeface="+mn-cs"/>
                  </a:endParaRPr>
                </a:p>
              </p:txBody>
            </p:sp>
            <p:sp>
              <p:nvSpPr>
                <p:cNvPr id="1282" name="Freeform 569">
                  <a:extLst>
                    <a:ext uri="{FF2B5EF4-FFF2-40B4-BE49-F238E27FC236}">
                      <a16:creationId xmlns:a16="http://schemas.microsoft.com/office/drawing/2014/main" id="{C40111BF-70B2-555B-473E-139AD2C867AC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4200" y="3507"/>
                  <a:ext cx="8" cy="16"/>
                </a:xfrm>
                <a:custGeom>
                  <a:avLst/>
                  <a:gdLst>
                    <a:gd name="T0" fmla="*/ 0 w 56"/>
                    <a:gd name="T1" fmla="*/ 0 h 113"/>
                    <a:gd name="T2" fmla="*/ 0 w 56"/>
                    <a:gd name="T3" fmla="*/ 0 h 113"/>
                    <a:gd name="T4" fmla="*/ 0 w 56"/>
                    <a:gd name="T5" fmla="*/ 0 h 113"/>
                    <a:gd name="T6" fmla="*/ 0 w 56"/>
                    <a:gd name="T7" fmla="*/ 0 h 113"/>
                    <a:gd name="T8" fmla="*/ 0 w 56"/>
                    <a:gd name="T9" fmla="*/ 0 h 113"/>
                    <a:gd name="T10" fmla="*/ 0 w 56"/>
                    <a:gd name="T11" fmla="*/ 0 h 113"/>
                    <a:gd name="T12" fmla="*/ 0 w 56"/>
                    <a:gd name="T13" fmla="*/ 0 h 113"/>
                    <a:gd name="T14" fmla="*/ 0 w 56"/>
                    <a:gd name="T15" fmla="*/ 0 h 113"/>
                    <a:gd name="T16" fmla="*/ 0 w 56"/>
                    <a:gd name="T17" fmla="*/ 0 h 113"/>
                    <a:gd name="T18" fmla="*/ 0 w 56"/>
                    <a:gd name="T19" fmla="*/ 0 h 113"/>
                    <a:gd name="T20" fmla="*/ 0 w 56"/>
                    <a:gd name="T21" fmla="*/ 0 h 113"/>
                    <a:gd name="T22" fmla="*/ 0 w 56"/>
                    <a:gd name="T23" fmla="*/ 0 h 113"/>
                    <a:gd name="T24" fmla="*/ 0 w 56"/>
                    <a:gd name="T25" fmla="*/ 0 h 113"/>
                    <a:gd name="T26" fmla="*/ 0 w 56"/>
                    <a:gd name="T27" fmla="*/ 0 h 113"/>
                    <a:gd name="T28" fmla="*/ 0 w 56"/>
                    <a:gd name="T29" fmla="*/ 0 h 113"/>
                    <a:gd name="T30" fmla="*/ 0 w 56"/>
                    <a:gd name="T31" fmla="*/ 0 h 113"/>
                    <a:gd name="T32" fmla="*/ 0 w 56"/>
                    <a:gd name="T33" fmla="*/ 0 h 113"/>
                    <a:gd name="T34" fmla="*/ 0 60000 65536"/>
                    <a:gd name="T35" fmla="*/ 0 60000 65536"/>
                    <a:gd name="T36" fmla="*/ 0 60000 65536"/>
                    <a:gd name="T37" fmla="*/ 0 60000 65536"/>
                    <a:gd name="T38" fmla="*/ 0 60000 65536"/>
                    <a:gd name="T39" fmla="*/ 0 60000 65536"/>
                    <a:gd name="T40" fmla="*/ 0 60000 65536"/>
                    <a:gd name="T41" fmla="*/ 0 60000 65536"/>
                    <a:gd name="T42" fmla="*/ 0 60000 65536"/>
                    <a:gd name="T43" fmla="*/ 0 60000 65536"/>
                    <a:gd name="T44" fmla="*/ 0 60000 65536"/>
                    <a:gd name="T45" fmla="*/ 0 60000 65536"/>
                    <a:gd name="T46" fmla="*/ 0 60000 65536"/>
                    <a:gd name="T47" fmla="*/ 0 60000 65536"/>
                    <a:gd name="T48" fmla="*/ 0 60000 65536"/>
                    <a:gd name="T49" fmla="*/ 0 60000 65536"/>
                    <a:gd name="T50" fmla="*/ 0 60000 65536"/>
                    <a:gd name="T51" fmla="*/ 0 w 56"/>
                    <a:gd name="T52" fmla="*/ 0 h 113"/>
                    <a:gd name="T53" fmla="*/ 56 w 56"/>
                    <a:gd name="T54" fmla="*/ 113 h 113"/>
                  </a:gdLst>
                  <a:ahLst/>
                  <a:cxnLst>
                    <a:cxn ang="T34">
                      <a:pos x="T0" y="T1"/>
                    </a:cxn>
                    <a:cxn ang="T35">
                      <a:pos x="T2" y="T3"/>
                    </a:cxn>
                    <a:cxn ang="T36">
                      <a:pos x="T4" y="T5"/>
                    </a:cxn>
                    <a:cxn ang="T37">
                      <a:pos x="T6" y="T7"/>
                    </a:cxn>
                    <a:cxn ang="T38">
                      <a:pos x="T8" y="T9"/>
                    </a:cxn>
                    <a:cxn ang="T39">
                      <a:pos x="T10" y="T11"/>
                    </a:cxn>
                    <a:cxn ang="T40">
                      <a:pos x="T12" y="T13"/>
                    </a:cxn>
                    <a:cxn ang="T41">
                      <a:pos x="T14" y="T15"/>
                    </a:cxn>
                    <a:cxn ang="T42">
                      <a:pos x="T16" y="T17"/>
                    </a:cxn>
                    <a:cxn ang="T43">
                      <a:pos x="T18" y="T19"/>
                    </a:cxn>
                    <a:cxn ang="T44">
                      <a:pos x="T20" y="T21"/>
                    </a:cxn>
                    <a:cxn ang="T45">
                      <a:pos x="T22" y="T23"/>
                    </a:cxn>
                    <a:cxn ang="T46">
                      <a:pos x="T24" y="T25"/>
                    </a:cxn>
                    <a:cxn ang="T47">
                      <a:pos x="T26" y="T27"/>
                    </a:cxn>
                    <a:cxn ang="T48">
                      <a:pos x="T28" y="T29"/>
                    </a:cxn>
                    <a:cxn ang="T49">
                      <a:pos x="T30" y="T31"/>
                    </a:cxn>
                    <a:cxn ang="T50">
                      <a:pos x="T32" y="T33"/>
                    </a:cxn>
                  </a:cxnLst>
                  <a:rect l="T51" t="T52" r="T53" b="T54"/>
                  <a:pathLst>
                    <a:path w="56" h="113">
                      <a:moveTo>
                        <a:pt x="56" y="57"/>
                      </a:moveTo>
                      <a:lnTo>
                        <a:pt x="56" y="113"/>
                      </a:lnTo>
                      <a:lnTo>
                        <a:pt x="44" y="112"/>
                      </a:lnTo>
                      <a:lnTo>
                        <a:pt x="31" y="108"/>
                      </a:lnTo>
                      <a:lnTo>
                        <a:pt x="21" y="101"/>
                      </a:lnTo>
                      <a:lnTo>
                        <a:pt x="12" y="92"/>
                      </a:lnTo>
                      <a:lnTo>
                        <a:pt x="5" y="82"/>
                      </a:lnTo>
                      <a:lnTo>
                        <a:pt x="1" y="70"/>
                      </a:lnTo>
                      <a:lnTo>
                        <a:pt x="0" y="57"/>
                      </a:lnTo>
                      <a:lnTo>
                        <a:pt x="1" y="45"/>
                      </a:lnTo>
                      <a:lnTo>
                        <a:pt x="5" y="32"/>
                      </a:lnTo>
                      <a:lnTo>
                        <a:pt x="12" y="22"/>
                      </a:lnTo>
                      <a:lnTo>
                        <a:pt x="21" y="13"/>
                      </a:lnTo>
                      <a:lnTo>
                        <a:pt x="31" y="7"/>
                      </a:lnTo>
                      <a:lnTo>
                        <a:pt x="44" y="2"/>
                      </a:lnTo>
                      <a:lnTo>
                        <a:pt x="56" y="0"/>
                      </a:lnTo>
                      <a:lnTo>
                        <a:pt x="56" y="57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algn="l" defTabSz="1828800" hangingPunct="1"/>
                  <a:endParaRPr lang="zh-CN" altLang="en-US" sz="3600" b="0" kern="1200">
                    <a:solidFill>
                      <a:prstClr val="black"/>
                    </a:solidFill>
                    <a:latin typeface="等线" panose="020F0502020204030204"/>
                    <a:ea typeface="等线" panose="02010600030101010101" pitchFamily="2" charset="-122"/>
                    <a:cs typeface="+mn-cs"/>
                  </a:endParaRPr>
                </a:p>
              </p:txBody>
            </p:sp>
            <p:sp>
              <p:nvSpPr>
                <p:cNvPr id="1283" name="Freeform 570">
                  <a:extLst>
                    <a:ext uri="{FF2B5EF4-FFF2-40B4-BE49-F238E27FC236}">
                      <a16:creationId xmlns:a16="http://schemas.microsoft.com/office/drawing/2014/main" id="{E524B7D3-D3DF-2A04-4FD6-A26FB89AE9C4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4200" y="3507"/>
                  <a:ext cx="8" cy="16"/>
                </a:xfrm>
                <a:custGeom>
                  <a:avLst/>
                  <a:gdLst>
                    <a:gd name="T0" fmla="*/ 0 w 56"/>
                    <a:gd name="T1" fmla="*/ 0 h 113"/>
                    <a:gd name="T2" fmla="*/ 0 w 56"/>
                    <a:gd name="T3" fmla="*/ 0 h 113"/>
                    <a:gd name="T4" fmla="*/ 0 w 56"/>
                    <a:gd name="T5" fmla="*/ 0 h 113"/>
                    <a:gd name="T6" fmla="*/ 0 w 56"/>
                    <a:gd name="T7" fmla="*/ 0 h 113"/>
                    <a:gd name="T8" fmla="*/ 0 w 56"/>
                    <a:gd name="T9" fmla="*/ 0 h 113"/>
                    <a:gd name="T10" fmla="*/ 0 w 56"/>
                    <a:gd name="T11" fmla="*/ 0 h 113"/>
                    <a:gd name="T12" fmla="*/ 0 w 56"/>
                    <a:gd name="T13" fmla="*/ 0 h 113"/>
                    <a:gd name="T14" fmla="*/ 0 w 56"/>
                    <a:gd name="T15" fmla="*/ 0 h 113"/>
                    <a:gd name="T16" fmla="*/ 0 w 56"/>
                    <a:gd name="T17" fmla="*/ 0 h 113"/>
                    <a:gd name="T18" fmla="*/ 0 w 56"/>
                    <a:gd name="T19" fmla="*/ 0 h 113"/>
                    <a:gd name="T20" fmla="*/ 0 w 56"/>
                    <a:gd name="T21" fmla="*/ 0 h 113"/>
                    <a:gd name="T22" fmla="*/ 0 w 56"/>
                    <a:gd name="T23" fmla="*/ 0 h 113"/>
                    <a:gd name="T24" fmla="*/ 0 w 56"/>
                    <a:gd name="T25" fmla="*/ 0 h 113"/>
                    <a:gd name="T26" fmla="*/ 0 w 56"/>
                    <a:gd name="T27" fmla="*/ 0 h 113"/>
                    <a:gd name="T28" fmla="*/ 0 w 56"/>
                    <a:gd name="T29" fmla="*/ 0 h 113"/>
                    <a:gd name="T30" fmla="*/ 0 60000 65536"/>
                    <a:gd name="T31" fmla="*/ 0 60000 65536"/>
                    <a:gd name="T32" fmla="*/ 0 60000 65536"/>
                    <a:gd name="T33" fmla="*/ 0 60000 65536"/>
                    <a:gd name="T34" fmla="*/ 0 60000 65536"/>
                    <a:gd name="T35" fmla="*/ 0 60000 65536"/>
                    <a:gd name="T36" fmla="*/ 0 60000 65536"/>
                    <a:gd name="T37" fmla="*/ 0 60000 65536"/>
                    <a:gd name="T38" fmla="*/ 0 60000 65536"/>
                    <a:gd name="T39" fmla="*/ 0 60000 65536"/>
                    <a:gd name="T40" fmla="*/ 0 60000 65536"/>
                    <a:gd name="T41" fmla="*/ 0 60000 65536"/>
                    <a:gd name="T42" fmla="*/ 0 60000 65536"/>
                    <a:gd name="T43" fmla="*/ 0 60000 65536"/>
                    <a:gd name="T44" fmla="*/ 0 60000 65536"/>
                    <a:gd name="T45" fmla="*/ 0 w 56"/>
                    <a:gd name="T46" fmla="*/ 0 h 113"/>
                    <a:gd name="T47" fmla="*/ 56 w 56"/>
                    <a:gd name="T48" fmla="*/ 113 h 113"/>
                  </a:gdLst>
                  <a:ahLst/>
                  <a:cxnLst>
                    <a:cxn ang="T30">
                      <a:pos x="T0" y="T1"/>
                    </a:cxn>
                    <a:cxn ang="T31">
                      <a:pos x="T2" y="T3"/>
                    </a:cxn>
                    <a:cxn ang="T32">
                      <a:pos x="T4" y="T5"/>
                    </a:cxn>
                    <a:cxn ang="T33">
                      <a:pos x="T6" y="T7"/>
                    </a:cxn>
                    <a:cxn ang="T34">
                      <a:pos x="T8" y="T9"/>
                    </a:cxn>
                    <a:cxn ang="T35">
                      <a:pos x="T10" y="T11"/>
                    </a:cxn>
                    <a:cxn ang="T36">
                      <a:pos x="T12" y="T13"/>
                    </a:cxn>
                    <a:cxn ang="T37">
                      <a:pos x="T14" y="T15"/>
                    </a:cxn>
                    <a:cxn ang="T38">
                      <a:pos x="T16" y="T17"/>
                    </a:cxn>
                    <a:cxn ang="T39">
                      <a:pos x="T18" y="T19"/>
                    </a:cxn>
                    <a:cxn ang="T40">
                      <a:pos x="T20" y="T21"/>
                    </a:cxn>
                    <a:cxn ang="T41">
                      <a:pos x="T22" y="T23"/>
                    </a:cxn>
                    <a:cxn ang="T42">
                      <a:pos x="T24" y="T25"/>
                    </a:cxn>
                    <a:cxn ang="T43">
                      <a:pos x="T26" y="T27"/>
                    </a:cxn>
                    <a:cxn ang="T44">
                      <a:pos x="T28" y="T29"/>
                    </a:cxn>
                  </a:cxnLst>
                  <a:rect l="T45" t="T46" r="T47" b="T48"/>
                  <a:pathLst>
                    <a:path w="56" h="113">
                      <a:moveTo>
                        <a:pt x="56" y="113"/>
                      </a:moveTo>
                      <a:lnTo>
                        <a:pt x="44" y="112"/>
                      </a:lnTo>
                      <a:lnTo>
                        <a:pt x="31" y="108"/>
                      </a:lnTo>
                      <a:lnTo>
                        <a:pt x="21" y="101"/>
                      </a:lnTo>
                      <a:lnTo>
                        <a:pt x="12" y="92"/>
                      </a:lnTo>
                      <a:lnTo>
                        <a:pt x="5" y="82"/>
                      </a:lnTo>
                      <a:lnTo>
                        <a:pt x="1" y="70"/>
                      </a:lnTo>
                      <a:lnTo>
                        <a:pt x="0" y="57"/>
                      </a:lnTo>
                      <a:lnTo>
                        <a:pt x="1" y="45"/>
                      </a:lnTo>
                      <a:lnTo>
                        <a:pt x="5" y="32"/>
                      </a:lnTo>
                      <a:lnTo>
                        <a:pt x="12" y="22"/>
                      </a:lnTo>
                      <a:lnTo>
                        <a:pt x="21" y="13"/>
                      </a:lnTo>
                      <a:lnTo>
                        <a:pt x="31" y="7"/>
                      </a:lnTo>
                      <a:lnTo>
                        <a:pt x="44" y="2"/>
                      </a:lnTo>
                      <a:lnTo>
                        <a:pt x="56" y="0"/>
                      </a:lnTo>
                    </a:path>
                  </a:pathLst>
                </a:custGeom>
                <a:noFill/>
                <a:ln w="0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pPr algn="l" defTabSz="1828800" hangingPunct="1"/>
                  <a:endParaRPr lang="zh-CN" altLang="en-US" sz="3600" b="0" kern="1200">
                    <a:solidFill>
                      <a:prstClr val="black"/>
                    </a:solidFill>
                    <a:latin typeface="等线" panose="020F0502020204030204"/>
                    <a:ea typeface="等线" panose="02010600030101010101" pitchFamily="2" charset="-122"/>
                    <a:cs typeface="+mn-cs"/>
                  </a:endParaRPr>
                </a:p>
              </p:txBody>
            </p:sp>
            <p:sp>
              <p:nvSpPr>
                <p:cNvPr id="1284" name="Freeform 571">
                  <a:extLst>
                    <a:ext uri="{FF2B5EF4-FFF2-40B4-BE49-F238E27FC236}">
                      <a16:creationId xmlns:a16="http://schemas.microsoft.com/office/drawing/2014/main" id="{10F22449-D5EB-D737-872C-E5A932AEAA21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404" y="3515"/>
                  <a:ext cx="14" cy="8"/>
                </a:xfrm>
                <a:custGeom>
                  <a:avLst/>
                  <a:gdLst>
                    <a:gd name="T0" fmla="*/ 0 w 113"/>
                    <a:gd name="T1" fmla="*/ 0 h 56"/>
                    <a:gd name="T2" fmla="*/ 0 w 113"/>
                    <a:gd name="T3" fmla="*/ 0 h 56"/>
                    <a:gd name="T4" fmla="*/ 0 w 113"/>
                    <a:gd name="T5" fmla="*/ 0 h 56"/>
                    <a:gd name="T6" fmla="*/ 0 w 113"/>
                    <a:gd name="T7" fmla="*/ 0 h 56"/>
                    <a:gd name="T8" fmla="*/ 0 w 113"/>
                    <a:gd name="T9" fmla="*/ 0 h 56"/>
                    <a:gd name="T10" fmla="*/ 0 w 113"/>
                    <a:gd name="T11" fmla="*/ 0 h 56"/>
                    <a:gd name="T12" fmla="*/ 0 w 113"/>
                    <a:gd name="T13" fmla="*/ 0 h 56"/>
                    <a:gd name="T14" fmla="*/ 0 w 113"/>
                    <a:gd name="T15" fmla="*/ 0 h 56"/>
                    <a:gd name="T16" fmla="*/ 0 w 113"/>
                    <a:gd name="T17" fmla="*/ 0 h 56"/>
                    <a:gd name="T18" fmla="*/ 0 w 113"/>
                    <a:gd name="T19" fmla="*/ 0 h 56"/>
                    <a:gd name="T20" fmla="*/ 0 w 113"/>
                    <a:gd name="T21" fmla="*/ 0 h 56"/>
                    <a:gd name="T22" fmla="*/ 0 w 113"/>
                    <a:gd name="T23" fmla="*/ 0 h 56"/>
                    <a:gd name="T24" fmla="*/ 0 w 113"/>
                    <a:gd name="T25" fmla="*/ 0 h 56"/>
                    <a:gd name="T26" fmla="*/ 0 w 113"/>
                    <a:gd name="T27" fmla="*/ 0 h 56"/>
                    <a:gd name="T28" fmla="*/ 0 w 113"/>
                    <a:gd name="T29" fmla="*/ 0 h 56"/>
                    <a:gd name="T30" fmla="*/ 0 w 113"/>
                    <a:gd name="T31" fmla="*/ 0 h 56"/>
                    <a:gd name="T32" fmla="*/ 0 w 113"/>
                    <a:gd name="T33" fmla="*/ 0 h 56"/>
                    <a:gd name="T34" fmla="*/ 0 60000 65536"/>
                    <a:gd name="T35" fmla="*/ 0 60000 65536"/>
                    <a:gd name="T36" fmla="*/ 0 60000 65536"/>
                    <a:gd name="T37" fmla="*/ 0 60000 65536"/>
                    <a:gd name="T38" fmla="*/ 0 60000 65536"/>
                    <a:gd name="T39" fmla="*/ 0 60000 65536"/>
                    <a:gd name="T40" fmla="*/ 0 60000 65536"/>
                    <a:gd name="T41" fmla="*/ 0 60000 65536"/>
                    <a:gd name="T42" fmla="*/ 0 60000 65536"/>
                    <a:gd name="T43" fmla="*/ 0 60000 65536"/>
                    <a:gd name="T44" fmla="*/ 0 60000 65536"/>
                    <a:gd name="T45" fmla="*/ 0 60000 65536"/>
                    <a:gd name="T46" fmla="*/ 0 60000 65536"/>
                    <a:gd name="T47" fmla="*/ 0 60000 65536"/>
                    <a:gd name="T48" fmla="*/ 0 60000 65536"/>
                    <a:gd name="T49" fmla="*/ 0 60000 65536"/>
                    <a:gd name="T50" fmla="*/ 0 60000 65536"/>
                    <a:gd name="T51" fmla="*/ 0 w 113"/>
                    <a:gd name="T52" fmla="*/ 0 h 56"/>
                    <a:gd name="T53" fmla="*/ 113 w 113"/>
                    <a:gd name="T54" fmla="*/ 56 h 56"/>
                  </a:gdLst>
                  <a:ahLst/>
                  <a:cxnLst>
                    <a:cxn ang="T34">
                      <a:pos x="T0" y="T1"/>
                    </a:cxn>
                    <a:cxn ang="T35">
                      <a:pos x="T2" y="T3"/>
                    </a:cxn>
                    <a:cxn ang="T36">
                      <a:pos x="T4" y="T5"/>
                    </a:cxn>
                    <a:cxn ang="T37">
                      <a:pos x="T6" y="T7"/>
                    </a:cxn>
                    <a:cxn ang="T38">
                      <a:pos x="T8" y="T9"/>
                    </a:cxn>
                    <a:cxn ang="T39">
                      <a:pos x="T10" y="T11"/>
                    </a:cxn>
                    <a:cxn ang="T40">
                      <a:pos x="T12" y="T13"/>
                    </a:cxn>
                    <a:cxn ang="T41">
                      <a:pos x="T14" y="T15"/>
                    </a:cxn>
                    <a:cxn ang="T42">
                      <a:pos x="T16" y="T17"/>
                    </a:cxn>
                    <a:cxn ang="T43">
                      <a:pos x="T18" y="T19"/>
                    </a:cxn>
                    <a:cxn ang="T44">
                      <a:pos x="T20" y="T21"/>
                    </a:cxn>
                    <a:cxn ang="T45">
                      <a:pos x="T22" y="T23"/>
                    </a:cxn>
                    <a:cxn ang="T46">
                      <a:pos x="T24" y="T25"/>
                    </a:cxn>
                    <a:cxn ang="T47">
                      <a:pos x="T26" y="T27"/>
                    </a:cxn>
                    <a:cxn ang="T48">
                      <a:pos x="T28" y="T29"/>
                    </a:cxn>
                    <a:cxn ang="T49">
                      <a:pos x="T30" y="T31"/>
                    </a:cxn>
                    <a:cxn ang="T50">
                      <a:pos x="T32" y="T33"/>
                    </a:cxn>
                  </a:cxnLst>
                  <a:rect l="T51" t="T52" r="T53" b="T54"/>
                  <a:pathLst>
                    <a:path w="113" h="56">
                      <a:moveTo>
                        <a:pt x="56" y="0"/>
                      </a:moveTo>
                      <a:lnTo>
                        <a:pt x="113" y="0"/>
                      </a:lnTo>
                      <a:lnTo>
                        <a:pt x="111" y="13"/>
                      </a:lnTo>
                      <a:lnTo>
                        <a:pt x="106" y="25"/>
                      </a:lnTo>
                      <a:lnTo>
                        <a:pt x="99" y="35"/>
                      </a:lnTo>
                      <a:lnTo>
                        <a:pt x="90" y="44"/>
                      </a:lnTo>
                      <a:lnTo>
                        <a:pt x="80" y="51"/>
                      </a:lnTo>
                      <a:lnTo>
                        <a:pt x="68" y="55"/>
                      </a:lnTo>
                      <a:lnTo>
                        <a:pt x="56" y="56"/>
                      </a:lnTo>
                      <a:lnTo>
                        <a:pt x="43" y="55"/>
                      </a:lnTo>
                      <a:lnTo>
                        <a:pt x="31" y="51"/>
                      </a:lnTo>
                      <a:lnTo>
                        <a:pt x="21" y="44"/>
                      </a:lnTo>
                      <a:lnTo>
                        <a:pt x="12" y="35"/>
                      </a:lnTo>
                      <a:lnTo>
                        <a:pt x="5" y="25"/>
                      </a:lnTo>
                      <a:lnTo>
                        <a:pt x="1" y="13"/>
                      </a:lnTo>
                      <a:lnTo>
                        <a:pt x="0" y="0"/>
                      </a:lnTo>
                      <a:lnTo>
                        <a:pt x="56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algn="l" defTabSz="1828800" hangingPunct="1"/>
                  <a:endParaRPr lang="zh-CN" altLang="en-US" sz="3600" b="0" kern="1200">
                    <a:solidFill>
                      <a:prstClr val="black"/>
                    </a:solidFill>
                    <a:latin typeface="等线" panose="020F0502020204030204"/>
                    <a:ea typeface="等线" panose="02010600030101010101" pitchFamily="2" charset="-122"/>
                    <a:cs typeface="+mn-cs"/>
                  </a:endParaRPr>
                </a:p>
              </p:txBody>
            </p:sp>
            <p:sp>
              <p:nvSpPr>
                <p:cNvPr id="1285" name="Freeform 572">
                  <a:extLst>
                    <a:ext uri="{FF2B5EF4-FFF2-40B4-BE49-F238E27FC236}">
                      <a16:creationId xmlns:a16="http://schemas.microsoft.com/office/drawing/2014/main" id="{8DE0CCDE-095E-DE96-639D-2E1B1BE83F2E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404" y="3515"/>
                  <a:ext cx="14" cy="8"/>
                </a:xfrm>
                <a:custGeom>
                  <a:avLst/>
                  <a:gdLst>
                    <a:gd name="T0" fmla="*/ 0 w 113"/>
                    <a:gd name="T1" fmla="*/ 0 h 56"/>
                    <a:gd name="T2" fmla="*/ 0 w 113"/>
                    <a:gd name="T3" fmla="*/ 0 h 56"/>
                    <a:gd name="T4" fmla="*/ 0 w 113"/>
                    <a:gd name="T5" fmla="*/ 0 h 56"/>
                    <a:gd name="T6" fmla="*/ 0 w 113"/>
                    <a:gd name="T7" fmla="*/ 0 h 56"/>
                    <a:gd name="T8" fmla="*/ 0 w 113"/>
                    <a:gd name="T9" fmla="*/ 0 h 56"/>
                    <a:gd name="T10" fmla="*/ 0 w 113"/>
                    <a:gd name="T11" fmla="*/ 0 h 56"/>
                    <a:gd name="T12" fmla="*/ 0 w 113"/>
                    <a:gd name="T13" fmla="*/ 0 h 56"/>
                    <a:gd name="T14" fmla="*/ 0 w 113"/>
                    <a:gd name="T15" fmla="*/ 0 h 56"/>
                    <a:gd name="T16" fmla="*/ 0 w 113"/>
                    <a:gd name="T17" fmla="*/ 0 h 56"/>
                    <a:gd name="T18" fmla="*/ 0 w 113"/>
                    <a:gd name="T19" fmla="*/ 0 h 56"/>
                    <a:gd name="T20" fmla="*/ 0 w 113"/>
                    <a:gd name="T21" fmla="*/ 0 h 56"/>
                    <a:gd name="T22" fmla="*/ 0 w 113"/>
                    <a:gd name="T23" fmla="*/ 0 h 56"/>
                    <a:gd name="T24" fmla="*/ 0 w 113"/>
                    <a:gd name="T25" fmla="*/ 0 h 56"/>
                    <a:gd name="T26" fmla="*/ 0 w 113"/>
                    <a:gd name="T27" fmla="*/ 0 h 56"/>
                    <a:gd name="T28" fmla="*/ 0 w 113"/>
                    <a:gd name="T29" fmla="*/ 0 h 56"/>
                    <a:gd name="T30" fmla="*/ 0 60000 65536"/>
                    <a:gd name="T31" fmla="*/ 0 60000 65536"/>
                    <a:gd name="T32" fmla="*/ 0 60000 65536"/>
                    <a:gd name="T33" fmla="*/ 0 60000 65536"/>
                    <a:gd name="T34" fmla="*/ 0 60000 65536"/>
                    <a:gd name="T35" fmla="*/ 0 60000 65536"/>
                    <a:gd name="T36" fmla="*/ 0 60000 65536"/>
                    <a:gd name="T37" fmla="*/ 0 60000 65536"/>
                    <a:gd name="T38" fmla="*/ 0 60000 65536"/>
                    <a:gd name="T39" fmla="*/ 0 60000 65536"/>
                    <a:gd name="T40" fmla="*/ 0 60000 65536"/>
                    <a:gd name="T41" fmla="*/ 0 60000 65536"/>
                    <a:gd name="T42" fmla="*/ 0 60000 65536"/>
                    <a:gd name="T43" fmla="*/ 0 60000 65536"/>
                    <a:gd name="T44" fmla="*/ 0 60000 65536"/>
                    <a:gd name="T45" fmla="*/ 0 w 113"/>
                    <a:gd name="T46" fmla="*/ 0 h 56"/>
                    <a:gd name="T47" fmla="*/ 113 w 113"/>
                    <a:gd name="T48" fmla="*/ 56 h 56"/>
                  </a:gdLst>
                  <a:ahLst/>
                  <a:cxnLst>
                    <a:cxn ang="T30">
                      <a:pos x="T0" y="T1"/>
                    </a:cxn>
                    <a:cxn ang="T31">
                      <a:pos x="T2" y="T3"/>
                    </a:cxn>
                    <a:cxn ang="T32">
                      <a:pos x="T4" y="T5"/>
                    </a:cxn>
                    <a:cxn ang="T33">
                      <a:pos x="T6" y="T7"/>
                    </a:cxn>
                    <a:cxn ang="T34">
                      <a:pos x="T8" y="T9"/>
                    </a:cxn>
                    <a:cxn ang="T35">
                      <a:pos x="T10" y="T11"/>
                    </a:cxn>
                    <a:cxn ang="T36">
                      <a:pos x="T12" y="T13"/>
                    </a:cxn>
                    <a:cxn ang="T37">
                      <a:pos x="T14" y="T15"/>
                    </a:cxn>
                    <a:cxn ang="T38">
                      <a:pos x="T16" y="T17"/>
                    </a:cxn>
                    <a:cxn ang="T39">
                      <a:pos x="T18" y="T19"/>
                    </a:cxn>
                    <a:cxn ang="T40">
                      <a:pos x="T20" y="T21"/>
                    </a:cxn>
                    <a:cxn ang="T41">
                      <a:pos x="T22" y="T23"/>
                    </a:cxn>
                    <a:cxn ang="T42">
                      <a:pos x="T24" y="T25"/>
                    </a:cxn>
                    <a:cxn ang="T43">
                      <a:pos x="T26" y="T27"/>
                    </a:cxn>
                    <a:cxn ang="T44">
                      <a:pos x="T28" y="T29"/>
                    </a:cxn>
                  </a:cxnLst>
                  <a:rect l="T45" t="T46" r="T47" b="T48"/>
                  <a:pathLst>
                    <a:path w="113" h="56">
                      <a:moveTo>
                        <a:pt x="113" y="0"/>
                      </a:moveTo>
                      <a:lnTo>
                        <a:pt x="111" y="13"/>
                      </a:lnTo>
                      <a:lnTo>
                        <a:pt x="106" y="25"/>
                      </a:lnTo>
                      <a:lnTo>
                        <a:pt x="99" y="35"/>
                      </a:lnTo>
                      <a:lnTo>
                        <a:pt x="90" y="44"/>
                      </a:lnTo>
                      <a:lnTo>
                        <a:pt x="80" y="51"/>
                      </a:lnTo>
                      <a:lnTo>
                        <a:pt x="68" y="55"/>
                      </a:lnTo>
                      <a:lnTo>
                        <a:pt x="56" y="56"/>
                      </a:lnTo>
                      <a:lnTo>
                        <a:pt x="43" y="55"/>
                      </a:lnTo>
                      <a:lnTo>
                        <a:pt x="31" y="51"/>
                      </a:lnTo>
                      <a:lnTo>
                        <a:pt x="21" y="44"/>
                      </a:lnTo>
                      <a:lnTo>
                        <a:pt x="12" y="35"/>
                      </a:lnTo>
                      <a:lnTo>
                        <a:pt x="5" y="25"/>
                      </a:lnTo>
                      <a:lnTo>
                        <a:pt x="1" y="13"/>
                      </a:lnTo>
                      <a:lnTo>
                        <a:pt x="0" y="0"/>
                      </a:lnTo>
                    </a:path>
                  </a:pathLst>
                </a:custGeom>
                <a:noFill/>
                <a:ln w="0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pPr algn="l" defTabSz="1828800" hangingPunct="1"/>
                  <a:endParaRPr lang="zh-CN" altLang="en-US" sz="3600" b="0" kern="1200">
                    <a:solidFill>
                      <a:prstClr val="black"/>
                    </a:solidFill>
                    <a:latin typeface="等线" panose="020F0502020204030204"/>
                    <a:ea typeface="等线" panose="02010600030101010101" pitchFamily="2" charset="-122"/>
                    <a:cs typeface="+mn-cs"/>
                  </a:endParaRPr>
                </a:p>
              </p:txBody>
            </p:sp>
            <p:sp>
              <p:nvSpPr>
                <p:cNvPr id="1286" name="Freeform 573">
                  <a:extLst>
                    <a:ext uri="{FF2B5EF4-FFF2-40B4-BE49-F238E27FC236}">
                      <a16:creationId xmlns:a16="http://schemas.microsoft.com/office/drawing/2014/main" id="{DFB31768-F410-ED7B-7F6A-4EC8AB4CD6D8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404" y="3041"/>
                  <a:ext cx="14" cy="474"/>
                </a:xfrm>
                <a:custGeom>
                  <a:avLst/>
                  <a:gdLst>
                    <a:gd name="T0" fmla="*/ 0 w 113"/>
                    <a:gd name="T1" fmla="*/ 0 h 3320"/>
                    <a:gd name="T2" fmla="*/ 0 w 113"/>
                    <a:gd name="T3" fmla="*/ 0 h 3320"/>
                    <a:gd name="T4" fmla="*/ 0 w 113"/>
                    <a:gd name="T5" fmla="*/ 0 h 3320"/>
                    <a:gd name="T6" fmla="*/ 0 w 113"/>
                    <a:gd name="T7" fmla="*/ 0 h 3320"/>
                    <a:gd name="T8" fmla="*/ 0 w 113"/>
                    <a:gd name="T9" fmla="*/ 0 h 3320"/>
                    <a:gd name="T10" fmla="*/ 0 w 113"/>
                    <a:gd name="T11" fmla="*/ 0 h 3320"/>
                    <a:gd name="T12" fmla="*/ 0 w 113"/>
                    <a:gd name="T13" fmla="*/ 0 h 3320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113"/>
                    <a:gd name="T22" fmla="*/ 0 h 3320"/>
                    <a:gd name="T23" fmla="*/ 113 w 113"/>
                    <a:gd name="T24" fmla="*/ 3320 h 3320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113" h="3320">
                      <a:moveTo>
                        <a:pt x="0" y="3320"/>
                      </a:moveTo>
                      <a:lnTo>
                        <a:pt x="56" y="3320"/>
                      </a:lnTo>
                      <a:lnTo>
                        <a:pt x="113" y="3320"/>
                      </a:lnTo>
                      <a:lnTo>
                        <a:pt x="113" y="0"/>
                      </a:lnTo>
                      <a:lnTo>
                        <a:pt x="56" y="0"/>
                      </a:lnTo>
                      <a:lnTo>
                        <a:pt x="0" y="0"/>
                      </a:lnTo>
                      <a:lnTo>
                        <a:pt x="0" y="332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algn="l" defTabSz="1828800" hangingPunct="1"/>
                  <a:endParaRPr lang="zh-CN" altLang="en-US" sz="3600" b="0" kern="1200">
                    <a:solidFill>
                      <a:prstClr val="black"/>
                    </a:solidFill>
                    <a:latin typeface="等线" panose="020F0502020204030204"/>
                    <a:ea typeface="等线" panose="02010600030101010101" pitchFamily="2" charset="-122"/>
                    <a:cs typeface="+mn-cs"/>
                  </a:endParaRPr>
                </a:p>
              </p:txBody>
            </p:sp>
            <p:sp>
              <p:nvSpPr>
                <p:cNvPr id="1287" name="Freeform 574">
                  <a:extLst>
                    <a:ext uri="{FF2B5EF4-FFF2-40B4-BE49-F238E27FC236}">
                      <a16:creationId xmlns:a16="http://schemas.microsoft.com/office/drawing/2014/main" id="{348C8BC5-46A2-6B64-0FEE-4CCBE4B9274E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404" y="3041"/>
                  <a:ext cx="14" cy="474"/>
                </a:xfrm>
                <a:custGeom>
                  <a:avLst/>
                  <a:gdLst>
                    <a:gd name="T0" fmla="*/ 0 w 113"/>
                    <a:gd name="T1" fmla="*/ 0 h 3320"/>
                    <a:gd name="T2" fmla="*/ 0 w 113"/>
                    <a:gd name="T3" fmla="*/ 0 h 3320"/>
                    <a:gd name="T4" fmla="*/ 0 w 113"/>
                    <a:gd name="T5" fmla="*/ 0 h 3320"/>
                    <a:gd name="T6" fmla="*/ 0 w 113"/>
                    <a:gd name="T7" fmla="*/ 0 h 3320"/>
                    <a:gd name="T8" fmla="*/ 0 w 113"/>
                    <a:gd name="T9" fmla="*/ 0 h 3320"/>
                    <a:gd name="T10" fmla="*/ 0 w 113"/>
                    <a:gd name="T11" fmla="*/ 0 h 3320"/>
                    <a:gd name="T12" fmla="*/ 0 w 113"/>
                    <a:gd name="T13" fmla="*/ 0 h 3320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113"/>
                    <a:gd name="T22" fmla="*/ 0 h 3320"/>
                    <a:gd name="T23" fmla="*/ 113 w 113"/>
                    <a:gd name="T24" fmla="*/ 3320 h 3320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113" h="3320">
                      <a:moveTo>
                        <a:pt x="0" y="3320"/>
                      </a:moveTo>
                      <a:lnTo>
                        <a:pt x="56" y="3320"/>
                      </a:lnTo>
                      <a:lnTo>
                        <a:pt x="113" y="3320"/>
                      </a:lnTo>
                      <a:lnTo>
                        <a:pt x="113" y="0"/>
                      </a:lnTo>
                      <a:lnTo>
                        <a:pt x="56" y="0"/>
                      </a:lnTo>
                      <a:lnTo>
                        <a:pt x="0" y="0"/>
                      </a:lnTo>
                      <a:lnTo>
                        <a:pt x="0" y="3320"/>
                      </a:lnTo>
                      <a:close/>
                    </a:path>
                  </a:pathLst>
                </a:custGeom>
                <a:noFill/>
                <a:ln w="0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pPr algn="l" defTabSz="1828800" hangingPunct="1"/>
                  <a:endParaRPr lang="zh-CN" altLang="en-US" sz="3600" b="0" kern="1200">
                    <a:solidFill>
                      <a:prstClr val="black"/>
                    </a:solidFill>
                    <a:latin typeface="等线" panose="020F0502020204030204"/>
                    <a:ea typeface="等线" panose="02010600030101010101" pitchFamily="2" charset="-122"/>
                    <a:cs typeface="+mn-cs"/>
                  </a:endParaRPr>
                </a:p>
              </p:txBody>
            </p:sp>
            <p:sp>
              <p:nvSpPr>
                <p:cNvPr id="1288" name="Freeform 575">
                  <a:extLst>
                    <a:ext uri="{FF2B5EF4-FFF2-40B4-BE49-F238E27FC236}">
                      <a16:creationId xmlns:a16="http://schemas.microsoft.com/office/drawing/2014/main" id="{E4374B47-4E30-B29F-A43F-C9D9BCD5D972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404" y="3033"/>
                  <a:ext cx="14" cy="8"/>
                </a:xfrm>
                <a:custGeom>
                  <a:avLst/>
                  <a:gdLst>
                    <a:gd name="T0" fmla="*/ 0 w 113"/>
                    <a:gd name="T1" fmla="*/ 0 h 57"/>
                    <a:gd name="T2" fmla="*/ 0 w 113"/>
                    <a:gd name="T3" fmla="*/ 0 h 57"/>
                    <a:gd name="T4" fmla="*/ 0 w 113"/>
                    <a:gd name="T5" fmla="*/ 0 h 57"/>
                    <a:gd name="T6" fmla="*/ 0 w 113"/>
                    <a:gd name="T7" fmla="*/ 0 h 57"/>
                    <a:gd name="T8" fmla="*/ 0 w 113"/>
                    <a:gd name="T9" fmla="*/ 0 h 57"/>
                    <a:gd name="T10" fmla="*/ 0 w 113"/>
                    <a:gd name="T11" fmla="*/ 0 h 57"/>
                    <a:gd name="T12" fmla="*/ 0 w 113"/>
                    <a:gd name="T13" fmla="*/ 0 h 57"/>
                    <a:gd name="T14" fmla="*/ 0 w 113"/>
                    <a:gd name="T15" fmla="*/ 0 h 57"/>
                    <a:gd name="T16" fmla="*/ 0 w 113"/>
                    <a:gd name="T17" fmla="*/ 0 h 57"/>
                    <a:gd name="T18" fmla="*/ 0 w 113"/>
                    <a:gd name="T19" fmla="*/ 0 h 57"/>
                    <a:gd name="T20" fmla="*/ 0 w 113"/>
                    <a:gd name="T21" fmla="*/ 0 h 57"/>
                    <a:gd name="T22" fmla="*/ 0 w 113"/>
                    <a:gd name="T23" fmla="*/ 0 h 57"/>
                    <a:gd name="T24" fmla="*/ 0 w 113"/>
                    <a:gd name="T25" fmla="*/ 0 h 57"/>
                    <a:gd name="T26" fmla="*/ 0 w 113"/>
                    <a:gd name="T27" fmla="*/ 0 h 57"/>
                    <a:gd name="T28" fmla="*/ 0 w 113"/>
                    <a:gd name="T29" fmla="*/ 0 h 57"/>
                    <a:gd name="T30" fmla="*/ 0 w 113"/>
                    <a:gd name="T31" fmla="*/ 0 h 57"/>
                    <a:gd name="T32" fmla="*/ 0 w 113"/>
                    <a:gd name="T33" fmla="*/ 0 h 57"/>
                    <a:gd name="T34" fmla="*/ 0 60000 65536"/>
                    <a:gd name="T35" fmla="*/ 0 60000 65536"/>
                    <a:gd name="T36" fmla="*/ 0 60000 65536"/>
                    <a:gd name="T37" fmla="*/ 0 60000 65536"/>
                    <a:gd name="T38" fmla="*/ 0 60000 65536"/>
                    <a:gd name="T39" fmla="*/ 0 60000 65536"/>
                    <a:gd name="T40" fmla="*/ 0 60000 65536"/>
                    <a:gd name="T41" fmla="*/ 0 60000 65536"/>
                    <a:gd name="T42" fmla="*/ 0 60000 65536"/>
                    <a:gd name="T43" fmla="*/ 0 60000 65536"/>
                    <a:gd name="T44" fmla="*/ 0 60000 65536"/>
                    <a:gd name="T45" fmla="*/ 0 60000 65536"/>
                    <a:gd name="T46" fmla="*/ 0 60000 65536"/>
                    <a:gd name="T47" fmla="*/ 0 60000 65536"/>
                    <a:gd name="T48" fmla="*/ 0 60000 65536"/>
                    <a:gd name="T49" fmla="*/ 0 60000 65536"/>
                    <a:gd name="T50" fmla="*/ 0 60000 65536"/>
                    <a:gd name="T51" fmla="*/ 0 w 113"/>
                    <a:gd name="T52" fmla="*/ 0 h 57"/>
                    <a:gd name="T53" fmla="*/ 113 w 113"/>
                    <a:gd name="T54" fmla="*/ 57 h 57"/>
                  </a:gdLst>
                  <a:ahLst/>
                  <a:cxnLst>
                    <a:cxn ang="T34">
                      <a:pos x="T0" y="T1"/>
                    </a:cxn>
                    <a:cxn ang="T35">
                      <a:pos x="T2" y="T3"/>
                    </a:cxn>
                    <a:cxn ang="T36">
                      <a:pos x="T4" y="T5"/>
                    </a:cxn>
                    <a:cxn ang="T37">
                      <a:pos x="T6" y="T7"/>
                    </a:cxn>
                    <a:cxn ang="T38">
                      <a:pos x="T8" y="T9"/>
                    </a:cxn>
                    <a:cxn ang="T39">
                      <a:pos x="T10" y="T11"/>
                    </a:cxn>
                    <a:cxn ang="T40">
                      <a:pos x="T12" y="T13"/>
                    </a:cxn>
                    <a:cxn ang="T41">
                      <a:pos x="T14" y="T15"/>
                    </a:cxn>
                    <a:cxn ang="T42">
                      <a:pos x="T16" y="T17"/>
                    </a:cxn>
                    <a:cxn ang="T43">
                      <a:pos x="T18" y="T19"/>
                    </a:cxn>
                    <a:cxn ang="T44">
                      <a:pos x="T20" y="T21"/>
                    </a:cxn>
                    <a:cxn ang="T45">
                      <a:pos x="T22" y="T23"/>
                    </a:cxn>
                    <a:cxn ang="T46">
                      <a:pos x="T24" y="T25"/>
                    </a:cxn>
                    <a:cxn ang="T47">
                      <a:pos x="T26" y="T27"/>
                    </a:cxn>
                    <a:cxn ang="T48">
                      <a:pos x="T28" y="T29"/>
                    </a:cxn>
                    <a:cxn ang="T49">
                      <a:pos x="T30" y="T31"/>
                    </a:cxn>
                    <a:cxn ang="T50">
                      <a:pos x="T32" y="T33"/>
                    </a:cxn>
                  </a:cxnLst>
                  <a:rect l="T51" t="T52" r="T53" b="T54"/>
                  <a:pathLst>
                    <a:path w="113" h="57">
                      <a:moveTo>
                        <a:pt x="56" y="57"/>
                      </a:moveTo>
                      <a:lnTo>
                        <a:pt x="0" y="57"/>
                      </a:lnTo>
                      <a:lnTo>
                        <a:pt x="1" y="44"/>
                      </a:lnTo>
                      <a:lnTo>
                        <a:pt x="5" y="32"/>
                      </a:lnTo>
                      <a:lnTo>
                        <a:pt x="12" y="22"/>
                      </a:lnTo>
                      <a:lnTo>
                        <a:pt x="21" y="13"/>
                      </a:lnTo>
                      <a:lnTo>
                        <a:pt x="31" y="6"/>
                      </a:lnTo>
                      <a:lnTo>
                        <a:pt x="43" y="2"/>
                      </a:lnTo>
                      <a:lnTo>
                        <a:pt x="56" y="0"/>
                      </a:lnTo>
                      <a:lnTo>
                        <a:pt x="68" y="2"/>
                      </a:lnTo>
                      <a:lnTo>
                        <a:pt x="80" y="6"/>
                      </a:lnTo>
                      <a:lnTo>
                        <a:pt x="90" y="13"/>
                      </a:lnTo>
                      <a:lnTo>
                        <a:pt x="99" y="22"/>
                      </a:lnTo>
                      <a:lnTo>
                        <a:pt x="106" y="32"/>
                      </a:lnTo>
                      <a:lnTo>
                        <a:pt x="111" y="44"/>
                      </a:lnTo>
                      <a:lnTo>
                        <a:pt x="113" y="57"/>
                      </a:lnTo>
                      <a:lnTo>
                        <a:pt x="56" y="57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algn="l" defTabSz="1828800" hangingPunct="1"/>
                  <a:endParaRPr lang="zh-CN" altLang="en-US" sz="3600" b="0" kern="1200">
                    <a:solidFill>
                      <a:prstClr val="black"/>
                    </a:solidFill>
                    <a:latin typeface="等线" panose="020F0502020204030204"/>
                    <a:ea typeface="等线" panose="02010600030101010101" pitchFamily="2" charset="-122"/>
                    <a:cs typeface="+mn-cs"/>
                  </a:endParaRPr>
                </a:p>
              </p:txBody>
            </p:sp>
            <p:sp>
              <p:nvSpPr>
                <p:cNvPr id="1289" name="Freeform 576">
                  <a:extLst>
                    <a:ext uri="{FF2B5EF4-FFF2-40B4-BE49-F238E27FC236}">
                      <a16:creationId xmlns:a16="http://schemas.microsoft.com/office/drawing/2014/main" id="{5017D781-953C-E00E-41D9-1524E2B550C9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404" y="3033"/>
                  <a:ext cx="14" cy="8"/>
                </a:xfrm>
                <a:custGeom>
                  <a:avLst/>
                  <a:gdLst>
                    <a:gd name="T0" fmla="*/ 0 w 113"/>
                    <a:gd name="T1" fmla="*/ 0 h 57"/>
                    <a:gd name="T2" fmla="*/ 0 w 113"/>
                    <a:gd name="T3" fmla="*/ 0 h 57"/>
                    <a:gd name="T4" fmla="*/ 0 w 113"/>
                    <a:gd name="T5" fmla="*/ 0 h 57"/>
                    <a:gd name="T6" fmla="*/ 0 w 113"/>
                    <a:gd name="T7" fmla="*/ 0 h 57"/>
                    <a:gd name="T8" fmla="*/ 0 w 113"/>
                    <a:gd name="T9" fmla="*/ 0 h 57"/>
                    <a:gd name="T10" fmla="*/ 0 w 113"/>
                    <a:gd name="T11" fmla="*/ 0 h 57"/>
                    <a:gd name="T12" fmla="*/ 0 w 113"/>
                    <a:gd name="T13" fmla="*/ 0 h 57"/>
                    <a:gd name="T14" fmla="*/ 0 w 113"/>
                    <a:gd name="T15" fmla="*/ 0 h 57"/>
                    <a:gd name="T16" fmla="*/ 0 w 113"/>
                    <a:gd name="T17" fmla="*/ 0 h 57"/>
                    <a:gd name="T18" fmla="*/ 0 w 113"/>
                    <a:gd name="T19" fmla="*/ 0 h 57"/>
                    <a:gd name="T20" fmla="*/ 0 w 113"/>
                    <a:gd name="T21" fmla="*/ 0 h 57"/>
                    <a:gd name="T22" fmla="*/ 0 w 113"/>
                    <a:gd name="T23" fmla="*/ 0 h 57"/>
                    <a:gd name="T24" fmla="*/ 0 w 113"/>
                    <a:gd name="T25" fmla="*/ 0 h 57"/>
                    <a:gd name="T26" fmla="*/ 0 w 113"/>
                    <a:gd name="T27" fmla="*/ 0 h 57"/>
                    <a:gd name="T28" fmla="*/ 0 w 113"/>
                    <a:gd name="T29" fmla="*/ 0 h 57"/>
                    <a:gd name="T30" fmla="*/ 0 60000 65536"/>
                    <a:gd name="T31" fmla="*/ 0 60000 65536"/>
                    <a:gd name="T32" fmla="*/ 0 60000 65536"/>
                    <a:gd name="T33" fmla="*/ 0 60000 65536"/>
                    <a:gd name="T34" fmla="*/ 0 60000 65536"/>
                    <a:gd name="T35" fmla="*/ 0 60000 65536"/>
                    <a:gd name="T36" fmla="*/ 0 60000 65536"/>
                    <a:gd name="T37" fmla="*/ 0 60000 65536"/>
                    <a:gd name="T38" fmla="*/ 0 60000 65536"/>
                    <a:gd name="T39" fmla="*/ 0 60000 65536"/>
                    <a:gd name="T40" fmla="*/ 0 60000 65536"/>
                    <a:gd name="T41" fmla="*/ 0 60000 65536"/>
                    <a:gd name="T42" fmla="*/ 0 60000 65536"/>
                    <a:gd name="T43" fmla="*/ 0 60000 65536"/>
                    <a:gd name="T44" fmla="*/ 0 60000 65536"/>
                    <a:gd name="T45" fmla="*/ 0 w 113"/>
                    <a:gd name="T46" fmla="*/ 0 h 57"/>
                    <a:gd name="T47" fmla="*/ 113 w 113"/>
                    <a:gd name="T48" fmla="*/ 57 h 57"/>
                  </a:gdLst>
                  <a:ahLst/>
                  <a:cxnLst>
                    <a:cxn ang="T30">
                      <a:pos x="T0" y="T1"/>
                    </a:cxn>
                    <a:cxn ang="T31">
                      <a:pos x="T2" y="T3"/>
                    </a:cxn>
                    <a:cxn ang="T32">
                      <a:pos x="T4" y="T5"/>
                    </a:cxn>
                    <a:cxn ang="T33">
                      <a:pos x="T6" y="T7"/>
                    </a:cxn>
                    <a:cxn ang="T34">
                      <a:pos x="T8" y="T9"/>
                    </a:cxn>
                    <a:cxn ang="T35">
                      <a:pos x="T10" y="T11"/>
                    </a:cxn>
                    <a:cxn ang="T36">
                      <a:pos x="T12" y="T13"/>
                    </a:cxn>
                    <a:cxn ang="T37">
                      <a:pos x="T14" y="T15"/>
                    </a:cxn>
                    <a:cxn ang="T38">
                      <a:pos x="T16" y="T17"/>
                    </a:cxn>
                    <a:cxn ang="T39">
                      <a:pos x="T18" y="T19"/>
                    </a:cxn>
                    <a:cxn ang="T40">
                      <a:pos x="T20" y="T21"/>
                    </a:cxn>
                    <a:cxn ang="T41">
                      <a:pos x="T22" y="T23"/>
                    </a:cxn>
                    <a:cxn ang="T42">
                      <a:pos x="T24" y="T25"/>
                    </a:cxn>
                    <a:cxn ang="T43">
                      <a:pos x="T26" y="T27"/>
                    </a:cxn>
                    <a:cxn ang="T44">
                      <a:pos x="T28" y="T29"/>
                    </a:cxn>
                  </a:cxnLst>
                  <a:rect l="T45" t="T46" r="T47" b="T48"/>
                  <a:pathLst>
                    <a:path w="113" h="57">
                      <a:moveTo>
                        <a:pt x="0" y="57"/>
                      </a:moveTo>
                      <a:lnTo>
                        <a:pt x="1" y="44"/>
                      </a:lnTo>
                      <a:lnTo>
                        <a:pt x="5" y="32"/>
                      </a:lnTo>
                      <a:lnTo>
                        <a:pt x="12" y="22"/>
                      </a:lnTo>
                      <a:lnTo>
                        <a:pt x="21" y="13"/>
                      </a:lnTo>
                      <a:lnTo>
                        <a:pt x="31" y="6"/>
                      </a:lnTo>
                      <a:lnTo>
                        <a:pt x="43" y="2"/>
                      </a:lnTo>
                      <a:lnTo>
                        <a:pt x="56" y="0"/>
                      </a:lnTo>
                      <a:lnTo>
                        <a:pt x="68" y="2"/>
                      </a:lnTo>
                      <a:lnTo>
                        <a:pt x="80" y="6"/>
                      </a:lnTo>
                      <a:lnTo>
                        <a:pt x="90" y="13"/>
                      </a:lnTo>
                      <a:lnTo>
                        <a:pt x="99" y="22"/>
                      </a:lnTo>
                      <a:lnTo>
                        <a:pt x="106" y="32"/>
                      </a:lnTo>
                      <a:lnTo>
                        <a:pt x="111" y="44"/>
                      </a:lnTo>
                      <a:lnTo>
                        <a:pt x="113" y="57"/>
                      </a:lnTo>
                    </a:path>
                  </a:pathLst>
                </a:custGeom>
                <a:noFill/>
                <a:ln w="0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pPr algn="l" defTabSz="1828800" hangingPunct="1"/>
                  <a:endParaRPr lang="zh-CN" altLang="en-US" sz="3600" b="0" kern="1200">
                    <a:solidFill>
                      <a:prstClr val="black"/>
                    </a:solidFill>
                    <a:latin typeface="等线" panose="020F0502020204030204"/>
                    <a:ea typeface="等线" panose="02010600030101010101" pitchFamily="2" charset="-122"/>
                    <a:cs typeface="+mn-cs"/>
                  </a:endParaRPr>
                </a:p>
              </p:txBody>
            </p:sp>
            <p:sp>
              <p:nvSpPr>
                <p:cNvPr id="1290" name="Freeform 577">
                  <a:extLst>
                    <a:ext uri="{FF2B5EF4-FFF2-40B4-BE49-F238E27FC236}">
                      <a16:creationId xmlns:a16="http://schemas.microsoft.com/office/drawing/2014/main" id="{CC916773-0EB2-931C-0726-FE202300718E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271" y="3507"/>
                  <a:ext cx="8" cy="16"/>
                </a:xfrm>
                <a:custGeom>
                  <a:avLst/>
                  <a:gdLst>
                    <a:gd name="T0" fmla="*/ 0 w 56"/>
                    <a:gd name="T1" fmla="*/ 0 h 113"/>
                    <a:gd name="T2" fmla="*/ 0 w 56"/>
                    <a:gd name="T3" fmla="*/ 0 h 113"/>
                    <a:gd name="T4" fmla="*/ 0 w 56"/>
                    <a:gd name="T5" fmla="*/ 0 h 113"/>
                    <a:gd name="T6" fmla="*/ 0 w 56"/>
                    <a:gd name="T7" fmla="*/ 0 h 113"/>
                    <a:gd name="T8" fmla="*/ 0 w 56"/>
                    <a:gd name="T9" fmla="*/ 0 h 113"/>
                    <a:gd name="T10" fmla="*/ 0 w 56"/>
                    <a:gd name="T11" fmla="*/ 0 h 113"/>
                    <a:gd name="T12" fmla="*/ 0 w 56"/>
                    <a:gd name="T13" fmla="*/ 0 h 113"/>
                    <a:gd name="T14" fmla="*/ 0 w 56"/>
                    <a:gd name="T15" fmla="*/ 0 h 113"/>
                    <a:gd name="T16" fmla="*/ 0 w 56"/>
                    <a:gd name="T17" fmla="*/ 0 h 113"/>
                    <a:gd name="T18" fmla="*/ 0 w 56"/>
                    <a:gd name="T19" fmla="*/ 0 h 113"/>
                    <a:gd name="T20" fmla="*/ 0 w 56"/>
                    <a:gd name="T21" fmla="*/ 0 h 113"/>
                    <a:gd name="T22" fmla="*/ 0 w 56"/>
                    <a:gd name="T23" fmla="*/ 0 h 113"/>
                    <a:gd name="T24" fmla="*/ 0 w 56"/>
                    <a:gd name="T25" fmla="*/ 0 h 113"/>
                    <a:gd name="T26" fmla="*/ 0 w 56"/>
                    <a:gd name="T27" fmla="*/ 0 h 113"/>
                    <a:gd name="T28" fmla="*/ 0 w 56"/>
                    <a:gd name="T29" fmla="*/ 0 h 113"/>
                    <a:gd name="T30" fmla="*/ 0 w 56"/>
                    <a:gd name="T31" fmla="*/ 0 h 113"/>
                    <a:gd name="T32" fmla="*/ 0 w 56"/>
                    <a:gd name="T33" fmla="*/ 0 h 113"/>
                    <a:gd name="T34" fmla="*/ 0 60000 65536"/>
                    <a:gd name="T35" fmla="*/ 0 60000 65536"/>
                    <a:gd name="T36" fmla="*/ 0 60000 65536"/>
                    <a:gd name="T37" fmla="*/ 0 60000 65536"/>
                    <a:gd name="T38" fmla="*/ 0 60000 65536"/>
                    <a:gd name="T39" fmla="*/ 0 60000 65536"/>
                    <a:gd name="T40" fmla="*/ 0 60000 65536"/>
                    <a:gd name="T41" fmla="*/ 0 60000 65536"/>
                    <a:gd name="T42" fmla="*/ 0 60000 65536"/>
                    <a:gd name="T43" fmla="*/ 0 60000 65536"/>
                    <a:gd name="T44" fmla="*/ 0 60000 65536"/>
                    <a:gd name="T45" fmla="*/ 0 60000 65536"/>
                    <a:gd name="T46" fmla="*/ 0 60000 65536"/>
                    <a:gd name="T47" fmla="*/ 0 60000 65536"/>
                    <a:gd name="T48" fmla="*/ 0 60000 65536"/>
                    <a:gd name="T49" fmla="*/ 0 60000 65536"/>
                    <a:gd name="T50" fmla="*/ 0 60000 65536"/>
                    <a:gd name="T51" fmla="*/ 0 w 56"/>
                    <a:gd name="T52" fmla="*/ 0 h 113"/>
                    <a:gd name="T53" fmla="*/ 56 w 56"/>
                    <a:gd name="T54" fmla="*/ 113 h 113"/>
                  </a:gdLst>
                  <a:ahLst/>
                  <a:cxnLst>
                    <a:cxn ang="T34">
                      <a:pos x="T0" y="T1"/>
                    </a:cxn>
                    <a:cxn ang="T35">
                      <a:pos x="T2" y="T3"/>
                    </a:cxn>
                    <a:cxn ang="T36">
                      <a:pos x="T4" y="T5"/>
                    </a:cxn>
                    <a:cxn ang="T37">
                      <a:pos x="T6" y="T7"/>
                    </a:cxn>
                    <a:cxn ang="T38">
                      <a:pos x="T8" y="T9"/>
                    </a:cxn>
                    <a:cxn ang="T39">
                      <a:pos x="T10" y="T11"/>
                    </a:cxn>
                    <a:cxn ang="T40">
                      <a:pos x="T12" y="T13"/>
                    </a:cxn>
                    <a:cxn ang="T41">
                      <a:pos x="T14" y="T15"/>
                    </a:cxn>
                    <a:cxn ang="T42">
                      <a:pos x="T16" y="T17"/>
                    </a:cxn>
                    <a:cxn ang="T43">
                      <a:pos x="T18" y="T19"/>
                    </a:cxn>
                    <a:cxn ang="T44">
                      <a:pos x="T20" y="T21"/>
                    </a:cxn>
                    <a:cxn ang="T45">
                      <a:pos x="T22" y="T23"/>
                    </a:cxn>
                    <a:cxn ang="T46">
                      <a:pos x="T24" y="T25"/>
                    </a:cxn>
                    <a:cxn ang="T47">
                      <a:pos x="T26" y="T27"/>
                    </a:cxn>
                    <a:cxn ang="T48">
                      <a:pos x="T28" y="T29"/>
                    </a:cxn>
                    <a:cxn ang="T49">
                      <a:pos x="T30" y="T31"/>
                    </a:cxn>
                    <a:cxn ang="T50">
                      <a:pos x="T32" y="T33"/>
                    </a:cxn>
                  </a:cxnLst>
                  <a:rect l="T51" t="T52" r="T53" b="T54"/>
                  <a:pathLst>
                    <a:path w="56" h="113">
                      <a:moveTo>
                        <a:pt x="56" y="57"/>
                      </a:moveTo>
                      <a:lnTo>
                        <a:pt x="56" y="113"/>
                      </a:lnTo>
                      <a:lnTo>
                        <a:pt x="44" y="112"/>
                      </a:lnTo>
                      <a:lnTo>
                        <a:pt x="32" y="108"/>
                      </a:lnTo>
                      <a:lnTo>
                        <a:pt x="22" y="101"/>
                      </a:lnTo>
                      <a:lnTo>
                        <a:pt x="13" y="92"/>
                      </a:lnTo>
                      <a:lnTo>
                        <a:pt x="6" y="82"/>
                      </a:lnTo>
                      <a:lnTo>
                        <a:pt x="1" y="70"/>
                      </a:lnTo>
                      <a:lnTo>
                        <a:pt x="0" y="57"/>
                      </a:lnTo>
                      <a:lnTo>
                        <a:pt x="1" y="45"/>
                      </a:lnTo>
                      <a:lnTo>
                        <a:pt x="6" y="32"/>
                      </a:lnTo>
                      <a:lnTo>
                        <a:pt x="13" y="22"/>
                      </a:lnTo>
                      <a:lnTo>
                        <a:pt x="22" y="13"/>
                      </a:lnTo>
                      <a:lnTo>
                        <a:pt x="32" y="7"/>
                      </a:lnTo>
                      <a:lnTo>
                        <a:pt x="44" y="2"/>
                      </a:lnTo>
                      <a:lnTo>
                        <a:pt x="56" y="0"/>
                      </a:lnTo>
                      <a:lnTo>
                        <a:pt x="56" y="57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algn="l" defTabSz="1828800" hangingPunct="1"/>
                  <a:endParaRPr lang="zh-CN" altLang="en-US" sz="3600" b="0" kern="1200">
                    <a:solidFill>
                      <a:prstClr val="black"/>
                    </a:solidFill>
                    <a:latin typeface="等线" panose="020F0502020204030204"/>
                    <a:ea typeface="等线" panose="02010600030101010101" pitchFamily="2" charset="-122"/>
                    <a:cs typeface="+mn-cs"/>
                  </a:endParaRPr>
                </a:p>
              </p:txBody>
            </p:sp>
            <p:sp>
              <p:nvSpPr>
                <p:cNvPr id="1291" name="Freeform 578">
                  <a:extLst>
                    <a:ext uri="{FF2B5EF4-FFF2-40B4-BE49-F238E27FC236}">
                      <a16:creationId xmlns:a16="http://schemas.microsoft.com/office/drawing/2014/main" id="{A2BD20EA-EF50-9B65-3076-A9F0456ACAAE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271" y="3507"/>
                  <a:ext cx="8" cy="16"/>
                </a:xfrm>
                <a:custGeom>
                  <a:avLst/>
                  <a:gdLst>
                    <a:gd name="T0" fmla="*/ 0 w 56"/>
                    <a:gd name="T1" fmla="*/ 0 h 113"/>
                    <a:gd name="T2" fmla="*/ 0 w 56"/>
                    <a:gd name="T3" fmla="*/ 0 h 113"/>
                    <a:gd name="T4" fmla="*/ 0 w 56"/>
                    <a:gd name="T5" fmla="*/ 0 h 113"/>
                    <a:gd name="T6" fmla="*/ 0 w 56"/>
                    <a:gd name="T7" fmla="*/ 0 h 113"/>
                    <a:gd name="T8" fmla="*/ 0 w 56"/>
                    <a:gd name="T9" fmla="*/ 0 h 113"/>
                    <a:gd name="T10" fmla="*/ 0 w 56"/>
                    <a:gd name="T11" fmla="*/ 0 h 113"/>
                    <a:gd name="T12" fmla="*/ 0 w 56"/>
                    <a:gd name="T13" fmla="*/ 0 h 113"/>
                    <a:gd name="T14" fmla="*/ 0 w 56"/>
                    <a:gd name="T15" fmla="*/ 0 h 113"/>
                    <a:gd name="T16" fmla="*/ 0 w 56"/>
                    <a:gd name="T17" fmla="*/ 0 h 113"/>
                    <a:gd name="T18" fmla="*/ 0 w 56"/>
                    <a:gd name="T19" fmla="*/ 0 h 113"/>
                    <a:gd name="T20" fmla="*/ 0 w 56"/>
                    <a:gd name="T21" fmla="*/ 0 h 113"/>
                    <a:gd name="T22" fmla="*/ 0 w 56"/>
                    <a:gd name="T23" fmla="*/ 0 h 113"/>
                    <a:gd name="T24" fmla="*/ 0 w 56"/>
                    <a:gd name="T25" fmla="*/ 0 h 113"/>
                    <a:gd name="T26" fmla="*/ 0 w 56"/>
                    <a:gd name="T27" fmla="*/ 0 h 113"/>
                    <a:gd name="T28" fmla="*/ 0 w 56"/>
                    <a:gd name="T29" fmla="*/ 0 h 113"/>
                    <a:gd name="T30" fmla="*/ 0 60000 65536"/>
                    <a:gd name="T31" fmla="*/ 0 60000 65536"/>
                    <a:gd name="T32" fmla="*/ 0 60000 65536"/>
                    <a:gd name="T33" fmla="*/ 0 60000 65536"/>
                    <a:gd name="T34" fmla="*/ 0 60000 65536"/>
                    <a:gd name="T35" fmla="*/ 0 60000 65536"/>
                    <a:gd name="T36" fmla="*/ 0 60000 65536"/>
                    <a:gd name="T37" fmla="*/ 0 60000 65536"/>
                    <a:gd name="T38" fmla="*/ 0 60000 65536"/>
                    <a:gd name="T39" fmla="*/ 0 60000 65536"/>
                    <a:gd name="T40" fmla="*/ 0 60000 65536"/>
                    <a:gd name="T41" fmla="*/ 0 60000 65536"/>
                    <a:gd name="T42" fmla="*/ 0 60000 65536"/>
                    <a:gd name="T43" fmla="*/ 0 60000 65536"/>
                    <a:gd name="T44" fmla="*/ 0 60000 65536"/>
                    <a:gd name="T45" fmla="*/ 0 w 56"/>
                    <a:gd name="T46" fmla="*/ 0 h 113"/>
                    <a:gd name="T47" fmla="*/ 56 w 56"/>
                    <a:gd name="T48" fmla="*/ 113 h 113"/>
                  </a:gdLst>
                  <a:ahLst/>
                  <a:cxnLst>
                    <a:cxn ang="T30">
                      <a:pos x="T0" y="T1"/>
                    </a:cxn>
                    <a:cxn ang="T31">
                      <a:pos x="T2" y="T3"/>
                    </a:cxn>
                    <a:cxn ang="T32">
                      <a:pos x="T4" y="T5"/>
                    </a:cxn>
                    <a:cxn ang="T33">
                      <a:pos x="T6" y="T7"/>
                    </a:cxn>
                    <a:cxn ang="T34">
                      <a:pos x="T8" y="T9"/>
                    </a:cxn>
                    <a:cxn ang="T35">
                      <a:pos x="T10" y="T11"/>
                    </a:cxn>
                    <a:cxn ang="T36">
                      <a:pos x="T12" y="T13"/>
                    </a:cxn>
                    <a:cxn ang="T37">
                      <a:pos x="T14" y="T15"/>
                    </a:cxn>
                    <a:cxn ang="T38">
                      <a:pos x="T16" y="T17"/>
                    </a:cxn>
                    <a:cxn ang="T39">
                      <a:pos x="T18" y="T19"/>
                    </a:cxn>
                    <a:cxn ang="T40">
                      <a:pos x="T20" y="T21"/>
                    </a:cxn>
                    <a:cxn ang="T41">
                      <a:pos x="T22" y="T23"/>
                    </a:cxn>
                    <a:cxn ang="T42">
                      <a:pos x="T24" y="T25"/>
                    </a:cxn>
                    <a:cxn ang="T43">
                      <a:pos x="T26" y="T27"/>
                    </a:cxn>
                    <a:cxn ang="T44">
                      <a:pos x="T28" y="T29"/>
                    </a:cxn>
                  </a:cxnLst>
                  <a:rect l="T45" t="T46" r="T47" b="T48"/>
                  <a:pathLst>
                    <a:path w="56" h="113">
                      <a:moveTo>
                        <a:pt x="56" y="113"/>
                      </a:moveTo>
                      <a:lnTo>
                        <a:pt x="44" y="112"/>
                      </a:lnTo>
                      <a:lnTo>
                        <a:pt x="32" y="108"/>
                      </a:lnTo>
                      <a:lnTo>
                        <a:pt x="22" y="101"/>
                      </a:lnTo>
                      <a:lnTo>
                        <a:pt x="13" y="92"/>
                      </a:lnTo>
                      <a:lnTo>
                        <a:pt x="6" y="82"/>
                      </a:lnTo>
                      <a:lnTo>
                        <a:pt x="1" y="70"/>
                      </a:lnTo>
                      <a:lnTo>
                        <a:pt x="0" y="57"/>
                      </a:lnTo>
                      <a:lnTo>
                        <a:pt x="1" y="45"/>
                      </a:lnTo>
                      <a:lnTo>
                        <a:pt x="6" y="32"/>
                      </a:lnTo>
                      <a:lnTo>
                        <a:pt x="13" y="22"/>
                      </a:lnTo>
                      <a:lnTo>
                        <a:pt x="22" y="13"/>
                      </a:lnTo>
                      <a:lnTo>
                        <a:pt x="32" y="7"/>
                      </a:lnTo>
                      <a:lnTo>
                        <a:pt x="44" y="2"/>
                      </a:lnTo>
                      <a:lnTo>
                        <a:pt x="56" y="0"/>
                      </a:lnTo>
                    </a:path>
                  </a:pathLst>
                </a:custGeom>
                <a:noFill/>
                <a:ln w="0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pPr algn="l" defTabSz="1828800" hangingPunct="1"/>
                  <a:endParaRPr lang="zh-CN" altLang="en-US" sz="3600" b="0" kern="1200">
                    <a:solidFill>
                      <a:prstClr val="black"/>
                    </a:solidFill>
                    <a:latin typeface="等线" panose="020F0502020204030204"/>
                    <a:ea typeface="等线" panose="02010600030101010101" pitchFamily="2" charset="-122"/>
                    <a:cs typeface="+mn-cs"/>
                  </a:endParaRPr>
                </a:p>
              </p:txBody>
            </p:sp>
            <p:sp>
              <p:nvSpPr>
                <p:cNvPr id="1292" name="Freeform 579">
                  <a:extLst>
                    <a:ext uri="{FF2B5EF4-FFF2-40B4-BE49-F238E27FC236}">
                      <a16:creationId xmlns:a16="http://schemas.microsoft.com/office/drawing/2014/main" id="{B2957124-EA8E-D035-39E3-DD42859B8276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279" y="3507"/>
                  <a:ext cx="133" cy="16"/>
                </a:xfrm>
                <a:custGeom>
                  <a:avLst/>
                  <a:gdLst>
                    <a:gd name="T0" fmla="*/ 0 w 930"/>
                    <a:gd name="T1" fmla="*/ 0 h 113"/>
                    <a:gd name="T2" fmla="*/ 0 w 930"/>
                    <a:gd name="T3" fmla="*/ 0 h 113"/>
                    <a:gd name="T4" fmla="*/ 0 w 930"/>
                    <a:gd name="T5" fmla="*/ 0 h 113"/>
                    <a:gd name="T6" fmla="*/ 0 w 930"/>
                    <a:gd name="T7" fmla="*/ 0 h 113"/>
                    <a:gd name="T8" fmla="*/ 0 w 930"/>
                    <a:gd name="T9" fmla="*/ 0 h 113"/>
                    <a:gd name="T10" fmla="*/ 0 w 930"/>
                    <a:gd name="T11" fmla="*/ 0 h 113"/>
                    <a:gd name="T12" fmla="*/ 0 w 930"/>
                    <a:gd name="T13" fmla="*/ 0 h 113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930"/>
                    <a:gd name="T22" fmla="*/ 0 h 113"/>
                    <a:gd name="T23" fmla="*/ 930 w 930"/>
                    <a:gd name="T24" fmla="*/ 113 h 113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930" h="113">
                      <a:moveTo>
                        <a:pt x="0" y="0"/>
                      </a:moveTo>
                      <a:lnTo>
                        <a:pt x="0" y="57"/>
                      </a:lnTo>
                      <a:lnTo>
                        <a:pt x="0" y="113"/>
                      </a:lnTo>
                      <a:lnTo>
                        <a:pt x="930" y="113"/>
                      </a:lnTo>
                      <a:lnTo>
                        <a:pt x="930" y="57"/>
                      </a:lnTo>
                      <a:lnTo>
                        <a:pt x="930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algn="l" defTabSz="1828800" hangingPunct="1"/>
                  <a:endParaRPr lang="zh-CN" altLang="en-US" sz="3600" b="0" kern="1200">
                    <a:solidFill>
                      <a:prstClr val="black"/>
                    </a:solidFill>
                    <a:latin typeface="等线" panose="020F0502020204030204"/>
                    <a:ea typeface="等线" panose="02010600030101010101" pitchFamily="2" charset="-122"/>
                    <a:cs typeface="+mn-cs"/>
                  </a:endParaRPr>
                </a:p>
              </p:txBody>
            </p:sp>
            <p:sp>
              <p:nvSpPr>
                <p:cNvPr id="1293" name="Freeform 580">
                  <a:extLst>
                    <a:ext uri="{FF2B5EF4-FFF2-40B4-BE49-F238E27FC236}">
                      <a16:creationId xmlns:a16="http://schemas.microsoft.com/office/drawing/2014/main" id="{8C4683B4-7C8D-F5FB-CDD1-91C01473A2A3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279" y="3507"/>
                  <a:ext cx="133" cy="16"/>
                </a:xfrm>
                <a:custGeom>
                  <a:avLst/>
                  <a:gdLst>
                    <a:gd name="T0" fmla="*/ 0 w 930"/>
                    <a:gd name="T1" fmla="*/ 0 h 113"/>
                    <a:gd name="T2" fmla="*/ 0 w 930"/>
                    <a:gd name="T3" fmla="*/ 0 h 113"/>
                    <a:gd name="T4" fmla="*/ 0 w 930"/>
                    <a:gd name="T5" fmla="*/ 0 h 113"/>
                    <a:gd name="T6" fmla="*/ 0 w 930"/>
                    <a:gd name="T7" fmla="*/ 0 h 113"/>
                    <a:gd name="T8" fmla="*/ 0 w 930"/>
                    <a:gd name="T9" fmla="*/ 0 h 113"/>
                    <a:gd name="T10" fmla="*/ 0 w 930"/>
                    <a:gd name="T11" fmla="*/ 0 h 113"/>
                    <a:gd name="T12" fmla="*/ 0 w 930"/>
                    <a:gd name="T13" fmla="*/ 0 h 113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930"/>
                    <a:gd name="T22" fmla="*/ 0 h 113"/>
                    <a:gd name="T23" fmla="*/ 930 w 930"/>
                    <a:gd name="T24" fmla="*/ 113 h 113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930" h="113">
                      <a:moveTo>
                        <a:pt x="0" y="0"/>
                      </a:moveTo>
                      <a:lnTo>
                        <a:pt x="0" y="57"/>
                      </a:lnTo>
                      <a:lnTo>
                        <a:pt x="0" y="113"/>
                      </a:lnTo>
                      <a:lnTo>
                        <a:pt x="930" y="113"/>
                      </a:lnTo>
                      <a:lnTo>
                        <a:pt x="930" y="57"/>
                      </a:lnTo>
                      <a:lnTo>
                        <a:pt x="930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noFill/>
                <a:ln w="0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pPr algn="l" defTabSz="1828800" hangingPunct="1"/>
                  <a:endParaRPr lang="zh-CN" altLang="en-US" sz="3600" b="0" kern="1200">
                    <a:solidFill>
                      <a:prstClr val="black"/>
                    </a:solidFill>
                    <a:latin typeface="等线" panose="020F0502020204030204"/>
                    <a:ea typeface="等线" panose="02010600030101010101" pitchFamily="2" charset="-122"/>
                    <a:cs typeface="+mn-cs"/>
                  </a:endParaRPr>
                </a:p>
              </p:txBody>
            </p:sp>
            <p:sp>
              <p:nvSpPr>
                <p:cNvPr id="1294" name="Freeform 581">
                  <a:extLst>
                    <a:ext uri="{FF2B5EF4-FFF2-40B4-BE49-F238E27FC236}">
                      <a16:creationId xmlns:a16="http://schemas.microsoft.com/office/drawing/2014/main" id="{3A20517C-3E98-6E0D-B246-765FEA1F2E4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412" y="3507"/>
                  <a:ext cx="8" cy="16"/>
                </a:xfrm>
                <a:custGeom>
                  <a:avLst/>
                  <a:gdLst>
                    <a:gd name="T0" fmla="*/ 0 w 57"/>
                    <a:gd name="T1" fmla="*/ 0 h 113"/>
                    <a:gd name="T2" fmla="*/ 0 w 57"/>
                    <a:gd name="T3" fmla="*/ 0 h 113"/>
                    <a:gd name="T4" fmla="*/ 0 w 57"/>
                    <a:gd name="T5" fmla="*/ 0 h 113"/>
                    <a:gd name="T6" fmla="*/ 0 w 57"/>
                    <a:gd name="T7" fmla="*/ 0 h 113"/>
                    <a:gd name="T8" fmla="*/ 0 w 57"/>
                    <a:gd name="T9" fmla="*/ 0 h 113"/>
                    <a:gd name="T10" fmla="*/ 0 w 57"/>
                    <a:gd name="T11" fmla="*/ 0 h 113"/>
                    <a:gd name="T12" fmla="*/ 0 w 57"/>
                    <a:gd name="T13" fmla="*/ 0 h 113"/>
                    <a:gd name="T14" fmla="*/ 0 w 57"/>
                    <a:gd name="T15" fmla="*/ 0 h 113"/>
                    <a:gd name="T16" fmla="*/ 0 w 57"/>
                    <a:gd name="T17" fmla="*/ 0 h 113"/>
                    <a:gd name="T18" fmla="*/ 0 w 57"/>
                    <a:gd name="T19" fmla="*/ 0 h 113"/>
                    <a:gd name="T20" fmla="*/ 0 w 57"/>
                    <a:gd name="T21" fmla="*/ 0 h 113"/>
                    <a:gd name="T22" fmla="*/ 0 w 57"/>
                    <a:gd name="T23" fmla="*/ 0 h 113"/>
                    <a:gd name="T24" fmla="*/ 0 w 57"/>
                    <a:gd name="T25" fmla="*/ 0 h 113"/>
                    <a:gd name="T26" fmla="*/ 0 w 57"/>
                    <a:gd name="T27" fmla="*/ 0 h 113"/>
                    <a:gd name="T28" fmla="*/ 0 w 57"/>
                    <a:gd name="T29" fmla="*/ 0 h 113"/>
                    <a:gd name="T30" fmla="*/ 0 w 57"/>
                    <a:gd name="T31" fmla="*/ 0 h 113"/>
                    <a:gd name="T32" fmla="*/ 0 w 57"/>
                    <a:gd name="T33" fmla="*/ 0 h 113"/>
                    <a:gd name="T34" fmla="*/ 0 60000 65536"/>
                    <a:gd name="T35" fmla="*/ 0 60000 65536"/>
                    <a:gd name="T36" fmla="*/ 0 60000 65536"/>
                    <a:gd name="T37" fmla="*/ 0 60000 65536"/>
                    <a:gd name="T38" fmla="*/ 0 60000 65536"/>
                    <a:gd name="T39" fmla="*/ 0 60000 65536"/>
                    <a:gd name="T40" fmla="*/ 0 60000 65536"/>
                    <a:gd name="T41" fmla="*/ 0 60000 65536"/>
                    <a:gd name="T42" fmla="*/ 0 60000 65536"/>
                    <a:gd name="T43" fmla="*/ 0 60000 65536"/>
                    <a:gd name="T44" fmla="*/ 0 60000 65536"/>
                    <a:gd name="T45" fmla="*/ 0 60000 65536"/>
                    <a:gd name="T46" fmla="*/ 0 60000 65536"/>
                    <a:gd name="T47" fmla="*/ 0 60000 65536"/>
                    <a:gd name="T48" fmla="*/ 0 60000 65536"/>
                    <a:gd name="T49" fmla="*/ 0 60000 65536"/>
                    <a:gd name="T50" fmla="*/ 0 60000 65536"/>
                    <a:gd name="T51" fmla="*/ 0 w 57"/>
                    <a:gd name="T52" fmla="*/ 0 h 113"/>
                    <a:gd name="T53" fmla="*/ 57 w 57"/>
                    <a:gd name="T54" fmla="*/ 113 h 113"/>
                  </a:gdLst>
                  <a:ahLst/>
                  <a:cxnLst>
                    <a:cxn ang="T34">
                      <a:pos x="T0" y="T1"/>
                    </a:cxn>
                    <a:cxn ang="T35">
                      <a:pos x="T2" y="T3"/>
                    </a:cxn>
                    <a:cxn ang="T36">
                      <a:pos x="T4" y="T5"/>
                    </a:cxn>
                    <a:cxn ang="T37">
                      <a:pos x="T6" y="T7"/>
                    </a:cxn>
                    <a:cxn ang="T38">
                      <a:pos x="T8" y="T9"/>
                    </a:cxn>
                    <a:cxn ang="T39">
                      <a:pos x="T10" y="T11"/>
                    </a:cxn>
                    <a:cxn ang="T40">
                      <a:pos x="T12" y="T13"/>
                    </a:cxn>
                    <a:cxn ang="T41">
                      <a:pos x="T14" y="T15"/>
                    </a:cxn>
                    <a:cxn ang="T42">
                      <a:pos x="T16" y="T17"/>
                    </a:cxn>
                    <a:cxn ang="T43">
                      <a:pos x="T18" y="T19"/>
                    </a:cxn>
                    <a:cxn ang="T44">
                      <a:pos x="T20" y="T21"/>
                    </a:cxn>
                    <a:cxn ang="T45">
                      <a:pos x="T22" y="T23"/>
                    </a:cxn>
                    <a:cxn ang="T46">
                      <a:pos x="T24" y="T25"/>
                    </a:cxn>
                    <a:cxn ang="T47">
                      <a:pos x="T26" y="T27"/>
                    </a:cxn>
                    <a:cxn ang="T48">
                      <a:pos x="T28" y="T29"/>
                    </a:cxn>
                    <a:cxn ang="T49">
                      <a:pos x="T30" y="T31"/>
                    </a:cxn>
                    <a:cxn ang="T50">
                      <a:pos x="T32" y="T33"/>
                    </a:cxn>
                  </a:cxnLst>
                  <a:rect l="T51" t="T52" r="T53" b="T54"/>
                  <a:pathLst>
                    <a:path w="57" h="113">
                      <a:moveTo>
                        <a:pt x="0" y="57"/>
                      </a:moveTo>
                      <a:lnTo>
                        <a:pt x="0" y="0"/>
                      </a:lnTo>
                      <a:lnTo>
                        <a:pt x="12" y="2"/>
                      </a:lnTo>
                      <a:lnTo>
                        <a:pt x="24" y="7"/>
                      </a:lnTo>
                      <a:lnTo>
                        <a:pt x="34" y="13"/>
                      </a:lnTo>
                      <a:lnTo>
                        <a:pt x="43" y="22"/>
                      </a:lnTo>
                      <a:lnTo>
                        <a:pt x="50" y="32"/>
                      </a:lnTo>
                      <a:lnTo>
                        <a:pt x="55" y="45"/>
                      </a:lnTo>
                      <a:lnTo>
                        <a:pt x="57" y="57"/>
                      </a:lnTo>
                      <a:lnTo>
                        <a:pt x="55" y="70"/>
                      </a:lnTo>
                      <a:lnTo>
                        <a:pt x="50" y="82"/>
                      </a:lnTo>
                      <a:lnTo>
                        <a:pt x="43" y="92"/>
                      </a:lnTo>
                      <a:lnTo>
                        <a:pt x="34" y="101"/>
                      </a:lnTo>
                      <a:lnTo>
                        <a:pt x="24" y="108"/>
                      </a:lnTo>
                      <a:lnTo>
                        <a:pt x="12" y="112"/>
                      </a:lnTo>
                      <a:lnTo>
                        <a:pt x="0" y="113"/>
                      </a:lnTo>
                      <a:lnTo>
                        <a:pt x="0" y="57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algn="l" defTabSz="1828800" hangingPunct="1"/>
                  <a:endParaRPr lang="zh-CN" altLang="en-US" sz="3600" b="0" kern="1200">
                    <a:solidFill>
                      <a:prstClr val="black"/>
                    </a:solidFill>
                    <a:latin typeface="等线" panose="020F0502020204030204"/>
                    <a:ea typeface="等线" panose="02010600030101010101" pitchFamily="2" charset="-122"/>
                    <a:cs typeface="+mn-cs"/>
                  </a:endParaRPr>
                </a:p>
              </p:txBody>
            </p:sp>
            <p:sp>
              <p:nvSpPr>
                <p:cNvPr id="1295" name="Freeform 582">
                  <a:extLst>
                    <a:ext uri="{FF2B5EF4-FFF2-40B4-BE49-F238E27FC236}">
                      <a16:creationId xmlns:a16="http://schemas.microsoft.com/office/drawing/2014/main" id="{7387ED55-49DA-0025-1CC5-ED17FBC1C148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412" y="3507"/>
                  <a:ext cx="8" cy="16"/>
                </a:xfrm>
                <a:custGeom>
                  <a:avLst/>
                  <a:gdLst>
                    <a:gd name="T0" fmla="*/ 0 w 57"/>
                    <a:gd name="T1" fmla="*/ 0 h 113"/>
                    <a:gd name="T2" fmla="*/ 0 w 57"/>
                    <a:gd name="T3" fmla="*/ 0 h 113"/>
                    <a:gd name="T4" fmla="*/ 0 w 57"/>
                    <a:gd name="T5" fmla="*/ 0 h 113"/>
                    <a:gd name="T6" fmla="*/ 0 w 57"/>
                    <a:gd name="T7" fmla="*/ 0 h 113"/>
                    <a:gd name="T8" fmla="*/ 0 w 57"/>
                    <a:gd name="T9" fmla="*/ 0 h 113"/>
                    <a:gd name="T10" fmla="*/ 0 w 57"/>
                    <a:gd name="T11" fmla="*/ 0 h 113"/>
                    <a:gd name="T12" fmla="*/ 0 w 57"/>
                    <a:gd name="T13" fmla="*/ 0 h 113"/>
                    <a:gd name="T14" fmla="*/ 0 w 57"/>
                    <a:gd name="T15" fmla="*/ 0 h 113"/>
                    <a:gd name="T16" fmla="*/ 0 w 57"/>
                    <a:gd name="T17" fmla="*/ 0 h 113"/>
                    <a:gd name="T18" fmla="*/ 0 w 57"/>
                    <a:gd name="T19" fmla="*/ 0 h 113"/>
                    <a:gd name="T20" fmla="*/ 0 w 57"/>
                    <a:gd name="T21" fmla="*/ 0 h 113"/>
                    <a:gd name="T22" fmla="*/ 0 w 57"/>
                    <a:gd name="T23" fmla="*/ 0 h 113"/>
                    <a:gd name="T24" fmla="*/ 0 w 57"/>
                    <a:gd name="T25" fmla="*/ 0 h 113"/>
                    <a:gd name="T26" fmla="*/ 0 w 57"/>
                    <a:gd name="T27" fmla="*/ 0 h 113"/>
                    <a:gd name="T28" fmla="*/ 0 w 57"/>
                    <a:gd name="T29" fmla="*/ 0 h 113"/>
                    <a:gd name="T30" fmla="*/ 0 60000 65536"/>
                    <a:gd name="T31" fmla="*/ 0 60000 65536"/>
                    <a:gd name="T32" fmla="*/ 0 60000 65536"/>
                    <a:gd name="T33" fmla="*/ 0 60000 65536"/>
                    <a:gd name="T34" fmla="*/ 0 60000 65536"/>
                    <a:gd name="T35" fmla="*/ 0 60000 65536"/>
                    <a:gd name="T36" fmla="*/ 0 60000 65536"/>
                    <a:gd name="T37" fmla="*/ 0 60000 65536"/>
                    <a:gd name="T38" fmla="*/ 0 60000 65536"/>
                    <a:gd name="T39" fmla="*/ 0 60000 65536"/>
                    <a:gd name="T40" fmla="*/ 0 60000 65536"/>
                    <a:gd name="T41" fmla="*/ 0 60000 65536"/>
                    <a:gd name="T42" fmla="*/ 0 60000 65536"/>
                    <a:gd name="T43" fmla="*/ 0 60000 65536"/>
                    <a:gd name="T44" fmla="*/ 0 60000 65536"/>
                    <a:gd name="T45" fmla="*/ 0 w 57"/>
                    <a:gd name="T46" fmla="*/ 0 h 113"/>
                    <a:gd name="T47" fmla="*/ 57 w 57"/>
                    <a:gd name="T48" fmla="*/ 113 h 113"/>
                  </a:gdLst>
                  <a:ahLst/>
                  <a:cxnLst>
                    <a:cxn ang="T30">
                      <a:pos x="T0" y="T1"/>
                    </a:cxn>
                    <a:cxn ang="T31">
                      <a:pos x="T2" y="T3"/>
                    </a:cxn>
                    <a:cxn ang="T32">
                      <a:pos x="T4" y="T5"/>
                    </a:cxn>
                    <a:cxn ang="T33">
                      <a:pos x="T6" y="T7"/>
                    </a:cxn>
                    <a:cxn ang="T34">
                      <a:pos x="T8" y="T9"/>
                    </a:cxn>
                    <a:cxn ang="T35">
                      <a:pos x="T10" y="T11"/>
                    </a:cxn>
                    <a:cxn ang="T36">
                      <a:pos x="T12" y="T13"/>
                    </a:cxn>
                    <a:cxn ang="T37">
                      <a:pos x="T14" y="T15"/>
                    </a:cxn>
                    <a:cxn ang="T38">
                      <a:pos x="T16" y="T17"/>
                    </a:cxn>
                    <a:cxn ang="T39">
                      <a:pos x="T18" y="T19"/>
                    </a:cxn>
                    <a:cxn ang="T40">
                      <a:pos x="T20" y="T21"/>
                    </a:cxn>
                    <a:cxn ang="T41">
                      <a:pos x="T22" y="T23"/>
                    </a:cxn>
                    <a:cxn ang="T42">
                      <a:pos x="T24" y="T25"/>
                    </a:cxn>
                    <a:cxn ang="T43">
                      <a:pos x="T26" y="T27"/>
                    </a:cxn>
                    <a:cxn ang="T44">
                      <a:pos x="T28" y="T29"/>
                    </a:cxn>
                  </a:cxnLst>
                  <a:rect l="T45" t="T46" r="T47" b="T48"/>
                  <a:pathLst>
                    <a:path w="57" h="113">
                      <a:moveTo>
                        <a:pt x="0" y="0"/>
                      </a:moveTo>
                      <a:lnTo>
                        <a:pt x="12" y="2"/>
                      </a:lnTo>
                      <a:lnTo>
                        <a:pt x="24" y="7"/>
                      </a:lnTo>
                      <a:lnTo>
                        <a:pt x="34" y="13"/>
                      </a:lnTo>
                      <a:lnTo>
                        <a:pt x="43" y="22"/>
                      </a:lnTo>
                      <a:lnTo>
                        <a:pt x="50" y="32"/>
                      </a:lnTo>
                      <a:lnTo>
                        <a:pt x="55" y="45"/>
                      </a:lnTo>
                      <a:lnTo>
                        <a:pt x="57" y="57"/>
                      </a:lnTo>
                      <a:lnTo>
                        <a:pt x="55" y="70"/>
                      </a:lnTo>
                      <a:lnTo>
                        <a:pt x="50" y="82"/>
                      </a:lnTo>
                      <a:lnTo>
                        <a:pt x="43" y="92"/>
                      </a:lnTo>
                      <a:lnTo>
                        <a:pt x="34" y="101"/>
                      </a:lnTo>
                      <a:lnTo>
                        <a:pt x="24" y="108"/>
                      </a:lnTo>
                      <a:lnTo>
                        <a:pt x="12" y="112"/>
                      </a:lnTo>
                      <a:lnTo>
                        <a:pt x="0" y="113"/>
                      </a:lnTo>
                    </a:path>
                  </a:pathLst>
                </a:custGeom>
                <a:noFill/>
                <a:ln w="0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pPr algn="l" defTabSz="1828800" hangingPunct="1"/>
                  <a:endParaRPr lang="zh-CN" altLang="en-US" sz="3600" b="0" kern="1200">
                    <a:solidFill>
                      <a:prstClr val="black"/>
                    </a:solidFill>
                    <a:latin typeface="等线" panose="020F0502020204030204"/>
                    <a:ea typeface="等线" panose="02010600030101010101" pitchFamily="2" charset="-122"/>
                    <a:cs typeface="+mn-cs"/>
                  </a:endParaRPr>
                </a:p>
              </p:txBody>
            </p:sp>
            <p:sp>
              <p:nvSpPr>
                <p:cNvPr id="1296" name="Freeform 583">
                  <a:extLst>
                    <a:ext uri="{FF2B5EF4-FFF2-40B4-BE49-F238E27FC236}">
                      <a16:creationId xmlns:a16="http://schemas.microsoft.com/office/drawing/2014/main" id="{EEC59264-BB21-7193-BAC0-B3D260A37EA9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4872" y="3033"/>
                  <a:ext cx="8" cy="16"/>
                </a:xfrm>
                <a:custGeom>
                  <a:avLst/>
                  <a:gdLst>
                    <a:gd name="T0" fmla="*/ 0 w 57"/>
                    <a:gd name="T1" fmla="*/ 0 h 113"/>
                    <a:gd name="T2" fmla="*/ 0 w 57"/>
                    <a:gd name="T3" fmla="*/ 0 h 113"/>
                    <a:gd name="T4" fmla="*/ 0 w 57"/>
                    <a:gd name="T5" fmla="*/ 0 h 113"/>
                    <a:gd name="T6" fmla="*/ 0 w 57"/>
                    <a:gd name="T7" fmla="*/ 0 h 113"/>
                    <a:gd name="T8" fmla="*/ 0 w 57"/>
                    <a:gd name="T9" fmla="*/ 0 h 113"/>
                    <a:gd name="T10" fmla="*/ 0 w 57"/>
                    <a:gd name="T11" fmla="*/ 0 h 113"/>
                    <a:gd name="T12" fmla="*/ 0 w 57"/>
                    <a:gd name="T13" fmla="*/ 0 h 113"/>
                    <a:gd name="T14" fmla="*/ 0 w 57"/>
                    <a:gd name="T15" fmla="*/ 0 h 113"/>
                    <a:gd name="T16" fmla="*/ 0 w 57"/>
                    <a:gd name="T17" fmla="*/ 0 h 113"/>
                    <a:gd name="T18" fmla="*/ 0 w 57"/>
                    <a:gd name="T19" fmla="*/ 0 h 113"/>
                    <a:gd name="T20" fmla="*/ 0 w 57"/>
                    <a:gd name="T21" fmla="*/ 0 h 113"/>
                    <a:gd name="T22" fmla="*/ 0 w 57"/>
                    <a:gd name="T23" fmla="*/ 0 h 113"/>
                    <a:gd name="T24" fmla="*/ 0 w 57"/>
                    <a:gd name="T25" fmla="*/ 0 h 113"/>
                    <a:gd name="T26" fmla="*/ 0 w 57"/>
                    <a:gd name="T27" fmla="*/ 0 h 113"/>
                    <a:gd name="T28" fmla="*/ 0 w 57"/>
                    <a:gd name="T29" fmla="*/ 0 h 113"/>
                    <a:gd name="T30" fmla="*/ 0 w 57"/>
                    <a:gd name="T31" fmla="*/ 0 h 113"/>
                    <a:gd name="T32" fmla="*/ 0 w 57"/>
                    <a:gd name="T33" fmla="*/ 0 h 113"/>
                    <a:gd name="T34" fmla="*/ 0 60000 65536"/>
                    <a:gd name="T35" fmla="*/ 0 60000 65536"/>
                    <a:gd name="T36" fmla="*/ 0 60000 65536"/>
                    <a:gd name="T37" fmla="*/ 0 60000 65536"/>
                    <a:gd name="T38" fmla="*/ 0 60000 65536"/>
                    <a:gd name="T39" fmla="*/ 0 60000 65536"/>
                    <a:gd name="T40" fmla="*/ 0 60000 65536"/>
                    <a:gd name="T41" fmla="*/ 0 60000 65536"/>
                    <a:gd name="T42" fmla="*/ 0 60000 65536"/>
                    <a:gd name="T43" fmla="*/ 0 60000 65536"/>
                    <a:gd name="T44" fmla="*/ 0 60000 65536"/>
                    <a:gd name="T45" fmla="*/ 0 60000 65536"/>
                    <a:gd name="T46" fmla="*/ 0 60000 65536"/>
                    <a:gd name="T47" fmla="*/ 0 60000 65536"/>
                    <a:gd name="T48" fmla="*/ 0 60000 65536"/>
                    <a:gd name="T49" fmla="*/ 0 60000 65536"/>
                    <a:gd name="T50" fmla="*/ 0 60000 65536"/>
                    <a:gd name="T51" fmla="*/ 0 w 57"/>
                    <a:gd name="T52" fmla="*/ 0 h 113"/>
                    <a:gd name="T53" fmla="*/ 57 w 57"/>
                    <a:gd name="T54" fmla="*/ 113 h 113"/>
                  </a:gdLst>
                  <a:ahLst/>
                  <a:cxnLst>
                    <a:cxn ang="T34">
                      <a:pos x="T0" y="T1"/>
                    </a:cxn>
                    <a:cxn ang="T35">
                      <a:pos x="T2" y="T3"/>
                    </a:cxn>
                    <a:cxn ang="T36">
                      <a:pos x="T4" y="T5"/>
                    </a:cxn>
                    <a:cxn ang="T37">
                      <a:pos x="T6" y="T7"/>
                    </a:cxn>
                    <a:cxn ang="T38">
                      <a:pos x="T8" y="T9"/>
                    </a:cxn>
                    <a:cxn ang="T39">
                      <a:pos x="T10" y="T11"/>
                    </a:cxn>
                    <a:cxn ang="T40">
                      <a:pos x="T12" y="T13"/>
                    </a:cxn>
                    <a:cxn ang="T41">
                      <a:pos x="T14" y="T15"/>
                    </a:cxn>
                    <a:cxn ang="T42">
                      <a:pos x="T16" y="T17"/>
                    </a:cxn>
                    <a:cxn ang="T43">
                      <a:pos x="T18" y="T19"/>
                    </a:cxn>
                    <a:cxn ang="T44">
                      <a:pos x="T20" y="T21"/>
                    </a:cxn>
                    <a:cxn ang="T45">
                      <a:pos x="T22" y="T23"/>
                    </a:cxn>
                    <a:cxn ang="T46">
                      <a:pos x="T24" y="T25"/>
                    </a:cxn>
                    <a:cxn ang="T47">
                      <a:pos x="T26" y="T27"/>
                    </a:cxn>
                    <a:cxn ang="T48">
                      <a:pos x="T28" y="T29"/>
                    </a:cxn>
                    <a:cxn ang="T49">
                      <a:pos x="T30" y="T31"/>
                    </a:cxn>
                    <a:cxn ang="T50">
                      <a:pos x="T32" y="T33"/>
                    </a:cxn>
                  </a:cxnLst>
                  <a:rect l="T51" t="T52" r="T53" b="T54"/>
                  <a:pathLst>
                    <a:path w="57" h="113">
                      <a:moveTo>
                        <a:pt x="0" y="57"/>
                      </a:moveTo>
                      <a:lnTo>
                        <a:pt x="0" y="0"/>
                      </a:lnTo>
                      <a:lnTo>
                        <a:pt x="12" y="2"/>
                      </a:lnTo>
                      <a:lnTo>
                        <a:pt x="25" y="6"/>
                      </a:lnTo>
                      <a:lnTo>
                        <a:pt x="35" y="13"/>
                      </a:lnTo>
                      <a:lnTo>
                        <a:pt x="44" y="22"/>
                      </a:lnTo>
                      <a:lnTo>
                        <a:pt x="51" y="32"/>
                      </a:lnTo>
                      <a:lnTo>
                        <a:pt x="55" y="44"/>
                      </a:lnTo>
                      <a:lnTo>
                        <a:pt x="57" y="57"/>
                      </a:lnTo>
                      <a:lnTo>
                        <a:pt x="55" y="69"/>
                      </a:lnTo>
                      <a:lnTo>
                        <a:pt x="51" y="81"/>
                      </a:lnTo>
                      <a:lnTo>
                        <a:pt x="44" y="92"/>
                      </a:lnTo>
                      <a:lnTo>
                        <a:pt x="35" y="101"/>
                      </a:lnTo>
                      <a:lnTo>
                        <a:pt x="25" y="107"/>
                      </a:lnTo>
                      <a:lnTo>
                        <a:pt x="12" y="112"/>
                      </a:lnTo>
                      <a:lnTo>
                        <a:pt x="0" y="113"/>
                      </a:lnTo>
                      <a:lnTo>
                        <a:pt x="0" y="57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algn="l" defTabSz="1828800" hangingPunct="1"/>
                  <a:endParaRPr lang="zh-CN" altLang="en-US" sz="3600" b="0" kern="1200">
                    <a:solidFill>
                      <a:prstClr val="black"/>
                    </a:solidFill>
                    <a:latin typeface="等线" panose="020F0502020204030204"/>
                    <a:ea typeface="等线" panose="02010600030101010101" pitchFamily="2" charset="-122"/>
                    <a:cs typeface="+mn-cs"/>
                  </a:endParaRPr>
                </a:p>
              </p:txBody>
            </p:sp>
            <p:sp>
              <p:nvSpPr>
                <p:cNvPr id="1297" name="Freeform 584">
                  <a:extLst>
                    <a:ext uri="{FF2B5EF4-FFF2-40B4-BE49-F238E27FC236}">
                      <a16:creationId xmlns:a16="http://schemas.microsoft.com/office/drawing/2014/main" id="{975BB89B-23E1-33EE-88D9-F80C7121704B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4872" y="3033"/>
                  <a:ext cx="8" cy="16"/>
                </a:xfrm>
                <a:custGeom>
                  <a:avLst/>
                  <a:gdLst>
                    <a:gd name="T0" fmla="*/ 0 w 57"/>
                    <a:gd name="T1" fmla="*/ 0 h 113"/>
                    <a:gd name="T2" fmla="*/ 0 w 57"/>
                    <a:gd name="T3" fmla="*/ 0 h 113"/>
                    <a:gd name="T4" fmla="*/ 0 w 57"/>
                    <a:gd name="T5" fmla="*/ 0 h 113"/>
                    <a:gd name="T6" fmla="*/ 0 w 57"/>
                    <a:gd name="T7" fmla="*/ 0 h 113"/>
                    <a:gd name="T8" fmla="*/ 0 w 57"/>
                    <a:gd name="T9" fmla="*/ 0 h 113"/>
                    <a:gd name="T10" fmla="*/ 0 w 57"/>
                    <a:gd name="T11" fmla="*/ 0 h 113"/>
                    <a:gd name="T12" fmla="*/ 0 w 57"/>
                    <a:gd name="T13" fmla="*/ 0 h 113"/>
                    <a:gd name="T14" fmla="*/ 0 w 57"/>
                    <a:gd name="T15" fmla="*/ 0 h 113"/>
                    <a:gd name="T16" fmla="*/ 0 w 57"/>
                    <a:gd name="T17" fmla="*/ 0 h 113"/>
                    <a:gd name="T18" fmla="*/ 0 w 57"/>
                    <a:gd name="T19" fmla="*/ 0 h 113"/>
                    <a:gd name="T20" fmla="*/ 0 w 57"/>
                    <a:gd name="T21" fmla="*/ 0 h 113"/>
                    <a:gd name="T22" fmla="*/ 0 w 57"/>
                    <a:gd name="T23" fmla="*/ 0 h 113"/>
                    <a:gd name="T24" fmla="*/ 0 w 57"/>
                    <a:gd name="T25" fmla="*/ 0 h 113"/>
                    <a:gd name="T26" fmla="*/ 0 w 57"/>
                    <a:gd name="T27" fmla="*/ 0 h 113"/>
                    <a:gd name="T28" fmla="*/ 0 w 57"/>
                    <a:gd name="T29" fmla="*/ 0 h 113"/>
                    <a:gd name="T30" fmla="*/ 0 60000 65536"/>
                    <a:gd name="T31" fmla="*/ 0 60000 65536"/>
                    <a:gd name="T32" fmla="*/ 0 60000 65536"/>
                    <a:gd name="T33" fmla="*/ 0 60000 65536"/>
                    <a:gd name="T34" fmla="*/ 0 60000 65536"/>
                    <a:gd name="T35" fmla="*/ 0 60000 65536"/>
                    <a:gd name="T36" fmla="*/ 0 60000 65536"/>
                    <a:gd name="T37" fmla="*/ 0 60000 65536"/>
                    <a:gd name="T38" fmla="*/ 0 60000 65536"/>
                    <a:gd name="T39" fmla="*/ 0 60000 65536"/>
                    <a:gd name="T40" fmla="*/ 0 60000 65536"/>
                    <a:gd name="T41" fmla="*/ 0 60000 65536"/>
                    <a:gd name="T42" fmla="*/ 0 60000 65536"/>
                    <a:gd name="T43" fmla="*/ 0 60000 65536"/>
                    <a:gd name="T44" fmla="*/ 0 60000 65536"/>
                    <a:gd name="T45" fmla="*/ 0 w 57"/>
                    <a:gd name="T46" fmla="*/ 0 h 113"/>
                    <a:gd name="T47" fmla="*/ 57 w 57"/>
                    <a:gd name="T48" fmla="*/ 113 h 113"/>
                  </a:gdLst>
                  <a:ahLst/>
                  <a:cxnLst>
                    <a:cxn ang="T30">
                      <a:pos x="T0" y="T1"/>
                    </a:cxn>
                    <a:cxn ang="T31">
                      <a:pos x="T2" y="T3"/>
                    </a:cxn>
                    <a:cxn ang="T32">
                      <a:pos x="T4" y="T5"/>
                    </a:cxn>
                    <a:cxn ang="T33">
                      <a:pos x="T6" y="T7"/>
                    </a:cxn>
                    <a:cxn ang="T34">
                      <a:pos x="T8" y="T9"/>
                    </a:cxn>
                    <a:cxn ang="T35">
                      <a:pos x="T10" y="T11"/>
                    </a:cxn>
                    <a:cxn ang="T36">
                      <a:pos x="T12" y="T13"/>
                    </a:cxn>
                    <a:cxn ang="T37">
                      <a:pos x="T14" y="T15"/>
                    </a:cxn>
                    <a:cxn ang="T38">
                      <a:pos x="T16" y="T17"/>
                    </a:cxn>
                    <a:cxn ang="T39">
                      <a:pos x="T18" y="T19"/>
                    </a:cxn>
                    <a:cxn ang="T40">
                      <a:pos x="T20" y="T21"/>
                    </a:cxn>
                    <a:cxn ang="T41">
                      <a:pos x="T22" y="T23"/>
                    </a:cxn>
                    <a:cxn ang="T42">
                      <a:pos x="T24" y="T25"/>
                    </a:cxn>
                    <a:cxn ang="T43">
                      <a:pos x="T26" y="T27"/>
                    </a:cxn>
                    <a:cxn ang="T44">
                      <a:pos x="T28" y="T29"/>
                    </a:cxn>
                  </a:cxnLst>
                  <a:rect l="T45" t="T46" r="T47" b="T48"/>
                  <a:pathLst>
                    <a:path w="57" h="113">
                      <a:moveTo>
                        <a:pt x="0" y="0"/>
                      </a:moveTo>
                      <a:lnTo>
                        <a:pt x="12" y="2"/>
                      </a:lnTo>
                      <a:lnTo>
                        <a:pt x="25" y="6"/>
                      </a:lnTo>
                      <a:lnTo>
                        <a:pt x="35" y="13"/>
                      </a:lnTo>
                      <a:lnTo>
                        <a:pt x="44" y="22"/>
                      </a:lnTo>
                      <a:lnTo>
                        <a:pt x="51" y="32"/>
                      </a:lnTo>
                      <a:lnTo>
                        <a:pt x="55" y="44"/>
                      </a:lnTo>
                      <a:lnTo>
                        <a:pt x="57" y="57"/>
                      </a:lnTo>
                      <a:lnTo>
                        <a:pt x="55" y="69"/>
                      </a:lnTo>
                      <a:lnTo>
                        <a:pt x="51" y="81"/>
                      </a:lnTo>
                      <a:lnTo>
                        <a:pt x="44" y="92"/>
                      </a:lnTo>
                      <a:lnTo>
                        <a:pt x="35" y="101"/>
                      </a:lnTo>
                      <a:lnTo>
                        <a:pt x="25" y="107"/>
                      </a:lnTo>
                      <a:lnTo>
                        <a:pt x="12" y="112"/>
                      </a:lnTo>
                      <a:lnTo>
                        <a:pt x="0" y="113"/>
                      </a:lnTo>
                    </a:path>
                  </a:pathLst>
                </a:custGeom>
                <a:noFill/>
                <a:ln w="0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pPr algn="l" defTabSz="1828800" hangingPunct="1"/>
                  <a:endParaRPr lang="zh-CN" altLang="en-US" sz="3600" b="0" kern="1200">
                    <a:solidFill>
                      <a:prstClr val="black"/>
                    </a:solidFill>
                    <a:latin typeface="等线" panose="020F0502020204030204"/>
                    <a:ea typeface="等线" panose="02010600030101010101" pitchFamily="2" charset="-122"/>
                    <a:cs typeface="+mn-cs"/>
                  </a:endParaRPr>
                </a:p>
              </p:txBody>
            </p:sp>
            <p:sp>
              <p:nvSpPr>
                <p:cNvPr id="1298" name="Freeform 585">
                  <a:extLst>
                    <a:ext uri="{FF2B5EF4-FFF2-40B4-BE49-F238E27FC236}">
                      <a16:creationId xmlns:a16="http://schemas.microsoft.com/office/drawing/2014/main" id="{C0B18DAF-B690-A25B-F346-3AA9C089831F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4644" y="3033"/>
                  <a:ext cx="228" cy="16"/>
                </a:xfrm>
                <a:custGeom>
                  <a:avLst/>
                  <a:gdLst>
                    <a:gd name="T0" fmla="*/ 0 w 1592"/>
                    <a:gd name="T1" fmla="*/ 0 h 113"/>
                    <a:gd name="T2" fmla="*/ 0 w 1592"/>
                    <a:gd name="T3" fmla="*/ 0 h 113"/>
                    <a:gd name="T4" fmla="*/ 0 w 1592"/>
                    <a:gd name="T5" fmla="*/ 0 h 113"/>
                    <a:gd name="T6" fmla="*/ 0 w 1592"/>
                    <a:gd name="T7" fmla="*/ 0 h 113"/>
                    <a:gd name="T8" fmla="*/ 0 w 1592"/>
                    <a:gd name="T9" fmla="*/ 0 h 113"/>
                    <a:gd name="T10" fmla="*/ 0 w 1592"/>
                    <a:gd name="T11" fmla="*/ 0 h 113"/>
                    <a:gd name="T12" fmla="*/ 0 w 1592"/>
                    <a:gd name="T13" fmla="*/ 0 h 113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1592"/>
                    <a:gd name="T22" fmla="*/ 0 h 113"/>
                    <a:gd name="T23" fmla="*/ 1592 w 1592"/>
                    <a:gd name="T24" fmla="*/ 113 h 113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1592" h="113">
                      <a:moveTo>
                        <a:pt x="1592" y="113"/>
                      </a:moveTo>
                      <a:lnTo>
                        <a:pt x="1592" y="57"/>
                      </a:lnTo>
                      <a:lnTo>
                        <a:pt x="1592" y="0"/>
                      </a:lnTo>
                      <a:lnTo>
                        <a:pt x="0" y="0"/>
                      </a:lnTo>
                      <a:lnTo>
                        <a:pt x="0" y="57"/>
                      </a:lnTo>
                      <a:lnTo>
                        <a:pt x="0" y="113"/>
                      </a:lnTo>
                      <a:lnTo>
                        <a:pt x="1592" y="113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algn="l" defTabSz="1828800" hangingPunct="1"/>
                  <a:endParaRPr lang="zh-CN" altLang="en-US" sz="3600" b="0" kern="1200">
                    <a:solidFill>
                      <a:prstClr val="black"/>
                    </a:solidFill>
                    <a:latin typeface="等线" panose="020F0502020204030204"/>
                    <a:ea typeface="等线" panose="02010600030101010101" pitchFamily="2" charset="-122"/>
                    <a:cs typeface="+mn-cs"/>
                  </a:endParaRPr>
                </a:p>
              </p:txBody>
            </p:sp>
            <p:sp>
              <p:nvSpPr>
                <p:cNvPr id="1299" name="Freeform 586">
                  <a:extLst>
                    <a:ext uri="{FF2B5EF4-FFF2-40B4-BE49-F238E27FC236}">
                      <a16:creationId xmlns:a16="http://schemas.microsoft.com/office/drawing/2014/main" id="{A4D8D5A4-57F3-6E09-F6E1-71756692D215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4644" y="3033"/>
                  <a:ext cx="228" cy="16"/>
                </a:xfrm>
                <a:custGeom>
                  <a:avLst/>
                  <a:gdLst>
                    <a:gd name="T0" fmla="*/ 0 w 1592"/>
                    <a:gd name="T1" fmla="*/ 0 h 113"/>
                    <a:gd name="T2" fmla="*/ 0 w 1592"/>
                    <a:gd name="T3" fmla="*/ 0 h 113"/>
                    <a:gd name="T4" fmla="*/ 0 w 1592"/>
                    <a:gd name="T5" fmla="*/ 0 h 113"/>
                    <a:gd name="T6" fmla="*/ 0 w 1592"/>
                    <a:gd name="T7" fmla="*/ 0 h 113"/>
                    <a:gd name="T8" fmla="*/ 0 w 1592"/>
                    <a:gd name="T9" fmla="*/ 0 h 113"/>
                    <a:gd name="T10" fmla="*/ 0 w 1592"/>
                    <a:gd name="T11" fmla="*/ 0 h 113"/>
                    <a:gd name="T12" fmla="*/ 0 w 1592"/>
                    <a:gd name="T13" fmla="*/ 0 h 113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1592"/>
                    <a:gd name="T22" fmla="*/ 0 h 113"/>
                    <a:gd name="T23" fmla="*/ 1592 w 1592"/>
                    <a:gd name="T24" fmla="*/ 113 h 113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1592" h="113">
                      <a:moveTo>
                        <a:pt x="1592" y="113"/>
                      </a:moveTo>
                      <a:lnTo>
                        <a:pt x="1592" y="57"/>
                      </a:lnTo>
                      <a:lnTo>
                        <a:pt x="1592" y="0"/>
                      </a:lnTo>
                      <a:lnTo>
                        <a:pt x="0" y="0"/>
                      </a:lnTo>
                      <a:lnTo>
                        <a:pt x="0" y="57"/>
                      </a:lnTo>
                      <a:lnTo>
                        <a:pt x="0" y="113"/>
                      </a:lnTo>
                      <a:lnTo>
                        <a:pt x="1592" y="113"/>
                      </a:lnTo>
                      <a:close/>
                    </a:path>
                  </a:pathLst>
                </a:custGeom>
                <a:noFill/>
                <a:ln w="0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pPr algn="l" defTabSz="1828800" hangingPunct="1"/>
                  <a:endParaRPr lang="zh-CN" altLang="en-US" sz="3600" b="0" kern="1200">
                    <a:solidFill>
                      <a:prstClr val="black"/>
                    </a:solidFill>
                    <a:latin typeface="等线" panose="020F0502020204030204"/>
                    <a:ea typeface="等线" panose="02010600030101010101" pitchFamily="2" charset="-122"/>
                    <a:cs typeface="+mn-cs"/>
                  </a:endParaRPr>
                </a:p>
              </p:txBody>
            </p:sp>
            <p:sp>
              <p:nvSpPr>
                <p:cNvPr id="1300" name="Freeform 587">
                  <a:extLst>
                    <a:ext uri="{FF2B5EF4-FFF2-40B4-BE49-F238E27FC236}">
                      <a16:creationId xmlns:a16="http://schemas.microsoft.com/office/drawing/2014/main" id="{A17355D7-FC42-D166-4716-AFBA97EAF8A8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4636" y="3033"/>
                  <a:ext cx="8" cy="16"/>
                </a:xfrm>
                <a:custGeom>
                  <a:avLst/>
                  <a:gdLst>
                    <a:gd name="T0" fmla="*/ 0 w 57"/>
                    <a:gd name="T1" fmla="*/ 0 h 113"/>
                    <a:gd name="T2" fmla="*/ 0 w 57"/>
                    <a:gd name="T3" fmla="*/ 0 h 113"/>
                    <a:gd name="T4" fmla="*/ 0 w 57"/>
                    <a:gd name="T5" fmla="*/ 0 h 113"/>
                    <a:gd name="T6" fmla="*/ 0 w 57"/>
                    <a:gd name="T7" fmla="*/ 0 h 113"/>
                    <a:gd name="T8" fmla="*/ 0 w 57"/>
                    <a:gd name="T9" fmla="*/ 0 h 113"/>
                    <a:gd name="T10" fmla="*/ 0 w 57"/>
                    <a:gd name="T11" fmla="*/ 0 h 113"/>
                    <a:gd name="T12" fmla="*/ 0 w 57"/>
                    <a:gd name="T13" fmla="*/ 0 h 113"/>
                    <a:gd name="T14" fmla="*/ 0 w 57"/>
                    <a:gd name="T15" fmla="*/ 0 h 113"/>
                    <a:gd name="T16" fmla="*/ 0 w 57"/>
                    <a:gd name="T17" fmla="*/ 0 h 113"/>
                    <a:gd name="T18" fmla="*/ 0 w 57"/>
                    <a:gd name="T19" fmla="*/ 0 h 113"/>
                    <a:gd name="T20" fmla="*/ 0 w 57"/>
                    <a:gd name="T21" fmla="*/ 0 h 113"/>
                    <a:gd name="T22" fmla="*/ 0 w 57"/>
                    <a:gd name="T23" fmla="*/ 0 h 113"/>
                    <a:gd name="T24" fmla="*/ 0 w 57"/>
                    <a:gd name="T25" fmla="*/ 0 h 113"/>
                    <a:gd name="T26" fmla="*/ 0 w 57"/>
                    <a:gd name="T27" fmla="*/ 0 h 113"/>
                    <a:gd name="T28" fmla="*/ 0 w 57"/>
                    <a:gd name="T29" fmla="*/ 0 h 113"/>
                    <a:gd name="T30" fmla="*/ 0 w 57"/>
                    <a:gd name="T31" fmla="*/ 0 h 113"/>
                    <a:gd name="T32" fmla="*/ 0 w 57"/>
                    <a:gd name="T33" fmla="*/ 0 h 113"/>
                    <a:gd name="T34" fmla="*/ 0 60000 65536"/>
                    <a:gd name="T35" fmla="*/ 0 60000 65536"/>
                    <a:gd name="T36" fmla="*/ 0 60000 65536"/>
                    <a:gd name="T37" fmla="*/ 0 60000 65536"/>
                    <a:gd name="T38" fmla="*/ 0 60000 65536"/>
                    <a:gd name="T39" fmla="*/ 0 60000 65536"/>
                    <a:gd name="T40" fmla="*/ 0 60000 65536"/>
                    <a:gd name="T41" fmla="*/ 0 60000 65536"/>
                    <a:gd name="T42" fmla="*/ 0 60000 65536"/>
                    <a:gd name="T43" fmla="*/ 0 60000 65536"/>
                    <a:gd name="T44" fmla="*/ 0 60000 65536"/>
                    <a:gd name="T45" fmla="*/ 0 60000 65536"/>
                    <a:gd name="T46" fmla="*/ 0 60000 65536"/>
                    <a:gd name="T47" fmla="*/ 0 60000 65536"/>
                    <a:gd name="T48" fmla="*/ 0 60000 65536"/>
                    <a:gd name="T49" fmla="*/ 0 60000 65536"/>
                    <a:gd name="T50" fmla="*/ 0 60000 65536"/>
                    <a:gd name="T51" fmla="*/ 0 w 57"/>
                    <a:gd name="T52" fmla="*/ 0 h 113"/>
                    <a:gd name="T53" fmla="*/ 57 w 57"/>
                    <a:gd name="T54" fmla="*/ 113 h 113"/>
                  </a:gdLst>
                  <a:ahLst/>
                  <a:cxnLst>
                    <a:cxn ang="T34">
                      <a:pos x="T0" y="T1"/>
                    </a:cxn>
                    <a:cxn ang="T35">
                      <a:pos x="T2" y="T3"/>
                    </a:cxn>
                    <a:cxn ang="T36">
                      <a:pos x="T4" y="T5"/>
                    </a:cxn>
                    <a:cxn ang="T37">
                      <a:pos x="T6" y="T7"/>
                    </a:cxn>
                    <a:cxn ang="T38">
                      <a:pos x="T8" y="T9"/>
                    </a:cxn>
                    <a:cxn ang="T39">
                      <a:pos x="T10" y="T11"/>
                    </a:cxn>
                    <a:cxn ang="T40">
                      <a:pos x="T12" y="T13"/>
                    </a:cxn>
                    <a:cxn ang="T41">
                      <a:pos x="T14" y="T15"/>
                    </a:cxn>
                    <a:cxn ang="T42">
                      <a:pos x="T16" y="T17"/>
                    </a:cxn>
                    <a:cxn ang="T43">
                      <a:pos x="T18" y="T19"/>
                    </a:cxn>
                    <a:cxn ang="T44">
                      <a:pos x="T20" y="T21"/>
                    </a:cxn>
                    <a:cxn ang="T45">
                      <a:pos x="T22" y="T23"/>
                    </a:cxn>
                    <a:cxn ang="T46">
                      <a:pos x="T24" y="T25"/>
                    </a:cxn>
                    <a:cxn ang="T47">
                      <a:pos x="T26" y="T27"/>
                    </a:cxn>
                    <a:cxn ang="T48">
                      <a:pos x="T28" y="T29"/>
                    </a:cxn>
                    <a:cxn ang="T49">
                      <a:pos x="T30" y="T31"/>
                    </a:cxn>
                    <a:cxn ang="T50">
                      <a:pos x="T32" y="T33"/>
                    </a:cxn>
                  </a:cxnLst>
                  <a:rect l="T51" t="T52" r="T53" b="T54"/>
                  <a:pathLst>
                    <a:path w="57" h="113">
                      <a:moveTo>
                        <a:pt x="57" y="57"/>
                      </a:moveTo>
                      <a:lnTo>
                        <a:pt x="57" y="113"/>
                      </a:lnTo>
                      <a:lnTo>
                        <a:pt x="44" y="112"/>
                      </a:lnTo>
                      <a:lnTo>
                        <a:pt x="32" y="107"/>
                      </a:lnTo>
                      <a:lnTo>
                        <a:pt x="22" y="101"/>
                      </a:lnTo>
                      <a:lnTo>
                        <a:pt x="13" y="92"/>
                      </a:lnTo>
                      <a:lnTo>
                        <a:pt x="6" y="81"/>
                      </a:lnTo>
                      <a:lnTo>
                        <a:pt x="2" y="69"/>
                      </a:lnTo>
                      <a:lnTo>
                        <a:pt x="0" y="57"/>
                      </a:lnTo>
                      <a:lnTo>
                        <a:pt x="2" y="44"/>
                      </a:lnTo>
                      <a:lnTo>
                        <a:pt x="6" y="32"/>
                      </a:lnTo>
                      <a:lnTo>
                        <a:pt x="13" y="22"/>
                      </a:lnTo>
                      <a:lnTo>
                        <a:pt x="22" y="13"/>
                      </a:lnTo>
                      <a:lnTo>
                        <a:pt x="32" y="6"/>
                      </a:lnTo>
                      <a:lnTo>
                        <a:pt x="44" y="2"/>
                      </a:lnTo>
                      <a:lnTo>
                        <a:pt x="57" y="0"/>
                      </a:lnTo>
                      <a:lnTo>
                        <a:pt x="57" y="57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algn="l" defTabSz="1828800" hangingPunct="1"/>
                  <a:endParaRPr lang="zh-CN" altLang="en-US" sz="3600" b="0" kern="1200">
                    <a:solidFill>
                      <a:prstClr val="black"/>
                    </a:solidFill>
                    <a:latin typeface="等线" panose="020F0502020204030204"/>
                    <a:ea typeface="等线" panose="02010600030101010101" pitchFamily="2" charset="-122"/>
                    <a:cs typeface="+mn-cs"/>
                  </a:endParaRPr>
                </a:p>
              </p:txBody>
            </p:sp>
            <p:sp>
              <p:nvSpPr>
                <p:cNvPr id="1301" name="Freeform 588">
                  <a:extLst>
                    <a:ext uri="{FF2B5EF4-FFF2-40B4-BE49-F238E27FC236}">
                      <a16:creationId xmlns:a16="http://schemas.microsoft.com/office/drawing/2014/main" id="{B5C48C30-1A45-8AEA-C8D6-F126A416F6C5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4636" y="3033"/>
                  <a:ext cx="8" cy="16"/>
                </a:xfrm>
                <a:custGeom>
                  <a:avLst/>
                  <a:gdLst>
                    <a:gd name="T0" fmla="*/ 0 w 57"/>
                    <a:gd name="T1" fmla="*/ 0 h 113"/>
                    <a:gd name="T2" fmla="*/ 0 w 57"/>
                    <a:gd name="T3" fmla="*/ 0 h 113"/>
                    <a:gd name="T4" fmla="*/ 0 w 57"/>
                    <a:gd name="T5" fmla="*/ 0 h 113"/>
                    <a:gd name="T6" fmla="*/ 0 w 57"/>
                    <a:gd name="T7" fmla="*/ 0 h 113"/>
                    <a:gd name="T8" fmla="*/ 0 w 57"/>
                    <a:gd name="T9" fmla="*/ 0 h 113"/>
                    <a:gd name="T10" fmla="*/ 0 w 57"/>
                    <a:gd name="T11" fmla="*/ 0 h 113"/>
                    <a:gd name="T12" fmla="*/ 0 w 57"/>
                    <a:gd name="T13" fmla="*/ 0 h 113"/>
                    <a:gd name="T14" fmla="*/ 0 w 57"/>
                    <a:gd name="T15" fmla="*/ 0 h 113"/>
                    <a:gd name="T16" fmla="*/ 0 w 57"/>
                    <a:gd name="T17" fmla="*/ 0 h 113"/>
                    <a:gd name="T18" fmla="*/ 0 w 57"/>
                    <a:gd name="T19" fmla="*/ 0 h 113"/>
                    <a:gd name="T20" fmla="*/ 0 w 57"/>
                    <a:gd name="T21" fmla="*/ 0 h 113"/>
                    <a:gd name="T22" fmla="*/ 0 w 57"/>
                    <a:gd name="T23" fmla="*/ 0 h 113"/>
                    <a:gd name="T24" fmla="*/ 0 w 57"/>
                    <a:gd name="T25" fmla="*/ 0 h 113"/>
                    <a:gd name="T26" fmla="*/ 0 w 57"/>
                    <a:gd name="T27" fmla="*/ 0 h 113"/>
                    <a:gd name="T28" fmla="*/ 0 w 57"/>
                    <a:gd name="T29" fmla="*/ 0 h 113"/>
                    <a:gd name="T30" fmla="*/ 0 60000 65536"/>
                    <a:gd name="T31" fmla="*/ 0 60000 65536"/>
                    <a:gd name="T32" fmla="*/ 0 60000 65536"/>
                    <a:gd name="T33" fmla="*/ 0 60000 65536"/>
                    <a:gd name="T34" fmla="*/ 0 60000 65536"/>
                    <a:gd name="T35" fmla="*/ 0 60000 65536"/>
                    <a:gd name="T36" fmla="*/ 0 60000 65536"/>
                    <a:gd name="T37" fmla="*/ 0 60000 65536"/>
                    <a:gd name="T38" fmla="*/ 0 60000 65536"/>
                    <a:gd name="T39" fmla="*/ 0 60000 65536"/>
                    <a:gd name="T40" fmla="*/ 0 60000 65536"/>
                    <a:gd name="T41" fmla="*/ 0 60000 65536"/>
                    <a:gd name="T42" fmla="*/ 0 60000 65536"/>
                    <a:gd name="T43" fmla="*/ 0 60000 65536"/>
                    <a:gd name="T44" fmla="*/ 0 60000 65536"/>
                    <a:gd name="T45" fmla="*/ 0 w 57"/>
                    <a:gd name="T46" fmla="*/ 0 h 113"/>
                    <a:gd name="T47" fmla="*/ 57 w 57"/>
                    <a:gd name="T48" fmla="*/ 113 h 113"/>
                  </a:gdLst>
                  <a:ahLst/>
                  <a:cxnLst>
                    <a:cxn ang="T30">
                      <a:pos x="T0" y="T1"/>
                    </a:cxn>
                    <a:cxn ang="T31">
                      <a:pos x="T2" y="T3"/>
                    </a:cxn>
                    <a:cxn ang="T32">
                      <a:pos x="T4" y="T5"/>
                    </a:cxn>
                    <a:cxn ang="T33">
                      <a:pos x="T6" y="T7"/>
                    </a:cxn>
                    <a:cxn ang="T34">
                      <a:pos x="T8" y="T9"/>
                    </a:cxn>
                    <a:cxn ang="T35">
                      <a:pos x="T10" y="T11"/>
                    </a:cxn>
                    <a:cxn ang="T36">
                      <a:pos x="T12" y="T13"/>
                    </a:cxn>
                    <a:cxn ang="T37">
                      <a:pos x="T14" y="T15"/>
                    </a:cxn>
                    <a:cxn ang="T38">
                      <a:pos x="T16" y="T17"/>
                    </a:cxn>
                    <a:cxn ang="T39">
                      <a:pos x="T18" y="T19"/>
                    </a:cxn>
                    <a:cxn ang="T40">
                      <a:pos x="T20" y="T21"/>
                    </a:cxn>
                    <a:cxn ang="T41">
                      <a:pos x="T22" y="T23"/>
                    </a:cxn>
                    <a:cxn ang="T42">
                      <a:pos x="T24" y="T25"/>
                    </a:cxn>
                    <a:cxn ang="T43">
                      <a:pos x="T26" y="T27"/>
                    </a:cxn>
                    <a:cxn ang="T44">
                      <a:pos x="T28" y="T29"/>
                    </a:cxn>
                  </a:cxnLst>
                  <a:rect l="T45" t="T46" r="T47" b="T48"/>
                  <a:pathLst>
                    <a:path w="57" h="113">
                      <a:moveTo>
                        <a:pt x="57" y="113"/>
                      </a:moveTo>
                      <a:lnTo>
                        <a:pt x="44" y="112"/>
                      </a:lnTo>
                      <a:lnTo>
                        <a:pt x="32" y="107"/>
                      </a:lnTo>
                      <a:lnTo>
                        <a:pt x="22" y="101"/>
                      </a:lnTo>
                      <a:lnTo>
                        <a:pt x="13" y="92"/>
                      </a:lnTo>
                      <a:lnTo>
                        <a:pt x="6" y="81"/>
                      </a:lnTo>
                      <a:lnTo>
                        <a:pt x="2" y="69"/>
                      </a:lnTo>
                      <a:lnTo>
                        <a:pt x="0" y="57"/>
                      </a:lnTo>
                      <a:lnTo>
                        <a:pt x="2" y="44"/>
                      </a:lnTo>
                      <a:lnTo>
                        <a:pt x="6" y="32"/>
                      </a:lnTo>
                      <a:lnTo>
                        <a:pt x="13" y="22"/>
                      </a:lnTo>
                      <a:lnTo>
                        <a:pt x="22" y="13"/>
                      </a:lnTo>
                      <a:lnTo>
                        <a:pt x="32" y="6"/>
                      </a:lnTo>
                      <a:lnTo>
                        <a:pt x="44" y="2"/>
                      </a:lnTo>
                      <a:lnTo>
                        <a:pt x="57" y="0"/>
                      </a:lnTo>
                    </a:path>
                  </a:pathLst>
                </a:custGeom>
                <a:noFill/>
                <a:ln w="0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pPr algn="l" defTabSz="1828800" hangingPunct="1"/>
                  <a:endParaRPr lang="zh-CN" altLang="en-US" sz="3600" b="0" kern="1200">
                    <a:solidFill>
                      <a:prstClr val="black"/>
                    </a:solidFill>
                    <a:latin typeface="等线" panose="020F0502020204030204"/>
                    <a:ea typeface="等线" panose="02010600030101010101" pitchFamily="2" charset="-122"/>
                    <a:cs typeface="+mn-cs"/>
                  </a:endParaRPr>
                </a:p>
              </p:txBody>
            </p:sp>
            <p:sp>
              <p:nvSpPr>
                <p:cNvPr id="1302" name="Freeform 589">
                  <a:extLst>
                    <a:ext uri="{FF2B5EF4-FFF2-40B4-BE49-F238E27FC236}">
                      <a16:creationId xmlns:a16="http://schemas.microsoft.com/office/drawing/2014/main" id="{B3D6A747-04E5-DBA0-27BB-B7EF2A51BDA4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4485" y="3697"/>
                  <a:ext cx="8" cy="16"/>
                </a:xfrm>
                <a:custGeom>
                  <a:avLst/>
                  <a:gdLst>
                    <a:gd name="T0" fmla="*/ 0 w 56"/>
                    <a:gd name="T1" fmla="*/ 0 h 114"/>
                    <a:gd name="T2" fmla="*/ 0 w 56"/>
                    <a:gd name="T3" fmla="*/ 0 h 114"/>
                    <a:gd name="T4" fmla="*/ 0 w 56"/>
                    <a:gd name="T5" fmla="*/ 0 h 114"/>
                    <a:gd name="T6" fmla="*/ 0 w 56"/>
                    <a:gd name="T7" fmla="*/ 0 h 114"/>
                    <a:gd name="T8" fmla="*/ 0 w 56"/>
                    <a:gd name="T9" fmla="*/ 0 h 114"/>
                    <a:gd name="T10" fmla="*/ 0 w 56"/>
                    <a:gd name="T11" fmla="*/ 0 h 114"/>
                    <a:gd name="T12" fmla="*/ 0 w 56"/>
                    <a:gd name="T13" fmla="*/ 0 h 114"/>
                    <a:gd name="T14" fmla="*/ 0 w 56"/>
                    <a:gd name="T15" fmla="*/ 0 h 114"/>
                    <a:gd name="T16" fmla="*/ 0 w 56"/>
                    <a:gd name="T17" fmla="*/ 0 h 114"/>
                    <a:gd name="T18" fmla="*/ 0 w 56"/>
                    <a:gd name="T19" fmla="*/ 0 h 114"/>
                    <a:gd name="T20" fmla="*/ 0 w 56"/>
                    <a:gd name="T21" fmla="*/ 0 h 114"/>
                    <a:gd name="T22" fmla="*/ 0 w 56"/>
                    <a:gd name="T23" fmla="*/ 0 h 114"/>
                    <a:gd name="T24" fmla="*/ 0 w 56"/>
                    <a:gd name="T25" fmla="*/ 0 h 114"/>
                    <a:gd name="T26" fmla="*/ 0 w 56"/>
                    <a:gd name="T27" fmla="*/ 0 h 114"/>
                    <a:gd name="T28" fmla="*/ 0 w 56"/>
                    <a:gd name="T29" fmla="*/ 0 h 114"/>
                    <a:gd name="T30" fmla="*/ 0 w 56"/>
                    <a:gd name="T31" fmla="*/ 0 h 114"/>
                    <a:gd name="T32" fmla="*/ 0 w 56"/>
                    <a:gd name="T33" fmla="*/ 0 h 114"/>
                    <a:gd name="T34" fmla="*/ 0 60000 65536"/>
                    <a:gd name="T35" fmla="*/ 0 60000 65536"/>
                    <a:gd name="T36" fmla="*/ 0 60000 65536"/>
                    <a:gd name="T37" fmla="*/ 0 60000 65536"/>
                    <a:gd name="T38" fmla="*/ 0 60000 65536"/>
                    <a:gd name="T39" fmla="*/ 0 60000 65536"/>
                    <a:gd name="T40" fmla="*/ 0 60000 65536"/>
                    <a:gd name="T41" fmla="*/ 0 60000 65536"/>
                    <a:gd name="T42" fmla="*/ 0 60000 65536"/>
                    <a:gd name="T43" fmla="*/ 0 60000 65536"/>
                    <a:gd name="T44" fmla="*/ 0 60000 65536"/>
                    <a:gd name="T45" fmla="*/ 0 60000 65536"/>
                    <a:gd name="T46" fmla="*/ 0 60000 65536"/>
                    <a:gd name="T47" fmla="*/ 0 60000 65536"/>
                    <a:gd name="T48" fmla="*/ 0 60000 65536"/>
                    <a:gd name="T49" fmla="*/ 0 60000 65536"/>
                    <a:gd name="T50" fmla="*/ 0 60000 65536"/>
                    <a:gd name="T51" fmla="*/ 0 w 56"/>
                    <a:gd name="T52" fmla="*/ 0 h 114"/>
                    <a:gd name="T53" fmla="*/ 56 w 56"/>
                    <a:gd name="T54" fmla="*/ 114 h 114"/>
                  </a:gdLst>
                  <a:ahLst/>
                  <a:cxnLst>
                    <a:cxn ang="T34">
                      <a:pos x="T0" y="T1"/>
                    </a:cxn>
                    <a:cxn ang="T35">
                      <a:pos x="T2" y="T3"/>
                    </a:cxn>
                    <a:cxn ang="T36">
                      <a:pos x="T4" y="T5"/>
                    </a:cxn>
                    <a:cxn ang="T37">
                      <a:pos x="T6" y="T7"/>
                    </a:cxn>
                    <a:cxn ang="T38">
                      <a:pos x="T8" y="T9"/>
                    </a:cxn>
                    <a:cxn ang="T39">
                      <a:pos x="T10" y="T11"/>
                    </a:cxn>
                    <a:cxn ang="T40">
                      <a:pos x="T12" y="T13"/>
                    </a:cxn>
                    <a:cxn ang="T41">
                      <a:pos x="T14" y="T15"/>
                    </a:cxn>
                    <a:cxn ang="T42">
                      <a:pos x="T16" y="T17"/>
                    </a:cxn>
                    <a:cxn ang="T43">
                      <a:pos x="T18" y="T19"/>
                    </a:cxn>
                    <a:cxn ang="T44">
                      <a:pos x="T20" y="T21"/>
                    </a:cxn>
                    <a:cxn ang="T45">
                      <a:pos x="T22" y="T23"/>
                    </a:cxn>
                    <a:cxn ang="T46">
                      <a:pos x="T24" y="T25"/>
                    </a:cxn>
                    <a:cxn ang="T47">
                      <a:pos x="T26" y="T27"/>
                    </a:cxn>
                    <a:cxn ang="T48">
                      <a:pos x="T28" y="T29"/>
                    </a:cxn>
                    <a:cxn ang="T49">
                      <a:pos x="T30" y="T31"/>
                    </a:cxn>
                    <a:cxn ang="T50">
                      <a:pos x="T32" y="T33"/>
                    </a:cxn>
                  </a:cxnLst>
                  <a:rect l="T51" t="T52" r="T53" b="T54"/>
                  <a:pathLst>
                    <a:path w="56" h="114">
                      <a:moveTo>
                        <a:pt x="56" y="58"/>
                      </a:moveTo>
                      <a:lnTo>
                        <a:pt x="56" y="114"/>
                      </a:lnTo>
                      <a:lnTo>
                        <a:pt x="43" y="113"/>
                      </a:lnTo>
                      <a:lnTo>
                        <a:pt x="31" y="108"/>
                      </a:lnTo>
                      <a:lnTo>
                        <a:pt x="21" y="101"/>
                      </a:lnTo>
                      <a:lnTo>
                        <a:pt x="12" y="92"/>
                      </a:lnTo>
                      <a:lnTo>
                        <a:pt x="5" y="82"/>
                      </a:lnTo>
                      <a:lnTo>
                        <a:pt x="1" y="70"/>
                      </a:lnTo>
                      <a:lnTo>
                        <a:pt x="0" y="58"/>
                      </a:lnTo>
                      <a:lnTo>
                        <a:pt x="1" y="45"/>
                      </a:lnTo>
                      <a:lnTo>
                        <a:pt x="5" y="33"/>
                      </a:lnTo>
                      <a:lnTo>
                        <a:pt x="12" y="23"/>
                      </a:lnTo>
                      <a:lnTo>
                        <a:pt x="21" y="14"/>
                      </a:lnTo>
                      <a:lnTo>
                        <a:pt x="31" y="7"/>
                      </a:lnTo>
                      <a:lnTo>
                        <a:pt x="43" y="3"/>
                      </a:lnTo>
                      <a:lnTo>
                        <a:pt x="56" y="0"/>
                      </a:lnTo>
                      <a:lnTo>
                        <a:pt x="56" y="58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algn="l" defTabSz="1828800" hangingPunct="1"/>
                  <a:endParaRPr lang="zh-CN" altLang="en-US" sz="3600" b="0" kern="1200">
                    <a:solidFill>
                      <a:prstClr val="black"/>
                    </a:solidFill>
                    <a:latin typeface="等线" panose="020F0502020204030204"/>
                    <a:ea typeface="等线" panose="02010600030101010101" pitchFamily="2" charset="-122"/>
                    <a:cs typeface="+mn-cs"/>
                  </a:endParaRPr>
                </a:p>
              </p:txBody>
            </p:sp>
            <p:sp>
              <p:nvSpPr>
                <p:cNvPr id="1303" name="Freeform 590">
                  <a:extLst>
                    <a:ext uri="{FF2B5EF4-FFF2-40B4-BE49-F238E27FC236}">
                      <a16:creationId xmlns:a16="http://schemas.microsoft.com/office/drawing/2014/main" id="{E11697F1-8EF0-F51C-50A3-2F2A4B7AC7FB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4485" y="3697"/>
                  <a:ext cx="8" cy="16"/>
                </a:xfrm>
                <a:custGeom>
                  <a:avLst/>
                  <a:gdLst>
                    <a:gd name="T0" fmla="*/ 0 w 56"/>
                    <a:gd name="T1" fmla="*/ 0 h 114"/>
                    <a:gd name="T2" fmla="*/ 0 w 56"/>
                    <a:gd name="T3" fmla="*/ 0 h 114"/>
                    <a:gd name="T4" fmla="*/ 0 w 56"/>
                    <a:gd name="T5" fmla="*/ 0 h 114"/>
                    <a:gd name="T6" fmla="*/ 0 w 56"/>
                    <a:gd name="T7" fmla="*/ 0 h 114"/>
                    <a:gd name="T8" fmla="*/ 0 w 56"/>
                    <a:gd name="T9" fmla="*/ 0 h 114"/>
                    <a:gd name="T10" fmla="*/ 0 w 56"/>
                    <a:gd name="T11" fmla="*/ 0 h 114"/>
                    <a:gd name="T12" fmla="*/ 0 w 56"/>
                    <a:gd name="T13" fmla="*/ 0 h 114"/>
                    <a:gd name="T14" fmla="*/ 0 w 56"/>
                    <a:gd name="T15" fmla="*/ 0 h 114"/>
                    <a:gd name="T16" fmla="*/ 0 w 56"/>
                    <a:gd name="T17" fmla="*/ 0 h 114"/>
                    <a:gd name="T18" fmla="*/ 0 w 56"/>
                    <a:gd name="T19" fmla="*/ 0 h 114"/>
                    <a:gd name="T20" fmla="*/ 0 w 56"/>
                    <a:gd name="T21" fmla="*/ 0 h 114"/>
                    <a:gd name="T22" fmla="*/ 0 w 56"/>
                    <a:gd name="T23" fmla="*/ 0 h 114"/>
                    <a:gd name="T24" fmla="*/ 0 w 56"/>
                    <a:gd name="T25" fmla="*/ 0 h 114"/>
                    <a:gd name="T26" fmla="*/ 0 w 56"/>
                    <a:gd name="T27" fmla="*/ 0 h 114"/>
                    <a:gd name="T28" fmla="*/ 0 w 56"/>
                    <a:gd name="T29" fmla="*/ 0 h 114"/>
                    <a:gd name="T30" fmla="*/ 0 60000 65536"/>
                    <a:gd name="T31" fmla="*/ 0 60000 65536"/>
                    <a:gd name="T32" fmla="*/ 0 60000 65536"/>
                    <a:gd name="T33" fmla="*/ 0 60000 65536"/>
                    <a:gd name="T34" fmla="*/ 0 60000 65536"/>
                    <a:gd name="T35" fmla="*/ 0 60000 65536"/>
                    <a:gd name="T36" fmla="*/ 0 60000 65536"/>
                    <a:gd name="T37" fmla="*/ 0 60000 65536"/>
                    <a:gd name="T38" fmla="*/ 0 60000 65536"/>
                    <a:gd name="T39" fmla="*/ 0 60000 65536"/>
                    <a:gd name="T40" fmla="*/ 0 60000 65536"/>
                    <a:gd name="T41" fmla="*/ 0 60000 65536"/>
                    <a:gd name="T42" fmla="*/ 0 60000 65536"/>
                    <a:gd name="T43" fmla="*/ 0 60000 65536"/>
                    <a:gd name="T44" fmla="*/ 0 60000 65536"/>
                    <a:gd name="T45" fmla="*/ 0 w 56"/>
                    <a:gd name="T46" fmla="*/ 0 h 114"/>
                    <a:gd name="T47" fmla="*/ 56 w 56"/>
                    <a:gd name="T48" fmla="*/ 114 h 114"/>
                  </a:gdLst>
                  <a:ahLst/>
                  <a:cxnLst>
                    <a:cxn ang="T30">
                      <a:pos x="T0" y="T1"/>
                    </a:cxn>
                    <a:cxn ang="T31">
                      <a:pos x="T2" y="T3"/>
                    </a:cxn>
                    <a:cxn ang="T32">
                      <a:pos x="T4" y="T5"/>
                    </a:cxn>
                    <a:cxn ang="T33">
                      <a:pos x="T6" y="T7"/>
                    </a:cxn>
                    <a:cxn ang="T34">
                      <a:pos x="T8" y="T9"/>
                    </a:cxn>
                    <a:cxn ang="T35">
                      <a:pos x="T10" y="T11"/>
                    </a:cxn>
                    <a:cxn ang="T36">
                      <a:pos x="T12" y="T13"/>
                    </a:cxn>
                    <a:cxn ang="T37">
                      <a:pos x="T14" y="T15"/>
                    </a:cxn>
                    <a:cxn ang="T38">
                      <a:pos x="T16" y="T17"/>
                    </a:cxn>
                    <a:cxn ang="T39">
                      <a:pos x="T18" y="T19"/>
                    </a:cxn>
                    <a:cxn ang="T40">
                      <a:pos x="T20" y="T21"/>
                    </a:cxn>
                    <a:cxn ang="T41">
                      <a:pos x="T22" y="T23"/>
                    </a:cxn>
                    <a:cxn ang="T42">
                      <a:pos x="T24" y="T25"/>
                    </a:cxn>
                    <a:cxn ang="T43">
                      <a:pos x="T26" y="T27"/>
                    </a:cxn>
                    <a:cxn ang="T44">
                      <a:pos x="T28" y="T29"/>
                    </a:cxn>
                  </a:cxnLst>
                  <a:rect l="T45" t="T46" r="T47" b="T48"/>
                  <a:pathLst>
                    <a:path w="56" h="114">
                      <a:moveTo>
                        <a:pt x="56" y="114"/>
                      </a:moveTo>
                      <a:lnTo>
                        <a:pt x="43" y="113"/>
                      </a:lnTo>
                      <a:lnTo>
                        <a:pt x="31" y="108"/>
                      </a:lnTo>
                      <a:lnTo>
                        <a:pt x="21" y="101"/>
                      </a:lnTo>
                      <a:lnTo>
                        <a:pt x="12" y="92"/>
                      </a:lnTo>
                      <a:lnTo>
                        <a:pt x="5" y="82"/>
                      </a:lnTo>
                      <a:lnTo>
                        <a:pt x="1" y="70"/>
                      </a:lnTo>
                      <a:lnTo>
                        <a:pt x="0" y="58"/>
                      </a:lnTo>
                      <a:lnTo>
                        <a:pt x="1" y="45"/>
                      </a:lnTo>
                      <a:lnTo>
                        <a:pt x="5" y="33"/>
                      </a:lnTo>
                      <a:lnTo>
                        <a:pt x="12" y="23"/>
                      </a:lnTo>
                      <a:lnTo>
                        <a:pt x="21" y="14"/>
                      </a:lnTo>
                      <a:lnTo>
                        <a:pt x="31" y="7"/>
                      </a:lnTo>
                      <a:lnTo>
                        <a:pt x="43" y="3"/>
                      </a:lnTo>
                      <a:lnTo>
                        <a:pt x="56" y="0"/>
                      </a:lnTo>
                    </a:path>
                  </a:pathLst>
                </a:custGeom>
                <a:noFill/>
                <a:ln w="0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pPr algn="l" defTabSz="1828800" hangingPunct="1"/>
                  <a:endParaRPr lang="zh-CN" altLang="en-US" sz="3600" b="0" kern="1200">
                    <a:solidFill>
                      <a:prstClr val="black"/>
                    </a:solidFill>
                    <a:latin typeface="等线" panose="020F0502020204030204"/>
                    <a:ea typeface="等线" panose="02010600030101010101" pitchFamily="2" charset="-122"/>
                    <a:cs typeface="+mn-cs"/>
                  </a:endParaRPr>
                </a:p>
              </p:txBody>
            </p:sp>
            <p:sp>
              <p:nvSpPr>
                <p:cNvPr id="1304" name="Freeform 591">
                  <a:extLst>
                    <a:ext uri="{FF2B5EF4-FFF2-40B4-BE49-F238E27FC236}">
                      <a16:creationId xmlns:a16="http://schemas.microsoft.com/office/drawing/2014/main" id="{626670DC-CCA7-03C6-7877-B1BDE539C11B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4493" y="3697"/>
                  <a:ext cx="530" cy="16"/>
                </a:xfrm>
                <a:custGeom>
                  <a:avLst/>
                  <a:gdLst>
                    <a:gd name="T0" fmla="*/ 0 w 3716"/>
                    <a:gd name="T1" fmla="*/ 0 h 114"/>
                    <a:gd name="T2" fmla="*/ 0 w 3716"/>
                    <a:gd name="T3" fmla="*/ 0 h 114"/>
                    <a:gd name="T4" fmla="*/ 0 w 3716"/>
                    <a:gd name="T5" fmla="*/ 0 h 114"/>
                    <a:gd name="T6" fmla="*/ 0 w 3716"/>
                    <a:gd name="T7" fmla="*/ 0 h 114"/>
                    <a:gd name="T8" fmla="*/ 0 w 3716"/>
                    <a:gd name="T9" fmla="*/ 0 h 114"/>
                    <a:gd name="T10" fmla="*/ 0 w 3716"/>
                    <a:gd name="T11" fmla="*/ 0 h 114"/>
                    <a:gd name="T12" fmla="*/ 0 w 3716"/>
                    <a:gd name="T13" fmla="*/ 0 h 114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3716"/>
                    <a:gd name="T22" fmla="*/ 0 h 114"/>
                    <a:gd name="T23" fmla="*/ 3716 w 3716"/>
                    <a:gd name="T24" fmla="*/ 114 h 114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3716" h="114">
                      <a:moveTo>
                        <a:pt x="0" y="0"/>
                      </a:moveTo>
                      <a:lnTo>
                        <a:pt x="0" y="58"/>
                      </a:lnTo>
                      <a:lnTo>
                        <a:pt x="0" y="114"/>
                      </a:lnTo>
                      <a:lnTo>
                        <a:pt x="3716" y="114"/>
                      </a:lnTo>
                      <a:lnTo>
                        <a:pt x="3716" y="58"/>
                      </a:lnTo>
                      <a:lnTo>
                        <a:pt x="3716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algn="l" defTabSz="1828800" hangingPunct="1"/>
                  <a:endParaRPr lang="zh-CN" altLang="en-US" sz="3600" b="0" kern="1200">
                    <a:solidFill>
                      <a:prstClr val="black"/>
                    </a:solidFill>
                    <a:latin typeface="等线" panose="020F0502020204030204"/>
                    <a:ea typeface="等线" panose="02010600030101010101" pitchFamily="2" charset="-122"/>
                    <a:cs typeface="+mn-cs"/>
                  </a:endParaRPr>
                </a:p>
              </p:txBody>
            </p:sp>
            <p:sp>
              <p:nvSpPr>
                <p:cNvPr id="1305" name="Freeform 592">
                  <a:extLst>
                    <a:ext uri="{FF2B5EF4-FFF2-40B4-BE49-F238E27FC236}">
                      <a16:creationId xmlns:a16="http://schemas.microsoft.com/office/drawing/2014/main" id="{25E68B7E-72A0-58D2-703D-B6CD0742B420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4493" y="3697"/>
                  <a:ext cx="530" cy="16"/>
                </a:xfrm>
                <a:custGeom>
                  <a:avLst/>
                  <a:gdLst>
                    <a:gd name="T0" fmla="*/ 0 w 3716"/>
                    <a:gd name="T1" fmla="*/ 0 h 114"/>
                    <a:gd name="T2" fmla="*/ 0 w 3716"/>
                    <a:gd name="T3" fmla="*/ 0 h 114"/>
                    <a:gd name="T4" fmla="*/ 0 w 3716"/>
                    <a:gd name="T5" fmla="*/ 0 h 114"/>
                    <a:gd name="T6" fmla="*/ 0 w 3716"/>
                    <a:gd name="T7" fmla="*/ 0 h 114"/>
                    <a:gd name="T8" fmla="*/ 0 w 3716"/>
                    <a:gd name="T9" fmla="*/ 0 h 114"/>
                    <a:gd name="T10" fmla="*/ 0 w 3716"/>
                    <a:gd name="T11" fmla="*/ 0 h 114"/>
                    <a:gd name="T12" fmla="*/ 0 w 3716"/>
                    <a:gd name="T13" fmla="*/ 0 h 114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3716"/>
                    <a:gd name="T22" fmla="*/ 0 h 114"/>
                    <a:gd name="T23" fmla="*/ 3716 w 3716"/>
                    <a:gd name="T24" fmla="*/ 114 h 114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3716" h="114">
                      <a:moveTo>
                        <a:pt x="0" y="0"/>
                      </a:moveTo>
                      <a:lnTo>
                        <a:pt x="0" y="58"/>
                      </a:lnTo>
                      <a:lnTo>
                        <a:pt x="0" y="114"/>
                      </a:lnTo>
                      <a:lnTo>
                        <a:pt x="3716" y="114"/>
                      </a:lnTo>
                      <a:lnTo>
                        <a:pt x="3716" y="58"/>
                      </a:lnTo>
                      <a:lnTo>
                        <a:pt x="3716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noFill/>
                <a:ln w="0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pPr algn="l" defTabSz="1828800" hangingPunct="1"/>
                  <a:endParaRPr lang="zh-CN" altLang="en-US" sz="3600" b="0" kern="1200">
                    <a:solidFill>
                      <a:prstClr val="black"/>
                    </a:solidFill>
                    <a:latin typeface="等线" panose="020F0502020204030204"/>
                    <a:ea typeface="等线" panose="02010600030101010101" pitchFamily="2" charset="-122"/>
                    <a:cs typeface="+mn-cs"/>
                  </a:endParaRPr>
                </a:p>
              </p:txBody>
            </p:sp>
            <p:sp>
              <p:nvSpPr>
                <p:cNvPr id="1306" name="Freeform 593">
                  <a:extLst>
                    <a:ext uri="{FF2B5EF4-FFF2-40B4-BE49-F238E27FC236}">
                      <a16:creationId xmlns:a16="http://schemas.microsoft.com/office/drawing/2014/main" id="{83BD0D26-6F77-CE34-39B7-90C3646E8EA0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023" y="3697"/>
                  <a:ext cx="9" cy="16"/>
                </a:xfrm>
                <a:custGeom>
                  <a:avLst/>
                  <a:gdLst>
                    <a:gd name="T0" fmla="*/ 0 w 57"/>
                    <a:gd name="T1" fmla="*/ 0 h 114"/>
                    <a:gd name="T2" fmla="*/ 0 w 57"/>
                    <a:gd name="T3" fmla="*/ 0 h 114"/>
                    <a:gd name="T4" fmla="*/ 0 w 57"/>
                    <a:gd name="T5" fmla="*/ 0 h 114"/>
                    <a:gd name="T6" fmla="*/ 0 w 57"/>
                    <a:gd name="T7" fmla="*/ 0 h 114"/>
                    <a:gd name="T8" fmla="*/ 0 w 57"/>
                    <a:gd name="T9" fmla="*/ 0 h 114"/>
                    <a:gd name="T10" fmla="*/ 0 w 57"/>
                    <a:gd name="T11" fmla="*/ 0 h 114"/>
                    <a:gd name="T12" fmla="*/ 0 w 57"/>
                    <a:gd name="T13" fmla="*/ 0 h 114"/>
                    <a:gd name="T14" fmla="*/ 0 w 57"/>
                    <a:gd name="T15" fmla="*/ 0 h 114"/>
                    <a:gd name="T16" fmla="*/ 0 w 57"/>
                    <a:gd name="T17" fmla="*/ 0 h 114"/>
                    <a:gd name="T18" fmla="*/ 0 w 57"/>
                    <a:gd name="T19" fmla="*/ 0 h 114"/>
                    <a:gd name="T20" fmla="*/ 0 w 57"/>
                    <a:gd name="T21" fmla="*/ 0 h 114"/>
                    <a:gd name="T22" fmla="*/ 0 w 57"/>
                    <a:gd name="T23" fmla="*/ 0 h 114"/>
                    <a:gd name="T24" fmla="*/ 0 w 57"/>
                    <a:gd name="T25" fmla="*/ 0 h 114"/>
                    <a:gd name="T26" fmla="*/ 0 w 57"/>
                    <a:gd name="T27" fmla="*/ 0 h 114"/>
                    <a:gd name="T28" fmla="*/ 0 w 57"/>
                    <a:gd name="T29" fmla="*/ 0 h 114"/>
                    <a:gd name="T30" fmla="*/ 0 w 57"/>
                    <a:gd name="T31" fmla="*/ 0 h 114"/>
                    <a:gd name="T32" fmla="*/ 0 w 57"/>
                    <a:gd name="T33" fmla="*/ 0 h 114"/>
                    <a:gd name="T34" fmla="*/ 0 60000 65536"/>
                    <a:gd name="T35" fmla="*/ 0 60000 65536"/>
                    <a:gd name="T36" fmla="*/ 0 60000 65536"/>
                    <a:gd name="T37" fmla="*/ 0 60000 65536"/>
                    <a:gd name="T38" fmla="*/ 0 60000 65536"/>
                    <a:gd name="T39" fmla="*/ 0 60000 65536"/>
                    <a:gd name="T40" fmla="*/ 0 60000 65536"/>
                    <a:gd name="T41" fmla="*/ 0 60000 65536"/>
                    <a:gd name="T42" fmla="*/ 0 60000 65536"/>
                    <a:gd name="T43" fmla="*/ 0 60000 65536"/>
                    <a:gd name="T44" fmla="*/ 0 60000 65536"/>
                    <a:gd name="T45" fmla="*/ 0 60000 65536"/>
                    <a:gd name="T46" fmla="*/ 0 60000 65536"/>
                    <a:gd name="T47" fmla="*/ 0 60000 65536"/>
                    <a:gd name="T48" fmla="*/ 0 60000 65536"/>
                    <a:gd name="T49" fmla="*/ 0 60000 65536"/>
                    <a:gd name="T50" fmla="*/ 0 60000 65536"/>
                    <a:gd name="T51" fmla="*/ 0 w 57"/>
                    <a:gd name="T52" fmla="*/ 0 h 114"/>
                    <a:gd name="T53" fmla="*/ 57 w 57"/>
                    <a:gd name="T54" fmla="*/ 114 h 114"/>
                  </a:gdLst>
                  <a:ahLst/>
                  <a:cxnLst>
                    <a:cxn ang="T34">
                      <a:pos x="T0" y="T1"/>
                    </a:cxn>
                    <a:cxn ang="T35">
                      <a:pos x="T2" y="T3"/>
                    </a:cxn>
                    <a:cxn ang="T36">
                      <a:pos x="T4" y="T5"/>
                    </a:cxn>
                    <a:cxn ang="T37">
                      <a:pos x="T6" y="T7"/>
                    </a:cxn>
                    <a:cxn ang="T38">
                      <a:pos x="T8" y="T9"/>
                    </a:cxn>
                    <a:cxn ang="T39">
                      <a:pos x="T10" y="T11"/>
                    </a:cxn>
                    <a:cxn ang="T40">
                      <a:pos x="T12" y="T13"/>
                    </a:cxn>
                    <a:cxn ang="T41">
                      <a:pos x="T14" y="T15"/>
                    </a:cxn>
                    <a:cxn ang="T42">
                      <a:pos x="T16" y="T17"/>
                    </a:cxn>
                    <a:cxn ang="T43">
                      <a:pos x="T18" y="T19"/>
                    </a:cxn>
                    <a:cxn ang="T44">
                      <a:pos x="T20" y="T21"/>
                    </a:cxn>
                    <a:cxn ang="T45">
                      <a:pos x="T22" y="T23"/>
                    </a:cxn>
                    <a:cxn ang="T46">
                      <a:pos x="T24" y="T25"/>
                    </a:cxn>
                    <a:cxn ang="T47">
                      <a:pos x="T26" y="T27"/>
                    </a:cxn>
                    <a:cxn ang="T48">
                      <a:pos x="T28" y="T29"/>
                    </a:cxn>
                    <a:cxn ang="T49">
                      <a:pos x="T30" y="T31"/>
                    </a:cxn>
                    <a:cxn ang="T50">
                      <a:pos x="T32" y="T33"/>
                    </a:cxn>
                  </a:cxnLst>
                  <a:rect l="T51" t="T52" r="T53" b="T54"/>
                  <a:pathLst>
                    <a:path w="57" h="114">
                      <a:moveTo>
                        <a:pt x="0" y="58"/>
                      </a:moveTo>
                      <a:lnTo>
                        <a:pt x="0" y="0"/>
                      </a:lnTo>
                      <a:lnTo>
                        <a:pt x="12" y="3"/>
                      </a:lnTo>
                      <a:lnTo>
                        <a:pt x="24" y="7"/>
                      </a:lnTo>
                      <a:lnTo>
                        <a:pt x="35" y="14"/>
                      </a:lnTo>
                      <a:lnTo>
                        <a:pt x="43" y="23"/>
                      </a:lnTo>
                      <a:lnTo>
                        <a:pt x="50" y="33"/>
                      </a:lnTo>
                      <a:lnTo>
                        <a:pt x="55" y="45"/>
                      </a:lnTo>
                      <a:lnTo>
                        <a:pt x="57" y="58"/>
                      </a:lnTo>
                      <a:lnTo>
                        <a:pt x="55" y="70"/>
                      </a:lnTo>
                      <a:lnTo>
                        <a:pt x="50" y="82"/>
                      </a:lnTo>
                      <a:lnTo>
                        <a:pt x="43" y="92"/>
                      </a:lnTo>
                      <a:lnTo>
                        <a:pt x="35" y="101"/>
                      </a:lnTo>
                      <a:lnTo>
                        <a:pt x="24" y="108"/>
                      </a:lnTo>
                      <a:lnTo>
                        <a:pt x="12" y="113"/>
                      </a:lnTo>
                      <a:lnTo>
                        <a:pt x="0" y="114"/>
                      </a:lnTo>
                      <a:lnTo>
                        <a:pt x="0" y="58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algn="l" defTabSz="1828800" hangingPunct="1"/>
                  <a:endParaRPr lang="zh-CN" altLang="en-US" sz="3600" b="0" kern="1200">
                    <a:solidFill>
                      <a:prstClr val="black"/>
                    </a:solidFill>
                    <a:latin typeface="等线" panose="020F0502020204030204"/>
                    <a:ea typeface="等线" panose="02010600030101010101" pitchFamily="2" charset="-122"/>
                    <a:cs typeface="+mn-cs"/>
                  </a:endParaRPr>
                </a:p>
              </p:txBody>
            </p:sp>
            <p:sp>
              <p:nvSpPr>
                <p:cNvPr id="1307" name="Freeform 594">
                  <a:extLst>
                    <a:ext uri="{FF2B5EF4-FFF2-40B4-BE49-F238E27FC236}">
                      <a16:creationId xmlns:a16="http://schemas.microsoft.com/office/drawing/2014/main" id="{FB3D2C0F-15B9-ADBC-2ADF-58AD59E8B045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023" y="3697"/>
                  <a:ext cx="9" cy="16"/>
                </a:xfrm>
                <a:custGeom>
                  <a:avLst/>
                  <a:gdLst>
                    <a:gd name="T0" fmla="*/ 0 w 57"/>
                    <a:gd name="T1" fmla="*/ 0 h 114"/>
                    <a:gd name="T2" fmla="*/ 0 w 57"/>
                    <a:gd name="T3" fmla="*/ 0 h 114"/>
                    <a:gd name="T4" fmla="*/ 0 w 57"/>
                    <a:gd name="T5" fmla="*/ 0 h 114"/>
                    <a:gd name="T6" fmla="*/ 0 w 57"/>
                    <a:gd name="T7" fmla="*/ 0 h 114"/>
                    <a:gd name="T8" fmla="*/ 0 w 57"/>
                    <a:gd name="T9" fmla="*/ 0 h 114"/>
                    <a:gd name="T10" fmla="*/ 0 w 57"/>
                    <a:gd name="T11" fmla="*/ 0 h 114"/>
                    <a:gd name="T12" fmla="*/ 0 w 57"/>
                    <a:gd name="T13" fmla="*/ 0 h 114"/>
                    <a:gd name="T14" fmla="*/ 0 w 57"/>
                    <a:gd name="T15" fmla="*/ 0 h 114"/>
                    <a:gd name="T16" fmla="*/ 0 w 57"/>
                    <a:gd name="T17" fmla="*/ 0 h 114"/>
                    <a:gd name="T18" fmla="*/ 0 w 57"/>
                    <a:gd name="T19" fmla="*/ 0 h 114"/>
                    <a:gd name="T20" fmla="*/ 0 w 57"/>
                    <a:gd name="T21" fmla="*/ 0 h 114"/>
                    <a:gd name="T22" fmla="*/ 0 w 57"/>
                    <a:gd name="T23" fmla="*/ 0 h 114"/>
                    <a:gd name="T24" fmla="*/ 0 w 57"/>
                    <a:gd name="T25" fmla="*/ 0 h 114"/>
                    <a:gd name="T26" fmla="*/ 0 w 57"/>
                    <a:gd name="T27" fmla="*/ 0 h 114"/>
                    <a:gd name="T28" fmla="*/ 0 w 57"/>
                    <a:gd name="T29" fmla="*/ 0 h 114"/>
                    <a:gd name="T30" fmla="*/ 0 60000 65536"/>
                    <a:gd name="T31" fmla="*/ 0 60000 65536"/>
                    <a:gd name="T32" fmla="*/ 0 60000 65536"/>
                    <a:gd name="T33" fmla="*/ 0 60000 65536"/>
                    <a:gd name="T34" fmla="*/ 0 60000 65536"/>
                    <a:gd name="T35" fmla="*/ 0 60000 65536"/>
                    <a:gd name="T36" fmla="*/ 0 60000 65536"/>
                    <a:gd name="T37" fmla="*/ 0 60000 65536"/>
                    <a:gd name="T38" fmla="*/ 0 60000 65536"/>
                    <a:gd name="T39" fmla="*/ 0 60000 65536"/>
                    <a:gd name="T40" fmla="*/ 0 60000 65536"/>
                    <a:gd name="T41" fmla="*/ 0 60000 65536"/>
                    <a:gd name="T42" fmla="*/ 0 60000 65536"/>
                    <a:gd name="T43" fmla="*/ 0 60000 65536"/>
                    <a:gd name="T44" fmla="*/ 0 60000 65536"/>
                    <a:gd name="T45" fmla="*/ 0 w 57"/>
                    <a:gd name="T46" fmla="*/ 0 h 114"/>
                    <a:gd name="T47" fmla="*/ 57 w 57"/>
                    <a:gd name="T48" fmla="*/ 114 h 114"/>
                  </a:gdLst>
                  <a:ahLst/>
                  <a:cxnLst>
                    <a:cxn ang="T30">
                      <a:pos x="T0" y="T1"/>
                    </a:cxn>
                    <a:cxn ang="T31">
                      <a:pos x="T2" y="T3"/>
                    </a:cxn>
                    <a:cxn ang="T32">
                      <a:pos x="T4" y="T5"/>
                    </a:cxn>
                    <a:cxn ang="T33">
                      <a:pos x="T6" y="T7"/>
                    </a:cxn>
                    <a:cxn ang="T34">
                      <a:pos x="T8" y="T9"/>
                    </a:cxn>
                    <a:cxn ang="T35">
                      <a:pos x="T10" y="T11"/>
                    </a:cxn>
                    <a:cxn ang="T36">
                      <a:pos x="T12" y="T13"/>
                    </a:cxn>
                    <a:cxn ang="T37">
                      <a:pos x="T14" y="T15"/>
                    </a:cxn>
                    <a:cxn ang="T38">
                      <a:pos x="T16" y="T17"/>
                    </a:cxn>
                    <a:cxn ang="T39">
                      <a:pos x="T18" y="T19"/>
                    </a:cxn>
                    <a:cxn ang="T40">
                      <a:pos x="T20" y="T21"/>
                    </a:cxn>
                    <a:cxn ang="T41">
                      <a:pos x="T22" y="T23"/>
                    </a:cxn>
                    <a:cxn ang="T42">
                      <a:pos x="T24" y="T25"/>
                    </a:cxn>
                    <a:cxn ang="T43">
                      <a:pos x="T26" y="T27"/>
                    </a:cxn>
                    <a:cxn ang="T44">
                      <a:pos x="T28" y="T29"/>
                    </a:cxn>
                  </a:cxnLst>
                  <a:rect l="T45" t="T46" r="T47" b="T48"/>
                  <a:pathLst>
                    <a:path w="57" h="114">
                      <a:moveTo>
                        <a:pt x="0" y="0"/>
                      </a:moveTo>
                      <a:lnTo>
                        <a:pt x="12" y="3"/>
                      </a:lnTo>
                      <a:lnTo>
                        <a:pt x="24" y="7"/>
                      </a:lnTo>
                      <a:lnTo>
                        <a:pt x="35" y="14"/>
                      </a:lnTo>
                      <a:lnTo>
                        <a:pt x="43" y="23"/>
                      </a:lnTo>
                      <a:lnTo>
                        <a:pt x="50" y="33"/>
                      </a:lnTo>
                      <a:lnTo>
                        <a:pt x="55" y="45"/>
                      </a:lnTo>
                      <a:lnTo>
                        <a:pt x="57" y="58"/>
                      </a:lnTo>
                      <a:lnTo>
                        <a:pt x="55" y="70"/>
                      </a:lnTo>
                      <a:lnTo>
                        <a:pt x="50" y="82"/>
                      </a:lnTo>
                      <a:lnTo>
                        <a:pt x="43" y="92"/>
                      </a:lnTo>
                      <a:lnTo>
                        <a:pt x="35" y="101"/>
                      </a:lnTo>
                      <a:lnTo>
                        <a:pt x="24" y="108"/>
                      </a:lnTo>
                      <a:lnTo>
                        <a:pt x="12" y="113"/>
                      </a:lnTo>
                      <a:lnTo>
                        <a:pt x="0" y="114"/>
                      </a:lnTo>
                    </a:path>
                  </a:pathLst>
                </a:custGeom>
                <a:noFill/>
                <a:ln w="0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pPr algn="l" defTabSz="1828800" hangingPunct="1"/>
                  <a:endParaRPr lang="zh-CN" altLang="en-US" sz="3600" b="0" kern="1200">
                    <a:solidFill>
                      <a:prstClr val="black"/>
                    </a:solidFill>
                    <a:latin typeface="等线" panose="020F0502020204030204"/>
                    <a:ea typeface="等线" panose="02010600030101010101" pitchFamily="2" charset="-122"/>
                    <a:cs typeface="+mn-cs"/>
                  </a:endParaRPr>
                </a:p>
              </p:txBody>
            </p:sp>
            <p:sp>
              <p:nvSpPr>
                <p:cNvPr id="1308" name="Line 595">
                  <a:extLst>
                    <a:ext uri="{FF2B5EF4-FFF2-40B4-BE49-F238E27FC236}">
                      <a16:creationId xmlns:a16="http://schemas.microsoft.com/office/drawing/2014/main" id="{C1EEBF15-B3B5-6AC3-48E0-079E497C89E1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4758" y="3015"/>
                  <a:ext cx="1" cy="193"/>
                </a:xfrm>
                <a:prstGeom prst="line">
                  <a:avLst/>
                </a:prstGeom>
                <a:noFill/>
                <a:ln w="0">
                  <a:solidFill>
                    <a:srgbClr val="0000FF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pPr algn="l" defTabSz="1828800" hangingPunct="1"/>
                  <a:endParaRPr lang="zh-CN" altLang="en-US" sz="3600" b="0" kern="1200">
                    <a:solidFill>
                      <a:prstClr val="black"/>
                    </a:solidFill>
                    <a:latin typeface="等线" panose="020F0502020204030204"/>
                    <a:ea typeface="等线" panose="02010600030101010101" pitchFamily="2" charset="-122"/>
                    <a:cs typeface="+mn-cs"/>
                  </a:endParaRPr>
                </a:p>
              </p:txBody>
            </p:sp>
            <p:sp>
              <p:nvSpPr>
                <p:cNvPr id="1309" name="Line 596">
                  <a:extLst>
                    <a:ext uri="{FF2B5EF4-FFF2-40B4-BE49-F238E27FC236}">
                      <a16:creationId xmlns:a16="http://schemas.microsoft.com/office/drawing/2014/main" id="{8A0BE8FC-6C1C-1181-D813-F896E8C0D26B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4758" y="3228"/>
                  <a:ext cx="1" cy="19"/>
                </a:xfrm>
                <a:prstGeom prst="line">
                  <a:avLst/>
                </a:prstGeom>
                <a:noFill/>
                <a:ln w="0">
                  <a:solidFill>
                    <a:srgbClr val="0000FF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pPr algn="l" defTabSz="1828800" hangingPunct="1"/>
                  <a:endParaRPr lang="zh-CN" altLang="en-US" sz="3600" b="0" kern="1200">
                    <a:solidFill>
                      <a:prstClr val="black"/>
                    </a:solidFill>
                    <a:latin typeface="等线" panose="020F0502020204030204"/>
                    <a:ea typeface="等线" panose="02010600030101010101" pitchFamily="2" charset="-122"/>
                    <a:cs typeface="+mn-cs"/>
                  </a:endParaRPr>
                </a:p>
              </p:txBody>
            </p:sp>
            <p:sp>
              <p:nvSpPr>
                <p:cNvPr id="1310" name="Line 597">
                  <a:extLst>
                    <a:ext uri="{FF2B5EF4-FFF2-40B4-BE49-F238E27FC236}">
                      <a16:creationId xmlns:a16="http://schemas.microsoft.com/office/drawing/2014/main" id="{72ECEB2C-F121-8079-BD35-E0830C38A40C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4758" y="3268"/>
                  <a:ext cx="1" cy="210"/>
                </a:xfrm>
                <a:prstGeom prst="line">
                  <a:avLst/>
                </a:prstGeom>
                <a:noFill/>
                <a:ln w="0">
                  <a:solidFill>
                    <a:srgbClr val="0000FF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pPr algn="l" defTabSz="1828800" hangingPunct="1"/>
                  <a:endParaRPr lang="zh-CN" altLang="en-US" sz="3600" b="0" kern="1200">
                    <a:solidFill>
                      <a:prstClr val="black"/>
                    </a:solidFill>
                    <a:latin typeface="等线" panose="020F0502020204030204"/>
                    <a:ea typeface="等线" panose="02010600030101010101" pitchFamily="2" charset="-122"/>
                    <a:cs typeface="+mn-cs"/>
                  </a:endParaRPr>
                </a:p>
              </p:txBody>
            </p:sp>
            <p:sp>
              <p:nvSpPr>
                <p:cNvPr id="1311" name="Line 598">
                  <a:extLst>
                    <a:ext uri="{FF2B5EF4-FFF2-40B4-BE49-F238E27FC236}">
                      <a16:creationId xmlns:a16="http://schemas.microsoft.com/office/drawing/2014/main" id="{000FC0CA-B4BC-2B9E-8BD4-4B6875E65F74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4758" y="3498"/>
                  <a:ext cx="1" cy="19"/>
                </a:xfrm>
                <a:prstGeom prst="line">
                  <a:avLst/>
                </a:prstGeom>
                <a:noFill/>
                <a:ln w="0">
                  <a:solidFill>
                    <a:srgbClr val="0000FF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pPr algn="l" defTabSz="1828800" hangingPunct="1"/>
                  <a:endParaRPr lang="zh-CN" altLang="en-US" sz="3600" b="0" kern="1200">
                    <a:solidFill>
                      <a:prstClr val="black"/>
                    </a:solidFill>
                    <a:latin typeface="等线" panose="020F0502020204030204"/>
                    <a:ea typeface="等线" panose="02010600030101010101" pitchFamily="2" charset="-122"/>
                    <a:cs typeface="+mn-cs"/>
                  </a:endParaRPr>
                </a:p>
              </p:txBody>
            </p:sp>
            <p:sp>
              <p:nvSpPr>
                <p:cNvPr id="1312" name="Line 599">
                  <a:extLst>
                    <a:ext uri="{FF2B5EF4-FFF2-40B4-BE49-F238E27FC236}">
                      <a16:creationId xmlns:a16="http://schemas.microsoft.com/office/drawing/2014/main" id="{21C29838-03D5-8B97-1B8F-192FA7B001C1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4758" y="3538"/>
                  <a:ext cx="1" cy="193"/>
                </a:xfrm>
                <a:prstGeom prst="line">
                  <a:avLst/>
                </a:prstGeom>
                <a:noFill/>
                <a:ln w="0">
                  <a:solidFill>
                    <a:srgbClr val="0000FF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pPr algn="l" defTabSz="1828800" hangingPunct="1"/>
                  <a:endParaRPr lang="zh-CN" altLang="en-US" sz="3600" b="0" kern="1200">
                    <a:solidFill>
                      <a:prstClr val="black"/>
                    </a:solidFill>
                    <a:latin typeface="等线" panose="020F0502020204030204"/>
                    <a:ea typeface="等线" panose="02010600030101010101" pitchFamily="2" charset="-122"/>
                    <a:cs typeface="+mn-cs"/>
                  </a:endParaRPr>
                </a:p>
              </p:txBody>
            </p:sp>
            <p:sp>
              <p:nvSpPr>
                <p:cNvPr id="1313" name="Freeform 600">
                  <a:extLst>
                    <a:ext uri="{FF2B5EF4-FFF2-40B4-BE49-F238E27FC236}">
                      <a16:creationId xmlns:a16="http://schemas.microsoft.com/office/drawing/2014/main" id="{E561EEBC-AECD-0FE1-40CF-2BC2A3A95E76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707" y="3393"/>
                  <a:ext cx="8" cy="17"/>
                </a:xfrm>
                <a:custGeom>
                  <a:avLst/>
                  <a:gdLst>
                    <a:gd name="T0" fmla="*/ 0 w 56"/>
                    <a:gd name="T1" fmla="*/ 0 h 114"/>
                    <a:gd name="T2" fmla="*/ 0 w 56"/>
                    <a:gd name="T3" fmla="*/ 0 h 114"/>
                    <a:gd name="T4" fmla="*/ 0 w 56"/>
                    <a:gd name="T5" fmla="*/ 0 h 114"/>
                    <a:gd name="T6" fmla="*/ 0 w 56"/>
                    <a:gd name="T7" fmla="*/ 0 h 114"/>
                    <a:gd name="T8" fmla="*/ 0 w 56"/>
                    <a:gd name="T9" fmla="*/ 0 h 114"/>
                    <a:gd name="T10" fmla="*/ 0 w 56"/>
                    <a:gd name="T11" fmla="*/ 0 h 114"/>
                    <a:gd name="T12" fmla="*/ 0 w 56"/>
                    <a:gd name="T13" fmla="*/ 0 h 114"/>
                    <a:gd name="T14" fmla="*/ 0 w 56"/>
                    <a:gd name="T15" fmla="*/ 0 h 114"/>
                    <a:gd name="T16" fmla="*/ 0 w 56"/>
                    <a:gd name="T17" fmla="*/ 0 h 114"/>
                    <a:gd name="T18" fmla="*/ 0 w 56"/>
                    <a:gd name="T19" fmla="*/ 0 h 114"/>
                    <a:gd name="T20" fmla="*/ 0 w 56"/>
                    <a:gd name="T21" fmla="*/ 0 h 114"/>
                    <a:gd name="T22" fmla="*/ 0 w 56"/>
                    <a:gd name="T23" fmla="*/ 0 h 114"/>
                    <a:gd name="T24" fmla="*/ 0 w 56"/>
                    <a:gd name="T25" fmla="*/ 0 h 114"/>
                    <a:gd name="T26" fmla="*/ 0 w 56"/>
                    <a:gd name="T27" fmla="*/ 0 h 114"/>
                    <a:gd name="T28" fmla="*/ 0 w 56"/>
                    <a:gd name="T29" fmla="*/ 0 h 114"/>
                    <a:gd name="T30" fmla="*/ 0 w 56"/>
                    <a:gd name="T31" fmla="*/ 0 h 114"/>
                    <a:gd name="T32" fmla="*/ 0 w 56"/>
                    <a:gd name="T33" fmla="*/ 0 h 114"/>
                    <a:gd name="T34" fmla="*/ 0 60000 65536"/>
                    <a:gd name="T35" fmla="*/ 0 60000 65536"/>
                    <a:gd name="T36" fmla="*/ 0 60000 65536"/>
                    <a:gd name="T37" fmla="*/ 0 60000 65536"/>
                    <a:gd name="T38" fmla="*/ 0 60000 65536"/>
                    <a:gd name="T39" fmla="*/ 0 60000 65536"/>
                    <a:gd name="T40" fmla="*/ 0 60000 65536"/>
                    <a:gd name="T41" fmla="*/ 0 60000 65536"/>
                    <a:gd name="T42" fmla="*/ 0 60000 65536"/>
                    <a:gd name="T43" fmla="*/ 0 60000 65536"/>
                    <a:gd name="T44" fmla="*/ 0 60000 65536"/>
                    <a:gd name="T45" fmla="*/ 0 60000 65536"/>
                    <a:gd name="T46" fmla="*/ 0 60000 65536"/>
                    <a:gd name="T47" fmla="*/ 0 60000 65536"/>
                    <a:gd name="T48" fmla="*/ 0 60000 65536"/>
                    <a:gd name="T49" fmla="*/ 0 60000 65536"/>
                    <a:gd name="T50" fmla="*/ 0 60000 65536"/>
                    <a:gd name="T51" fmla="*/ 0 w 56"/>
                    <a:gd name="T52" fmla="*/ 0 h 114"/>
                    <a:gd name="T53" fmla="*/ 56 w 56"/>
                    <a:gd name="T54" fmla="*/ 114 h 114"/>
                  </a:gdLst>
                  <a:ahLst/>
                  <a:cxnLst>
                    <a:cxn ang="T34">
                      <a:pos x="T0" y="T1"/>
                    </a:cxn>
                    <a:cxn ang="T35">
                      <a:pos x="T2" y="T3"/>
                    </a:cxn>
                    <a:cxn ang="T36">
                      <a:pos x="T4" y="T5"/>
                    </a:cxn>
                    <a:cxn ang="T37">
                      <a:pos x="T6" y="T7"/>
                    </a:cxn>
                    <a:cxn ang="T38">
                      <a:pos x="T8" y="T9"/>
                    </a:cxn>
                    <a:cxn ang="T39">
                      <a:pos x="T10" y="T11"/>
                    </a:cxn>
                    <a:cxn ang="T40">
                      <a:pos x="T12" y="T13"/>
                    </a:cxn>
                    <a:cxn ang="T41">
                      <a:pos x="T14" y="T15"/>
                    </a:cxn>
                    <a:cxn ang="T42">
                      <a:pos x="T16" y="T17"/>
                    </a:cxn>
                    <a:cxn ang="T43">
                      <a:pos x="T18" y="T19"/>
                    </a:cxn>
                    <a:cxn ang="T44">
                      <a:pos x="T20" y="T21"/>
                    </a:cxn>
                    <a:cxn ang="T45">
                      <a:pos x="T22" y="T23"/>
                    </a:cxn>
                    <a:cxn ang="T46">
                      <a:pos x="T24" y="T25"/>
                    </a:cxn>
                    <a:cxn ang="T47">
                      <a:pos x="T26" y="T27"/>
                    </a:cxn>
                    <a:cxn ang="T48">
                      <a:pos x="T28" y="T29"/>
                    </a:cxn>
                    <a:cxn ang="T49">
                      <a:pos x="T30" y="T31"/>
                    </a:cxn>
                    <a:cxn ang="T50">
                      <a:pos x="T32" y="T33"/>
                    </a:cxn>
                  </a:cxnLst>
                  <a:rect l="T51" t="T52" r="T53" b="T54"/>
                  <a:pathLst>
                    <a:path w="56" h="114">
                      <a:moveTo>
                        <a:pt x="56" y="57"/>
                      </a:moveTo>
                      <a:lnTo>
                        <a:pt x="56" y="114"/>
                      </a:lnTo>
                      <a:lnTo>
                        <a:pt x="44" y="112"/>
                      </a:lnTo>
                      <a:lnTo>
                        <a:pt x="31" y="108"/>
                      </a:lnTo>
                      <a:lnTo>
                        <a:pt x="21" y="101"/>
                      </a:lnTo>
                      <a:lnTo>
                        <a:pt x="12" y="92"/>
                      </a:lnTo>
                      <a:lnTo>
                        <a:pt x="5" y="82"/>
                      </a:lnTo>
                      <a:lnTo>
                        <a:pt x="1" y="70"/>
                      </a:lnTo>
                      <a:lnTo>
                        <a:pt x="0" y="57"/>
                      </a:lnTo>
                      <a:lnTo>
                        <a:pt x="1" y="45"/>
                      </a:lnTo>
                      <a:lnTo>
                        <a:pt x="5" y="33"/>
                      </a:lnTo>
                      <a:lnTo>
                        <a:pt x="12" y="23"/>
                      </a:lnTo>
                      <a:lnTo>
                        <a:pt x="21" y="14"/>
                      </a:lnTo>
                      <a:lnTo>
                        <a:pt x="31" y="7"/>
                      </a:lnTo>
                      <a:lnTo>
                        <a:pt x="44" y="2"/>
                      </a:lnTo>
                      <a:lnTo>
                        <a:pt x="56" y="0"/>
                      </a:lnTo>
                      <a:lnTo>
                        <a:pt x="56" y="57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algn="l" defTabSz="1828800" hangingPunct="1"/>
                  <a:endParaRPr lang="zh-CN" altLang="en-US" sz="3600" b="0" kern="1200">
                    <a:solidFill>
                      <a:prstClr val="black"/>
                    </a:solidFill>
                    <a:latin typeface="等线" panose="020F0502020204030204"/>
                    <a:ea typeface="等线" panose="02010600030101010101" pitchFamily="2" charset="-122"/>
                    <a:cs typeface="+mn-cs"/>
                  </a:endParaRPr>
                </a:p>
              </p:txBody>
            </p:sp>
            <p:sp>
              <p:nvSpPr>
                <p:cNvPr id="1314" name="Freeform 601">
                  <a:extLst>
                    <a:ext uri="{FF2B5EF4-FFF2-40B4-BE49-F238E27FC236}">
                      <a16:creationId xmlns:a16="http://schemas.microsoft.com/office/drawing/2014/main" id="{F9C1A32D-FB74-FA81-AAC2-AA703618AA90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707" y="3393"/>
                  <a:ext cx="8" cy="17"/>
                </a:xfrm>
                <a:custGeom>
                  <a:avLst/>
                  <a:gdLst>
                    <a:gd name="T0" fmla="*/ 0 w 56"/>
                    <a:gd name="T1" fmla="*/ 0 h 114"/>
                    <a:gd name="T2" fmla="*/ 0 w 56"/>
                    <a:gd name="T3" fmla="*/ 0 h 114"/>
                    <a:gd name="T4" fmla="*/ 0 w 56"/>
                    <a:gd name="T5" fmla="*/ 0 h 114"/>
                    <a:gd name="T6" fmla="*/ 0 w 56"/>
                    <a:gd name="T7" fmla="*/ 0 h 114"/>
                    <a:gd name="T8" fmla="*/ 0 w 56"/>
                    <a:gd name="T9" fmla="*/ 0 h 114"/>
                    <a:gd name="T10" fmla="*/ 0 w 56"/>
                    <a:gd name="T11" fmla="*/ 0 h 114"/>
                    <a:gd name="T12" fmla="*/ 0 w 56"/>
                    <a:gd name="T13" fmla="*/ 0 h 114"/>
                    <a:gd name="T14" fmla="*/ 0 w 56"/>
                    <a:gd name="T15" fmla="*/ 0 h 114"/>
                    <a:gd name="T16" fmla="*/ 0 w 56"/>
                    <a:gd name="T17" fmla="*/ 0 h 114"/>
                    <a:gd name="T18" fmla="*/ 0 w 56"/>
                    <a:gd name="T19" fmla="*/ 0 h 114"/>
                    <a:gd name="T20" fmla="*/ 0 w 56"/>
                    <a:gd name="T21" fmla="*/ 0 h 114"/>
                    <a:gd name="T22" fmla="*/ 0 w 56"/>
                    <a:gd name="T23" fmla="*/ 0 h 114"/>
                    <a:gd name="T24" fmla="*/ 0 w 56"/>
                    <a:gd name="T25" fmla="*/ 0 h 114"/>
                    <a:gd name="T26" fmla="*/ 0 w 56"/>
                    <a:gd name="T27" fmla="*/ 0 h 114"/>
                    <a:gd name="T28" fmla="*/ 0 w 56"/>
                    <a:gd name="T29" fmla="*/ 0 h 114"/>
                    <a:gd name="T30" fmla="*/ 0 60000 65536"/>
                    <a:gd name="T31" fmla="*/ 0 60000 65536"/>
                    <a:gd name="T32" fmla="*/ 0 60000 65536"/>
                    <a:gd name="T33" fmla="*/ 0 60000 65536"/>
                    <a:gd name="T34" fmla="*/ 0 60000 65536"/>
                    <a:gd name="T35" fmla="*/ 0 60000 65536"/>
                    <a:gd name="T36" fmla="*/ 0 60000 65536"/>
                    <a:gd name="T37" fmla="*/ 0 60000 65536"/>
                    <a:gd name="T38" fmla="*/ 0 60000 65536"/>
                    <a:gd name="T39" fmla="*/ 0 60000 65536"/>
                    <a:gd name="T40" fmla="*/ 0 60000 65536"/>
                    <a:gd name="T41" fmla="*/ 0 60000 65536"/>
                    <a:gd name="T42" fmla="*/ 0 60000 65536"/>
                    <a:gd name="T43" fmla="*/ 0 60000 65536"/>
                    <a:gd name="T44" fmla="*/ 0 60000 65536"/>
                    <a:gd name="T45" fmla="*/ 0 w 56"/>
                    <a:gd name="T46" fmla="*/ 0 h 114"/>
                    <a:gd name="T47" fmla="*/ 56 w 56"/>
                    <a:gd name="T48" fmla="*/ 114 h 114"/>
                  </a:gdLst>
                  <a:ahLst/>
                  <a:cxnLst>
                    <a:cxn ang="T30">
                      <a:pos x="T0" y="T1"/>
                    </a:cxn>
                    <a:cxn ang="T31">
                      <a:pos x="T2" y="T3"/>
                    </a:cxn>
                    <a:cxn ang="T32">
                      <a:pos x="T4" y="T5"/>
                    </a:cxn>
                    <a:cxn ang="T33">
                      <a:pos x="T6" y="T7"/>
                    </a:cxn>
                    <a:cxn ang="T34">
                      <a:pos x="T8" y="T9"/>
                    </a:cxn>
                    <a:cxn ang="T35">
                      <a:pos x="T10" y="T11"/>
                    </a:cxn>
                    <a:cxn ang="T36">
                      <a:pos x="T12" y="T13"/>
                    </a:cxn>
                    <a:cxn ang="T37">
                      <a:pos x="T14" y="T15"/>
                    </a:cxn>
                    <a:cxn ang="T38">
                      <a:pos x="T16" y="T17"/>
                    </a:cxn>
                    <a:cxn ang="T39">
                      <a:pos x="T18" y="T19"/>
                    </a:cxn>
                    <a:cxn ang="T40">
                      <a:pos x="T20" y="T21"/>
                    </a:cxn>
                    <a:cxn ang="T41">
                      <a:pos x="T22" y="T23"/>
                    </a:cxn>
                    <a:cxn ang="T42">
                      <a:pos x="T24" y="T25"/>
                    </a:cxn>
                    <a:cxn ang="T43">
                      <a:pos x="T26" y="T27"/>
                    </a:cxn>
                    <a:cxn ang="T44">
                      <a:pos x="T28" y="T29"/>
                    </a:cxn>
                  </a:cxnLst>
                  <a:rect l="T45" t="T46" r="T47" b="T48"/>
                  <a:pathLst>
                    <a:path w="56" h="114">
                      <a:moveTo>
                        <a:pt x="56" y="114"/>
                      </a:moveTo>
                      <a:lnTo>
                        <a:pt x="44" y="112"/>
                      </a:lnTo>
                      <a:lnTo>
                        <a:pt x="31" y="108"/>
                      </a:lnTo>
                      <a:lnTo>
                        <a:pt x="21" y="101"/>
                      </a:lnTo>
                      <a:lnTo>
                        <a:pt x="12" y="92"/>
                      </a:lnTo>
                      <a:lnTo>
                        <a:pt x="5" y="82"/>
                      </a:lnTo>
                      <a:lnTo>
                        <a:pt x="1" y="70"/>
                      </a:lnTo>
                      <a:lnTo>
                        <a:pt x="0" y="57"/>
                      </a:lnTo>
                      <a:lnTo>
                        <a:pt x="1" y="45"/>
                      </a:lnTo>
                      <a:lnTo>
                        <a:pt x="5" y="33"/>
                      </a:lnTo>
                      <a:lnTo>
                        <a:pt x="12" y="23"/>
                      </a:lnTo>
                      <a:lnTo>
                        <a:pt x="21" y="14"/>
                      </a:lnTo>
                      <a:lnTo>
                        <a:pt x="31" y="7"/>
                      </a:lnTo>
                      <a:lnTo>
                        <a:pt x="44" y="2"/>
                      </a:lnTo>
                      <a:lnTo>
                        <a:pt x="56" y="0"/>
                      </a:lnTo>
                    </a:path>
                  </a:pathLst>
                </a:custGeom>
                <a:noFill/>
                <a:ln w="0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pPr algn="l" defTabSz="1828800" hangingPunct="1"/>
                  <a:endParaRPr lang="zh-CN" altLang="en-US" sz="3600" b="0" kern="1200">
                    <a:solidFill>
                      <a:prstClr val="black"/>
                    </a:solidFill>
                    <a:latin typeface="等线" panose="020F0502020204030204"/>
                    <a:ea typeface="等线" panose="02010600030101010101" pitchFamily="2" charset="-122"/>
                    <a:cs typeface="+mn-cs"/>
                  </a:endParaRPr>
                </a:p>
              </p:txBody>
            </p:sp>
            <p:sp>
              <p:nvSpPr>
                <p:cNvPr id="1315" name="Freeform 602">
                  <a:extLst>
                    <a:ext uri="{FF2B5EF4-FFF2-40B4-BE49-F238E27FC236}">
                      <a16:creationId xmlns:a16="http://schemas.microsoft.com/office/drawing/2014/main" id="{D372651A-FF7C-88A9-9692-1EC1B3CA8581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715" y="3393"/>
                  <a:ext cx="190" cy="17"/>
                </a:xfrm>
                <a:custGeom>
                  <a:avLst/>
                  <a:gdLst>
                    <a:gd name="T0" fmla="*/ 0 w 1327"/>
                    <a:gd name="T1" fmla="*/ 0 h 114"/>
                    <a:gd name="T2" fmla="*/ 0 w 1327"/>
                    <a:gd name="T3" fmla="*/ 0 h 114"/>
                    <a:gd name="T4" fmla="*/ 0 w 1327"/>
                    <a:gd name="T5" fmla="*/ 0 h 114"/>
                    <a:gd name="T6" fmla="*/ 0 w 1327"/>
                    <a:gd name="T7" fmla="*/ 0 h 114"/>
                    <a:gd name="T8" fmla="*/ 0 w 1327"/>
                    <a:gd name="T9" fmla="*/ 0 h 114"/>
                    <a:gd name="T10" fmla="*/ 0 w 1327"/>
                    <a:gd name="T11" fmla="*/ 0 h 114"/>
                    <a:gd name="T12" fmla="*/ 0 w 1327"/>
                    <a:gd name="T13" fmla="*/ 0 h 114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1327"/>
                    <a:gd name="T22" fmla="*/ 0 h 114"/>
                    <a:gd name="T23" fmla="*/ 1327 w 1327"/>
                    <a:gd name="T24" fmla="*/ 114 h 114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1327" h="114">
                      <a:moveTo>
                        <a:pt x="0" y="0"/>
                      </a:moveTo>
                      <a:lnTo>
                        <a:pt x="0" y="57"/>
                      </a:lnTo>
                      <a:lnTo>
                        <a:pt x="0" y="114"/>
                      </a:lnTo>
                      <a:lnTo>
                        <a:pt x="1327" y="114"/>
                      </a:lnTo>
                      <a:lnTo>
                        <a:pt x="1327" y="57"/>
                      </a:lnTo>
                      <a:lnTo>
                        <a:pt x="1327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algn="l" defTabSz="1828800" hangingPunct="1"/>
                  <a:endParaRPr lang="zh-CN" altLang="en-US" sz="3600" b="0" kern="1200">
                    <a:solidFill>
                      <a:prstClr val="black"/>
                    </a:solidFill>
                    <a:latin typeface="等线" panose="020F0502020204030204"/>
                    <a:ea typeface="等线" panose="02010600030101010101" pitchFamily="2" charset="-122"/>
                    <a:cs typeface="+mn-cs"/>
                  </a:endParaRPr>
                </a:p>
              </p:txBody>
            </p:sp>
            <p:sp>
              <p:nvSpPr>
                <p:cNvPr id="1316" name="Freeform 603">
                  <a:extLst>
                    <a:ext uri="{FF2B5EF4-FFF2-40B4-BE49-F238E27FC236}">
                      <a16:creationId xmlns:a16="http://schemas.microsoft.com/office/drawing/2014/main" id="{5F55ABD4-A46B-3463-0856-D5762C068083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715" y="3393"/>
                  <a:ext cx="190" cy="17"/>
                </a:xfrm>
                <a:custGeom>
                  <a:avLst/>
                  <a:gdLst>
                    <a:gd name="T0" fmla="*/ 0 w 1327"/>
                    <a:gd name="T1" fmla="*/ 0 h 114"/>
                    <a:gd name="T2" fmla="*/ 0 w 1327"/>
                    <a:gd name="T3" fmla="*/ 0 h 114"/>
                    <a:gd name="T4" fmla="*/ 0 w 1327"/>
                    <a:gd name="T5" fmla="*/ 0 h 114"/>
                    <a:gd name="T6" fmla="*/ 0 w 1327"/>
                    <a:gd name="T7" fmla="*/ 0 h 114"/>
                    <a:gd name="T8" fmla="*/ 0 w 1327"/>
                    <a:gd name="T9" fmla="*/ 0 h 114"/>
                    <a:gd name="T10" fmla="*/ 0 w 1327"/>
                    <a:gd name="T11" fmla="*/ 0 h 114"/>
                    <a:gd name="T12" fmla="*/ 0 w 1327"/>
                    <a:gd name="T13" fmla="*/ 0 h 114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1327"/>
                    <a:gd name="T22" fmla="*/ 0 h 114"/>
                    <a:gd name="T23" fmla="*/ 1327 w 1327"/>
                    <a:gd name="T24" fmla="*/ 114 h 114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1327" h="114">
                      <a:moveTo>
                        <a:pt x="0" y="0"/>
                      </a:moveTo>
                      <a:lnTo>
                        <a:pt x="0" y="57"/>
                      </a:lnTo>
                      <a:lnTo>
                        <a:pt x="0" y="114"/>
                      </a:lnTo>
                      <a:lnTo>
                        <a:pt x="1327" y="114"/>
                      </a:lnTo>
                      <a:lnTo>
                        <a:pt x="1327" y="57"/>
                      </a:lnTo>
                      <a:lnTo>
                        <a:pt x="1327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noFill/>
                <a:ln w="0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pPr algn="l" defTabSz="1828800" hangingPunct="1"/>
                  <a:endParaRPr lang="zh-CN" altLang="en-US" sz="3600" b="0" kern="1200">
                    <a:solidFill>
                      <a:prstClr val="black"/>
                    </a:solidFill>
                    <a:latin typeface="等线" panose="020F0502020204030204"/>
                    <a:ea typeface="等线" panose="02010600030101010101" pitchFamily="2" charset="-122"/>
                    <a:cs typeface="+mn-cs"/>
                  </a:endParaRPr>
                </a:p>
              </p:txBody>
            </p:sp>
            <p:sp>
              <p:nvSpPr>
                <p:cNvPr id="1317" name="Freeform 604">
                  <a:extLst>
                    <a:ext uri="{FF2B5EF4-FFF2-40B4-BE49-F238E27FC236}">
                      <a16:creationId xmlns:a16="http://schemas.microsoft.com/office/drawing/2014/main" id="{3A2C9DF1-8650-CA83-E4CF-EA1026D341EB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905" y="3393"/>
                  <a:ext cx="8" cy="17"/>
                </a:xfrm>
                <a:custGeom>
                  <a:avLst/>
                  <a:gdLst>
                    <a:gd name="T0" fmla="*/ 0 w 57"/>
                    <a:gd name="T1" fmla="*/ 0 h 114"/>
                    <a:gd name="T2" fmla="*/ 0 w 57"/>
                    <a:gd name="T3" fmla="*/ 0 h 114"/>
                    <a:gd name="T4" fmla="*/ 0 w 57"/>
                    <a:gd name="T5" fmla="*/ 0 h 114"/>
                    <a:gd name="T6" fmla="*/ 0 w 57"/>
                    <a:gd name="T7" fmla="*/ 0 h 114"/>
                    <a:gd name="T8" fmla="*/ 0 w 57"/>
                    <a:gd name="T9" fmla="*/ 0 h 114"/>
                    <a:gd name="T10" fmla="*/ 0 w 57"/>
                    <a:gd name="T11" fmla="*/ 0 h 114"/>
                    <a:gd name="T12" fmla="*/ 0 w 57"/>
                    <a:gd name="T13" fmla="*/ 0 h 114"/>
                    <a:gd name="T14" fmla="*/ 0 w 57"/>
                    <a:gd name="T15" fmla="*/ 0 h 114"/>
                    <a:gd name="T16" fmla="*/ 0 w 57"/>
                    <a:gd name="T17" fmla="*/ 0 h 114"/>
                    <a:gd name="T18" fmla="*/ 0 w 57"/>
                    <a:gd name="T19" fmla="*/ 0 h 114"/>
                    <a:gd name="T20" fmla="*/ 0 w 57"/>
                    <a:gd name="T21" fmla="*/ 0 h 114"/>
                    <a:gd name="T22" fmla="*/ 0 w 57"/>
                    <a:gd name="T23" fmla="*/ 0 h 114"/>
                    <a:gd name="T24" fmla="*/ 0 w 57"/>
                    <a:gd name="T25" fmla="*/ 0 h 114"/>
                    <a:gd name="T26" fmla="*/ 0 w 57"/>
                    <a:gd name="T27" fmla="*/ 0 h 114"/>
                    <a:gd name="T28" fmla="*/ 0 w 57"/>
                    <a:gd name="T29" fmla="*/ 0 h 114"/>
                    <a:gd name="T30" fmla="*/ 0 w 57"/>
                    <a:gd name="T31" fmla="*/ 0 h 114"/>
                    <a:gd name="T32" fmla="*/ 0 w 57"/>
                    <a:gd name="T33" fmla="*/ 0 h 114"/>
                    <a:gd name="T34" fmla="*/ 0 60000 65536"/>
                    <a:gd name="T35" fmla="*/ 0 60000 65536"/>
                    <a:gd name="T36" fmla="*/ 0 60000 65536"/>
                    <a:gd name="T37" fmla="*/ 0 60000 65536"/>
                    <a:gd name="T38" fmla="*/ 0 60000 65536"/>
                    <a:gd name="T39" fmla="*/ 0 60000 65536"/>
                    <a:gd name="T40" fmla="*/ 0 60000 65536"/>
                    <a:gd name="T41" fmla="*/ 0 60000 65536"/>
                    <a:gd name="T42" fmla="*/ 0 60000 65536"/>
                    <a:gd name="T43" fmla="*/ 0 60000 65536"/>
                    <a:gd name="T44" fmla="*/ 0 60000 65536"/>
                    <a:gd name="T45" fmla="*/ 0 60000 65536"/>
                    <a:gd name="T46" fmla="*/ 0 60000 65536"/>
                    <a:gd name="T47" fmla="*/ 0 60000 65536"/>
                    <a:gd name="T48" fmla="*/ 0 60000 65536"/>
                    <a:gd name="T49" fmla="*/ 0 60000 65536"/>
                    <a:gd name="T50" fmla="*/ 0 60000 65536"/>
                    <a:gd name="T51" fmla="*/ 0 w 57"/>
                    <a:gd name="T52" fmla="*/ 0 h 114"/>
                    <a:gd name="T53" fmla="*/ 57 w 57"/>
                    <a:gd name="T54" fmla="*/ 114 h 114"/>
                  </a:gdLst>
                  <a:ahLst/>
                  <a:cxnLst>
                    <a:cxn ang="T34">
                      <a:pos x="T0" y="T1"/>
                    </a:cxn>
                    <a:cxn ang="T35">
                      <a:pos x="T2" y="T3"/>
                    </a:cxn>
                    <a:cxn ang="T36">
                      <a:pos x="T4" y="T5"/>
                    </a:cxn>
                    <a:cxn ang="T37">
                      <a:pos x="T6" y="T7"/>
                    </a:cxn>
                    <a:cxn ang="T38">
                      <a:pos x="T8" y="T9"/>
                    </a:cxn>
                    <a:cxn ang="T39">
                      <a:pos x="T10" y="T11"/>
                    </a:cxn>
                    <a:cxn ang="T40">
                      <a:pos x="T12" y="T13"/>
                    </a:cxn>
                    <a:cxn ang="T41">
                      <a:pos x="T14" y="T15"/>
                    </a:cxn>
                    <a:cxn ang="T42">
                      <a:pos x="T16" y="T17"/>
                    </a:cxn>
                    <a:cxn ang="T43">
                      <a:pos x="T18" y="T19"/>
                    </a:cxn>
                    <a:cxn ang="T44">
                      <a:pos x="T20" y="T21"/>
                    </a:cxn>
                    <a:cxn ang="T45">
                      <a:pos x="T22" y="T23"/>
                    </a:cxn>
                    <a:cxn ang="T46">
                      <a:pos x="T24" y="T25"/>
                    </a:cxn>
                    <a:cxn ang="T47">
                      <a:pos x="T26" y="T27"/>
                    </a:cxn>
                    <a:cxn ang="T48">
                      <a:pos x="T28" y="T29"/>
                    </a:cxn>
                    <a:cxn ang="T49">
                      <a:pos x="T30" y="T31"/>
                    </a:cxn>
                    <a:cxn ang="T50">
                      <a:pos x="T32" y="T33"/>
                    </a:cxn>
                  </a:cxnLst>
                  <a:rect l="T51" t="T52" r="T53" b="T54"/>
                  <a:pathLst>
                    <a:path w="57" h="114">
                      <a:moveTo>
                        <a:pt x="0" y="57"/>
                      </a:moveTo>
                      <a:lnTo>
                        <a:pt x="0" y="0"/>
                      </a:lnTo>
                      <a:lnTo>
                        <a:pt x="12" y="2"/>
                      </a:lnTo>
                      <a:lnTo>
                        <a:pt x="24" y="7"/>
                      </a:lnTo>
                      <a:lnTo>
                        <a:pt x="34" y="14"/>
                      </a:lnTo>
                      <a:lnTo>
                        <a:pt x="43" y="23"/>
                      </a:lnTo>
                      <a:lnTo>
                        <a:pt x="50" y="33"/>
                      </a:lnTo>
                      <a:lnTo>
                        <a:pt x="55" y="45"/>
                      </a:lnTo>
                      <a:lnTo>
                        <a:pt x="57" y="57"/>
                      </a:lnTo>
                      <a:lnTo>
                        <a:pt x="55" y="70"/>
                      </a:lnTo>
                      <a:lnTo>
                        <a:pt x="50" y="82"/>
                      </a:lnTo>
                      <a:lnTo>
                        <a:pt x="43" y="92"/>
                      </a:lnTo>
                      <a:lnTo>
                        <a:pt x="34" y="101"/>
                      </a:lnTo>
                      <a:lnTo>
                        <a:pt x="24" y="108"/>
                      </a:lnTo>
                      <a:lnTo>
                        <a:pt x="12" y="112"/>
                      </a:lnTo>
                      <a:lnTo>
                        <a:pt x="0" y="114"/>
                      </a:lnTo>
                      <a:lnTo>
                        <a:pt x="0" y="57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algn="l" defTabSz="1828800" hangingPunct="1"/>
                  <a:endParaRPr lang="zh-CN" altLang="en-US" sz="3600" b="0" kern="1200">
                    <a:solidFill>
                      <a:prstClr val="black"/>
                    </a:solidFill>
                    <a:latin typeface="等线" panose="020F0502020204030204"/>
                    <a:ea typeface="等线" panose="02010600030101010101" pitchFamily="2" charset="-122"/>
                    <a:cs typeface="+mn-cs"/>
                  </a:endParaRPr>
                </a:p>
              </p:txBody>
            </p:sp>
            <p:sp>
              <p:nvSpPr>
                <p:cNvPr id="1318" name="Freeform 605">
                  <a:extLst>
                    <a:ext uri="{FF2B5EF4-FFF2-40B4-BE49-F238E27FC236}">
                      <a16:creationId xmlns:a16="http://schemas.microsoft.com/office/drawing/2014/main" id="{5ADB5707-7A71-FBC0-D320-7BBECFDAE4D0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905" y="3393"/>
                  <a:ext cx="8" cy="17"/>
                </a:xfrm>
                <a:custGeom>
                  <a:avLst/>
                  <a:gdLst>
                    <a:gd name="T0" fmla="*/ 0 w 57"/>
                    <a:gd name="T1" fmla="*/ 0 h 114"/>
                    <a:gd name="T2" fmla="*/ 0 w 57"/>
                    <a:gd name="T3" fmla="*/ 0 h 114"/>
                    <a:gd name="T4" fmla="*/ 0 w 57"/>
                    <a:gd name="T5" fmla="*/ 0 h 114"/>
                    <a:gd name="T6" fmla="*/ 0 w 57"/>
                    <a:gd name="T7" fmla="*/ 0 h 114"/>
                    <a:gd name="T8" fmla="*/ 0 w 57"/>
                    <a:gd name="T9" fmla="*/ 0 h 114"/>
                    <a:gd name="T10" fmla="*/ 0 w 57"/>
                    <a:gd name="T11" fmla="*/ 0 h 114"/>
                    <a:gd name="T12" fmla="*/ 0 w 57"/>
                    <a:gd name="T13" fmla="*/ 0 h 114"/>
                    <a:gd name="T14" fmla="*/ 0 w 57"/>
                    <a:gd name="T15" fmla="*/ 0 h 114"/>
                    <a:gd name="T16" fmla="*/ 0 w 57"/>
                    <a:gd name="T17" fmla="*/ 0 h 114"/>
                    <a:gd name="T18" fmla="*/ 0 w 57"/>
                    <a:gd name="T19" fmla="*/ 0 h 114"/>
                    <a:gd name="T20" fmla="*/ 0 w 57"/>
                    <a:gd name="T21" fmla="*/ 0 h 114"/>
                    <a:gd name="T22" fmla="*/ 0 w 57"/>
                    <a:gd name="T23" fmla="*/ 0 h 114"/>
                    <a:gd name="T24" fmla="*/ 0 w 57"/>
                    <a:gd name="T25" fmla="*/ 0 h 114"/>
                    <a:gd name="T26" fmla="*/ 0 w 57"/>
                    <a:gd name="T27" fmla="*/ 0 h 114"/>
                    <a:gd name="T28" fmla="*/ 0 w 57"/>
                    <a:gd name="T29" fmla="*/ 0 h 114"/>
                    <a:gd name="T30" fmla="*/ 0 60000 65536"/>
                    <a:gd name="T31" fmla="*/ 0 60000 65536"/>
                    <a:gd name="T32" fmla="*/ 0 60000 65536"/>
                    <a:gd name="T33" fmla="*/ 0 60000 65536"/>
                    <a:gd name="T34" fmla="*/ 0 60000 65536"/>
                    <a:gd name="T35" fmla="*/ 0 60000 65536"/>
                    <a:gd name="T36" fmla="*/ 0 60000 65536"/>
                    <a:gd name="T37" fmla="*/ 0 60000 65536"/>
                    <a:gd name="T38" fmla="*/ 0 60000 65536"/>
                    <a:gd name="T39" fmla="*/ 0 60000 65536"/>
                    <a:gd name="T40" fmla="*/ 0 60000 65536"/>
                    <a:gd name="T41" fmla="*/ 0 60000 65536"/>
                    <a:gd name="T42" fmla="*/ 0 60000 65536"/>
                    <a:gd name="T43" fmla="*/ 0 60000 65536"/>
                    <a:gd name="T44" fmla="*/ 0 60000 65536"/>
                    <a:gd name="T45" fmla="*/ 0 w 57"/>
                    <a:gd name="T46" fmla="*/ 0 h 114"/>
                    <a:gd name="T47" fmla="*/ 57 w 57"/>
                    <a:gd name="T48" fmla="*/ 114 h 114"/>
                  </a:gdLst>
                  <a:ahLst/>
                  <a:cxnLst>
                    <a:cxn ang="T30">
                      <a:pos x="T0" y="T1"/>
                    </a:cxn>
                    <a:cxn ang="T31">
                      <a:pos x="T2" y="T3"/>
                    </a:cxn>
                    <a:cxn ang="T32">
                      <a:pos x="T4" y="T5"/>
                    </a:cxn>
                    <a:cxn ang="T33">
                      <a:pos x="T6" y="T7"/>
                    </a:cxn>
                    <a:cxn ang="T34">
                      <a:pos x="T8" y="T9"/>
                    </a:cxn>
                    <a:cxn ang="T35">
                      <a:pos x="T10" y="T11"/>
                    </a:cxn>
                    <a:cxn ang="T36">
                      <a:pos x="T12" y="T13"/>
                    </a:cxn>
                    <a:cxn ang="T37">
                      <a:pos x="T14" y="T15"/>
                    </a:cxn>
                    <a:cxn ang="T38">
                      <a:pos x="T16" y="T17"/>
                    </a:cxn>
                    <a:cxn ang="T39">
                      <a:pos x="T18" y="T19"/>
                    </a:cxn>
                    <a:cxn ang="T40">
                      <a:pos x="T20" y="T21"/>
                    </a:cxn>
                    <a:cxn ang="T41">
                      <a:pos x="T22" y="T23"/>
                    </a:cxn>
                    <a:cxn ang="T42">
                      <a:pos x="T24" y="T25"/>
                    </a:cxn>
                    <a:cxn ang="T43">
                      <a:pos x="T26" y="T27"/>
                    </a:cxn>
                    <a:cxn ang="T44">
                      <a:pos x="T28" y="T29"/>
                    </a:cxn>
                  </a:cxnLst>
                  <a:rect l="T45" t="T46" r="T47" b="T48"/>
                  <a:pathLst>
                    <a:path w="57" h="114">
                      <a:moveTo>
                        <a:pt x="0" y="0"/>
                      </a:moveTo>
                      <a:lnTo>
                        <a:pt x="12" y="2"/>
                      </a:lnTo>
                      <a:lnTo>
                        <a:pt x="24" y="7"/>
                      </a:lnTo>
                      <a:lnTo>
                        <a:pt x="34" y="14"/>
                      </a:lnTo>
                      <a:lnTo>
                        <a:pt x="43" y="23"/>
                      </a:lnTo>
                      <a:lnTo>
                        <a:pt x="50" y="33"/>
                      </a:lnTo>
                      <a:lnTo>
                        <a:pt x="55" y="45"/>
                      </a:lnTo>
                      <a:lnTo>
                        <a:pt x="57" y="57"/>
                      </a:lnTo>
                      <a:lnTo>
                        <a:pt x="55" y="70"/>
                      </a:lnTo>
                      <a:lnTo>
                        <a:pt x="50" y="82"/>
                      </a:lnTo>
                      <a:lnTo>
                        <a:pt x="43" y="92"/>
                      </a:lnTo>
                      <a:lnTo>
                        <a:pt x="34" y="101"/>
                      </a:lnTo>
                      <a:lnTo>
                        <a:pt x="24" y="108"/>
                      </a:lnTo>
                      <a:lnTo>
                        <a:pt x="12" y="112"/>
                      </a:lnTo>
                      <a:lnTo>
                        <a:pt x="0" y="114"/>
                      </a:lnTo>
                    </a:path>
                  </a:pathLst>
                </a:custGeom>
                <a:noFill/>
                <a:ln w="0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pPr algn="l" defTabSz="1828800" hangingPunct="1"/>
                  <a:endParaRPr lang="zh-CN" altLang="en-US" sz="3600" b="0" kern="1200">
                    <a:solidFill>
                      <a:prstClr val="black"/>
                    </a:solidFill>
                    <a:latin typeface="等线" panose="020F0502020204030204"/>
                    <a:ea typeface="等线" panose="02010600030101010101" pitchFamily="2" charset="-122"/>
                    <a:cs typeface="+mn-cs"/>
                  </a:endParaRPr>
                </a:p>
              </p:txBody>
            </p:sp>
            <p:sp>
              <p:nvSpPr>
                <p:cNvPr id="1319" name="Freeform 606">
                  <a:extLst>
                    <a:ext uri="{FF2B5EF4-FFF2-40B4-BE49-F238E27FC236}">
                      <a16:creationId xmlns:a16="http://schemas.microsoft.com/office/drawing/2014/main" id="{0BD96277-8DC6-70C3-2214-7ACCDF421319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4333" y="3507"/>
                  <a:ext cx="16" cy="8"/>
                </a:xfrm>
                <a:custGeom>
                  <a:avLst/>
                  <a:gdLst>
                    <a:gd name="T0" fmla="*/ 0 w 113"/>
                    <a:gd name="T1" fmla="*/ 0 h 57"/>
                    <a:gd name="T2" fmla="*/ 0 w 113"/>
                    <a:gd name="T3" fmla="*/ 0 h 57"/>
                    <a:gd name="T4" fmla="*/ 0 w 113"/>
                    <a:gd name="T5" fmla="*/ 0 h 57"/>
                    <a:gd name="T6" fmla="*/ 0 w 113"/>
                    <a:gd name="T7" fmla="*/ 0 h 57"/>
                    <a:gd name="T8" fmla="*/ 0 w 113"/>
                    <a:gd name="T9" fmla="*/ 0 h 57"/>
                    <a:gd name="T10" fmla="*/ 0 w 113"/>
                    <a:gd name="T11" fmla="*/ 0 h 57"/>
                    <a:gd name="T12" fmla="*/ 0 w 113"/>
                    <a:gd name="T13" fmla="*/ 0 h 57"/>
                    <a:gd name="T14" fmla="*/ 0 w 113"/>
                    <a:gd name="T15" fmla="*/ 0 h 57"/>
                    <a:gd name="T16" fmla="*/ 0 w 113"/>
                    <a:gd name="T17" fmla="*/ 0 h 57"/>
                    <a:gd name="T18" fmla="*/ 0 w 113"/>
                    <a:gd name="T19" fmla="*/ 0 h 57"/>
                    <a:gd name="T20" fmla="*/ 0 w 113"/>
                    <a:gd name="T21" fmla="*/ 0 h 57"/>
                    <a:gd name="T22" fmla="*/ 0 w 113"/>
                    <a:gd name="T23" fmla="*/ 0 h 57"/>
                    <a:gd name="T24" fmla="*/ 0 w 113"/>
                    <a:gd name="T25" fmla="*/ 0 h 57"/>
                    <a:gd name="T26" fmla="*/ 0 w 113"/>
                    <a:gd name="T27" fmla="*/ 0 h 57"/>
                    <a:gd name="T28" fmla="*/ 0 w 113"/>
                    <a:gd name="T29" fmla="*/ 0 h 57"/>
                    <a:gd name="T30" fmla="*/ 0 w 113"/>
                    <a:gd name="T31" fmla="*/ 0 h 57"/>
                    <a:gd name="T32" fmla="*/ 0 w 113"/>
                    <a:gd name="T33" fmla="*/ 0 h 57"/>
                    <a:gd name="T34" fmla="*/ 0 60000 65536"/>
                    <a:gd name="T35" fmla="*/ 0 60000 65536"/>
                    <a:gd name="T36" fmla="*/ 0 60000 65536"/>
                    <a:gd name="T37" fmla="*/ 0 60000 65536"/>
                    <a:gd name="T38" fmla="*/ 0 60000 65536"/>
                    <a:gd name="T39" fmla="*/ 0 60000 65536"/>
                    <a:gd name="T40" fmla="*/ 0 60000 65536"/>
                    <a:gd name="T41" fmla="*/ 0 60000 65536"/>
                    <a:gd name="T42" fmla="*/ 0 60000 65536"/>
                    <a:gd name="T43" fmla="*/ 0 60000 65536"/>
                    <a:gd name="T44" fmla="*/ 0 60000 65536"/>
                    <a:gd name="T45" fmla="*/ 0 60000 65536"/>
                    <a:gd name="T46" fmla="*/ 0 60000 65536"/>
                    <a:gd name="T47" fmla="*/ 0 60000 65536"/>
                    <a:gd name="T48" fmla="*/ 0 60000 65536"/>
                    <a:gd name="T49" fmla="*/ 0 60000 65536"/>
                    <a:gd name="T50" fmla="*/ 0 60000 65536"/>
                    <a:gd name="T51" fmla="*/ 0 w 113"/>
                    <a:gd name="T52" fmla="*/ 0 h 57"/>
                    <a:gd name="T53" fmla="*/ 113 w 113"/>
                    <a:gd name="T54" fmla="*/ 57 h 57"/>
                  </a:gdLst>
                  <a:ahLst/>
                  <a:cxnLst>
                    <a:cxn ang="T34">
                      <a:pos x="T0" y="T1"/>
                    </a:cxn>
                    <a:cxn ang="T35">
                      <a:pos x="T2" y="T3"/>
                    </a:cxn>
                    <a:cxn ang="T36">
                      <a:pos x="T4" y="T5"/>
                    </a:cxn>
                    <a:cxn ang="T37">
                      <a:pos x="T6" y="T7"/>
                    </a:cxn>
                    <a:cxn ang="T38">
                      <a:pos x="T8" y="T9"/>
                    </a:cxn>
                    <a:cxn ang="T39">
                      <a:pos x="T10" y="T11"/>
                    </a:cxn>
                    <a:cxn ang="T40">
                      <a:pos x="T12" y="T13"/>
                    </a:cxn>
                    <a:cxn ang="T41">
                      <a:pos x="T14" y="T15"/>
                    </a:cxn>
                    <a:cxn ang="T42">
                      <a:pos x="T16" y="T17"/>
                    </a:cxn>
                    <a:cxn ang="T43">
                      <a:pos x="T18" y="T19"/>
                    </a:cxn>
                    <a:cxn ang="T44">
                      <a:pos x="T20" y="T21"/>
                    </a:cxn>
                    <a:cxn ang="T45">
                      <a:pos x="T22" y="T23"/>
                    </a:cxn>
                    <a:cxn ang="T46">
                      <a:pos x="T24" y="T25"/>
                    </a:cxn>
                    <a:cxn ang="T47">
                      <a:pos x="T26" y="T27"/>
                    </a:cxn>
                    <a:cxn ang="T48">
                      <a:pos x="T28" y="T29"/>
                    </a:cxn>
                    <a:cxn ang="T49">
                      <a:pos x="T30" y="T31"/>
                    </a:cxn>
                    <a:cxn ang="T50">
                      <a:pos x="T32" y="T33"/>
                    </a:cxn>
                  </a:cxnLst>
                  <a:rect l="T51" t="T52" r="T53" b="T54"/>
                  <a:pathLst>
                    <a:path w="113" h="57">
                      <a:moveTo>
                        <a:pt x="56" y="57"/>
                      </a:moveTo>
                      <a:lnTo>
                        <a:pt x="0" y="57"/>
                      </a:lnTo>
                      <a:lnTo>
                        <a:pt x="1" y="45"/>
                      </a:lnTo>
                      <a:lnTo>
                        <a:pt x="6" y="32"/>
                      </a:lnTo>
                      <a:lnTo>
                        <a:pt x="12" y="22"/>
                      </a:lnTo>
                      <a:lnTo>
                        <a:pt x="21" y="13"/>
                      </a:lnTo>
                      <a:lnTo>
                        <a:pt x="31" y="7"/>
                      </a:lnTo>
                      <a:lnTo>
                        <a:pt x="44" y="2"/>
                      </a:lnTo>
                      <a:lnTo>
                        <a:pt x="56" y="0"/>
                      </a:lnTo>
                      <a:lnTo>
                        <a:pt x="68" y="2"/>
                      </a:lnTo>
                      <a:lnTo>
                        <a:pt x="81" y="7"/>
                      </a:lnTo>
                      <a:lnTo>
                        <a:pt x="91" y="13"/>
                      </a:lnTo>
                      <a:lnTo>
                        <a:pt x="100" y="22"/>
                      </a:lnTo>
                      <a:lnTo>
                        <a:pt x="107" y="32"/>
                      </a:lnTo>
                      <a:lnTo>
                        <a:pt x="111" y="45"/>
                      </a:lnTo>
                      <a:lnTo>
                        <a:pt x="113" y="57"/>
                      </a:lnTo>
                      <a:lnTo>
                        <a:pt x="56" y="57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algn="l" defTabSz="1828800" hangingPunct="1"/>
                  <a:endParaRPr lang="zh-CN" altLang="en-US" sz="3600" b="0" kern="1200">
                    <a:solidFill>
                      <a:prstClr val="black"/>
                    </a:solidFill>
                    <a:latin typeface="等线" panose="020F0502020204030204"/>
                    <a:ea typeface="等线" panose="02010600030101010101" pitchFamily="2" charset="-122"/>
                    <a:cs typeface="+mn-cs"/>
                  </a:endParaRPr>
                </a:p>
              </p:txBody>
            </p:sp>
            <p:sp>
              <p:nvSpPr>
                <p:cNvPr id="1320" name="Freeform 607">
                  <a:extLst>
                    <a:ext uri="{FF2B5EF4-FFF2-40B4-BE49-F238E27FC236}">
                      <a16:creationId xmlns:a16="http://schemas.microsoft.com/office/drawing/2014/main" id="{5BAC1E3A-089C-CE47-431A-0C9493CA0951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4333" y="3507"/>
                  <a:ext cx="16" cy="8"/>
                </a:xfrm>
                <a:custGeom>
                  <a:avLst/>
                  <a:gdLst>
                    <a:gd name="T0" fmla="*/ 0 w 113"/>
                    <a:gd name="T1" fmla="*/ 0 h 57"/>
                    <a:gd name="T2" fmla="*/ 0 w 113"/>
                    <a:gd name="T3" fmla="*/ 0 h 57"/>
                    <a:gd name="T4" fmla="*/ 0 w 113"/>
                    <a:gd name="T5" fmla="*/ 0 h 57"/>
                    <a:gd name="T6" fmla="*/ 0 w 113"/>
                    <a:gd name="T7" fmla="*/ 0 h 57"/>
                    <a:gd name="T8" fmla="*/ 0 w 113"/>
                    <a:gd name="T9" fmla="*/ 0 h 57"/>
                    <a:gd name="T10" fmla="*/ 0 w 113"/>
                    <a:gd name="T11" fmla="*/ 0 h 57"/>
                    <a:gd name="T12" fmla="*/ 0 w 113"/>
                    <a:gd name="T13" fmla="*/ 0 h 57"/>
                    <a:gd name="T14" fmla="*/ 0 w 113"/>
                    <a:gd name="T15" fmla="*/ 0 h 57"/>
                    <a:gd name="T16" fmla="*/ 0 w 113"/>
                    <a:gd name="T17" fmla="*/ 0 h 57"/>
                    <a:gd name="T18" fmla="*/ 0 w 113"/>
                    <a:gd name="T19" fmla="*/ 0 h 57"/>
                    <a:gd name="T20" fmla="*/ 0 w 113"/>
                    <a:gd name="T21" fmla="*/ 0 h 57"/>
                    <a:gd name="T22" fmla="*/ 0 w 113"/>
                    <a:gd name="T23" fmla="*/ 0 h 57"/>
                    <a:gd name="T24" fmla="*/ 0 w 113"/>
                    <a:gd name="T25" fmla="*/ 0 h 57"/>
                    <a:gd name="T26" fmla="*/ 0 w 113"/>
                    <a:gd name="T27" fmla="*/ 0 h 57"/>
                    <a:gd name="T28" fmla="*/ 0 w 113"/>
                    <a:gd name="T29" fmla="*/ 0 h 57"/>
                    <a:gd name="T30" fmla="*/ 0 60000 65536"/>
                    <a:gd name="T31" fmla="*/ 0 60000 65536"/>
                    <a:gd name="T32" fmla="*/ 0 60000 65536"/>
                    <a:gd name="T33" fmla="*/ 0 60000 65536"/>
                    <a:gd name="T34" fmla="*/ 0 60000 65536"/>
                    <a:gd name="T35" fmla="*/ 0 60000 65536"/>
                    <a:gd name="T36" fmla="*/ 0 60000 65536"/>
                    <a:gd name="T37" fmla="*/ 0 60000 65536"/>
                    <a:gd name="T38" fmla="*/ 0 60000 65536"/>
                    <a:gd name="T39" fmla="*/ 0 60000 65536"/>
                    <a:gd name="T40" fmla="*/ 0 60000 65536"/>
                    <a:gd name="T41" fmla="*/ 0 60000 65536"/>
                    <a:gd name="T42" fmla="*/ 0 60000 65536"/>
                    <a:gd name="T43" fmla="*/ 0 60000 65536"/>
                    <a:gd name="T44" fmla="*/ 0 60000 65536"/>
                    <a:gd name="T45" fmla="*/ 0 w 113"/>
                    <a:gd name="T46" fmla="*/ 0 h 57"/>
                    <a:gd name="T47" fmla="*/ 113 w 113"/>
                    <a:gd name="T48" fmla="*/ 57 h 57"/>
                  </a:gdLst>
                  <a:ahLst/>
                  <a:cxnLst>
                    <a:cxn ang="T30">
                      <a:pos x="T0" y="T1"/>
                    </a:cxn>
                    <a:cxn ang="T31">
                      <a:pos x="T2" y="T3"/>
                    </a:cxn>
                    <a:cxn ang="T32">
                      <a:pos x="T4" y="T5"/>
                    </a:cxn>
                    <a:cxn ang="T33">
                      <a:pos x="T6" y="T7"/>
                    </a:cxn>
                    <a:cxn ang="T34">
                      <a:pos x="T8" y="T9"/>
                    </a:cxn>
                    <a:cxn ang="T35">
                      <a:pos x="T10" y="T11"/>
                    </a:cxn>
                    <a:cxn ang="T36">
                      <a:pos x="T12" y="T13"/>
                    </a:cxn>
                    <a:cxn ang="T37">
                      <a:pos x="T14" y="T15"/>
                    </a:cxn>
                    <a:cxn ang="T38">
                      <a:pos x="T16" y="T17"/>
                    </a:cxn>
                    <a:cxn ang="T39">
                      <a:pos x="T18" y="T19"/>
                    </a:cxn>
                    <a:cxn ang="T40">
                      <a:pos x="T20" y="T21"/>
                    </a:cxn>
                    <a:cxn ang="T41">
                      <a:pos x="T22" y="T23"/>
                    </a:cxn>
                    <a:cxn ang="T42">
                      <a:pos x="T24" y="T25"/>
                    </a:cxn>
                    <a:cxn ang="T43">
                      <a:pos x="T26" y="T27"/>
                    </a:cxn>
                    <a:cxn ang="T44">
                      <a:pos x="T28" y="T29"/>
                    </a:cxn>
                  </a:cxnLst>
                  <a:rect l="T45" t="T46" r="T47" b="T48"/>
                  <a:pathLst>
                    <a:path w="113" h="57">
                      <a:moveTo>
                        <a:pt x="0" y="57"/>
                      </a:moveTo>
                      <a:lnTo>
                        <a:pt x="1" y="45"/>
                      </a:lnTo>
                      <a:lnTo>
                        <a:pt x="6" y="32"/>
                      </a:lnTo>
                      <a:lnTo>
                        <a:pt x="12" y="22"/>
                      </a:lnTo>
                      <a:lnTo>
                        <a:pt x="21" y="13"/>
                      </a:lnTo>
                      <a:lnTo>
                        <a:pt x="31" y="7"/>
                      </a:lnTo>
                      <a:lnTo>
                        <a:pt x="44" y="2"/>
                      </a:lnTo>
                      <a:lnTo>
                        <a:pt x="56" y="0"/>
                      </a:lnTo>
                      <a:lnTo>
                        <a:pt x="68" y="2"/>
                      </a:lnTo>
                      <a:lnTo>
                        <a:pt x="81" y="7"/>
                      </a:lnTo>
                      <a:lnTo>
                        <a:pt x="91" y="13"/>
                      </a:lnTo>
                      <a:lnTo>
                        <a:pt x="100" y="22"/>
                      </a:lnTo>
                      <a:lnTo>
                        <a:pt x="107" y="32"/>
                      </a:lnTo>
                      <a:lnTo>
                        <a:pt x="111" y="45"/>
                      </a:lnTo>
                      <a:lnTo>
                        <a:pt x="113" y="57"/>
                      </a:lnTo>
                    </a:path>
                  </a:pathLst>
                </a:custGeom>
                <a:noFill/>
                <a:ln w="0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pPr algn="l" defTabSz="1828800" hangingPunct="1"/>
                  <a:endParaRPr lang="zh-CN" altLang="en-US" sz="3600" b="0" kern="1200">
                    <a:solidFill>
                      <a:prstClr val="black"/>
                    </a:solidFill>
                    <a:latin typeface="等线" panose="020F0502020204030204"/>
                    <a:ea typeface="等线" panose="02010600030101010101" pitchFamily="2" charset="-122"/>
                    <a:cs typeface="+mn-cs"/>
                  </a:endParaRPr>
                </a:p>
              </p:txBody>
            </p:sp>
            <p:sp>
              <p:nvSpPr>
                <p:cNvPr id="1321" name="Freeform 608">
                  <a:extLst>
                    <a:ext uri="{FF2B5EF4-FFF2-40B4-BE49-F238E27FC236}">
                      <a16:creationId xmlns:a16="http://schemas.microsoft.com/office/drawing/2014/main" id="{33AC8362-931D-69C6-D51E-F20F578FAB7C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4333" y="3515"/>
                  <a:ext cx="16" cy="190"/>
                </a:xfrm>
                <a:custGeom>
                  <a:avLst/>
                  <a:gdLst>
                    <a:gd name="T0" fmla="*/ 0 w 113"/>
                    <a:gd name="T1" fmla="*/ 0 h 1328"/>
                    <a:gd name="T2" fmla="*/ 0 w 113"/>
                    <a:gd name="T3" fmla="*/ 0 h 1328"/>
                    <a:gd name="T4" fmla="*/ 0 w 113"/>
                    <a:gd name="T5" fmla="*/ 0 h 1328"/>
                    <a:gd name="T6" fmla="*/ 0 w 113"/>
                    <a:gd name="T7" fmla="*/ 0 h 1328"/>
                    <a:gd name="T8" fmla="*/ 0 w 113"/>
                    <a:gd name="T9" fmla="*/ 0 h 1328"/>
                    <a:gd name="T10" fmla="*/ 0 w 113"/>
                    <a:gd name="T11" fmla="*/ 0 h 1328"/>
                    <a:gd name="T12" fmla="*/ 0 w 113"/>
                    <a:gd name="T13" fmla="*/ 0 h 1328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113"/>
                    <a:gd name="T22" fmla="*/ 0 h 1328"/>
                    <a:gd name="T23" fmla="*/ 113 w 113"/>
                    <a:gd name="T24" fmla="*/ 1328 h 1328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113" h="1328">
                      <a:moveTo>
                        <a:pt x="113" y="0"/>
                      </a:moveTo>
                      <a:lnTo>
                        <a:pt x="56" y="0"/>
                      </a:lnTo>
                      <a:lnTo>
                        <a:pt x="0" y="0"/>
                      </a:lnTo>
                      <a:lnTo>
                        <a:pt x="0" y="1328"/>
                      </a:lnTo>
                      <a:lnTo>
                        <a:pt x="56" y="1328"/>
                      </a:lnTo>
                      <a:lnTo>
                        <a:pt x="113" y="1328"/>
                      </a:lnTo>
                      <a:lnTo>
                        <a:pt x="113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algn="l" defTabSz="1828800" hangingPunct="1"/>
                  <a:endParaRPr lang="zh-CN" altLang="en-US" sz="3600" b="0" kern="1200">
                    <a:solidFill>
                      <a:prstClr val="black"/>
                    </a:solidFill>
                    <a:latin typeface="等线" panose="020F0502020204030204"/>
                    <a:ea typeface="等线" panose="02010600030101010101" pitchFamily="2" charset="-122"/>
                    <a:cs typeface="+mn-cs"/>
                  </a:endParaRPr>
                </a:p>
              </p:txBody>
            </p:sp>
            <p:sp>
              <p:nvSpPr>
                <p:cNvPr id="1322" name="Freeform 609">
                  <a:extLst>
                    <a:ext uri="{FF2B5EF4-FFF2-40B4-BE49-F238E27FC236}">
                      <a16:creationId xmlns:a16="http://schemas.microsoft.com/office/drawing/2014/main" id="{89CCA84D-8736-D480-0E56-A81802C867E0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4333" y="3515"/>
                  <a:ext cx="16" cy="190"/>
                </a:xfrm>
                <a:custGeom>
                  <a:avLst/>
                  <a:gdLst>
                    <a:gd name="T0" fmla="*/ 0 w 113"/>
                    <a:gd name="T1" fmla="*/ 0 h 1328"/>
                    <a:gd name="T2" fmla="*/ 0 w 113"/>
                    <a:gd name="T3" fmla="*/ 0 h 1328"/>
                    <a:gd name="T4" fmla="*/ 0 w 113"/>
                    <a:gd name="T5" fmla="*/ 0 h 1328"/>
                    <a:gd name="T6" fmla="*/ 0 w 113"/>
                    <a:gd name="T7" fmla="*/ 0 h 1328"/>
                    <a:gd name="T8" fmla="*/ 0 w 113"/>
                    <a:gd name="T9" fmla="*/ 0 h 1328"/>
                    <a:gd name="T10" fmla="*/ 0 w 113"/>
                    <a:gd name="T11" fmla="*/ 0 h 1328"/>
                    <a:gd name="T12" fmla="*/ 0 w 113"/>
                    <a:gd name="T13" fmla="*/ 0 h 1328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113"/>
                    <a:gd name="T22" fmla="*/ 0 h 1328"/>
                    <a:gd name="T23" fmla="*/ 113 w 113"/>
                    <a:gd name="T24" fmla="*/ 1328 h 1328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113" h="1328">
                      <a:moveTo>
                        <a:pt x="113" y="0"/>
                      </a:moveTo>
                      <a:lnTo>
                        <a:pt x="56" y="0"/>
                      </a:lnTo>
                      <a:lnTo>
                        <a:pt x="0" y="0"/>
                      </a:lnTo>
                      <a:lnTo>
                        <a:pt x="0" y="1328"/>
                      </a:lnTo>
                      <a:lnTo>
                        <a:pt x="56" y="1328"/>
                      </a:lnTo>
                      <a:lnTo>
                        <a:pt x="113" y="1328"/>
                      </a:lnTo>
                      <a:lnTo>
                        <a:pt x="113" y="0"/>
                      </a:lnTo>
                      <a:close/>
                    </a:path>
                  </a:pathLst>
                </a:custGeom>
                <a:noFill/>
                <a:ln w="0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pPr algn="l" defTabSz="1828800" hangingPunct="1"/>
                  <a:endParaRPr lang="zh-CN" altLang="en-US" sz="3600" b="0" kern="1200">
                    <a:solidFill>
                      <a:prstClr val="black"/>
                    </a:solidFill>
                    <a:latin typeface="等线" panose="020F0502020204030204"/>
                    <a:ea typeface="等线" panose="02010600030101010101" pitchFamily="2" charset="-122"/>
                    <a:cs typeface="+mn-cs"/>
                  </a:endParaRPr>
                </a:p>
              </p:txBody>
            </p:sp>
            <p:sp>
              <p:nvSpPr>
                <p:cNvPr id="1323" name="Freeform 610">
                  <a:extLst>
                    <a:ext uri="{FF2B5EF4-FFF2-40B4-BE49-F238E27FC236}">
                      <a16:creationId xmlns:a16="http://schemas.microsoft.com/office/drawing/2014/main" id="{D60E72A0-3313-8A36-C96F-F1BE0C2C65E8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4333" y="3705"/>
                  <a:ext cx="16" cy="8"/>
                </a:xfrm>
                <a:custGeom>
                  <a:avLst/>
                  <a:gdLst>
                    <a:gd name="T0" fmla="*/ 0 w 113"/>
                    <a:gd name="T1" fmla="*/ 0 h 56"/>
                    <a:gd name="T2" fmla="*/ 0 w 113"/>
                    <a:gd name="T3" fmla="*/ 0 h 56"/>
                    <a:gd name="T4" fmla="*/ 0 w 113"/>
                    <a:gd name="T5" fmla="*/ 0 h 56"/>
                    <a:gd name="T6" fmla="*/ 0 w 113"/>
                    <a:gd name="T7" fmla="*/ 0 h 56"/>
                    <a:gd name="T8" fmla="*/ 0 w 113"/>
                    <a:gd name="T9" fmla="*/ 0 h 56"/>
                    <a:gd name="T10" fmla="*/ 0 w 113"/>
                    <a:gd name="T11" fmla="*/ 0 h 56"/>
                    <a:gd name="T12" fmla="*/ 0 w 113"/>
                    <a:gd name="T13" fmla="*/ 0 h 56"/>
                    <a:gd name="T14" fmla="*/ 0 w 113"/>
                    <a:gd name="T15" fmla="*/ 0 h 56"/>
                    <a:gd name="T16" fmla="*/ 0 w 113"/>
                    <a:gd name="T17" fmla="*/ 0 h 56"/>
                    <a:gd name="T18" fmla="*/ 0 w 113"/>
                    <a:gd name="T19" fmla="*/ 0 h 56"/>
                    <a:gd name="T20" fmla="*/ 0 w 113"/>
                    <a:gd name="T21" fmla="*/ 0 h 56"/>
                    <a:gd name="T22" fmla="*/ 0 w 113"/>
                    <a:gd name="T23" fmla="*/ 0 h 56"/>
                    <a:gd name="T24" fmla="*/ 0 w 113"/>
                    <a:gd name="T25" fmla="*/ 0 h 56"/>
                    <a:gd name="T26" fmla="*/ 0 w 113"/>
                    <a:gd name="T27" fmla="*/ 0 h 56"/>
                    <a:gd name="T28" fmla="*/ 0 w 113"/>
                    <a:gd name="T29" fmla="*/ 0 h 56"/>
                    <a:gd name="T30" fmla="*/ 0 w 113"/>
                    <a:gd name="T31" fmla="*/ 0 h 56"/>
                    <a:gd name="T32" fmla="*/ 0 w 113"/>
                    <a:gd name="T33" fmla="*/ 0 h 56"/>
                    <a:gd name="T34" fmla="*/ 0 60000 65536"/>
                    <a:gd name="T35" fmla="*/ 0 60000 65536"/>
                    <a:gd name="T36" fmla="*/ 0 60000 65536"/>
                    <a:gd name="T37" fmla="*/ 0 60000 65536"/>
                    <a:gd name="T38" fmla="*/ 0 60000 65536"/>
                    <a:gd name="T39" fmla="*/ 0 60000 65536"/>
                    <a:gd name="T40" fmla="*/ 0 60000 65536"/>
                    <a:gd name="T41" fmla="*/ 0 60000 65536"/>
                    <a:gd name="T42" fmla="*/ 0 60000 65536"/>
                    <a:gd name="T43" fmla="*/ 0 60000 65536"/>
                    <a:gd name="T44" fmla="*/ 0 60000 65536"/>
                    <a:gd name="T45" fmla="*/ 0 60000 65536"/>
                    <a:gd name="T46" fmla="*/ 0 60000 65536"/>
                    <a:gd name="T47" fmla="*/ 0 60000 65536"/>
                    <a:gd name="T48" fmla="*/ 0 60000 65536"/>
                    <a:gd name="T49" fmla="*/ 0 60000 65536"/>
                    <a:gd name="T50" fmla="*/ 0 60000 65536"/>
                    <a:gd name="T51" fmla="*/ 0 w 113"/>
                    <a:gd name="T52" fmla="*/ 0 h 56"/>
                    <a:gd name="T53" fmla="*/ 113 w 113"/>
                    <a:gd name="T54" fmla="*/ 56 h 56"/>
                  </a:gdLst>
                  <a:ahLst/>
                  <a:cxnLst>
                    <a:cxn ang="T34">
                      <a:pos x="T0" y="T1"/>
                    </a:cxn>
                    <a:cxn ang="T35">
                      <a:pos x="T2" y="T3"/>
                    </a:cxn>
                    <a:cxn ang="T36">
                      <a:pos x="T4" y="T5"/>
                    </a:cxn>
                    <a:cxn ang="T37">
                      <a:pos x="T6" y="T7"/>
                    </a:cxn>
                    <a:cxn ang="T38">
                      <a:pos x="T8" y="T9"/>
                    </a:cxn>
                    <a:cxn ang="T39">
                      <a:pos x="T10" y="T11"/>
                    </a:cxn>
                    <a:cxn ang="T40">
                      <a:pos x="T12" y="T13"/>
                    </a:cxn>
                    <a:cxn ang="T41">
                      <a:pos x="T14" y="T15"/>
                    </a:cxn>
                    <a:cxn ang="T42">
                      <a:pos x="T16" y="T17"/>
                    </a:cxn>
                    <a:cxn ang="T43">
                      <a:pos x="T18" y="T19"/>
                    </a:cxn>
                    <a:cxn ang="T44">
                      <a:pos x="T20" y="T21"/>
                    </a:cxn>
                    <a:cxn ang="T45">
                      <a:pos x="T22" y="T23"/>
                    </a:cxn>
                    <a:cxn ang="T46">
                      <a:pos x="T24" y="T25"/>
                    </a:cxn>
                    <a:cxn ang="T47">
                      <a:pos x="T26" y="T27"/>
                    </a:cxn>
                    <a:cxn ang="T48">
                      <a:pos x="T28" y="T29"/>
                    </a:cxn>
                    <a:cxn ang="T49">
                      <a:pos x="T30" y="T31"/>
                    </a:cxn>
                    <a:cxn ang="T50">
                      <a:pos x="T32" y="T33"/>
                    </a:cxn>
                  </a:cxnLst>
                  <a:rect l="T51" t="T52" r="T53" b="T54"/>
                  <a:pathLst>
                    <a:path w="113" h="56">
                      <a:moveTo>
                        <a:pt x="56" y="0"/>
                      </a:moveTo>
                      <a:lnTo>
                        <a:pt x="113" y="0"/>
                      </a:lnTo>
                      <a:lnTo>
                        <a:pt x="111" y="12"/>
                      </a:lnTo>
                      <a:lnTo>
                        <a:pt x="107" y="24"/>
                      </a:lnTo>
                      <a:lnTo>
                        <a:pt x="100" y="34"/>
                      </a:lnTo>
                      <a:lnTo>
                        <a:pt x="91" y="43"/>
                      </a:lnTo>
                      <a:lnTo>
                        <a:pt x="81" y="50"/>
                      </a:lnTo>
                      <a:lnTo>
                        <a:pt x="68" y="55"/>
                      </a:lnTo>
                      <a:lnTo>
                        <a:pt x="56" y="56"/>
                      </a:lnTo>
                      <a:lnTo>
                        <a:pt x="44" y="55"/>
                      </a:lnTo>
                      <a:lnTo>
                        <a:pt x="31" y="50"/>
                      </a:lnTo>
                      <a:lnTo>
                        <a:pt x="21" y="43"/>
                      </a:lnTo>
                      <a:lnTo>
                        <a:pt x="12" y="34"/>
                      </a:lnTo>
                      <a:lnTo>
                        <a:pt x="6" y="24"/>
                      </a:lnTo>
                      <a:lnTo>
                        <a:pt x="1" y="12"/>
                      </a:lnTo>
                      <a:lnTo>
                        <a:pt x="0" y="0"/>
                      </a:lnTo>
                      <a:lnTo>
                        <a:pt x="56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algn="l" defTabSz="1828800" hangingPunct="1"/>
                  <a:endParaRPr lang="zh-CN" altLang="en-US" sz="3600" b="0" kern="1200">
                    <a:solidFill>
                      <a:prstClr val="black"/>
                    </a:solidFill>
                    <a:latin typeface="等线" panose="020F0502020204030204"/>
                    <a:ea typeface="等线" panose="02010600030101010101" pitchFamily="2" charset="-122"/>
                    <a:cs typeface="+mn-cs"/>
                  </a:endParaRPr>
                </a:p>
              </p:txBody>
            </p:sp>
            <p:sp>
              <p:nvSpPr>
                <p:cNvPr id="1324" name="Freeform 611">
                  <a:extLst>
                    <a:ext uri="{FF2B5EF4-FFF2-40B4-BE49-F238E27FC236}">
                      <a16:creationId xmlns:a16="http://schemas.microsoft.com/office/drawing/2014/main" id="{2F0618D0-787A-3480-8C80-9C04B8493C78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4333" y="3705"/>
                  <a:ext cx="16" cy="8"/>
                </a:xfrm>
                <a:custGeom>
                  <a:avLst/>
                  <a:gdLst>
                    <a:gd name="T0" fmla="*/ 0 w 113"/>
                    <a:gd name="T1" fmla="*/ 0 h 56"/>
                    <a:gd name="T2" fmla="*/ 0 w 113"/>
                    <a:gd name="T3" fmla="*/ 0 h 56"/>
                    <a:gd name="T4" fmla="*/ 0 w 113"/>
                    <a:gd name="T5" fmla="*/ 0 h 56"/>
                    <a:gd name="T6" fmla="*/ 0 w 113"/>
                    <a:gd name="T7" fmla="*/ 0 h 56"/>
                    <a:gd name="T8" fmla="*/ 0 w 113"/>
                    <a:gd name="T9" fmla="*/ 0 h 56"/>
                    <a:gd name="T10" fmla="*/ 0 w 113"/>
                    <a:gd name="T11" fmla="*/ 0 h 56"/>
                    <a:gd name="T12" fmla="*/ 0 w 113"/>
                    <a:gd name="T13" fmla="*/ 0 h 56"/>
                    <a:gd name="T14" fmla="*/ 0 w 113"/>
                    <a:gd name="T15" fmla="*/ 0 h 56"/>
                    <a:gd name="T16" fmla="*/ 0 w 113"/>
                    <a:gd name="T17" fmla="*/ 0 h 56"/>
                    <a:gd name="T18" fmla="*/ 0 w 113"/>
                    <a:gd name="T19" fmla="*/ 0 h 56"/>
                    <a:gd name="T20" fmla="*/ 0 w 113"/>
                    <a:gd name="T21" fmla="*/ 0 h 56"/>
                    <a:gd name="T22" fmla="*/ 0 w 113"/>
                    <a:gd name="T23" fmla="*/ 0 h 56"/>
                    <a:gd name="T24" fmla="*/ 0 w 113"/>
                    <a:gd name="T25" fmla="*/ 0 h 56"/>
                    <a:gd name="T26" fmla="*/ 0 w 113"/>
                    <a:gd name="T27" fmla="*/ 0 h 56"/>
                    <a:gd name="T28" fmla="*/ 0 w 113"/>
                    <a:gd name="T29" fmla="*/ 0 h 56"/>
                    <a:gd name="T30" fmla="*/ 0 60000 65536"/>
                    <a:gd name="T31" fmla="*/ 0 60000 65536"/>
                    <a:gd name="T32" fmla="*/ 0 60000 65536"/>
                    <a:gd name="T33" fmla="*/ 0 60000 65536"/>
                    <a:gd name="T34" fmla="*/ 0 60000 65536"/>
                    <a:gd name="T35" fmla="*/ 0 60000 65536"/>
                    <a:gd name="T36" fmla="*/ 0 60000 65536"/>
                    <a:gd name="T37" fmla="*/ 0 60000 65536"/>
                    <a:gd name="T38" fmla="*/ 0 60000 65536"/>
                    <a:gd name="T39" fmla="*/ 0 60000 65536"/>
                    <a:gd name="T40" fmla="*/ 0 60000 65536"/>
                    <a:gd name="T41" fmla="*/ 0 60000 65536"/>
                    <a:gd name="T42" fmla="*/ 0 60000 65536"/>
                    <a:gd name="T43" fmla="*/ 0 60000 65536"/>
                    <a:gd name="T44" fmla="*/ 0 60000 65536"/>
                    <a:gd name="T45" fmla="*/ 0 w 113"/>
                    <a:gd name="T46" fmla="*/ 0 h 56"/>
                    <a:gd name="T47" fmla="*/ 113 w 113"/>
                    <a:gd name="T48" fmla="*/ 56 h 56"/>
                  </a:gdLst>
                  <a:ahLst/>
                  <a:cxnLst>
                    <a:cxn ang="T30">
                      <a:pos x="T0" y="T1"/>
                    </a:cxn>
                    <a:cxn ang="T31">
                      <a:pos x="T2" y="T3"/>
                    </a:cxn>
                    <a:cxn ang="T32">
                      <a:pos x="T4" y="T5"/>
                    </a:cxn>
                    <a:cxn ang="T33">
                      <a:pos x="T6" y="T7"/>
                    </a:cxn>
                    <a:cxn ang="T34">
                      <a:pos x="T8" y="T9"/>
                    </a:cxn>
                    <a:cxn ang="T35">
                      <a:pos x="T10" y="T11"/>
                    </a:cxn>
                    <a:cxn ang="T36">
                      <a:pos x="T12" y="T13"/>
                    </a:cxn>
                    <a:cxn ang="T37">
                      <a:pos x="T14" y="T15"/>
                    </a:cxn>
                    <a:cxn ang="T38">
                      <a:pos x="T16" y="T17"/>
                    </a:cxn>
                    <a:cxn ang="T39">
                      <a:pos x="T18" y="T19"/>
                    </a:cxn>
                    <a:cxn ang="T40">
                      <a:pos x="T20" y="T21"/>
                    </a:cxn>
                    <a:cxn ang="T41">
                      <a:pos x="T22" y="T23"/>
                    </a:cxn>
                    <a:cxn ang="T42">
                      <a:pos x="T24" y="T25"/>
                    </a:cxn>
                    <a:cxn ang="T43">
                      <a:pos x="T26" y="T27"/>
                    </a:cxn>
                    <a:cxn ang="T44">
                      <a:pos x="T28" y="T29"/>
                    </a:cxn>
                  </a:cxnLst>
                  <a:rect l="T45" t="T46" r="T47" b="T48"/>
                  <a:pathLst>
                    <a:path w="113" h="56">
                      <a:moveTo>
                        <a:pt x="113" y="0"/>
                      </a:moveTo>
                      <a:lnTo>
                        <a:pt x="111" y="12"/>
                      </a:lnTo>
                      <a:lnTo>
                        <a:pt x="107" y="24"/>
                      </a:lnTo>
                      <a:lnTo>
                        <a:pt x="100" y="34"/>
                      </a:lnTo>
                      <a:lnTo>
                        <a:pt x="91" y="43"/>
                      </a:lnTo>
                      <a:lnTo>
                        <a:pt x="81" y="50"/>
                      </a:lnTo>
                      <a:lnTo>
                        <a:pt x="68" y="55"/>
                      </a:lnTo>
                      <a:lnTo>
                        <a:pt x="56" y="56"/>
                      </a:lnTo>
                      <a:lnTo>
                        <a:pt x="44" y="55"/>
                      </a:lnTo>
                      <a:lnTo>
                        <a:pt x="31" y="50"/>
                      </a:lnTo>
                      <a:lnTo>
                        <a:pt x="21" y="43"/>
                      </a:lnTo>
                      <a:lnTo>
                        <a:pt x="12" y="34"/>
                      </a:lnTo>
                      <a:lnTo>
                        <a:pt x="6" y="24"/>
                      </a:lnTo>
                      <a:lnTo>
                        <a:pt x="1" y="12"/>
                      </a:lnTo>
                      <a:lnTo>
                        <a:pt x="0" y="0"/>
                      </a:lnTo>
                    </a:path>
                  </a:pathLst>
                </a:custGeom>
                <a:noFill/>
                <a:ln w="0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pPr algn="l" defTabSz="1828800" hangingPunct="1"/>
                  <a:endParaRPr lang="zh-CN" altLang="en-US" sz="3600" b="0" kern="1200">
                    <a:solidFill>
                      <a:prstClr val="black"/>
                    </a:solidFill>
                    <a:latin typeface="等线" panose="020F0502020204030204"/>
                    <a:ea typeface="等线" panose="02010600030101010101" pitchFamily="2" charset="-122"/>
                    <a:cs typeface="+mn-cs"/>
                  </a:endParaRPr>
                </a:p>
              </p:txBody>
            </p:sp>
            <p:sp>
              <p:nvSpPr>
                <p:cNvPr id="1325" name="Freeform 612">
                  <a:extLst>
                    <a:ext uri="{FF2B5EF4-FFF2-40B4-BE49-F238E27FC236}">
                      <a16:creationId xmlns:a16="http://schemas.microsoft.com/office/drawing/2014/main" id="{C8BF4537-7E66-EBE0-3C63-C09CBB9970CA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4314" y="4505"/>
                  <a:ext cx="16" cy="8"/>
                </a:xfrm>
                <a:custGeom>
                  <a:avLst/>
                  <a:gdLst>
                    <a:gd name="T0" fmla="*/ 0 w 113"/>
                    <a:gd name="T1" fmla="*/ 0 h 56"/>
                    <a:gd name="T2" fmla="*/ 0 w 113"/>
                    <a:gd name="T3" fmla="*/ 0 h 56"/>
                    <a:gd name="T4" fmla="*/ 0 w 113"/>
                    <a:gd name="T5" fmla="*/ 0 h 56"/>
                    <a:gd name="T6" fmla="*/ 0 w 113"/>
                    <a:gd name="T7" fmla="*/ 0 h 56"/>
                    <a:gd name="T8" fmla="*/ 0 w 113"/>
                    <a:gd name="T9" fmla="*/ 0 h 56"/>
                    <a:gd name="T10" fmla="*/ 0 w 113"/>
                    <a:gd name="T11" fmla="*/ 0 h 56"/>
                    <a:gd name="T12" fmla="*/ 0 w 113"/>
                    <a:gd name="T13" fmla="*/ 0 h 56"/>
                    <a:gd name="T14" fmla="*/ 0 w 113"/>
                    <a:gd name="T15" fmla="*/ 0 h 56"/>
                    <a:gd name="T16" fmla="*/ 0 w 113"/>
                    <a:gd name="T17" fmla="*/ 0 h 56"/>
                    <a:gd name="T18" fmla="*/ 0 w 113"/>
                    <a:gd name="T19" fmla="*/ 0 h 56"/>
                    <a:gd name="T20" fmla="*/ 0 w 113"/>
                    <a:gd name="T21" fmla="*/ 0 h 56"/>
                    <a:gd name="T22" fmla="*/ 0 w 113"/>
                    <a:gd name="T23" fmla="*/ 0 h 56"/>
                    <a:gd name="T24" fmla="*/ 0 w 113"/>
                    <a:gd name="T25" fmla="*/ 0 h 56"/>
                    <a:gd name="T26" fmla="*/ 0 w 113"/>
                    <a:gd name="T27" fmla="*/ 0 h 56"/>
                    <a:gd name="T28" fmla="*/ 0 w 113"/>
                    <a:gd name="T29" fmla="*/ 0 h 56"/>
                    <a:gd name="T30" fmla="*/ 0 w 113"/>
                    <a:gd name="T31" fmla="*/ 0 h 56"/>
                    <a:gd name="T32" fmla="*/ 0 w 113"/>
                    <a:gd name="T33" fmla="*/ 0 h 56"/>
                    <a:gd name="T34" fmla="*/ 0 60000 65536"/>
                    <a:gd name="T35" fmla="*/ 0 60000 65536"/>
                    <a:gd name="T36" fmla="*/ 0 60000 65536"/>
                    <a:gd name="T37" fmla="*/ 0 60000 65536"/>
                    <a:gd name="T38" fmla="*/ 0 60000 65536"/>
                    <a:gd name="T39" fmla="*/ 0 60000 65536"/>
                    <a:gd name="T40" fmla="*/ 0 60000 65536"/>
                    <a:gd name="T41" fmla="*/ 0 60000 65536"/>
                    <a:gd name="T42" fmla="*/ 0 60000 65536"/>
                    <a:gd name="T43" fmla="*/ 0 60000 65536"/>
                    <a:gd name="T44" fmla="*/ 0 60000 65536"/>
                    <a:gd name="T45" fmla="*/ 0 60000 65536"/>
                    <a:gd name="T46" fmla="*/ 0 60000 65536"/>
                    <a:gd name="T47" fmla="*/ 0 60000 65536"/>
                    <a:gd name="T48" fmla="*/ 0 60000 65536"/>
                    <a:gd name="T49" fmla="*/ 0 60000 65536"/>
                    <a:gd name="T50" fmla="*/ 0 60000 65536"/>
                    <a:gd name="T51" fmla="*/ 0 w 113"/>
                    <a:gd name="T52" fmla="*/ 0 h 56"/>
                    <a:gd name="T53" fmla="*/ 113 w 113"/>
                    <a:gd name="T54" fmla="*/ 56 h 56"/>
                  </a:gdLst>
                  <a:ahLst/>
                  <a:cxnLst>
                    <a:cxn ang="T34">
                      <a:pos x="T0" y="T1"/>
                    </a:cxn>
                    <a:cxn ang="T35">
                      <a:pos x="T2" y="T3"/>
                    </a:cxn>
                    <a:cxn ang="T36">
                      <a:pos x="T4" y="T5"/>
                    </a:cxn>
                    <a:cxn ang="T37">
                      <a:pos x="T6" y="T7"/>
                    </a:cxn>
                    <a:cxn ang="T38">
                      <a:pos x="T8" y="T9"/>
                    </a:cxn>
                    <a:cxn ang="T39">
                      <a:pos x="T10" y="T11"/>
                    </a:cxn>
                    <a:cxn ang="T40">
                      <a:pos x="T12" y="T13"/>
                    </a:cxn>
                    <a:cxn ang="T41">
                      <a:pos x="T14" y="T15"/>
                    </a:cxn>
                    <a:cxn ang="T42">
                      <a:pos x="T16" y="T17"/>
                    </a:cxn>
                    <a:cxn ang="T43">
                      <a:pos x="T18" y="T19"/>
                    </a:cxn>
                    <a:cxn ang="T44">
                      <a:pos x="T20" y="T21"/>
                    </a:cxn>
                    <a:cxn ang="T45">
                      <a:pos x="T22" y="T23"/>
                    </a:cxn>
                    <a:cxn ang="T46">
                      <a:pos x="T24" y="T25"/>
                    </a:cxn>
                    <a:cxn ang="T47">
                      <a:pos x="T26" y="T27"/>
                    </a:cxn>
                    <a:cxn ang="T48">
                      <a:pos x="T28" y="T29"/>
                    </a:cxn>
                    <a:cxn ang="T49">
                      <a:pos x="T30" y="T31"/>
                    </a:cxn>
                    <a:cxn ang="T50">
                      <a:pos x="T32" y="T33"/>
                    </a:cxn>
                  </a:cxnLst>
                  <a:rect l="T51" t="T52" r="T53" b="T54"/>
                  <a:pathLst>
                    <a:path w="113" h="56">
                      <a:moveTo>
                        <a:pt x="56" y="0"/>
                      </a:moveTo>
                      <a:lnTo>
                        <a:pt x="113" y="0"/>
                      </a:lnTo>
                      <a:lnTo>
                        <a:pt x="111" y="12"/>
                      </a:lnTo>
                      <a:lnTo>
                        <a:pt x="106" y="25"/>
                      </a:lnTo>
                      <a:lnTo>
                        <a:pt x="99" y="35"/>
                      </a:lnTo>
                      <a:lnTo>
                        <a:pt x="91" y="44"/>
                      </a:lnTo>
                      <a:lnTo>
                        <a:pt x="80" y="50"/>
                      </a:lnTo>
                      <a:lnTo>
                        <a:pt x="68" y="55"/>
                      </a:lnTo>
                      <a:lnTo>
                        <a:pt x="56" y="56"/>
                      </a:lnTo>
                      <a:lnTo>
                        <a:pt x="43" y="55"/>
                      </a:lnTo>
                      <a:lnTo>
                        <a:pt x="31" y="50"/>
                      </a:lnTo>
                      <a:lnTo>
                        <a:pt x="21" y="44"/>
                      </a:lnTo>
                      <a:lnTo>
                        <a:pt x="12" y="35"/>
                      </a:lnTo>
                      <a:lnTo>
                        <a:pt x="5" y="25"/>
                      </a:lnTo>
                      <a:lnTo>
                        <a:pt x="1" y="12"/>
                      </a:lnTo>
                      <a:lnTo>
                        <a:pt x="0" y="0"/>
                      </a:lnTo>
                      <a:lnTo>
                        <a:pt x="56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algn="l" defTabSz="1828800" hangingPunct="1"/>
                  <a:endParaRPr lang="zh-CN" altLang="en-US" sz="3600" b="0" kern="1200">
                    <a:solidFill>
                      <a:prstClr val="black"/>
                    </a:solidFill>
                    <a:latin typeface="等线" panose="020F0502020204030204"/>
                    <a:ea typeface="等线" panose="02010600030101010101" pitchFamily="2" charset="-122"/>
                    <a:cs typeface="+mn-cs"/>
                  </a:endParaRPr>
                </a:p>
              </p:txBody>
            </p:sp>
            <p:sp>
              <p:nvSpPr>
                <p:cNvPr id="1326" name="Freeform 613">
                  <a:extLst>
                    <a:ext uri="{FF2B5EF4-FFF2-40B4-BE49-F238E27FC236}">
                      <a16:creationId xmlns:a16="http://schemas.microsoft.com/office/drawing/2014/main" id="{A216D096-26D6-AC7F-7DB0-0AF3E308D992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4314" y="4505"/>
                  <a:ext cx="16" cy="8"/>
                </a:xfrm>
                <a:custGeom>
                  <a:avLst/>
                  <a:gdLst>
                    <a:gd name="T0" fmla="*/ 0 w 113"/>
                    <a:gd name="T1" fmla="*/ 0 h 56"/>
                    <a:gd name="T2" fmla="*/ 0 w 113"/>
                    <a:gd name="T3" fmla="*/ 0 h 56"/>
                    <a:gd name="T4" fmla="*/ 0 w 113"/>
                    <a:gd name="T5" fmla="*/ 0 h 56"/>
                    <a:gd name="T6" fmla="*/ 0 w 113"/>
                    <a:gd name="T7" fmla="*/ 0 h 56"/>
                    <a:gd name="T8" fmla="*/ 0 w 113"/>
                    <a:gd name="T9" fmla="*/ 0 h 56"/>
                    <a:gd name="T10" fmla="*/ 0 w 113"/>
                    <a:gd name="T11" fmla="*/ 0 h 56"/>
                    <a:gd name="T12" fmla="*/ 0 w 113"/>
                    <a:gd name="T13" fmla="*/ 0 h 56"/>
                    <a:gd name="T14" fmla="*/ 0 w 113"/>
                    <a:gd name="T15" fmla="*/ 0 h 56"/>
                    <a:gd name="T16" fmla="*/ 0 w 113"/>
                    <a:gd name="T17" fmla="*/ 0 h 56"/>
                    <a:gd name="T18" fmla="*/ 0 w 113"/>
                    <a:gd name="T19" fmla="*/ 0 h 56"/>
                    <a:gd name="T20" fmla="*/ 0 w 113"/>
                    <a:gd name="T21" fmla="*/ 0 h 56"/>
                    <a:gd name="T22" fmla="*/ 0 w 113"/>
                    <a:gd name="T23" fmla="*/ 0 h 56"/>
                    <a:gd name="T24" fmla="*/ 0 w 113"/>
                    <a:gd name="T25" fmla="*/ 0 h 56"/>
                    <a:gd name="T26" fmla="*/ 0 w 113"/>
                    <a:gd name="T27" fmla="*/ 0 h 56"/>
                    <a:gd name="T28" fmla="*/ 0 w 113"/>
                    <a:gd name="T29" fmla="*/ 0 h 56"/>
                    <a:gd name="T30" fmla="*/ 0 60000 65536"/>
                    <a:gd name="T31" fmla="*/ 0 60000 65536"/>
                    <a:gd name="T32" fmla="*/ 0 60000 65536"/>
                    <a:gd name="T33" fmla="*/ 0 60000 65536"/>
                    <a:gd name="T34" fmla="*/ 0 60000 65536"/>
                    <a:gd name="T35" fmla="*/ 0 60000 65536"/>
                    <a:gd name="T36" fmla="*/ 0 60000 65536"/>
                    <a:gd name="T37" fmla="*/ 0 60000 65536"/>
                    <a:gd name="T38" fmla="*/ 0 60000 65536"/>
                    <a:gd name="T39" fmla="*/ 0 60000 65536"/>
                    <a:gd name="T40" fmla="*/ 0 60000 65536"/>
                    <a:gd name="T41" fmla="*/ 0 60000 65536"/>
                    <a:gd name="T42" fmla="*/ 0 60000 65536"/>
                    <a:gd name="T43" fmla="*/ 0 60000 65536"/>
                    <a:gd name="T44" fmla="*/ 0 60000 65536"/>
                    <a:gd name="T45" fmla="*/ 0 w 113"/>
                    <a:gd name="T46" fmla="*/ 0 h 56"/>
                    <a:gd name="T47" fmla="*/ 113 w 113"/>
                    <a:gd name="T48" fmla="*/ 56 h 56"/>
                  </a:gdLst>
                  <a:ahLst/>
                  <a:cxnLst>
                    <a:cxn ang="T30">
                      <a:pos x="T0" y="T1"/>
                    </a:cxn>
                    <a:cxn ang="T31">
                      <a:pos x="T2" y="T3"/>
                    </a:cxn>
                    <a:cxn ang="T32">
                      <a:pos x="T4" y="T5"/>
                    </a:cxn>
                    <a:cxn ang="T33">
                      <a:pos x="T6" y="T7"/>
                    </a:cxn>
                    <a:cxn ang="T34">
                      <a:pos x="T8" y="T9"/>
                    </a:cxn>
                    <a:cxn ang="T35">
                      <a:pos x="T10" y="T11"/>
                    </a:cxn>
                    <a:cxn ang="T36">
                      <a:pos x="T12" y="T13"/>
                    </a:cxn>
                    <a:cxn ang="T37">
                      <a:pos x="T14" y="T15"/>
                    </a:cxn>
                    <a:cxn ang="T38">
                      <a:pos x="T16" y="T17"/>
                    </a:cxn>
                    <a:cxn ang="T39">
                      <a:pos x="T18" y="T19"/>
                    </a:cxn>
                    <a:cxn ang="T40">
                      <a:pos x="T20" y="T21"/>
                    </a:cxn>
                    <a:cxn ang="T41">
                      <a:pos x="T22" y="T23"/>
                    </a:cxn>
                    <a:cxn ang="T42">
                      <a:pos x="T24" y="T25"/>
                    </a:cxn>
                    <a:cxn ang="T43">
                      <a:pos x="T26" y="T27"/>
                    </a:cxn>
                    <a:cxn ang="T44">
                      <a:pos x="T28" y="T29"/>
                    </a:cxn>
                  </a:cxnLst>
                  <a:rect l="T45" t="T46" r="T47" b="T48"/>
                  <a:pathLst>
                    <a:path w="113" h="56">
                      <a:moveTo>
                        <a:pt x="113" y="0"/>
                      </a:moveTo>
                      <a:lnTo>
                        <a:pt x="111" y="12"/>
                      </a:lnTo>
                      <a:lnTo>
                        <a:pt x="106" y="25"/>
                      </a:lnTo>
                      <a:lnTo>
                        <a:pt x="99" y="35"/>
                      </a:lnTo>
                      <a:lnTo>
                        <a:pt x="91" y="44"/>
                      </a:lnTo>
                      <a:lnTo>
                        <a:pt x="80" y="50"/>
                      </a:lnTo>
                      <a:lnTo>
                        <a:pt x="68" y="55"/>
                      </a:lnTo>
                      <a:lnTo>
                        <a:pt x="56" y="56"/>
                      </a:lnTo>
                      <a:lnTo>
                        <a:pt x="43" y="55"/>
                      </a:lnTo>
                      <a:lnTo>
                        <a:pt x="31" y="50"/>
                      </a:lnTo>
                      <a:lnTo>
                        <a:pt x="21" y="44"/>
                      </a:lnTo>
                      <a:lnTo>
                        <a:pt x="12" y="35"/>
                      </a:lnTo>
                      <a:lnTo>
                        <a:pt x="5" y="25"/>
                      </a:lnTo>
                      <a:lnTo>
                        <a:pt x="1" y="12"/>
                      </a:lnTo>
                      <a:lnTo>
                        <a:pt x="0" y="0"/>
                      </a:lnTo>
                    </a:path>
                  </a:pathLst>
                </a:custGeom>
                <a:noFill/>
                <a:ln w="0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pPr algn="l" defTabSz="1828800" hangingPunct="1"/>
                  <a:endParaRPr lang="zh-CN" altLang="en-US" sz="3600" b="0" kern="1200">
                    <a:solidFill>
                      <a:prstClr val="black"/>
                    </a:solidFill>
                    <a:latin typeface="等线" panose="020F0502020204030204"/>
                    <a:ea typeface="等线" panose="02010600030101010101" pitchFamily="2" charset="-122"/>
                    <a:cs typeface="+mn-cs"/>
                  </a:endParaRPr>
                </a:p>
              </p:txBody>
            </p:sp>
            <p:sp>
              <p:nvSpPr>
                <p:cNvPr id="1327" name="Freeform 614">
                  <a:extLst>
                    <a:ext uri="{FF2B5EF4-FFF2-40B4-BE49-F238E27FC236}">
                      <a16:creationId xmlns:a16="http://schemas.microsoft.com/office/drawing/2014/main" id="{C1A16FAA-F5A6-E399-5F2A-6709BDAF68B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4314" y="3973"/>
                  <a:ext cx="16" cy="532"/>
                </a:xfrm>
                <a:custGeom>
                  <a:avLst/>
                  <a:gdLst>
                    <a:gd name="T0" fmla="*/ 0 w 113"/>
                    <a:gd name="T1" fmla="*/ 0 h 3719"/>
                    <a:gd name="T2" fmla="*/ 0 w 113"/>
                    <a:gd name="T3" fmla="*/ 0 h 3719"/>
                    <a:gd name="T4" fmla="*/ 0 w 113"/>
                    <a:gd name="T5" fmla="*/ 0 h 3719"/>
                    <a:gd name="T6" fmla="*/ 0 w 113"/>
                    <a:gd name="T7" fmla="*/ 0 h 3719"/>
                    <a:gd name="T8" fmla="*/ 0 w 113"/>
                    <a:gd name="T9" fmla="*/ 0 h 3719"/>
                    <a:gd name="T10" fmla="*/ 0 w 113"/>
                    <a:gd name="T11" fmla="*/ 0 h 3719"/>
                    <a:gd name="T12" fmla="*/ 0 w 113"/>
                    <a:gd name="T13" fmla="*/ 0 h 3719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113"/>
                    <a:gd name="T22" fmla="*/ 0 h 3719"/>
                    <a:gd name="T23" fmla="*/ 113 w 113"/>
                    <a:gd name="T24" fmla="*/ 3719 h 3719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113" h="3719">
                      <a:moveTo>
                        <a:pt x="0" y="3719"/>
                      </a:moveTo>
                      <a:lnTo>
                        <a:pt x="56" y="3719"/>
                      </a:lnTo>
                      <a:lnTo>
                        <a:pt x="113" y="3719"/>
                      </a:lnTo>
                      <a:lnTo>
                        <a:pt x="113" y="0"/>
                      </a:lnTo>
                      <a:lnTo>
                        <a:pt x="56" y="0"/>
                      </a:lnTo>
                      <a:lnTo>
                        <a:pt x="0" y="0"/>
                      </a:lnTo>
                      <a:lnTo>
                        <a:pt x="0" y="3719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algn="l" defTabSz="1828800" hangingPunct="1"/>
                  <a:endParaRPr lang="zh-CN" altLang="en-US" sz="3600" b="0" kern="1200">
                    <a:solidFill>
                      <a:prstClr val="black"/>
                    </a:solidFill>
                    <a:latin typeface="等线" panose="020F0502020204030204"/>
                    <a:ea typeface="等线" panose="02010600030101010101" pitchFamily="2" charset="-122"/>
                    <a:cs typeface="+mn-cs"/>
                  </a:endParaRPr>
                </a:p>
              </p:txBody>
            </p:sp>
            <p:sp>
              <p:nvSpPr>
                <p:cNvPr id="1328" name="Freeform 615">
                  <a:extLst>
                    <a:ext uri="{FF2B5EF4-FFF2-40B4-BE49-F238E27FC236}">
                      <a16:creationId xmlns:a16="http://schemas.microsoft.com/office/drawing/2014/main" id="{74139AF2-24F5-8767-C6CD-7125EC7DF30F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4314" y="3973"/>
                  <a:ext cx="16" cy="532"/>
                </a:xfrm>
                <a:custGeom>
                  <a:avLst/>
                  <a:gdLst>
                    <a:gd name="T0" fmla="*/ 0 w 113"/>
                    <a:gd name="T1" fmla="*/ 0 h 3719"/>
                    <a:gd name="T2" fmla="*/ 0 w 113"/>
                    <a:gd name="T3" fmla="*/ 0 h 3719"/>
                    <a:gd name="T4" fmla="*/ 0 w 113"/>
                    <a:gd name="T5" fmla="*/ 0 h 3719"/>
                    <a:gd name="T6" fmla="*/ 0 w 113"/>
                    <a:gd name="T7" fmla="*/ 0 h 3719"/>
                    <a:gd name="T8" fmla="*/ 0 w 113"/>
                    <a:gd name="T9" fmla="*/ 0 h 3719"/>
                    <a:gd name="T10" fmla="*/ 0 w 113"/>
                    <a:gd name="T11" fmla="*/ 0 h 3719"/>
                    <a:gd name="T12" fmla="*/ 0 w 113"/>
                    <a:gd name="T13" fmla="*/ 0 h 3719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113"/>
                    <a:gd name="T22" fmla="*/ 0 h 3719"/>
                    <a:gd name="T23" fmla="*/ 113 w 113"/>
                    <a:gd name="T24" fmla="*/ 3719 h 3719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113" h="3719">
                      <a:moveTo>
                        <a:pt x="0" y="3719"/>
                      </a:moveTo>
                      <a:lnTo>
                        <a:pt x="56" y="3719"/>
                      </a:lnTo>
                      <a:lnTo>
                        <a:pt x="113" y="3719"/>
                      </a:lnTo>
                      <a:lnTo>
                        <a:pt x="113" y="0"/>
                      </a:lnTo>
                      <a:lnTo>
                        <a:pt x="56" y="0"/>
                      </a:lnTo>
                      <a:lnTo>
                        <a:pt x="0" y="0"/>
                      </a:lnTo>
                      <a:lnTo>
                        <a:pt x="0" y="3719"/>
                      </a:lnTo>
                      <a:close/>
                    </a:path>
                  </a:pathLst>
                </a:custGeom>
                <a:noFill/>
                <a:ln w="0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pPr algn="l" defTabSz="1828800" hangingPunct="1"/>
                  <a:endParaRPr lang="zh-CN" altLang="en-US" sz="3600" b="0" kern="1200">
                    <a:solidFill>
                      <a:prstClr val="black"/>
                    </a:solidFill>
                    <a:latin typeface="等线" panose="020F0502020204030204"/>
                    <a:ea typeface="等线" panose="02010600030101010101" pitchFamily="2" charset="-122"/>
                    <a:cs typeface="+mn-cs"/>
                  </a:endParaRPr>
                </a:p>
              </p:txBody>
            </p:sp>
            <p:sp>
              <p:nvSpPr>
                <p:cNvPr id="1329" name="Freeform 616">
                  <a:extLst>
                    <a:ext uri="{FF2B5EF4-FFF2-40B4-BE49-F238E27FC236}">
                      <a16:creationId xmlns:a16="http://schemas.microsoft.com/office/drawing/2014/main" id="{5813AF30-AB4F-5D43-6AAE-A052E021DFA6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4314" y="3965"/>
                  <a:ext cx="16" cy="8"/>
                </a:xfrm>
                <a:custGeom>
                  <a:avLst/>
                  <a:gdLst>
                    <a:gd name="T0" fmla="*/ 0 w 113"/>
                    <a:gd name="T1" fmla="*/ 0 h 57"/>
                    <a:gd name="T2" fmla="*/ 0 w 113"/>
                    <a:gd name="T3" fmla="*/ 0 h 57"/>
                    <a:gd name="T4" fmla="*/ 0 w 113"/>
                    <a:gd name="T5" fmla="*/ 0 h 57"/>
                    <a:gd name="T6" fmla="*/ 0 w 113"/>
                    <a:gd name="T7" fmla="*/ 0 h 57"/>
                    <a:gd name="T8" fmla="*/ 0 w 113"/>
                    <a:gd name="T9" fmla="*/ 0 h 57"/>
                    <a:gd name="T10" fmla="*/ 0 w 113"/>
                    <a:gd name="T11" fmla="*/ 0 h 57"/>
                    <a:gd name="T12" fmla="*/ 0 w 113"/>
                    <a:gd name="T13" fmla="*/ 0 h 57"/>
                    <a:gd name="T14" fmla="*/ 0 w 113"/>
                    <a:gd name="T15" fmla="*/ 0 h 57"/>
                    <a:gd name="T16" fmla="*/ 0 w 113"/>
                    <a:gd name="T17" fmla="*/ 0 h 57"/>
                    <a:gd name="T18" fmla="*/ 0 w 113"/>
                    <a:gd name="T19" fmla="*/ 0 h 57"/>
                    <a:gd name="T20" fmla="*/ 0 w 113"/>
                    <a:gd name="T21" fmla="*/ 0 h 57"/>
                    <a:gd name="T22" fmla="*/ 0 w 113"/>
                    <a:gd name="T23" fmla="*/ 0 h 57"/>
                    <a:gd name="T24" fmla="*/ 0 w 113"/>
                    <a:gd name="T25" fmla="*/ 0 h 57"/>
                    <a:gd name="T26" fmla="*/ 0 w 113"/>
                    <a:gd name="T27" fmla="*/ 0 h 57"/>
                    <a:gd name="T28" fmla="*/ 0 w 113"/>
                    <a:gd name="T29" fmla="*/ 0 h 57"/>
                    <a:gd name="T30" fmla="*/ 0 w 113"/>
                    <a:gd name="T31" fmla="*/ 0 h 57"/>
                    <a:gd name="T32" fmla="*/ 0 w 113"/>
                    <a:gd name="T33" fmla="*/ 0 h 57"/>
                    <a:gd name="T34" fmla="*/ 0 60000 65536"/>
                    <a:gd name="T35" fmla="*/ 0 60000 65536"/>
                    <a:gd name="T36" fmla="*/ 0 60000 65536"/>
                    <a:gd name="T37" fmla="*/ 0 60000 65536"/>
                    <a:gd name="T38" fmla="*/ 0 60000 65536"/>
                    <a:gd name="T39" fmla="*/ 0 60000 65536"/>
                    <a:gd name="T40" fmla="*/ 0 60000 65536"/>
                    <a:gd name="T41" fmla="*/ 0 60000 65536"/>
                    <a:gd name="T42" fmla="*/ 0 60000 65536"/>
                    <a:gd name="T43" fmla="*/ 0 60000 65536"/>
                    <a:gd name="T44" fmla="*/ 0 60000 65536"/>
                    <a:gd name="T45" fmla="*/ 0 60000 65536"/>
                    <a:gd name="T46" fmla="*/ 0 60000 65536"/>
                    <a:gd name="T47" fmla="*/ 0 60000 65536"/>
                    <a:gd name="T48" fmla="*/ 0 60000 65536"/>
                    <a:gd name="T49" fmla="*/ 0 60000 65536"/>
                    <a:gd name="T50" fmla="*/ 0 60000 65536"/>
                    <a:gd name="T51" fmla="*/ 0 w 113"/>
                    <a:gd name="T52" fmla="*/ 0 h 57"/>
                    <a:gd name="T53" fmla="*/ 113 w 113"/>
                    <a:gd name="T54" fmla="*/ 57 h 57"/>
                  </a:gdLst>
                  <a:ahLst/>
                  <a:cxnLst>
                    <a:cxn ang="T34">
                      <a:pos x="T0" y="T1"/>
                    </a:cxn>
                    <a:cxn ang="T35">
                      <a:pos x="T2" y="T3"/>
                    </a:cxn>
                    <a:cxn ang="T36">
                      <a:pos x="T4" y="T5"/>
                    </a:cxn>
                    <a:cxn ang="T37">
                      <a:pos x="T6" y="T7"/>
                    </a:cxn>
                    <a:cxn ang="T38">
                      <a:pos x="T8" y="T9"/>
                    </a:cxn>
                    <a:cxn ang="T39">
                      <a:pos x="T10" y="T11"/>
                    </a:cxn>
                    <a:cxn ang="T40">
                      <a:pos x="T12" y="T13"/>
                    </a:cxn>
                    <a:cxn ang="T41">
                      <a:pos x="T14" y="T15"/>
                    </a:cxn>
                    <a:cxn ang="T42">
                      <a:pos x="T16" y="T17"/>
                    </a:cxn>
                    <a:cxn ang="T43">
                      <a:pos x="T18" y="T19"/>
                    </a:cxn>
                    <a:cxn ang="T44">
                      <a:pos x="T20" y="T21"/>
                    </a:cxn>
                    <a:cxn ang="T45">
                      <a:pos x="T22" y="T23"/>
                    </a:cxn>
                    <a:cxn ang="T46">
                      <a:pos x="T24" y="T25"/>
                    </a:cxn>
                    <a:cxn ang="T47">
                      <a:pos x="T26" y="T27"/>
                    </a:cxn>
                    <a:cxn ang="T48">
                      <a:pos x="T28" y="T29"/>
                    </a:cxn>
                    <a:cxn ang="T49">
                      <a:pos x="T30" y="T31"/>
                    </a:cxn>
                    <a:cxn ang="T50">
                      <a:pos x="T32" y="T33"/>
                    </a:cxn>
                  </a:cxnLst>
                  <a:rect l="T51" t="T52" r="T53" b="T54"/>
                  <a:pathLst>
                    <a:path w="113" h="57">
                      <a:moveTo>
                        <a:pt x="56" y="57"/>
                      </a:moveTo>
                      <a:lnTo>
                        <a:pt x="0" y="57"/>
                      </a:lnTo>
                      <a:lnTo>
                        <a:pt x="1" y="45"/>
                      </a:lnTo>
                      <a:lnTo>
                        <a:pt x="5" y="32"/>
                      </a:lnTo>
                      <a:lnTo>
                        <a:pt x="12" y="22"/>
                      </a:lnTo>
                      <a:lnTo>
                        <a:pt x="21" y="13"/>
                      </a:lnTo>
                      <a:lnTo>
                        <a:pt x="31" y="7"/>
                      </a:lnTo>
                      <a:lnTo>
                        <a:pt x="43" y="2"/>
                      </a:lnTo>
                      <a:lnTo>
                        <a:pt x="56" y="0"/>
                      </a:lnTo>
                      <a:lnTo>
                        <a:pt x="68" y="2"/>
                      </a:lnTo>
                      <a:lnTo>
                        <a:pt x="80" y="7"/>
                      </a:lnTo>
                      <a:lnTo>
                        <a:pt x="91" y="13"/>
                      </a:lnTo>
                      <a:lnTo>
                        <a:pt x="99" y="22"/>
                      </a:lnTo>
                      <a:lnTo>
                        <a:pt x="106" y="32"/>
                      </a:lnTo>
                      <a:lnTo>
                        <a:pt x="111" y="45"/>
                      </a:lnTo>
                      <a:lnTo>
                        <a:pt x="113" y="57"/>
                      </a:lnTo>
                      <a:lnTo>
                        <a:pt x="56" y="57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algn="l" defTabSz="1828800" hangingPunct="1"/>
                  <a:endParaRPr lang="zh-CN" altLang="en-US" sz="3600" b="0" kern="1200">
                    <a:solidFill>
                      <a:prstClr val="black"/>
                    </a:solidFill>
                    <a:latin typeface="等线" panose="020F0502020204030204"/>
                    <a:ea typeface="等线" panose="02010600030101010101" pitchFamily="2" charset="-122"/>
                    <a:cs typeface="+mn-cs"/>
                  </a:endParaRPr>
                </a:p>
              </p:txBody>
            </p:sp>
            <p:sp>
              <p:nvSpPr>
                <p:cNvPr id="1330" name="Freeform 617">
                  <a:extLst>
                    <a:ext uri="{FF2B5EF4-FFF2-40B4-BE49-F238E27FC236}">
                      <a16:creationId xmlns:a16="http://schemas.microsoft.com/office/drawing/2014/main" id="{D9F74A54-7DFC-AEA3-63F0-5221D2CFA58B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4314" y="3965"/>
                  <a:ext cx="16" cy="8"/>
                </a:xfrm>
                <a:custGeom>
                  <a:avLst/>
                  <a:gdLst>
                    <a:gd name="T0" fmla="*/ 0 w 113"/>
                    <a:gd name="T1" fmla="*/ 0 h 57"/>
                    <a:gd name="T2" fmla="*/ 0 w 113"/>
                    <a:gd name="T3" fmla="*/ 0 h 57"/>
                    <a:gd name="T4" fmla="*/ 0 w 113"/>
                    <a:gd name="T5" fmla="*/ 0 h 57"/>
                    <a:gd name="T6" fmla="*/ 0 w 113"/>
                    <a:gd name="T7" fmla="*/ 0 h 57"/>
                    <a:gd name="T8" fmla="*/ 0 w 113"/>
                    <a:gd name="T9" fmla="*/ 0 h 57"/>
                    <a:gd name="T10" fmla="*/ 0 w 113"/>
                    <a:gd name="T11" fmla="*/ 0 h 57"/>
                    <a:gd name="T12" fmla="*/ 0 w 113"/>
                    <a:gd name="T13" fmla="*/ 0 h 57"/>
                    <a:gd name="T14" fmla="*/ 0 w 113"/>
                    <a:gd name="T15" fmla="*/ 0 h 57"/>
                    <a:gd name="T16" fmla="*/ 0 w 113"/>
                    <a:gd name="T17" fmla="*/ 0 h 57"/>
                    <a:gd name="T18" fmla="*/ 0 w 113"/>
                    <a:gd name="T19" fmla="*/ 0 h 57"/>
                    <a:gd name="T20" fmla="*/ 0 w 113"/>
                    <a:gd name="T21" fmla="*/ 0 h 57"/>
                    <a:gd name="T22" fmla="*/ 0 w 113"/>
                    <a:gd name="T23" fmla="*/ 0 h 57"/>
                    <a:gd name="T24" fmla="*/ 0 w 113"/>
                    <a:gd name="T25" fmla="*/ 0 h 57"/>
                    <a:gd name="T26" fmla="*/ 0 w 113"/>
                    <a:gd name="T27" fmla="*/ 0 h 57"/>
                    <a:gd name="T28" fmla="*/ 0 w 113"/>
                    <a:gd name="T29" fmla="*/ 0 h 57"/>
                    <a:gd name="T30" fmla="*/ 0 60000 65536"/>
                    <a:gd name="T31" fmla="*/ 0 60000 65536"/>
                    <a:gd name="T32" fmla="*/ 0 60000 65536"/>
                    <a:gd name="T33" fmla="*/ 0 60000 65536"/>
                    <a:gd name="T34" fmla="*/ 0 60000 65536"/>
                    <a:gd name="T35" fmla="*/ 0 60000 65536"/>
                    <a:gd name="T36" fmla="*/ 0 60000 65536"/>
                    <a:gd name="T37" fmla="*/ 0 60000 65536"/>
                    <a:gd name="T38" fmla="*/ 0 60000 65536"/>
                    <a:gd name="T39" fmla="*/ 0 60000 65536"/>
                    <a:gd name="T40" fmla="*/ 0 60000 65536"/>
                    <a:gd name="T41" fmla="*/ 0 60000 65536"/>
                    <a:gd name="T42" fmla="*/ 0 60000 65536"/>
                    <a:gd name="T43" fmla="*/ 0 60000 65536"/>
                    <a:gd name="T44" fmla="*/ 0 60000 65536"/>
                    <a:gd name="T45" fmla="*/ 0 w 113"/>
                    <a:gd name="T46" fmla="*/ 0 h 57"/>
                    <a:gd name="T47" fmla="*/ 113 w 113"/>
                    <a:gd name="T48" fmla="*/ 57 h 57"/>
                  </a:gdLst>
                  <a:ahLst/>
                  <a:cxnLst>
                    <a:cxn ang="T30">
                      <a:pos x="T0" y="T1"/>
                    </a:cxn>
                    <a:cxn ang="T31">
                      <a:pos x="T2" y="T3"/>
                    </a:cxn>
                    <a:cxn ang="T32">
                      <a:pos x="T4" y="T5"/>
                    </a:cxn>
                    <a:cxn ang="T33">
                      <a:pos x="T6" y="T7"/>
                    </a:cxn>
                    <a:cxn ang="T34">
                      <a:pos x="T8" y="T9"/>
                    </a:cxn>
                    <a:cxn ang="T35">
                      <a:pos x="T10" y="T11"/>
                    </a:cxn>
                    <a:cxn ang="T36">
                      <a:pos x="T12" y="T13"/>
                    </a:cxn>
                    <a:cxn ang="T37">
                      <a:pos x="T14" y="T15"/>
                    </a:cxn>
                    <a:cxn ang="T38">
                      <a:pos x="T16" y="T17"/>
                    </a:cxn>
                    <a:cxn ang="T39">
                      <a:pos x="T18" y="T19"/>
                    </a:cxn>
                    <a:cxn ang="T40">
                      <a:pos x="T20" y="T21"/>
                    </a:cxn>
                    <a:cxn ang="T41">
                      <a:pos x="T22" y="T23"/>
                    </a:cxn>
                    <a:cxn ang="T42">
                      <a:pos x="T24" y="T25"/>
                    </a:cxn>
                    <a:cxn ang="T43">
                      <a:pos x="T26" y="T27"/>
                    </a:cxn>
                    <a:cxn ang="T44">
                      <a:pos x="T28" y="T29"/>
                    </a:cxn>
                  </a:cxnLst>
                  <a:rect l="T45" t="T46" r="T47" b="T48"/>
                  <a:pathLst>
                    <a:path w="113" h="57">
                      <a:moveTo>
                        <a:pt x="0" y="57"/>
                      </a:moveTo>
                      <a:lnTo>
                        <a:pt x="1" y="45"/>
                      </a:lnTo>
                      <a:lnTo>
                        <a:pt x="5" y="32"/>
                      </a:lnTo>
                      <a:lnTo>
                        <a:pt x="12" y="22"/>
                      </a:lnTo>
                      <a:lnTo>
                        <a:pt x="21" y="13"/>
                      </a:lnTo>
                      <a:lnTo>
                        <a:pt x="31" y="7"/>
                      </a:lnTo>
                      <a:lnTo>
                        <a:pt x="43" y="2"/>
                      </a:lnTo>
                      <a:lnTo>
                        <a:pt x="56" y="0"/>
                      </a:lnTo>
                      <a:lnTo>
                        <a:pt x="68" y="2"/>
                      </a:lnTo>
                      <a:lnTo>
                        <a:pt x="80" y="7"/>
                      </a:lnTo>
                      <a:lnTo>
                        <a:pt x="91" y="13"/>
                      </a:lnTo>
                      <a:lnTo>
                        <a:pt x="99" y="22"/>
                      </a:lnTo>
                      <a:lnTo>
                        <a:pt x="106" y="32"/>
                      </a:lnTo>
                      <a:lnTo>
                        <a:pt x="111" y="45"/>
                      </a:lnTo>
                      <a:lnTo>
                        <a:pt x="113" y="57"/>
                      </a:lnTo>
                    </a:path>
                  </a:pathLst>
                </a:custGeom>
                <a:noFill/>
                <a:ln w="0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pPr algn="l" defTabSz="1828800" hangingPunct="1"/>
                  <a:endParaRPr lang="zh-CN" altLang="en-US" sz="3600" b="0" kern="1200">
                    <a:solidFill>
                      <a:prstClr val="black"/>
                    </a:solidFill>
                    <a:latin typeface="等线" panose="020F0502020204030204"/>
                    <a:ea typeface="等线" panose="02010600030101010101" pitchFamily="2" charset="-122"/>
                    <a:cs typeface="+mn-cs"/>
                  </a:endParaRPr>
                </a:p>
              </p:txBody>
            </p:sp>
            <p:sp>
              <p:nvSpPr>
                <p:cNvPr id="1331" name="Line 618">
                  <a:extLst>
                    <a:ext uri="{FF2B5EF4-FFF2-40B4-BE49-F238E27FC236}">
                      <a16:creationId xmlns:a16="http://schemas.microsoft.com/office/drawing/2014/main" id="{EC00B461-FB3A-C4CB-1B4B-42AA561C7EBF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810" y="3947"/>
                  <a:ext cx="1" cy="127"/>
                </a:xfrm>
                <a:prstGeom prst="line">
                  <a:avLst/>
                </a:prstGeom>
                <a:noFill/>
                <a:ln w="0">
                  <a:solidFill>
                    <a:srgbClr val="0000FF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pPr algn="l" defTabSz="1828800" hangingPunct="1"/>
                  <a:endParaRPr lang="zh-CN" altLang="en-US" sz="3600" b="0" kern="1200">
                    <a:solidFill>
                      <a:prstClr val="black"/>
                    </a:solidFill>
                    <a:latin typeface="等线" panose="020F0502020204030204"/>
                    <a:ea typeface="等线" panose="02010600030101010101" pitchFamily="2" charset="-122"/>
                    <a:cs typeface="+mn-cs"/>
                  </a:endParaRPr>
                </a:p>
              </p:txBody>
            </p:sp>
            <p:sp>
              <p:nvSpPr>
                <p:cNvPr id="1332" name="Line 619">
                  <a:extLst>
                    <a:ext uri="{FF2B5EF4-FFF2-40B4-BE49-F238E27FC236}">
                      <a16:creationId xmlns:a16="http://schemas.microsoft.com/office/drawing/2014/main" id="{40B5CAD6-16BE-1423-3AF8-82BC143CCB80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810" y="4094"/>
                  <a:ext cx="1" cy="19"/>
                </a:xfrm>
                <a:prstGeom prst="line">
                  <a:avLst/>
                </a:prstGeom>
                <a:noFill/>
                <a:ln w="0">
                  <a:solidFill>
                    <a:srgbClr val="0000FF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pPr algn="l" defTabSz="1828800" hangingPunct="1"/>
                  <a:endParaRPr lang="zh-CN" altLang="en-US" sz="3600" b="0" kern="1200">
                    <a:solidFill>
                      <a:prstClr val="black"/>
                    </a:solidFill>
                    <a:latin typeface="等线" panose="020F0502020204030204"/>
                    <a:ea typeface="等线" panose="02010600030101010101" pitchFamily="2" charset="-122"/>
                    <a:cs typeface="+mn-cs"/>
                  </a:endParaRPr>
                </a:p>
              </p:txBody>
            </p:sp>
            <p:sp>
              <p:nvSpPr>
                <p:cNvPr id="1333" name="Line 620">
                  <a:extLst>
                    <a:ext uri="{FF2B5EF4-FFF2-40B4-BE49-F238E27FC236}">
                      <a16:creationId xmlns:a16="http://schemas.microsoft.com/office/drawing/2014/main" id="{5350340A-E6B9-8194-B076-A65968884AF6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810" y="4133"/>
                  <a:ext cx="1" cy="211"/>
                </a:xfrm>
                <a:prstGeom prst="line">
                  <a:avLst/>
                </a:prstGeom>
                <a:noFill/>
                <a:ln w="0">
                  <a:solidFill>
                    <a:srgbClr val="0000FF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pPr algn="l" defTabSz="1828800" hangingPunct="1"/>
                  <a:endParaRPr lang="zh-CN" altLang="en-US" sz="3600" b="0" kern="1200">
                    <a:solidFill>
                      <a:prstClr val="black"/>
                    </a:solidFill>
                    <a:latin typeface="等线" panose="020F0502020204030204"/>
                    <a:ea typeface="等线" panose="02010600030101010101" pitchFamily="2" charset="-122"/>
                    <a:cs typeface="+mn-cs"/>
                  </a:endParaRPr>
                </a:p>
              </p:txBody>
            </p:sp>
            <p:sp>
              <p:nvSpPr>
                <p:cNvPr id="1334" name="Line 621">
                  <a:extLst>
                    <a:ext uri="{FF2B5EF4-FFF2-40B4-BE49-F238E27FC236}">
                      <a16:creationId xmlns:a16="http://schemas.microsoft.com/office/drawing/2014/main" id="{AC37445D-333D-2D4F-9703-6FFE68A67CBE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810" y="4364"/>
                  <a:ext cx="1" cy="19"/>
                </a:xfrm>
                <a:prstGeom prst="line">
                  <a:avLst/>
                </a:prstGeom>
                <a:noFill/>
                <a:ln w="0">
                  <a:solidFill>
                    <a:srgbClr val="0000FF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pPr algn="l" defTabSz="1828800" hangingPunct="1"/>
                  <a:endParaRPr lang="zh-CN" altLang="en-US" sz="3600" b="0" kern="1200">
                    <a:solidFill>
                      <a:prstClr val="black"/>
                    </a:solidFill>
                    <a:latin typeface="等线" panose="020F0502020204030204"/>
                    <a:ea typeface="等线" panose="02010600030101010101" pitchFamily="2" charset="-122"/>
                    <a:cs typeface="+mn-cs"/>
                  </a:endParaRPr>
                </a:p>
              </p:txBody>
            </p:sp>
            <p:sp>
              <p:nvSpPr>
                <p:cNvPr id="1335" name="Line 622">
                  <a:extLst>
                    <a:ext uri="{FF2B5EF4-FFF2-40B4-BE49-F238E27FC236}">
                      <a16:creationId xmlns:a16="http://schemas.microsoft.com/office/drawing/2014/main" id="{F57180F8-8A90-26B2-CE15-11F3AC6A6BD9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810" y="4404"/>
                  <a:ext cx="1" cy="127"/>
                </a:xfrm>
                <a:prstGeom prst="line">
                  <a:avLst/>
                </a:prstGeom>
                <a:noFill/>
                <a:ln w="0">
                  <a:solidFill>
                    <a:srgbClr val="0000FF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pPr algn="l" defTabSz="1828800" hangingPunct="1"/>
                  <a:endParaRPr lang="zh-CN" altLang="en-US" sz="3600" b="0" kern="1200">
                    <a:solidFill>
                      <a:prstClr val="black"/>
                    </a:solidFill>
                    <a:latin typeface="等线" panose="020F0502020204030204"/>
                    <a:ea typeface="等线" panose="02010600030101010101" pitchFamily="2" charset="-122"/>
                    <a:cs typeface="+mn-cs"/>
                  </a:endParaRPr>
                </a:p>
              </p:txBody>
            </p:sp>
            <p:sp>
              <p:nvSpPr>
                <p:cNvPr id="1336" name="Freeform 623">
                  <a:extLst>
                    <a:ext uri="{FF2B5EF4-FFF2-40B4-BE49-F238E27FC236}">
                      <a16:creationId xmlns:a16="http://schemas.microsoft.com/office/drawing/2014/main" id="{6F799F34-0645-B010-AF9A-42CD175D211F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271" y="3705"/>
                  <a:ext cx="16" cy="8"/>
                </a:xfrm>
                <a:custGeom>
                  <a:avLst/>
                  <a:gdLst>
                    <a:gd name="T0" fmla="*/ 0 w 114"/>
                    <a:gd name="T1" fmla="*/ 0 h 56"/>
                    <a:gd name="T2" fmla="*/ 0 w 114"/>
                    <a:gd name="T3" fmla="*/ 0 h 56"/>
                    <a:gd name="T4" fmla="*/ 0 w 114"/>
                    <a:gd name="T5" fmla="*/ 0 h 56"/>
                    <a:gd name="T6" fmla="*/ 0 w 114"/>
                    <a:gd name="T7" fmla="*/ 0 h 56"/>
                    <a:gd name="T8" fmla="*/ 0 w 114"/>
                    <a:gd name="T9" fmla="*/ 0 h 56"/>
                    <a:gd name="T10" fmla="*/ 0 w 114"/>
                    <a:gd name="T11" fmla="*/ 0 h 56"/>
                    <a:gd name="T12" fmla="*/ 0 w 114"/>
                    <a:gd name="T13" fmla="*/ 0 h 56"/>
                    <a:gd name="T14" fmla="*/ 0 w 114"/>
                    <a:gd name="T15" fmla="*/ 0 h 56"/>
                    <a:gd name="T16" fmla="*/ 0 w 114"/>
                    <a:gd name="T17" fmla="*/ 0 h 56"/>
                    <a:gd name="T18" fmla="*/ 0 w 114"/>
                    <a:gd name="T19" fmla="*/ 0 h 56"/>
                    <a:gd name="T20" fmla="*/ 0 w 114"/>
                    <a:gd name="T21" fmla="*/ 0 h 56"/>
                    <a:gd name="T22" fmla="*/ 0 w 114"/>
                    <a:gd name="T23" fmla="*/ 0 h 56"/>
                    <a:gd name="T24" fmla="*/ 0 w 114"/>
                    <a:gd name="T25" fmla="*/ 0 h 56"/>
                    <a:gd name="T26" fmla="*/ 0 w 114"/>
                    <a:gd name="T27" fmla="*/ 0 h 56"/>
                    <a:gd name="T28" fmla="*/ 0 w 114"/>
                    <a:gd name="T29" fmla="*/ 0 h 56"/>
                    <a:gd name="T30" fmla="*/ 0 w 114"/>
                    <a:gd name="T31" fmla="*/ 0 h 56"/>
                    <a:gd name="T32" fmla="*/ 0 w 114"/>
                    <a:gd name="T33" fmla="*/ 0 h 56"/>
                    <a:gd name="T34" fmla="*/ 0 60000 65536"/>
                    <a:gd name="T35" fmla="*/ 0 60000 65536"/>
                    <a:gd name="T36" fmla="*/ 0 60000 65536"/>
                    <a:gd name="T37" fmla="*/ 0 60000 65536"/>
                    <a:gd name="T38" fmla="*/ 0 60000 65536"/>
                    <a:gd name="T39" fmla="*/ 0 60000 65536"/>
                    <a:gd name="T40" fmla="*/ 0 60000 65536"/>
                    <a:gd name="T41" fmla="*/ 0 60000 65536"/>
                    <a:gd name="T42" fmla="*/ 0 60000 65536"/>
                    <a:gd name="T43" fmla="*/ 0 60000 65536"/>
                    <a:gd name="T44" fmla="*/ 0 60000 65536"/>
                    <a:gd name="T45" fmla="*/ 0 60000 65536"/>
                    <a:gd name="T46" fmla="*/ 0 60000 65536"/>
                    <a:gd name="T47" fmla="*/ 0 60000 65536"/>
                    <a:gd name="T48" fmla="*/ 0 60000 65536"/>
                    <a:gd name="T49" fmla="*/ 0 60000 65536"/>
                    <a:gd name="T50" fmla="*/ 0 60000 65536"/>
                    <a:gd name="T51" fmla="*/ 0 w 114"/>
                    <a:gd name="T52" fmla="*/ 0 h 56"/>
                    <a:gd name="T53" fmla="*/ 114 w 114"/>
                    <a:gd name="T54" fmla="*/ 56 h 56"/>
                  </a:gdLst>
                  <a:ahLst/>
                  <a:cxnLst>
                    <a:cxn ang="T34">
                      <a:pos x="T0" y="T1"/>
                    </a:cxn>
                    <a:cxn ang="T35">
                      <a:pos x="T2" y="T3"/>
                    </a:cxn>
                    <a:cxn ang="T36">
                      <a:pos x="T4" y="T5"/>
                    </a:cxn>
                    <a:cxn ang="T37">
                      <a:pos x="T6" y="T7"/>
                    </a:cxn>
                    <a:cxn ang="T38">
                      <a:pos x="T8" y="T9"/>
                    </a:cxn>
                    <a:cxn ang="T39">
                      <a:pos x="T10" y="T11"/>
                    </a:cxn>
                    <a:cxn ang="T40">
                      <a:pos x="T12" y="T13"/>
                    </a:cxn>
                    <a:cxn ang="T41">
                      <a:pos x="T14" y="T15"/>
                    </a:cxn>
                    <a:cxn ang="T42">
                      <a:pos x="T16" y="T17"/>
                    </a:cxn>
                    <a:cxn ang="T43">
                      <a:pos x="T18" y="T19"/>
                    </a:cxn>
                    <a:cxn ang="T44">
                      <a:pos x="T20" y="T21"/>
                    </a:cxn>
                    <a:cxn ang="T45">
                      <a:pos x="T22" y="T23"/>
                    </a:cxn>
                    <a:cxn ang="T46">
                      <a:pos x="T24" y="T25"/>
                    </a:cxn>
                    <a:cxn ang="T47">
                      <a:pos x="T26" y="T27"/>
                    </a:cxn>
                    <a:cxn ang="T48">
                      <a:pos x="T28" y="T29"/>
                    </a:cxn>
                    <a:cxn ang="T49">
                      <a:pos x="T30" y="T31"/>
                    </a:cxn>
                    <a:cxn ang="T50">
                      <a:pos x="T32" y="T33"/>
                    </a:cxn>
                  </a:cxnLst>
                  <a:rect l="T51" t="T52" r="T53" b="T54"/>
                  <a:pathLst>
                    <a:path w="114" h="56">
                      <a:moveTo>
                        <a:pt x="56" y="0"/>
                      </a:moveTo>
                      <a:lnTo>
                        <a:pt x="114" y="0"/>
                      </a:lnTo>
                      <a:lnTo>
                        <a:pt x="111" y="12"/>
                      </a:lnTo>
                      <a:lnTo>
                        <a:pt x="107" y="24"/>
                      </a:lnTo>
                      <a:lnTo>
                        <a:pt x="100" y="34"/>
                      </a:lnTo>
                      <a:lnTo>
                        <a:pt x="91" y="43"/>
                      </a:lnTo>
                      <a:lnTo>
                        <a:pt x="81" y="50"/>
                      </a:lnTo>
                      <a:lnTo>
                        <a:pt x="69" y="55"/>
                      </a:lnTo>
                      <a:lnTo>
                        <a:pt x="56" y="56"/>
                      </a:lnTo>
                      <a:lnTo>
                        <a:pt x="44" y="55"/>
                      </a:lnTo>
                      <a:lnTo>
                        <a:pt x="32" y="50"/>
                      </a:lnTo>
                      <a:lnTo>
                        <a:pt x="22" y="43"/>
                      </a:lnTo>
                      <a:lnTo>
                        <a:pt x="13" y="34"/>
                      </a:lnTo>
                      <a:lnTo>
                        <a:pt x="6" y="24"/>
                      </a:lnTo>
                      <a:lnTo>
                        <a:pt x="1" y="12"/>
                      </a:lnTo>
                      <a:lnTo>
                        <a:pt x="0" y="0"/>
                      </a:lnTo>
                      <a:lnTo>
                        <a:pt x="56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algn="l" defTabSz="1828800" hangingPunct="1"/>
                  <a:endParaRPr lang="zh-CN" altLang="en-US" sz="3600" b="0" kern="1200">
                    <a:solidFill>
                      <a:prstClr val="black"/>
                    </a:solidFill>
                    <a:latin typeface="等线" panose="020F0502020204030204"/>
                    <a:ea typeface="等线" panose="02010600030101010101" pitchFamily="2" charset="-122"/>
                    <a:cs typeface="+mn-cs"/>
                  </a:endParaRPr>
                </a:p>
              </p:txBody>
            </p:sp>
            <p:sp>
              <p:nvSpPr>
                <p:cNvPr id="1337" name="Freeform 624">
                  <a:extLst>
                    <a:ext uri="{FF2B5EF4-FFF2-40B4-BE49-F238E27FC236}">
                      <a16:creationId xmlns:a16="http://schemas.microsoft.com/office/drawing/2014/main" id="{22459654-945D-6F82-2FD4-227FB915FBEF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271" y="3705"/>
                  <a:ext cx="16" cy="8"/>
                </a:xfrm>
                <a:custGeom>
                  <a:avLst/>
                  <a:gdLst>
                    <a:gd name="T0" fmla="*/ 0 w 114"/>
                    <a:gd name="T1" fmla="*/ 0 h 56"/>
                    <a:gd name="T2" fmla="*/ 0 w 114"/>
                    <a:gd name="T3" fmla="*/ 0 h 56"/>
                    <a:gd name="T4" fmla="*/ 0 w 114"/>
                    <a:gd name="T5" fmla="*/ 0 h 56"/>
                    <a:gd name="T6" fmla="*/ 0 w 114"/>
                    <a:gd name="T7" fmla="*/ 0 h 56"/>
                    <a:gd name="T8" fmla="*/ 0 w 114"/>
                    <a:gd name="T9" fmla="*/ 0 h 56"/>
                    <a:gd name="T10" fmla="*/ 0 w 114"/>
                    <a:gd name="T11" fmla="*/ 0 h 56"/>
                    <a:gd name="T12" fmla="*/ 0 w 114"/>
                    <a:gd name="T13" fmla="*/ 0 h 56"/>
                    <a:gd name="T14" fmla="*/ 0 w 114"/>
                    <a:gd name="T15" fmla="*/ 0 h 56"/>
                    <a:gd name="T16" fmla="*/ 0 w 114"/>
                    <a:gd name="T17" fmla="*/ 0 h 56"/>
                    <a:gd name="T18" fmla="*/ 0 w 114"/>
                    <a:gd name="T19" fmla="*/ 0 h 56"/>
                    <a:gd name="T20" fmla="*/ 0 w 114"/>
                    <a:gd name="T21" fmla="*/ 0 h 56"/>
                    <a:gd name="T22" fmla="*/ 0 w 114"/>
                    <a:gd name="T23" fmla="*/ 0 h 56"/>
                    <a:gd name="T24" fmla="*/ 0 w 114"/>
                    <a:gd name="T25" fmla="*/ 0 h 56"/>
                    <a:gd name="T26" fmla="*/ 0 w 114"/>
                    <a:gd name="T27" fmla="*/ 0 h 56"/>
                    <a:gd name="T28" fmla="*/ 0 w 114"/>
                    <a:gd name="T29" fmla="*/ 0 h 56"/>
                    <a:gd name="T30" fmla="*/ 0 60000 65536"/>
                    <a:gd name="T31" fmla="*/ 0 60000 65536"/>
                    <a:gd name="T32" fmla="*/ 0 60000 65536"/>
                    <a:gd name="T33" fmla="*/ 0 60000 65536"/>
                    <a:gd name="T34" fmla="*/ 0 60000 65536"/>
                    <a:gd name="T35" fmla="*/ 0 60000 65536"/>
                    <a:gd name="T36" fmla="*/ 0 60000 65536"/>
                    <a:gd name="T37" fmla="*/ 0 60000 65536"/>
                    <a:gd name="T38" fmla="*/ 0 60000 65536"/>
                    <a:gd name="T39" fmla="*/ 0 60000 65536"/>
                    <a:gd name="T40" fmla="*/ 0 60000 65536"/>
                    <a:gd name="T41" fmla="*/ 0 60000 65536"/>
                    <a:gd name="T42" fmla="*/ 0 60000 65536"/>
                    <a:gd name="T43" fmla="*/ 0 60000 65536"/>
                    <a:gd name="T44" fmla="*/ 0 60000 65536"/>
                    <a:gd name="T45" fmla="*/ 0 w 114"/>
                    <a:gd name="T46" fmla="*/ 0 h 56"/>
                    <a:gd name="T47" fmla="*/ 114 w 114"/>
                    <a:gd name="T48" fmla="*/ 56 h 56"/>
                  </a:gdLst>
                  <a:ahLst/>
                  <a:cxnLst>
                    <a:cxn ang="T30">
                      <a:pos x="T0" y="T1"/>
                    </a:cxn>
                    <a:cxn ang="T31">
                      <a:pos x="T2" y="T3"/>
                    </a:cxn>
                    <a:cxn ang="T32">
                      <a:pos x="T4" y="T5"/>
                    </a:cxn>
                    <a:cxn ang="T33">
                      <a:pos x="T6" y="T7"/>
                    </a:cxn>
                    <a:cxn ang="T34">
                      <a:pos x="T8" y="T9"/>
                    </a:cxn>
                    <a:cxn ang="T35">
                      <a:pos x="T10" y="T11"/>
                    </a:cxn>
                    <a:cxn ang="T36">
                      <a:pos x="T12" y="T13"/>
                    </a:cxn>
                    <a:cxn ang="T37">
                      <a:pos x="T14" y="T15"/>
                    </a:cxn>
                    <a:cxn ang="T38">
                      <a:pos x="T16" y="T17"/>
                    </a:cxn>
                    <a:cxn ang="T39">
                      <a:pos x="T18" y="T19"/>
                    </a:cxn>
                    <a:cxn ang="T40">
                      <a:pos x="T20" y="T21"/>
                    </a:cxn>
                    <a:cxn ang="T41">
                      <a:pos x="T22" y="T23"/>
                    </a:cxn>
                    <a:cxn ang="T42">
                      <a:pos x="T24" y="T25"/>
                    </a:cxn>
                    <a:cxn ang="T43">
                      <a:pos x="T26" y="T27"/>
                    </a:cxn>
                    <a:cxn ang="T44">
                      <a:pos x="T28" y="T29"/>
                    </a:cxn>
                  </a:cxnLst>
                  <a:rect l="T45" t="T46" r="T47" b="T48"/>
                  <a:pathLst>
                    <a:path w="114" h="56">
                      <a:moveTo>
                        <a:pt x="114" y="0"/>
                      </a:moveTo>
                      <a:lnTo>
                        <a:pt x="111" y="12"/>
                      </a:lnTo>
                      <a:lnTo>
                        <a:pt x="107" y="24"/>
                      </a:lnTo>
                      <a:lnTo>
                        <a:pt x="100" y="34"/>
                      </a:lnTo>
                      <a:lnTo>
                        <a:pt x="91" y="43"/>
                      </a:lnTo>
                      <a:lnTo>
                        <a:pt x="81" y="50"/>
                      </a:lnTo>
                      <a:lnTo>
                        <a:pt x="69" y="55"/>
                      </a:lnTo>
                      <a:lnTo>
                        <a:pt x="56" y="56"/>
                      </a:lnTo>
                      <a:lnTo>
                        <a:pt x="44" y="55"/>
                      </a:lnTo>
                      <a:lnTo>
                        <a:pt x="32" y="50"/>
                      </a:lnTo>
                      <a:lnTo>
                        <a:pt x="22" y="43"/>
                      </a:lnTo>
                      <a:lnTo>
                        <a:pt x="13" y="34"/>
                      </a:lnTo>
                      <a:lnTo>
                        <a:pt x="6" y="24"/>
                      </a:lnTo>
                      <a:lnTo>
                        <a:pt x="1" y="12"/>
                      </a:lnTo>
                      <a:lnTo>
                        <a:pt x="0" y="0"/>
                      </a:lnTo>
                    </a:path>
                  </a:pathLst>
                </a:custGeom>
                <a:noFill/>
                <a:ln w="0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pPr algn="l" defTabSz="1828800" hangingPunct="1"/>
                  <a:endParaRPr lang="zh-CN" altLang="en-US" sz="3600" b="0" kern="1200">
                    <a:solidFill>
                      <a:prstClr val="black"/>
                    </a:solidFill>
                    <a:latin typeface="等线" panose="020F0502020204030204"/>
                    <a:ea typeface="等线" panose="02010600030101010101" pitchFamily="2" charset="-122"/>
                    <a:cs typeface="+mn-cs"/>
                  </a:endParaRPr>
                </a:p>
              </p:txBody>
            </p:sp>
            <p:sp>
              <p:nvSpPr>
                <p:cNvPr id="1338" name="Freeform 625">
                  <a:extLst>
                    <a:ext uri="{FF2B5EF4-FFF2-40B4-BE49-F238E27FC236}">
                      <a16:creationId xmlns:a16="http://schemas.microsoft.com/office/drawing/2014/main" id="{166C1E31-6520-AF5A-50EE-88164597D76D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271" y="3515"/>
                  <a:ext cx="16" cy="190"/>
                </a:xfrm>
                <a:custGeom>
                  <a:avLst/>
                  <a:gdLst>
                    <a:gd name="T0" fmla="*/ 0 w 114"/>
                    <a:gd name="T1" fmla="*/ 0 h 1328"/>
                    <a:gd name="T2" fmla="*/ 0 w 114"/>
                    <a:gd name="T3" fmla="*/ 0 h 1328"/>
                    <a:gd name="T4" fmla="*/ 0 w 114"/>
                    <a:gd name="T5" fmla="*/ 0 h 1328"/>
                    <a:gd name="T6" fmla="*/ 0 w 114"/>
                    <a:gd name="T7" fmla="*/ 0 h 1328"/>
                    <a:gd name="T8" fmla="*/ 0 w 114"/>
                    <a:gd name="T9" fmla="*/ 0 h 1328"/>
                    <a:gd name="T10" fmla="*/ 0 w 114"/>
                    <a:gd name="T11" fmla="*/ 0 h 1328"/>
                    <a:gd name="T12" fmla="*/ 0 w 114"/>
                    <a:gd name="T13" fmla="*/ 0 h 1328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114"/>
                    <a:gd name="T22" fmla="*/ 0 h 1328"/>
                    <a:gd name="T23" fmla="*/ 114 w 114"/>
                    <a:gd name="T24" fmla="*/ 1328 h 1328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114" h="1328">
                      <a:moveTo>
                        <a:pt x="0" y="1328"/>
                      </a:moveTo>
                      <a:lnTo>
                        <a:pt x="56" y="1328"/>
                      </a:lnTo>
                      <a:lnTo>
                        <a:pt x="114" y="1328"/>
                      </a:lnTo>
                      <a:lnTo>
                        <a:pt x="114" y="0"/>
                      </a:lnTo>
                      <a:lnTo>
                        <a:pt x="56" y="0"/>
                      </a:lnTo>
                      <a:lnTo>
                        <a:pt x="0" y="0"/>
                      </a:lnTo>
                      <a:lnTo>
                        <a:pt x="0" y="1328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algn="l" defTabSz="1828800" hangingPunct="1"/>
                  <a:endParaRPr lang="zh-CN" altLang="en-US" sz="3600" b="0" kern="1200">
                    <a:solidFill>
                      <a:prstClr val="black"/>
                    </a:solidFill>
                    <a:latin typeface="等线" panose="020F0502020204030204"/>
                    <a:ea typeface="等线" panose="02010600030101010101" pitchFamily="2" charset="-122"/>
                    <a:cs typeface="+mn-cs"/>
                  </a:endParaRPr>
                </a:p>
              </p:txBody>
            </p:sp>
            <p:sp>
              <p:nvSpPr>
                <p:cNvPr id="1339" name="Freeform 626">
                  <a:extLst>
                    <a:ext uri="{FF2B5EF4-FFF2-40B4-BE49-F238E27FC236}">
                      <a16:creationId xmlns:a16="http://schemas.microsoft.com/office/drawing/2014/main" id="{2C8A79EC-742D-E6F1-A0DB-99750E74718B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271" y="3515"/>
                  <a:ext cx="16" cy="190"/>
                </a:xfrm>
                <a:custGeom>
                  <a:avLst/>
                  <a:gdLst>
                    <a:gd name="T0" fmla="*/ 0 w 114"/>
                    <a:gd name="T1" fmla="*/ 0 h 1328"/>
                    <a:gd name="T2" fmla="*/ 0 w 114"/>
                    <a:gd name="T3" fmla="*/ 0 h 1328"/>
                    <a:gd name="T4" fmla="*/ 0 w 114"/>
                    <a:gd name="T5" fmla="*/ 0 h 1328"/>
                    <a:gd name="T6" fmla="*/ 0 w 114"/>
                    <a:gd name="T7" fmla="*/ 0 h 1328"/>
                    <a:gd name="T8" fmla="*/ 0 w 114"/>
                    <a:gd name="T9" fmla="*/ 0 h 1328"/>
                    <a:gd name="T10" fmla="*/ 0 w 114"/>
                    <a:gd name="T11" fmla="*/ 0 h 1328"/>
                    <a:gd name="T12" fmla="*/ 0 w 114"/>
                    <a:gd name="T13" fmla="*/ 0 h 1328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114"/>
                    <a:gd name="T22" fmla="*/ 0 h 1328"/>
                    <a:gd name="T23" fmla="*/ 114 w 114"/>
                    <a:gd name="T24" fmla="*/ 1328 h 1328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114" h="1328">
                      <a:moveTo>
                        <a:pt x="0" y="1328"/>
                      </a:moveTo>
                      <a:lnTo>
                        <a:pt x="56" y="1328"/>
                      </a:lnTo>
                      <a:lnTo>
                        <a:pt x="114" y="1328"/>
                      </a:lnTo>
                      <a:lnTo>
                        <a:pt x="114" y="0"/>
                      </a:lnTo>
                      <a:lnTo>
                        <a:pt x="56" y="0"/>
                      </a:lnTo>
                      <a:lnTo>
                        <a:pt x="0" y="0"/>
                      </a:lnTo>
                      <a:lnTo>
                        <a:pt x="0" y="1328"/>
                      </a:lnTo>
                      <a:close/>
                    </a:path>
                  </a:pathLst>
                </a:custGeom>
                <a:noFill/>
                <a:ln w="0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pPr algn="l" defTabSz="1828800" hangingPunct="1"/>
                  <a:endParaRPr lang="zh-CN" altLang="en-US" sz="3600" b="0" kern="1200">
                    <a:solidFill>
                      <a:prstClr val="black"/>
                    </a:solidFill>
                    <a:latin typeface="等线" panose="020F0502020204030204"/>
                    <a:ea typeface="等线" panose="02010600030101010101" pitchFamily="2" charset="-122"/>
                    <a:cs typeface="+mn-cs"/>
                  </a:endParaRPr>
                </a:p>
              </p:txBody>
            </p:sp>
            <p:sp>
              <p:nvSpPr>
                <p:cNvPr id="1340" name="Freeform 627">
                  <a:extLst>
                    <a:ext uri="{FF2B5EF4-FFF2-40B4-BE49-F238E27FC236}">
                      <a16:creationId xmlns:a16="http://schemas.microsoft.com/office/drawing/2014/main" id="{0B3CAD05-3553-693B-C59B-42CB167A284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271" y="3507"/>
                  <a:ext cx="16" cy="8"/>
                </a:xfrm>
                <a:custGeom>
                  <a:avLst/>
                  <a:gdLst>
                    <a:gd name="T0" fmla="*/ 0 w 114"/>
                    <a:gd name="T1" fmla="*/ 0 h 57"/>
                    <a:gd name="T2" fmla="*/ 0 w 114"/>
                    <a:gd name="T3" fmla="*/ 0 h 57"/>
                    <a:gd name="T4" fmla="*/ 0 w 114"/>
                    <a:gd name="T5" fmla="*/ 0 h 57"/>
                    <a:gd name="T6" fmla="*/ 0 w 114"/>
                    <a:gd name="T7" fmla="*/ 0 h 57"/>
                    <a:gd name="T8" fmla="*/ 0 w 114"/>
                    <a:gd name="T9" fmla="*/ 0 h 57"/>
                    <a:gd name="T10" fmla="*/ 0 w 114"/>
                    <a:gd name="T11" fmla="*/ 0 h 57"/>
                    <a:gd name="T12" fmla="*/ 0 w 114"/>
                    <a:gd name="T13" fmla="*/ 0 h 57"/>
                    <a:gd name="T14" fmla="*/ 0 w 114"/>
                    <a:gd name="T15" fmla="*/ 0 h 57"/>
                    <a:gd name="T16" fmla="*/ 0 w 114"/>
                    <a:gd name="T17" fmla="*/ 0 h 57"/>
                    <a:gd name="T18" fmla="*/ 0 w 114"/>
                    <a:gd name="T19" fmla="*/ 0 h 57"/>
                    <a:gd name="T20" fmla="*/ 0 w 114"/>
                    <a:gd name="T21" fmla="*/ 0 h 57"/>
                    <a:gd name="T22" fmla="*/ 0 w 114"/>
                    <a:gd name="T23" fmla="*/ 0 h 57"/>
                    <a:gd name="T24" fmla="*/ 0 w 114"/>
                    <a:gd name="T25" fmla="*/ 0 h 57"/>
                    <a:gd name="T26" fmla="*/ 0 w 114"/>
                    <a:gd name="T27" fmla="*/ 0 h 57"/>
                    <a:gd name="T28" fmla="*/ 0 w 114"/>
                    <a:gd name="T29" fmla="*/ 0 h 57"/>
                    <a:gd name="T30" fmla="*/ 0 w 114"/>
                    <a:gd name="T31" fmla="*/ 0 h 57"/>
                    <a:gd name="T32" fmla="*/ 0 w 114"/>
                    <a:gd name="T33" fmla="*/ 0 h 57"/>
                    <a:gd name="T34" fmla="*/ 0 60000 65536"/>
                    <a:gd name="T35" fmla="*/ 0 60000 65536"/>
                    <a:gd name="T36" fmla="*/ 0 60000 65536"/>
                    <a:gd name="T37" fmla="*/ 0 60000 65536"/>
                    <a:gd name="T38" fmla="*/ 0 60000 65536"/>
                    <a:gd name="T39" fmla="*/ 0 60000 65536"/>
                    <a:gd name="T40" fmla="*/ 0 60000 65536"/>
                    <a:gd name="T41" fmla="*/ 0 60000 65536"/>
                    <a:gd name="T42" fmla="*/ 0 60000 65536"/>
                    <a:gd name="T43" fmla="*/ 0 60000 65536"/>
                    <a:gd name="T44" fmla="*/ 0 60000 65536"/>
                    <a:gd name="T45" fmla="*/ 0 60000 65536"/>
                    <a:gd name="T46" fmla="*/ 0 60000 65536"/>
                    <a:gd name="T47" fmla="*/ 0 60000 65536"/>
                    <a:gd name="T48" fmla="*/ 0 60000 65536"/>
                    <a:gd name="T49" fmla="*/ 0 60000 65536"/>
                    <a:gd name="T50" fmla="*/ 0 60000 65536"/>
                    <a:gd name="T51" fmla="*/ 0 w 114"/>
                    <a:gd name="T52" fmla="*/ 0 h 57"/>
                    <a:gd name="T53" fmla="*/ 114 w 114"/>
                    <a:gd name="T54" fmla="*/ 57 h 57"/>
                  </a:gdLst>
                  <a:ahLst/>
                  <a:cxnLst>
                    <a:cxn ang="T34">
                      <a:pos x="T0" y="T1"/>
                    </a:cxn>
                    <a:cxn ang="T35">
                      <a:pos x="T2" y="T3"/>
                    </a:cxn>
                    <a:cxn ang="T36">
                      <a:pos x="T4" y="T5"/>
                    </a:cxn>
                    <a:cxn ang="T37">
                      <a:pos x="T6" y="T7"/>
                    </a:cxn>
                    <a:cxn ang="T38">
                      <a:pos x="T8" y="T9"/>
                    </a:cxn>
                    <a:cxn ang="T39">
                      <a:pos x="T10" y="T11"/>
                    </a:cxn>
                    <a:cxn ang="T40">
                      <a:pos x="T12" y="T13"/>
                    </a:cxn>
                    <a:cxn ang="T41">
                      <a:pos x="T14" y="T15"/>
                    </a:cxn>
                    <a:cxn ang="T42">
                      <a:pos x="T16" y="T17"/>
                    </a:cxn>
                    <a:cxn ang="T43">
                      <a:pos x="T18" y="T19"/>
                    </a:cxn>
                    <a:cxn ang="T44">
                      <a:pos x="T20" y="T21"/>
                    </a:cxn>
                    <a:cxn ang="T45">
                      <a:pos x="T22" y="T23"/>
                    </a:cxn>
                    <a:cxn ang="T46">
                      <a:pos x="T24" y="T25"/>
                    </a:cxn>
                    <a:cxn ang="T47">
                      <a:pos x="T26" y="T27"/>
                    </a:cxn>
                    <a:cxn ang="T48">
                      <a:pos x="T28" y="T29"/>
                    </a:cxn>
                    <a:cxn ang="T49">
                      <a:pos x="T30" y="T31"/>
                    </a:cxn>
                    <a:cxn ang="T50">
                      <a:pos x="T32" y="T33"/>
                    </a:cxn>
                  </a:cxnLst>
                  <a:rect l="T51" t="T52" r="T53" b="T54"/>
                  <a:pathLst>
                    <a:path w="114" h="57">
                      <a:moveTo>
                        <a:pt x="56" y="57"/>
                      </a:moveTo>
                      <a:lnTo>
                        <a:pt x="0" y="57"/>
                      </a:lnTo>
                      <a:lnTo>
                        <a:pt x="1" y="45"/>
                      </a:lnTo>
                      <a:lnTo>
                        <a:pt x="6" y="32"/>
                      </a:lnTo>
                      <a:lnTo>
                        <a:pt x="13" y="22"/>
                      </a:lnTo>
                      <a:lnTo>
                        <a:pt x="22" y="13"/>
                      </a:lnTo>
                      <a:lnTo>
                        <a:pt x="32" y="7"/>
                      </a:lnTo>
                      <a:lnTo>
                        <a:pt x="44" y="2"/>
                      </a:lnTo>
                      <a:lnTo>
                        <a:pt x="56" y="0"/>
                      </a:lnTo>
                      <a:lnTo>
                        <a:pt x="69" y="2"/>
                      </a:lnTo>
                      <a:lnTo>
                        <a:pt x="81" y="7"/>
                      </a:lnTo>
                      <a:lnTo>
                        <a:pt x="91" y="13"/>
                      </a:lnTo>
                      <a:lnTo>
                        <a:pt x="100" y="22"/>
                      </a:lnTo>
                      <a:lnTo>
                        <a:pt x="107" y="32"/>
                      </a:lnTo>
                      <a:lnTo>
                        <a:pt x="111" y="45"/>
                      </a:lnTo>
                      <a:lnTo>
                        <a:pt x="114" y="57"/>
                      </a:lnTo>
                      <a:lnTo>
                        <a:pt x="56" y="57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algn="l" defTabSz="1828800" hangingPunct="1"/>
                  <a:endParaRPr lang="zh-CN" altLang="en-US" sz="3600" b="0" kern="1200">
                    <a:solidFill>
                      <a:prstClr val="black"/>
                    </a:solidFill>
                    <a:latin typeface="等线" panose="020F0502020204030204"/>
                    <a:ea typeface="等线" panose="02010600030101010101" pitchFamily="2" charset="-122"/>
                    <a:cs typeface="+mn-cs"/>
                  </a:endParaRPr>
                </a:p>
              </p:txBody>
            </p:sp>
            <p:sp>
              <p:nvSpPr>
                <p:cNvPr id="1341" name="Freeform 628">
                  <a:extLst>
                    <a:ext uri="{FF2B5EF4-FFF2-40B4-BE49-F238E27FC236}">
                      <a16:creationId xmlns:a16="http://schemas.microsoft.com/office/drawing/2014/main" id="{6E6880C6-85FA-82AB-0F95-671C9B86B212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271" y="3507"/>
                  <a:ext cx="16" cy="8"/>
                </a:xfrm>
                <a:custGeom>
                  <a:avLst/>
                  <a:gdLst>
                    <a:gd name="T0" fmla="*/ 0 w 114"/>
                    <a:gd name="T1" fmla="*/ 0 h 57"/>
                    <a:gd name="T2" fmla="*/ 0 w 114"/>
                    <a:gd name="T3" fmla="*/ 0 h 57"/>
                    <a:gd name="T4" fmla="*/ 0 w 114"/>
                    <a:gd name="T5" fmla="*/ 0 h 57"/>
                    <a:gd name="T6" fmla="*/ 0 w 114"/>
                    <a:gd name="T7" fmla="*/ 0 h 57"/>
                    <a:gd name="T8" fmla="*/ 0 w 114"/>
                    <a:gd name="T9" fmla="*/ 0 h 57"/>
                    <a:gd name="T10" fmla="*/ 0 w 114"/>
                    <a:gd name="T11" fmla="*/ 0 h 57"/>
                    <a:gd name="T12" fmla="*/ 0 w 114"/>
                    <a:gd name="T13" fmla="*/ 0 h 57"/>
                    <a:gd name="T14" fmla="*/ 0 w 114"/>
                    <a:gd name="T15" fmla="*/ 0 h 57"/>
                    <a:gd name="T16" fmla="*/ 0 w 114"/>
                    <a:gd name="T17" fmla="*/ 0 h 57"/>
                    <a:gd name="T18" fmla="*/ 0 w 114"/>
                    <a:gd name="T19" fmla="*/ 0 h 57"/>
                    <a:gd name="T20" fmla="*/ 0 w 114"/>
                    <a:gd name="T21" fmla="*/ 0 h 57"/>
                    <a:gd name="T22" fmla="*/ 0 w 114"/>
                    <a:gd name="T23" fmla="*/ 0 h 57"/>
                    <a:gd name="T24" fmla="*/ 0 w 114"/>
                    <a:gd name="T25" fmla="*/ 0 h 57"/>
                    <a:gd name="T26" fmla="*/ 0 w 114"/>
                    <a:gd name="T27" fmla="*/ 0 h 57"/>
                    <a:gd name="T28" fmla="*/ 0 w 114"/>
                    <a:gd name="T29" fmla="*/ 0 h 57"/>
                    <a:gd name="T30" fmla="*/ 0 60000 65536"/>
                    <a:gd name="T31" fmla="*/ 0 60000 65536"/>
                    <a:gd name="T32" fmla="*/ 0 60000 65536"/>
                    <a:gd name="T33" fmla="*/ 0 60000 65536"/>
                    <a:gd name="T34" fmla="*/ 0 60000 65536"/>
                    <a:gd name="T35" fmla="*/ 0 60000 65536"/>
                    <a:gd name="T36" fmla="*/ 0 60000 65536"/>
                    <a:gd name="T37" fmla="*/ 0 60000 65536"/>
                    <a:gd name="T38" fmla="*/ 0 60000 65536"/>
                    <a:gd name="T39" fmla="*/ 0 60000 65536"/>
                    <a:gd name="T40" fmla="*/ 0 60000 65536"/>
                    <a:gd name="T41" fmla="*/ 0 60000 65536"/>
                    <a:gd name="T42" fmla="*/ 0 60000 65536"/>
                    <a:gd name="T43" fmla="*/ 0 60000 65536"/>
                    <a:gd name="T44" fmla="*/ 0 60000 65536"/>
                    <a:gd name="T45" fmla="*/ 0 w 114"/>
                    <a:gd name="T46" fmla="*/ 0 h 57"/>
                    <a:gd name="T47" fmla="*/ 114 w 114"/>
                    <a:gd name="T48" fmla="*/ 57 h 57"/>
                  </a:gdLst>
                  <a:ahLst/>
                  <a:cxnLst>
                    <a:cxn ang="T30">
                      <a:pos x="T0" y="T1"/>
                    </a:cxn>
                    <a:cxn ang="T31">
                      <a:pos x="T2" y="T3"/>
                    </a:cxn>
                    <a:cxn ang="T32">
                      <a:pos x="T4" y="T5"/>
                    </a:cxn>
                    <a:cxn ang="T33">
                      <a:pos x="T6" y="T7"/>
                    </a:cxn>
                    <a:cxn ang="T34">
                      <a:pos x="T8" y="T9"/>
                    </a:cxn>
                    <a:cxn ang="T35">
                      <a:pos x="T10" y="T11"/>
                    </a:cxn>
                    <a:cxn ang="T36">
                      <a:pos x="T12" y="T13"/>
                    </a:cxn>
                    <a:cxn ang="T37">
                      <a:pos x="T14" y="T15"/>
                    </a:cxn>
                    <a:cxn ang="T38">
                      <a:pos x="T16" y="T17"/>
                    </a:cxn>
                    <a:cxn ang="T39">
                      <a:pos x="T18" y="T19"/>
                    </a:cxn>
                    <a:cxn ang="T40">
                      <a:pos x="T20" y="T21"/>
                    </a:cxn>
                    <a:cxn ang="T41">
                      <a:pos x="T22" y="T23"/>
                    </a:cxn>
                    <a:cxn ang="T42">
                      <a:pos x="T24" y="T25"/>
                    </a:cxn>
                    <a:cxn ang="T43">
                      <a:pos x="T26" y="T27"/>
                    </a:cxn>
                    <a:cxn ang="T44">
                      <a:pos x="T28" y="T29"/>
                    </a:cxn>
                  </a:cxnLst>
                  <a:rect l="T45" t="T46" r="T47" b="T48"/>
                  <a:pathLst>
                    <a:path w="114" h="57">
                      <a:moveTo>
                        <a:pt x="0" y="57"/>
                      </a:moveTo>
                      <a:lnTo>
                        <a:pt x="1" y="45"/>
                      </a:lnTo>
                      <a:lnTo>
                        <a:pt x="6" y="32"/>
                      </a:lnTo>
                      <a:lnTo>
                        <a:pt x="13" y="22"/>
                      </a:lnTo>
                      <a:lnTo>
                        <a:pt x="22" y="13"/>
                      </a:lnTo>
                      <a:lnTo>
                        <a:pt x="32" y="7"/>
                      </a:lnTo>
                      <a:lnTo>
                        <a:pt x="44" y="2"/>
                      </a:lnTo>
                      <a:lnTo>
                        <a:pt x="56" y="0"/>
                      </a:lnTo>
                      <a:lnTo>
                        <a:pt x="69" y="2"/>
                      </a:lnTo>
                      <a:lnTo>
                        <a:pt x="81" y="7"/>
                      </a:lnTo>
                      <a:lnTo>
                        <a:pt x="91" y="13"/>
                      </a:lnTo>
                      <a:lnTo>
                        <a:pt x="100" y="22"/>
                      </a:lnTo>
                      <a:lnTo>
                        <a:pt x="107" y="32"/>
                      </a:lnTo>
                      <a:lnTo>
                        <a:pt x="111" y="45"/>
                      </a:lnTo>
                      <a:lnTo>
                        <a:pt x="114" y="57"/>
                      </a:lnTo>
                    </a:path>
                  </a:pathLst>
                </a:custGeom>
                <a:noFill/>
                <a:ln w="0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pPr algn="l" defTabSz="1828800" hangingPunct="1"/>
                  <a:endParaRPr lang="zh-CN" altLang="en-US" sz="3600" b="0" kern="1200">
                    <a:solidFill>
                      <a:prstClr val="black"/>
                    </a:solidFill>
                    <a:latin typeface="等线" panose="020F0502020204030204"/>
                    <a:ea typeface="等线" panose="02010600030101010101" pitchFamily="2" charset="-122"/>
                    <a:cs typeface="+mn-cs"/>
                  </a:endParaRPr>
                </a:p>
              </p:txBody>
            </p:sp>
            <p:sp>
              <p:nvSpPr>
                <p:cNvPr id="1342" name="Freeform 629">
                  <a:extLst>
                    <a:ext uri="{FF2B5EF4-FFF2-40B4-BE49-F238E27FC236}">
                      <a16:creationId xmlns:a16="http://schemas.microsoft.com/office/drawing/2014/main" id="{8D2815EB-FB0F-924E-D752-50B782BB81D6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271" y="3965"/>
                  <a:ext cx="16" cy="8"/>
                </a:xfrm>
                <a:custGeom>
                  <a:avLst/>
                  <a:gdLst>
                    <a:gd name="T0" fmla="*/ 0 w 114"/>
                    <a:gd name="T1" fmla="*/ 0 h 57"/>
                    <a:gd name="T2" fmla="*/ 0 w 114"/>
                    <a:gd name="T3" fmla="*/ 0 h 57"/>
                    <a:gd name="T4" fmla="*/ 0 w 114"/>
                    <a:gd name="T5" fmla="*/ 0 h 57"/>
                    <a:gd name="T6" fmla="*/ 0 w 114"/>
                    <a:gd name="T7" fmla="*/ 0 h 57"/>
                    <a:gd name="T8" fmla="*/ 0 w 114"/>
                    <a:gd name="T9" fmla="*/ 0 h 57"/>
                    <a:gd name="T10" fmla="*/ 0 w 114"/>
                    <a:gd name="T11" fmla="*/ 0 h 57"/>
                    <a:gd name="T12" fmla="*/ 0 w 114"/>
                    <a:gd name="T13" fmla="*/ 0 h 57"/>
                    <a:gd name="T14" fmla="*/ 0 w 114"/>
                    <a:gd name="T15" fmla="*/ 0 h 57"/>
                    <a:gd name="T16" fmla="*/ 0 w 114"/>
                    <a:gd name="T17" fmla="*/ 0 h 57"/>
                    <a:gd name="T18" fmla="*/ 0 w 114"/>
                    <a:gd name="T19" fmla="*/ 0 h 57"/>
                    <a:gd name="T20" fmla="*/ 0 w 114"/>
                    <a:gd name="T21" fmla="*/ 0 h 57"/>
                    <a:gd name="T22" fmla="*/ 0 w 114"/>
                    <a:gd name="T23" fmla="*/ 0 h 57"/>
                    <a:gd name="T24" fmla="*/ 0 w 114"/>
                    <a:gd name="T25" fmla="*/ 0 h 57"/>
                    <a:gd name="T26" fmla="*/ 0 w 114"/>
                    <a:gd name="T27" fmla="*/ 0 h 57"/>
                    <a:gd name="T28" fmla="*/ 0 w 114"/>
                    <a:gd name="T29" fmla="*/ 0 h 57"/>
                    <a:gd name="T30" fmla="*/ 0 w 114"/>
                    <a:gd name="T31" fmla="*/ 0 h 57"/>
                    <a:gd name="T32" fmla="*/ 0 w 114"/>
                    <a:gd name="T33" fmla="*/ 0 h 57"/>
                    <a:gd name="T34" fmla="*/ 0 60000 65536"/>
                    <a:gd name="T35" fmla="*/ 0 60000 65536"/>
                    <a:gd name="T36" fmla="*/ 0 60000 65536"/>
                    <a:gd name="T37" fmla="*/ 0 60000 65536"/>
                    <a:gd name="T38" fmla="*/ 0 60000 65536"/>
                    <a:gd name="T39" fmla="*/ 0 60000 65536"/>
                    <a:gd name="T40" fmla="*/ 0 60000 65536"/>
                    <a:gd name="T41" fmla="*/ 0 60000 65536"/>
                    <a:gd name="T42" fmla="*/ 0 60000 65536"/>
                    <a:gd name="T43" fmla="*/ 0 60000 65536"/>
                    <a:gd name="T44" fmla="*/ 0 60000 65536"/>
                    <a:gd name="T45" fmla="*/ 0 60000 65536"/>
                    <a:gd name="T46" fmla="*/ 0 60000 65536"/>
                    <a:gd name="T47" fmla="*/ 0 60000 65536"/>
                    <a:gd name="T48" fmla="*/ 0 60000 65536"/>
                    <a:gd name="T49" fmla="*/ 0 60000 65536"/>
                    <a:gd name="T50" fmla="*/ 0 60000 65536"/>
                    <a:gd name="T51" fmla="*/ 0 w 114"/>
                    <a:gd name="T52" fmla="*/ 0 h 57"/>
                    <a:gd name="T53" fmla="*/ 114 w 114"/>
                    <a:gd name="T54" fmla="*/ 57 h 57"/>
                  </a:gdLst>
                  <a:ahLst/>
                  <a:cxnLst>
                    <a:cxn ang="T34">
                      <a:pos x="T0" y="T1"/>
                    </a:cxn>
                    <a:cxn ang="T35">
                      <a:pos x="T2" y="T3"/>
                    </a:cxn>
                    <a:cxn ang="T36">
                      <a:pos x="T4" y="T5"/>
                    </a:cxn>
                    <a:cxn ang="T37">
                      <a:pos x="T6" y="T7"/>
                    </a:cxn>
                    <a:cxn ang="T38">
                      <a:pos x="T8" y="T9"/>
                    </a:cxn>
                    <a:cxn ang="T39">
                      <a:pos x="T10" y="T11"/>
                    </a:cxn>
                    <a:cxn ang="T40">
                      <a:pos x="T12" y="T13"/>
                    </a:cxn>
                    <a:cxn ang="T41">
                      <a:pos x="T14" y="T15"/>
                    </a:cxn>
                    <a:cxn ang="T42">
                      <a:pos x="T16" y="T17"/>
                    </a:cxn>
                    <a:cxn ang="T43">
                      <a:pos x="T18" y="T19"/>
                    </a:cxn>
                    <a:cxn ang="T44">
                      <a:pos x="T20" y="T21"/>
                    </a:cxn>
                    <a:cxn ang="T45">
                      <a:pos x="T22" y="T23"/>
                    </a:cxn>
                    <a:cxn ang="T46">
                      <a:pos x="T24" y="T25"/>
                    </a:cxn>
                    <a:cxn ang="T47">
                      <a:pos x="T26" y="T27"/>
                    </a:cxn>
                    <a:cxn ang="T48">
                      <a:pos x="T28" y="T29"/>
                    </a:cxn>
                    <a:cxn ang="T49">
                      <a:pos x="T30" y="T31"/>
                    </a:cxn>
                    <a:cxn ang="T50">
                      <a:pos x="T32" y="T33"/>
                    </a:cxn>
                  </a:cxnLst>
                  <a:rect l="T51" t="T52" r="T53" b="T54"/>
                  <a:pathLst>
                    <a:path w="114" h="57">
                      <a:moveTo>
                        <a:pt x="56" y="57"/>
                      </a:moveTo>
                      <a:lnTo>
                        <a:pt x="0" y="57"/>
                      </a:lnTo>
                      <a:lnTo>
                        <a:pt x="1" y="45"/>
                      </a:lnTo>
                      <a:lnTo>
                        <a:pt x="6" y="32"/>
                      </a:lnTo>
                      <a:lnTo>
                        <a:pt x="13" y="22"/>
                      </a:lnTo>
                      <a:lnTo>
                        <a:pt x="22" y="13"/>
                      </a:lnTo>
                      <a:lnTo>
                        <a:pt x="32" y="7"/>
                      </a:lnTo>
                      <a:lnTo>
                        <a:pt x="44" y="2"/>
                      </a:lnTo>
                      <a:lnTo>
                        <a:pt x="56" y="0"/>
                      </a:lnTo>
                      <a:lnTo>
                        <a:pt x="69" y="2"/>
                      </a:lnTo>
                      <a:lnTo>
                        <a:pt x="81" y="7"/>
                      </a:lnTo>
                      <a:lnTo>
                        <a:pt x="91" y="13"/>
                      </a:lnTo>
                      <a:lnTo>
                        <a:pt x="100" y="22"/>
                      </a:lnTo>
                      <a:lnTo>
                        <a:pt x="107" y="32"/>
                      </a:lnTo>
                      <a:lnTo>
                        <a:pt x="111" y="45"/>
                      </a:lnTo>
                      <a:lnTo>
                        <a:pt x="114" y="57"/>
                      </a:lnTo>
                      <a:lnTo>
                        <a:pt x="56" y="57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algn="l" defTabSz="1828800" hangingPunct="1"/>
                  <a:endParaRPr lang="zh-CN" altLang="en-US" sz="3600" b="0" kern="1200">
                    <a:solidFill>
                      <a:prstClr val="black"/>
                    </a:solidFill>
                    <a:latin typeface="等线" panose="020F0502020204030204"/>
                    <a:ea typeface="等线" panose="02010600030101010101" pitchFamily="2" charset="-122"/>
                    <a:cs typeface="+mn-cs"/>
                  </a:endParaRPr>
                </a:p>
              </p:txBody>
            </p:sp>
            <p:sp>
              <p:nvSpPr>
                <p:cNvPr id="1343" name="Freeform 630">
                  <a:extLst>
                    <a:ext uri="{FF2B5EF4-FFF2-40B4-BE49-F238E27FC236}">
                      <a16:creationId xmlns:a16="http://schemas.microsoft.com/office/drawing/2014/main" id="{98A2D3C9-6B1A-18D0-3DFC-8CD9C1E964C6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271" y="3965"/>
                  <a:ext cx="16" cy="8"/>
                </a:xfrm>
                <a:custGeom>
                  <a:avLst/>
                  <a:gdLst>
                    <a:gd name="T0" fmla="*/ 0 w 114"/>
                    <a:gd name="T1" fmla="*/ 0 h 57"/>
                    <a:gd name="T2" fmla="*/ 0 w 114"/>
                    <a:gd name="T3" fmla="*/ 0 h 57"/>
                    <a:gd name="T4" fmla="*/ 0 w 114"/>
                    <a:gd name="T5" fmla="*/ 0 h 57"/>
                    <a:gd name="T6" fmla="*/ 0 w 114"/>
                    <a:gd name="T7" fmla="*/ 0 h 57"/>
                    <a:gd name="T8" fmla="*/ 0 w 114"/>
                    <a:gd name="T9" fmla="*/ 0 h 57"/>
                    <a:gd name="T10" fmla="*/ 0 w 114"/>
                    <a:gd name="T11" fmla="*/ 0 h 57"/>
                    <a:gd name="T12" fmla="*/ 0 w 114"/>
                    <a:gd name="T13" fmla="*/ 0 h 57"/>
                    <a:gd name="T14" fmla="*/ 0 w 114"/>
                    <a:gd name="T15" fmla="*/ 0 h 57"/>
                    <a:gd name="T16" fmla="*/ 0 w 114"/>
                    <a:gd name="T17" fmla="*/ 0 h 57"/>
                    <a:gd name="T18" fmla="*/ 0 w 114"/>
                    <a:gd name="T19" fmla="*/ 0 h 57"/>
                    <a:gd name="T20" fmla="*/ 0 w 114"/>
                    <a:gd name="T21" fmla="*/ 0 h 57"/>
                    <a:gd name="T22" fmla="*/ 0 w 114"/>
                    <a:gd name="T23" fmla="*/ 0 h 57"/>
                    <a:gd name="T24" fmla="*/ 0 w 114"/>
                    <a:gd name="T25" fmla="*/ 0 h 57"/>
                    <a:gd name="T26" fmla="*/ 0 w 114"/>
                    <a:gd name="T27" fmla="*/ 0 h 57"/>
                    <a:gd name="T28" fmla="*/ 0 w 114"/>
                    <a:gd name="T29" fmla="*/ 0 h 57"/>
                    <a:gd name="T30" fmla="*/ 0 60000 65536"/>
                    <a:gd name="T31" fmla="*/ 0 60000 65536"/>
                    <a:gd name="T32" fmla="*/ 0 60000 65536"/>
                    <a:gd name="T33" fmla="*/ 0 60000 65536"/>
                    <a:gd name="T34" fmla="*/ 0 60000 65536"/>
                    <a:gd name="T35" fmla="*/ 0 60000 65536"/>
                    <a:gd name="T36" fmla="*/ 0 60000 65536"/>
                    <a:gd name="T37" fmla="*/ 0 60000 65536"/>
                    <a:gd name="T38" fmla="*/ 0 60000 65536"/>
                    <a:gd name="T39" fmla="*/ 0 60000 65536"/>
                    <a:gd name="T40" fmla="*/ 0 60000 65536"/>
                    <a:gd name="T41" fmla="*/ 0 60000 65536"/>
                    <a:gd name="T42" fmla="*/ 0 60000 65536"/>
                    <a:gd name="T43" fmla="*/ 0 60000 65536"/>
                    <a:gd name="T44" fmla="*/ 0 60000 65536"/>
                    <a:gd name="T45" fmla="*/ 0 w 114"/>
                    <a:gd name="T46" fmla="*/ 0 h 57"/>
                    <a:gd name="T47" fmla="*/ 114 w 114"/>
                    <a:gd name="T48" fmla="*/ 57 h 57"/>
                  </a:gdLst>
                  <a:ahLst/>
                  <a:cxnLst>
                    <a:cxn ang="T30">
                      <a:pos x="T0" y="T1"/>
                    </a:cxn>
                    <a:cxn ang="T31">
                      <a:pos x="T2" y="T3"/>
                    </a:cxn>
                    <a:cxn ang="T32">
                      <a:pos x="T4" y="T5"/>
                    </a:cxn>
                    <a:cxn ang="T33">
                      <a:pos x="T6" y="T7"/>
                    </a:cxn>
                    <a:cxn ang="T34">
                      <a:pos x="T8" y="T9"/>
                    </a:cxn>
                    <a:cxn ang="T35">
                      <a:pos x="T10" y="T11"/>
                    </a:cxn>
                    <a:cxn ang="T36">
                      <a:pos x="T12" y="T13"/>
                    </a:cxn>
                    <a:cxn ang="T37">
                      <a:pos x="T14" y="T15"/>
                    </a:cxn>
                    <a:cxn ang="T38">
                      <a:pos x="T16" y="T17"/>
                    </a:cxn>
                    <a:cxn ang="T39">
                      <a:pos x="T18" y="T19"/>
                    </a:cxn>
                    <a:cxn ang="T40">
                      <a:pos x="T20" y="T21"/>
                    </a:cxn>
                    <a:cxn ang="T41">
                      <a:pos x="T22" y="T23"/>
                    </a:cxn>
                    <a:cxn ang="T42">
                      <a:pos x="T24" y="T25"/>
                    </a:cxn>
                    <a:cxn ang="T43">
                      <a:pos x="T26" y="T27"/>
                    </a:cxn>
                    <a:cxn ang="T44">
                      <a:pos x="T28" y="T29"/>
                    </a:cxn>
                  </a:cxnLst>
                  <a:rect l="T45" t="T46" r="T47" b="T48"/>
                  <a:pathLst>
                    <a:path w="114" h="57">
                      <a:moveTo>
                        <a:pt x="0" y="57"/>
                      </a:moveTo>
                      <a:lnTo>
                        <a:pt x="1" y="45"/>
                      </a:lnTo>
                      <a:lnTo>
                        <a:pt x="6" y="32"/>
                      </a:lnTo>
                      <a:lnTo>
                        <a:pt x="13" y="22"/>
                      </a:lnTo>
                      <a:lnTo>
                        <a:pt x="22" y="13"/>
                      </a:lnTo>
                      <a:lnTo>
                        <a:pt x="32" y="7"/>
                      </a:lnTo>
                      <a:lnTo>
                        <a:pt x="44" y="2"/>
                      </a:lnTo>
                      <a:lnTo>
                        <a:pt x="56" y="0"/>
                      </a:lnTo>
                      <a:lnTo>
                        <a:pt x="69" y="2"/>
                      </a:lnTo>
                      <a:lnTo>
                        <a:pt x="81" y="7"/>
                      </a:lnTo>
                      <a:lnTo>
                        <a:pt x="91" y="13"/>
                      </a:lnTo>
                      <a:lnTo>
                        <a:pt x="100" y="22"/>
                      </a:lnTo>
                      <a:lnTo>
                        <a:pt x="107" y="32"/>
                      </a:lnTo>
                      <a:lnTo>
                        <a:pt x="111" y="45"/>
                      </a:lnTo>
                      <a:lnTo>
                        <a:pt x="114" y="57"/>
                      </a:lnTo>
                    </a:path>
                  </a:pathLst>
                </a:custGeom>
                <a:noFill/>
                <a:ln w="0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pPr algn="l" defTabSz="1828800" hangingPunct="1"/>
                  <a:endParaRPr lang="zh-CN" altLang="en-US" sz="3600" b="0" kern="1200">
                    <a:solidFill>
                      <a:prstClr val="black"/>
                    </a:solidFill>
                    <a:latin typeface="等线" panose="020F0502020204030204"/>
                    <a:ea typeface="等线" panose="02010600030101010101" pitchFamily="2" charset="-122"/>
                    <a:cs typeface="+mn-cs"/>
                  </a:endParaRPr>
                </a:p>
              </p:txBody>
            </p:sp>
            <p:sp>
              <p:nvSpPr>
                <p:cNvPr id="1344" name="Freeform 631">
                  <a:extLst>
                    <a:ext uri="{FF2B5EF4-FFF2-40B4-BE49-F238E27FC236}">
                      <a16:creationId xmlns:a16="http://schemas.microsoft.com/office/drawing/2014/main" id="{4187F777-BE86-599B-2EDB-D157C8417919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271" y="3973"/>
                  <a:ext cx="16" cy="532"/>
                </a:xfrm>
                <a:custGeom>
                  <a:avLst/>
                  <a:gdLst>
                    <a:gd name="T0" fmla="*/ 0 w 114"/>
                    <a:gd name="T1" fmla="*/ 0 h 3719"/>
                    <a:gd name="T2" fmla="*/ 0 w 114"/>
                    <a:gd name="T3" fmla="*/ 0 h 3719"/>
                    <a:gd name="T4" fmla="*/ 0 w 114"/>
                    <a:gd name="T5" fmla="*/ 0 h 3719"/>
                    <a:gd name="T6" fmla="*/ 0 w 114"/>
                    <a:gd name="T7" fmla="*/ 0 h 3719"/>
                    <a:gd name="T8" fmla="*/ 0 w 114"/>
                    <a:gd name="T9" fmla="*/ 0 h 3719"/>
                    <a:gd name="T10" fmla="*/ 0 w 114"/>
                    <a:gd name="T11" fmla="*/ 0 h 3719"/>
                    <a:gd name="T12" fmla="*/ 0 w 114"/>
                    <a:gd name="T13" fmla="*/ 0 h 3719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114"/>
                    <a:gd name="T22" fmla="*/ 0 h 3719"/>
                    <a:gd name="T23" fmla="*/ 114 w 114"/>
                    <a:gd name="T24" fmla="*/ 3719 h 3719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114" h="3719">
                      <a:moveTo>
                        <a:pt x="114" y="0"/>
                      </a:moveTo>
                      <a:lnTo>
                        <a:pt x="56" y="0"/>
                      </a:lnTo>
                      <a:lnTo>
                        <a:pt x="0" y="0"/>
                      </a:lnTo>
                      <a:lnTo>
                        <a:pt x="0" y="3719"/>
                      </a:lnTo>
                      <a:lnTo>
                        <a:pt x="56" y="3719"/>
                      </a:lnTo>
                      <a:lnTo>
                        <a:pt x="114" y="3719"/>
                      </a:lnTo>
                      <a:lnTo>
                        <a:pt x="114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algn="l" defTabSz="1828800" hangingPunct="1"/>
                  <a:endParaRPr lang="zh-CN" altLang="en-US" sz="3600" b="0" kern="1200">
                    <a:solidFill>
                      <a:prstClr val="black"/>
                    </a:solidFill>
                    <a:latin typeface="等线" panose="020F0502020204030204"/>
                    <a:ea typeface="等线" panose="02010600030101010101" pitchFamily="2" charset="-122"/>
                    <a:cs typeface="+mn-cs"/>
                  </a:endParaRPr>
                </a:p>
              </p:txBody>
            </p:sp>
            <p:sp>
              <p:nvSpPr>
                <p:cNvPr id="1345" name="Freeform 632">
                  <a:extLst>
                    <a:ext uri="{FF2B5EF4-FFF2-40B4-BE49-F238E27FC236}">
                      <a16:creationId xmlns:a16="http://schemas.microsoft.com/office/drawing/2014/main" id="{0BB73167-876C-F72F-2C77-33A1F2BB7BAA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271" y="3973"/>
                  <a:ext cx="16" cy="532"/>
                </a:xfrm>
                <a:custGeom>
                  <a:avLst/>
                  <a:gdLst>
                    <a:gd name="T0" fmla="*/ 0 w 114"/>
                    <a:gd name="T1" fmla="*/ 0 h 3719"/>
                    <a:gd name="T2" fmla="*/ 0 w 114"/>
                    <a:gd name="T3" fmla="*/ 0 h 3719"/>
                    <a:gd name="T4" fmla="*/ 0 w 114"/>
                    <a:gd name="T5" fmla="*/ 0 h 3719"/>
                    <a:gd name="T6" fmla="*/ 0 w 114"/>
                    <a:gd name="T7" fmla="*/ 0 h 3719"/>
                    <a:gd name="T8" fmla="*/ 0 w 114"/>
                    <a:gd name="T9" fmla="*/ 0 h 3719"/>
                    <a:gd name="T10" fmla="*/ 0 w 114"/>
                    <a:gd name="T11" fmla="*/ 0 h 3719"/>
                    <a:gd name="T12" fmla="*/ 0 w 114"/>
                    <a:gd name="T13" fmla="*/ 0 h 3719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114"/>
                    <a:gd name="T22" fmla="*/ 0 h 3719"/>
                    <a:gd name="T23" fmla="*/ 114 w 114"/>
                    <a:gd name="T24" fmla="*/ 3719 h 3719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114" h="3719">
                      <a:moveTo>
                        <a:pt x="114" y="0"/>
                      </a:moveTo>
                      <a:lnTo>
                        <a:pt x="56" y="0"/>
                      </a:lnTo>
                      <a:lnTo>
                        <a:pt x="0" y="0"/>
                      </a:lnTo>
                      <a:lnTo>
                        <a:pt x="0" y="3719"/>
                      </a:lnTo>
                      <a:lnTo>
                        <a:pt x="56" y="3719"/>
                      </a:lnTo>
                      <a:lnTo>
                        <a:pt x="114" y="3719"/>
                      </a:lnTo>
                      <a:lnTo>
                        <a:pt x="114" y="0"/>
                      </a:lnTo>
                      <a:close/>
                    </a:path>
                  </a:pathLst>
                </a:custGeom>
                <a:noFill/>
                <a:ln w="0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pPr algn="l" defTabSz="1828800" hangingPunct="1"/>
                  <a:endParaRPr lang="zh-CN" altLang="en-US" sz="3600" b="0" kern="1200">
                    <a:solidFill>
                      <a:prstClr val="black"/>
                    </a:solidFill>
                    <a:latin typeface="等线" panose="020F0502020204030204"/>
                    <a:ea typeface="等线" panose="02010600030101010101" pitchFamily="2" charset="-122"/>
                    <a:cs typeface="+mn-cs"/>
                  </a:endParaRPr>
                </a:p>
              </p:txBody>
            </p:sp>
            <p:sp>
              <p:nvSpPr>
                <p:cNvPr id="1346" name="Freeform 633">
                  <a:extLst>
                    <a:ext uri="{FF2B5EF4-FFF2-40B4-BE49-F238E27FC236}">
                      <a16:creationId xmlns:a16="http://schemas.microsoft.com/office/drawing/2014/main" id="{6D015BDD-C8CD-F364-973E-DD1C5C01C14E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271" y="4505"/>
                  <a:ext cx="16" cy="8"/>
                </a:xfrm>
                <a:custGeom>
                  <a:avLst/>
                  <a:gdLst>
                    <a:gd name="T0" fmla="*/ 0 w 114"/>
                    <a:gd name="T1" fmla="*/ 0 h 56"/>
                    <a:gd name="T2" fmla="*/ 0 w 114"/>
                    <a:gd name="T3" fmla="*/ 0 h 56"/>
                    <a:gd name="T4" fmla="*/ 0 w 114"/>
                    <a:gd name="T5" fmla="*/ 0 h 56"/>
                    <a:gd name="T6" fmla="*/ 0 w 114"/>
                    <a:gd name="T7" fmla="*/ 0 h 56"/>
                    <a:gd name="T8" fmla="*/ 0 w 114"/>
                    <a:gd name="T9" fmla="*/ 0 h 56"/>
                    <a:gd name="T10" fmla="*/ 0 w 114"/>
                    <a:gd name="T11" fmla="*/ 0 h 56"/>
                    <a:gd name="T12" fmla="*/ 0 w 114"/>
                    <a:gd name="T13" fmla="*/ 0 h 56"/>
                    <a:gd name="T14" fmla="*/ 0 w 114"/>
                    <a:gd name="T15" fmla="*/ 0 h 56"/>
                    <a:gd name="T16" fmla="*/ 0 w 114"/>
                    <a:gd name="T17" fmla="*/ 0 h 56"/>
                    <a:gd name="T18" fmla="*/ 0 w 114"/>
                    <a:gd name="T19" fmla="*/ 0 h 56"/>
                    <a:gd name="T20" fmla="*/ 0 w 114"/>
                    <a:gd name="T21" fmla="*/ 0 h 56"/>
                    <a:gd name="T22" fmla="*/ 0 w 114"/>
                    <a:gd name="T23" fmla="*/ 0 h 56"/>
                    <a:gd name="T24" fmla="*/ 0 w 114"/>
                    <a:gd name="T25" fmla="*/ 0 h 56"/>
                    <a:gd name="T26" fmla="*/ 0 w 114"/>
                    <a:gd name="T27" fmla="*/ 0 h 56"/>
                    <a:gd name="T28" fmla="*/ 0 w 114"/>
                    <a:gd name="T29" fmla="*/ 0 h 56"/>
                    <a:gd name="T30" fmla="*/ 0 w 114"/>
                    <a:gd name="T31" fmla="*/ 0 h 56"/>
                    <a:gd name="T32" fmla="*/ 0 w 114"/>
                    <a:gd name="T33" fmla="*/ 0 h 56"/>
                    <a:gd name="T34" fmla="*/ 0 60000 65536"/>
                    <a:gd name="T35" fmla="*/ 0 60000 65536"/>
                    <a:gd name="T36" fmla="*/ 0 60000 65536"/>
                    <a:gd name="T37" fmla="*/ 0 60000 65536"/>
                    <a:gd name="T38" fmla="*/ 0 60000 65536"/>
                    <a:gd name="T39" fmla="*/ 0 60000 65536"/>
                    <a:gd name="T40" fmla="*/ 0 60000 65536"/>
                    <a:gd name="T41" fmla="*/ 0 60000 65536"/>
                    <a:gd name="T42" fmla="*/ 0 60000 65536"/>
                    <a:gd name="T43" fmla="*/ 0 60000 65536"/>
                    <a:gd name="T44" fmla="*/ 0 60000 65536"/>
                    <a:gd name="T45" fmla="*/ 0 60000 65536"/>
                    <a:gd name="T46" fmla="*/ 0 60000 65536"/>
                    <a:gd name="T47" fmla="*/ 0 60000 65536"/>
                    <a:gd name="T48" fmla="*/ 0 60000 65536"/>
                    <a:gd name="T49" fmla="*/ 0 60000 65536"/>
                    <a:gd name="T50" fmla="*/ 0 60000 65536"/>
                    <a:gd name="T51" fmla="*/ 0 w 114"/>
                    <a:gd name="T52" fmla="*/ 0 h 56"/>
                    <a:gd name="T53" fmla="*/ 114 w 114"/>
                    <a:gd name="T54" fmla="*/ 56 h 56"/>
                  </a:gdLst>
                  <a:ahLst/>
                  <a:cxnLst>
                    <a:cxn ang="T34">
                      <a:pos x="T0" y="T1"/>
                    </a:cxn>
                    <a:cxn ang="T35">
                      <a:pos x="T2" y="T3"/>
                    </a:cxn>
                    <a:cxn ang="T36">
                      <a:pos x="T4" y="T5"/>
                    </a:cxn>
                    <a:cxn ang="T37">
                      <a:pos x="T6" y="T7"/>
                    </a:cxn>
                    <a:cxn ang="T38">
                      <a:pos x="T8" y="T9"/>
                    </a:cxn>
                    <a:cxn ang="T39">
                      <a:pos x="T10" y="T11"/>
                    </a:cxn>
                    <a:cxn ang="T40">
                      <a:pos x="T12" y="T13"/>
                    </a:cxn>
                    <a:cxn ang="T41">
                      <a:pos x="T14" y="T15"/>
                    </a:cxn>
                    <a:cxn ang="T42">
                      <a:pos x="T16" y="T17"/>
                    </a:cxn>
                    <a:cxn ang="T43">
                      <a:pos x="T18" y="T19"/>
                    </a:cxn>
                    <a:cxn ang="T44">
                      <a:pos x="T20" y="T21"/>
                    </a:cxn>
                    <a:cxn ang="T45">
                      <a:pos x="T22" y="T23"/>
                    </a:cxn>
                    <a:cxn ang="T46">
                      <a:pos x="T24" y="T25"/>
                    </a:cxn>
                    <a:cxn ang="T47">
                      <a:pos x="T26" y="T27"/>
                    </a:cxn>
                    <a:cxn ang="T48">
                      <a:pos x="T28" y="T29"/>
                    </a:cxn>
                    <a:cxn ang="T49">
                      <a:pos x="T30" y="T31"/>
                    </a:cxn>
                    <a:cxn ang="T50">
                      <a:pos x="T32" y="T33"/>
                    </a:cxn>
                  </a:cxnLst>
                  <a:rect l="T51" t="T52" r="T53" b="T54"/>
                  <a:pathLst>
                    <a:path w="114" h="56">
                      <a:moveTo>
                        <a:pt x="56" y="0"/>
                      </a:moveTo>
                      <a:lnTo>
                        <a:pt x="114" y="0"/>
                      </a:lnTo>
                      <a:lnTo>
                        <a:pt x="111" y="12"/>
                      </a:lnTo>
                      <a:lnTo>
                        <a:pt x="107" y="25"/>
                      </a:lnTo>
                      <a:lnTo>
                        <a:pt x="100" y="35"/>
                      </a:lnTo>
                      <a:lnTo>
                        <a:pt x="91" y="44"/>
                      </a:lnTo>
                      <a:lnTo>
                        <a:pt x="81" y="50"/>
                      </a:lnTo>
                      <a:lnTo>
                        <a:pt x="69" y="55"/>
                      </a:lnTo>
                      <a:lnTo>
                        <a:pt x="56" y="56"/>
                      </a:lnTo>
                      <a:lnTo>
                        <a:pt x="44" y="55"/>
                      </a:lnTo>
                      <a:lnTo>
                        <a:pt x="32" y="50"/>
                      </a:lnTo>
                      <a:lnTo>
                        <a:pt x="22" y="44"/>
                      </a:lnTo>
                      <a:lnTo>
                        <a:pt x="13" y="35"/>
                      </a:lnTo>
                      <a:lnTo>
                        <a:pt x="6" y="25"/>
                      </a:lnTo>
                      <a:lnTo>
                        <a:pt x="1" y="12"/>
                      </a:lnTo>
                      <a:lnTo>
                        <a:pt x="0" y="0"/>
                      </a:lnTo>
                      <a:lnTo>
                        <a:pt x="56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algn="l" defTabSz="1828800" hangingPunct="1"/>
                  <a:endParaRPr lang="zh-CN" altLang="en-US" sz="3600" b="0" kern="1200">
                    <a:solidFill>
                      <a:prstClr val="black"/>
                    </a:solidFill>
                    <a:latin typeface="等线" panose="020F0502020204030204"/>
                    <a:ea typeface="等线" panose="02010600030101010101" pitchFamily="2" charset="-122"/>
                    <a:cs typeface="+mn-cs"/>
                  </a:endParaRPr>
                </a:p>
              </p:txBody>
            </p:sp>
            <p:sp>
              <p:nvSpPr>
                <p:cNvPr id="1347" name="Freeform 634">
                  <a:extLst>
                    <a:ext uri="{FF2B5EF4-FFF2-40B4-BE49-F238E27FC236}">
                      <a16:creationId xmlns:a16="http://schemas.microsoft.com/office/drawing/2014/main" id="{4DA6308C-3421-29F1-8E4C-2EBCC4B74922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271" y="4505"/>
                  <a:ext cx="16" cy="8"/>
                </a:xfrm>
                <a:custGeom>
                  <a:avLst/>
                  <a:gdLst>
                    <a:gd name="T0" fmla="*/ 0 w 114"/>
                    <a:gd name="T1" fmla="*/ 0 h 56"/>
                    <a:gd name="T2" fmla="*/ 0 w 114"/>
                    <a:gd name="T3" fmla="*/ 0 h 56"/>
                    <a:gd name="T4" fmla="*/ 0 w 114"/>
                    <a:gd name="T5" fmla="*/ 0 h 56"/>
                    <a:gd name="T6" fmla="*/ 0 w 114"/>
                    <a:gd name="T7" fmla="*/ 0 h 56"/>
                    <a:gd name="T8" fmla="*/ 0 w 114"/>
                    <a:gd name="T9" fmla="*/ 0 h 56"/>
                    <a:gd name="T10" fmla="*/ 0 w 114"/>
                    <a:gd name="T11" fmla="*/ 0 h 56"/>
                    <a:gd name="T12" fmla="*/ 0 w 114"/>
                    <a:gd name="T13" fmla="*/ 0 h 56"/>
                    <a:gd name="T14" fmla="*/ 0 w 114"/>
                    <a:gd name="T15" fmla="*/ 0 h 56"/>
                    <a:gd name="T16" fmla="*/ 0 w 114"/>
                    <a:gd name="T17" fmla="*/ 0 h 56"/>
                    <a:gd name="T18" fmla="*/ 0 w 114"/>
                    <a:gd name="T19" fmla="*/ 0 h 56"/>
                    <a:gd name="T20" fmla="*/ 0 w 114"/>
                    <a:gd name="T21" fmla="*/ 0 h 56"/>
                    <a:gd name="T22" fmla="*/ 0 w 114"/>
                    <a:gd name="T23" fmla="*/ 0 h 56"/>
                    <a:gd name="T24" fmla="*/ 0 w 114"/>
                    <a:gd name="T25" fmla="*/ 0 h 56"/>
                    <a:gd name="T26" fmla="*/ 0 w 114"/>
                    <a:gd name="T27" fmla="*/ 0 h 56"/>
                    <a:gd name="T28" fmla="*/ 0 w 114"/>
                    <a:gd name="T29" fmla="*/ 0 h 56"/>
                    <a:gd name="T30" fmla="*/ 0 60000 65536"/>
                    <a:gd name="T31" fmla="*/ 0 60000 65536"/>
                    <a:gd name="T32" fmla="*/ 0 60000 65536"/>
                    <a:gd name="T33" fmla="*/ 0 60000 65536"/>
                    <a:gd name="T34" fmla="*/ 0 60000 65536"/>
                    <a:gd name="T35" fmla="*/ 0 60000 65536"/>
                    <a:gd name="T36" fmla="*/ 0 60000 65536"/>
                    <a:gd name="T37" fmla="*/ 0 60000 65536"/>
                    <a:gd name="T38" fmla="*/ 0 60000 65536"/>
                    <a:gd name="T39" fmla="*/ 0 60000 65536"/>
                    <a:gd name="T40" fmla="*/ 0 60000 65536"/>
                    <a:gd name="T41" fmla="*/ 0 60000 65536"/>
                    <a:gd name="T42" fmla="*/ 0 60000 65536"/>
                    <a:gd name="T43" fmla="*/ 0 60000 65536"/>
                    <a:gd name="T44" fmla="*/ 0 60000 65536"/>
                    <a:gd name="T45" fmla="*/ 0 w 114"/>
                    <a:gd name="T46" fmla="*/ 0 h 56"/>
                    <a:gd name="T47" fmla="*/ 114 w 114"/>
                    <a:gd name="T48" fmla="*/ 56 h 56"/>
                  </a:gdLst>
                  <a:ahLst/>
                  <a:cxnLst>
                    <a:cxn ang="T30">
                      <a:pos x="T0" y="T1"/>
                    </a:cxn>
                    <a:cxn ang="T31">
                      <a:pos x="T2" y="T3"/>
                    </a:cxn>
                    <a:cxn ang="T32">
                      <a:pos x="T4" y="T5"/>
                    </a:cxn>
                    <a:cxn ang="T33">
                      <a:pos x="T6" y="T7"/>
                    </a:cxn>
                    <a:cxn ang="T34">
                      <a:pos x="T8" y="T9"/>
                    </a:cxn>
                    <a:cxn ang="T35">
                      <a:pos x="T10" y="T11"/>
                    </a:cxn>
                    <a:cxn ang="T36">
                      <a:pos x="T12" y="T13"/>
                    </a:cxn>
                    <a:cxn ang="T37">
                      <a:pos x="T14" y="T15"/>
                    </a:cxn>
                    <a:cxn ang="T38">
                      <a:pos x="T16" y="T17"/>
                    </a:cxn>
                    <a:cxn ang="T39">
                      <a:pos x="T18" y="T19"/>
                    </a:cxn>
                    <a:cxn ang="T40">
                      <a:pos x="T20" y="T21"/>
                    </a:cxn>
                    <a:cxn ang="T41">
                      <a:pos x="T22" y="T23"/>
                    </a:cxn>
                    <a:cxn ang="T42">
                      <a:pos x="T24" y="T25"/>
                    </a:cxn>
                    <a:cxn ang="T43">
                      <a:pos x="T26" y="T27"/>
                    </a:cxn>
                    <a:cxn ang="T44">
                      <a:pos x="T28" y="T29"/>
                    </a:cxn>
                  </a:cxnLst>
                  <a:rect l="T45" t="T46" r="T47" b="T48"/>
                  <a:pathLst>
                    <a:path w="114" h="56">
                      <a:moveTo>
                        <a:pt x="114" y="0"/>
                      </a:moveTo>
                      <a:lnTo>
                        <a:pt x="111" y="12"/>
                      </a:lnTo>
                      <a:lnTo>
                        <a:pt x="107" y="25"/>
                      </a:lnTo>
                      <a:lnTo>
                        <a:pt x="100" y="35"/>
                      </a:lnTo>
                      <a:lnTo>
                        <a:pt x="91" y="44"/>
                      </a:lnTo>
                      <a:lnTo>
                        <a:pt x="81" y="50"/>
                      </a:lnTo>
                      <a:lnTo>
                        <a:pt x="69" y="55"/>
                      </a:lnTo>
                      <a:lnTo>
                        <a:pt x="56" y="56"/>
                      </a:lnTo>
                      <a:lnTo>
                        <a:pt x="44" y="55"/>
                      </a:lnTo>
                      <a:lnTo>
                        <a:pt x="32" y="50"/>
                      </a:lnTo>
                      <a:lnTo>
                        <a:pt x="22" y="44"/>
                      </a:lnTo>
                      <a:lnTo>
                        <a:pt x="13" y="35"/>
                      </a:lnTo>
                      <a:lnTo>
                        <a:pt x="6" y="25"/>
                      </a:lnTo>
                      <a:lnTo>
                        <a:pt x="1" y="12"/>
                      </a:lnTo>
                      <a:lnTo>
                        <a:pt x="0" y="0"/>
                      </a:lnTo>
                    </a:path>
                  </a:pathLst>
                </a:custGeom>
                <a:noFill/>
                <a:ln w="0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pPr algn="l" defTabSz="1828800" hangingPunct="1"/>
                  <a:endParaRPr lang="zh-CN" altLang="en-US" sz="3600" b="0" kern="1200">
                    <a:solidFill>
                      <a:prstClr val="black"/>
                    </a:solidFill>
                    <a:latin typeface="等线" panose="020F0502020204030204"/>
                    <a:ea typeface="等线" panose="02010600030101010101" pitchFamily="2" charset="-122"/>
                    <a:cs typeface="+mn-cs"/>
                  </a:endParaRPr>
                </a:p>
              </p:txBody>
            </p:sp>
            <p:sp>
              <p:nvSpPr>
                <p:cNvPr id="1348" name="Freeform 635">
                  <a:extLst>
                    <a:ext uri="{FF2B5EF4-FFF2-40B4-BE49-F238E27FC236}">
                      <a16:creationId xmlns:a16="http://schemas.microsoft.com/office/drawing/2014/main" id="{94A1692F-A7BC-D7FC-526C-99F022F38E90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4322" y="3965"/>
                  <a:ext cx="8" cy="16"/>
                </a:xfrm>
                <a:custGeom>
                  <a:avLst/>
                  <a:gdLst>
                    <a:gd name="T0" fmla="*/ 0 w 57"/>
                    <a:gd name="T1" fmla="*/ 0 h 113"/>
                    <a:gd name="T2" fmla="*/ 0 w 57"/>
                    <a:gd name="T3" fmla="*/ 0 h 113"/>
                    <a:gd name="T4" fmla="*/ 0 w 57"/>
                    <a:gd name="T5" fmla="*/ 0 h 113"/>
                    <a:gd name="T6" fmla="*/ 0 w 57"/>
                    <a:gd name="T7" fmla="*/ 0 h 113"/>
                    <a:gd name="T8" fmla="*/ 0 w 57"/>
                    <a:gd name="T9" fmla="*/ 0 h 113"/>
                    <a:gd name="T10" fmla="*/ 0 w 57"/>
                    <a:gd name="T11" fmla="*/ 0 h 113"/>
                    <a:gd name="T12" fmla="*/ 0 w 57"/>
                    <a:gd name="T13" fmla="*/ 0 h 113"/>
                    <a:gd name="T14" fmla="*/ 0 w 57"/>
                    <a:gd name="T15" fmla="*/ 0 h 113"/>
                    <a:gd name="T16" fmla="*/ 0 w 57"/>
                    <a:gd name="T17" fmla="*/ 0 h 113"/>
                    <a:gd name="T18" fmla="*/ 0 w 57"/>
                    <a:gd name="T19" fmla="*/ 0 h 113"/>
                    <a:gd name="T20" fmla="*/ 0 w 57"/>
                    <a:gd name="T21" fmla="*/ 0 h 113"/>
                    <a:gd name="T22" fmla="*/ 0 w 57"/>
                    <a:gd name="T23" fmla="*/ 0 h 113"/>
                    <a:gd name="T24" fmla="*/ 0 w 57"/>
                    <a:gd name="T25" fmla="*/ 0 h 113"/>
                    <a:gd name="T26" fmla="*/ 0 w 57"/>
                    <a:gd name="T27" fmla="*/ 0 h 113"/>
                    <a:gd name="T28" fmla="*/ 0 w 57"/>
                    <a:gd name="T29" fmla="*/ 0 h 113"/>
                    <a:gd name="T30" fmla="*/ 0 w 57"/>
                    <a:gd name="T31" fmla="*/ 0 h 113"/>
                    <a:gd name="T32" fmla="*/ 0 w 57"/>
                    <a:gd name="T33" fmla="*/ 0 h 113"/>
                    <a:gd name="T34" fmla="*/ 0 60000 65536"/>
                    <a:gd name="T35" fmla="*/ 0 60000 65536"/>
                    <a:gd name="T36" fmla="*/ 0 60000 65536"/>
                    <a:gd name="T37" fmla="*/ 0 60000 65536"/>
                    <a:gd name="T38" fmla="*/ 0 60000 65536"/>
                    <a:gd name="T39" fmla="*/ 0 60000 65536"/>
                    <a:gd name="T40" fmla="*/ 0 60000 65536"/>
                    <a:gd name="T41" fmla="*/ 0 60000 65536"/>
                    <a:gd name="T42" fmla="*/ 0 60000 65536"/>
                    <a:gd name="T43" fmla="*/ 0 60000 65536"/>
                    <a:gd name="T44" fmla="*/ 0 60000 65536"/>
                    <a:gd name="T45" fmla="*/ 0 60000 65536"/>
                    <a:gd name="T46" fmla="*/ 0 60000 65536"/>
                    <a:gd name="T47" fmla="*/ 0 60000 65536"/>
                    <a:gd name="T48" fmla="*/ 0 60000 65536"/>
                    <a:gd name="T49" fmla="*/ 0 60000 65536"/>
                    <a:gd name="T50" fmla="*/ 0 60000 65536"/>
                    <a:gd name="T51" fmla="*/ 0 w 57"/>
                    <a:gd name="T52" fmla="*/ 0 h 113"/>
                    <a:gd name="T53" fmla="*/ 57 w 57"/>
                    <a:gd name="T54" fmla="*/ 113 h 113"/>
                  </a:gdLst>
                  <a:ahLst/>
                  <a:cxnLst>
                    <a:cxn ang="T34">
                      <a:pos x="T0" y="T1"/>
                    </a:cxn>
                    <a:cxn ang="T35">
                      <a:pos x="T2" y="T3"/>
                    </a:cxn>
                    <a:cxn ang="T36">
                      <a:pos x="T4" y="T5"/>
                    </a:cxn>
                    <a:cxn ang="T37">
                      <a:pos x="T6" y="T7"/>
                    </a:cxn>
                    <a:cxn ang="T38">
                      <a:pos x="T8" y="T9"/>
                    </a:cxn>
                    <a:cxn ang="T39">
                      <a:pos x="T10" y="T11"/>
                    </a:cxn>
                    <a:cxn ang="T40">
                      <a:pos x="T12" y="T13"/>
                    </a:cxn>
                    <a:cxn ang="T41">
                      <a:pos x="T14" y="T15"/>
                    </a:cxn>
                    <a:cxn ang="T42">
                      <a:pos x="T16" y="T17"/>
                    </a:cxn>
                    <a:cxn ang="T43">
                      <a:pos x="T18" y="T19"/>
                    </a:cxn>
                    <a:cxn ang="T44">
                      <a:pos x="T20" y="T21"/>
                    </a:cxn>
                    <a:cxn ang="T45">
                      <a:pos x="T22" y="T23"/>
                    </a:cxn>
                    <a:cxn ang="T46">
                      <a:pos x="T24" y="T25"/>
                    </a:cxn>
                    <a:cxn ang="T47">
                      <a:pos x="T26" y="T27"/>
                    </a:cxn>
                    <a:cxn ang="T48">
                      <a:pos x="T28" y="T29"/>
                    </a:cxn>
                    <a:cxn ang="T49">
                      <a:pos x="T30" y="T31"/>
                    </a:cxn>
                    <a:cxn ang="T50">
                      <a:pos x="T32" y="T33"/>
                    </a:cxn>
                  </a:cxnLst>
                  <a:rect l="T51" t="T52" r="T53" b="T54"/>
                  <a:pathLst>
                    <a:path w="57" h="113">
                      <a:moveTo>
                        <a:pt x="0" y="57"/>
                      </a:moveTo>
                      <a:lnTo>
                        <a:pt x="0" y="0"/>
                      </a:lnTo>
                      <a:lnTo>
                        <a:pt x="12" y="2"/>
                      </a:lnTo>
                      <a:lnTo>
                        <a:pt x="24" y="7"/>
                      </a:lnTo>
                      <a:lnTo>
                        <a:pt x="35" y="13"/>
                      </a:lnTo>
                      <a:lnTo>
                        <a:pt x="43" y="22"/>
                      </a:lnTo>
                      <a:lnTo>
                        <a:pt x="50" y="32"/>
                      </a:lnTo>
                      <a:lnTo>
                        <a:pt x="55" y="45"/>
                      </a:lnTo>
                      <a:lnTo>
                        <a:pt x="57" y="57"/>
                      </a:lnTo>
                      <a:lnTo>
                        <a:pt x="55" y="69"/>
                      </a:lnTo>
                      <a:lnTo>
                        <a:pt x="50" y="82"/>
                      </a:lnTo>
                      <a:lnTo>
                        <a:pt x="43" y="92"/>
                      </a:lnTo>
                      <a:lnTo>
                        <a:pt x="35" y="101"/>
                      </a:lnTo>
                      <a:lnTo>
                        <a:pt x="24" y="108"/>
                      </a:lnTo>
                      <a:lnTo>
                        <a:pt x="12" y="112"/>
                      </a:lnTo>
                      <a:lnTo>
                        <a:pt x="0" y="113"/>
                      </a:lnTo>
                      <a:lnTo>
                        <a:pt x="0" y="57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algn="l" defTabSz="1828800" hangingPunct="1"/>
                  <a:endParaRPr lang="zh-CN" altLang="en-US" sz="3600" b="0" kern="1200">
                    <a:solidFill>
                      <a:prstClr val="black"/>
                    </a:solidFill>
                    <a:latin typeface="等线" panose="020F0502020204030204"/>
                    <a:ea typeface="等线" panose="02010600030101010101" pitchFamily="2" charset="-122"/>
                    <a:cs typeface="+mn-cs"/>
                  </a:endParaRPr>
                </a:p>
              </p:txBody>
            </p:sp>
            <p:sp>
              <p:nvSpPr>
                <p:cNvPr id="1349" name="Freeform 636">
                  <a:extLst>
                    <a:ext uri="{FF2B5EF4-FFF2-40B4-BE49-F238E27FC236}">
                      <a16:creationId xmlns:a16="http://schemas.microsoft.com/office/drawing/2014/main" id="{61866B82-C525-5F35-5DDE-FC07F00FFC2B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4322" y="3965"/>
                  <a:ext cx="8" cy="16"/>
                </a:xfrm>
                <a:custGeom>
                  <a:avLst/>
                  <a:gdLst>
                    <a:gd name="T0" fmla="*/ 0 w 57"/>
                    <a:gd name="T1" fmla="*/ 0 h 113"/>
                    <a:gd name="T2" fmla="*/ 0 w 57"/>
                    <a:gd name="T3" fmla="*/ 0 h 113"/>
                    <a:gd name="T4" fmla="*/ 0 w 57"/>
                    <a:gd name="T5" fmla="*/ 0 h 113"/>
                    <a:gd name="T6" fmla="*/ 0 w 57"/>
                    <a:gd name="T7" fmla="*/ 0 h 113"/>
                    <a:gd name="T8" fmla="*/ 0 w 57"/>
                    <a:gd name="T9" fmla="*/ 0 h 113"/>
                    <a:gd name="T10" fmla="*/ 0 w 57"/>
                    <a:gd name="T11" fmla="*/ 0 h 113"/>
                    <a:gd name="T12" fmla="*/ 0 w 57"/>
                    <a:gd name="T13" fmla="*/ 0 h 113"/>
                    <a:gd name="T14" fmla="*/ 0 w 57"/>
                    <a:gd name="T15" fmla="*/ 0 h 113"/>
                    <a:gd name="T16" fmla="*/ 0 w 57"/>
                    <a:gd name="T17" fmla="*/ 0 h 113"/>
                    <a:gd name="T18" fmla="*/ 0 w 57"/>
                    <a:gd name="T19" fmla="*/ 0 h 113"/>
                    <a:gd name="T20" fmla="*/ 0 w 57"/>
                    <a:gd name="T21" fmla="*/ 0 h 113"/>
                    <a:gd name="T22" fmla="*/ 0 w 57"/>
                    <a:gd name="T23" fmla="*/ 0 h 113"/>
                    <a:gd name="T24" fmla="*/ 0 w 57"/>
                    <a:gd name="T25" fmla="*/ 0 h 113"/>
                    <a:gd name="T26" fmla="*/ 0 w 57"/>
                    <a:gd name="T27" fmla="*/ 0 h 113"/>
                    <a:gd name="T28" fmla="*/ 0 w 57"/>
                    <a:gd name="T29" fmla="*/ 0 h 113"/>
                    <a:gd name="T30" fmla="*/ 0 60000 65536"/>
                    <a:gd name="T31" fmla="*/ 0 60000 65536"/>
                    <a:gd name="T32" fmla="*/ 0 60000 65536"/>
                    <a:gd name="T33" fmla="*/ 0 60000 65536"/>
                    <a:gd name="T34" fmla="*/ 0 60000 65536"/>
                    <a:gd name="T35" fmla="*/ 0 60000 65536"/>
                    <a:gd name="T36" fmla="*/ 0 60000 65536"/>
                    <a:gd name="T37" fmla="*/ 0 60000 65536"/>
                    <a:gd name="T38" fmla="*/ 0 60000 65536"/>
                    <a:gd name="T39" fmla="*/ 0 60000 65536"/>
                    <a:gd name="T40" fmla="*/ 0 60000 65536"/>
                    <a:gd name="T41" fmla="*/ 0 60000 65536"/>
                    <a:gd name="T42" fmla="*/ 0 60000 65536"/>
                    <a:gd name="T43" fmla="*/ 0 60000 65536"/>
                    <a:gd name="T44" fmla="*/ 0 60000 65536"/>
                    <a:gd name="T45" fmla="*/ 0 w 57"/>
                    <a:gd name="T46" fmla="*/ 0 h 113"/>
                    <a:gd name="T47" fmla="*/ 57 w 57"/>
                    <a:gd name="T48" fmla="*/ 113 h 113"/>
                  </a:gdLst>
                  <a:ahLst/>
                  <a:cxnLst>
                    <a:cxn ang="T30">
                      <a:pos x="T0" y="T1"/>
                    </a:cxn>
                    <a:cxn ang="T31">
                      <a:pos x="T2" y="T3"/>
                    </a:cxn>
                    <a:cxn ang="T32">
                      <a:pos x="T4" y="T5"/>
                    </a:cxn>
                    <a:cxn ang="T33">
                      <a:pos x="T6" y="T7"/>
                    </a:cxn>
                    <a:cxn ang="T34">
                      <a:pos x="T8" y="T9"/>
                    </a:cxn>
                    <a:cxn ang="T35">
                      <a:pos x="T10" y="T11"/>
                    </a:cxn>
                    <a:cxn ang="T36">
                      <a:pos x="T12" y="T13"/>
                    </a:cxn>
                    <a:cxn ang="T37">
                      <a:pos x="T14" y="T15"/>
                    </a:cxn>
                    <a:cxn ang="T38">
                      <a:pos x="T16" y="T17"/>
                    </a:cxn>
                    <a:cxn ang="T39">
                      <a:pos x="T18" y="T19"/>
                    </a:cxn>
                    <a:cxn ang="T40">
                      <a:pos x="T20" y="T21"/>
                    </a:cxn>
                    <a:cxn ang="T41">
                      <a:pos x="T22" y="T23"/>
                    </a:cxn>
                    <a:cxn ang="T42">
                      <a:pos x="T24" y="T25"/>
                    </a:cxn>
                    <a:cxn ang="T43">
                      <a:pos x="T26" y="T27"/>
                    </a:cxn>
                    <a:cxn ang="T44">
                      <a:pos x="T28" y="T29"/>
                    </a:cxn>
                  </a:cxnLst>
                  <a:rect l="T45" t="T46" r="T47" b="T48"/>
                  <a:pathLst>
                    <a:path w="57" h="113">
                      <a:moveTo>
                        <a:pt x="0" y="0"/>
                      </a:moveTo>
                      <a:lnTo>
                        <a:pt x="12" y="2"/>
                      </a:lnTo>
                      <a:lnTo>
                        <a:pt x="24" y="7"/>
                      </a:lnTo>
                      <a:lnTo>
                        <a:pt x="35" y="13"/>
                      </a:lnTo>
                      <a:lnTo>
                        <a:pt x="43" y="22"/>
                      </a:lnTo>
                      <a:lnTo>
                        <a:pt x="50" y="32"/>
                      </a:lnTo>
                      <a:lnTo>
                        <a:pt x="55" y="45"/>
                      </a:lnTo>
                      <a:lnTo>
                        <a:pt x="57" y="57"/>
                      </a:lnTo>
                      <a:lnTo>
                        <a:pt x="55" y="69"/>
                      </a:lnTo>
                      <a:lnTo>
                        <a:pt x="50" y="82"/>
                      </a:lnTo>
                      <a:lnTo>
                        <a:pt x="43" y="92"/>
                      </a:lnTo>
                      <a:lnTo>
                        <a:pt x="35" y="101"/>
                      </a:lnTo>
                      <a:lnTo>
                        <a:pt x="24" y="108"/>
                      </a:lnTo>
                      <a:lnTo>
                        <a:pt x="12" y="112"/>
                      </a:lnTo>
                      <a:lnTo>
                        <a:pt x="0" y="113"/>
                      </a:lnTo>
                    </a:path>
                  </a:pathLst>
                </a:custGeom>
                <a:noFill/>
                <a:ln w="0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pPr algn="l" defTabSz="1828800" hangingPunct="1"/>
                  <a:endParaRPr lang="zh-CN" altLang="en-US" sz="3600" b="0" kern="1200">
                    <a:solidFill>
                      <a:prstClr val="black"/>
                    </a:solidFill>
                    <a:latin typeface="等线" panose="020F0502020204030204"/>
                    <a:ea typeface="等线" panose="02010600030101010101" pitchFamily="2" charset="-122"/>
                    <a:cs typeface="+mn-cs"/>
                  </a:endParaRPr>
                </a:p>
              </p:txBody>
            </p:sp>
            <p:sp>
              <p:nvSpPr>
                <p:cNvPr id="1350" name="Freeform 637">
                  <a:extLst>
                    <a:ext uri="{FF2B5EF4-FFF2-40B4-BE49-F238E27FC236}">
                      <a16:creationId xmlns:a16="http://schemas.microsoft.com/office/drawing/2014/main" id="{A848E1A6-47E3-BA29-6A25-39558D9B41D9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279" y="3965"/>
                  <a:ext cx="1043" cy="16"/>
                </a:xfrm>
                <a:custGeom>
                  <a:avLst/>
                  <a:gdLst>
                    <a:gd name="T0" fmla="*/ 0 w 7300"/>
                    <a:gd name="T1" fmla="*/ 0 h 113"/>
                    <a:gd name="T2" fmla="*/ 0 w 7300"/>
                    <a:gd name="T3" fmla="*/ 0 h 113"/>
                    <a:gd name="T4" fmla="*/ 0 w 7300"/>
                    <a:gd name="T5" fmla="*/ 0 h 113"/>
                    <a:gd name="T6" fmla="*/ 0 w 7300"/>
                    <a:gd name="T7" fmla="*/ 0 h 113"/>
                    <a:gd name="T8" fmla="*/ 0 w 7300"/>
                    <a:gd name="T9" fmla="*/ 0 h 113"/>
                    <a:gd name="T10" fmla="*/ 0 w 7300"/>
                    <a:gd name="T11" fmla="*/ 0 h 113"/>
                    <a:gd name="T12" fmla="*/ 0 w 7300"/>
                    <a:gd name="T13" fmla="*/ 0 h 113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7300"/>
                    <a:gd name="T22" fmla="*/ 0 h 113"/>
                    <a:gd name="T23" fmla="*/ 7300 w 7300"/>
                    <a:gd name="T24" fmla="*/ 113 h 113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7300" h="113">
                      <a:moveTo>
                        <a:pt x="7300" y="113"/>
                      </a:moveTo>
                      <a:lnTo>
                        <a:pt x="7300" y="57"/>
                      </a:lnTo>
                      <a:lnTo>
                        <a:pt x="7300" y="0"/>
                      </a:lnTo>
                      <a:lnTo>
                        <a:pt x="0" y="0"/>
                      </a:lnTo>
                      <a:lnTo>
                        <a:pt x="0" y="57"/>
                      </a:lnTo>
                      <a:lnTo>
                        <a:pt x="0" y="113"/>
                      </a:lnTo>
                      <a:lnTo>
                        <a:pt x="7300" y="113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algn="l" defTabSz="1828800" hangingPunct="1"/>
                  <a:endParaRPr lang="zh-CN" altLang="en-US" sz="3600" b="0" kern="1200">
                    <a:solidFill>
                      <a:prstClr val="black"/>
                    </a:solidFill>
                    <a:latin typeface="等线" panose="020F0502020204030204"/>
                    <a:ea typeface="等线" panose="02010600030101010101" pitchFamily="2" charset="-122"/>
                    <a:cs typeface="+mn-cs"/>
                  </a:endParaRPr>
                </a:p>
              </p:txBody>
            </p:sp>
          </p:grpSp>
          <p:sp>
            <p:nvSpPr>
              <p:cNvPr id="1001" name="Freeform 638">
                <a:extLst>
                  <a:ext uri="{FF2B5EF4-FFF2-40B4-BE49-F238E27FC236}">
                    <a16:creationId xmlns:a16="http://schemas.microsoft.com/office/drawing/2014/main" id="{3C033942-42F1-E8EC-7261-F18F1D5DBE5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160" y="3217"/>
                <a:ext cx="1232" cy="19"/>
              </a:xfrm>
              <a:custGeom>
                <a:avLst/>
                <a:gdLst>
                  <a:gd name="T0" fmla="*/ 0 w 7300"/>
                  <a:gd name="T1" fmla="*/ 0 h 113"/>
                  <a:gd name="T2" fmla="*/ 0 w 7300"/>
                  <a:gd name="T3" fmla="*/ 0 h 113"/>
                  <a:gd name="T4" fmla="*/ 0 w 7300"/>
                  <a:gd name="T5" fmla="*/ 0 h 113"/>
                  <a:gd name="T6" fmla="*/ 0 w 7300"/>
                  <a:gd name="T7" fmla="*/ 0 h 113"/>
                  <a:gd name="T8" fmla="*/ 0 w 7300"/>
                  <a:gd name="T9" fmla="*/ 0 h 113"/>
                  <a:gd name="T10" fmla="*/ 0 w 7300"/>
                  <a:gd name="T11" fmla="*/ 0 h 113"/>
                  <a:gd name="T12" fmla="*/ 0 w 7300"/>
                  <a:gd name="T13" fmla="*/ 0 h 113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7300"/>
                  <a:gd name="T22" fmla="*/ 0 h 113"/>
                  <a:gd name="T23" fmla="*/ 7300 w 7300"/>
                  <a:gd name="T24" fmla="*/ 113 h 113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7300" h="113">
                    <a:moveTo>
                      <a:pt x="7300" y="113"/>
                    </a:moveTo>
                    <a:lnTo>
                      <a:pt x="7300" y="57"/>
                    </a:lnTo>
                    <a:lnTo>
                      <a:pt x="7300" y="0"/>
                    </a:lnTo>
                    <a:lnTo>
                      <a:pt x="0" y="0"/>
                    </a:lnTo>
                    <a:lnTo>
                      <a:pt x="0" y="57"/>
                    </a:lnTo>
                    <a:lnTo>
                      <a:pt x="0" y="113"/>
                    </a:lnTo>
                    <a:lnTo>
                      <a:pt x="7300" y="113"/>
                    </a:lnTo>
                    <a:close/>
                  </a:path>
                </a:pathLst>
              </a:custGeom>
              <a:solidFill>
                <a:srgbClr val="FF33CC"/>
              </a:solidFill>
              <a:ln w="0">
                <a:solidFill>
                  <a:srgbClr val="FF33CC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1002" name="Freeform 639">
                <a:extLst>
                  <a:ext uri="{FF2B5EF4-FFF2-40B4-BE49-F238E27FC236}">
                    <a16:creationId xmlns:a16="http://schemas.microsoft.com/office/drawing/2014/main" id="{598EB53E-8571-54BF-82E3-05568DDE3B9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151" y="3217"/>
                <a:ext cx="9" cy="19"/>
              </a:xfrm>
              <a:custGeom>
                <a:avLst/>
                <a:gdLst>
                  <a:gd name="T0" fmla="*/ 0 w 56"/>
                  <a:gd name="T1" fmla="*/ 0 h 113"/>
                  <a:gd name="T2" fmla="*/ 0 w 56"/>
                  <a:gd name="T3" fmla="*/ 0 h 113"/>
                  <a:gd name="T4" fmla="*/ 0 w 56"/>
                  <a:gd name="T5" fmla="*/ 0 h 113"/>
                  <a:gd name="T6" fmla="*/ 0 w 56"/>
                  <a:gd name="T7" fmla="*/ 0 h 113"/>
                  <a:gd name="T8" fmla="*/ 0 w 56"/>
                  <a:gd name="T9" fmla="*/ 0 h 113"/>
                  <a:gd name="T10" fmla="*/ 0 w 56"/>
                  <a:gd name="T11" fmla="*/ 0 h 113"/>
                  <a:gd name="T12" fmla="*/ 0 w 56"/>
                  <a:gd name="T13" fmla="*/ 0 h 113"/>
                  <a:gd name="T14" fmla="*/ 0 w 56"/>
                  <a:gd name="T15" fmla="*/ 0 h 113"/>
                  <a:gd name="T16" fmla="*/ 0 w 56"/>
                  <a:gd name="T17" fmla="*/ 0 h 113"/>
                  <a:gd name="T18" fmla="*/ 0 w 56"/>
                  <a:gd name="T19" fmla="*/ 0 h 113"/>
                  <a:gd name="T20" fmla="*/ 0 w 56"/>
                  <a:gd name="T21" fmla="*/ 0 h 113"/>
                  <a:gd name="T22" fmla="*/ 0 w 56"/>
                  <a:gd name="T23" fmla="*/ 0 h 113"/>
                  <a:gd name="T24" fmla="*/ 0 w 56"/>
                  <a:gd name="T25" fmla="*/ 0 h 113"/>
                  <a:gd name="T26" fmla="*/ 0 w 56"/>
                  <a:gd name="T27" fmla="*/ 0 h 113"/>
                  <a:gd name="T28" fmla="*/ 0 w 56"/>
                  <a:gd name="T29" fmla="*/ 0 h 113"/>
                  <a:gd name="T30" fmla="*/ 0 w 56"/>
                  <a:gd name="T31" fmla="*/ 0 h 113"/>
                  <a:gd name="T32" fmla="*/ 0 w 56"/>
                  <a:gd name="T33" fmla="*/ 0 h 113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w 56"/>
                  <a:gd name="T52" fmla="*/ 0 h 113"/>
                  <a:gd name="T53" fmla="*/ 56 w 56"/>
                  <a:gd name="T54" fmla="*/ 113 h 113"/>
                </a:gdLst>
                <a:ahLst/>
                <a:cxnLst>
                  <a:cxn ang="T34">
                    <a:pos x="T0" y="T1"/>
                  </a:cxn>
                  <a:cxn ang="T35">
                    <a:pos x="T2" y="T3"/>
                  </a:cxn>
                  <a:cxn ang="T36">
                    <a:pos x="T4" y="T5"/>
                  </a:cxn>
                  <a:cxn ang="T37">
                    <a:pos x="T6" y="T7"/>
                  </a:cxn>
                  <a:cxn ang="T38">
                    <a:pos x="T8" y="T9"/>
                  </a:cxn>
                  <a:cxn ang="T39">
                    <a:pos x="T10" y="T11"/>
                  </a:cxn>
                  <a:cxn ang="T40">
                    <a:pos x="T12" y="T13"/>
                  </a:cxn>
                  <a:cxn ang="T41">
                    <a:pos x="T14" y="T15"/>
                  </a:cxn>
                  <a:cxn ang="T42">
                    <a:pos x="T16" y="T17"/>
                  </a:cxn>
                  <a:cxn ang="T43">
                    <a:pos x="T18" y="T19"/>
                  </a:cxn>
                  <a:cxn ang="T44">
                    <a:pos x="T20" y="T21"/>
                  </a:cxn>
                  <a:cxn ang="T45">
                    <a:pos x="T22" y="T23"/>
                  </a:cxn>
                  <a:cxn ang="T46">
                    <a:pos x="T24" y="T25"/>
                  </a:cxn>
                  <a:cxn ang="T47">
                    <a:pos x="T26" y="T27"/>
                  </a:cxn>
                  <a:cxn ang="T48">
                    <a:pos x="T28" y="T29"/>
                  </a:cxn>
                  <a:cxn ang="T49">
                    <a:pos x="T30" y="T31"/>
                  </a:cxn>
                  <a:cxn ang="T50">
                    <a:pos x="T32" y="T33"/>
                  </a:cxn>
                </a:cxnLst>
                <a:rect l="T51" t="T52" r="T53" b="T54"/>
                <a:pathLst>
                  <a:path w="56" h="113">
                    <a:moveTo>
                      <a:pt x="56" y="57"/>
                    </a:moveTo>
                    <a:lnTo>
                      <a:pt x="56" y="113"/>
                    </a:lnTo>
                    <a:lnTo>
                      <a:pt x="44" y="112"/>
                    </a:lnTo>
                    <a:lnTo>
                      <a:pt x="32" y="108"/>
                    </a:lnTo>
                    <a:lnTo>
                      <a:pt x="22" y="101"/>
                    </a:lnTo>
                    <a:lnTo>
                      <a:pt x="13" y="92"/>
                    </a:lnTo>
                    <a:lnTo>
                      <a:pt x="6" y="82"/>
                    </a:lnTo>
                    <a:lnTo>
                      <a:pt x="1" y="69"/>
                    </a:lnTo>
                    <a:lnTo>
                      <a:pt x="0" y="57"/>
                    </a:lnTo>
                    <a:lnTo>
                      <a:pt x="1" y="45"/>
                    </a:lnTo>
                    <a:lnTo>
                      <a:pt x="6" y="32"/>
                    </a:lnTo>
                    <a:lnTo>
                      <a:pt x="13" y="22"/>
                    </a:lnTo>
                    <a:lnTo>
                      <a:pt x="22" y="13"/>
                    </a:lnTo>
                    <a:lnTo>
                      <a:pt x="32" y="7"/>
                    </a:lnTo>
                    <a:lnTo>
                      <a:pt x="44" y="2"/>
                    </a:lnTo>
                    <a:lnTo>
                      <a:pt x="56" y="0"/>
                    </a:lnTo>
                    <a:lnTo>
                      <a:pt x="56" y="57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1003" name="Freeform 640">
                <a:extLst>
                  <a:ext uri="{FF2B5EF4-FFF2-40B4-BE49-F238E27FC236}">
                    <a16:creationId xmlns:a16="http://schemas.microsoft.com/office/drawing/2014/main" id="{0E23B384-E7E0-B229-18ED-F0D64FB3DC6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151" y="3217"/>
                <a:ext cx="9" cy="19"/>
              </a:xfrm>
              <a:custGeom>
                <a:avLst/>
                <a:gdLst>
                  <a:gd name="T0" fmla="*/ 0 w 56"/>
                  <a:gd name="T1" fmla="*/ 0 h 113"/>
                  <a:gd name="T2" fmla="*/ 0 w 56"/>
                  <a:gd name="T3" fmla="*/ 0 h 113"/>
                  <a:gd name="T4" fmla="*/ 0 w 56"/>
                  <a:gd name="T5" fmla="*/ 0 h 113"/>
                  <a:gd name="T6" fmla="*/ 0 w 56"/>
                  <a:gd name="T7" fmla="*/ 0 h 113"/>
                  <a:gd name="T8" fmla="*/ 0 w 56"/>
                  <a:gd name="T9" fmla="*/ 0 h 113"/>
                  <a:gd name="T10" fmla="*/ 0 w 56"/>
                  <a:gd name="T11" fmla="*/ 0 h 113"/>
                  <a:gd name="T12" fmla="*/ 0 w 56"/>
                  <a:gd name="T13" fmla="*/ 0 h 113"/>
                  <a:gd name="T14" fmla="*/ 0 w 56"/>
                  <a:gd name="T15" fmla="*/ 0 h 113"/>
                  <a:gd name="T16" fmla="*/ 0 w 56"/>
                  <a:gd name="T17" fmla="*/ 0 h 113"/>
                  <a:gd name="T18" fmla="*/ 0 w 56"/>
                  <a:gd name="T19" fmla="*/ 0 h 113"/>
                  <a:gd name="T20" fmla="*/ 0 w 56"/>
                  <a:gd name="T21" fmla="*/ 0 h 113"/>
                  <a:gd name="T22" fmla="*/ 0 w 56"/>
                  <a:gd name="T23" fmla="*/ 0 h 113"/>
                  <a:gd name="T24" fmla="*/ 0 w 56"/>
                  <a:gd name="T25" fmla="*/ 0 h 113"/>
                  <a:gd name="T26" fmla="*/ 0 w 56"/>
                  <a:gd name="T27" fmla="*/ 0 h 113"/>
                  <a:gd name="T28" fmla="*/ 0 w 56"/>
                  <a:gd name="T29" fmla="*/ 0 h 113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w 56"/>
                  <a:gd name="T46" fmla="*/ 0 h 113"/>
                  <a:gd name="T47" fmla="*/ 56 w 56"/>
                  <a:gd name="T48" fmla="*/ 113 h 113"/>
                </a:gdLst>
                <a:ahLst/>
                <a:cxnLst>
                  <a:cxn ang="T30">
                    <a:pos x="T0" y="T1"/>
                  </a:cxn>
                  <a:cxn ang="T31">
                    <a:pos x="T2" y="T3"/>
                  </a:cxn>
                  <a:cxn ang="T32">
                    <a:pos x="T4" y="T5"/>
                  </a:cxn>
                  <a:cxn ang="T33">
                    <a:pos x="T6" y="T7"/>
                  </a:cxn>
                  <a:cxn ang="T34">
                    <a:pos x="T8" y="T9"/>
                  </a:cxn>
                  <a:cxn ang="T35">
                    <a:pos x="T10" y="T11"/>
                  </a:cxn>
                  <a:cxn ang="T36">
                    <a:pos x="T12" y="T13"/>
                  </a:cxn>
                  <a:cxn ang="T37">
                    <a:pos x="T14" y="T15"/>
                  </a:cxn>
                  <a:cxn ang="T38">
                    <a:pos x="T16" y="T17"/>
                  </a:cxn>
                  <a:cxn ang="T39">
                    <a:pos x="T18" y="T19"/>
                  </a:cxn>
                  <a:cxn ang="T40">
                    <a:pos x="T20" y="T21"/>
                  </a:cxn>
                  <a:cxn ang="T41">
                    <a:pos x="T22" y="T23"/>
                  </a:cxn>
                  <a:cxn ang="T42">
                    <a:pos x="T24" y="T25"/>
                  </a:cxn>
                  <a:cxn ang="T43">
                    <a:pos x="T26" y="T27"/>
                  </a:cxn>
                  <a:cxn ang="T44">
                    <a:pos x="T28" y="T29"/>
                  </a:cxn>
                </a:cxnLst>
                <a:rect l="T45" t="T46" r="T47" b="T48"/>
                <a:pathLst>
                  <a:path w="56" h="113">
                    <a:moveTo>
                      <a:pt x="56" y="113"/>
                    </a:moveTo>
                    <a:lnTo>
                      <a:pt x="44" y="112"/>
                    </a:lnTo>
                    <a:lnTo>
                      <a:pt x="32" y="108"/>
                    </a:lnTo>
                    <a:lnTo>
                      <a:pt x="22" y="101"/>
                    </a:lnTo>
                    <a:lnTo>
                      <a:pt x="13" y="92"/>
                    </a:lnTo>
                    <a:lnTo>
                      <a:pt x="6" y="82"/>
                    </a:lnTo>
                    <a:lnTo>
                      <a:pt x="1" y="69"/>
                    </a:lnTo>
                    <a:lnTo>
                      <a:pt x="0" y="57"/>
                    </a:lnTo>
                    <a:lnTo>
                      <a:pt x="1" y="45"/>
                    </a:lnTo>
                    <a:lnTo>
                      <a:pt x="6" y="32"/>
                    </a:lnTo>
                    <a:lnTo>
                      <a:pt x="13" y="22"/>
                    </a:lnTo>
                    <a:lnTo>
                      <a:pt x="22" y="13"/>
                    </a:lnTo>
                    <a:lnTo>
                      <a:pt x="32" y="7"/>
                    </a:lnTo>
                    <a:lnTo>
                      <a:pt x="44" y="2"/>
                    </a:lnTo>
                    <a:lnTo>
                      <a:pt x="56" y="0"/>
                    </a:lnTo>
                  </a:path>
                </a:pathLst>
              </a:cu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1004" name="Freeform 641">
                <a:extLst>
                  <a:ext uri="{FF2B5EF4-FFF2-40B4-BE49-F238E27FC236}">
                    <a16:creationId xmlns:a16="http://schemas.microsoft.com/office/drawing/2014/main" id="{84037405-CA9E-167F-E3E7-8C68DB59CFD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151" y="3845"/>
                <a:ext cx="9" cy="20"/>
              </a:xfrm>
              <a:custGeom>
                <a:avLst/>
                <a:gdLst>
                  <a:gd name="T0" fmla="*/ 0 w 56"/>
                  <a:gd name="T1" fmla="*/ 0 h 113"/>
                  <a:gd name="T2" fmla="*/ 0 w 56"/>
                  <a:gd name="T3" fmla="*/ 0 h 113"/>
                  <a:gd name="T4" fmla="*/ 0 w 56"/>
                  <a:gd name="T5" fmla="*/ 0 h 113"/>
                  <a:gd name="T6" fmla="*/ 0 w 56"/>
                  <a:gd name="T7" fmla="*/ 0 h 113"/>
                  <a:gd name="T8" fmla="*/ 0 w 56"/>
                  <a:gd name="T9" fmla="*/ 0 h 113"/>
                  <a:gd name="T10" fmla="*/ 0 w 56"/>
                  <a:gd name="T11" fmla="*/ 0 h 113"/>
                  <a:gd name="T12" fmla="*/ 0 w 56"/>
                  <a:gd name="T13" fmla="*/ 0 h 113"/>
                  <a:gd name="T14" fmla="*/ 0 w 56"/>
                  <a:gd name="T15" fmla="*/ 0 h 113"/>
                  <a:gd name="T16" fmla="*/ 0 w 56"/>
                  <a:gd name="T17" fmla="*/ 0 h 113"/>
                  <a:gd name="T18" fmla="*/ 0 w 56"/>
                  <a:gd name="T19" fmla="*/ 0 h 113"/>
                  <a:gd name="T20" fmla="*/ 0 w 56"/>
                  <a:gd name="T21" fmla="*/ 0 h 113"/>
                  <a:gd name="T22" fmla="*/ 0 w 56"/>
                  <a:gd name="T23" fmla="*/ 0 h 113"/>
                  <a:gd name="T24" fmla="*/ 0 w 56"/>
                  <a:gd name="T25" fmla="*/ 0 h 113"/>
                  <a:gd name="T26" fmla="*/ 0 w 56"/>
                  <a:gd name="T27" fmla="*/ 0 h 113"/>
                  <a:gd name="T28" fmla="*/ 0 w 56"/>
                  <a:gd name="T29" fmla="*/ 0 h 113"/>
                  <a:gd name="T30" fmla="*/ 0 w 56"/>
                  <a:gd name="T31" fmla="*/ 0 h 113"/>
                  <a:gd name="T32" fmla="*/ 0 w 56"/>
                  <a:gd name="T33" fmla="*/ 0 h 113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w 56"/>
                  <a:gd name="T52" fmla="*/ 0 h 113"/>
                  <a:gd name="T53" fmla="*/ 56 w 56"/>
                  <a:gd name="T54" fmla="*/ 113 h 113"/>
                </a:gdLst>
                <a:ahLst/>
                <a:cxnLst>
                  <a:cxn ang="T34">
                    <a:pos x="T0" y="T1"/>
                  </a:cxn>
                  <a:cxn ang="T35">
                    <a:pos x="T2" y="T3"/>
                  </a:cxn>
                  <a:cxn ang="T36">
                    <a:pos x="T4" y="T5"/>
                  </a:cxn>
                  <a:cxn ang="T37">
                    <a:pos x="T6" y="T7"/>
                  </a:cxn>
                  <a:cxn ang="T38">
                    <a:pos x="T8" y="T9"/>
                  </a:cxn>
                  <a:cxn ang="T39">
                    <a:pos x="T10" y="T11"/>
                  </a:cxn>
                  <a:cxn ang="T40">
                    <a:pos x="T12" y="T13"/>
                  </a:cxn>
                  <a:cxn ang="T41">
                    <a:pos x="T14" y="T15"/>
                  </a:cxn>
                  <a:cxn ang="T42">
                    <a:pos x="T16" y="T17"/>
                  </a:cxn>
                  <a:cxn ang="T43">
                    <a:pos x="T18" y="T19"/>
                  </a:cxn>
                  <a:cxn ang="T44">
                    <a:pos x="T20" y="T21"/>
                  </a:cxn>
                  <a:cxn ang="T45">
                    <a:pos x="T22" y="T23"/>
                  </a:cxn>
                  <a:cxn ang="T46">
                    <a:pos x="T24" y="T25"/>
                  </a:cxn>
                  <a:cxn ang="T47">
                    <a:pos x="T26" y="T27"/>
                  </a:cxn>
                  <a:cxn ang="T48">
                    <a:pos x="T28" y="T29"/>
                  </a:cxn>
                  <a:cxn ang="T49">
                    <a:pos x="T30" y="T31"/>
                  </a:cxn>
                  <a:cxn ang="T50">
                    <a:pos x="T32" y="T33"/>
                  </a:cxn>
                </a:cxnLst>
                <a:rect l="T51" t="T52" r="T53" b="T54"/>
                <a:pathLst>
                  <a:path w="56" h="113">
                    <a:moveTo>
                      <a:pt x="56" y="57"/>
                    </a:moveTo>
                    <a:lnTo>
                      <a:pt x="56" y="113"/>
                    </a:lnTo>
                    <a:lnTo>
                      <a:pt x="44" y="112"/>
                    </a:lnTo>
                    <a:lnTo>
                      <a:pt x="32" y="107"/>
                    </a:lnTo>
                    <a:lnTo>
                      <a:pt x="22" y="101"/>
                    </a:lnTo>
                    <a:lnTo>
                      <a:pt x="13" y="92"/>
                    </a:lnTo>
                    <a:lnTo>
                      <a:pt x="6" y="82"/>
                    </a:lnTo>
                    <a:lnTo>
                      <a:pt x="1" y="69"/>
                    </a:lnTo>
                    <a:lnTo>
                      <a:pt x="0" y="57"/>
                    </a:lnTo>
                    <a:lnTo>
                      <a:pt x="1" y="45"/>
                    </a:lnTo>
                    <a:lnTo>
                      <a:pt x="6" y="32"/>
                    </a:lnTo>
                    <a:lnTo>
                      <a:pt x="13" y="22"/>
                    </a:lnTo>
                    <a:lnTo>
                      <a:pt x="22" y="13"/>
                    </a:lnTo>
                    <a:lnTo>
                      <a:pt x="32" y="6"/>
                    </a:lnTo>
                    <a:lnTo>
                      <a:pt x="44" y="2"/>
                    </a:lnTo>
                    <a:lnTo>
                      <a:pt x="56" y="0"/>
                    </a:lnTo>
                    <a:lnTo>
                      <a:pt x="56" y="57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1005" name="Freeform 642">
                <a:extLst>
                  <a:ext uri="{FF2B5EF4-FFF2-40B4-BE49-F238E27FC236}">
                    <a16:creationId xmlns:a16="http://schemas.microsoft.com/office/drawing/2014/main" id="{3800FC3D-A26D-6857-03A6-030C5859905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151" y="3845"/>
                <a:ext cx="9" cy="20"/>
              </a:xfrm>
              <a:custGeom>
                <a:avLst/>
                <a:gdLst>
                  <a:gd name="T0" fmla="*/ 0 w 56"/>
                  <a:gd name="T1" fmla="*/ 0 h 113"/>
                  <a:gd name="T2" fmla="*/ 0 w 56"/>
                  <a:gd name="T3" fmla="*/ 0 h 113"/>
                  <a:gd name="T4" fmla="*/ 0 w 56"/>
                  <a:gd name="T5" fmla="*/ 0 h 113"/>
                  <a:gd name="T6" fmla="*/ 0 w 56"/>
                  <a:gd name="T7" fmla="*/ 0 h 113"/>
                  <a:gd name="T8" fmla="*/ 0 w 56"/>
                  <a:gd name="T9" fmla="*/ 0 h 113"/>
                  <a:gd name="T10" fmla="*/ 0 w 56"/>
                  <a:gd name="T11" fmla="*/ 0 h 113"/>
                  <a:gd name="T12" fmla="*/ 0 w 56"/>
                  <a:gd name="T13" fmla="*/ 0 h 113"/>
                  <a:gd name="T14" fmla="*/ 0 w 56"/>
                  <a:gd name="T15" fmla="*/ 0 h 113"/>
                  <a:gd name="T16" fmla="*/ 0 w 56"/>
                  <a:gd name="T17" fmla="*/ 0 h 113"/>
                  <a:gd name="T18" fmla="*/ 0 w 56"/>
                  <a:gd name="T19" fmla="*/ 0 h 113"/>
                  <a:gd name="T20" fmla="*/ 0 w 56"/>
                  <a:gd name="T21" fmla="*/ 0 h 113"/>
                  <a:gd name="T22" fmla="*/ 0 w 56"/>
                  <a:gd name="T23" fmla="*/ 0 h 113"/>
                  <a:gd name="T24" fmla="*/ 0 w 56"/>
                  <a:gd name="T25" fmla="*/ 0 h 113"/>
                  <a:gd name="T26" fmla="*/ 0 w 56"/>
                  <a:gd name="T27" fmla="*/ 0 h 113"/>
                  <a:gd name="T28" fmla="*/ 0 w 56"/>
                  <a:gd name="T29" fmla="*/ 0 h 113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w 56"/>
                  <a:gd name="T46" fmla="*/ 0 h 113"/>
                  <a:gd name="T47" fmla="*/ 56 w 56"/>
                  <a:gd name="T48" fmla="*/ 113 h 113"/>
                </a:gdLst>
                <a:ahLst/>
                <a:cxnLst>
                  <a:cxn ang="T30">
                    <a:pos x="T0" y="T1"/>
                  </a:cxn>
                  <a:cxn ang="T31">
                    <a:pos x="T2" y="T3"/>
                  </a:cxn>
                  <a:cxn ang="T32">
                    <a:pos x="T4" y="T5"/>
                  </a:cxn>
                  <a:cxn ang="T33">
                    <a:pos x="T6" y="T7"/>
                  </a:cxn>
                  <a:cxn ang="T34">
                    <a:pos x="T8" y="T9"/>
                  </a:cxn>
                  <a:cxn ang="T35">
                    <a:pos x="T10" y="T11"/>
                  </a:cxn>
                  <a:cxn ang="T36">
                    <a:pos x="T12" y="T13"/>
                  </a:cxn>
                  <a:cxn ang="T37">
                    <a:pos x="T14" y="T15"/>
                  </a:cxn>
                  <a:cxn ang="T38">
                    <a:pos x="T16" y="T17"/>
                  </a:cxn>
                  <a:cxn ang="T39">
                    <a:pos x="T18" y="T19"/>
                  </a:cxn>
                  <a:cxn ang="T40">
                    <a:pos x="T20" y="T21"/>
                  </a:cxn>
                  <a:cxn ang="T41">
                    <a:pos x="T22" y="T23"/>
                  </a:cxn>
                  <a:cxn ang="T42">
                    <a:pos x="T24" y="T25"/>
                  </a:cxn>
                  <a:cxn ang="T43">
                    <a:pos x="T26" y="T27"/>
                  </a:cxn>
                  <a:cxn ang="T44">
                    <a:pos x="T28" y="T29"/>
                  </a:cxn>
                </a:cxnLst>
                <a:rect l="T45" t="T46" r="T47" b="T48"/>
                <a:pathLst>
                  <a:path w="56" h="113">
                    <a:moveTo>
                      <a:pt x="56" y="113"/>
                    </a:moveTo>
                    <a:lnTo>
                      <a:pt x="44" y="112"/>
                    </a:lnTo>
                    <a:lnTo>
                      <a:pt x="32" y="107"/>
                    </a:lnTo>
                    <a:lnTo>
                      <a:pt x="22" y="101"/>
                    </a:lnTo>
                    <a:lnTo>
                      <a:pt x="13" y="92"/>
                    </a:lnTo>
                    <a:lnTo>
                      <a:pt x="6" y="82"/>
                    </a:lnTo>
                    <a:lnTo>
                      <a:pt x="1" y="69"/>
                    </a:lnTo>
                    <a:lnTo>
                      <a:pt x="0" y="57"/>
                    </a:lnTo>
                    <a:lnTo>
                      <a:pt x="1" y="45"/>
                    </a:lnTo>
                    <a:lnTo>
                      <a:pt x="6" y="32"/>
                    </a:lnTo>
                    <a:lnTo>
                      <a:pt x="13" y="22"/>
                    </a:lnTo>
                    <a:lnTo>
                      <a:pt x="22" y="13"/>
                    </a:lnTo>
                    <a:lnTo>
                      <a:pt x="32" y="6"/>
                    </a:lnTo>
                    <a:lnTo>
                      <a:pt x="44" y="2"/>
                    </a:lnTo>
                    <a:lnTo>
                      <a:pt x="56" y="0"/>
                    </a:lnTo>
                  </a:path>
                </a:pathLst>
              </a:cu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1006" name="Freeform 643">
                <a:extLst>
                  <a:ext uri="{FF2B5EF4-FFF2-40B4-BE49-F238E27FC236}">
                    <a16:creationId xmlns:a16="http://schemas.microsoft.com/office/drawing/2014/main" id="{DF25EF8B-45D5-45E1-0A8C-62C662E12DA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160" y="3845"/>
                <a:ext cx="1232" cy="20"/>
              </a:xfrm>
              <a:custGeom>
                <a:avLst/>
                <a:gdLst>
                  <a:gd name="T0" fmla="*/ 0 w 7300"/>
                  <a:gd name="T1" fmla="*/ 0 h 113"/>
                  <a:gd name="T2" fmla="*/ 0 w 7300"/>
                  <a:gd name="T3" fmla="*/ 0 h 113"/>
                  <a:gd name="T4" fmla="*/ 0 w 7300"/>
                  <a:gd name="T5" fmla="*/ 0 h 113"/>
                  <a:gd name="T6" fmla="*/ 0 w 7300"/>
                  <a:gd name="T7" fmla="*/ 0 h 113"/>
                  <a:gd name="T8" fmla="*/ 0 w 7300"/>
                  <a:gd name="T9" fmla="*/ 0 h 113"/>
                  <a:gd name="T10" fmla="*/ 0 w 7300"/>
                  <a:gd name="T11" fmla="*/ 0 h 113"/>
                  <a:gd name="T12" fmla="*/ 0 w 7300"/>
                  <a:gd name="T13" fmla="*/ 0 h 113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7300"/>
                  <a:gd name="T22" fmla="*/ 0 h 113"/>
                  <a:gd name="T23" fmla="*/ 7300 w 7300"/>
                  <a:gd name="T24" fmla="*/ 113 h 113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7300" h="113">
                    <a:moveTo>
                      <a:pt x="0" y="0"/>
                    </a:moveTo>
                    <a:lnTo>
                      <a:pt x="0" y="57"/>
                    </a:lnTo>
                    <a:lnTo>
                      <a:pt x="0" y="113"/>
                    </a:lnTo>
                    <a:lnTo>
                      <a:pt x="7300" y="113"/>
                    </a:lnTo>
                    <a:lnTo>
                      <a:pt x="7300" y="57"/>
                    </a:lnTo>
                    <a:lnTo>
                      <a:pt x="7300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1007" name="Freeform 644">
                <a:extLst>
                  <a:ext uri="{FF2B5EF4-FFF2-40B4-BE49-F238E27FC236}">
                    <a16:creationId xmlns:a16="http://schemas.microsoft.com/office/drawing/2014/main" id="{49923313-173F-6684-DFE2-CAFA3FF1B13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160" y="3845"/>
                <a:ext cx="1232" cy="20"/>
              </a:xfrm>
              <a:custGeom>
                <a:avLst/>
                <a:gdLst>
                  <a:gd name="T0" fmla="*/ 0 w 7300"/>
                  <a:gd name="T1" fmla="*/ 0 h 113"/>
                  <a:gd name="T2" fmla="*/ 0 w 7300"/>
                  <a:gd name="T3" fmla="*/ 0 h 113"/>
                  <a:gd name="T4" fmla="*/ 0 w 7300"/>
                  <a:gd name="T5" fmla="*/ 0 h 113"/>
                  <a:gd name="T6" fmla="*/ 0 w 7300"/>
                  <a:gd name="T7" fmla="*/ 0 h 113"/>
                  <a:gd name="T8" fmla="*/ 0 w 7300"/>
                  <a:gd name="T9" fmla="*/ 0 h 113"/>
                  <a:gd name="T10" fmla="*/ 0 w 7300"/>
                  <a:gd name="T11" fmla="*/ 0 h 113"/>
                  <a:gd name="T12" fmla="*/ 0 w 7300"/>
                  <a:gd name="T13" fmla="*/ 0 h 113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7300"/>
                  <a:gd name="T22" fmla="*/ 0 h 113"/>
                  <a:gd name="T23" fmla="*/ 7300 w 7300"/>
                  <a:gd name="T24" fmla="*/ 113 h 113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7300" h="113">
                    <a:moveTo>
                      <a:pt x="0" y="0"/>
                    </a:moveTo>
                    <a:lnTo>
                      <a:pt x="0" y="57"/>
                    </a:lnTo>
                    <a:lnTo>
                      <a:pt x="0" y="113"/>
                    </a:lnTo>
                    <a:lnTo>
                      <a:pt x="7300" y="113"/>
                    </a:lnTo>
                    <a:lnTo>
                      <a:pt x="7300" y="57"/>
                    </a:lnTo>
                    <a:lnTo>
                      <a:pt x="7300" y="0"/>
                    </a:lnTo>
                    <a:lnTo>
                      <a:pt x="0" y="0"/>
                    </a:lnTo>
                    <a:close/>
                  </a:path>
                </a:pathLst>
              </a:cu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1008" name="Freeform 645">
                <a:extLst>
                  <a:ext uri="{FF2B5EF4-FFF2-40B4-BE49-F238E27FC236}">
                    <a16:creationId xmlns:a16="http://schemas.microsoft.com/office/drawing/2014/main" id="{5B18D687-7707-B78D-BBC8-CF250512E79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392" y="3845"/>
                <a:ext cx="10" cy="20"/>
              </a:xfrm>
              <a:custGeom>
                <a:avLst/>
                <a:gdLst>
                  <a:gd name="T0" fmla="*/ 0 w 57"/>
                  <a:gd name="T1" fmla="*/ 0 h 113"/>
                  <a:gd name="T2" fmla="*/ 0 w 57"/>
                  <a:gd name="T3" fmla="*/ 0 h 113"/>
                  <a:gd name="T4" fmla="*/ 0 w 57"/>
                  <a:gd name="T5" fmla="*/ 0 h 113"/>
                  <a:gd name="T6" fmla="*/ 0 w 57"/>
                  <a:gd name="T7" fmla="*/ 0 h 113"/>
                  <a:gd name="T8" fmla="*/ 0 w 57"/>
                  <a:gd name="T9" fmla="*/ 0 h 113"/>
                  <a:gd name="T10" fmla="*/ 0 w 57"/>
                  <a:gd name="T11" fmla="*/ 0 h 113"/>
                  <a:gd name="T12" fmla="*/ 0 w 57"/>
                  <a:gd name="T13" fmla="*/ 0 h 113"/>
                  <a:gd name="T14" fmla="*/ 0 w 57"/>
                  <a:gd name="T15" fmla="*/ 0 h 113"/>
                  <a:gd name="T16" fmla="*/ 0 w 57"/>
                  <a:gd name="T17" fmla="*/ 0 h 113"/>
                  <a:gd name="T18" fmla="*/ 0 w 57"/>
                  <a:gd name="T19" fmla="*/ 0 h 113"/>
                  <a:gd name="T20" fmla="*/ 0 w 57"/>
                  <a:gd name="T21" fmla="*/ 0 h 113"/>
                  <a:gd name="T22" fmla="*/ 0 w 57"/>
                  <a:gd name="T23" fmla="*/ 0 h 113"/>
                  <a:gd name="T24" fmla="*/ 0 w 57"/>
                  <a:gd name="T25" fmla="*/ 0 h 113"/>
                  <a:gd name="T26" fmla="*/ 0 w 57"/>
                  <a:gd name="T27" fmla="*/ 0 h 113"/>
                  <a:gd name="T28" fmla="*/ 0 w 57"/>
                  <a:gd name="T29" fmla="*/ 0 h 113"/>
                  <a:gd name="T30" fmla="*/ 0 w 57"/>
                  <a:gd name="T31" fmla="*/ 0 h 113"/>
                  <a:gd name="T32" fmla="*/ 0 w 57"/>
                  <a:gd name="T33" fmla="*/ 0 h 113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w 57"/>
                  <a:gd name="T52" fmla="*/ 0 h 113"/>
                  <a:gd name="T53" fmla="*/ 57 w 57"/>
                  <a:gd name="T54" fmla="*/ 113 h 113"/>
                </a:gdLst>
                <a:ahLst/>
                <a:cxnLst>
                  <a:cxn ang="T34">
                    <a:pos x="T0" y="T1"/>
                  </a:cxn>
                  <a:cxn ang="T35">
                    <a:pos x="T2" y="T3"/>
                  </a:cxn>
                  <a:cxn ang="T36">
                    <a:pos x="T4" y="T5"/>
                  </a:cxn>
                  <a:cxn ang="T37">
                    <a:pos x="T6" y="T7"/>
                  </a:cxn>
                  <a:cxn ang="T38">
                    <a:pos x="T8" y="T9"/>
                  </a:cxn>
                  <a:cxn ang="T39">
                    <a:pos x="T10" y="T11"/>
                  </a:cxn>
                  <a:cxn ang="T40">
                    <a:pos x="T12" y="T13"/>
                  </a:cxn>
                  <a:cxn ang="T41">
                    <a:pos x="T14" y="T15"/>
                  </a:cxn>
                  <a:cxn ang="T42">
                    <a:pos x="T16" y="T17"/>
                  </a:cxn>
                  <a:cxn ang="T43">
                    <a:pos x="T18" y="T19"/>
                  </a:cxn>
                  <a:cxn ang="T44">
                    <a:pos x="T20" y="T21"/>
                  </a:cxn>
                  <a:cxn ang="T45">
                    <a:pos x="T22" y="T23"/>
                  </a:cxn>
                  <a:cxn ang="T46">
                    <a:pos x="T24" y="T25"/>
                  </a:cxn>
                  <a:cxn ang="T47">
                    <a:pos x="T26" y="T27"/>
                  </a:cxn>
                  <a:cxn ang="T48">
                    <a:pos x="T28" y="T29"/>
                  </a:cxn>
                  <a:cxn ang="T49">
                    <a:pos x="T30" y="T31"/>
                  </a:cxn>
                  <a:cxn ang="T50">
                    <a:pos x="T32" y="T33"/>
                  </a:cxn>
                </a:cxnLst>
                <a:rect l="T51" t="T52" r="T53" b="T54"/>
                <a:pathLst>
                  <a:path w="57" h="113">
                    <a:moveTo>
                      <a:pt x="0" y="57"/>
                    </a:moveTo>
                    <a:lnTo>
                      <a:pt x="0" y="0"/>
                    </a:lnTo>
                    <a:lnTo>
                      <a:pt x="12" y="2"/>
                    </a:lnTo>
                    <a:lnTo>
                      <a:pt x="24" y="6"/>
                    </a:lnTo>
                    <a:lnTo>
                      <a:pt x="35" y="13"/>
                    </a:lnTo>
                    <a:lnTo>
                      <a:pt x="43" y="22"/>
                    </a:lnTo>
                    <a:lnTo>
                      <a:pt x="50" y="32"/>
                    </a:lnTo>
                    <a:lnTo>
                      <a:pt x="55" y="45"/>
                    </a:lnTo>
                    <a:lnTo>
                      <a:pt x="57" y="57"/>
                    </a:lnTo>
                    <a:lnTo>
                      <a:pt x="55" y="69"/>
                    </a:lnTo>
                    <a:lnTo>
                      <a:pt x="50" y="82"/>
                    </a:lnTo>
                    <a:lnTo>
                      <a:pt x="43" y="92"/>
                    </a:lnTo>
                    <a:lnTo>
                      <a:pt x="35" y="101"/>
                    </a:lnTo>
                    <a:lnTo>
                      <a:pt x="24" y="107"/>
                    </a:lnTo>
                    <a:lnTo>
                      <a:pt x="12" y="112"/>
                    </a:lnTo>
                    <a:lnTo>
                      <a:pt x="0" y="113"/>
                    </a:lnTo>
                    <a:lnTo>
                      <a:pt x="0" y="57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1009" name="Freeform 646">
                <a:extLst>
                  <a:ext uri="{FF2B5EF4-FFF2-40B4-BE49-F238E27FC236}">
                    <a16:creationId xmlns:a16="http://schemas.microsoft.com/office/drawing/2014/main" id="{86997075-4C5F-F35B-D9C8-4F7BE7131E2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392" y="3845"/>
                <a:ext cx="10" cy="20"/>
              </a:xfrm>
              <a:custGeom>
                <a:avLst/>
                <a:gdLst>
                  <a:gd name="T0" fmla="*/ 0 w 57"/>
                  <a:gd name="T1" fmla="*/ 0 h 113"/>
                  <a:gd name="T2" fmla="*/ 0 w 57"/>
                  <a:gd name="T3" fmla="*/ 0 h 113"/>
                  <a:gd name="T4" fmla="*/ 0 w 57"/>
                  <a:gd name="T5" fmla="*/ 0 h 113"/>
                  <a:gd name="T6" fmla="*/ 0 w 57"/>
                  <a:gd name="T7" fmla="*/ 0 h 113"/>
                  <a:gd name="T8" fmla="*/ 0 w 57"/>
                  <a:gd name="T9" fmla="*/ 0 h 113"/>
                  <a:gd name="T10" fmla="*/ 0 w 57"/>
                  <a:gd name="T11" fmla="*/ 0 h 113"/>
                  <a:gd name="T12" fmla="*/ 0 w 57"/>
                  <a:gd name="T13" fmla="*/ 0 h 113"/>
                  <a:gd name="T14" fmla="*/ 0 w 57"/>
                  <a:gd name="T15" fmla="*/ 0 h 113"/>
                  <a:gd name="T16" fmla="*/ 0 w 57"/>
                  <a:gd name="T17" fmla="*/ 0 h 113"/>
                  <a:gd name="T18" fmla="*/ 0 w 57"/>
                  <a:gd name="T19" fmla="*/ 0 h 113"/>
                  <a:gd name="T20" fmla="*/ 0 w 57"/>
                  <a:gd name="T21" fmla="*/ 0 h 113"/>
                  <a:gd name="T22" fmla="*/ 0 w 57"/>
                  <a:gd name="T23" fmla="*/ 0 h 113"/>
                  <a:gd name="T24" fmla="*/ 0 w 57"/>
                  <a:gd name="T25" fmla="*/ 0 h 113"/>
                  <a:gd name="T26" fmla="*/ 0 w 57"/>
                  <a:gd name="T27" fmla="*/ 0 h 113"/>
                  <a:gd name="T28" fmla="*/ 0 w 57"/>
                  <a:gd name="T29" fmla="*/ 0 h 113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w 57"/>
                  <a:gd name="T46" fmla="*/ 0 h 113"/>
                  <a:gd name="T47" fmla="*/ 57 w 57"/>
                  <a:gd name="T48" fmla="*/ 113 h 113"/>
                </a:gdLst>
                <a:ahLst/>
                <a:cxnLst>
                  <a:cxn ang="T30">
                    <a:pos x="T0" y="T1"/>
                  </a:cxn>
                  <a:cxn ang="T31">
                    <a:pos x="T2" y="T3"/>
                  </a:cxn>
                  <a:cxn ang="T32">
                    <a:pos x="T4" y="T5"/>
                  </a:cxn>
                  <a:cxn ang="T33">
                    <a:pos x="T6" y="T7"/>
                  </a:cxn>
                  <a:cxn ang="T34">
                    <a:pos x="T8" y="T9"/>
                  </a:cxn>
                  <a:cxn ang="T35">
                    <a:pos x="T10" y="T11"/>
                  </a:cxn>
                  <a:cxn ang="T36">
                    <a:pos x="T12" y="T13"/>
                  </a:cxn>
                  <a:cxn ang="T37">
                    <a:pos x="T14" y="T15"/>
                  </a:cxn>
                  <a:cxn ang="T38">
                    <a:pos x="T16" y="T17"/>
                  </a:cxn>
                  <a:cxn ang="T39">
                    <a:pos x="T18" y="T19"/>
                  </a:cxn>
                  <a:cxn ang="T40">
                    <a:pos x="T20" y="T21"/>
                  </a:cxn>
                  <a:cxn ang="T41">
                    <a:pos x="T22" y="T23"/>
                  </a:cxn>
                  <a:cxn ang="T42">
                    <a:pos x="T24" y="T25"/>
                  </a:cxn>
                  <a:cxn ang="T43">
                    <a:pos x="T26" y="T27"/>
                  </a:cxn>
                  <a:cxn ang="T44">
                    <a:pos x="T28" y="T29"/>
                  </a:cxn>
                </a:cxnLst>
                <a:rect l="T45" t="T46" r="T47" b="T48"/>
                <a:pathLst>
                  <a:path w="57" h="113">
                    <a:moveTo>
                      <a:pt x="0" y="0"/>
                    </a:moveTo>
                    <a:lnTo>
                      <a:pt x="12" y="2"/>
                    </a:lnTo>
                    <a:lnTo>
                      <a:pt x="24" y="6"/>
                    </a:lnTo>
                    <a:lnTo>
                      <a:pt x="35" y="13"/>
                    </a:lnTo>
                    <a:lnTo>
                      <a:pt x="43" y="22"/>
                    </a:lnTo>
                    <a:lnTo>
                      <a:pt x="50" y="32"/>
                    </a:lnTo>
                    <a:lnTo>
                      <a:pt x="55" y="45"/>
                    </a:lnTo>
                    <a:lnTo>
                      <a:pt x="57" y="57"/>
                    </a:lnTo>
                    <a:lnTo>
                      <a:pt x="55" y="69"/>
                    </a:lnTo>
                    <a:lnTo>
                      <a:pt x="50" y="82"/>
                    </a:lnTo>
                    <a:lnTo>
                      <a:pt x="43" y="92"/>
                    </a:lnTo>
                    <a:lnTo>
                      <a:pt x="35" y="101"/>
                    </a:lnTo>
                    <a:lnTo>
                      <a:pt x="24" y="107"/>
                    </a:lnTo>
                    <a:lnTo>
                      <a:pt x="12" y="112"/>
                    </a:lnTo>
                    <a:lnTo>
                      <a:pt x="0" y="113"/>
                    </a:lnTo>
                  </a:path>
                </a:pathLst>
              </a:cu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1010" name="Freeform 647">
                <a:extLst>
                  <a:ext uri="{FF2B5EF4-FFF2-40B4-BE49-F238E27FC236}">
                    <a16:creationId xmlns:a16="http://schemas.microsoft.com/office/drawing/2014/main" id="{885FBE6A-8B74-7E6E-E105-8F94171B447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415" y="2901"/>
                <a:ext cx="9" cy="19"/>
              </a:xfrm>
              <a:custGeom>
                <a:avLst/>
                <a:gdLst>
                  <a:gd name="T0" fmla="*/ 0 w 57"/>
                  <a:gd name="T1" fmla="*/ 0 h 114"/>
                  <a:gd name="T2" fmla="*/ 0 w 57"/>
                  <a:gd name="T3" fmla="*/ 0 h 114"/>
                  <a:gd name="T4" fmla="*/ 0 w 57"/>
                  <a:gd name="T5" fmla="*/ 0 h 114"/>
                  <a:gd name="T6" fmla="*/ 0 w 57"/>
                  <a:gd name="T7" fmla="*/ 0 h 114"/>
                  <a:gd name="T8" fmla="*/ 0 w 57"/>
                  <a:gd name="T9" fmla="*/ 0 h 114"/>
                  <a:gd name="T10" fmla="*/ 0 w 57"/>
                  <a:gd name="T11" fmla="*/ 0 h 114"/>
                  <a:gd name="T12" fmla="*/ 0 w 57"/>
                  <a:gd name="T13" fmla="*/ 0 h 114"/>
                  <a:gd name="T14" fmla="*/ 0 w 57"/>
                  <a:gd name="T15" fmla="*/ 0 h 114"/>
                  <a:gd name="T16" fmla="*/ 0 w 57"/>
                  <a:gd name="T17" fmla="*/ 0 h 114"/>
                  <a:gd name="T18" fmla="*/ 0 w 57"/>
                  <a:gd name="T19" fmla="*/ 0 h 114"/>
                  <a:gd name="T20" fmla="*/ 0 w 57"/>
                  <a:gd name="T21" fmla="*/ 0 h 114"/>
                  <a:gd name="T22" fmla="*/ 0 w 57"/>
                  <a:gd name="T23" fmla="*/ 0 h 114"/>
                  <a:gd name="T24" fmla="*/ 0 w 57"/>
                  <a:gd name="T25" fmla="*/ 0 h 114"/>
                  <a:gd name="T26" fmla="*/ 0 w 57"/>
                  <a:gd name="T27" fmla="*/ 0 h 114"/>
                  <a:gd name="T28" fmla="*/ 0 w 57"/>
                  <a:gd name="T29" fmla="*/ 0 h 114"/>
                  <a:gd name="T30" fmla="*/ 0 w 57"/>
                  <a:gd name="T31" fmla="*/ 0 h 114"/>
                  <a:gd name="T32" fmla="*/ 0 w 57"/>
                  <a:gd name="T33" fmla="*/ 0 h 114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w 57"/>
                  <a:gd name="T52" fmla="*/ 0 h 114"/>
                  <a:gd name="T53" fmla="*/ 57 w 57"/>
                  <a:gd name="T54" fmla="*/ 114 h 114"/>
                </a:gdLst>
                <a:ahLst/>
                <a:cxnLst>
                  <a:cxn ang="T34">
                    <a:pos x="T0" y="T1"/>
                  </a:cxn>
                  <a:cxn ang="T35">
                    <a:pos x="T2" y="T3"/>
                  </a:cxn>
                  <a:cxn ang="T36">
                    <a:pos x="T4" y="T5"/>
                  </a:cxn>
                  <a:cxn ang="T37">
                    <a:pos x="T6" y="T7"/>
                  </a:cxn>
                  <a:cxn ang="T38">
                    <a:pos x="T8" y="T9"/>
                  </a:cxn>
                  <a:cxn ang="T39">
                    <a:pos x="T10" y="T11"/>
                  </a:cxn>
                  <a:cxn ang="T40">
                    <a:pos x="T12" y="T13"/>
                  </a:cxn>
                  <a:cxn ang="T41">
                    <a:pos x="T14" y="T15"/>
                  </a:cxn>
                  <a:cxn ang="T42">
                    <a:pos x="T16" y="T17"/>
                  </a:cxn>
                  <a:cxn ang="T43">
                    <a:pos x="T18" y="T19"/>
                  </a:cxn>
                  <a:cxn ang="T44">
                    <a:pos x="T20" y="T21"/>
                  </a:cxn>
                  <a:cxn ang="T45">
                    <a:pos x="T22" y="T23"/>
                  </a:cxn>
                  <a:cxn ang="T46">
                    <a:pos x="T24" y="T25"/>
                  </a:cxn>
                  <a:cxn ang="T47">
                    <a:pos x="T26" y="T27"/>
                  </a:cxn>
                  <a:cxn ang="T48">
                    <a:pos x="T28" y="T29"/>
                  </a:cxn>
                  <a:cxn ang="T49">
                    <a:pos x="T30" y="T31"/>
                  </a:cxn>
                  <a:cxn ang="T50">
                    <a:pos x="T32" y="T33"/>
                  </a:cxn>
                </a:cxnLst>
                <a:rect l="T51" t="T52" r="T53" b="T54"/>
                <a:pathLst>
                  <a:path w="57" h="114">
                    <a:moveTo>
                      <a:pt x="0" y="58"/>
                    </a:moveTo>
                    <a:lnTo>
                      <a:pt x="0" y="0"/>
                    </a:lnTo>
                    <a:lnTo>
                      <a:pt x="12" y="3"/>
                    </a:lnTo>
                    <a:lnTo>
                      <a:pt x="25" y="7"/>
                    </a:lnTo>
                    <a:lnTo>
                      <a:pt x="35" y="14"/>
                    </a:lnTo>
                    <a:lnTo>
                      <a:pt x="44" y="23"/>
                    </a:lnTo>
                    <a:lnTo>
                      <a:pt x="51" y="33"/>
                    </a:lnTo>
                    <a:lnTo>
                      <a:pt x="55" y="45"/>
                    </a:lnTo>
                    <a:lnTo>
                      <a:pt x="57" y="58"/>
                    </a:lnTo>
                    <a:lnTo>
                      <a:pt x="55" y="70"/>
                    </a:lnTo>
                    <a:lnTo>
                      <a:pt x="51" y="82"/>
                    </a:lnTo>
                    <a:lnTo>
                      <a:pt x="44" y="92"/>
                    </a:lnTo>
                    <a:lnTo>
                      <a:pt x="35" y="101"/>
                    </a:lnTo>
                    <a:lnTo>
                      <a:pt x="25" y="108"/>
                    </a:lnTo>
                    <a:lnTo>
                      <a:pt x="12" y="113"/>
                    </a:lnTo>
                    <a:lnTo>
                      <a:pt x="0" y="114"/>
                    </a:lnTo>
                    <a:lnTo>
                      <a:pt x="0" y="58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1011" name="Freeform 648">
                <a:extLst>
                  <a:ext uri="{FF2B5EF4-FFF2-40B4-BE49-F238E27FC236}">
                    <a16:creationId xmlns:a16="http://schemas.microsoft.com/office/drawing/2014/main" id="{69A09ECC-C5C4-2847-9217-9BB65D9E955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415" y="2901"/>
                <a:ext cx="9" cy="19"/>
              </a:xfrm>
              <a:custGeom>
                <a:avLst/>
                <a:gdLst>
                  <a:gd name="T0" fmla="*/ 0 w 57"/>
                  <a:gd name="T1" fmla="*/ 0 h 114"/>
                  <a:gd name="T2" fmla="*/ 0 w 57"/>
                  <a:gd name="T3" fmla="*/ 0 h 114"/>
                  <a:gd name="T4" fmla="*/ 0 w 57"/>
                  <a:gd name="T5" fmla="*/ 0 h 114"/>
                  <a:gd name="T6" fmla="*/ 0 w 57"/>
                  <a:gd name="T7" fmla="*/ 0 h 114"/>
                  <a:gd name="T8" fmla="*/ 0 w 57"/>
                  <a:gd name="T9" fmla="*/ 0 h 114"/>
                  <a:gd name="T10" fmla="*/ 0 w 57"/>
                  <a:gd name="T11" fmla="*/ 0 h 114"/>
                  <a:gd name="T12" fmla="*/ 0 w 57"/>
                  <a:gd name="T13" fmla="*/ 0 h 114"/>
                  <a:gd name="T14" fmla="*/ 0 w 57"/>
                  <a:gd name="T15" fmla="*/ 0 h 114"/>
                  <a:gd name="T16" fmla="*/ 0 w 57"/>
                  <a:gd name="T17" fmla="*/ 0 h 114"/>
                  <a:gd name="T18" fmla="*/ 0 w 57"/>
                  <a:gd name="T19" fmla="*/ 0 h 114"/>
                  <a:gd name="T20" fmla="*/ 0 w 57"/>
                  <a:gd name="T21" fmla="*/ 0 h 114"/>
                  <a:gd name="T22" fmla="*/ 0 w 57"/>
                  <a:gd name="T23" fmla="*/ 0 h 114"/>
                  <a:gd name="T24" fmla="*/ 0 w 57"/>
                  <a:gd name="T25" fmla="*/ 0 h 114"/>
                  <a:gd name="T26" fmla="*/ 0 w 57"/>
                  <a:gd name="T27" fmla="*/ 0 h 114"/>
                  <a:gd name="T28" fmla="*/ 0 w 57"/>
                  <a:gd name="T29" fmla="*/ 0 h 114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w 57"/>
                  <a:gd name="T46" fmla="*/ 0 h 114"/>
                  <a:gd name="T47" fmla="*/ 57 w 57"/>
                  <a:gd name="T48" fmla="*/ 114 h 114"/>
                </a:gdLst>
                <a:ahLst/>
                <a:cxnLst>
                  <a:cxn ang="T30">
                    <a:pos x="T0" y="T1"/>
                  </a:cxn>
                  <a:cxn ang="T31">
                    <a:pos x="T2" y="T3"/>
                  </a:cxn>
                  <a:cxn ang="T32">
                    <a:pos x="T4" y="T5"/>
                  </a:cxn>
                  <a:cxn ang="T33">
                    <a:pos x="T6" y="T7"/>
                  </a:cxn>
                  <a:cxn ang="T34">
                    <a:pos x="T8" y="T9"/>
                  </a:cxn>
                  <a:cxn ang="T35">
                    <a:pos x="T10" y="T11"/>
                  </a:cxn>
                  <a:cxn ang="T36">
                    <a:pos x="T12" y="T13"/>
                  </a:cxn>
                  <a:cxn ang="T37">
                    <a:pos x="T14" y="T15"/>
                  </a:cxn>
                  <a:cxn ang="T38">
                    <a:pos x="T16" y="T17"/>
                  </a:cxn>
                  <a:cxn ang="T39">
                    <a:pos x="T18" y="T19"/>
                  </a:cxn>
                  <a:cxn ang="T40">
                    <a:pos x="T20" y="T21"/>
                  </a:cxn>
                  <a:cxn ang="T41">
                    <a:pos x="T22" y="T23"/>
                  </a:cxn>
                  <a:cxn ang="T42">
                    <a:pos x="T24" y="T25"/>
                  </a:cxn>
                  <a:cxn ang="T43">
                    <a:pos x="T26" y="T27"/>
                  </a:cxn>
                  <a:cxn ang="T44">
                    <a:pos x="T28" y="T29"/>
                  </a:cxn>
                </a:cxnLst>
                <a:rect l="T45" t="T46" r="T47" b="T48"/>
                <a:pathLst>
                  <a:path w="57" h="114">
                    <a:moveTo>
                      <a:pt x="0" y="0"/>
                    </a:moveTo>
                    <a:lnTo>
                      <a:pt x="12" y="3"/>
                    </a:lnTo>
                    <a:lnTo>
                      <a:pt x="25" y="7"/>
                    </a:lnTo>
                    <a:lnTo>
                      <a:pt x="35" y="14"/>
                    </a:lnTo>
                    <a:lnTo>
                      <a:pt x="44" y="23"/>
                    </a:lnTo>
                    <a:lnTo>
                      <a:pt x="51" y="33"/>
                    </a:lnTo>
                    <a:lnTo>
                      <a:pt x="55" y="45"/>
                    </a:lnTo>
                    <a:lnTo>
                      <a:pt x="57" y="58"/>
                    </a:lnTo>
                    <a:lnTo>
                      <a:pt x="55" y="70"/>
                    </a:lnTo>
                    <a:lnTo>
                      <a:pt x="51" y="82"/>
                    </a:lnTo>
                    <a:lnTo>
                      <a:pt x="44" y="92"/>
                    </a:lnTo>
                    <a:lnTo>
                      <a:pt x="35" y="101"/>
                    </a:lnTo>
                    <a:lnTo>
                      <a:pt x="25" y="108"/>
                    </a:lnTo>
                    <a:lnTo>
                      <a:pt x="12" y="113"/>
                    </a:lnTo>
                    <a:lnTo>
                      <a:pt x="0" y="114"/>
                    </a:lnTo>
                  </a:path>
                </a:pathLst>
              </a:cu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1012" name="Freeform 649">
                <a:extLst>
                  <a:ext uri="{FF2B5EF4-FFF2-40B4-BE49-F238E27FC236}">
                    <a16:creationId xmlns:a16="http://schemas.microsoft.com/office/drawing/2014/main" id="{E4856300-943D-D562-2599-55991F6224C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160" y="2901"/>
                <a:ext cx="1255" cy="19"/>
              </a:xfrm>
              <a:custGeom>
                <a:avLst/>
                <a:gdLst>
                  <a:gd name="T0" fmla="*/ 0 w 7432"/>
                  <a:gd name="T1" fmla="*/ 0 h 114"/>
                  <a:gd name="T2" fmla="*/ 0 w 7432"/>
                  <a:gd name="T3" fmla="*/ 0 h 114"/>
                  <a:gd name="T4" fmla="*/ 0 w 7432"/>
                  <a:gd name="T5" fmla="*/ 0 h 114"/>
                  <a:gd name="T6" fmla="*/ 0 w 7432"/>
                  <a:gd name="T7" fmla="*/ 0 h 114"/>
                  <a:gd name="T8" fmla="*/ 0 w 7432"/>
                  <a:gd name="T9" fmla="*/ 0 h 114"/>
                  <a:gd name="T10" fmla="*/ 0 w 7432"/>
                  <a:gd name="T11" fmla="*/ 0 h 114"/>
                  <a:gd name="T12" fmla="*/ 0 w 7432"/>
                  <a:gd name="T13" fmla="*/ 0 h 114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7432"/>
                  <a:gd name="T22" fmla="*/ 0 h 114"/>
                  <a:gd name="T23" fmla="*/ 7432 w 7432"/>
                  <a:gd name="T24" fmla="*/ 114 h 114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7432" h="114">
                    <a:moveTo>
                      <a:pt x="7432" y="114"/>
                    </a:moveTo>
                    <a:lnTo>
                      <a:pt x="7432" y="58"/>
                    </a:lnTo>
                    <a:lnTo>
                      <a:pt x="7432" y="0"/>
                    </a:lnTo>
                    <a:lnTo>
                      <a:pt x="0" y="0"/>
                    </a:lnTo>
                    <a:lnTo>
                      <a:pt x="0" y="58"/>
                    </a:lnTo>
                    <a:lnTo>
                      <a:pt x="0" y="114"/>
                    </a:lnTo>
                    <a:lnTo>
                      <a:pt x="7432" y="114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1013" name="Freeform 650">
                <a:extLst>
                  <a:ext uri="{FF2B5EF4-FFF2-40B4-BE49-F238E27FC236}">
                    <a16:creationId xmlns:a16="http://schemas.microsoft.com/office/drawing/2014/main" id="{38B14789-F213-26FE-44E4-34008C7CA43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160" y="2901"/>
                <a:ext cx="1255" cy="19"/>
              </a:xfrm>
              <a:custGeom>
                <a:avLst/>
                <a:gdLst>
                  <a:gd name="T0" fmla="*/ 0 w 7432"/>
                  <a:gd name="T1" fmla="*/ 0 h 114"/>
                  <a:gd name="T2" fmla="*/ 0 w 7432"/>
                  <a:gd name="T3" fmla="*/ 0 h 114"/>
                  <a:gd name="T4" fmla="*/ 0 w 7432"/>
                  <a:gd name="T5" fmla="*/ 0 h 114"/>
                  <a:gd name="T6" fmla="*/ 0 w 7432"/>
                  <a:gd name="T7" fmla="*/ 0 h 114"/>
                  <a:gd name="T8" fmla="*/ 0 w 7432"/>
                  <a:gd name="T9" fmla="*/ 0 h 114"/>
                  <a:gd name="T10" fmla="*/ 0 w 7432"/>
                  <a:gd name="T11" fmla="*/ 0 h 114"/>
                  <a:gd name="T12" fmla="*/ 0 w 7432"/>
                  <a:gd name="T13" fmla="*/ 0 h 114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7432"/>
                  <a:gd name="T22" fmla="*/ 0 h 114"/>
                  <a:gd name="T23" fmla="*/ 7432 w 7432"/>
                  <a:gd name="T24" fmla="*/ 114 h 114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7432" h="114">
                    <a:moveTo>
                      <a:pt x="7432" y="114"/>
                    </a:moveTo>
                    <a:lnTo>
                      <a:pt x="7432" y="58"/>
                    </a:lnTo>
                    <a:lnTo>
                      <a:pt x="7432" y="0"/>
                    </a:lnTo>
                    <a:lnTo>
                      <a:pt x="0" y="0"/>
                    </a:lnTo>
                    <a:lnTo>
                      <a:pt x="0" y="58"/>
                    </a:lnTo>
                    <a:lnTo>
                      <a:pt x="0" y="114"/>
                    </a:lnTo>
                    <a:lnTo>
                      <a:pt x="7432" y="114"/>
                    </a:lnTo>
                    <a:close/>
                  </a:path>
                </a:pathLst>
              </a:cu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1014" name="Freeform 651">
                <a:extLst>
                  <a:ext uri="{FF2B5EF4-FFF2-40B4-BE49-F238E27FC236}">
                    <a16:creationId xmlns:a16="http://schemas.microsoft.com/office/drawing/2014/main" id="{A593E378-B19D-CFFE-2D58-A6EF0FA37AD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151" y="2901"/>
                <a:ext cx="9" cy="19"/>
              </a:xfrm>
              <a:custGeom>
                <a:avLst/>
                <a:gdLst>
                  <a:gd name="T0" fmla="*/ 0 w 56"/>
                  <a:gd name="T1" fmla="*/ 0 h 114"/>
                  <a:gd name="T2" fmla="*/ 0 w 56"/>
                  <a:gd name="T3" fmla="*/ 0 h 114"/>
                  <a:gd name="T4" fmla="*/ 0 w 56"/>
                  <a:gd name="T5" fmla="*/ 0 h 114"/>
                  <a:gd name="T6" fmla="*/ 0 w 56"/>
                  <a:gd name="T7" fmla="*/ 0 h 114"/>
                  <a:gd name="T8" fmla="*/ 0 w 56"/>
                  <a:gd name="T9" fmla="*/ 0 h 114"/>
                  <a:gd name="T10" fmla="*/ 0 w 56"/>
                  <a:gd name="T11" fmla="*/ 0 h 114"/>
                  <a:gd name="T12" fmla="*/ 0 w 56"/>
                  <a:gd name="T13" fmla="*/ 0 h 114"/>
                  <a:gd name="T14" fmla="*/ 0 w 56"/>
                  <a:gd name="T15" fmla="*/ 0 h 114"/>
                  <a:gd name="T16" fmla="*/ 0 w 56"/>
                  <a:gd name="T17" fmla="*/ 0 h 114"/>
                  <a:gd name="T18" fmla="*/ 0 w 56"/>
                  <a:gd name="T19" fmla="*/ 0 h 114"/>
                  <a:gd name="T20" fmla="*/ 0 w 56"/>
                  <a:gd name="T21" fmla="*/ 0 h 114"/>
                  <a:gd name="T22" fmla="*/ 0 w 56"/>
                  <a:gd name="T23" fmla="*/ 0 h 114"/>
                  <a:gd name="T24" fmla="*/ 0 w 56"/>
                  <a:gd name="T25" fmla="*/ 0 h 114"/>
                  <a:gd name="T26" fmla="*/ 0 w 56"/>
                  <a:gd name="T27" fmla="*/ 0 h 114"/>
                  <a:gd name="T28" fmla="*/ 0 w 56"/>
                  <a:gd name="T29" fmla="*/ 0 h 114"/>
                  <a:gd name="T30" fmla="*/ 0 w 56"/>
                  <a:gd name="T31" fmla="*/ 0 h 114"/>
                  <a:gd name="T32" fmla="*/ 0 w 56"/>
                  <a:gd name="T33" fmla="*/ 0 h 114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w 56"/>
                  <a:gd name="T52" fmla="*/ 0 h 114"/>
                  <a:gd name="T53" fmla="*/ 56 w 56"/>
                  <a:gd name="T54" fmla="*/ 114 h 114"/>
                </a:gdLst>
                <a:ahLst/>
                <a:cxnLst>
                  <a:cxn ang="T34">
                    <a:pos x="T0" y="T1"/>
                  </a:cxn>
                  <a:cxn ang="T35">
                    <a:pos x="T2" y="T3"/>
                  </a:cxn>
                  <a:cxn ang="T36">
                    <a:pos x="T4" y="T5"/>
                  </a:cxn>
                  <a:cxn ang="T37">
                    <a:pos x="T6" y="T7"/>
                  </a:cxn>
                  <a:cxn ang="T38">
                    <a:pos x="T8" y="T9"/>
                  </a:cxn>
                  <a:cxn ang="T39">
                    <a:pos x="T10" y="T11"/>
                  </a:cxn>
                  <a:cxn ang="T40">
                    <a:pos x="T12" y="T13"/>
                  </a:cxn>
                  <a:cxn ang="T41">
                    <a:pos x="T14" y="T15"/>
                  </a:cxn>
                  <a:cxn ang="T42">
                    <a:pos x="T16" y="T17"/>
                  </a:cxn>
                  <a:cxn ang="T43">
                    <a:pos x="T18" y="T19"/>
                  </a:cxn>
                  <a:cxn ang="T44">
                    <a:pos x="T20" y="T21"/>
                  </a:cxn>
                  <a:cxn ang="T45">
                    <a:pos x="T22" y="T23"/>
                  </a:cxn>
                  <a:cxn ang="T46">
                    <a:pos x="T24" y="T25"/>
                  </a:cxn>
                  <a:cxn ang="T47">
                    <a:pos x="T26" y="T27"/>
                  </a:cxn>
                  <a:cxn ang="T48">
                    <a:pos x="T28" y="T29"/>
                  </a:cxn>
                  <a:cxn ang="T49">
                    <a:pos x="T30" y="T31"/>
                  </a:cxn>
                  <a:cxn ang="T50">
                    <a:pos x="T32" y="T33"/>
                  </a:cxn>
                </a:cxnLst>
                <a:rect l="T51" t="T52" r="T53" b="T54"/>
                <a:pathLst>
                  <a:path w="56" h="114">
                    <a:moveTo>
                      <a:pt x="56" y="58"/>
                    </a:moveTo>
                    <a:lnTo>
                      <a:pt x="56" y="114"/>
                    </a:lnTo>
                    <a:lnTo>
                      <a:pt x="44" y="113"/>
                    </a:lnTo>
                    <a:lnTo>
                      <a:pt x="32" y="108"/>
                    </a:lnTo>
                    <a:lnTo>
                      <a:pt x="22" y="101"/>
                    </a:lnTo>
                    <a:lnTo>
                      <a:pt x="13" y="92"/>
                    </a:lnTo>
                    <a:lnTo>
                      <a:pt x="6" y="82"/>
                    </a:lnTo>
                    <a:lnTo>
                      <a:pt x="1" y="70"/>
                    </a:lnTo>
                    <a:lnTo>
                      <a:pt x="0" y="58"/>
                    </a:lnTo>
                    <a:lnTo>
                      <a:pt x="1" y="45"/>
                    </a:lnTo>
                    <a:lnTo>
                      <a:pt x="6" y="33"/>
                    </a:lnTo>
                    <a:lnTo>
                      <a:pt x="13" y="23"/>
                    </a:lnTo>
                    <a:lnTo>
                      <a:pt x="22" y="14"/>
                    </a:lnTo>
                    <a:lnTo>
                      <a:pt x="32" y="7"/>
                    </a:lnTo>
                    <a:lnTo>
                      <a:pt x="44" y="3"/>
                    </a:lnTo>
                    <a:lnTo>
                      <a:pt x="56" y="0"/>
                    </a:lnTo>
                    <a:lnTo>
                      <a:pt x="56" y="58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1015" name="Freeform 652">
                <a:extLst>
                  <a:ext uri="{FF2B5EF4-FFF2-40B4-BE49-F238E27FC236}">
                    <a16:creationId xmlns:a16="http://schemas.microsoft.com/office/drawing/2014/main" id="{B250F84F-5C6A-9A33-84F9-76547CCCF46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151" y="2901"/>
                <a:ext cx="9" cy="19"/>
              </a:xfrm>
              <a:custGeom>
                <a:avLst/>
                <a:gdLst>
                  <a:gd name="T0" fmla="*/ 0 w 56"/>
                  <a:gd name="T1" fmla="*/ 0 h 114"/>
                  <a:gd name="T2" fmla="*/ 0 w 56"/>
                  <a:gd name="T3" fmla="*/ 0 h 114"/>
                  <a:gd name="T4" fmla="*/ 0 w 56"/>
                  <a:gd name="T5" fmla="*/ 0 h 114"/>
                  <a:gd name="T6" fmla="*/ 0 w 56"/>
                  <a:gd name="T7" fmla="*/ 0 h 114"/>
                  <a:gd name="T8" fmla="*/ 0 w 56"/>
                  <a:gd name="T9" fmla="*/ 0 h 114"/>
                  <a:gd name="T10" fmla="*/ 0 w 56"/>
                  <a:gd name="T11" fmla="*/ 0 h 114"/>
                  <a:gd name="T12" fmla="*/ 0 w 56"/>
                  <a:gd name="T13" fmla="*/ 0 h 114"/>
                  <a:gd name="T14" fmla="*/ 0 w 56"/>
                  <a:gd name="T15" fmla="*/ 0 h 114"/>
                  <a:gd name="T16" fmla="*/ 0 w 56"/>
                  <a:gd name="T17" fmla="*/ 0 h 114"/>
                  <a:gd name="T18" fmla="*/ 0 w 56"/>
                  <a:gd name="T19" fmla="*/ 0 h 114"/>
                  <a:gd name="T20" fmla="*/ 0 w 56"/>
                  <a:gd name="T21" fmla="*/ 0 h 114"/>
                  <a:gd name="T22" fmla="*/ 0 w 56"/>
                  <a:gd name="T23" fmla="*/ 0 h 114"/>
                  <a:gd name="T24" fmla="*/ 0 w 56"/>
                  <a:gd name="T25" fmla="*/ 0 h 114"/>
                  <a:gd name="T26" fmla="*/ 0 w 56"/>
                  <a:gd name="T27" fmla="*/ 0 h 114"/>
                  <a:gd name="T28" fmla="*/ 0 w 56"/>
                  <a:gd name="T29" fmla="*/ 0 h 114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w 56"/>
                  <a:gd name="T46" fmla="*/ 0 h 114"/>
                  <a:gd name="T47" fmla="*/ 56 w 56"/>
                  <a:gd name="T48" fmla="*/ 114 h 114"/>
                </a:gdLst>
                <a:ahLst/>
                <a:cxnLst>
                  <a:cxn ang="T30">
                    <a:pos x="T0" y="T1"/>
                  </a:cxn>
                  <a:cxn ang="T31">
                    <a:pos x="T2" y="T3"/>
                  </a:cxn>
                  <a:cxn ang="T32">
                    <a:pos x="T4" y="T5"/>
                  </a:cxn>
                  <a:cxn ang="T33">
                    <a:pos x="T6" y="T7"/>
                  </a:cxn>
                  <a:cxn ang="T34">
                    <a:pos x="T8" y="T9"/>
                  </a:cxn>
                  <a:cxn ang="T35">
                    <a:pos x="T10" y="T11"/>
                  </a:cxn>
                  <a:cxn ang="T36">
                    <a:pos x="T12" y="T13"/>
                  </a:cxn>
                  <a:cxn ang="T37">
                    <a:pos x="T14" y="T15"/>
                  </a:cxn>
                  <a:cxn ang="T38">
                    <a:pos x="T16" y="T17"/>
                  </a:cxn>
                  <a:cxn ang="T39">
                    <a:pos x="T18" y="T19"/>
                  </a:cxn>
                  <a:cxn ang="T40">
                    <a:pos x="T20" y="T21"/>
                  </a:cxn>
                  <a:cxn ang="T41">
                    <a:pos x="T22" y="T23"/>
                  </a:cxn>
                  <a:cxn ang="T42">
                    <a:pos x="T24" y="T25"/>
                  </a:cxn>
                  <a:cxn ang="T43">
                    <a:pos x="T26" y="T27"/>
                  </a:cxn>
                  <a:cxn ang="T44">
                    <a:pos x="T28" y="T29"/>
                  </a:cxn>
                </a:cxnLst>
                <a:rect l="T45" t="T46" r="T47" b="T48"/>
                <a:pathLst>
                  <a:path w="56" h="114">
                    <a:moveTo>
                      <a:pt x="56" y="114"/>
                    </a:moveTo>
                    <a:lnTo>
                      <a:pt x="44" y="113"/>
                    </a:lnTo>
                    <a:lnTo>
                      <a:pt x="32" y="108"/>
                    </a:lnTo>
                    <a:lnTo>
                      <a:pt x="22" y="101"/>
                    </a:lnTo>
                    <a:lnTo>
                      <a:pt x="13" y="92"/>
                    </a:lnTo>
                    <a:lnTo>
                      <a:pt x="6" y="82"/>
                    </a:lnTo>
                    <a:lnTo>
                      <a:pt x="1" y="70"/>
                    </a:lnTo>
                    <a:lnTo>
                      <a:pt x="0" y="58"/>
                    </a:lnTo>
                    <a:lnTo>
                      <a:pt x="1" y="45"/>
                    </a:lnTo>
                    <a:lnTo>
                      <a:pt x="6" y="33"/>
                    </a:lnTo>
                    <a:lnTo>
                      <a:pt x="13" y="23"/>
                    </a:lnTo>
                    <a:lnTo>
                      <a:pt x="22" y="14"/>
                    </a:lnTo>
                    <a:lnTo>
                      <a:pt x="32" y="7"/>
                    </a:lnTo>
                    <a:lnTo>
                      <a:pt x="44" y="3"/>
                    </a:lnTo>
                    <a:lnTo>
                      <a:pt x="56" y="0"/>
                    </a:lnTo>
                  </a:path>
                </a:pathLst>
              </a:cu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1016" name="Freeform 653">
                <a:extLst>
                  <a:ext uri="{FF2B5EF4-FFF2-40B4-BE49-F238E27FC236}">
                    <a16:creationId xmlns:a16="http://schemas.microsoft.com/office/drawing/2014/main" id="{310C7610-90E7-5B38-B153-20926AD9961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308" y="2116"/>
                <a:ext cx="9" cy="19"/>
              </a:xfrm>
              <a:custGeom>
                <a:avLst/>
                <a:gdLst>
                  <a:gd name="T0" fmla="*/ 0 w 56"/>
                  <a:gd name="T1" fmla="*/ 0 h 113"/>
                  <a:gd name="T2" fmla="*/ 0 w 56"/>
                  <a:gd name="T3" fmla="*/ 0 h 113"/>
                  <a:gd name="T4" fmla="*/ 0 w 56"/>
                  <a:gd name="T5" fmla="*/ 0 h 113"/>
                  <a:gd name="T6" fmla="*/ 0 w 56"/>
                  <a:gd name="T7" fmla="*/ 0 h 113"/>
                  <a:gd name="T8" fmla="*/ 0 w 56"/>
                  <a:gd name="T9" fmla="*/ 0 h 113"/>
                  <a:gd name="T10" fmla="*/ 0 w 56"/>
                  <a:gd name="T11" fmla="*/ 0 h 113"/>
                  <a:gd name="T12" fmla="*/ 0 w 56"/>
                  <a:gd name="T13" fmla="*/ 0 h 113"/>
                  <a:gd name="T14" fmla="*/ 0 w 56"/>
                  <a:gd name="T15" fmla="*/ 0 h 113"/>
                  <a:gd name="T16" fmla="*/ 0 w 56"/>
                  <a:gd name="T17" fmla="*/ 0 h 113"/>
                  <a:gd name="T18" fmla="*/ 0 w 56"/>
                  <a:gd name="T19" fmla="*/ 0 h 113"/>
                  <a:gd name="T20" fmla="*/ 0 w 56"/>
                  <a:gd name="T21" fmla="*/ 0 h 113"/>
                  <a:gd name="T22" fmla="*/ 0 w 56"/>
                  <a:gd name="T23" fmla="*/ 0 h 113"/>
                  <a:gd name="T24" fmla="*/ 0 w 56"/>
                  <a:gd name="T25" fmla="*/ 0 h 113"/>
                  <a:gd name="T26" fmla="*/ 0 w 56"/>
                  <a:gd name="T27" fmla="*/ 0 h 113"/>
                  <a:gd name="T28" fmla="*/ 0 w 56"/>
                  <a:gd name="T29" fmla="*/ 0 h 113"/>
                  <a:gd name="T30" fmla="*/ 0 w 56"/>
                  <a:gd name="T31" fmla="*/ 0 h 113"/>
                  <a:gd name="T32" fmla="*/ 0 w 56"/>
                  <a:gd name="T33" fmla="*/ 0 h 113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w 56"/>
                  <a:gd name="T52" fmla="*/ 0 h 113"/>
                  <a:gd name="T53" fmla="*/ 56 w 56"/>
                  <a:gd name="T54" fmla="*/ 113 h 113"/>
                </a:gdLst>
                <a:ahLst/>
                <a:cxnLst>
                  <a:cxn ang="T34">
                    <a:pos x="T0" y="T1"/>
                  </a:cxn>
                  <a:cxn ang="T35">
                    <a:pos x="T2" y="T3"/>
                  </a:cxn>
                  <a:cxn ang="T36">
                    <a:pos x="T4" y="T5"/>
                  </a:cxn>
                  <a:cxn ang="T37">
                    <a:pos x="T6" y="T7"/>
                  </a:cxn>
                  <a:cxn ang="T38">
                    <a:pos x="T8" y="T9"/>
                  </a:cxn>
                  <a:cxn ang="T39">
                    <a:pos x="T10" y="T11"/>
                  </a:cxn>
                  <a:cxn ang="T40">
                    <a:pos x="T12" y="T13"/>
                  </a:cxn>
                  <a:cxn ang="T41">
                    <a:pos x="T14" y="T15"/>
                  </a:cxn>
                  <a:cxn ang="T42">
                    <a:pos x="T16" y="T17"/>
                  </a:cxn>
                  <a:cxn ang="T43">
                    <a:pos x="T18" y="T19"/>
                  </a:cxn>
                  <a:cxn ang="T44">
                    <a:pos x="T20" y="T21"/>
                  </a:cxn>
                  <a:cxn ang="T45">
                    <a:pos x="T22" y="T23"/>
                  </a:cxn>
                  <a:cxn ang="T46">
                    <a:pos x="T24" y="T25"/>
                  </a:cxn>
                  <a:cxn ang="T47">
                    <a:pos x="T26" y="T27"/>
                  </a:cxn>
                  <a:cxn ang="T48">
                    <a:pos x="T28" y="T29"/>
                  </a:cxn>
                  <a:cxn ang="T49">
                    <a:pos x="T30" y="T31"/>
                  </a:cxn>
                  <a:cxn ang="T50">
                    <a:pos x="T32" y="T33"/>
                  </a:cxn>
                </a:cxnLst>
                <a:rect l="T51" t="T52" r="T53" b="T54"/>
                <a:pathLst>
                  <a:path w="56" h="113">
                    <a:moveTo>
                      <a:pt x="56" y="57"/>
                    </a:moveTo>
                    <a:lnTo>
                      <a:pt x="56" y="113"/>
                    </a:lnTo>
                    <a:lnTo>
                      <a:pt x="43" y="112"/>
                    </a:lnTo>
                    <a:lnTo>
                      <a:pt x="31" y="107"/>
                    </a:lnTo>
                    <a:lnTo>
                      <a:pt x="21" y="101"/>
                    </a:lnTo>
                    <a:lnTo>
                      <a:pt x="12" y="92"/>
                    </a:lnTo>
                    <a:lnTo>
                      <a:pt x="5" y="81"/>
                    </a:lnTo>
                    <a:lnTo>
                      <a:pt x="1" y="69"/>
                    </a:lnTo>
                    <a:lnTo>
                      <a:pt x="0" y="57"/>
                    </a:lnTo>
                    <a:lnTo>
                      <a:pt x="1" y="44"/>
                    </a:lnTo>
                    <a:lnTo>
                      <a:pt x="5" y="32"/>
                    </a:lnTo>
                    <a:lnTo>
                      <a:pt x="12" y="22"/>
                    </a:lnTo>
                    <a:lnTo>
                      <a:pt x="21" y="13"/>
                    </a:lnTo>
                    <a:lnTo>
                      <a:pt x="31" y="6"/>
                    </a:lnTo>
                    <a:lnTo>
                      <a:pt x="43" y="2"/>
                    </a:lnTo>
                    <a:lnTo>
                      <a:pt x="56" y="0"/>
                    </a:lnTo>
                    <a:lnTo>
                      <a:pt x="56" y="57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1017" name="Freeform 654">
                <a:extLst>
                  <a:ext uri="{FF2B5EF4-FFF2-40B4-BE49-F238E27FC236}">
                    <a16:creationId xmlns:a16="http://schemas.microsoft.com/office/drawing/2014/main" id="{FE91F629-CE6F-9325-A216-69CB30B6D83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308" y="2116"/>
                <a:ext cx="9" cy="19"/>
              </a:xfrm>
              <a:custGeom>
                <a:avLst/>
                <a:gdLst>
                  <a:gd name="T0" fmla="*/ 0 w 56"/>
                  <a:gd name="T1" fmla="*/ 0 h 113"/>
                  <a:gd name="T2" fmla="*/ 0 w 56"/>
                  <a:gd name="T3" fmla="*/ 0 h 113"/>
                  <a:gd name="T4" fmla="*/ 0 w 56"/>
                  <a:gd name="T5" fmla="*/ 0 h 113"/>
                  <a:gd name="T6" fmla="*/ 0 w 56"/>
                  <a:gd name="T7" fmla="*/ 0 h 113"/>
                  <a:gd name="T8" fmla="*/ 0 w 56"/>
                  <a:gd name="T9" fmla="*/ 0 h 113"/>
                  <a:gd name="T10" fmla="*/ 0 w 56"/>
                  <a:gd name="T11" fmla="*/ 0 h 113"/>
                  <a:gd name="T12" fmla="*/ 0 w 56"/>
                  <a:gd name="T13" fmla="*/ 0 h 113"/>
                  <a:gd name="T14" fmla="*/ 0 w 56"/>
                  <a:gd name="T15" fmla="*/ 0 h 113"/>
                  <a:gd name="T16" fmla="*/ 0 w 56"/>
                  <a:gd name="T17" fmla="*/ 0 h 113"/>
                  <a:gd name="T18" fmla="*/ 0 w 56"/>
                  <a:gd name="T19" fmla="*/ 0 h 113"/>
                  <a:gd name="T20" fmla="*/ 0 w 56"/>
                  <a:gd name="T21" fmla="*/ 0 h 113"/>
                  <a:gd name="T22" fmla="*/ 0 w 56"/>
                  <a:gd name="T23" fmla="*/ 0 h 113"/>
                  <a:gd name="T24" fmla="*/ 0 w 56"/>
                  <a:gd name="T25" fmla="*/ 0 h 113"/>
                  <a:gd name="T26" fmla="*/ 0 w 56"/>
                  <a:gd name="T27" fmla="*/ 0 h 113"/>
                  <a:gd name="T28" fmla="*/ 0 w 56"/>
                  <a:gd name="T29" fmla="*/ 0 h 113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w 56"/>
                  <a:gd name="T46" fmla="*/ 0 h 113"/>
                  <a:gd name="T47" fmla="*/ 56 w 56"/>
                  <a:gd name="T48" fmla="*/ 113 h 113"/>
                </a:gdLst>
                <a:ahLst/>
                <a:cxnLst>
                  <a:cxn ang="T30">
                    <a:pos x="T0" y="T1"/>
                  </a:cxn>
                  <a:cxn ang="T31">
                    <a:pos x="T2" y="T3"/>
                  </a:cxn>
                  <a:cxn ang="T32">
                    <a:pos x="T4" y="T5"/>
                  </a:cxn>
                  <a:cxn ang="T33">
                    <a:pos x="T6" y="T7"/>
                  </a:cxn>
                  <a:cxn ang="T34">
                    <a:pos x="T8" y="T9"/>
                  </a:cxn>
                  <a:cxn ang="T35">
                    <a:pos x="T10" y="T11"/>
                  </a:cxn>
                  <a:cxn ang="T36">
                    <a:pos x="T12" y="T13"/>
                  </a:cxn>
                  <a:cxn ang="T37">
                    <a:pos x="T14" y="T15"/>
                  </a:cxn>
                  <a:cxn ang="T38">
                    <a:pos x="T16" y="T17"/>
                  </a:cxn>
                  <a:cxn ang="T39">
                    <a:pos x="T18" y="T19"/>
                  </a:cxn>
                  <a:cxn ang="T40">
                    <a:pos x="T20" y="T21"/>
                  </a:cxn>
                  <a:cxn ang="T41">
                    <a:pos x="T22" y="T23"/>
                  </a:cxn>
                  <a:cxn ang="T42">
                    <a:pos x="T24" y="T25"/>
                  </a:cxn>
                  <a:cxn ang="T43">
                    <a:pos x="T26" y="T27"/>
                  </a:cxn>
                  <a:cxn ang="T44">
                    <a:pos x="T28" y="T29"/>
                  </a:cxn>
                </a:cxnLst>
                <a:rect l="T45" t="T46" r="T47" b="T48"/>
                <a:pathLst>
                  <a:path w="56" h="113">
                    <a:moveTo>
                      <a:pt x="56" y="113"/>
                    </a:moveTo>
                    <a:lnTo>
                      <a:pt x="43" y="112"/>
                    </a:lnTo>
                    <a:lnTo>
                      <a:pt x="31" y="107"/>
                    </a:lnTo>
                    <a:lnTo>
                      <a:pt x="21" y="101"/>
                    </a:lnTo>
                    <a:lnTo>
                      <a:pt x="12" y="92"/>
                    </a:lnTo>
                    <a:lnTo>
                      <a:pt x="5" y="81"/>
                    </a:lnTo>
                    <a:lnTo>
                      <a:pt x="1" y="69"/>
                    </a:lnTo>
                    <a:lnTo>
                      <a:pt x="0" y="57"/>
                    </a:lnTo>
                    <a:lnTo>
                      <a:pt x="1" y="44"/>
                    </a:lnTo>
                    <a:lnTo>
                      <a:pt x="5" y="32"/>
                    </a:lnTo>
                    <a:lnTo>
                      <a:pt x="12" y="22"/>
                    </a:lnTo>
                    <a:lnTo>
                      <a:pt x="21" y="13"/>
                    </a:lnTo>
                    <a:lnTo>
                      <a:pt x="31" y="6"/>
                    </a:lnTo>
                    <a:lnTo>
                      <a:pt x="43" y="2"/>
                    </a:lnTo>
                    <a:lnTo>
                      <a:pt x="56" y="0"/>
                    </a:lnTo>
                  </a:path>
                </a:pathLst>
              </a:cu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1018" name="Freeform 655">
                <a:extLst>
                  <a:ext uri="{FF2B5EF4-FFF2-40B4-BE49-F238E27FC236}">
                    <a16:creationId xmlns:a16="http://schemas.microsoft.com/office/drawing/2014/main" id="{954F8A86-AA72-DA78-1F24-A249D66D50B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317" y="2116"/>
                <a:ext cx="157" cy="19"/>
              </a:xfrm>
              <a:custGeom>
                <a:avLst/>
                <a:gdLst>
                  <a:gd name="T0" fmla="*/ 0 w 928"/>
                  <a:gd name="T1" fmla="*/ 0 h 113"/>
                  <a:gd name="T2" fmla="*/ 0 w 928"/>
                  <a:gd name="T3" fmla="*/ 0 h 113"/>
                  <a:gd name="T4" fmla="*/ 0 w 928"/>
                  <a:gd name="T5" fmla="*/ 0 h 113"/>
                  <a:gd name="T6" fmla="*/ 0 w 928"/>
                  <a:gd name="T7" fmla="*/ 0 h 113"/>
                  <a:gd name="T8" fmla="*/ 0 w 928"/>
                  <a:gd name="T9" fmla="*/ 0 h 113"/>
                  <a:gd name="T10" fmla="*/ 0 w 928"/>
                  <a:gd name="T11" fmla="*/ 0 h 113"/>
                  <a:gd name="T12" fmla="*/ 0 w 928"/>
                  <a:gd name="T13" fmla="*/ 0 h 113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928"/>
                  <a:gd name="T22" fmla="*/ 0 h 113"/>
                  <a:gd name="T23" fmla="*/ 928 w 928"/>
                  <a:gd name="T24" fmla="*/ 113 h 113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928" h="113">
                    <a:moveTo>
                      <a:pt x="0" y="0"/>
                    </a:moveTo>
                    <a:lnTo>
                      <a:pt x="0" y="57"/>
                    </a:lnTo>
                    <a:lnTo>
                      <a:pt x="0" y="113"/>
                    </a:lnTo>
                    <a:lnTo>
                      <a:pt x="928" y="113"/>
                    </a:lnTo>
                    <a:lnTo>
                      <a:pt x="928" y="57"/>
                    </a:lnTo>
                    <a:lnTo>
                      <a:pt x="928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1019" name="Freeform 656">
                <a:extLst>
                  <a:ext uri="{FF2B5EF4-FFF2-40B4-BE49-F238E27FC236}">
                    <a16:creationId xmlns:a16="http://schemas.microsoft.com/office/drawing/2014/main" id="{3E4E917F-A94A-91E6-7B32-0E1E0E9DB06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317" y="2116"/>
                <a:ext cx="157" cy="19"/>
              </a:xfrm>
              <a:custGeom>
                <a:avLst/>
                <a:gdLst>
                  <a:gd name="T0" fmla="*/ 0 w 928"/>
                  <a:gd name="T1" fmla="*/ 0 h 113"/>
                  <a:gd name="T2" fmla="*/ 0 w 928"/>
                  <a:gd name="T3" fmla="*/ 0 h 113"/>
                  <a:gd name="T4" fmla="*/ 0 w 928"/>
                  <a:gd name="T5" fmla="*/ 0 h 113"/>
                  <a:gd name="T6" fmla="*/ 0 w 928"/>
                  <a:gd name="T7" fmla="*/ 0 h 113"/>
                  <a:gd name="T8" fmla="*/ 0 w 928"/>
                  <a:gd name="T9" fmla="*/ 0 h 113"/>
                  <a:gd name="T10" fmla="*/ 0 w 928"/>
                  <a:gd name="T11" fmla="*/ 0 h 113"/>
                  <a:gd name="T12" fmla="*/ 0 w 928"/>
                  <a:gd name="T13" fmla="*/ 0 h 113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928"/>
                  <a:gd name="T22" fmla="*/ 0 h 113"/>
                  <a:gd name="T23" fmla="*/ 928 w 928"/>
                  <a:gd name="T24" fmla="*/ 113 h 113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928" h="113">
                    <a:moveTo>
                      <a:pt x="0" y="0"/>
                    </a:moveTo>
                    <a:lnTo>
                      <a:pt x="0" y="57"/>
                    </a:lnTo>
                    <a:lnTo>
                      <a:pt x="0" y="113"/>
                    </a:lnTo>
                    <a:lnTo>
                      <a:pt x="928" y="113"/>
                    </a:lnTo>
                    <a:lnTo>
                      <a:pt x="928" y="57"/>
                    </a:lnTo>
                    <a:lnTo>
                      <a:pt x="928" y="0"/>
                    </a:lnTo>
                    <a:lnTo>
                      <a:pt x="0" y="0"/>
                    </a:lnTo>
                    <a:close/>
                  </a:path>
                </a:pathLst>
              </a:cu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1020" name="Freeform 657">
                <a:extLst>
                  <a:ext uri="{FF2B5EF4-FFF2-40B4-BE49-F238E27FC236}">
                    <a16:creationId xmlns:a16="http://schemas.microsoft.com/office/drawing/2014/main" id="{4057DA19-9A8D-2627-9BCF-905A530C3AF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474" y="2116"/>
                <a:ext cx="10" cy="19"/>
              </a:xfrm>
              <a:custGeom>
                <a:avLst/>
                <a:gdLst>
                  <a:gd name="T0" fmla="*/ 0 w 57"/>
                  <a:gd name="T1" fmla="*/ 0 h 113"/>
                  <a:gd name="T2" fmla="*/ 0 w 57"/>
                  <a:gd name="T3" fmla="*/ 0 h 113"/>
                  <a:gd name="T4" fmla="*/ 0 w 57"/>
                  <a:gd name="T5" fmla="*/ 0 h 113"/>
                  <a:gd name="T6" fmla="*/ 0 w 57"/>
                  <a:gd name="T7" fmla="*/ 0 h 113"/>
                  <a:gd name="T8" fmla="*/ 0 w 57"/>
                  <a:gd name="T9" fmla="*/ 0 h 113"/>
                  <a:gd name="T10" fmla="*/ 0 w 57"/>
                  <a:gd name="T11" fmla="*/ 0 h 113"/>
                  <a:gd name="T12" fmla="*/ 0 w 57"/>
                  <a:gd name="T13" fmla="*/ 0 h 113"/>
                  <a:gd name="T14" fmla="*/ 0 w 57"/>
                  <a:gd name="T15" fmla="*/ 0 h 113"/>
                  <a:gd name="T16" fmla="*/ 0 w 57"/>
                  <a:gd name="T17" fmla="*/ 0 h 113"/>
                  <a:gd name="T18" fmla="*/ 0 w 57"/>
                  <a:gd name="T19" fmla="*/ 0 h 113"/>
                  <a:gd name="T20" fmla="*/ 0 w 57"/>
                  <a:gd name="T21" fmla="*/ 0 h 113"/>
                  <a:gd name="T22" fmla="*/ 0 w 57"/>
                  <a:gd name="T23" fmla="*/ 0 h 113"/>
                  <a:gd name="T24" fmla="*/ 0 w 57"/>
                  <a:gd name="T25" fmla="*/ 0 h 113"/>
                  <a:gd name="T26" fmla="*/ 0 w 57"/>
                  <a:gd name="T27" fmla="*/ 0 h 113"/>
                  <a:gd name="T28" fmla="*/ 0 w 57"/>
                  <a:gd name="T29" fmla="*/ 0 h 113"/>
                  <a:gd name="T30" fmla="*/ 0 w 57"/>
                  <a:gd name="T31" fmla="*/ 0 h 113"/>
                  <a:gd name="T32" fmla="*/ 0 w 57"/>
                  <a:gd name="T33" fmla="*/ 0 h 113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w 57"/>
                  <a:gd name="T52" fmla="*/ 0 h 113"/>
                  <a:gd name="T53" fmla="*/ 57 w 57"/>
                  <a:gd name="T54" fmla="*/ 113 h 113"/>
                </a:gdLst>
                <a:ahLst/>
                <a:cxnLst>
                  <a:cxn ang="T34">
                    <a:pos x="T0" y="T1"/>
                  </a:cxn>
                  <a:cxn ang="T35">
                    <a:pos x="T2" y="T3"/>
                  </a:cxn>
                  <a:cxn ang="T36">
                    <a:pos x="T4" y="T5"/>
                  </a:cxn>
                  <a:cxn ang="T37">
                    <a:pos x="T6" y="T7"/>
                  </a:cxn>
                  <a:cxn ang="T38">
                    <a:pos x="T8" y="T9"/>
                  </a:cxn>
                  <a:cxn ang="T39">
                    <a:pos x="T10" y="T11"/>
                  </a:cxn>
                  <a:cxn ang="T40">
                    <a:pos x="T12" y="T13"/>
                  </a:cxn>
                  <a:cxn ang="T41">
                    <a:pos x="T14" y="T15"/>
                  </a:cxn>
                  <a:cxn ang="T42">
                    <a:pos x="T16" y="T17"/>
                  </a:cxn>
                  <a:cxn ang="T43">
                    <a:pos x="T18" y="T19"/>
                  </a:cxn>
                  <a:cxn ang="T44">
                    <a:pos x="T20" y="T21"/>
                  </a:cxn>
                  <a:cxn ang="T45">
                    <a:pos x="T22" y="T23"/>
                  </a:cxn>
                  <a:cxn ang="T46">
                    <a:pos x="T24" y="T25"/>
                  </a:cxn>
                  <a:cxn ang="T47">
                    <a:pos x="T26" y="T27"/>
                  </a:cxn>
                  <a:cxn ang="T48">
                    <a:pos x="T28" y="T29"/>
                  </a:cxn>
                  <a:cxn ang="T49">
                    <a:pos x="T30" y="T31"/>
                  </a:cxn>
                  <a:cxn ang="T50">
                    <a:pos x="T32" y="T33"/>
                  </a:cxn>
                </a:cxnLst>
                <a:rect l="T51" t="T52" r="T53" b="T54"/>
                <a:pathLst>
                  <a:path w="57" h="113">
                    <a:moveTo>
                      <a:pt x="0" y="57"/>
                    </a:moveTo>
                    <a:lnTo>
                      <a:pt x="0" y="0"/>
                    </a:lnTo>
                    <a:lnTo>
                      <a:pt x="12" y="2"/>
                    </a:lnTo>
                    <a:lnTo>
                      <a:pt x="24" y="6"/>
                    </a:lnTo>
                    <a:lnTo>
                      <a:pt x="35" y="13"/>
                    </a:lnTo>
                    <a:lnTo>
                      <a:pt x="44" y="22"/>
                    </a:lnTo>
                    <a:lnTo>
                      <a:pt x="50" y="32"/>
                    </a:lnTo>
                    <a:lnTo>
                      <a:pt x="55" y="44"/>
                    </a:lnTo>
                    <a:lnTo>
                      <a:pt x="57" y="57"/>
                    </a:lnTo>
                    <a:lnTo>
                      <a:pt x="55" y="69"/>
                    </a:lnTo>
                    <a:lnTo>
                      <a:pt x="50" y="81"/>
                    </a:lnTo>
                    <a:lnTo>
                      <a:pt x="44" y="92"/>
                    </a:lnTo>
                    <a:lnTo>
                      <a:pt x="35" y="101"/>
                    </a:lnTo>
                    <a:lnTo>
                      <a:pt x="24" y="107"/>
                    </a:lnTo>
                    <a:lnTo>
                      <a:pt x="12" y="112"/>
                    </a:lnTo>
                    <a:lnTo>
                      <a:pt x="0" y="113"/>
                    </a:lnTo>
                    <a:lnTo>
                      <a:pt x="0" y="57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1021" name="Freeform 658">
                <a:extLst>
                  <a:ext uri="{FF2B5EF4-FFF2-40B4-BE49-F238E27FC236}">
                    <a16:creationId xmlns:a16="http://schemas.microsoft.com/office/drawing/2014/main" id="{25090165-F6FB-D6EA-E387-8802C90F995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474" y="2116"/>
                <a:ext cx="10" cy="19"/>
              </a:xfrm>
              <a:custGeom>
                <a:avLst/>
                <a:gdLst>
                  <a:gd name="T0" fmla="*/ 0 w 57"/>
                  <a:gd name="T1" fmla="*/ 0 h 113"/>
                  <a:gd name="T2" fmla="*/ 0 w 57"/>
                  <a:gd name="T3" fmla="*/ 0 h 113"/>
                  <a:gd name="T4" fmla="*/ 0 w 57"/>
                  <a:gd name="T5" fmla="*/ 0 h 113"/>
                  <a:gd name="T6" fmla="*/ 0 w 57"/>
                  <a:gd name="T7" fmla="*/ 0 h 113"/>
                  <a:gd name="T8" fmla="*/ 0 w 57"/>
                  <a:gd name="T9" fmla="*/ 0 h 113"/>
                  <a:gd name="T10" fmla="*/ 0 w 57"/>
                  <a:gd name="T11" fmla="*/ 0 h 113"/>
                  <a:gd name="T12" fmla="*/ 0 w 57"/>
                  <a:gd name="T13" fmla="*/ 0 h 113"/>
                  <a:gd name="T14" fmla="*/ 0 w 57"/>
                  <a:gd name="T15" fmla="*/ 0 h 113"/>
                  <a:gd name="T16" fmla="*/ 0 w 57"/>
                  <a:gd name="T17" fmla="*/ 0 h 113"/>
                  <a:gd name="T18" fmla="*/ 0 w 57"/>
                  <a:gd name="T19" fmla="*/ 0 h 113"/>
                  <a:gd name="T20" fmla="*/ 0 w 57"/>
                  <a:gd name="T21" fmla="*/ 0 h 113"/>
                  <a:gd name="T22" fmla="*/ 0 w 57"/>
                  <a:gd name="T23" fmla="*/ 0 h 113"/>
                  <a:gd name="T24" fmla="*/ 0 w 57"/>
                  <a:gd name="T25" fmla="*/ 0 h 113"/>
                  <a:gd name="T26" fmla="*/ 0 w 57"/>
                  <a:gd name="T27" fmla="*/ 0 h 113"/>
                  <a:gd name="T28" fmla="*/ 0 w 57"/>
                  <a:gd name="T29" fmla="*/ 0 h 113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w 57"/>
                  <a:gd name="T46" fmla="*/ 0 h 113"/>
                  <a:gd name="T47" fmla="*/ 57 w 57"/>
                  <a:gd name="T48" fmla="*/ 113 h 113"/>
                </a:gdLst>
                <a:ahLst/>
                <a:cxnLst>
                  <a:cxn ang="T30">
                    <a:pos x="T0" y="T1"/>
                  </a:cxn>
                  <a:cxn ang="T31">
                    <a:pos x="T2" y="T3"/>
                  </a:cxn>
                  <a:cxn ang="T32">
                    <a:pos x="T4" y="T5"/>
                  </a:cxn>
                  <a:cxn ang="T33">
                    <a:pos x="T6" y="T7"/>
                  </a:cxn>
                  <a:cxn ang="T34">
                    <a:pos x="T8" y="T9"/>
                  </a:cxn>
                  <a:cxn ang="T35">
                    <a:pos x="T10" y="T11"/>
                  </a:cxn>
                  <a:cxn ang="T36">
                    <a:pos x="T12" y="T13"/>
                  </a:cxn>
                  <a:cxn ang="T37">
                    <a:pos x="T14" y="T15"/>
                  </a:cxn>
                  <a:cxn ang="T38">
                    <a:pos x="T16" y="T17"/>
                  </a:cxn>
                  <a:cxn ang="T39">
                    <a:pos x="T18" y="T19"/>
                  </a:cxn>
                  <a:cxn ang="T40">
                    <a:pos x="T20" y="T21"/>
                  </a:cxn>
                  <a:cxn ang="T41">
                    <a:pos x="T22" y="T23"/>
                  </a:cxn>
                  <a:cxn ang="T42">
                    <a:pos x="T24" y="T25"/>
                  </a:cxn>
                  <a:cxn ang="T43">
                    <a:pos x="T26" y="T27"/>
                  </a:cxn>
                  <a:cxn ang="T44">
                    <a:pos x="T28" y="T29"/>
                  </a:cxn>
                </a:cxnLst>
                <a:rect l="T45" t="T46" r="T47" b="T48"/>
                <a:pathLst>
                  <a:path w="57" h="113">
                    <a:moveTo>
                      <a:pt x="0" y="0"/>
                    </a:moveTo>
                    <a:lnTo>
                      <a:pt x="12" y="2"/>
                    </a:lnTo>
                    <a:lnTo>
                      <a:pt x="24" y="6"/>
                    </a:lnTo>
                    <a:lnTo>
                      <a:pt x="35" y="13"/>
                    </a:lnTo>
                    <a:lnTo>
                      <a:pt x="44" y="22"/>
                    </a:lnTo>
                    <a:lnTo>
                      <a:pt x="50" y="32"/>
                    </a:lnTo>
                    <a:lnTo>
                      <a:pt x="55" y="44"/>
                    </a:lnTo>
                    <a:lnTo>
                      <a:pt x="57" y="57"/>
                    </a:lnTo>
                    <a:lnTo>
                      <a:pt x="55" y="69"/>
                    </a:lnTo>
                    <a:lnTo>
                      <a:pt x="50" y="81"/>
                    </a:lnTo>
                    <a:lnTo>
                      <a:pt x="44" y="92"/>
                    </a:lnTo>
                    <a:lnTo>
                      <a:pt x="35" y="101"/>
                    </a:lnTo>
                    <a:lnTo>
                      <a:pt x="24" y="107"/>
                    </a:lnTo>
                    <a:lnTo>
                      <a:pt x="12" y="112"/>
                    </a:lnTo>
                    <a:lnTo>
                      <a:pt x="0" y="113"/>
                    </a:lnTo>
                  </a:path>
                </a:pathLst>
              </a:cu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1022" name="Line 659">
                <a:extLst>
                  <a:ext uri="{FF2B5EF4-FFF2-40B4-BE49-F238E27FC236}">
                    <a16:creationId xmlns:a16="http://schemas.microsoft.com/office/drawing/2014/main" id="{6E14644F-8BF0-CD6C-6EDC-A9A80A4C822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129" y="3541"/>
                <a:ext cx="134" cy="1"/>
              </a:xfrm>
              <a:prstGeom prst="line">
                <a:avLst/>
              </a:prstGeom>
              <a:noFill/>
              <a:ln w="0">
                <a:solidFill>
                  <a:srgbClr val="0000F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1023" name="Line 660">
                <a:extLst>
                  <a:ext uri="{FF2B5EF4-FFF2-40B4-BE49-F238E27FC236}">
                    <a16:creationId xmlns:a16="http://schemas.microsoft.com/office/drawing/2014/main" id="{B5EF468A-131D-E293-1C92-8BE6BD21E9F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286" y="3541"/>
                <a:ext cx="24" cy="1"/>
              </a:xfrm>
              <a:prstGeom prst="line">
                <a:avLst/>
              </a:prstGeom>
              <a:noFill/>
              <a:ln w="0">
                <a:solidFill>
                  <a:srgbClr val="0000F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1024" name="Line 661">
                <a:extLst>
                  <a:ext uri="{FF2B5EF4-FFF2-40B4-BE49-F238E27FC236}">
                    <a16:creationId xmlns:a16="http://schemas.microsoft.com/office/drawing/2014/main" id="{E535CCEA-48E0-F92E-7404-C9DE76A5EBD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332" y="3541"/>
                <a:ext cx="250" cy="1"/>
              </a:xfrm>
              <a:prstGeom prst="line">
                <a:avLst/>
              </a:prstGeom>
              <a:noFill/>
              <a:ln w="0">
                <a:solidFill>
                  <a:srgbClr val="0000F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1025" name="Line 662">
                <a:extLst>
                  <a:ext uri="{FF2B5EF4-FFF2-40B4-BE49-F238E27FC236}">
                    <a16:creationId xmlns:a16="http://schemas.microsoft.com/office/drawing/2014/main" id="{9A0E88A3-5F6E-3DEE-80D4-20DDE7BCE61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605" y="3541"/>
                <a:ext cx="24" cy="1"/>
              </a:xfrm>
              <a:prstGeom prst="line">
                <a:avLst/>
              </a:prstGeom>
              <a:noFill/>
              <a:ln w="0">
                <a:solidFill>
                  <a:srgbClr val="0000F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1026" name="Line 663">
                <a:extLst>
                  <a:ext uri="{FF2B5EF4-FFF2-40B4-BE49-F238E27FC236}">
                    <a16:creationId xmlns:a16="http://schemas.microsoft.com/office/drawing/2014/main" id="{797EAF44-615E-0746-3AAF-E3A1F3AC6C1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651" y="3541"/>
                <a:ext cx="250" cy="1"/>
              </a:xfrm>
              <a:prstGeom prst="line">
                <a:avLst/>
              </a:prstGeom>
              <a:noFill/>
              <a:ln w="0">
                <a:solidFill>
                  <a:srgbClr val="0000F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1027" name="Line 664">
                <a:extLst>
                  <a:ext uri="{FF2B5EF4-FFF2-40B4-BE49-F238E27FC236}">
                    <a16:creationId xmlns:a16="http://schemas.microsoft.com/office/drawing/2014/main" id="{9CCFF132-C68A-E5B3-D6BA-69A820F7A80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924" y="3541"/>
                <a:ext cx="23" cy="1"/>
              </a:xfrm>
              <a:prstGeom prst="line">
                <a:avLst/>
              </a:prstGeom>
              <a:noFill/>
              <a:ln w="0">
                <a:solidFill>
                  <a:srgbClr val="0000F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1028" name="Line 665">
                <a:extLst>
                  <a:ext uri="{FF2B5EF4-FFF2-40B4-BE49-F238E27FC236}">
                    <a16:creationId xmlns:a16="http://schemas.microsoft.com/office/drawing/2014/main" id="{57796EDD-2E7E-284C-F6AC-7CDA863DB05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970" y="3541"/>
                <a:ext cx="250" cy="1"/>
              </a:xfrm>
              <a:prstGeom prst="line">
                <a:avLst/>
              </a:prstGeom>
              <a:noFill/>
              <a:ln w="0">
                <a:solidFill>
                  <a:srgbClr val="0000F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1029" name="Line 666">
                <a:extLst>
                  <a:ext uri="{FF2B5EF4-FFF2-40B4-BE49-F238E27FC236}">
                    <a16:creationId xmlns:a16="http://schemas.microsoft.com/office/drawing/2014/main" id="{9F48E933-5941-A635-D40F-648C927D6E0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242" y="3541"/>
                <a:ext cx="24" cy="1"/>
              </a:xfrm>
              <a:prstGeom prst="line">
                <a:avLst/>
              </a:prstGeom>
              <a:noFill/>
              <a:ln w="0">
                <a:solidFill>
                  <a:srgbClr val="0000F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1030" name="Line 667">
                <a:extLst>
                  <a:ext uri="{FF2B5EF4-FFF2-40B4-BE49-F238E27FC236}">
                    <a16:creationId xmlns:a16="http://schemas.microsoft.com/office/drawing/2014/main" id="{38EC4579-651C-6348-9AB1-3B91DDE6627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289" y="3541"/>
                <a:ext cx="134" cy="1"/>
              </a:xfrm>
              <a:prstGeom prst="line">
                <a:avLst/>
              </a:prstGeom>
              <a:noFill/>
              <a:ln w="0">
                <a:solidFill>
                  <a:srgbClr val="0000F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1031" name="Freeform 668">
                <a:extLst>
                  <a:ext uri="{FF2B5EF4-FFF2-40B4-BE49-F238E27FC236}">
                    <a16:creationId xmlns:a16="http://schemas.microsoft.com/office/drawing/2014/main" id="{0A8AB7C6-A872-3710-894D-DD8D260635A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389" y="3217"/>
                <a:ext cx="13" cy="19"/>
              </a:xfrm>
              <a:custGeom>
                <a:avLst/>
                <a:gdLst>
                  <a:gd name="T0" fmla="*/ 0 w 76"/>
                  <a:gd name="T1" fmla="*/ 0 h 109"/>
                  <a:gd name="T2" fmla="*/ 0 w 76"/>
                  <a:gd name="T3" fmla="*/ 0 h 109"/>
                  <a:gd name="T4" fmla="*/ 0 w 76"/>
                  <a:gd name="T5" fmla="*/ 0 h 109"/>
                  <a:gd name="T6" fmla="*/ 0 w 76"/>
                  <a:gd name="T7" fmla="*/ 0 h 109"/>
                  <a:gd name="T8" fmla="*/ 0 w 76"/>
                  <a:gd name="T9" fmla="*/ 0 h 109"/>
                  <a:gd name="T10" fmla="*/ 0 w 76"/>
                  <a:gd name="T11" fmla="*/ 0 h 109"/>
                  <a:gd name="T12" fmla="*/ 0 w 76"/>
                  <a:gd name="T13" fmla="*/ 0 h 109"/>
                  <a:gd name="T14" fmla="*/ 0 w 76"/>
                  <a:gd name="T15" fmla="*/ 0 h 109"/>
                  <a:gd name="T16" fmla="*/ 0 w 76"/>
                  <a:gd name="T17" fmla="*/ 0 h 109"/>
                  <a:gd name="T18" fmla="*/ 0 w 76"/>
                  <a:gd name="T19" fmla="*/ 0 h 109"/>
                  <a:gd name="T20" fmla="*/ 0 w 76"/>
                  <a:gd name="T21" fmla="*/ 0 h 109"/>
                  <a:gd name="T22" fmla="*/ 0 w 76"/>
                  <a:gd name="T23" fmla="*/ 0 h 109"/>
                  <a:gd name="T24" fmla="*/ 0 w 76"/>
                  <a:gd name="T25" fmla="*/ 0 h 109"/>
                  <a:gd name="T26" fmla="*/ 0 w 76"/>
                  <a:gd name="T27" fmla="*/ 0 h 109"/>
                  <a:gd name="T28" fmla="*/ 0 w 76"/>
                  <a:gd name="T29" fmla="*/ 0 h 109"/>
                  <a:gd name="T30" fmla="*/ 0 w 76"/>
                  <a:gd name="T31" fmla="*/ 0 h 109"/>
                  <a:gd name="T32" fmla="*/ 0 w 76"/>
                  <a:gd name="T33" fmla="*/ 0 h 109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w 76"/>
                  <a:gd name="T52" fmla="*/ 0 h 109"/>
                  <a:gd name="T53" fmla="*/ 76 w 76"/>
                  <a:gd name="T54" fmla="*/ 109 h 109"/>
                </a:gdLst>
                <a:ahLst/>
                <a:cxnLst>
                  <a:cxn ang="T34">
                    <a:pos x="T0" y="T1"/>
                  </a:cxn>
                  <a:cxn ang="T35">
                    <a:pos x="T2" y="T3"/>
                  </a:cxn>
                  <a:cxn ang="T36">
                    <a:pos x="T4" y="T5"/>
                  </a:cxn>
                  <a:cxn ang="T37">
                    <a:pos x="T6" y="T7"/>
                  </a:cxn>
                  <a:cxn ang="T38">
                    <a:pos x="T8" y="T9"/>
                  </a:cxn>
                  <a:cxn ang="T39">
                    <a:pos x="T10" y="T11"/>
                  </a:cxn>
                  <a:cxn ang="T40">
                    <a:pos x="T12" y="T13"/>
                  </a:cxn>
                  <a:cxn ang="T41">
                    <a:pos x="T14" y="T15"/>
                  </a:cxn>
                  <a:cxn ang="T42">
                    <a:pos x="T16" y="T17"/>
                  </a:cxn>
                  <a:cxn ang="T43">
                    <a:pos x="T18" y="T19"/>
                  </a:cxn>
                  <a:cxn ang="T44">
                    <a:pos x="T20" y="T21"/>
                  </a:cxn>
                  <a:cxn ang="T45">
                    <a:pos x="T22" y="T23"/>
                  </a:cxn>
                  <a:cxn ang="T46">
                    <a:pos x="T24" y="T25"/>
                  </a:cxn>
                  <a:cxn ang="T47">
                    <a:pos x="T26" y="T27"/>
                  </a:cxn>
                  <a:cxn ang="T48">
                    <a:pos x="T28" y="T29"/>
                  </a:cxn>
                  <a:cxn ang="T49">
                    <a:pos x="T30" y="T31"/>
                  </a:cxn>
                  <a:cxn ang="T50">
                    <a:pos x="T32" y="T33"/>
                  </a:cxn>
                </a:cxnLst>
                <a:rect l="T51" t="T52" r="T53" b="T54"/>
                <a:pathLst>
                  <a:path w="76" h="109">
                    <a:moveTo>
                      <a:pt x="20" y="56"/>
                    </a:moveTo>
                    <a:lnTo>
                      <a:pt x="0" y="3"/>
                    </a:lnTo>
                    <a:lnTo>
                      <a:pt x="12" y="0"/>
                    </a:lnTo>
                    <a:lnTo>
                      <a:pt x="24" y="0"/>
                    </a:lnTo>
                    <a:lnTo>
                      <a:pt x="37" y="2"/>
                    </a:lnTo>
                    <a:lnTo>
                      <a:pt x="49" y="8"/>
                    </a:lnTo>
                    <a:lnTo>
                      <a:pt x="59" y="15"/>
                    </a:lnTo>
                    <a:lnTo>
                      <a:pt x="67" y="25"/>
                    </a:lnTo>
                    <a:lnTo>
                      <a:pt x="72" y="36"/>
                    </a:lnTo>
                    <a:lnTo>
                      <a:pt x="76" y="48"/>
                    </a:lnTo>
                    <a:lnTo>
                      <a:pt x="76" y="61"/>
                    </a:lnTo>
                    <a:lnTo>
                      <a:pt x="74" y="73"/>
                    </a:lnTo>
                    <a:lnTo>
                      <a:pt x="68" y="85"/>
                    </a:lnTo>
                    <a:lnTo>
                      <a:pt x="61" y="95"/>
                    </a:lnTo>
                    <a:lnTo>
                      <a:pt x="51" y="103"/>
                    </a:lnTo>
                    <a:lnTo>
                      <a:pt x="40" y="109"/>
                    </a:lnTo>
                    <a:lnTo>
                      <a:pt x="20" y="56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1032" name="Freeform 669">
                <a:extLst>
                  <a:ext uri="{FF2B5EF4-FFF2-40B4-BE49-F238E27FC236}">
                    <a16:creationId xmlns:a16="http://schemas.microsoft.com/office/drawing/2014/main" id="{9283E9A9-CFCD-2500-8913-C266F67E3FF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389" y="3217"/>
                <a:ext cx="13" cy="19"/>
              </a:xfrm>
              <a:custGeom>
                <a:avLst/>
                <a:gdLst>
                  <a:gd name="T0" fmla="*/ 0 w 76"/>
                  <a:gd name="T1" fmla="*/ 0 h 109"/>
                  <a:gd name="T2" fmla="*/ 0 w 76"/>
                  <a:gd name="T3" fmla="*/ 0 h 109"/>
                  <a:gd name="T4" fmla="*/ 0 w 76"/>
                  <a:gd name="T5" fmla="*/ 0 h 109"/>
                  <a:gd name="T6" fmla="*/ 0 w 76"/>
                  <a:gd name="T7" fmla="*/ 0 h 109"/>
                  <a:gd name="T8" fmla="*/ 0 w 76"/>
                  <a:gd name="T9" fmla="*/ 0 h 109"/>
                  <a:gd name="T10" fmla="*/ 0 w 76"/>
                  <a:gd name="T11" fmla="*/ 0 h 109"/>
                  <a:gd name="T12" fmla="*/ 0 w 76"/>
                  <a:gd name="T13" fmla="*/ 0 h 109"/>
                  <a:gd name="T14" fmla="*/ 0 w 76"/>
                  <a:gd name="T15" fmla="*/ 0 h 109"/>
                  <a:gd name="T16" fmla="*/ 0 w 76"/>
                  <a:gd name="T17" fmla="*/ 0 h 109"/>
                  <a:gd name="T18" fmla="*/ 0 w 76"/>
                  <a:gd name="T19" fmla="*/ 0 h 109"/>
                  <a:gd name="T20" fmla="*/ 0 w 76"/>
                  <a:gd name="T21" fmla="*/ 0 h 109"/>
                  <a:gd name="T22" fmla="*/ 0 w 76"/>
                  <a:gd name="T23" fmla="*/ 0 h 109"/>
                  <a:gd name="T24" fmla="*/ 0 w 76"/>
                  <a:gd name="T25" fmla="*/ 0 h 109"/>
                  <a:gd name="T26" fmla="*/ 0 w 76"/>
                  <a:gd name="T27" fmla="*/ 0 h 109"/>
                  <a:gd name="T28" fmla="*/ 0 w 76"/>
                  <a:gd name="T29" fmla="*/ 0 h 109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w 76"/>
                  <a:gd name="T46" fmla="*/ 0 h 109"/>
                  <a:gd name="T47" fmla="*/ 76 w 76"/>
                  <a:gd name="T48" fmla="*/ 109 h 109"/>
                </a:gdLst>
                <a:ahLst/>
                <a:cxnLst>
                  <a:cxn ang="T30">
                    <a:pos x="T0" y="T1"/>
                  </a:cxn>
                  <a:cxn ang="T31">
                    <a:pos x="T2" y="T3"/>
                  </a:cxn>
                  <a:cxn ang="T32">
                    <a:pos x="T4" y="T5"/>
                  </a:cxn>
                  <a:cxn ang="T33">
                    <a:pos x="T6" y="T7"/>
                  </a:cxn>
                  <a:cxn ang="T34">
                    <a:pos x="T8" y="T9"/>
                  </a:cxn>
                  <a:cxn ang="T35">
                    <a:pos x="T10" y="T11"/>
                  </a:cxn>
                  <a:cxn ang="T36">
                    <a:pos x="T12" y="T13"/>
                  </a:cxn>
                  <a:cxn ang="T37">
                    <a:pos x="T14" y="T15"/>
                  </a:cxn>
                  <a:cxn ang="T38">
                    <a:pos x="T16" y="T17"/>
                  </a:cxn>
                  <a:cxn ang="T39">
                    <a:pos x="T18" y="T19"/>
                  </a:cxn>
                  <a:cxn ang="T40">
                    <a:pos x="T20" y="T21"/>
                  </a:cxn>
                  <a:cxn ang="T41">
                    <a:pos x="T22" y="T23"/>
                  </a:cxn>
                  <a:cxn ang="T42">
                    <a:pos x="T24" y="T25"/>
                  </a:cxn>
                  <a:cxn ang="T43">
                    <a:pos x="T26" y="T27"/>
                  </a:cxn>
                  <a:cxn ang="T44">
                    <a:pos x="T28" y="T29"/>
                  </a:cxn>
                </a:cxnLst>
                <a:rect l="T45" t="T46" r="T47" b="T48"/>
                <a:pathLst>
                  <a:path w="76" h="109">
                    <a:moveTo>
                      <a:pt x="0" y="3"/>
                    </a:moveTo>
                    <a:lnTo>
                      <a:pt x="12" y="0"/>
                    </a:lnTo>
                    <a:lnTo>
                      <a:pt x="24" y="0"/>
                    </a:lnTo>
                    <a:lnTo>
                      <a:pt x="37" y="2"/>
                    </a:lnTo>
                    <a:lnTo>
                      <a:pt x="49" y="8"/>
                    </a:lnTo>
                    <a:lnTo>
                      <a:pt x="59" y="15"/>
                    </a:lnTo>
                    <a:lnTo>
                      <a:pt x="67" y="25"/>
                    </a:lnTo>
                    <a:lnTo>
                      <a:pt x="72" y="36"/>
                    </a:lnTo>
                    <a:lnTo>
                      <a:pt x="76" y="48"/>
                    </a:lnTo>
                    <a:lnTo>
                      <a:pt x="76" y="61"/>
                    </a:lnTo>
                    <a:lnTo>
                      <a:pt x="74" y="73"/>
                    </a:lnTo>
                    <a:lnTo>
                      <a:pt x="68" y="85"/>
                    </a:lnTo>
                    <a:lnTo>
                      <a:pt x="61" y="95"/>
                    </a:lnTo>
                    <a:lnTo>
                      <a:pt x="51" y="103"/>
                    </a:lnTo>
                    <a:lnTo>
                      <a:pt x="40" y="109"/>
                    </a:lnTo>
                  </a:path>
                </a:pathLst>
              </a:cu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1033" name="Freeform 670">
                <a:extLst>
                  <a:ext uri="{FF2B5EF4-FFF2-40B4-BE49-F238E27FC236}">
                    <a16:creationId xmlns:a16="http://schemas.microsoft.com/office/drawing/2014/main" id="{A385C958-090F-B46D-898B-0498848DBAA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254" y="3219"/>
                <a:ext cx="142" cy="68"/>
              </a:xfrm>
              <a:custGeom>
                <a:avLst/>
                <a:gdLst>
                  <a:gd name="T0" fmla="*/ 0 w 837"/>
                  <a:gd name="T1" fmla="*/ 0 h 409"/>
                  <a:gd name="T2" fmla="*/ 0 w 837"/>
                  <a:gd name="T3" fmla="*/ 0 h 409"/>
                  <a:gd name="T4" fmla="*/ 0 w 837"/>
                  <a:gd name="T5" fmla="*/ 0 h 409"/>
                  <a:gd name="T6" fmla="*/ 0 w 837"/>
                  <a:gd name="T7" fmla="*/ 0 h 409"/>
                  <a:gd name="T8" fmla="*/ 0 w 837"/>
                  <a:gd name="T9" fmla="*/ 0 h 409"/>
                  <a:gd name="T10" fmla="*/ 0 w 837"/>
                  <a:gd name="T11" fmla="*/ 0 h 409"/>
                  <a:gd name="T12" fmla="*/ 0 w 837"/>
                  <a:gd name="T13" fmla="*/ 0 h 409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837"/>
                  <a:gd name="T22" fmla="*/ 0 h 409"/>
                  <a:gd name="T23" fmla="*/ 837 w 837"/>
                  <a:gd name="T24" fmla="*/ 409 h 409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837" h="409">
                    <a:moveTo>
                      <a:pt x="837" y="106"/>
                    </a:moveTo>
                    <a:lnTo>
                      <a:pt x="817" y="53"/>
                    </a:lnTo>
                    <a:lnTo>
                      <a:pt x="797" y="0"/>
                    </a:lnTo>
                    <a:lnTo>
                      <a:pt x="0" y="303"/>
                    </a:lnTo>
                    <a:lnTo>
                      <a:pt x="20" y="356"/>
                    </a:lnTo>
                    <a:lnTo>
                      <a:pt x="40" y="409"/>
                    </a:lnTo>
                    <a:lnTo>
                      <a:pt x="837" y="106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1034" name="Freeform 671">
                <a:extLst>
                  <a:ext uri="{FF2B5EF4-FFF2-40B4-BE49-F238E27FC236}">
                    <a16:creationId xmlns:a16="http://schemas.microsoft.com/office/drawing/2014/main" id="{8E86CA44-31DE-83F1-FE10-386006E5FED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254" y="3219"/>
                <a:ext cx="142" cy="68"/>
              </a:xfrm>
              <a:custGeom>
                <a:avLst/>
                <a:gdLst>
                  <a:gd name="T0" fmla="*/ 0 w 837"/>
                  <a:gd name="T1" fmla="*/ 0 h 409"/>
                  <a:gd name="T2" fmla="*/ 0 w 837"/>
                  <a:gd name="T3" fmla="*/ 0 h 409"/>
                  <a:gd name="T4" fmla="*/ 0 w 837"/>
                  <a:gd name="T5" fmla="*/ 0 h 409"/>
                  <a:gd name="T6" fmla="*/ 0 w 837"/>
                  <a:gd name="T7" fmla="*/ 0 h 409"/>
                  <a:gd name="T8" fmla="*/ 0 w 837"/>
                  <a:gd name="T9" fmla="*/ 0 h 409"/>
                  <a:gd name="T10" fmla="*/ 0 w 837"/>
                  <a:gd name="T11" fmla="*/ 0 h 409"/>
                  <a:gd name="T12" fmla="*/ 0 w 837"/>
                  <a:gd name="T13" fmla="*/ 0 h 409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837"/>
                  <a:gd name="T22" fmla="*/ 0 h 409"/>
                  <a:gd name="T23" fmla="*/ 837 w 837"/>
                  <a:gd name="T24" fmla="*/ 409 h 409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837" h="409">
                    <a:moveTo>
                      <a:pt x="837" y="106"/>
                    </a:moveTo>
                    <a:lnTo>
                      <a:pt x="817" y="53"/>
                    </a:lnTo>
                    <a:lnTo>
                      <a:pt x="797" y="0"/>
                    </a:lnTo>
                    <a:lnTo>
                      <a:pt x="0" y="303"/>
                    </a:lnTo>
                    <a:lnTo>
                      <a:pt x="20" y="356"/>
                    </a:lnTo>
                    <a:lnTo>
                      <a:pt x="40" y="409"/>
                    </a:lnTo>
                    <a:lnTo>
                      <a:pt x="837" y="106"/>
                    </a:lnTo>
                    <a:close/>
                  </a:path>
                </a:pathLst>
              </a:cu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1035" name="Freeform 672">
                <a:extLst>
                  <a:ext uri="{FF2B5EF4-FFF2-40B4-BE49-F238E27FC236}">
                    <a16:creationId xmlns:a16="http://schemas.microsoft.com/office/drawing/2014/main" id="{556091EC-67EF-EC82-5CB4-DA3BC00E519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248" y="3269"/>
                <a:ext cx="13" cy="19"/>
              </a:xfrm>
              <a:custGeom>
                <a:avLst/>
                <a:gdLst>
                  <a:gd name="T0" fmla="*/ 0 w 76"/>
                  <a:gd name="T1" fmla="*/ 0 h 109"/>
                  <a:gd name="T2" fmla="*/ 0 w 76"/>
                  <a:gd name="T3" fmla="*/ 0 h 109"/>
                  <a:gd name="T4" fmla="*/ 0 w 76"/>
                  <a:gd name="T5" fmla="*/ 0 h 109"/>
                  <a:gd name="T6" fmla="*/ 0 w 76"/>
                  <a:gd name="T7" fmla="*/ 0 h 109"/>
                  <a:gd name="T8" fmla="*/ 0 w 76"/>
                  <a:gd name="T9" fmla="*/ 0 h 109"/>
                  <a:gd name="T10" fmla="*/ 0 w 76"/>
                  <a:gd name="T11" fmla="*/ 0 h 109"/>
                  <a:gd name="T12" fmla="*/ 0 w 76"/>
                  <a:gd name="T13" fmla="*/ 0 h 109"/>
                  <a:gd name="T14" fmla="*/ 0 w 76"/>
                  <a:gd name="T15" fmla="*/ 0 h 109"/>
                  <a:gd name="T16" fmla="*/ 0 w 76"/>
                  <a:gd name="T17" fmla="*/ 0 h 109"/>
                  <a:gd name="T18" fmla="*/ 0 w 76"/>
                  <a:gd name="T19" fmla="*/ 0 h 109"/>
                  <a:gd name="T20" fmla="*/ 0 w 76"/>
                  <a:gd name="T21" fmla="*/ 0 h 109"/>
                  <a:gd name="T22" fmla="*/ 0 w 76"/>
                  <a:gd name="T23" fmla="*/ 0 h 109"/>
                  <a:gd name="T24" fmla="*/ 0 w 76"/>
                  <a:gd name="T25" fmla="*/ 0 h 109"/>
                  <a:gd name="T26" fmla="*/ 0 w 76"/>
                  <a:gd name="T27" fmla="*/ 0 h 109"/>
                  <a:gd name="T28" fmla="*/ 0 w 76"/>
                  <a:gd name="T29" fmla="*/ 0 h 109"/>
                  <a:gd name="T30" fmla="*/ 0 w 76"/>
                  <a:gd name="T31" fmla="*/ 0 h 109"/>
                  <a:gd name="T32" fmla="*/ 0 w 76"/>
                  <a:gd name="T33" fmla="*/ 0 h 109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w 76"/>
                  <a:gd name="T52" fmla="*/ 0 h 109"/>
                  <a:gd name="T53" fmla="*/ 76 w 76"/>
                  <a:gd name="T54" fmla="*/ 109 h 109"/>
                </a:gdLst>
                <a:ahLst/>
                <a:cxnLst>
                  <a:cxn ang="T34">
                    <a:pos x="T0" y="T1"/>
                  </a:cxn>
                  <a:cxn ang="T35">
                    <a:pos x="T2" y="T3"/>
                  </a:cxn>
                  <a:cxn ang="T36">
                    <a:pos x="T4" y="T5"/>
                  </a:cxn>
                  <a:cxn ang="T37">
                    <a:pos x="T6" y="T7"/>
                  </a:cxn>
                  <a:cxn ang="T38">
                    <a:pos x="T8" y="T9"/>
                  </a:cxn>
                  <a:cxn ang="T39">
                    <a:pos x="T10" y="T11"/>
                  </a:cxn>
                  <a:cxn ang="T40">
                    <a:pos x="T12" y="T13"/>
                  </a:cxn>
                  <a:cxn ang="T41">
                    <a:pos x="T14" y="T15"/>
                  </a:cxn>
                  <a:cxn ang="T42">
                    <a:pos x="T16" y="T17"/>
                  </a:cxn>
                  <a:cxn ang="T43">
                    <a:pos x="T18" y="T19"/>
                  </a:cxn>
                  <a:cxn ang="T44">
                    <a:pos x="T20" y="T21"/>
                  </a:cxn>
                  <a:cxn ang="T45">
                    <a:pos x="T22" y="T23"/>
                  </a:cxn>
                  <a:cxn ang="T46">
                    <a:pos x="T24" y="T25"/>
                  </a:cxn>
                  <a:cxn ang="T47">
                    <a:pos x="T26" y="T27"/>
                  </a:cxn>
                  <a:cxn ang="T48">
                    <a:pos x="T28" y="T29"/>
                  </a:cxn>
                  <a:cxn ang="T49">
                    <a:pos x="T30" y="T31"/>
                  </a:cxn>
                  <a:cxn ang="T50">
                    <a:pos x="T32" y="T33"/>
                  </a:cxn>
                </a:cxnLst>
                <a:rect l="T51" t="T52" r="T53" b="T54"/>
                <a:pathLst>
                  <a:path w="76" h="109">
                    <a:moveTo>
                      <a:pt x="56" y="53"/>
                    </a:moveTo>
                    <a:lnTo>
                      <a:pt x="76" y="106"/>
                    </a:lnTo>
                    <a:lnTo>
                      <a:pt x="64" y="109"/>
                    </a:lnTo>
                    <a:lnTo>
                      <a:pt x="51" y="109"/>
                    </a:lnTo>
                    <a:lnTo>
                      <a:pt x="39" y="107"/>
                    </a:lnTo>
                    <a:lnTo>
                      <a:pt x="27" y="101"/>
                    </a:lnTo>
                    <a:lnTo>
                      <a:pt x="17" y="95"/>
                    </a:lnTo>
                    <a:lnTo>
                      <a:pt x="9" y="85"/>
                    </a:lnTo>
                    <a:lnTo>
                      <a:pt x="3" y="73"/>
                    </a:lnTo>
                    <a:lnTo>
                      <a:pt x="0" y="61"/>
                    </a:lnTo>
                    <a:lnTo>
                      <a:pt x="0" y="49"/>
                    </a:lnTo>
                    <a:lnTo>
                      <a:pt x="2" y="36"/>
                    </a:lnTo>
                    <a:lnTo>
                      <a:pt x="8" y="24"/>
                    </a:lnTo>
                    <a:lnTo>
                      <a:pt x="14" y="14"/>
                    </a:lnTo>
                    <a:lnTo>
                      <a:pt x="24" y="6"/>
                    </a:lnTo>
                    <a:lnTo>
                      <a:pt x="36" y="0"/>
                    </a:lnTo>
                    <a:lnTo>
                      <a:pt x="56" y="53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1036" name="Freeform 673">
                <a:extLst>
                  <a:ext uri="{FF2B5EF4-FFF2-40B4-BE49-F238E27FC236}">
                    <a16:creationId xmlns:a16="http://schemas.microsoft.com/office/drawing/2014/main" id="{48CED691-5D92-7153-6F77-6E645C89EE8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248" y="3269"/>
                <a:ext cx="13" cy="19"/>
              </a:xfrm>
              <a:custGeom>
                <a:avLst/>
                <a:gdLst>
                  <a:gd name="T0" fmla="*/ 0 w 76"/>
                  <a:gd name="T1" fmla="*/ 0 h 109"/>
                  <a:gd name="T2" fmla="*/ 0 w 76"/>
                  <a:gd name="T3" fmla="*/ 0 h 109"/>
                  <a:gd name="T4" fmla="*/ 0 w 76"/>
                  <a:gd name="T5" fmla="*/ 0 h 109"/>
                  <a:gd name="T6" fmla="*/ 0 w 76"/>
                  <a:gd name="T7" fmla="*/ 0 h 109"/>
                  <a:gd name="T8" fmla="*/ 0 w 76"/>
                  <a:gd name="T9" fmla="*/ 0 h 109"/>
                  <a:gd name="T10" fmla="*/ 0 w 76"/>
                  <a:gd name="T11" fmla="*/ 0 h 109"/>
                  <a:gd name="T12" fmla="*/ 0 w 76"/>
                  <a:gd name="T13" fmla="*/ 0 h 109"/>
                  <a:gd name="T14" fmla="*/ 0 w 76"/>
                  <a:gd name="T15" fmla="*/ 0 h 109"/>
                  <a:gd name="T16" fmla="*/ 0 w 76"/>
                  <a:gd name="T17" fmla="*/ 0 h 109"/>
                  <a:gd name="T18" fmla="*/ 0 w 76"/>
                  <a:gd name="T19" fmla="*/ 0 h 109"/>
                  <a:gd name="T20" fmla="*/ 0 w 76"/>
                  <a:gd name="T21" fmla="*/ 0 h 109"/>
                  <a:gd name="T22" fmla="*/ 0 w 76"/>
                  <a:gd name="T23" fmla="*/ 0 h 109"/>
                  <a:gd name="T24" fmla="*/ 0 w 76"/>
                  <a:gd name="T25" fmla="*/ 0 h 109"/>
                  <a:gd name="T26" fmla="*/ 0 w 76"/>
                  <a:gd name="T27" fmla="*/ 0 h 109"/>
                  <a:gd name="T28" fmla="*/ 0 w 76"/>
                  <a:gd name="T29" fmla="*/ 0 h 109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w 76"/>
                  <a:gd name="T46" fmla="*/ 0 h 109"/>
                  <a:gd name="T47" fmla="*/ 76 w 76"/>
                  <a:gd name="T48" fmla="*/ 109 h 109"/>
                </a:gdLst>
                <a:ahLst/>
                <a:cxnLst>
                  <a:cxn ang="T30">
                    <a:pos x="T0" y="T1"/>
                  </a:cxn>
                  <a:cxn ang="T31">
                    <a:pos x="T2" y="T3"/>
                  </a:cxn>
                  <a:cxn ang="T32">
                    <a:pos x="T4" y="T5"/>
                  </a:cxn>
                  <a:cxn ang="T33">
                    <a:pos x="T6" y="T7"/>
                  </a:cxn>
                  <a:cxn ang="T34">
                    <a:pos x="T8" y="T9"/>
                  </a:cxn>
                  <a:cxn ang="T35">
                    <a:pos x="T10" y="T11"/>
                  </a:cxn>
                  <a:cxn ang="T36">
                    <a:pos x="T12" y="T13"/>
                  </a:cxn>
                  <a:cxn ang="T37">
                    <a:pos x="T14" y="T15"/>
                  </a:cxn>
                  <a:cxn ang="T38">
                    <a:pos x="T16" y="T17"/>
                  </a:cxn>
                  <a:cxn ang="T39">
                    <a:pos x="T18" y="T19"/>
                  </a:cxn>
                  <a:cxn ang="T40">
                    <a:pos x="T20" y="T21"/>
                  </a:cxn>
                  <a:cxn ang="T41">
                    <a:pos x="T22" y="T23"/>
                  </a:cxn>
                  <a:cxn ang="T42">
                    <a:pos x="T24" y="T25"/>
                  </a:cxn>
                  <a:cxn ang="T43">
                    <a:pos x="T26" y="T27"/>
                  </a:cxn>
                  <a:cxn ang="T44">
                    <a:pos x="T28" y="T29"/>
                  </a:cxn>
                </a:cxnLst>
                <a:rect l="T45" t="T46" r="T47" b="T48"/>
                <a:pathLst>
                  <a:path w="76" h="109">
                    <a:moveTo>
                      <a:pt x="76" y="106"/>
                    </a:moveTo>
                    <a:lnTo>
                      <a:pt x="64" y="109"/>
                    </a:lnTo>
                    <a:lnTo>
                      <a:pt x="51" y="109"/>
                    </a:lnTo>
                    <a:lnTo>
                      <a:pt x="39" y="107"/>
                    </a:lnTo>
                    <a:lnTo>
                      <a:pt x="27" y="101"/>
                    </a:lnTo>
                    <a:lnTo>
                      <a:pt x="17" y="95"/>
                    </a:lnTo>
                    <a:lnTo>
                      <a:pt x="9" y="85"/>
                    </a:lnTo>
                    <a:lnTo>
                      <a:pt x="3" y="73"/>
                    </a:lnTo>
                    <a:lnTo>
                      <a:pt x="0" y="61"/>
                    </a:lnTo>
                    <a:lnTo>
                      <a:pt x="0" y="49"/>
                    </a:lnTo>
                    <a:lnTo>
                      <a:pt x="2" y="36"/>
                    </a:lnTo>
                    <a:lnTo>
                      <a:pt x="8" y="24"/>
                    </a:lnTo>
                    <a:lnTo>
                      <a:pt x="14" y="14"/>
                    </a:lnTo>
                    <a:lnTo>
                      <a:pt x="24" y="6"/>
                    </a:lnTo>
                    <a:lnTo>
                      <a:pt x="36" y="0"/>
                    </a:lnTo>
                  </a:path>
                </a:pathLst>
              </a:cu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1037" name="Freeform 674">
                <a:extLst>
                  <a:ext uri="{FF2B5EF4-FFF2-40B4-BE49-F238E27FC236}">
                    <a16:creationId xmlns:a16="http://schemas.microsoft.com/office/drawing/2014/main" id="{02D4211D-8979-BA7C-A42D-07397CB8C7D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900" y="3299"/>
                <a:ext cx="9" cy="20"/>
              </a:xfrm>
              <a:custGeom>
                <a:avLst/>
                <a:gdLst>
                  <a:gd name="T0" fmla="*/ 0 w 57"/>
                  <a:gd name="T1" fmla="*/ 0 h 113"/>
                  <a:gd name="T2" fmla="*/ 0 w 57"/>
                  <a:gd name="T3" fmla="*/ 0 h 113"/>
                  <a:gd name="T4" fmla="*/ 0 w 57"/>
                  <a:gd name="T5" fmla="*/ 0 h 113"/>
                  <a:gd name="T6" fmla="*/ 0 w 57"/>
                  <a:gd name="T7" fmla="*/ 0 h 113"/>
                  <a:gd name="T8" fmla="*/ 0 w 57"/>
                  <a:gd name="T9" fmla="*/ 0 h 113"/>
                  <a:gd name="T10" fmla="*/ 0 w 57"/>
                  <a:gd name="T11" fmla="*/ 0 h 113"/>
                  <a:gd name="T12" fmla="*/ 0 w 57"/>
                  <a:gd name="T13" fmla="*/ 0 h 113"/>
                  <a:gd name="T14" fmla="*/ 0 w 57"/>
                  <a:gd name="T15" fmla="*/ 0 h 113"/>
                  <a:gd name="T16" fmla="*/ 0 w 57"/>
                  <a:gd name="T17" fmla="*/ 0 h 113"/>
                  <a:gd name="T18" fmla="*/ 0 w 57"/>
                  <a:gd name="T19" fmla="*/ 0 h 113"/>
                  <a:gd name="T20" fmla="*/ 0 w 57"/>
                  <a:gd name="T21" fmla="*/ 0 h 113"/>
                  <a:gd name="T22" fmla="*/ 0 w 57"/>
                  <a:gd name="T23" fmla="*/ 0 h 113"/>
                  <a:gd name="T24" fmla="*/ 0 w 57"/>
                  <a:gd name="T25" fmla="*/ 0 h 113"/>
                  <a:gd name="T26" fmla="*/ 0 w 57"/>
                  <a:gd name="T27" fmla="*/ 0 h 113"/>
                  <a:gd name="T28" fmla="*/ 0 w 57"/>
                  <a:gd name="T29" fmla="*/ 0 h 113"/>
                  <a:gd name="T30" fmla="*/ 0 w 57"/>
                  <a:gd name="T31" fmla="*/ 0 h 113"/>
                  <a:gd name="T32" fmla="*/ 0 w 57"/>
                  <a:gd name="T33" fmla="*/ 0 h 113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w 57"/>
                  <a:gd name="T52" fmla="*/ 0 h 113"/>
                  <a:gd name="T53" fmla="*/ 57 w 57"/>
                  <a:gd name="T54" fmla="*/ 113 h 113"/>
                </a:gdLst>
                <a:ahLst/>
                <a:cxnLst>
                  <a:cxn ang="T34">
                    <a:pos x="T0" y="T1"/>
                  </a:cxn>
                  <a:cxn ang="T35">
                    <a:pos x="T2" y="T3"/>
                  </a:cxn>
                  <a:cxn ang="T36">
                    <a:pos x="T4" y="T5"/>
                  </a:cxn>
                  <a:cxn ang="T37">
                    <a:pos x="T6" y="T7"/>
                  </a:cxn>
                  <a:cxn ang="T38">
                    <a:pos x="T8" y="T9"/>
                  </a:cxn>
                  <a:cxn ang="T39">
                    <a:pos x="T10" y="T11"/>
                  </a:cxn>
                  <a:cxn ang="T40">
                    <a:pos x="T12" y="T13"/>
                  </a:cxn>
                  <a:cxn ang="T41">
                    <a:pos x="T14" y="T15"/>
                  </a:cxn>
                  <a:cxn ang="T42">
                    <a:pos x="T16" y="T17"/>
                  </a:cxn>
                  <a:cxn ang="T43">
                    <a:pos x="T18" y="T19"/>
                  </a:cxn>
                  <a:cxn ang="T44">
                    <a:pos x="T20" y="T21"/>
                  </a:cxn>
                  <a:cxn ang="T45">
                    <a:pos x="T22" y="T23"/>
                  </a:cxn>
                  <a:cxn ang="T46">
                    <a:pos x="T24" y="T25"/>
                  </a:cxn>
                  <a:cxn ang="T47">
                    <a:pos x="T26" y="T27"/>
                  </a:cxn>
                  <a:cxn ang="T48">
                    <a:pos x="T28" y="T29"/>
                  </a:cxn>
                  <a:cxn ang="T49">
                    <a:pos x="T30" y="T31"/>
                  </a:cxn>
                  <a:cxn ang="T50">
                    <a:pos x="T32" y="T33"/>
                  </a:cxn>
                </a:cxnLst>
                <a:rect l="T51" t="T52" r="T53" b="T54"/>
                <a:pathLst>
                  <a:path w="57" h="113">
                    <a:moveTo>
                      <a:pt x="0" y="57"/>
                    </a:moveTo>
                    <a:lnTo>
                      <a:pt x="0" y="0"/>
                    </a:lnTo>
                    <a:lnTo>
                      <a:pt x="12" y="2"/>
                    </a:lnTo>
                    <a:lnTo>
                      <a:pt x="24" y="6"/>
                    </a:lnTo>
                    <a:lnTo>
                      <a:pt x="34" y="13"/>
                    </a:lnTo>
                    <a:lnTo>
                      <a:pt x="43" y="22"/>
                    </a:lnTo>
                    <a:lnTo>
                      <a:pt x="50" y="32"/>
                    </a:lnTo>
                    <a:lnTo>
                      <a:pt x="55" y="45"/>
                    </a:lnTo>
                    <a:lnTo>
                      <a:pt x="57" y="57"/>
                    </a:lnTo>
                    <a:lnTo>
                      <a:pt x="55" y="69"/>
                    </a:lnTo>
                    <a:lnTo>
                      <a:pt x="50" y="82"/>
                    </a:lnTo>
                    <a:lnTo>
                      <a:pt x="43" y="92"/>
                    </a:lnTo>
                    <a:lnTo>
                      <a:pt x="34" y="101"/>
                    </a:lnTo>
                    <a:lnTo>
                      <a:pt x="24" y="107"/>
                    </a:lnTo>
                    <a:lnTo>
                      <a:pt x="12" y="112"/>
                    </a:lnTo>
                    <a:lnTo>
                      <a:pt x="0" y="113"/>
                    </a:lnTo>
                    <a:lnTo>
                      <a:pt x="0" y="57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1038" name="Freeform 675">
                <a:extLst>
                  <a:ext uri="{FF2B5EF4-FFF2-40B4-BE49-F238E27FC236}">
                    <a16:creationId xmlns:a16="http://schemas.microsoft.com/office/drawing/2014/main" id="{400B0FC7-AA11-6439-9583-3EDA6CFAC09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900" y="3299"/>
                <a:ext cx="9" cy="20"/>
              </a:xfrm>
              <a:custGeom>
                <a:avLst/>
                <a:gdLst>
                  <a:gd name="T0" fmla="*/ 0 w 57"/>
                  <a:gd name="T1" fmla="*/ 0 h 113"/>
                  <a:gd name="T2" fmla="*/ 0 w 57"/>
                  <a:gd name="T3" fmla="*/ 0 h 113"/>
                  <a:gd name="T4" fmla="*/ 0 w 57"/>
                  <a:gd name="T5" fmla="*/ 0 h 113"/>
                  <a:gd name="T6" fmla="*/ 0 w 57"/>
                  <a:gd name="T7" fmla="*/ 0 h 113"/>
                  <a:gd name="T8" fmla="*/ 0 w 57"/>
                  <a:gd name="T9" fmla="*/ 0 h 113"/>
                  <a:gd name="T10" fmla="*/ 0 w 57"/>
                  <a:gd name="T11" fmla="*/ 0 h 113"/>
                  <a:gd name="T12" fmla="*/ 0 w 57"/>
                  <a:gd name="T13" fmla="*/ 0 h 113"/>
                  <a:gd name="T14" fmla="*/ 0 w 57"/>
                  <a:gd name="T15" fmla="*/ 0 h 113"/>
                  <a:gd name="T16" fmla="*/ 0 w 57"/>
                  <a:gd name="T17" fmla="*/ 0 h 113"/>
                  <a:gd name="T18" fmla="*/ 0 w 57"/>
                  <a:gd name="T19" fmla="*/ 0 h 113"/>
                  <a:gd name="T20" fmla="*/ 0 w 57"/>
                  <a:gd name="T21" fmla="*/ 0 h 113"/>
                  <a:gd name="T22" fmla="*/ 0 w 57"/>
                  <a:gd name="T23" fmla="*/ 0 h 113"/>
                  <a:gd name="T24" fmla="*/ 0 w 57"/>
                  <a:gd name="T25" fmla="*/ 0 h 113"/>
                  <a:gd name="T26" fmla="*/ 0 w 57"/>
                  <a:gd name="T27" fmla="*/ 0 h 113"/>
                  <a:gd name="T28" fmla="*/ 0 w 57"/>
                  <a:gd name="T29" fmla="*/ 0 h 113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w 57"/>
                  <a:gd name="T46" fmla="*/ 0 h 113"/>
                  <a:gd name="T47" fmla="*/ 57 w 57"/>
                  <a:gd name="T48" fmla="*/ 113 h 113"/>
                </a:gdLst>
                <a:ahLst/>
                <a:cxnLst>
                  <a:cxn ang="T30">
                    <a:pos x="T0" y="T1"/>
                  </a:cxn>
                  <a:cxn ang="T31">
                    <a:pos x="T2" y="T3"/>
                  </a:cxn>
                  <a:cxn ang="T32">
                    <a:pos x="T4" y="T5"/>
                  </a:cxn>
                  <a:cxn ang="T33">
                    <a:pos x="T6" y="T7"/>
                  </a:cxn>
                  <a:cxn ang="T34">
                    <a:pos x="T8" y="T9"/>
                  </a:cxn>
                  <a:cxn ang="T35">
                    <a:pos x="T10" y="T11"/>
                  </a:cxn>
                  <a:cxn ang="T36">
                    <a:pos x="T12" y="T13"/>
                  </a:cxn>
                  <a:cxn ang="T37">
                    <a:pos x="T14" y="T15"/>
                  </a:cxn>
                  <a:cxn ang="T38">
                    <a:pos x="T16" y="T17"/>
                  </a:cxn>
                  <a:cxn ang="T39">
                    <a:pos x="T18" y="T19"/>
                  </a:cxn>
                  <a:cxn ang="T40">
                    <a:pos x="T20" y="T21"/>
                  </a:cxn>
                  <a:cxn ang="T41">
                    <a:pos x="T22" y="T23"/>
                  </a:cxn>
                  <a:cxn ang="T42">
                    <a:pos x="T24" y="T25"/>
                  </a:cxn>
                  <a:cxn ang="T43">
                    <a:pos x="T26" y="T27"/>
                  </a:cxn>
                  <a:cxn ang="T44">
                    <a:pos x="T28" y="T29"/>
                  </a:cxn>
                </a:cxnLst>
                <a:rect l="T45" t="T46" r="T47" b="T48"/>
                <a:pathLst>
                  <a:path w="57" h="113">
                    <a:moveTo>
                      <a:pt x="0" y="0"/>
                    </a:moveTo>
                    <a:lnTo>
                      <a:pt x="12" y="2"/>
                    </a:lnTo>
                    <a:lnTo>
                      <a:pt x="24" y="6"/>
                    </a:lnTo>
                    <a:lnTo>
                      <a:pt x="34" y="13"/>
                    </a:lnTo>
                    <a:lnTo>
                      <a:pt x="43" y="22"/>
                    </a:lnTo>
                    <a:lnTo>
                      <a:pt x="50" y="32"/>
                    </a:lnTo>
                    <a:lnTo>
                      <a:pt x="55" y="45"/>
                    </a:lnTo>
                    <a:lnTo>
                      <a:pt x="57" y="57"/>
                    </a:lnTo>
                    <a:lnTo>
                      <a:pt x="55" y="69"/>
                    </a:lnTo>
                    <a:lnTo>
                      <a:pt x="50" y="82"/>
                    </a:lnTo>
                    <a:lnTo>
                      <a:pt x="43" y="92"/>
                    </a:lnTo>
                    <a:lnTo>
                      <a:pt x="34" y="101"/>
                    </a:lnTo>
                    <a:lnTo>
                      <a:pt x="24" y="107"/>
                    </a:lnTo>
                    <a:lnTo>
                      <a:pt x="12" y="112"/>
                    </a:lnTo>
                    <a:lnTo>
                      <a:pt x="0" y="113"/>
                    </a:lnTo>
                  </a:path>
                </a:pathLst>
              </a:cu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1039" name="Freeform 676">
                <a:extLst>
                  <a:ext uri="{FF2B5EF4-FFF2-40B4-BE49-F238E27FC236}">
                    <a16:creationId xmlns:a16="http://schemas.microsoft.com/office/drawing/2014/main" id="{39719C48-3173-AE97-194D-0DA5288D149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675" y="3299"/>
                <a:ext cx="225" cy="20"/>
              </a:xfrm>
              <a:custGeom>
                <a:avLst/>
                <a:gdLst>
                  <a:gd name="T0" fmla="*/ 0 w 1327"/>
                  <a:gd name="T1" fmla="*/ 0 h 113"/>
                  <a:gd name="T2" fmla="*/ 0 w 1327"/>
                  <a:gd name="T3" fmla="*/ 0 h 113"/>
                  <a:gd name="T4" fmla="*/ 0 w 1327"/>
                  <a:gd name="T5" fmla="*/ 0 h 113"/>
                  <a:gd name="T6" fmla="*/ 0 w 1327"/>
                  <a:gd name="T7" fmla="*/ 0 h 113"/>
                  <a:gd name="T8" fmla="*/ 0 w 1327"/>
                  <a:gd name="T9" fmla="*/ 0 h 113"/>
                  <a:gd name="T10" fmla="*/ 0 w 1327"/>
                  <a:gd name="T11" fmla="*/ 0 h 113"/>
                  <a:gd name="T12" fmla="*/ 0 w 1327"/>
                  <a:gd name="T13" fmla="*/ 0 h 113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1327"/>
                  <a:gd name="T22" fmla="*/ 0 h 113"/>
                  <a:gd name="T23" fmla="*/ 1327 w 1327"/>
                  <a:gd name="T24" fmla="*/ 113 h 113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1327" h="113">
                    <a:moveTo>
                      <a:pt x="1327" y="113"/>
                    </a:moveTo>
                    <a:lnTo>
                      <a:pt x="1327" y="57"/>
                    </a:lnTo>
                    <a:lnTo>
                      <a:pt x="1327" y="0"/>
                    </a:lnTo>
                    <a:lnTo>
                      <a:pt x="0" y="0"/>
                    </a:lnTo>
                    <a:lnTo>
                      <a:pt x="0" y="57"/>
                    </a:lnTo>
                    <a:lnTo>
                      <a:pt x="0" y="113"/>
                    </a:lnTo>
                    <a:lnTo>
                      <a:pt x="1327" y="113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1040" name="Freeform 677">
                <a:extLst>
                  <a:ext uri="{FF2B5EF4-FFF2-40B4-BE49-F238E27FC236}">
                    <a16:creationId xmlns:a16="http://schemas.microsoft.com/office/drawing/2014/main" id="{5A27BCC4-1F68-4459-C914-D99A526E475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675" y="3299"/>
                <a:ext cx="225" cy="20"/>
              </a:xfrm>
              <a:custGeom>
                <a:avLst/>
                <a:gdLst>
                  <a:gd name="T0" fmla="*/ 0 w 1327"/>
                  <a:gd name="T1" fmla="*/ 0 h 113"/>
                  <a:gd name="T2" fmla="*/ 0 w 1327"/>
                  <a:gd name="T3" fmla="*/ 0 h 113"/>
                  <a:gd name="T4" fmla="*/ 0 w 1327"/>
                  <a:gd name="T5" fmla="*/ 0 h 113"/>
                  <a:gd name="T6" fmla="*/ 0 w 1327"/>
                  <a:gd name="T7" fmla="*/ 0 h 113"/>
                  <a:gd name="T8" fmla="*/ 0 w 1327"/>
                  <a:gd name="T9" fmla="*/ 0 h 113"/>
                  <a:gd name="T10" fmla="*/ 0 w 1327"/>
                  <a:gd name="T11" fmla="*/ 0 h 113"/>
                  <a:gd name="T12" fmla="*/ 0 w 1327"/>
                  <a:gd name="T13" fmla="*/ 0 h 113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1327"/>
                  <a:gd name="T22" fmla="*/ 0 h 113"/>
                  <a:gd name="T23" fmla="*/ 1327 w 1327"/>
                  <a:gd name="T24" fmla="*/ 113 h 113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1327" h="113">
                    <a:moveTo>
                      <a:pt x="1327" y="113"/>
                    </a:moveTo>
                    <a:lnTo>
                      <a:pt x="1327" y="57"/>
                    </a:lnTo>
                    <a:lnTo>
                      <a:pt x="1327" y="0"/>
                    </a:lnTo>
                    <a:lnTo>
                      <a:pt x="0" y="0"/>
                    </a:lnTo>
                    <a:lnTo>
                      <a:pt x="0" y="57"/>
                    </a:lnTo>
                    <a:lnTo>
                      <a:pt x="0" y="113"/>
                    </a:lnTo>
                    <a:lnTo>
                      <a:pt x="1327" y="113"/>
                    </a:lnTo>
                    <a:close/>
                  </a:path>
                </a:pathLst>
              </a:cu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1041" name="Freeform 678">
                <a:extLst>
                  <a:ext uri="{FF2B5EF4-FFF2-40B4-BE49-F238E27FC236}">
                    <a16:creationId xmlns:a16="http://schemas.microsoft.com/office/drawing/2014/main" id="{66CACF50-577C-9456-2343-B3EF3F0D082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666" y="3299"/>
                <a:ext cx="9" cy="20"/>
              </a:xfrm>
              <a:custGeom>
                <a:avLst/>
                <a:gdLst>
                  <a:gd name="T0" fmla="*/ 0 w 56"/>
                  <a:gd name="T1" fmla="*/ 0 h 113"/>
                  <a:gd name="T2" fmla="*/ 0 w 56"/>
                  <a:gd name="T3" fmla="*/ 0 h 113"/>
                  <a:gd name="T4" fmla="*/ 0 w 56"/>
                  <a:gd name="T5" fmla="*/ 0 h 113"/>
                  <a:gd name="T6" fmla="*/ 0 w 56"/>
                  <a:gd name="T7" fmla="*/ 0 h 113"/>
                  <a:gd name="T8" fmla="*/ 0 w 56"/>
                  <a:gd name="T9" fmla="*/ 0 h 113"/>
                  <a:gd name="T10" fmla="*/ 0 w 56"/>
                  <a:gd name="T11" fmla="*/ 0 h 113"/>
                  <a:gd name="T12" fmla="*/ 0 w 56"/>
                  <a:gd name="T13" fmla="*/ 0 h 113"/>
                  <a:gd name="T14" fmla="*/ 0 w 56"/>
                  <a:gd name="T15" fmla="*/ 0 h 113"/>
                  <a:gd name="T16" fmla="*/ 0 w 56"/>
                  <a:gd name="T17" fmla="*/ 0 h 113"/>
                  <a:gd name="T18" fmla="*/ 0 w 56"/>
                  <a:gd name="T19" fmla="*/ 0 h 113"/>
                  <a:gd name="T20" fmla="*/ 0 w 56"/>
                  <a:gd name="T21" fmla="*/ 0 h 113"/>
                  <a:gd name="T22" fmla="*/ 0 w 56"/>
                  <a:gd name="T23" fmla="*/ 0 h 113"/>
                  <a:gd name="T24" fmla="*/ 0 w 56"/>
                  <a:gd name="T25" fmla="*/ 0 h 113"/>
                  <a:gd name="T26" fmla="*/ 0 w 56"/>
                  <a:gd name="T27" fmla="*/ 0 h 113"/>
                  <a:gd name="T28" fmla="*/ 0 w 56"/>
                  <a:gd name="T29" fmla="*/ 0 h 113"/>
                  <a:gd name="T30" fmla="*/ 0 w 56"/>
                  <a:gd name="T31" fmla="*/ 0 h 113"/>
                  <a:gd name="T32" fmla="*/ 0 w 56"/>
                  <a:gd name="T33" fmla="*/ 0 h 113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w 56"/>
                  <a:gd name="T52" fmla="*/ 0 h 113"/>
                  <a:gd name="T53" fmla="*/ 56 w 56"/>
                  <a:gd name="T54" fmla="*/ 113 h 113"/>
                </a:gdLst>
                <a:ahLst/>
                <a:cxnLst>
                  <a:cxn ang="T34">
                    <a:pos x="T0" y="T1"/>
                  </a:cxn>
                  <a:cxn ang="T35">
                    <a:pos x="T2" y="T3"/>
                  </a:cxn>
                  <a:cxn ang="T36">
                    <a:pos x="T4" y="T5"/>
                  </a:cxn>
                  <a:cxn ang="T37">
                    <a:pos x="T6" y="T7"/>
                  </a:cxn>
                  <a:cxn ang="T38">
                    <a:pos x="T8" y="T9"/>
                  </a:cxn>
                  <a:cxn ang="T39">
                    <a:pos x="T10" y="T11"/>
                  </a:cxn>
                  <a:cxn ang="T40">
                    <a:pos x="T12" y="T13"/>
                  </a:cxn>
                  <a:cxn ang="T41">
                    <a:pos x="T14" y="T15"/>
                  </a:cxn>
                  <a:cxn ang="T42">
                    <a:pos x="T16" y="T17"/>
                  </a:cxn>
                  <a:cxn ang="T43">
                    <a:pos x="T18" y="T19"/>
                  </a:cxn>
                  <a:cxn ang="T44">
                    <a:pos x="T20" y="T21"/>
                  </a:cxn>
                  <a:cxn ang="T45">
                    <a:pos x="T22" y="T23"/>
                  </a:cxn>
                  <a:cxn ang="T46">
                    <a:pos x="T24" y="T25"/>
                  </a:cxn>
                  <a:cxn ang="T47">
                    <a:pos x="T26" y="T27"/>
                  </a:cxn>
                  <a:cxn ang="T48">
                    <a:pos x="T28" y="T29"/>
                  </a:cxn>
                  <a:cxn ang="T49">
                    <a:pos x="T30" y="T31"/>
                  </a:cxn>
                  <a:cxn ang="T50">
                    <a:pos x="T32" y="T33"/>
                  </a:cxn>
                </a:cxnLst>
                <a:rect l="T51" t="T52" r="T53" b="T54"/>
                <a:pathLst>
                  <a:path w="56" h="113">
                    <a:moveTo>
                      <a:pt x="56" y="57"/>
                    </a:moveTo>
                    <a:lnTo>
                      <a:pt x="56" y="113"/>
                    </a:lnTo>
                    <a:lnTo>
                      <a:pt x="44" y="112"/>
                    </a:lnTo>
                    <a:lnTo>
                      <a:pt x="31" y="107"/>
                    </a:lnTo>
                    <a:lnTo>
                      <a:pt x="21" y="101"/>
                    </a:lnTo>
                    <a:lnTo>
                      <a:pt x="12" y="92"/>
                    </a:lnTo>
                    <a:lnTo>
                      <a:pt x="5" y="82"/>
                    </a:lnTo>
                    <a:lnTo>
                      <a:pt x="1" y="69"/>
                    </a:lnTo>
                    <a:lnTo>
                      <a:pt x="0" y="57"/>
                    </a:lnTo>
                    <a:lnTo>
                      <a:pt x="1" y="45"/>
                    </a:lnTo>
                    <a:lnTo>
                      <a:pt x="5" y="32"/>
                    </a:lnTo>
                    <a:lnTo>
                      <a:pt x="12" y="22"/>
                    </a:lnTo>
                    <a:lnTo>
                      <a:pt x="21" y="13"/>
                    </a:lnTo>
                    <a:lnTo>
                      <a:pt x="31" y="6"/>
                    </a:lnTo>
                    <a:lnTo>
                      <a:pt x="44" y="2"/>
                    </a:lnTo>
                    <a:lnTo>
                      <a:pt x="56" y="0"/>
                    </a:lnTo>
                    <a:lnTo>
                      <a:pt x="56" y="57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1042" name="Freeform 679">
                <a:extLst>
                  <a:ext uri="{FF2B5EF4-FFF2-40B4-BE49-F238E27FC236}">
                    <a16:creationId xmlns:a16="http://schemas.microsoft.com/office/drawing/2014/main" id="{26AA9A3B-76C3-9088-A0E2-823277E218C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666" y="3299"/>
                <a:ext cx="9" cy="20"/>
              </a:xfrm>
              <a:custGeom>
                <a:avLst/>
                <a:gdLst>
                  <a:gd name="T0" fmla="*/ 0 w 56"/>
                  <a:gd name="T1" fmla="*/ 0 h 113"/>
                  <a:gd name="T2" fmla="*/ 0 w 56"/>
                  <a:gd name="T3" fmla="*/ 0 h 113"/>
                  <a:gd name="T4" fmla="*/ 0 w 56"/>
                  <a:gd name="T5" fmla="*/ 0 h 113"/>
                  <a:gd name="T6" fmla="*/ 0 w 56"/>
                  <a:gd name="T7" fmla="*/ 0 h 113"/>
                  <a:gd name="T8" fmla="*/ 0 w 56"/>
                  <a:gd name="T9" fmla="*/ 0 h 113"/>
                  <a:gd name="T10" fmla="*/ 0 w 56"/>
                  <a:gd name="T11" fmla="*/ 0 h 113"/>
                  <a:gd name="T12" fmla="*/ 0 w 56"/>
                  <a:gd name="T13" fmla="*/ 0 h 113"/>
                  <a:gd name="T14" fmla="*/ 0 w 56"/>
                  <a:gd name="T15" fmla="*/ 0 h 113"/>
                  <a:gd name="T16" fmla="*/ 0 w 56"/>
                  <a:gd name="T17" fmla="*/ 0 h 113"/>
                  <a:gd name="T18" fmla="*/ 0 w 56"/>
                  <a:gd name="T19" fmla="*/ 0 h 113"/>
                  <a:gd name="T20" fmla="*/ 0 w 56"/>
                  <a:gd name="T21" fmla="*/ 0 h 113"/>
                  <a:gd name="T22" fmla="*/ 0 w 56"/>
                  <a:gd name="T23" fmla="*/ 0 h 113"/>
                  <a:gd name="T24" fmla="*/ 0 w 56"/>
                  <a:gd name="T25" fmla="*/ 0 h 113"/>
                  <a:gd name="T26" fmla="*/ 0 w 56"/>
                  <a:gd name="T27" fmla="*/ 0 h 113"/>
                  <a:gd name="T28" fmla="*/ 0 w 56"/>
                  <a:gd name="T29" fmla="*/ 0 h 113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w 56"/>
                  <a:gd name="T46" fmla="*/ 0 h 113"/>
                  <a:gd name="T47" fmla="*/ 56 w 56"/>
                  <a:gd name="T48" fmla="*/ 113 h 113"/>
                </a:gdLst>
                <a:ahLst/>
                <a:cxnLst>
                  <a:cxn ang="T30">
                    <a:pos x="T0" y="T1"/>
                  </a:cxn>
                  <a:cxn ang="T31">
                    <a:pos x="T2" y="T3"/>
                  </a:cxn>
                  <a:cxn ang="T32">
                    <a:pos x="T4" y="T5"/>
                  </a:cxn>
                  <a:cxn ang="T33">
                    <a:pos x="T6" y="T7"/>
                  </a:cxn>
                  <a:cxn ang="T34">
                    <a:pos x="T8" y="T9"/>
                  </a:cxn>
                  <a:cxn ang="T35">
                    <a:pos x="T10" y="T11"/>
                  </a:cxn>
                  <a:cxn ang="T36">
                    <a:pos x="T12" y="T13"/>
                  </a:cxn>
                  <a:cxn ang="T37">
                    <a:pos x="T14" y="T15"/>
                  </a:cxn>
                  <a:cxn ang="T38">
                    <a:pos x="T16" y="T17"/>
                  </a:cxn>
                  <a:cxn ang="T39">
                    <a:pos x="T18" y="T19"/>
                  </a:cxn>
                  <a:cxn ang="T40">
                    <a:pos x="T20" y="T21"/>
                  </a:cxn>
                  <a:cxn ang="T41">
                    <a:pos x="T22" y="T23"/>
                  </a:cxn>
                  <a:cxn ang="T42">
                    <a:pos x="T24" y="T25"/>
                  </a:cxn>
                  <a:cxn ang="T43">
                    <a:pos x="T26" y="T27"/>
                  </a:cxn>
                  <a:cxn ang="T44">
                    <a:pos x="T28" y="T29"/>
                  </a:cxn>
                </a:cxnLst>
                <a:rect l="T45" t="T46" r="T47" b="T48"/>
                <a:pathLst>
                  <a:path w="56" h="113">
                    <a:moveTo>
                      <a:pt x="56" y="113"/>
                    </a:moveTo>
                    <a:lnTo>
                      <a:pt x="44" y="112"/>
                    </a:lnTo>
                    <a:lnTo>
                      <a:pt x="31" y="107"/>
                    </a:lnTo>
                    <a:lnTo>
                      <a:pt x="21" y="101"/>
                    </a:lnTo>
                    <a:lnTo>
                      <a:pt x="12" y="92"/>
                    </a:lnTo>
                    <a:lnTo>
                      <a:pt x="5" y="82"/>
                    </a:lnTo>
                    <a:lnTo>
                      <a:pt x="1" y="69"/>
                    </a:lnTo>
                    <a:lnTo>
                      <a:pt x="0" y="57"/>
                    </a:lnTo>
                    <a:lnTo>
                      <a:pt x="1" y="45"/>
                    </a:lnTo>
                    <a:lnTo>
                      <a:pt x="5" y="32"/>
                    </a:lnTo>
                    <a:lnTo>
                      <a:pt x="12" y="22"/>
                    </a:lnTo>
                    <a:lnTo>
                      <a:pt x="21" y="13"/>
                    </a:lnTo>
                    <a:lnTo>
                      <a:pt x="31" y="6"/>
                    </a:lnTo>
                    <a:lnTo>
                      <a:pt x="44" y="2"/>
                    </a:lnTo>
                    <a:lnTo>
                      <a:pt x="56" y="0"/>
                    </a:lnTo>
                  </a:path>
                </a:pathLst>
              </a:cu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1043" name="Freeform 680">
                <a:extLst>
                  <a:ext uri="{FF2B5EF4-FFF2-40B4-BE49-F238E27FC236}">
                    <a16:creationId xmlns:a16="http://schemas.microsoft.com/office/drawing/2014/main" id="{781A1456-2981-3AB1-74D5-7F1FE0F4DD8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308" y="3268"/>
                <a:ext cx="19" cy="11"/>
              </a:xfrm>
              <a:custGeom>
                <a:avLst/>
                <a:gdLst>
                  <a:gd name="T0" fmla="*/ 0 w 113"/>
                  <a:gd name="T1" fmla="*/ 0 h 57"/>
                  <a:gd name="T2" fmla="*/ 0 w 113"/>
                  <a:gd name="T3" fmla="*/ 0 h 57"/>
                  <a:gd name="T4" fmla="*/ 0 w 113"/>
                  <a:gd name="T5" fmla="*/ 0 h 57"/>
                  <a:gd name="T6" fmla="*/ 0 w 113"/>
                  <a:gd name="T7" fmla="*/ 0 h 57"/>
                  <a:gd name="T8" fmla="*/ 0 w 113"/>
                  <a:gd name="T9" fmla="*/ 0 h 57"/>
                  <a:gd name="T10" fmla="*/ 0 w 113"/>
                  <a:gd name="T11" fmla="*/ 0 h 57"/>
                  <a:gd name="T12" fmla="*/ 0 w 113"/>
                  <a:gd name="T13" fmla="*/ 0 h 57"/>
                  <a:gd name="T14" fmla="*/ 0 w 113"/>
                  <a:gd name="T15" fmla="*/ 0 h 57"/>
                  <a:gd name="T16" fmla="*/ 0 w 113"/>
                  <a:gd name="T17" fmla="*/ 0 h 57"/>
                  <a:gd name="T18" fmla="*/ 0 w 113"/>
                  <a:gd name="T19" fmla="*/ 0 h 57"/>
                  <a:gd name="T20" fmla="*/ 0 w 113"/>
                  <a:gd name="T21" fmla="*/ 0 h 57"/>
                  <a:gd name="T22" fmla="*/ 0 w 113"/>
                  <a:gd name="T23" fmla="*/ 0 h 57"/>
                  <a:gd name="T24" fmla="*/ 0 w 113"/>
                  <a:gd name="T25" fmla="*/ 0 h 57"/>
                  <a:gd name="T26" fmla="*/ 0 w 113"/>
                  <a:gd name="T27" fmla="*/ 0 h 57"/>
                  <a:gd name="T28" fmla="*/ 0 w 113"/>
                  <a:gd name="T29" fmla="*/ 0 h 57"/>
                  <a:gd name="T30" fmla="*/ 0 w 113"/>
                  <a:gd name="T31" fmla="*/ 0 h 57"/>
                  <a:gd name="T32" fmla="*/ 0 w 113"/>
                  <a:gd name="T33" fmla="*/ 0 h 57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w 113"/>
                  <a:gd name="T52" fmla="*/ 0 h 57"/>
                  <a:gd name="T53" fmla="*/ 113 w 113"/>
                  <a:gd name="T54" fmla="*/ 57 h 57"/>
                </a:gdLst>
                <a:ahLst/>
                <a:cxnLst>
                  <a:cxn ang="T34">
                    <a:pos x="T0" y="T1"/>
                  </a:cxn>
                  <a:cxn ang="T35">
                    <a:pos x="T2" y="T3"/>
                  </a:cxn>
                  <a:cxn ang="T36">
                    <a:pos x="T4" y="T5"/>
                  </a:cxn>
                  <a:cxn ang="T37">
                    <a:pos x="T6" y="T7"/>
                  </a:cxn>
                  <a:cxn ang="T38">
                    <a:pos x="T8" y="T9"/>
                  </a:cxn>
                  <a:cxn ang="T39">
                    <a:pos x="T10" y="T11"/>
                  </a:cxn>
                  <a:cxn ang="T40">
                    <a:pos x="T12" y="T13"/>
                  </a:cxn>
                  <a:cxn ang="T41">
                    <a:pos x="T14" y="T15"/>
                  </a:cxn>
                  <a:cxn ang="T42">
                    <a:pos x="T16" y="T17"/>
                  </a:cxn>
                  <a:cxn ang="T43">
                    <a:pos x="T18" y="T19"/>
                  </a:cxn>
                  <a:cxn ang="T44">
                    <a:pos x="T20" y="T21"/>
                  </a:cxn>
                  <a:cxn ang="T45">
                    <a:pos x="T22" y="T23"/>
                  </a:cxn>
                  <a:cxn ang="T46">
                    <a:pos x="T24" y="T25"/>
                  </a:cxn>
                  <a:cxn ang="T47">
                    <a:pos x="T26" y="T27"/>
                  </a:cxn>
                  <a:cxn ang="T48">
                    <a:pos x="T28" y="T29"/>
                  </a:cxn>
                  <a:cxn ang="T49">
                    <a:pos x="T30" y="T31"/>
                  </a:cxn>
                  <a:cxn ang="T50">
                    <a:pos x="T32" y="T33"/>
                  </a:cxn>
                </a:cxnLst>
                <a:rect l="T51" t="T52" r="T53" b="T54"/>
                <a:pathLst>
                  <a:path w="113" h="57">
                    <a:moveTo>
                      <a:pt x="56" y="57"/>
                    </a:moveTo>
                    <a:lnTo>
                      <a:pt x="0" y="57"/>
                    </a:lnTo>
                    <a:lnTo>
                      <a:pt x="1" y="45"/>
                    </a:lnTo>
                    <a:lnTo>
                      <a:pt x="5" y="32"/>
                    </a:lnTo>
                    <a:lnTo>
                      <a:pt x="12" y="22"/>
                    </a:lnTo>
                    <a:lnTo>
                      <a:pt x="21" y="13"/>
                    </a:lnTo>
                    <a:lnTo>
                      <a:pt x="31" y="7"/>
                    </a:lnTo>
                    <a:lnTo>
                      <a:pt x="43" y="2"/>
                    </a:lnTo>
                    <a:lnTo>
                      <a:pt x="56" y="0"/>
                    </a:lnTo>
                    <a:lnTo>
                      <a:pt x="68" y="2"/>
                    </a:lnTo>
                    <a:lnTo>
                      <a:pt x="80" y="7"/>
                    </a:lnTo>
                    <a:lnTo>
                      <a:pt x="90" y="13"/>
                    </a:lnTo>
                    <a:lnTo>
                      <a:pt x="99" y="22"/>
                    </a:lnTo>
                    <a:lnTo>
                      <a:pt x="106" y="32"/>
                    </a:lnTo>
                    <a:lnTo>
                      <a:pt x="111" y="45"/>
                    </a:lnTo>
                    <a:lnTo>
                      <a:pt x="113" y="57"/>
                    </a:lnTo>
                    <a:lnTo>
                      <a:pt x="56" y="57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1044" name="Freeform 681">
                <a:extLst>
                  <a:ext uri="{FF2B5EF4-FFF2-40B4-BE49-F238E27FC236}">
                    <a16:creationId xmlns:a16="http://schemas.microsoft.com/office/drawing/2014/main" id="{DA2DE1F8-9511-13BA-D479-EE5FF3F2E46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308" y="3268"/>
                <a:ext cx="19" cy="11"/>
              </a:xfrm>
              <a:custGeom>
                <a:avLst/>
                <a:gdLst>
                  <a:gd name="T0" fmla="*/ 0 w 113"/>
                  <a:gd name="T1" fmla="*/ 0 h 57"/>
                  <a:gd name="T2" fmla="*/ 0 w 113"/>
                  <a:gd name="T3" fmla="*/ 0 h 57"/>
                  <a:gd name="T4" fmla="*/ 0 w 113"/>
                  <a:gd name="T5" fmla="*/ 0 h 57"/>
                  <a:gd name="T6" fmla="*/ 0 w 113"/>
                  <a:gd name="T7" fmla="*/ 0 h 57"/>
                  <a:gd name="T8" fmla="*/ 0 w 113"/>
                  <a:gd name="T9" fmla="*/ 0 h 57"/>
                  <a:gd name="T10" fmla="*/ 0 w 113"/>
                  <a:gd name="T11" fmla="*/ 0 h 57"/>
                  <a:gd name="T12" fmla="*/ 0 w 113"/>
                  <a:gd name="T13" fmla="*/ 0 h 57"/>
                  <a:gd name="T14" fmla="*/ 0 w 113"/>
                  <a:gd name="T15" fmla="*/ 0 h 57"/>
                  <a:gd name="T16" fmla="*/ 0 w 113"/>
                  <a:gd name="T17" fmla="*/ 0 h 57"/>
                  <a:gd name="T18" fmla="*/ 0 w 113"/>
                  <a:gd name="T19" fmla="*/ 0 h 57"/>
                  <a:gd name="T20" fmla="*/ 0 w 113"/>
                  <a:gd name="T21" fmla="*/ 0 h 57"/>
                  <a:gd name="T22" fmla="*/ 0 w 113"/>
                  <a:gd name="T23" fmla="*/ 0 h 57"/>
                  <a:gd name="T24" fmla="*/ 0 w 113"/>
                  <a:gd name="T25" fmla="*/ 0 h 57"/>
                  <a:gd name="T26" fmla="*/ 0 w 113"/>
                  <a:gd name="T27" fmla="*/ 0 h 57"/>
                  <a:gd name="T28" fmla="*/ 0 w 113"/>
                  <a:gd name="T29" fmla="*/ 0 h 57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w 113"/>
                  <a:gd name="T46" fmla="*/ 0 h 57"/>
                  <a:gd name="T47" fmla="*/ 113 w 113"/>
                  <a:gd name="T48" fmla="*/ 57 h 57"/>
                </a:gdLst>
                <a:ahLst/>
                <a:cxnLst>
                  <a:cxn ang="T30">
                    <a:pos x="T0" y="T1"/>
                  </a:cxn>
                  <a:cxn ang="T31">
                    <a:pos x="T2" y="T3"/>
                  </a:cxn>
                  <a:cxn ang="T32">
                    <a:pos x="T4" y="T5"/>
                  </a:cxn>
                  <a:cxn ang="T33">
                    <a:pos x="T6" y="T7"/>
                  </a:cxn>
                  <a:cxn ang="T34">
                    <a:pos x="T8" y="T9"/>
                  </a:cxn>
                  <a:cxn ang="T35">
                    <a:pos x="T10" y="T11"/>
                  </a:cxn>
                  <a:cxn ang="T36">
                    <a:pos x="T12" y="T13"/>
                  </a:cxn>
                  <a:cxn ang="T37">
                    <a:pos x="T14" y="T15"/>
                  </a:cxn>
                  <a:cxn ang="T38">
                    <a:pos x="T16" y="T17"/>
                  </a:cxn>
                  <a:cxn ang="T39">
                    <a:pos x="T18" y="T19"/>
                  </a:cxn>
                  <a:cxn ang="T40">
                    <a:pos x="T20" y="T21"/>
                  </a:cxn>
                  <a:cxn ang="T41">
                    <a:pos x="T22" y="T23"/>
                  </a:cxn>
                  <a:cxn ang="T42">
                    <a:pos x="T24" y="T25"/>
                  </a:cxn>
                  <a:cxn ang="T43">
                    <a:pos x="T26" y="T27"/>
                  </a:cxn>
                  <a:cxn ang="T44">
                    <a:pos x="T28" y="T29"/>
                  </a:cxn>
                </a:cxnLst>
                <a:rect l="T45" t="T46" r="T47" b="T48"/>
                <a:pathLst>
                  <a:path w="113" h="57">
                    <a:moveTo>
                      <a:pt x="0" y="57"/>
                    </a:moveTo>
                    <a:lnTo>
                      <a:pt x="1" y="45"/>
                    </a:lnTo>
                    <a:lnTo>
                      <a:pt x="5" y="32"/>
                    </a:lnTo>
                    <a:lnTo>
                      <a:pt x="12" y="22"/>
                    </a:lnTo>
                    <a:lnTo>
                      <a:pt x="21" y="13"/>
                    </a:lnTo>
                    <a:lnTo>
                      <a:pt x="31" y="7"/>
                    </a:lnTo>
                    <a:lnTo>
                      <a:pt x="43" y="2"/>
                    </a:lnTo>
                    <a:lnTo>
                      <a:pt x="56" y="0"/>
                    </a:lnTo>
                    <a:lnTo>
                      <a:pt x="68" y="2"/>
                    </a:lnTo>
                    <a:lnTo>
                      <a:pt x="80" y="7"/>
                    </a:lnTo>
                    <a:lnTo>
                      <a:pt x="90" y="13"/>
                    </a:lnTo>
                    <a:lnTo>
                      <a:pt x="99" y="22"/>
                    </a:lnTo>
                    <a:lnTo>
                      <a:pt x="106" y="32"/>
                    </a:lnTo>
                    <a:lnTo>
                      <a:pt x="111" y="45"/>
                    </a:lnTo>
                    <a:lnTo>
                      <a:pt x="113" y="57"/>
                    </a:lnTo>
                  </a:path>
                </a:pathLst>
              </a:cu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1045" name="Freeform 682">
                <a:extLst>
                  <a:ext uri="{FF2B5EF4-FFF2-40B4-BE49-F238E27FC236}">
                    <a16:creationId xmlns:a16="http://schemas.microsoft.com/office/drawing/2014/main" id="{36D86532-E299-E149-9493-EC9E490B1EF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308" y="3279"/>
                <a:ext cx="19" cy="524"/>
              </a:xfrm>
              <a:custGeom>
                <a:avLst/>
                <a:gdLst>
                  <a:gd name="T0" fmla="*/ 0 w 113"/>
                  <a:gd name="T1" fmla="*/ 0 h 3112"/>
                  <a:gd name="T2" fmla="*/ 0 w 113"/>
                  <a:gd name="T3" fmla="*/ 0 h 3112"/>
                  <a:gd name="T4" fmla="*/ 0 w 113"/>
                  <a:gd name="T5" fmla="*/ 0 h 3112"/>
                  <a:gd name="T6" fmla="*/ 0 w 113"/>
                  <a:gd name="T7" fmla="*/ 0 h 3112"/>
                  <a:gd name="T8" fmla="*/ 0 w 113"/>
                  <a:gd name="T9" fmla="*/ 0 h 3112"/>
                  <a:gd name="T10" fmla="*/ 0 w 113"/>
                  <a:gd name="T11" fmla="*/ 0 h 3112"/>
                  <a:gd name="T12" fmla="*/ 0 w 113"/>
                  <a:gd name="T13" fmla="*/ 0 h 3112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113"/>
                  <a:gd name="T22" fmla="*/ 0 h 3112"/>
                  <a:gd name="T23" fmla="*/ 113 w 113"/>
                  <a:gd name="T24" fmla="*/ 3112 h 3112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113" h="3112">
                    <a:moveTo>
                      <a:pt x="113" y="0"/>
                    </a:moveTo>
                    <a:lnTo>
                      <a:pt x="56" y="0"/>
                    </a:lnTo>
                    <a:lnTo>
                      <a:pt x="0" y="0"/>
                    </a:lnTo>
                    <a:lnTo>
                      <a:pt x="0" y="3112"/>
                    </a:lnTo>
                    <a:lnTo>
                      <a:pt x="56" y="3112"/>
                    </a:lnTo>
                    <a:lnTo>
                      <a:pt x="113" y="3112"/>
                    </a:lnTo>
                    <a:lnTo>
                      <a:pt x="113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1046" name="Freeform 683">
                <a:extLst>
                  <a:ext uri="{FF2B5EF4-FFF2-40B4-BE49-F238E27FC236}">
                    <a16:creationId xmlns:a16="http://schemas.microsoft.com/office/drawing/2014/main" id="{E64244D4-9503-52BF-74AE-8F36C6E4E82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308" y="3279"/>
                <a:ext cx="19" cy="524"/>
              </a:xfrm>
              <a:custGeom>
                <a:avLst/>
                <a:gdLst>
                  <a:gd name="T0" fmla="*/ 0 w 113"/>
                  <a:gd name="T1" fmla="*/ 0 h 3112"/>
                  <a:gd name="T2" fmla="*/ 0 w 113"/>
                  <a:gd name="T3" fmla="*/ 0 h 3112"/>
                  <a:gd name="T4" fmla="*/ 0 w 113"/>
                  <a:gd name="T5" fmla="*/ 0 h 3112"/>
                  <a:gd name="T6" fmla="*/ 0 w 113"/>
                  <a:gd name="T7" fmla="*/ 0 h 3112"/>
                  <a:gd name="T8" fmla="*/ 0 w 113"/>
                  <a:gd name="T9" fmla="*/ 0 h 3112"/>
                  <a:gd name="T10" fmla="*/ 0 w 113"/>
                  <a:gd name="T11" fmla="*/ 0 h 3112"/>
                  <a:gd name="T12" fmla="*/ 0 w 113"/>
                  <a:gd name="T13" fmla="*/ 0 h 3112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113"/>
                  <a:gd name="T22" fmla="*/ 0 h 3112"/>
                  <a:gd name="T23" fmla="*/ 113 w 113"/>
                  <a:gd name="T24" fmla="*/ 3112 h 3112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113" h="3112">
                    <a:moveTo>
                      <a:pt x="113" y="0"/>
                    </a:moveTo>
                    <a:lnTo>
                      <a:pt x="56" y="0"/>
                    </a:lnTo>
                    <a:lnTo>
                      <a:pt x="0" y="0"/>
                    </a:lnTo>
                    <a:lnTo>
                      <a:pt x="0" y="3112"/>
                    </a:lnTo>
                    <a:lnTo>
                      <a:pt x="56" y="3112"/>
                    </a:lnTo>
                    <a:lnTo>
                      <a:pt x="113" y="3112"/>
                    </a:lnTo>
                    <a:lnTo>
                      <a:pt x="113" y="0"/>
                    </a:lnTo>
                    <a:close/>
                  </a:path>
                </a:pathLst>
              </a:cu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1047" name="Freeform 684">
                <a:extLst>
                  <a:ext uri="{FF2B5EF4-FFF2-40B4-BE49-F238E27FC236}">
                    <a16:creationId xmlns:a16="http://schemas.microsoft.com/office/drawing/2014/main" id="{98474F4C-F20D-F27C-6506-EB22CC58524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308" y="3803"/>
                <a:ext cx="19" cy="10"/>
              </a:xfrm>
              <a:custGeom>
                <a:avLst/>
                <a:gdLst>
                  <a:gd name="T0" fmla="*/ 0 w 113"/>
                  <a:gd name="T1" fmla="*/ 0 h 56"/>
                  <a:gd name="T2" fmla="*/ 0 w 113"/>
                  <a:gd name="T3" fmla="*/ 0 h 56"/>
                  <a:gd name="T4" fmla="*/ 0 w 113"/>
                  <a:gd name="T5" fmla="*/ 0 h 56"/>
                  <a:gd name="T6" fmla="*/ 0 w 113"/>
                  <a:gd name="T7" fmla="*/ 0 h 56"/>
                  <a:gd name="T8" fmla="*/ 0 w 113"/>
                  <a:gd name="T9" fmla="*/ 0 h 56"/>
                  <a:gd name="T10" fmla="*/ 0 w 113"/>
                  <a:gd name="T11" fmla="*/ 0 h 56"/>
                  <a:gd name="T12" fmla="*/ 0 w 113"/>
                  <a:gd name="T13" fmla="*/ 0 h 56"/>
                  <a:gd name="T14" fmla="*/ 0 w 113"/>
                  <a:gd name="T15" fmla="*/ 0 h 56"/>
                  <a:gd name="T16" fmla="*/ 0 w 113"/>
                  <a:gd name="T17" fmla="*/ 0 h 56"/>
                  <a:gd name="T18" fmla="*/ 0 w 113"/>
                  <a:gd name="T19" fmla="*/ 0 h 56"/>
                  <a:gd name="T20" fmla="*/ 0 w 113"/>
                  <a:gd name="T21" fmla="*/ 0 h 56"/>
                  <a:gd name="T22" fmla="*/ 0 w 113"/>
                  <a:gd name="T23" fmla="*/ 0 h 56"/>
                  <a:gd name="T24" fmla="*/ 0 w 113"/>
                  <a:gd name="T25" fmla="*/ 0 h 56"/>
                  <a:gd name="T26" fmla="*/ 0 w 113"/>
                  <a:gd name="T27" fmla="*/ 0 h 56"/>
                  <a:gd name="T28" fmla="*/ 0 w 113"/>
                  <a:gd name="T29" fmla="*/ 0 h 56"/>
                  <a:gd name="T30" fmla="*/ 0 w 113"/>
                  <a:gd name="T31" fmla="*/ 0 h 56"/>
                  <a:gd name="T32" fmla="*/ 0 w 113"/>
                  <a:gd name="T33" fmla="*/ 0 h 5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w 113"/>
                  <a:gd name="T52" fmla="*/ 0 h 56"/>
                  <a:gd name="T53" fmla="*/ 113 w 113"/>
                  <a:gd name="T54" fmla="*/ 56 h 56"/>
                </a:gdLst>
                <a:ahLst/>
                <a:cxnLst>
                  <a:cxn ang="T34">
                    <a:pos x="T0" y="T1"/>
                  </a:cxn>
                  <a:cxn ang="T35">
                    <a:pos x="T2" y="T3"/>
                  </a:cxn>
                  <a:cxn ang="T36">
                    <a:pos x="T4" y="T5"/>
                  </a:cxn>
                  <a:cxn ang="T37">
                    <a:pos x="T6" y="T7"/>
                  </a:cxn>
                  <a:cxn ang="T38">
                    <a:pos x="T8" y="T9"/>
                  </a:cxn>
                  <a:cxn ang="T39">
                    <a:pos x="T10" y="T11"/>
                  </a:cxn>
                  <a:cxn ang="T40">
                    <a:pos x="T12" y="T13"/>
                  </a:cxn>
                  <a:cxn ang="T41">
                    <a:pos x="T14" y="T15"/>
                  </a:cxn>
                  <a:cxn ang="T42">
                    <a:pos x="T16" y="T17"/>
                  </a:cxn>
                  <a:cxn ang="T43">
                    <a:pos x="T18" y="T19"/>
                  </a:cxn>
                  <a:cxn ang="T44">
                    <a:pos x="T20" y="T21"/>
                  </a:cxn>
                  <a:cxn ang="T45">
                    <a:pos x="T22" y="T23"/>
                  </a:cxn>
                  <a:cxn ang="T46">
                    <a:pos x="T24" y="T25"/>
                  </a:cxn>
                  <a:cxn ang="T47">
                    <a:pos x="T26" y="T27"/>
                  </a:cxn>
                  <a:cxn ang="T48">
                    <a:pos x="T28" y="T29"/>
                  </a:cxn>
                  <a:cxn ang="T49">
                    <a:pos x="T30" y="T31"/>
                  </a:cxn>
                  <a:cxn ang="T50">
                    <a:pos x="T32" y="T33"/>
                  </a:cxn>
                </a:cxnLst>
                <a:rect l="T51" t="T52" r="T53" b="T54"/>
                <a:pathLst>
                  <a:path w="113" h="56">
                    <a:moveTo>
                      <a:pt x="56" y="0"/>
                    </a:moveTo>
                    <a:lnTo>
                      <a:pt x="113" y="0"/>
                    </a:lnTo>
                    <a:lnTo>
                      <a:pt x="111" y="12"/>
                    </a:lnTo>
                    <a:lnTo>
                      <a:pt x="106" y="24"/>
                    </a:lnTo>
                    <a:lnTo>
                      <a:pt x="99" y="35"/>
                    </a:lnTo>
                    <a:lnTo>
                      <a:pt x="90" y="44"/>
                    </a:lnTo>
                    <a:lnTo>
                      <a:pt x="80" y="50"/>
                    </a:lnTo>
                    <a:lnTo>
                      <a:pt x="68" y="55"/>
                    </a:lnTo>
                    <a:lnTo>
                      <a:pt x="56" y="56"/>
                    </a:lnTo>
                    <a:lnTo>
                      <a:pt x="43" y="55"/>
                    </a:lnTo>
                    <a:lnTo>
                      <a:pt x="31" y="50"/>
                    </a:lnTo>
                    <a:lnTo>
                      <a:pt x="21" y="44"/>
                    </a:lnTo>
                    <a:lnTo>
                      <a:pt x="12" y="35"/>
                    </a:lnTo>
                    <a:lnTo>
                      <a:pt x="5" y="24"/>
                    </a:lnTo>
                    <a:lnTo>
                      <a:pt x="1" y="12"/>
                    </a:lnTo>
                    <a:lnTo>
                      <a:pt x="0" y="0"/>
                    </a:lnTo>
                    <a:lnTo>
                      <a:pt x="56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1048" name="Freeform 685">
                <a:extLst>
                  <a:ext uri="{FF2B5EF4-FFF2-40B4-BE49-F238E27FC236}">
                    <a16:creationId xmlns:a16="http://schemas.microsoft.com/office/drawing/2014/main" id="{9B7492AC-A913-0DED-94FB-9FF1B304716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308" y="3803"/>
                <a:ext cx="19" cy="10"/>
              </a:xfrm>
              <a:custGeom>
                <a:avLst/>
                <a:gdLst>
                  <a:gd name="T0" fmla="*/ 0 w 113"/>
                  <a:gd name="T1" fmla="*/ 0 h 56"/>
                  <a:gd name="T2" fmla="*/ 0 w 113"/>
                  <a:gd name="T3" fmla="*/ 0 h 56"/>
                  <a:gd name="T4" fmla="*/ 0 w 113"/>
                  <a:gd name="T5" fmla="*/ 0 h 56"/>
                  <a:gd name="T6" fmla="*/ 0 w 113"/>
                  <a:gd name="T7" fmla="*/ 0 h 56"/>
                  <a:gd name="T8" fmla="*/ 0 w 113"/>
                  <a:gd name="T9" fmla="*/ 0 h 56"/>
                  <a:gd name="T10" fmla="*/ 0 w 113"/>
                  <a:gd name="T11" fmla="*/ 0 h 56"/>
                  <a:gd name="T12" fmla="*/ 0 w 113"/>
                  <a:gd name="T13" fmla="*/ 0 h 56"/>
                  <a:gd name="T14" fmla="*/ 0 w 113"/>
                  <a:gd name="T15" fmla="*/ 0 h 56"/>
                  <a:gd name="T16" fmla="*/ 0 w 113"/>
                  <a:gd name="T17" fmla="*/ 0 h 56"/>
                  <a:gd name="T18" fmla="*/ 0 w 113"/>
                  <a:gd name="T19" fmla="*/ 0 h 56"/>
                  <a:gd name="T20" fmla="*/ 0 w 113"/>
                  <a:gd name="T21" fmla="*/ 0 h 56"/>
                  <a:gd name="T22" fmla="*/ 0 w 113"/>
                  <a:gd name="T23" fmla="*/ 0 h 56"/>
                  <a:gd name="T24" fmla="*/ 0 w 113"/>
                  <a:gd name="T25" fmla="*/ 0 h 56"/>
                  <a:gd name="T26" fmla="*/ 0 w 113"/>
                  <a:gd name="T27" fmla="*/ 0 h 56"/>
                  <a:gd name="T28" fmla="*/ 0 w 113"/>
                  <a:gd name="T29" fmla="*/ 0 h 5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w 113"/>
                  <a:gd name="T46" fmla="*/ 0 h 56"/>
                  <a:gd name="T47" fmla="*/ 113 w 113"/>
                  <a:gd name="T48" fmla="*/ 56 h 56"/>
                </a:gdLst>
                <a:ahLst/>
                <a:cxnLst>
                  <a:cxn ang="T30">
                    <a:pos x="T0" y="T1"/>
                  </a:cxn>
                  <a:cxn ang="T31">
                    <a:pos x="T2" y="T3"/>
                  </a:cxn>
                  <a:cxn ang="T32">
                    <a:pos x="T4" y="T5"/>
                  </a:cxn>
                  <a:cxn ang="T33">
                    <a:pos x="T6" y="T7"/>
                  </a:cxn>
                  <a:cxn ang="T34">
                    <a:pos x="T8" y="T9"/>
                  </a:cxn>
                  <a:cxn ang="T35">
                    <a:pos x="T10" y="T11"/>
                  </a:cxn>
                  <a:cxn ang="T36">
                    <a:pos x="T12" y="T13"/>
                  </a:cxn>
                  <a:cxn ang="T37">
                    <a:pos x="T14" y="T15"/>
                  </a:cxn>
                  <a:cxn ang="T38">
                    <a:pos x="T16" y="T17"/>
                  </a:cxn>
                  <a:cxn ang="T39">
                    <a:pos x="T18" y="T19"/>
                  </a:cxn>
                  <a:cxn ang="T40">
                    <a:pos x="T20" y="T21"/>
                  </a:cxn>
                  <a:cxn ang="T41">
                    <a:pos x="T22" y="T23"/>
                  </a:cxn>
                  <a:cxn ang="T42">
                    <a:pos x="T24" y="T25"/>
                  </a:cxn>
                  <a:cxn ang="T43">
                    <a:pos x="T26" y="T27"/>
                  </a:cxn>
                  <a:cxn ang="T44">
                    <a:pos x="T28" y="T29"/>
                  </a:cxn>
                </a:cxnLst>
                <a:rect l="T45" t="T46" r="T47" b="T48"/>
                <a:pathLst>
                  <a:path w="113" h="56">
                    <a:moveTo>
                      <a:pt x="113" y="0"/>
                    </a:moveTo>
                    <a:lnTo>
                      <a:pt x="111" y="12"/>
                    </a:lnTo>
                    <a:lnTo>
                      <a:pt x="106" y="24"/>
                    </a:lnTo>
                    <a:lnTo>
                      <a:pt x="99" y="35"/>
                    </a:lnTo>
                    <a:lnTo>
                      <a:pt x="90" y="44"/>
                    </a:lnTo>
                    <a:lnTo>
                      <a:pt x="80" y="50"/>
                    </a:lnTo>
                    <a:lnTo>
                      <a:pt x="68" y="55"/>
                    </a:lnTo>
                    <a:lnTo>
                      <a:pt x="56" y="56"/>
                    </a:lnTo>
                    <a:lnTo>
                      <a:pt x="43" y="55"/>
                    </a:lnTo>
                    <a:lnTo>
                      <a:pt x="31" y="50"/>
                    </a:lnTo>
                    <a:lnTo>
                      <a:pt x="21" y="44"/>
                    </a:lnTo>
                    <a:lnTo>
                      <a:pt x="12" y="35"/>
                    </a:lnTo>
                    <a:lnTo>
                      <a:pt x="5" y="24"/>
                    </a:lnTo>
                    <a:lnTo>
                      <a:pt x="1" y="12"/>
                    </a:lnTo>
                    <a:lnTo>
                      <a:pt x="0" y="0"/>
                    </a:lnTo>
                  </a:path>
                </a:pathLst>
              </a:cu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1049" name="Freeform 686">
                <a:extLst>
                  <a:ext uri="{FF2B5EF4-FFF2-40B4-BE49-F238E27FC236}">
                    <a16:creationId xmlns:a16="http://schemas.microsoft.com/office/drawing/2014/main" id="{67083603-62C2-989A-3968-3162E587A6D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465" y="3397"/>
                <a:ext cx="19" cy="9"/>
              </a:xfrm>
              <a:custGeom>
                <a:avLst/>
                <a:gdLst>
                  <a:gd name="T0" fmla="*/ 0 w 113"/>
                  <a:gd name="T1" fmla="*/ 0 h 58"/>
                  <a:gd name="T2" fmla="*/ 0 w 113"/>
                  <a:gd name="T3" fmla="*/ 0 h 58"/>
                  <a:gd name="T4" fmla="*/ 0 w 113"/>
                  <a:gd name="T5" fmla="*/ 0 h 58"/>
                  <a:gd name="T6" fmla="*/ 0 w 113"/>
                  <a:gd name="T7" fmla="*/ 0 h 58"/>
                  <a:gd name="T8" fmla="*/ 0 w 113"/>
                  <a:gd name="T9" fmla="*/ 0 h 58"/>
                  <a:gd name="T10" fmla="*/ 0 w 113"/>
                  <a:gd name="T11" fmla="*/ 0 h 58"/>
                  <a:gd name="T12" fmla="*/ 0 w 113"/>
                  <a:gd name="T13" fmla="*/ 0 h 58"/>
                  <a:gd name="T14" fmla="*/ 0 w 113"/>
                  <a:gd name="T15" fmla="*/ 0 h 58"/>
                  <a:gd name="T16" fmla="*/ 0 w 113"/>
                  <a:gd name="T17" fmla="*/ 0 h 58"/>
                  <a:gd name="T18" fmla="*/ 0 w 113"/>
                  <a:gd name="T19" fmla="*/ 0 h 58"/>
                  <a:gd name="T20" fmla="*/ 0 w 113"/>
                  <a:gd name="T21" fmla="*/ 0 h 58"/>
                  <a:gd name="T22" fmla="*/ 0 w 113"/>
                  <a:gd name="T23" fmla="*/ 0 h 58"/>
                  <a:gd name="T24" fmla="*/ 0 w 113"/>
                  <a:gd name="T25" fmla="*/ 0 h 58"/>
                  <a:gd name="T26" fmla="*/ 0 w 113"/>
                  <a:gd name="T27" fmla="*/ 0 h 58"/>
                  <a:gd name="T28" fmla="*/ 0 w 113"/>
                  <a:gd name="T29" fmla="*/ 0 h 58"/>
                  <a:gd name="T30" fmla="*/ 0 w 113"/>
                  <a:gd name="T31" fmla="*/ 0 h 58"/>
                  <a:gd name="T32" fmla="*/ 0 w 113"/>
                  <a:gd name="T33" fmla="*/ 0 h 58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w 113"/>
                  <a:gd name="T52" fmla="*/ 0 h 58"/>
                  <a:gd name="T53" fmla="*/ 113 w 113"/>
                  <a:gd name="T54" fmla="*/ 58 h 58"/>
                </a:gdLst>
                <a:ahLst/>
                <a:cxnLst>
                  <a:cxn ang="T34">
                    <a:pos x="T0" y="T1"/>
                  </a:cxn>
                  <a:cxn ang="T35">
                    <a:pos x="T2" y="T3"/>
                  </a:cxn>
                  <a:cxn ang="T36">
                    <a:pos x="T4" y="T5"/>
                  </a:cxn>
                  <a:cxn ang="T37">
                    <a:pos x="T6" y="T7"/>
                  </a:cxn>
                  <a:cxn ang="T38">
                    <a:pos x="T8" y="T9"/>
                  </a:cxn>
                  <a:cxn ang="T39">
                    <a:pos x="T10" y="T11"/>
                  </a:cxn>
                  <a:cxn ang="T40">
                    <a:pos x="T12" y="T13"/>
                  </a:cxn>
                  <a:cxn ang="T41">
                    <a:pos x="T14" y="T15"/>
                  </a:cxn>
                  <a:cxn ang="T42">
                    <a:pos x="T16" y="T17"/>
                  </a:cxn>
                  <a:cxn ang="T43">
                    <a:pos x="T18" y="T19"/>
                  </a:cxn>
                  <a:cxn ang="T44">
                    <a:pos x="T20" y="T21"/>
                  </a:cxn>
                  <a:cxn ang="T45">
                    <a:pos x="T22" y="T23"/>
                  </a:cxn>
                  <a:cxn ang="T46">
                    <a:pos x="T24" y="T25"/>
                  </a:cxn>
                  <a:cxn ang="T47">
                    <a:pos x="T26" y="T27"/>
                  </a:cxn>
                  <a:cxn ang="T48">
                    <a:pos x="T28" y="T29"/>
                  </a:cxn>
                  <a:cxn ang="T49">
                    <a:pos x="T30" y="T31"/>
                  </a:cxn>
                  <a:cxn ang="T50">
                    <a:pos x="T32" y="T33"/>
                  </a:cxn>
                </a:cxnLst>
                <a:rect l="T51" t="T52" r="T53" b="T54"/>
                <a:pathLst>
                  <a:path w="113" h="58">
                    <a:moveTo>
                      <a:pt x="56" y="58"/>
                    </a:moveTo>
                    <a:lnTo>
                      <a:pt x="0" y="58"/>
                    </a:lnTo>
                    <a:lnTo>
                      <a:pt x="1" y="45"/>
                    </a:lnTo>
                    <a:lnTo>
                      <a:pt x="5" y="33"/>
                    </a:lnTo>
                    <a:lnTo>
                      <a:pt x="12" y="23"/>
                    </a:lnTo>
                    <a:lnTo>
                      <a:pt x="21" y="14"/>
                    </a:lnTo>
                    <a:lnTo>
                      <a:pt x="31" y="7"/>
                    </a:lnTo>
                    <a:lnTo>
                      <a:pt x="43" y="3"/>
                    </a:lnTo>
                    <a:lnTo>
                      <a:pt x="56" y="0"/>
                    </a:lnTo>
                    <a:lnTo>
                      <a:pt x="68" y="3"/>
                    </a:lnTo>
                    <a:lnTo>
                      <a:pt x="80" y="7"/>
                    </a:lnTo>
                    <a:lnTo>
                      <a:pt x="91" y="14"/>
                    </a:lnTo>
                    <a:lnTo>
                      <a:pt x="100" y="23"/>
                    </a:lnTo>
                    <a:lnTo>
                      <a:pt x="106" y="33"/>
                    </a:lnTo>
                    <a:lnTo>
                      <a:pt x="111" y="45"/>
                    </a:lnTo>
                    <a:lnTo>
                      <a:pt x="113" y="58"/>
                    </a:lnTo>
                    <a:lnTo>
                      <a:pt x="56" y="58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1050" name="Freeform 687">
                <a:extLst>
                  <a:ext uri="{FF2B5EF4-FFF2-40B4-BE49-F238E27FC236}">
                    <a16:creationId xmlns:a16="http://schemas.microsoft.com/office/drawing/2014/main" id="{8AE0678F-F286-7A9E-D11B-3F093B9E878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465" y="3397"/>
                <a:ext cx="19" cy="9"/>
              </a:xfrm>
              <a:custGeom>
                <a:avLst/>
                <a:gdLst>
                  <a:gd name="T0" fmla="*/ 0 w 113"/>
                  <a:gd name="T1" fmla="*/ 0 h 58"/>
                  <a:gd name="T2" fmla="*/ 0 w 113"/>
                  <a:gd name="T3" fmla="*/ 0 h 58"/>
                  <a:gd name="T4" fmla="*/ 0 w 113"/>
                  <a:gd name="T5" fmla="*/ 0 h 58"/>
                  <a:gd name="T6" fmla="*/ 0 w 113"/>
                  <a:gd name="T7" fmla="*/ 0 h 58"/>
                  <a:gd name="T8" fmla="*/ 0 w 113"/>
                  <a:gd name="T9" fmla="*/ 0 h 58"/>
                  <a:gd name="T10" fmla="*/ 0 w 113"/>
                  <a:gd name="T11" fmla="*/ 0 h 58"/>
                  <a:gd name="T12" fmla="*/ 0 w 113"/>
                  <a:gd name="T13" fmla="*/ 0 h 58"/>
                  <a:gd name="T14" fmla="*/ 0 w 113"/>
                  <a:gd name="T15" fmla="*/ 0 h 58"/>
                  <a:gd name="T16" fmla="*/ 0 w 113"/>
                  <a:gd name="T17" fmla="*/ 0 h 58"/>
                  <a:gd name="T18" fmla="*/ 0 w 113"/>
                  <a:gd name="T19" fmla="*/ 0 h 58"/>
                  <a:gd name="T20" fmla="*/ 0 w 113"/>
                  <a:gd name="T21" fmla="*/ 0 h 58"/>
                  <a:gd name="T22" fmla="*/ 0 w 113"/>
                  <a:gd name="T23" fmla="*/ 0 h 58"/>
                  <a:gd name="T24" fmla="*/ 0 w 113"/>
                  <a:gd name="T25" fmla="*/ 0 h 58"/>
                  <a:gd name="T26" fmla="*/ 0 w 113"/>
                  <a:gd name="T27" fmla="*/ 0 h 58"/>
                  <a:gd name="T28" fmla="*/ 0 w 113"/>
                  <a:gd name="T29" fmla="*/ 0 h 58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w 113"/>
                  <a:gd name="T46" fmla="*/ 0 h 58"/>
                  <a:gd name="T47" fmla="*/ 113 w 113"/>
                  <a:gd name="T48" fmla="*/ 58 h 58"/>
                </a:gdLst>
                <a:ahLst/>
                <a:cxnLst>
                  <a:cxn ang="T30">
                    <a:pos x="T0" y="T1"/>
                  </a:cxn>
                  <a:cxn ang="T31">
                    <a:pos x="T2" y="T3"/>
                  </a:cxn>
                  <a:cxn ang="T32">
                    <a:pos x="T4" y="T5"/>
                  </a:cxn>
                  <a:cxn ang="T33">
                    <a:pos x="T6" y="T7"/>
                  </a:cxn>
                  <a:cxn ang="T34">
                    <a:pos x="T8" y="T9"/>
                  </a:cxn>
                  <a:cxn ang="T35">
                    <a:pos x="T10" y="T11"/>
                  </a:cxn>
                  <a:cxn ang="T36">
                    <a:pos x="T12" y="T13"/>
                  </a:cxn>
                  <a:cxn ang="T37">
                    <a:pos x="T14" y="T15"/>
                  </a:cxn>
                  <a:cxn ang="T38">
                    <a:pos x="T16" y="T17"/>
                  </a:cxn>
                  <a:cxn ang="T39">
                    <a:pos x="T18" y="T19"/>
                  </a:cxn>
                  <a:cxn ang="T40">
                    <a:pos x="T20" y="T21"/>
                  </a:cxn>
                  <a:cxn ang="T41">
                    <a:pos x="T22" y="T23"/>
                  </a:cxn>
                  <a:cxn ang="T42">
                    <a:pos x="T24" y="T25"/>
                  </a:cxn>
                  <a:cxn ang="T43">
                    <a:pos x="T26" y="T27"/>
                  </a:cxn>
                  <a:cxn ang="T44">
                    <a:pos x="T28" y="T29"/>
                  </a:cxn>
                </a:cxnLst>
                <a:rect l="T45" t="T46" r="T47" b="T48"/>
                <a:pathLst>
                  <a:path w="113" h="58">
                    <a:moveTo>
                      <a:pt x="0" y="58"/>
                    </a:moveTo>
                    <a:lnTo>
                      <a:pt x="1" y="45"/>
                    </a:lnTo>
                    <a:lnTo>
                      <a:pt x="5" y="33"/>
                    </a:lnTo>
                    <a:lnTo>
                      <a:pt x="12" y="23"/>
                    </a:lnTo>
                    <a:lnTo>
                      <a:pt x="21" y="14"/>
                    </a:lnTo>
                    <a:lnTo>
                      <a:pt x="31" y="7"/>
                    </a:lnTo>
                    <a:lnTo>
                      <a:pt x="43" y="3"/>
                    </a:lnTo>
                    <a:lnTo>
                      <a:pt x="56" y="0"/>
                    </a:lnTo>
                    <a:lnTo>
                      <a:pt x="68" y="3"/>
                    </a:lnTo>
                    <a:lnTo>
                      <a:pt x="80" y="7"/>
                    </a:lnTo>
                    <a:lnTo>
                      <a:pt x="91" y="14"/>
                    </a:lnTo>
                    <a:lnTo>
                      <a:pt x="100" y="23"/>
                    </a:lnTo>
                    <a:lnTo>
                      <a:pt x="106" y="33"/>
                    </a:lnTo>
                    <a:lnTo>
                      <a:pt x="111" y="45"/>
                    </a:lnTo>
                    <a:lnTo>
                      <a:pt x="113" y="58"/>
                    </a:lnTo>
                  </a:path>
                </a:pathLst>
              </a:cu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1051" name="Freeform 688">
                <a:extLst>
                  <a:ext uri="{FF2B5EF4-FFF2-40B4-BE49-F238E27FC236}">
                    <a16:creationId xmlns:a16="http://schemas.microsoft.com/office/drawing/2014/main" id="{40DED82D-98FE-3BB4-19AA-A91279E9854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465" y="3406"/>
                <a:ext cx="19" cy="270"/>
              </a:xfrm>
              <a:custGeom>
                <a:avLst/>
                <a:gdLst>
                  <a:gd name="T0" fmla="*/ 0 w 113"/>
                  <a:gd name="T1" fmla="*/ 0 h 1594"/>
                  <a:gd name="T2" fmla="*/ 0 w 113"/>
                  <a:gd name="T3" fmla="*/ 0 h 1594"/>
                  <a:gd name="T4" fmla="*/ 0 w 113"/>
                  <a:gd name="T5" fmla="*/ 0 h 1594"/>
                  <a:gd name="T6" fmla="*/ 0 w 113"/>
                  <a:gd name="T7" fmla="*/ 0 h 1594"/>
                  <a:gd name="T8" fmla="*/ 0 w 113"/>
                  <a:gd name="T9" fmla="*/ 0 h 1594"/>
                  <a:gd name="T10" fmla="*/ 0 w 113"/>
                  <a:gd name="T11" fmla="*/ 0 h 1594"/>
                  <a:gd name="T12" fmla="*/ 0 w 113"/>
                  <a:gd name="T13" fmla="*/ 0 h 1594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113"/>
                  <a:gd name="T22" fmla="*/ 0 h 1594"/>
                  <a:gd name="T23" fmla="*/ 113 w 113"/>
                  <a:gd name="T24" fmla="*/ 1594 h 1594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113" h="1594">
                    <a:moveTo>
                      <a:pt x="113" y="0"/>
                    </a:moveTo>
                    <a:lnTo>
                      <a:pt x="56" y="0"/>
                    </a:lnTo>
                    <a:lnTo>
                      <a:pt x="0" y="0"/>
                    </a:lnTo>
                    <a:lnTo>
                      <a:pt x="0" y="1594"/>
                    </a:lnTo>
                    <a:lnTo>
                      <a:pt x="56" y="1594"/>
                    </a:lnTo>
                    <a:lnTo>
                      <a:pt x="113" y="1594"/>
                    </a:lnTo>
                    <a:lnTo>
                      <a:pt x="113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1052" name="Freeform 689">
                <a:extLst>
                  <a:ext uri="{FF2B5EF4-FFF2-40B4-BE49-F238E27FC236}">
                    <a16:creationId xmlns:a16="http://schemas.microsoft.com/office/drawing/2014/main" id="{03C1595D-28BB-CF41-EC56-BF025EAA0EF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465" y="3406"/>
                <a:ext cx="19" cy="270"/>
              </a:xfrm>
              <a:custGeom>
                <a:avLst/>
                <a:gdLst>
                  <a:gd name="T0" fmla="*/ 0 w 113"/>
                  <a:gd name="T1" fmla="*/ 0 h 1594"/>
                  <a:gd name="T2" fmla="*/ 0 w 113"/>
                  <a:gd name="T3" fmla="*/ 0 h 1594"/>
                  <a:gd name="T4" fmla="*/ 0 w 113"/>
                  <a:gd name="T5" fmla="*/ 0 h 1594"/>
                  <a:gd name="T6" fmla="*/ 0 w 113"/>
                  <a:gd name="T7" fmla="*/ 0 h 1594"/>
                  <a:gd name="T8" fmla="*/ 0 w 113"/>
                  <a:gd name="T9" fmla="*/ 0 h 1594"/>
                  <a:gd name="T10" fmla="*/ 0 w 113"/>
                  <a:gd name="T11" fmla="*/ 0 h 1594"/>
                  <a:gd name="T12" fmla="*/ 0 w 113"/>
                  <a:gd name="T13" fmla="*/ 0 h 1594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113"/>
                  <a:gd name="T22" fmla="*/ 0 h 1594"/>
                  <a:gd name="T23" fmla="*/ 113 w 113"/>
                  <a:gd name="T24" fmla="*/ 1594 h 1594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113" h="1594">
                    <a:moveTo>
                      <a:pt x="113" y="0"/>
                    </a:moveTo>
                    <a:lnTo>
                      <a:pt x="56" y="0"/>
                    </a:lnTo>
                    <a:lnTo>
                      <a:pt x="0" y="0"/>
                    </a:lnTo>
                    <a:lnTo>
                      <a:pt x="0" y="1594"/>
                    </a:lnTo>
                    <a:lnTo>
                      <a:pt x="56" y="1594"/>
                    </a:lnTo>
                    <a:lnTo>
                      <a:pt x="113" y="1594"/>
                    </a:lnTo>
                    <a:lnTo>
                      <a:pt x="113" y="0"/>
                    </a:lnTo>
                    <a:close/>
                  </a:path>
                </a:pathLst>
              </a:cu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1053" name="Freeform 690">
                <a:extLst>
                  <a:ext uri="{FF2B5EF4-FFF2-40B4-BE49-F238E27FC236}">
                    <a16:creationId xmlns:a16="http://schemas.microsoft.com/office/drawing/2014/main" id="{161EAEFE-1A11-4CC2-0C98-02C851A0ED5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465" y="3676"/>
                <a:ext cx="19" cy="9"/>
              </a:xfrm>
              <a:custGeom>
                <a:avLst/>
                <a:gdLst>
                  <a:gd name="T0" fmla="*/ 0 w 113"/>
                  <a:gd name="T1" fmla="*/ 0 h 56"/>
                  <a:gd name="T2" fmla="*/ 0 w 113"/>
                  <a:gd name="T3" fmla="*/ 0 h 56"/>
                  <a:gd name="T4" fmla="*/ 0 w 113"/>
                  <a:gd name="T5" fmla="*/ 0 h 56"/>
                  <a:gd name="T6" fmla="*/ 0 w 113"/>
                  <a:gd name="T7" fmla="*/ 0 h 56"/>
                  <a:gd name="T8" fmla="*/ 0 w 113"/>
                  <a:gd name="T9" fmla="*/ 0 h 56"/>
                  <a:gd name="T10" fmla="*/ 0 w 113"/>
                  <a:gd name="T11" fmla="*/ 0 h 56"/>
                  <a:gd name="T12" fmla="*/ 0 w 113"/>
                  <a:gd name="T13" fmla="*/ 0 h 56"/>
                  <a:gd name="T14" fmla="*/ 0 w 113"/>
                  <a:gd name="T15" fmla="*/ 0 h 56"/>
                  <a:gd name="T16" fmla="*/ 0 w 113"/>
                  <a:gd name="T17" fmla="*/ 0 h 56"/>
                  <a:gd name="T18" fmla="*/ 0 w 113"/>
                  <a:gd name="T19" fmla="*/ 0 h 56"/>
                  <a:gd name="T20" fmla="*/ 0 w 113"/>
                  <a:gd name="T21" fmla="*/ 0 h 56"/>
                  <a:gd name="T22" fmla="*/ 0 w 113"/>
                  <a:gd name="T23" fmla="*/ 0 h 56"/>
                  <a:gd name="T24" fmla="*/ 0 w 113"/>
                  <a:gd name="T25" fmla="*/ 0 h 56"/>
                  <a:gd name="T26" fmla="*/ 0 w 113"/>
                  <a:gd name="T27" fmla="*/ 0 h 56"/>
                  <a:gd name="T28" fmla="*/ 0 w 113"/>
                  <a:gd name="T29" fmla="*/ 0 h 56"/>
                  <a:gd name="T30" fmla="*/ 0 w 113"/>
                  <a:gd name="T31" fmla="*/ 0 h 56"/>
                  <a:gd name="T32" fmla="*/ 0 w 113"/>
                  <a:gd name="T33" fmla="*/ 0 h 5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w 113"/>
                  <a:gd name="T52" fmla="*/ 0 h 56"/>
                  <a:gd name="T53" fmla="*/ 113 w 113"/>
                  <a:gd name="T54" fmla="*/ 56 h 56"/>
                </a:gdLst>
                <a:ahLst/>
                <a:cxnLst>
                  <a:cxn ang="T34">
                    <a:pos x="T0" y="T1"/>
                  </a:cxn>
                  <a:cxn ang="T35">
                    <a:pos x="T2" y="T3"/>
                  </a:cxn>
                  <a:cxn ang="T36">
                    <a:pos x="T4" y="T5"/>
                  </a:cxn>
                  <a:cxn ang="T37">
                    <a:pos x="T6" y="T7"/>
                  </a:cxn>
                  <a:cxn ang="T38">
                    <a:pos x="T8" y="T9"/>
                  </a:cxn>
                  <a:cxn ang="T39">
                    <a:pos x="T10" y="T11"/>
                  </a:cxn>
                  <a:cxn ang="T40">
                    <a:pos x="T12" y="T13"/>
                  </a:cxn>
                  <a:cxn ang="T41">
                    <a:pos x="T14" y="T15"/>
                  </a:cxn>
                  <a:cxn ang="T42">
                    <a:pos x="T16" y="T17"/>
                  </a:cxn>
                  <a:cxn ang="T43">
                    <a:pos x="T18" y="T19"/>
                  </a:cxn>
                  <a:cxn ang="T44">
                    <a:pos x="T20" y="T21"/>
                  </a:cxn>
                  <a:cxn ang="T45">
                    <a:pos x="T22" y="T23"/>
                  </a:cxn>
                  <a:cxn ang="T46">
                    <a:pos x="T24" y="T25"/>
                  </a:cxn>
                  <a:cxn ang="T47">
                    <a:pos x="T26" y="T27"/>
                  </a:cxn>
                  <a:cxn ang="T48">
                    <a:pos x="T28" y="T29"/>
                  </a:cxn>
                  <a:cxn ang="T49">
                    <a:pos x="T30" y="T31"/>
                  </a:cxn>
                  <a:cxn ang="T50">
                    <a:pos x="T32" y="T33"/>
                  </a:cxn>
                </a:cxnLst>
                <a:rect l="T51" t="T52" r="T53" b="T54"/>
                <a:pathLst>
                  <a:path w="113" h="56">
                    <a:moveTo>
                      <a:pt x="56" y="0"/>
                    </a:moveTo>
                    <a:lnTo>
                      <a:pt x="113" y="0"/>
                    </a:lnTo>
                    <a:lnTo>
                      <a:pt x="111" y="13"/>
                    </a:lnTo>
                    <a:lnTo>
                      <a:pt x="106" y="25"/>
                    </a:lnTo>
                    <a:lnTo>
                      <a:pt x="100" y="35"/>
                    </a:lnTo>
                    <a:lnTo>
                      <a:pt x="91" y="44"/>
                    </a:lnTo>
                    <a:lnTo>
                      <a:pt x="80" y="51"/>
                    </a:lnTo>
                    <a:lnTo>
                      <a:pt x="68" y="55"/>
                    </a:lnTo>
                    <a:lnTo>
                      <a:pt x="56" y="56"/>
                    </a:lnTo>
                    <a:lnTo>
                      <a:pt x="43" y="55"/>
                    </a:lnTo>
                    <a:lnTo>
                      <a:pt x="31" y="51"/>
                    </a:lnTo>
                    <a:lnTo>
                      <a:pt x="21" y="44"/>
                    </a:lnTo>
                    <a:lnTo>
                      <a:pt x="12" y="35"/>
                    </a:lnTo>
                    <a:lnTo>
                      <a:pt x="5" y="25"/>
                    </a:lnTo>
                    <a:lnTo>
                      <a:pt x="1" y="13"/>
                    </a:lnTo>
                    <a:lnTo>
                      <a:pt x="0" y="0"/>
                    </a:lnTo>
                    <a:lnTo>
                      <a:pt x="56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1054" name="Freeform 691">
                <a:extLst>
                  <a:ext uri="{FF2B5EF4-FFF2-40B4-BE49-F238E27FC236}">
                    <a16:creationId xmlns:a16="http://schemas.microsoft.com/office/drawing/2014/main" id="{571BE63E-6D8B-D593-29FA-CDF0A3F4B49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465" y="3676"/>
                <a:ext cx="19" cy="9"/>
              </a:xfrm>
              <a:custGeom>
                <a:avLst/>
                <a:gdLst>
                  <a:gd name="T0" fmla="*/ 0 w 113"/>
                  <a:gd name="T1" fmla="*/ 0 h 56"/>
                  <a:gd name="T2" fmla="*/ 0 w 113"/>
                  <a:gd name="T3" fmla="*/ 0 h 56"/>
                  <a:gd name="T4" fmla="*/ 0 w 113"/>
                  <a:gd name="T5" fmla="*/ 0 h 56"/>
                  <a:gd name="T6" fmla="*/ 0 w 113"/>
                  <a:gd name="T7" fmla="*/ 0 h 56"/>
                  <a:gd name="T8" fmla="*/ 0 w 113"/>
                  <a:gd name="T9" fmla="*/ 0 h 56"/>
                  <a:gd name="T10" fmla="*/ 0 w 113"/>
                  <a:gd name="T11" fmla="*/ 0 h 56"/>
                  <a:gd name="T12" fmla="*/ 0 w 113"/>
                  <a:gd name="T13" fmla="*/ 0 h 56"/>
                  <a:gd name="T14" fmla="*/ 0 w 113"/>
                  <a:gd name="T15" fmla="*/ 0 h 56"/>
                  <a:gd name="T16" fmla="*/ 0 w 113"/>
                  <a:gd name="T17" fmla="*/ 0 h 56"/>
                  <a:gd name="T18" fmla="*/ 0 w 113"/>
                  <a:gd name="T19" fmla="*/ 0 h 56"/>
                  <a:gd name="T20" fmla="*/ 0 w 113"/>
                  <a:gd name="T21" fmla="*/ 0 h 56"/>
                  <a:gd name="T22" fmla="*/ 0 w 113"/>
                  <a:gd name="T23" fmla="*/ 0 h 56"/>
                  <a:gd name="T24" fmla="*/ 0 w 113"/>
                  <a:gd name="T25" fmla="*/ 0 h 56"/>
                  <a:gd name="T26" fmla="*/ 0 w 113"/>
                  <a:gd name="T27" fmla="*/ 0 h 56"/>
                  <a:gd name="T28" fmla="*/ 0 w 113"/>
                  <a:gd name="T29" fmla="*/ 0 h 5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w 113"/>
                  <a:gd name="T46" fmla="*/ 0 h 56"/>
                  <a:gd name="T47" fmla="*/ 113 w 113"/>
                  <a:gd name="T48" fmla="*/ 56 h 56"/>
                </a:gdLst>
                <a:ahLst/>
                <a:cxnLst>
                  <a:cxn ang="T30">
                    <a:pos x="T0" y="T1"/>
                  </a:cxn>
                  <a:cxn ang="T31">
                    <a:pos x="T2" y="T3"/>
                  </a:cxn>
                  <a:cxn ang="T32">
                    <a:pos x="T4" y="T5"/>
                  </a:cxn>
                  <a:cxn ang="T33">
                    <a:pos x="T6" y="T7"/>
                  </a:cxn>
                  <a:cxn ang="T34">
                    <a:pos x="T8" y="T9"/>
                  </a:cxn>
                  <a:cxn ang="T35">
                    <a:pos x="T10" y="T11"/>
                  </a:cxn>
                  <a:cxn ang="T36">
                    <a:pos x="T12" y="T13"/>
                  </a:cxn>
                  <a:cxn ang="T37">
                    <a:pos x="T14" y="T15"/>
                  </a:cxn>
                  <a:cxn ang="T38">
                    <a:pos x="T16" y="T17"/>
                  </a:cxn>
                  <a:cxn ang="T39">
                    <a:pos x="T18" y="T19"/>
                  </a:cxn>
                  <a:cxn ang="T40">
                    <a:pos x="T20" y="T21"/>
                  </a:cxn>
                  <a:cxn ang="T41">
                    <a:pos x="T22" y="T23"/>
                  </a:cxn>
                  <a:cxn ang="T42">
                    <a:pos x="T24" y="T25"/>
                  </a:cxn>
                  <a:cxn ang="T43">
                    <a:pos x="T26" y="T27"/>
                  </a:cxn>
                  <a:cxn ang="T44">
                    <a:pos x="T28" y="T29"/>
                  </a:cxn>
                </a:cxnLst>
                <a:rect l="T45" t="T46" r="T47" b="T48"/>
                <a:pathLst>
                  <a:path w="113" h="56">
                    <a:moveTo>
                      <a:pt x="113" y="0"/>
                    </a:moveTo>
                    <a:lnTo>
                      <a:pt x="111" y="13"/>
                    </a:lnTo>
                    <a:lnTo>
                      <a:pt x="106" y="25"/>
                    </a:lnTo>
                    <a:lnTo>
                      <a:pt x="100" y="35"/>
                    </a:lnTo>
                    <a:lnTo>
                      <a:pt x="91" y="44"/>
                    </a:lnTo>
                    <a:lnTo>
                      <a:pt x="80" y="51"/>
                    </a:lnTo>
                    <a:lnTo>
                      <a:pt x="68" y="55"/>
                    </a:lnTo>
                    <a:lnTo>
                      <a:pt x="56" y="56"/>
                    </a:lnTo>
                    <a:lnTo>
                      <a:pt x="43" y="55"/>
                    </a:lnTo>
                    <a:lnTo>
                      <a:pt x="31" y="51"/>
                    </a:lnTo>
                    <a:lnTo>
                      <a:pt x="21" y="44"/>
                    </a:lnTo>
                    <a:lnTo>
                      <a:pt x="12" y="35"/>
                    </a:lnTo>
                    <a:lnTo>
                      <a:pt x="5" y="25"/>
                    </a:lnTo>
                    <a:lnTo>
                      <a:pt x="1" y="13"/>
                    </a:lnTo>
                    <a:lnTo>
                      <a:pt x="0" y="0"/>
                    </a:lnTo>
                  </a:path>
                </a:pathLst>
              </a:cu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1055" name="Freeform 692">
                <a:extLst>
                  <a:ext uri="{FF2B5EF4-FFF2-40B4-BE49-F238E27FC236}">
                    <a16:creationId xmlns:a16="http://schemas.microsoft.com/office/drawing/2014/main" id="{7242B210-DD84-2B7A-4DE7-4BB2AD88A83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666" y="3299"/>
                <a:ext cx="19" cy="10"/>
              </a:xfrm>
              <a:custGeom>
                <a:avLst/>
                <a:gdLst>
                  <a:gd name="T0" fmla="*/ 0 w 113"/>
                  <a:gd name="T1" fmla="*/ 0 h 57"/>
                  <a:gd name="T2" fmla="*/ 0 w 113"/>
                  <a:gd name="T3" fmla="*/ 0 h 57"/>
                  <a:gd name="T4" fmla="*/ 0 w 113"/>
                  <a:gd name="T5" fmla="*/ 0 h 57"/>
                  <a:gd name="T6" fmla="*/ 0 w 113"/>
                  <a:gd name="T7" fmla="*/ 0 h 57"/>
                  <a:gd name="T8" fmla="*/ 0 w 113"/>
                  <a:gd name="T9" fmla="*/ 0 h 57"/>
                  <a:gd name="T10" fmla="*/ 0 w 113"/>
                  <a:gd name="T11" fmla="*/ 0 h 57"/>
                  <a:gd name="T12" fmla="*/ 0 w 113"/>
                  <a:gd name="T13" fmla="*/ 0 h 57"/>
                  <a:gd name="T14" fmla="*/ 0 w 113"/>
                  <a:gd name="T15" fmla="*/ 0 h 57"/>
                  <a:gd name="T16" fmla="*/ 0 w 113"/>
                  <a:gd name="T17" fmla="*/ 0 h 57"/>
                  <a:gd name="T18" fmla="*/ 0 w 113"/>
                  <a:gd name="T19" fmla="*/ 0 h 57"/>
                  <a:gd name="T20" fmla="*/ 0 w 113"/>
                  <a:gd name="T21" fmla="*/ 0 h 57"/>
                  <a:gd name="T22" fmla="*/ 0 w 113"/>
                  <a:gd name="T23" fmla="*/ 0 h 57"/>
                  <a:gd name="T24" fmla="*/ 0 w 113"/>
                  <a:gd name="T25" fmla="*/ 0 h 57"/>
                  <a:gd name="T26" fmla="*/ 0 w 113"/>
                  <a:gd name="T27" fmla="*/ 0 h 57"/>
                  <a:gd name="T28" fmla="*/ 0 w 113"/>
                  <a:gd name="T29" fmla="*/ 0 h 57"/>
                  <a:gd name="T30" fmla="*/ 0 w 113"/>
                  <a:gd name="T31" fmla="*/ 0 h 57"/>
                  <a:gd name="T32" fmla="*/ 0 w 113"/>
                  <a:gd name="T33" fmla="*/ 0 h 57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w 113"/>
                  <a:gd name="T52" fmla="*/ 0 h 57"/>
                  <a:gd name="T53" fmla="*/ 113 w 113"/>
                  <a:gd name="T54" fmla="*/ 57 h 57"/>
                </a:gdLst>
                <a:ahLst/>
                <a:cxnLst>
                  <a:cxn ang="T34">
                    <a:pos x="T0" y="T1"/>
                  </a:cxn>
                  <a:cxn ang="T35">
                    <a:pos x="T2" y="T3"/>
                  </a:cxn>
                  <a:cxn ang="T36">
                    <a:pos x="T4" y="T5"/>
                  </a:cxn>
                  <a:cxn ang="T37">
                    <a:pos x="T6" y="T7"/>
                  </a:cxn>
                  <a:cxn ang="T38">
                    <a:pos x="T8" y="T9"/>
                  </a:cxn>
                  <a:cxn ang="T39">
                    <a:pos x="T10" y="T11"/>
                  </a:cxn>
                  <a:cxn ang="T40">
                    <a:pos x="T12" y="T13"/>
                  </a:cxn>
                  <a:cxn ang="T41">
                    <a:pos x="T14" y="T15"/>
                  </a:cxn>
                  <a:cxn ang="T42">
                    <a:pos x="T16" y="T17"/>
                  </a:cxn>
                  <a:cxn ang="T43">
                    <a:pos x="T18" y="T19"/>
                  </a:cxn>
                  <a:cxn ang="T44">
                    <a:pos x="T20" y="T21"/>
                  </a:cxn>
                  <a:cxn ang="T45">
                    <a:pos x="T22" y="T23"/>
                  </a:cxn>
                  <a:cxn ang="T46">
                    <a:pos x="T24" y="T25"/>
                  </a:cxn>
                  <a:cxn ang="T47">
                    <a:pos x="T26" y="T27"/>
                  </a:cxn>
                  <a:cxn ang="T48">
                    <a:pos x="T28" y="T29"/>
                  </a:cxn>
                  <a:cxn ang="T49">
                    <a:pos x="T30" y="T31"/>
                  </a:cxn>
                  <a:cxn ang="T50">
                    <a:pos x="T32" y="T33"/>
                  </a:cxn>
                </a:cxnLst>
                <a:rect l="T51" t="T52" r="T53" b="T54"/>
                <a:pathLst>
                  <a:path w="113" h="57">
                    <a:moveTo>
                      <a:pt x="56" y="57"/>
                    </a:moveTo>
                    <a:lnTo>
                      <a:pt x="0" y="57"/>
                    </a:lnTo>
                    <a:lnTo>
                      <a:pt x="1" y="45"/>
                    </a:lnTo>
                    <a:lnTo>
                      <a:pt x="5" y="32"/>
                    </a:lnTo>
                    <a:lnTo>
                      <a:pt x="12" y="22"/>
                    </a:lnTo>
                    <a:lnTo>
                      <a:pt x="21" y="13"/>
                    </a:lnTo>
                    <a:lnTo>
                      <a:pt x="31" y="6"/>
                    </a:lnTo>
                    <a:lnTo>
                      <a:pt x="44" y="2"/>
                    </a:lnTo>
                    <a:lnTo>
                      <a:pt x="56" y="0"/>
                    </a:lnTo>
                    <a:lnTo>
                      <a:pt x="68" y="2"/>
                    </a:lnTo>
                    <a:lnTo>
                      <a:pt x="81" y="6"/>
                    </a:lnTo>
                    <a:lnTo>
                      <a:pt x="91" y="13"/>
                    </a:lnTo>
                    <a:lnTo>
                      <a:pt x="100" y="22"/>
                    </a:lnTo>
                    <a:lnTo>
                      <a:pt x="106" y="32"/>
                    </a:lnTo>
                    <a:lnTo>
                      <a:pt x="111" y="45"/>
                    </a:lnTo>
                    <a:lnTo>
                      <a:pt x="113" y="57"/>
                    </a:lnTo>
                    <a:lnTo>
                      <a:pt x="56" y="57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1056" name="Freeform 693">
                <a:extLst>
                  <a:ext uri="{FF2B5EF4-FFF2-40B4-BE49-F238E27FC236}">
                    <a16:creationId xmlns:a16="http://schemas.microsoft.com/office/drawing/2014/main" id="{CF1F4D86-1DC2-F9E1-BFAF-8B7FE9E226F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666" y="3299"/>
                <a:ext cx="19" cy="10"/>
              </a:xfrm>
              <a:custGeom>
                <a:avLst/>
                <a:gdLst>
                  <a:gd name="T0" fmla="*/ 0 w 113"/>
                  <a:gd name="T1" fmla="*/ 0 h 57"/>
                  <a:gd name="T2" fmla="*/ 0 w 113"/>
                  <a:gd name="T3" fmla="*/ 0 h 57"/>
                  <a:gd name="T4" fmla="*/ 0 w 113"/>
                  <a:gd name="T5" fmla="*/ 0 h 57"/>
                  <a:gd name="T6" fmla="*/ 0 w 113"/>
                  <a:gd name="T7" fmla="*/ 0 h 57"/>
                  <a:gd name="T8" fmla="*/ 0 w 113"/>
                  <a:gd name="T9" fmla="*/ 0 h 57"/>
                  <a:gd name="T10" fmla="*/ 0 w 113"/>
                  <a:gd name="T11" fmla="*/ 0 h 57"/>
                  <a:gd name="T12" fmla="*/ 0 w 113"/>
                  <a:gd name="T13" fmla="*/ 0 h 57"/>
                  <a:gd name="T14" fmla="*/ 0 w 113"/>
                  <a:gd name="T15" fmla="*/ 0 h 57"/>
                  <a:gd name="T16" fmla="*/ 0 w 113"/>
                  <a:gd name="T17" fmla="*/ 0 h 57"/>
                  <a:gd name="T18" fmla="*/ 0 w 113"/>
                  <a:gd name="T19" fmla="*/ 0 h 57"/>
                  <a:gd name="T20" fmla="*/ 0 w 113"/>
                  <a:gd name="T21" fmla="*/ 0 h 57"/>
                  <a:gd name="T22" fmla="*/ 0 w 113"/>
                  <a:gd name="T23" fmla="*/ 0 h 57"/>
                  <a:gd name="T24" fmla="*/ 0 w 113"/>
                  <a:gd name="T25" fmla="*/ 0 h 57"/>
                  <a:gd name="T26" fmla="*/ 0 w 113"/>
                  <a:gd name="T27" fmla="*/ 0 h 57"/>
                  <a:gd name="T28" fmla="*/ 0 w 113"/>
                  <a:gd name="T29" fmla="*/ 0 h 57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w 113"/>
                  <a:gd name="T46" fmla="*/ 0 h 57"/>
                  <a:gd name="T47" fmla="*/ 113 w 113"/>
                  <a:gd name="T48" fmla="*/ 57 h 57"/>
                </a:gdLst>
                <a:ahLst/>
                <a:cxnLst>
                  <a:cxn ang="T30">
                    <a:pos x="T0" y="T1"/>
                  </a:cxn>
                  <a:cxn ang="T31">
                    <a:pos x="T2" y="T3"/>
                  </a:cxn>
                  <a:cxn ang="T32">
                    <a:pos x="T4" y="T5"/>
                  </a:cxn>
                  <a:cxn ang="T33">
                    <a:pos x="T6" y="T7"/>
                  </a:cxn>
                  <a:cxn ang="T34">
                    <a:pos x="T8" y="T9"/>
                  </a:cxn>
                  <a:cxn ang="T35">
                    <a:pos x="T10" y="T11"/>
                  </a:cxn>
                  <a:cxn ang="T36">
                    <a:pos x="T12" y="T13"/>
                  </a:cxn>
                  <a:cxn ang="T37">
                    <a:pos x="T14" y="T15"/>
                  </a:cxn>
                  <a:cxn ang="T38">
                    <a:pos x="T16" y="T17"/>
                  </a:cxn>
                  <a:cxn ang="T39">
                    <a:pos x="T18" y="T19"/>
                  </a:cxn>
                  <a:cxn ang="T40">
                    <a:pos x="T20" y="T21"/>
                  </a:cxn>
                  <a:cxn ang="T41">
                    <a:pos x="T22" y="T23"/>
                  </a:cxn>
                  <a:cxn ang="T42">
                    <a:pos x="T24" y="T25"/>
                  </a:cxn>
                  <a:cxn ang="T43">
                    <a:pos x="T26" y="T27"/>
                  </a:cxn>
                  <a:cxn ang="T44">
                    <a:pos x="T28" y="T29"/>
                  </a:cxn>
                </a:cxnLst>
                <a:rect l="T45" t="T46" r="T47" b="T48"/>
                <a:pathLst>
                  <a:path w="113" h="57">
                    <a:moveTo>
                      <a:pt x="0" y="57"/>
                    </a:moveTo>
                    <a:lnTo>
                      <a:pt x="1" y="45"/>
                    </a:lnTo>
                    <a:lnTo>
                      <a:pt x="5" y="32"/>
                    </a:lnTo>
                    <a:lnTo>
                      <a:pt x="12" y="22"/>
                    </a:lnTo>
                    <a:lnTo>
                      <a:pt x="21" y="13"/>
                    </a:lnTo>
                    <a:lnTo>
                      <a:pt x="31" y="6"/>
                    </a:lnTo>
                    <a:lnTo>
                      <a:pt x="44" y="2"/>
                    </a:lnTo>
                    <a:lnTo>
                      <a:pt x="56" y="0"/>
                    </a:lnTo>
                    <a:lnTo>
                      <a:pt x="68" y="2"/>
                    </a:lnTo>
                    <a:lnTo>
                      <a:pt x="81" y="6"/>
                    </a:lnTo>
                    <a:lnTo>
                      <a:pt x="91" y="13"/>
                    </a:lnTo>
                    <a:lnTo>
                      <a:pt x="100" y="22"/>
                    </a:lnTo>
                    <a:lnTo>
                      <a:pt x="106" y="32"/>
                    </a:lnTo>
                    <a:lnTo>
                      <a:pt x="111" y="45"/>
                    </a:lnTo>
                    <a:lnTo>
                      <a:pt x="113" y="57"/>
                    </a:lnTo>
                  </a:path>
                </a:pathLst>
              </a:cu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1057" name="Freeform 694">
                <a:extLst>
                  <a:ext uri="{FF2B5EF4-FFF2-40B4-BE49-F238E27FC236}">
                    <a16:creationId xmlns:a16="http://schemas.microsoft.com/office/drawing/2014/main" id="{CA1A3FBC-82A3-D454-EDC3-EEADE2B600B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666" y="3309"/>
                <a:ext cx="19" cy="464"/>
              </a:xfrm>
              <a:custGeom>
                <a:avLst/>
                <a:gdLst>
                  <a:gd name="T0" fmla="*/ 0 w 113"/>
                  <a:gd name="T1" fmla="*/ 0 h 2748"/>
                  <a:gd name="T2" fmla="*/ 0 w 113"/>
                  <a:gd name="T3" fmla="*/ 0 h 2748"/>
                  <a:gd name="T4" fmla="*/ 0 w 113"/>
                  <a:gd name="T5" fmla="*/ 0 h 2748"/>
                  <a:gd name="T6" fmla="*/ 0 w 113"/>
                  <a:gd name="T7" fmla="*/ 0 h 2748"/>
                  <a:gd name="T8" fmla="*/ 0 w 113"/>
                  <a:gd name="T9" fmla="*/ 0 h 2748"/>
                  <a:gd name="T10" fmla="*/ 0 w 113"/>
                  <a:gd name="T11" fmla="*/ 0 h 2748"/>
                  <a:gd name="T12" fmla="*/ 0 w 113"/>
                  <a:gd name="T13" fmla="*/ 0 h 2748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113"/>
                  <a:gd name="T22" fmla="*/ 0 h 2748"/>
                  <a:gd name="T23" fmla="*/ 113 w 113"/>
                  <a:gd name="T24" fmla="*/ 2748 h 2748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113" h="2748">
                    <a:moveTo>
                      <a:pt x="113" y="0"/>
                    </a:moveTo>
                    <a:lnTo>
                      <a:pt x="56" y="0"/>
                    </a:lnTo>
                    <a:lnTo>
                      <a:pt x="0" y="0"/>
                    </a:lnTo>
                    <a:lnTo>
                      <a:pt x="0" y="2748"/>
                    </a:lnTo>
                    <a:lnTo>
                      <a:pt x="56" y="2748"/>
                    </a:lnTo>
                    <a:lnTo>
                      <a:pt x="113" y="2748"/>
                    </a:lnTo>
                    <a:lnTo>
                      <a:pt x="113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1058" name="Freeform 695">
                <a:extLst>
                  <a:ext uri="{FF2B5EF4-FFF2-40B4-BE49-F238E27FC236}">
                    <a16:creationId xmlns:a16="http://schemas.microsoft.com/office/drawing/2014/main" id="{FEFBFA6B-4174-BEDB-85E6-06C9363280E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666" y="3309"/>
                <a:ext cx="19" cy="464"/>
              </a:xfrm>
              <a:custGeom>
                <a:avLst/>
                <a:gdLst>
                  <a:gd name="T0" fmla="*/ 0 w 113"/>
                  <a:gd name="T1" fmla="*/ 0 h 2748"/>
                  <a:gd name="T2" fmla="*/ 0 w 113"/>
                  <a:gd name="T3" fmla="*/ 0 h 2748"/>
                  <a:gd name="T4" fmla="*/ 0 w 113"/>
                  <a:gd name="T5" fmla="*/ 0 h 2748"/>
                  <a:gd name="T6" fmla="*/ 0 w 113"/>
                  <a:gd name="T7" fmla="*/ 0 h 2748"/>
                  <a:gd name="T8" fmla="*/ 0 w 113"/>
                  <a:gd name="T9" fmla="*/ 0 h 2748"/>
                  <a:gd name="T10" fmla="*/ 0 w 113"/>
                  <a:gd name="T11" fmla="*/ 0 h 2748"/>
                  <a:gd name="T12" fmla="*/ 0 w 113"/>
                  <a:gd name="T13" fmla="*/ 0 h 2748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113"/>
                  <a:gd name="T22" fmla="*/ 0 h 2748"/>
                  <a:gd name="T23" fmla="*/ 113 w 113"/>
                  <a:gd name="T24" fmla="*/ 2748 h 2748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113" h="2748">
                    <a:moveTo>
                      <a:pt x="113" y="0"/>
                    </a:moveTo>
                    <a:lnTo>
                      <a:pt x="56" y="0"/>
                    </a:lnTo>
                    <a:lnTo>
                      <a:pt x="0" y="0"/>
                    </a:lnTo>
                    <a:lnTo>
                      <a:pt x="0" y="2748"/>
                    </a:lnTo>
                    <a:lnTo>
                      <a:pt x="56" y="2748"/>
                    </a:lnTo>
                    <a:lnTo>
                      <a:pt x="113" y="2748"/>
                    </a:lnTo>
                    <a:lnTo>
                      <a:pt x="113" y="0"/>
                    </a:lnTo>
                    <a:close/>
                  </a:path>
                </a:pathLst>
              </a:cu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1059" name="Freeform 696">
                <a:extLst>
                  <a:ext uri="{FF2B5EF4-FFF2-40B4-BE49-F238E27FC236}">
                    <a16:creationId xmlns:a16="http://schemas.microsoft.com/office/drawing/2014/main" id="{B34A7489-DCB0-5E1F-8222-1F9C3EFE523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666" y="3773"/>
                <a:ext cx="19" cy="9"/>
              </a:xfrm>
              <a:custGeom>
                <a:avLst/>
                <a:gdLst>
                  <a:gd name="T0" fmla="*/ 0 w 113"/>
                  <a:gd name="T1" fmla="*/ 0 h 56"/>
                  <a:gd name="T2" fmla="*/ 0 w 113"/>
                  <a:gd name="T3" fmla="*/ 0 h 56"/>
                  <a:gd name="T4" fmla="*/ 0 w 113"/>
                  <a:gd name="T5" fmla="*/ 0 h 56"/>
                  <a:gd name="T6" fmla="*/ 0 w 113"/>
                  <a:gd name="T7" fmla="*/ 0 h 56"/>
                  <a:gd name="T8" fmla="*/ 0 w 113"/>
                  <a:gd name="T9" fmla="*/ 0 h 56"/>
                  <a:gd name="T10" fmla="*/ 0 w 113"/>
                  <a:gd name="T11" fmla="*/ 0 h 56"/>
                  <a:gd name="T12" fmla="*/ 0 w 113"/>
                  <a:gd name="T13" fmla="*/ 0 h 56"/>
                  <a:gd name="T14" fmla="*/ 0 w 113"/>
                  <a:gd name="T15" fmla="*/ 0 h 56"/>
                  <a:gd name="T16" fmla="*/ 0 w 113"/>
                  <a:gd name="T17" fmla="*/ 0 h 56"/>
                  <a:gd name="T18" fmla="*/ 0 w 113"/>
                  <a:gd name="T19" fmla="*/ 0 h 56"/>
                  <a:gd name="T20" fmla="*/ 0 w 113"/>
                  <a:gd name="T21" fmla="*/ 0 h 56"/>
                  <a:gd name="T22" fmla="*/ 0 w 113"/>
                  <a:gd name="T23" fmla="*/ 0 h 56"/>
                  <a:gd name="T24" fmla="*/ 0 w 113"/>
                  <a:gd name="T25" fmla="*/ 0 h 56"/>
                  <a:gd name="T26" fmla="*/ 0 w 113"/>
                  <a:gd name="T27" fmla="*/ 0 h 56"/>
                  <a:gd name="T28" fmla="*/ 0 w 113"/>
                  <a:gd name="T29" fmla="*/ 0 h 56"/>
                  <a:gd name="T30" fmla="*/ 0 w 113"/>
                  <a:gd name="T31" fmla="*/ 0 h 56"/>
                  <a:gd name="T32" fmla="*/ 0 w 113"/>
                  <a:gd name="T33" fmla="*/ 0 h 5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w 113"/>
                  <a:gd name="T52" fmla="*/ 0 h 56"/>
                  <a:gd name="T53" fmla="*/ 113 w 113"/>
                  <a:gd name="T54" fmla="*/ 56 h 56"/>
                </a:gdLst>
                <a:ahLst/>
                <a:cxnLst>
                  <a:cxn ang="T34">
                    <a:pos x="T0" y="T1"/>
                  </a:cxn>
                  <a:cxn ang="T35">
                    <a:pos x="T2" y="T3"/>
                  </a:cxn>
                  <a:cxn ang="T36">
                    <a:pos x="T4" y="T5"/>
                  </a:cxn>
                  <a:cxn ang="T37">
                    <a:pos x="T6" y="T7"/>
                  </a:cxn>
                  <a:cxn ang="T38">
                    <a:pos x="T8" y="T9"/>
                  </a:cxn>
                  <a:cxn ang="T39">
                    <a:pos x="T10" y="T11"/>
                  </a:cxn>
                  <a:cxn ang="T40">
                    <a:pos x="T12" y="T13"/>
                  </a:cxn>
                  <a:cxn ang="T41">
                    <a:pos x="T14" y="T15"/>
                  </a:cxn>
                  <a:cxn ang="T42">
                    <a:pos x="T16" y="T17"/>
                  </a:cxn>
                  <a:cxn ang="T43">
                    <a:pos x="T18" y="T19"/>
                  </a:cxn>
                  <a:cxn ang="T44">
                    <a:pos x="T20" y="T21"/>
                  </a:cxn>
                  <a:cxn ang="T45">
                    <a:pos x="T22" y="T23"/>
                  </a:cxn>
                  <a:cxn ang="T46">
                    <a:pos x="T24" y="T25"/>
                  </a:cxn>
                  <a:cxn ang="T47">
                    <a:pos x="T26" y="T27"/>
                  </a:cxn>
                  <a:cxn ang="T48">
                    <a:pos x="T28" y="T29"/>
                  </a:cxn>
                  <a:cxn ang="T49">
                    <a:pos x="T30" y="T31"/>
                  </a:cxn>
                  <a:cxn ang="T50">
                    <a:pos x="T32" y="T33"/>
                  </a:cxn>
                </a:cxnLst>
                <a:rect l="T51" t="T52" r="T53" b="T54"/>
                <a:pathLst>
                  <a:path w="113" h="56">
                    <a:moveTo>
                      <a:pt x="56" y="0"/>
                    </a:moveTo>
                    <a:lnTo>
                      <a:pt x="113" y="0"/>
                    </a:lnTo>
                    <a:lnTo>
                      <a:pt x="111" y="12"/>
                    </a:lnTo>
                    <a:lnTo>
                      <a:pt x="106" y="25"/>
                    </a:lnTo>
                    <a:lnTo>
                      <a:pt x="100" y="35"/>
                    </a:lnTo>
                    <a:lnTo>
                      <a:pt x="91" y="44"/>
                    </a:lnTo>
                    <a:lnTo>
                      <a:pt x="81" y="50"/>
                    </a:lnTo>
                    <a:lnTo>
                      <a:pt x="68" y="55"/>
                    </a:lnTo>
                    <a:lnTo>
                      <a:pt x="56" y="56"/>
                    </a:lnTo>
                    <a:lnTo>
                      <a:pt x="44" y="55"/>
                    </a:lnTo>
                    <a:lnTo>
                      <a:pt x="31" y="50"/>
                    </a:lnTo>
                    <a:lnTo>
                      <a:pt x="21" y="44"/>
                    </a:lnTo>
                    <a:lnTo>
                      <a:pt x="12" y="35"/>
                    </a:lnTo>
                    <a:lnTo>
                      <a:pt x="5" y="25"/>
                    </a:lnTo>
                    <a:lnTo>
                      <a:pt x="1" y="12"/>
                    </a:lnTo>
                    <a:lnTo>
                      <a:pt x="0" y="0"/>
                    </a:lnTo>
                    <a:lnTo>
                      <a:pt x="56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1060" name="Freeform 697">
                <a:extLst>
                  <a:ext uri="{FF2B5EF4-FFF2-40B4-BE49-F238E27FC236}">
                    <a16:creationId xmlns:a16="http://schemas.microsoft.com/office/drawing/2014/main" id="{B43342B3-F76E-E5D2-6D68-B187C3769DD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666" y="3773"/>
                <a:ext cx="19" cy="9"/>
              </a:xfrm>
              <a:custGeom>
                <a:avLst/>
                <a:gdLst>
                  <a:gd name="T0" fmla="*/ 0 w 113"/>
                  <a:gd name="T1" fmla="*/ 0 h 56"/>
                  <a:gd name="T2" fmla="*/ 0 w 113"/>
                  <a:gd name="T3" fmla="*/ 0 h 56"/>
                  <a:gd name="T4" fmla="*/ 0 w 113"/>
                  <a:gd name="T5" fmla="*/ 0 h 56"/>
                  <a:gd name="T6" fmla="*/ 0 w 113"/>
                  <a:gd name="T7" fmla="*/ 0 h 56"/>
                  <a:gd name="T8" fmla="*/ 0 w 113"/>
                  <a:gd name="T9" fmla="*/ 0 h 56"/>
                  <a:gd name="T10" fmla="*/ 0 w 113"/>
                  <a:gd name="T11" fmla="*/ 0 h 56"/>
                  <a:gd name="T12" fmla="*/ 0 w 113"/>
                  <a:gd name="T13" fmla="*/ 0 h 56"/>
                  <a:gd name="T14" fmla="*/ 0 w 113"/>
                  <a:gd name="T15" fmla="*/ 0 h 56"/>
                  <a:gd name="T16" fmla="*/ 0 w 113"/>
                  <a:gd name="T17" fmla="*/ 0 h 56"/>
                  <a:gd name="T18" fmla="*/ 0 w 113"/>
                  <a:gd name="T19" fmla="*/ 0 h 56"/>
                  <a:gd name="T20" fmla="*/ 0 w 113"/>
                  <a:gd name="T21" fmla="*/ 0 h 56"/>
                  <a:gd name="T22" fmla="*/ 0 w 113"/>
                  <a:gd name="T23" fmla="*/ 0 h 56"/>
                  <a:gd name="T24" fmla="*/ 0 w 113"/>
                  <a:gd name="T25" fmla="*/ 0 h 56"/>
                  <a:gd name="T26" fmla="*/ 0 w 113"/>
                  <a:gd name="T27" fmla="*/ 0 h 56"/>
                  <a:gd name="T28" fmla="*/ 0 w 113"/>
                  <a:gd name="T29" fmla="*/ 0 h 5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w 113"/>
                  <a:gd name="T46" fmla="*/ 0 h 56"/>
                  <a:gd name="T47" fmla="*/ 113 w 113"/>
                  <a:gd name="T48" fmla="*/ 56 h 56"/>
                </a:gdLst>
                <a:ahLst/>
                <a:cxnLst>
                  <a:cxn ang="T30">
                    <a:pos x="T0" y="T1"/>
                  </a:cxn>
                  <a:cxn ang="T31">
                    <a:pos x="T2" y="T3"/>
                  </a:cxn>
                  <a:cxn ang="T32">
                    <a:pos x="T4" y="T5"/>
                  </a:cxn>
                  <a:cxn ang="T33">
                    <a:pos x="T6" y="T7"/>
                  </a:cxn>
                  <a:cxn ang="T34">
                    <a:pos x="T8" y="T9"/>
                  </a:cxn>
                  <a:cxn ang="T35">
                    <a:pos x="T10" y="T11"/>
                  </a:cxn>
                  <a:cxn ang="T36">
                    <a:pos x="T12" y="T13"/>
                  </a:cxn>
                  <a:cxn ang="T37">
                    <a:pos x="T14" y="T15"/>
                  </a:cxn>
                  <a:cxn ang="T38">
                    <a:pos x="T16" y="T17"/>
                  </a:cxn>
                  <a:cxn ang="T39">
                    <a:pos x="T18" y="T19"/>
                  </a:cxn>
                  <a:cxn ang="T40">
                    <a:pos x="T20" y="T21"/>
                  </a:cxn>
                  <a:cxn ang="T41">
                    <a:pos x="T22" y="T23"/>
                  </a:cxn>
                  <a:cxn ang="T42">
                    <a:pos x="T24" y="T25"/>
                  </a:cxn>
                  <a:cxn ang="T43">
                    <a:pos x="T26" y="T27"/>
                  </a:cxn>
                  <a:cxn ang="T44">
                    <a:pos x="T28" y="T29"/>
                  </a:cxn>
                </a:cxnLst>
                <a:rect l="T45" t="T46" r="T47" b="T48"/>
                <a:pathLst>
                  <a:path w="113" h="56">
                    <a:moveTo>
                      <a:pt x="113" y="0"/>
                    </a:moveTo>
                    <a:lnTo>
                      <a:pt x="111" y="12"/>
                    </a:lnTo>
                    <a:lnTo>
                      <a:pt x="106" y="25"/>
                    </a:lnTo>
                    <a:lnTo>
                      <a:pt x="100" y="35"/>
                    </a:lnTo>
                    <a:lnTo>
                      <a:pt x="91" y="44"/>
                    </a:lnTo>
                    <a:lnTo>
                      <a:pt x="81" y="50"/>
                    </a:lnTo>
                    <a:lnTo>
                      <a:pt x="68" y="55"/>
                    </a:lnTo>
                    <a:lnTo>
                      <a:pt x="56" y="56"/>
                    </a:lnTo>
                    <a:lnTo>
                      <a:pt x="44" y="55"/>
                    </a:lnTo>
                    <a:lnTo>
                      <a:pt x="31" y="50"/>
                    </a:lnTo>
                    <a:lnTo>
                      <a:pt x="21" y="44"/>
                    </a:lnTo>
                    <a:lnTo>
                      <a:pt x="12" y="35"/>
                    </a:lnTo>
                    <a:lnTo>
                      <a:pt x="5" y="25"/>
                    </a:lnTo>
                    <a:lnTo>
                      <a:pt x="1" y="12"/>
                    </a:lnTo>
                    <a:lnTo>
                      <a:pt x="0" y="0"/>
                    </a:lnTo>
                  </a:path>
                </a:pathLst>
              </a:cu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1061" name="Freeform 698">
                <a:extLst>
                  <a:ext uri="{FF2B5EF4-FFF2-40B4-BE49-F238E27FC236}">
                    <a16:creationId xmlns:a16="http://schemas.microsoft.com/office/drawing/2014/main" id="{50423E9F-092D-79FC-5103-BDFE426159D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890" y="3299"/>
                <a:ext cx="19" cy="10"/>
              </a:xfrm>
              <a:custGeom>
                <a:avLst/>
                <a:gdLst>
                  <a:gd name="T0" fmla="*/ 0 w 114"/>
                  <a:gd name="T1" fmla="*/ 0 h 57"/>
                  <a:gd name="T2" fmla="*/ 0 w 114"/>
                  <a:gd name="T3" fmla="*/ 0 h 57"/>
                  <a:gd name="T4" fmla="*/ 0 w 114"/>
                  <a:gd name="T5" fmla="*/ 0 h 57"/>
                  <a:gd name="T6" fmla="*/ 0 w 114"/>
                  <a:gd name="T7" fmla="*/ 0 h 57"/>
                  <a:gd name="T8" fmla="*/ 0 w 114"/>
                  <a:gd name="T9" fmla="*/ 0 h 57"/>
                  <a:gd name="T10" fmla="*/ 0 w 114"/>
                  <a:gd name="T11" fmla="*/ 0 h 57"/>
                  <a:gd name="T12" fmla="*/ 0 w 114"/>
                  <a:gd name="T13" fmla="*/ 0 h 57"/>
                  <a:gd name="T14" fmla="*/ 0 w 114"/>
                  <a:gd name="T15" fmla="*/ 0 h 57"/>
                  <a:gd name="T16" fmla="*/ 0 w 114"/>
                  <a:gd name="T17" fmla="*/ 0 h 57"/>
                  <a:gd name="T18" fmla="*/ 0 w 114"/>
                  <a:gd name="T19" fmla="*/ 0 h 57"/>
                  <a:gd name="T20" fmla="*/ 0 w 114"/>
                  <a:gd name="T21" fmla="*/ 0 h 57"/>
                  <a:gd name="T22" fmla="*/ 0 w 114"/>
                  <a:gd name="T23" fmla="*/ 0 h 57"/>
                  <a:gd name="T24" fmla="*/ 0 w 114"/>
                  <a:gd name="T25" fmla="*/ 0 h 57"/>
                  <a:gd name="T26" fmla="*/ 0 w 114"/>
                  <a:gd name="T27" fmla="*/ 0 h 57"/>
                  <a:gd name="T28" fmla="*/ 0 w 114"/>
                  <a:gd name="T29" fmla="*/ 0 h 57"/>
                  <a:gd name="T30" fmla="*/ 0 w 114"/>
                  <a:gd name="T31" fmla="*/ 0 h 57"/>
                  <a:gd name="T32" fmla="*/ 0 w 114"/>
                  <a:gd name="T33" fmla="*/ 0 h 57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w 114"/>
                  <a:gd name="T52" fmla="*/ 0 h 57"/>
                  <a:gd name="T53" fmla="*/ 114 w 114"/>
                  <a:gd name="T54" fmla="*/ 57 h 57"/>
                </a:gdLst>
                <a:ahLst/>
                <a:cxnLst>
                  <a:cxn ang="T34">
                    <a:pos x="T0" y="T1"/>
                  </a:cxn>
                  <a:cxn ang="T35">
                    <a:pos x="T2" y="T3"/>
                  </a:cxn>
                  <a:cxn ang="T36">
                    <a:pos x="T4" y="T5"/>
                  </a:cxn>
                  <a:cxn ang="T37">
                    <a:pos x="T6" y="T7"/>
                  </a:cxn>
                  <a:cxn ang="T38">
                    <a:pos x="T8" y="T9"/>
                  </a:cxn>
                  <a:cxn ang="T39">
                    <a:pos x="T10" y="T11"/>
                  </a:cxn>
                  <a:cxn ang="T40">
                    <a:pos x="T12" y="T13"/>
                  </a:cxn>
                  <a:cxn ang="T41">
                    <a:pos x="T14" y="T15"/>
                  </a:cxn>
                  <a:cxn ang="T42">
                    <a:pos x="T16" y="T17"/>
                  </a:cxn>
                  <a:cxn ang="T43">
                    <a:pos x="T18" y="T19"/>
                  </a:cxn>
                  <a:cxn ang="T44">
                    <a:pos x="T20" y="T21"/>
                  </a:cxn>
                  <a:cxn ang="T45">
                    <a:pos x="T22" y="T23"/>
                  </a:cxn>
                  <a:cxn ang="T46">
                    <a:pos x="T24" y="T25"/>
                  </a:cxn>
                  <a:cxn ang="T47">
                    <a:pos x="T26" y="T27"/>
                  </a:cxn>
                  <a:cxn ang="T48">
                    <a:pos x="T28" y="T29"/>
                  </a:cxn>
                  <a:cxn ang="T49">
                    <a:pos x="T30" y="T31"/>
                  </a:cxn>
                  <a:cxn ang="T50">
                    <a:pos x="T32" y="T33"/>
                  </a:cxn>
                </a:cxnLst>
                <a:rect l="T51" t="T52" r="T53" b="T54"/>
                <a:pathLst>
                  <a:path w="114" h="57">
                    <a:moveTo>
                      <a:pt x="57" y="57"/>
                    </a:moveTo>
                    <a:lnTo>
                      <a:pt x="0" y="57"/>
                    </a:lnTo>
                    <a:lnTo>
                      <a:pt x="2" y="45"/>
                    </a:lnTo>
                    <a:lnTo>
                      <a:pt x="6" y="32"/>
                    </a:lnTo>
                    <a:lnTo>
                      <a:pt x="13" y="22"/>
                    </a:lnTo>
                    <a:lnTo>
                      <a:pt x="22" y="13"/>
                    </a:lnTo>
                    <a:lnTo>
                      <a:pt x="32" y="6"/>
                    </a:lnTo>
                    <a:lnTo>
                      <a:pt x="44" y="2"/>
                    </a:lnTo>
                    <a:lnTo>
                      <a:pt x="57" y="0"/>
                    </a:lnTo>
                    <a:lnTo>
                      <a:pt x="69" y="2"/>
                    </a:lnTo>
                    <a:lnTo>
                      <a:pt x="81" y="6"/>
                    </a:lnTo>
                    <a:lnTo>
                      <a:pt x="91" y="13"/>
                    </a:lnTo>
                    <a:lnTo>
                      <a:pt x="100" y="22"/>
                    </a:lnTo>
                    <a:lnTo>
                      <a:pt x="107" y="32"/>
                    </a:lnTo>
                    <a:lnTo>
                      <a:pt x="112" y="45"/>
                    </a:lnTo>
                    <a:lnTo>
                      <a:pt x="114" y="57"/>
                    </a:lnTo>
                    <a:lnTo>
                      <a:pt x="57" y="57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1062" name="Freeform 699">
                <a:extLst>
                  <a:ext uri="{FF2B5EF4-FFF2-40B4-BE49-F238E27FC236}">
                    <a16:creationId xmlns:a16="http://schemas.microsoft.com/office/drawing/2014/main" id="{34FAF859-2D9B-FF77-48B6-84990435B25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890" y="3299"/>
                <a:ext cx="19" cy="10"/>
              </a:xfrm>
              <a:custGeom>
                <a:avLst/>
                <a:gdLst>
                  <a:gd name="T0" fmla="*/ 0 w 114"/>
                  <a:gd name="T1" fmla="*/ 0 h 57"/>
                  <a:gd name="T2" fmla="*/ 0 w 114"/>
                  <a:gd name="T3" fmla="*/ 0 h 57"/>
                  <a:gd name="T4" fmla="*/ 0 w 114"/>
                  <a:gd name="T5" fmla="*/ 0 h 57"/>
                  <a:gd name="T6" fmla="*/ 0 w 114"/>
                  <a:gd name="T7" fmla="*/ 0 h 57"/>
                  <a:gd name="T8" fmla="*/ 0 w 114"/>
                  <a:gd name="T9" fmla="*/ 0 h 57"/>
                  <a:gd name="T10" fmla="*/ 0 w 114"/>
                  <a:gd name="T11" fmla="*/ 0 h 57"/>
                  <a:gd name="T12" fmla="*/ 0 w 114"/>
                  <a:gd name="T13" fmla="*/ 0 h 57"/>
                  <a:gd name="T14" fmla="*/ 0 w 114"/>
                  <a:gd name="T15" fmla="*/ 0 h 57"/>
                  <a:gd name="T16" fmla="*/ 0 w 114"/>
                  <a:gd name="T17" fmla="*/ 0 h 57"/>
                  <a:gd name="T18" fmla="*/ 0 w 114"/>
                  <a:gd name="T19" fmla="*/ 0 h 57"/>
                  <a:gd name="T20" fmla="*/ 0 w 114"/>
                  <a:gd name="T21" fmla="*/ 0 h 57"/>
                  <a:gd name="T22" fmla="*/ 0 w 114"/>
                  <a:gd name="T23" fmla="*/ 0 h 57"/>
                  <a:gd name="T24" fmla="*/ 0 w 114"/>
                  <a:gd name="T25" fmla="*/ 0 h 57"/>
                  <a:gd name="T26" fmla="*/ 0 w 114"/>
                  <a:gd name="T27" fmla="*/ 0 h 57"/>
                  <a:gd name="T28" fmla="*/ 0 w 114"/>
                  <a:gd name="T29" fmla="*/ 0 h 57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w 114"/>
                  <a:gd name="T46" fmla="*/ 0 h 57"/>
                  <a:gd name="T47" fmla="*/ 114 w 114"/>
                  <a:gd name="T48" fmla="*/ 57 h 57"/>
                </a:gdLst>
                <a:ahLst/>
                <a:cxnLst>
                  <a:cxn ang="T30">
                    <a:pos x="T0" y="T1"/>
                  </a:cxn>
                  <a:cxn ang="T31">
                    <a:pos x="T2" y="T3"/>
                  </a:cxn>
                  <a:cxn ang="T32">
                    <a:pos x="T4" y="T5"/>
                  </a:cxn>
                  <a:cxn ang="T33">
                    <a:pos x="T6" y="T7"/>
                  </a:cxn>
                  <a:cxn ang="T34">
                    <a:pos x="T8" y="T9"/>
                  </a:cxn>
                  <a:cxn ang="T35">
                    <a:pos x="T10" y="T11"/>
                  </a:cxn>
                  <a:cxn ang="T36">
                    <a:pos x="T12" y="T13"/>
                  </a:cxn>
                  <a:cxn ang="T37">
                    <a:pos x="T14" y="T15"/>
                  </a:cxn>
                  <a:cxn ang="T38">
                    <a:pos x="T16" y="T17"/>
                  </a:cxn>
                  <a:cxn ang="T39">
                    <a:pos x="T18" y="T19"/>
                  </a:cxn>
                  <a:cxn ang="T40">
                    <a:pos x="T20" y="T21"/>
                  </a:cxn>
                  <a:cxn ang="T41">
                    <a:pos x="T22" y="T23"/>
                  </a:cxn>
                  <a:cxn ang="T42">
                    <a:pos x="T24" y="T25"/>
                  </a:cxn>
                  <a:cxn ang="T43">
                    <a:pos x="T26" y="T27"/>
                  </a:cxn>
                  <a:cxn ang="T44">
                    <a:pos x="T28" y="T29"/>
                  </a:cxn>
                </a:cxnLst>
                <a:rect l="T45" t="T46" r="T47" b="T48"/>
                <a:pathLst>
                  <a:path w="114" h="57">
                    <a:moveTo>
                      <a:pt x="0" y="57"/>
                    </a:moveTo>
                    <a:lnTo>
                      <a:pt x="2" y="45"/>
                    </a:lnTo>
                    <a:lnTo>
                      <a:pt x="6" y="32"/>
                    </a:lnTo>
                    <a:lnTo>
                      <a:pt x="13" y="22"/>
                    </a:lnTo>
                    <a:lnTo>
                      <a:pt x="22" y="13"/>
                    </a:lnTo>
                    <a:lnTo>
                      <a:pt x="32" y="6"/>
                    </a:lnTo>
                    <a:lnTo>
                      <a:pt x="44" y="2"/>
                    </a:lnTo>
                    <a:lnTo>
                      <a:pt x="57" y="0"/>
                    </a:lnTo>
                    <a:lnTo>
                      <a:pt x="69" y="2"/>
                    </a:lnTo>
                    <a:lnTo>
                      <a:pt x="81" y="6"/>
                    </a:lnTo>
                    <a:lnTo>
                      <a:pt x="91" y="13"/>
                    </a:lnTo>
                    <a:lnTo>
                      <a:pt x="100" y="22"/>
                    </a:lnTo>
                    <a:lnTo>
                      <a:pt x="107" y="32"/>
                    </a:lnTo>
                    <a:lnTo>
                      <a:pt x="112" y="45"/>
                    </a:lnTo>
                    <a:lnTo>
                      <a:pt x="114" y="57"/>
                    </a:lnTo>
                  </a:path>
                </a:pathLst>
              </a:cu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1063" name="Freeform 700">
                <a:extLst>
                  <a:ext uri="{FF2B5EF4-FFF2-40B4-BE49-F238E27FC236}">
                    <a16:creationId xmlns:a16="http://schemas.microsoft.com/office/drawing/2014/main" id="{1B159429-7547-2774-9CE9-06926AE3DCD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890" y="3309"/>
                <a:ext cx="19" cy="464"/>
              </a:xfrm>
              <a:custGeom>
                <a:avLst/>
                <a:gdLst>
                  <a:gd name="T0" fmla="*/ 0 w 114"/>
                  <a:gd name="T1" fmla="*/ 0 h 2748"/>
                  <a:gd name="T2" fmla="*/ 0 w 114"/>
                  <a:gd name="T3" fmla="*/ 0 h 2748"/>
                  <a:gd name="T4" fmla="*/ 0 w 114"/>
                  <a:gd name="T5" fmla="*/ 0 h 2748"/>
                  <a:gd name="T6" fmla="*/ 0 w 114"/>
                  <a:gd name="T7" fmla="*/ 0 h 2748"/>
                  <a:gd name="T8" fmla="*/ 0 w 114"/>
                  <a:gd name="T9" fmla="*/ 0 h 2748"/>
                  <a:gd name="T10" fmla="*/ 0 w 114"/>
                  <a:gd name="T11" fmla="*/ 0 h 2748"/>
                  <a:gd name="T12" fmla="*/ 0 w 114"/>
                  <a:gd name="T13" fmla="*/ 0 h 2748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114"/>
                  <a:gd name="T22" fmla="*/ 0 h 2748"/>
                  <a:gd name="T23" fmla="*/ 114 w 114"/>
                  <a:gd name="T24" fmla="*/ 2748 h 2748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114" h="2748">
                    <a:moveTo>
                      <a:pt x="114" y="0"/>
                    </a:moveTo>
                    <a:lnTo>
                      <a:pt x="57" y="0"/>
                    </a:lnTo>
                    <a:lnTo>
                      <a:pt x="0" y="0"/>
                    </a:lnTo>
                    <a:lnTo>
                      <a:pt x="0" y="2748"/>
                    </a:lnTo>
                    <a:lnTo>
                      <a:pt x="57" y="2748"/>
                    </a:lnTo>
                    <a:lnTo>
                      <a:pt x="114" y="2748"/>
                    </a:lnTo>
                    <a:lnTo>
                      <a:pt x="114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1064" name="Freeform 701">
                <a:extLst>
                  <a:ext uri="{FF2B5EF4-FFF2-40B4-BE49-F238E27FC236}">
                    <a16:creationId xmlns:a16="http://schemas.microsoft.com/office/drawing/2014/main" id="{5D489D99-CE60-3D23-687F-BBD669855E8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890" y="3309"/>
                <a:ext cx="19" cy="464"/>
              </a:xfrm>
              <a:custGeom>
                <a:avLst/>
                <a:gdLst>
                  <a:gd name="T0" fmla="*/ 0 w 114"/>
                  <a:gd name="T1" fmla="*/ 0 h 2748"/>
                  <a:gd name="T2" fmla="*/ 0 w 114"/>
                  <a:gd name="T3" fmla="*/ 0 h 2748"/>
                  <a:gd name="T4" fmla="*/ 0 w 114"/>
                  <a:gd name="T5" fmla="*/ 0 h 2748"/>
                  <a:gd name="T6" fmla="*/ 0 w 114"/>
                  <a:gd name="T7" fmla="*/ 0 h 2748"/>
                  <a:gd name="T8" fmla="*/ 0 w 114"/>
                  <a:gd name="T9" fmla="*/ 0 h 2748"/>
                  <a:gd name="T10" fmla="*/ 0 w 114"/>
                  <a:gd name="T11" fmla="*/ 0 h 2748"/>
                  <a:gd name="T12" fmla="*/ 0 w 114"/>
                  <a:gd name="T13" fmla="*/ 0 h 2748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114"/>
                  <a:gd name="T22" fmla="*/ 0 h 2748"/>
                  <a:gd name="T23" fmla="*/ 114 w 114"/>
                  <a:gd name="T24" fmla="*/ 2748 h 2748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114" h="2748">
                    <a:moveTo>
                      <a:pt x="114" y="0"/>
                    </a:moveTo>
                    <a:lnTo>
                      <a:pt x="57" y="0"/>
                    </a:lnTo>
                    <a:lnTo>
                      <a:pt x="0" y="0"/>
                    </a:lnTo>
                    <a:lnTo>
                      <a:pt x="0" y="2748"/>
                    </a:lnTo>
                    <a:lnTo>
                      <a:pt x="57" y="2748"/>
                    </a:lnTo>
                    <a:lnTo>
                      <a:pt x="114" y="2748"/>
                    </a:lnTo>
                    <a:lnTo>
                      <a:pt x="114" y="0"/>
                    </a:lnTo>
                    <a:close/>
                  </a:path>
                </a:pathLst>
              </a:cu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1065" name="Freeform 702">
                <a:extLst>
                  <a:ext uri="{FF2B5EF4-FFF2-40B4-BE49-F238E27FC236}">
                    <a16:creationId xmlns:a16="http://schemas.microsoft.com/office/drawing/2014/main" id="{9901040E-D9BC-759A-15F6-0EDB2BC425F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890" y="3773"/>
                <a:ext cx="19" cy="9"/>
              </a:xfrm>
              <a:custGeom>
                <a:avLst/>
                <a:gdLst>
                  <a:gd name="T0" fmla="*/ 0 w 114"/>
                  <a:gd name="T1" fmla="*/ 0 h 56"/>
                  <a:gd name="T2" fmla="*/ 0 w 114"/>
                  <a:gd name="T3" fmla="*/ 0 h 56"/>
                  <a:gd name="T4" fmla="*/ 0 w 114"/>
                  <a:gd name="T5" fmla="*/ 0 h 56"/>
                  <a:gd name="T6" fmla="*/ 0 w 114"/>
                  <a:gd name="T7" fmla="*/ 0 h 56"/>
                  <a:gd name="T8" fmla="*/ 0 w 114"/>
                  <a:gd name="T9" fmla="*/ 0 h 56"/>
                  <a:gd name="T10" fmla="*/ 0 w 114"/>
                  <a:gd name="T11" fmla="*/ 0 h 56"/>
                  <a:gd name="T12" fmla="*/ 0 w 114"/>
                  <a:gd name="T13" fmla="*/ 0 h 56"/>
                  <a:gd name="T14" fmla="*/ 0 w 114"/>
                  <a:gd name="T15" fmla="*/ 0 h 56"/>
                  <a:gd name="T16" fmla="*/ 0 w 114"/>
                  <a:gd name="T17" fmla="*/ 0 h 56"/>
                  <a:gd name="T18" fmla="*/ 0 w 114"/>
                  <a:gd name="T19" fmla="*/ 0 h 56"/>
                  <a:gd name="T20" fmla="*/ 0 w 114"/>
                  <a:gd name="T21" fmla="*/ 0 h 56"/>
                  <a:gd name="T22" fmla="*/ 0 w 114"/>
                  <a:gd name="T23" fmla="*/ 0 h 56"/>
                  <a:gd name="T24" fmla="*/ 0 w 114"/>
                  <a:gd name="T25" fmla="*/ 0 h 56"/>
                  <a:gd name="T26" fmla="*/ 0 w 114"/>
                  <a:gd name="T27" fmla="*/ 0 h 56"/>
                  <a:gd name="T28" fmla="*/ 0 w 114"/>
                  <a:gd name="T29" fmla="*/ 0 h 56"/>
                  <a:gd name="T30" fmla="*/ 0 w 114"/>
                  <a:gd name="T31" fmla="*/ 0 h 56"/>
                  <a:gd name="T32" fmla="*/ 0 w 114"/>
                  <a:gd name="T33" fmla="*/ 0 h 5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w 114"/>
                  <a:gd name="T52" fmla="*/ 0 h 56"/>
                  <a:gd name="T53" fmla="*/ 114 w 114"/>
                  <a:gd name="T54" fmla="*/ 56 h 56"/>
                </a:gdLst>
                <a:ahLst/>
                <a:cxnLst>
                  <a:cxn ang="T34">
                    <a:pos x="T0" y="T1"/>
                  </a:cxn>
                  <a:cxn ang="T35">
                    <a:pos x="T2" y="T3"/>
                  </a:cxn>
                  <a:cxn ang="T36">
                    <a:pos x="T4" y="T5"/>
                  </a:cxn>
                  <a:cxn ang="T37">
                    <a:pos x="T6" y="T7"/>
                  </a:cxn>
                  <a:cxn ang="T38">
                    <a:pos x="T8" y="T9"/>
                  </a:cxn>
                  <a:cxn ang="T39">
                    <a:pos x="T10" y="T11"/>
                  </a:cxn>
                  <a:cxn ang="T40">
                    <a:pos x="T12" y="T13"/>
                  </a:cxn>
                  <a:cxn ang="T41">
                    <a:pos x="T14" y="T15"/>
                  </a:cxn>
                  <a:cxn ang="T42">
                    <a:pos x="T16" y="T17"/>
                  </a:cxn>
                  <a:cxn ang="T43">
                    <a:pos x="T18" y="T19"/>
                  </a:cxn>
                  <a:cxn ang="T44">
                    <a:pos x="T20" y="T21"/>
                  </a:cxn>
                  <a:cxn ang="T45">
                    <a:pos x="T22" y="T23"/>
                  </a:cxn>
                  <a:cxn ang="T46">
                    <a:pos x="T24" y="T25"/>
                  </a:cxn>
                  <a:cxn ang="T47">
                    <a:pos x="T26" y="T27"/>
                  </a:cxn>
                  <a:cxn ang="T48">
                    <a:pos x="T28" y="T29"/>
                  </a:cxn>
                  <a:cxn ang="T49">
                    <a:pos x="T30" y="T31"/>
                  </a:cxn>
                  <a:cxn ang="T50">
                    <a:pos x="T32" y="T33"/>
                  </a:cxn>
                </a:cxnLst>
                <a:rect l="T51" t="T52" r="T53" b="T54"/>
                <a:pathLst>
                  <a:path w="114" h="56">
                    <a:moveTo>
                      <a:pt x="57" y="0"/>
                    </a:moveTo>
                    <a:lnTo>
                      <a:pt x="114" y="0"/>
                    </a:lnTo>
                    <a:lnTo>
                      <a:pt x="112" y="12"/>
                    </a:lnTo>
                    <a:lnTo>
                      <a:pt x="107" y="25"/>
                    </a:lnTo>
                    <a:lnTo>
                      <a:pt x="100" y="35"/>
                    </a:lnTo>
                    <a:lnTo>
                      <a:pt x="91" y="44"/>
                    </a:lnTo>
                    <a:lnTo>
                      <a:pt x="81" y="50"/>
                    </a:lnTo>
                    <a:lnTo>
                      <a:pt x="69" y="55"/>
                    </a:lnTo>
                    <a:lnTo>
                      <a:pt x="57" y="56"/>
                    </a:lnTo>
                    <a:lnTo>
                      <a:pt x="44" y="55"/>
                    </a:lnTo>
                    <a:lnTo>
                      <a:pt x="32" y="50"/>
                    </a:lnTo>
                    <a:lnTo>
                      <a:pt x="22" y="44"/>
                    </a:lnTo>
                    <a:lnTo>
                      <a:pt x="13" y="35"/>
                    </a:lnTo>
                    <a:lnTo>
                      <a:pt x="6" y="25"/>
                    </a:lnTo>
                    <a:lnTo>
                      <a:pt x="2" y="12"/>
                    </a:lnTo>
                    <a:lnTo>
                      <a:pt x="0" y="0"/>
                    </a:lnTo>
                    <a:lnTo>
                      <a:pt x="57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1066" name="Freeform 703">
                <a:extLst>
                  <a:ext uri="{FF2B5EF4-FFF2-40B4-BE49-F238E27FC236}">
                    <a16:creationId xmlns:a16="http://schemas.microsoft.com/office/drawing/2014/main" id="{796DBD71-7712-F2A6-92FB-C68A2821EFB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890" y="3773"/>
                <a:ext cx="19" cy="9"/>
              </a:xfrm>
              <a:custGeom>
                <a:avLst/>
                <a:gdLst>
                  <a:gd name="T0" fmla="*/ 0 w 114"/>
                  <a:gd name="T1" fmla="*/ 0 h 56"/>
                  <a:gd name="T2" fmla="*/ 0 w 114"/>
                  <a:gd name="T3" fmla="*/ 0 h 56"/>
                  <a:gd name="T4" fmla="*/ 0 w 114"/>
                  <a:gd name="T5" fmla="*/ 0 h 56"/>
                  <a:gd name="T6" fmla="*/ 0 w 114"/>
                  <a:gd name="T7" fmla="*/ 0 h 56"/>
                  <a:gd name="T8" fmla="*/ 0 w 114"/>
                  <a:gd name="T9" fmla="*/ 0 h 56"/>
                  <a:gd name="T10" fmla="*/ 0 w 114"/>
                  <a:gd name="T11" fmla="*/ 0 h 56"/>
                  <a:gd name="T12" fmla="*/ 0 w 114"/>
                  <a:gd name="T13" fmla="*/ 0 h 56"/>
                  <a:gd name="T14" fmla="*/ 0 w 114"/>
                  <a:gd name="T15" fmla="*/ 0 h 56"/>
                  <a:gd name="T16" fmla="*/ 0 w 114"/>
                  <a:gd name="T17" fmla="*/ 0 h 56"/>
                  <a:gd name="T18" fmla="*/ 0 w 114"/>
                  <a:gd name="T19" fmla="*/ 0 h 56"/>
                  <a:gd name="T20" fmla="*/ 0 w 114"/>
                  <a:gd name="T21" fmla="*/ 0 h 56"/>
                  <a:gd name="T22" fmla="*/ 0 w 114"/>
                  <a:gd name="T23" fmla="*/ 0 h 56"/>
                  <a:gd name="T24" fmla="*/ 0 w 114"/>
                  <a:gd name="T25" fmla="*/ 0 h 56"/>
                  <a:gd name="T26" fmla="*/ 0 w 114"/>
                  <a:gd name="T27" fmla="*/ 0 h 56"/>
                  <a:gd name="T28" fmla="*/ 0 w 114"/>
                  <a:gd name="T29" fmla="*/ 0 h 5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w 114"/>
                  <a:gd name="T46" fmla="*/ 0 h 56"/>
                  <a:gd name="T47" fmla="*/ 114 w 114"/>
                  <a:gd name="T48" fmla="*/ 56 h 56"/>
                </a:gdLst>
                <a:ahLst/>
                <a:cxnLst>
                  <a:cxn ang="T30">
                    <a:pos x="T0" y="T1"/>
                  </a:cxn>
                  <a:cxn ang="T31">
                    <a:pos x="T2" y="T3"/>
                  </a:cxn>
                  <a:cxn ang="T32">
                    <a:pos x="T4" y="T5"/>
                  </a:cxn>
                  <a:cxn ang="T33">
                    <a:pos x="T6" y="T7"/>
                  </a:cxn>
                  <a:cxn ang="T34">
                    <a:pos x="T8" y="T9"/>
                  </a:cxn>
                  <a:cxn ang="T35">
                    <a:pos x="T10" y="T11"/>
                  </a:cxn>
                  <a:cxn ang="T36">
                    <a:pos x="T12" y="T13"/>
                  </a:cxn>
                  <a:cxn ang="T37">
                    <a:pos x="T14" y="T15"/>
                  </a:cxn>
                  <a:cxn ang="T38">
                    <a:pos x="T16" y="T17"/>
                  </a:cxn>
                  <a:cxn ang="T39">
                    <a:pos x="T18" y="T19"/>
                  </a:cxn>
                  <a:cxn ang="T40">
                    <a:pos x="T20" y="T21"/>
                  </a:cxn>
                  <a:cxn ang="T41">
                    <a:pos x="T22" y="T23"/>
                  </a:cxn>
                  <a:cxn ang="T42">
                    <a:pos x="T24" y="T25"/>
                  </a:cxn>
                  <a:cxn ang="T43">
                    <a:pos x="T26" y="T27"/>
                  </a:cxn>
                  <a:cxn ang="T44">
                    <a:pos x="T28" y="T29"/>
                  </a:cxn>
                </a:cxnLst>
                <a:rect l="T45" t="T46" r="T47" b="T48"/>
                <a:pathLst>
                  <a:path w="114" h="56">
                    <a:moveTo>
                      <a:pt x="114" y="0"/>
                    </a:moveTo>
                    <a:lnTo>
                      <a:pt x="112" y="12"/>
                    </a:lnTo>
                    <a:lnTo>
                      <a:pt x="107" y="25"/>
                    </a:lnTo>
                    <a:lnTo>
                      <a:pt x="100" y="35"/>
                    </a:lnTo>
                    <a:lnTo>
                      <a:pt x="91" y="44"/>
                    </a:lnTo>
                    <a:lnTo>
                      <a:pt x="81" y="50"/>
                    </a:lnTo>
                    <a:lnTo>
                      <a:pt x="69" y="55"/>
                    </a:lnTo>
                    <a:lnTo>
                      <a:pt x="57" y="56"/>
                    </a:lnTo>
                    <a:lnTo>
                      <a:pt x="44" y="55"/>
                    </a:lnTo>
                    <a:lnTo>
                      <a:pt x="32" y="50"/>
                    </a:lnTo>
                    <a:lnTo>
                      <a:pt x="22" y="44"/>
                    </a:lnTo>
                    <a:lnTo>
                      <a:pt x="13" y="35"/>
                    </a:lnTo>
                    <a:lnTo>
                      <a:pt x="6" y="25"/>
                    </a:lnTo>
                    <a:lnTo>
                      <a:pt x="2" y="12"/>
                    </a:lnTo>
                    <a:lnTo>
                      <a:pt x="0" y="0"/>
                    </a:lnTo>
                  </a:path>
                </a:pathLst>
              </a:cu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1067" name="Freeform 704">
                <a:extLst>
                  <a:ext uri="{FF2B5EF4-FFF2-40B4-BE49-F238E27FC236}">
                    <a16:creationId xmlns:a16="http://schemas.microsoft.com/office/drawing/2014/main" id="{CFCACC84-5CED-38F5-E8DD-8A317C2F28D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092" y="3397"/>
                <a:ext cx="19" cy="9"/>
              </a:xfrm>
              <a:custGeom>
                <a:avLst/>
                <a:gdLst>
                  <a:gd name="T0" fmla="*/ 0 w 113"/>
                  <a:gd name="T1" fmla="*/ 0 h 58"/>
                  <a:gd name="T2" fmla="*/ 0 w 113"/>
                  <a:gd name="T3" fmla="*/ 0 h 58"/>
                  <a:gd name="T4" fmla="*/ 0 w 113"/>
                  <a:gd name="T5" fmla="*/ 0 h 58"/>
                  <a:gd name="T6" fmla="*/ 0 w 113"/>
                  <a:gd name="T7" fmla="*/ 0 h 58"/>
                  <a:gd name="T8" fmla="*/ 0 w 113"/>
                  <a:gd name="T9" fmla="*/ 0 h 58"/>
                  <a:gd name="T10" fmla="*/ 0 w 113"/>
                  <a:gd name="T11" fmla="*/ 0 h 58"/>
                  <a:gd name="T12" fmla="*/ 0 w 113"/>
                  <a:gd name="T13" fmla="*/ 0 h 58"/>
                  <a:gd name="T14" fmla="*/ 0 w 113"/>
                  <a:gd name="T15" fmla="*/ 0 h 58"/>
                  <a:gd name="T16" fmla="*/ 0 w 113"/>
                  <a:gd name="T17" fmla="*/ 0 h 58"/>
                  <a:gd name="T18" fmla="*/ 0 w 113"/>
                  <a:gd name="T19" fmla="*/ 0 h 58"/>
                  <a:gd name="T20" fmla="*/ 0 w 113"/>
                  <a:gd name="T21" fmla="*/ 0 h 58"/>
                  <a:gd name="T22" fmla="*/ 0 w 113"/>
                  <a:gd name="T23" fmla="*/ 0 h 58"/>
                  <a:gd name="T24" fmla="*/ 0 w 113"/>
                  <a:gd name="T25" fmla="*/ 0 h 58"/>
                  <a:gd name="T26" fmla="*/ 0 w 113"/>
                  <a:gd name="T27" fmla="*/ 0 h 58"/>
                  <a:gd name="T28" fmla="*/ 0 w 113"/>
                  <a:gd name="T29" fmla="*/ 0 h 58"/>
                  <a:gd name="T30" fmla="*/ 0 w 113"/>
                  <a:gd name="T31" fmla="*/ 0 h 58"/>
                  <a:gd name="T32" fmla="*/ 0 w 113"/>
                  <a:gd name="T33" fmla="*/ 0 h 58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w 113"/>
                  <a:gd name="T52" fmla="*/ 0 h 58"/>
                  <a:gd name="T53" fmla="*/ 113 w 113"/>
                  <a:gd name="T54" fmla="*/ 58 h 58"/>
                </a:gdLst>
                <a:ahLst/>
                <a:cxnLst>
                  <a:cxn ang="T34">
                    <a:pos x="T0" y="T1"/>
                  </a:cxn>
                  <a:cxn ang="T35">
                    <a:pos x="T2" y="T3"/>
                  </a:cxn>
                  <a:cxn ang="T36">
                    <a:pos x="T4" y="T5"/>
                  </a:cxn>
                  <a:cxn ang="T37">
                    <a:pos x="T6" y="T7"/>
                  </a:cxn>
                  <a:cxn ang="T38">
                    <a:pos x="T8" y="T9"/>
                  </a:cxn>
                  <a:cxn ang="T39">
                    <a:pos x="T10" y="T11"/>
                  </a:cxn>
                  <a:cxn ang="T40">
                    <a:pos x="T12" y="T13"/>
                  </a:cxn>
                  <a:cxn ang="T41">
                    <a:pos x="T14" y="T15"/>
                  </a:cxn>
                  <a:cxn ang="T42">
                    <a:pos x="T16" y="T17"/>
                  </a:cxn>
                  <a:cxn ang="T43">
                    <a:pos x="T18" y="T19"/>
                  </a:cxn>
                  <a:cxn ang="T44">
                    <a:pos x="T20" y="T21"/>
                  </a:cxn>
                  <a:cxn ang="T45">
                    <a:pos x="T22" y="T23"/>
                  </a:cxn>
                  <a:cxn ang="T46">
                    <a:pos x="T24" y="T25"/>
                  </a:cxn>
                  <a:cxn ang="T47">
                    <a:pos x="T26" y="T27"/>
                  </a:cxn>
                  <a:cxn ang="T48">
                    <a:pos x="T28" y="T29"/>
                  </a:cxn>
                  <a:cxn ang="T49">
                    <a:pos x="T30" y="T31"/>
                  </a:cxn>
                  <a:cxn ang="T50">
                    <a:pos x="T32" y="T33"/>
                  </a:cxn>
                </a:cxnLst>
                <a:rect l="T51" t="T52" r="T53" b="T54"/>
                <a:pathLst>
                  <a:path w="113" h="58">
                    <a:moveTo>
                      <a:pt x="56" y="58"/>
                    </a:moveTo>
                    <a:lnTo>
                      <a:pt x="0" y="58"/>
                    </a:lnTo>
                    <a:lnTo>
                      <a:pt x="1" y="45"/>
                    </a:lnTo>
                    <a:lnTo>
                      <a:pt x="5" y="33"/>
                    </a:lnTo>
                    <a:lnTo>
                      <a:pt x="12" y="23"/>
                    </a:lnTo>
                    <a:lnTo>
                      <a:pt x="21" y="14"/>
                    </a:lnTo>
                    <a:lnTo>
                      <a:pt x="31" y="7"/>
                    </a:lnTo>
                    <a:lnTo>
                      <a:pt x="43" y="3"/>
                    </a:lnTo>
                    <a:lnTo>
                      <a:pt x="56" y="0"/>
                    </a:lnTo>
                    <a:lnTo>
                      <a:pt x="68" y="3"/>
                    </a:lnTo>
                    <a:lnTo>
                      <a:pt x="80" y="7"/>
                    </a:lnTo>
                    <a:lnTo>
                      <a:pt x="91" y="14"/>
                    </a:lnTo>
                    <a:lnTo>
                      <a:pt x="100" y="23"/>
                    </a:lnTo>
                    <a:lnTo>
                      <a:pt x="106" y="33"/>
                    </a:lnTo>
                    <a:lnTo>
                      <a:pt x="111" y="45"/>
                    </a:lnTo>
                    <a:lnTo>
                      <a:pt x="113" y="58"/>
                    </a:lnTo>
                    <a:lnTo>
                      <a:pt x="56" y="58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1068" name="Freeform 705">
                <a:extLst>
                  <a:ext uri="{FF2B5EF4-FFF2-40B4-BE49-F238E27FC236}">
                    <a16:creationId xmlns:a16="http://schemas.microsoft.com/office/drawing/2014/main" id="{E6F29E26-766F-7E92-53D1-0E0CCCAC44D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092" y="3397"/>
                <a:ext cx="19" cy="9"/>
              </a:xfrm>
              <a:custGeom>
                <a:avLst/>
                <a:gdLst>
                  <a:gd name="T0" fmla="*/ 0 w 113"/>
                  <a:gd name="T1" fmla="*/ 0 h 58"/>
                  <a:gd name="T2" fmla="*/ 0 w 113"/>
                  <a:gd name="T3" fmla="*/ 0 h 58"/>
                  <a:gd name="T4" fmla="*/ 0 w 113"/>
                  <a:gd name="T5" fmla="*/ 0 h 58"/>
                  <a:gd name="T6" fmla="*/ 0 w 113"/>
                  <a:gd name="T7" fmla="*/ 0 h 58"/>
                  <a:gd name="T8" fmla="*/ 0 w 113"/>
                  <a:gd name="T9" fmla="*/ 0 h 58"/>
                  <a:gd name="T10" fmla="*/ 0 w 113"/>
                  <a:gd name="T11" fmla="*/ 0 h 58"/>
                  <a:gd name="T12" fmla="*/ 0 w 113"/>
                  <a:gd name="T13" fmla="*/ 0 h 58"/>
                  <a:gd name="T14" fmla="*/ 0 w 113"/>
                  <a:gd name="T15" fmla="*/ 0 h 58"/>
                  <a:gd name="T16" fmla="*/ 0 w 113"/>
                  <a:gd name="T17" fmla="*/ 0 h 58"/>
                  <a:gd name="T18" fmla="*/ 0 w 113"/>
                  <a:gd name="T19" fmla="*/ 0 h 58"/>
                  <a:gd name="T20" fmla="*/ 0 w 113"/>
                  <a:gd name="T21" fmla="*/ 0 h 58"/>
                  <a:gd name="T22" fmla="*/ 0 w 113"/>
                  <a:gd name="T23" fmla="*/ 0 h 58"/>
                  <a:gd name="T24" fmla="*/ 0 w 113"/>
                  <a:gd name="T25" fmla="*/ 0 h 58"/>
                  <a:gd name="T26" fmla="*/ 0 w 113"/>
                  <a:gd name="T27" fmla="*/ 0 h 58"/>
                  <a:gd name="T28" fmla="*/ 0 w 113"/>
                  <a:gd name="T29" fmla="*/ 0 h 58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w 113"/>
                  <a:gd name="T46" fmla="*/ 0 h 58"/>
                  <a:gd name="T47" fmla="*/ 113 w 113"/>
                  <a:gd name="T48" fmla="*/ 58 h 58"/>
                </a:gdLst>
                <a:ahLst/>
                <a:cxnLst>
                  <a:cxn ang="T30">
                    <a:pos x="T0" y="T1"/>
                  </a:cxn>
                  <a:cxn ang="T31">
                    <a:pos x="T2" y="T3"/>
                  </a:cxn>
                  <a:cxn ang="T32">
                    <a:pos x="T4" y="T5"/>
                  </a:cxn>
                  <a:cxn ang="T33">
                    <a:pos x="T6" y="T7"/>
                  </a:cxn>
                  <a:cxn ang="T34">
                    <a:pos x="T8" y="T9"/>
                  </a:cxn>
                  <a:cxn ang="T35">
                    <a:pos x="T10" y="T11"/>
                  </a:cxn>
                  <a:cxn ang="T36">
                    <a:pos x="T12" y="T13"/>
                  </a:cxn>
                  <a:cxn ang="T37">
                    <a:pos x="T14" y="T15"/>
                  </a:cxn>
                  <a:cxn ang="T38">
                    <a:pos x="T16" y="T17"/>
                  </a:cxn>
                  <a:cxn ang="T39">
                    <a:pos x="T18" y="T19"/>
                  </a:cxn>
                  <a:cxn ang="T40">
                    <a:pos x="T20" y="T21"/>
                  </a:cxn>
                  <a:cxn ang="T41">
                    <a:pos x="T22" y="T23"/>
                  </a:cxn>
                  <a:cxn ang="T42">
                    <a:pos x="T24" y="T25"/>
                  </a:cxn>
                  <a:cxn ang="T43">
                    <a:pos x="T26" y="T27"/>
                  </a:cxn>
                  <a:cxn ang="T44">
                    <a:pos x="T28" y="T29"/>
                  </a:cxn>
                </a:cxnLst>
                <a:rect l="T45" t="T46" r="T47" b="T48"/>
                <a:pathLst>
                  <a:path w="113" h="58">
                    <a:moveTo>
                      <a:pt x="0" y="58"/>
                    </a:moveTo>
                    <a:lnTo>
                      <a:pt x="1" y="45"/>
                    </a:lnTo>
                    <a:lnTo>
                      <a:pt x="5" y="33"/>
                    </a:lnTo>
                    <a:lnTo>
                      <a:pt x="12" y="23"/>
                    </a:lnTo>
                    <a:lnTo>
                      <a:pt x="21" y="14"/>
                    </a:lnTo>
                    <a:lnTo>
                      <a:pt x="31" y="7"/>
                    </a:lnTo>
                    <a:lnTo>
                      <a:pt x="43" y="3"/>
                    </a:lnTo>
                    <a:lnTo>
                      <a:pt x="56" y="0"/>
                    </a:lnTo>
                    <a:lnTo>
                      <a:pt x="68" y="3"/>
                    </a:lnTo>
                    <a:lnTo>
                      <a:pt x="80" y="7"/>
                    </a:lnTo>
                    <a:lnTo>
                      <a:pt x="91" y="14"/>
                    </a:lnTo>
                    <a:lnTo>
                      <a:pt x="100" y="23"/>
                    </a:lnTo>
                    <a:lnTo>
                      <a:pt x="106" y="33"/>
                    </a:lnTo>
                    <a:lnTo>
                      <a:pt x="111" y="45"/>
                    </a:lnTo>
                    <a:lnTo>
                      <a:pt x="113" y="58"/>
                    </a:lnTo>
                  </a:path>
                </a:pathLst>
              </a:cu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1069" name="Freeform 706">
                <a:extLst>
                  <a:ext uri="{FF2B5EF4-FFF2-40B4-BE49-F238E27FC236}">
                    <a16:creationId xmlns:a16="http://schemas.microsoft.com/office/drawing/2014/main" id="{864FFE5E-3A10-5EA6-BC1E-F0C7B982EC2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092" y="3406"/>
                <a:ext cx="19" cy="270"/>
              </a:xfrm>
              <a:custGeom>
                <a:avLst/>
                <a:gdLst>
                  <a:gd name="T0" fmla="*/ 0 w 113"/>
                  <a:gd name="T1" fmla="*/ 0 h 1594"/>
                  <a:gd name="T2" fmla="*/ 0 w 113"/>
                  <a:gd name="T3" fmla="*/ 0 h 1594"/>
                  <a:gd name="T4" fmla="*/ 0 w 113"/>
                  <a:gd name="T5" fmla="*/ 0 h 1594"/>
                  <a:gd name="T6" fmla="*/ 0 w 113"/>
                  <a:gd name="T7" fmla="*/ 0 h 1594"/>
                  <a:gd name="T8" fmla="*/ 0 w 113"/>
                  <a:gd name="T9" fmla="*/ 0 h 1594"/>
                  <a:gd name="T10" fmla="*/ 0 w 113"/>
                  <a:gd name="T11" fmla="*/ 0 h 1594"/>
                  <a:gd name="T12" fmla="*/ 0 w 113"/>
                  <a:gd name="T13" fmla="*/ 0 h 1594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113"/>
                  <a:gd name="T22" fmla="*/ 0 h 1594"/>
                  <a:gd name="T23" fmla="*/ 113 w 113"/>
                  <a:gd name="T24" fmla="*/ 1594 h 1594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113" h="1594">
                    <a:moveTo>
                      <a:pt x="113" y="0"/>
                    </a:moveTo>
                    <a:lnTo>
                      <a:pt x="56" y="0"/>
                    </a:lnTo>
                    <a:lnTo>
                      <a:pt x="0" y="0"/>
                    </a:lnTo>
                    <a:lnTo>
                      <a:pt x="0" y="1594"/>
                    </a:lnTo>
                    <a:lnTo>
                      <a:pt x="56" y="1594"/>
                    </a:lnTo>
                    <a:lnTo>
                      <a:pt x="113" y="1594"/>
                    </a:lnTo>
                    <a:lnTo>
                      <a:pt x="113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1070" name="Freeform 707">
                <a:extLst>
                  <a:ext uri="{FF2B5EF4-FFF2-40B4-BE49-F238E27FC236}">
                    <a16:creationId xmlns:a16="http://schemas.microsoft.com/office/drawing/2014/main" id="{E0AEED94-12A6-316E-608F-72CED156639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092" y="3406"/>
                <a:ext cx="19" cy="270"/>
              </a:xfrm>
              <a:custGeom>
                <a:avLst/>
                <a:gdLst>
                  <a:gd name="T0" fmla="*/ 0 w 113"/>
                  <a:gd name="T1" fmla="*/ 0 h 1594"/>
                  <a:gd name="T2" fmla="*/ 0 w 113"/>
                  <a:gd name="T3" fmla="*/ 0 h 1594"/>
                  <a:gd name="T4" fmla="*/ 0 w 113"/>
                  <a:gd name="T5" fmla="*/ 0 h 1594"/>
                  <a:gd name="T6" fmla="*/ 0 w 113"/>
                  <a:gd name="T7" fmla="*/ 0 h 1594"/>
                  <a:gd name="T8" fmla="*/ 0 w 113"/>
                  <a:gd name="T9" fmla="*/ 0 h 1594"/>
                  <a:gd name="T10" fmla="*/ 0 w 113"/>
                  <a:gd name="T11" fmla="*/ 0 h 1594"/>
                  <a:gd name="T12" fmla="*/ 0 w 113"/>
                  <a:gd name="T13" fmla="*/ 0 h 1594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113"/>
                  <a:gd name="T22" fmla="*/ 0 h 1594"/>
                  <a:gd name="T23" fmla="*/ 113 w 113"/>
                  <a:gd name="T24" fmla="*/ 1594 h 1594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113" h="1594">
                    <a:moveTo>
                      <a:pt x="113" y="0"/>
                    </a:moveTo>
                    <a:lnTo>
                      <a:pt x="56" y="0"/>
                    </a:lnTo>
                    <a:lnTo>
                      <a:pt x="0" y="0"/>
                    </a:lnTo>
                    <a:lnTo>
                      <a:pt x="0" y="1594"/>
                    </a:lnTo>
                    <a:lnTo>
                      <a:pt x="56" y="1594"/>
                    </a:lnTo>
                    <a:lnTo>
                      <a:pt x="113" y="1594"/>
                    </a:lnTo>
                    <a:lnTo>
                      <a:pt x="113" y="0"/>
                    </a:lnTo>
                    <a:close/>
                  </a:path>
                </a:pathLst>
              </a:cu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1071" name="Freeform 708">
                <a:extLst>
                  <a:ext uri="{FF2B5EF4-FFF2-40B4-BE49-F238E27FC236}">
                    <a16:creationId xmlns:a16="http://schemas.microsoft.com/office/drawing/2014/main" id="{CA0F55A6-9B6C-B73F-BAF1-4C0426C0DBF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092" y="3676"/>
                <a:ext cx="19" cy="9"/>
              </a:xfrm>
              <a:custGeom>
                <a:avLst/>
                <a:gdLst>
                  <a:gd name="T0" fmla="*/ 0 w 113"/>
                  <a:gd name="T1" fmla="*/ 0 h 56"/>
                  <a:gd name="T2" fmla="*/ 0 w 113"/>
                  <a:gd name="T3" fmla="*/ 0 h 56"/>
                  <a:gd name="T4" fmla="*/ 0 w 113"/>
                  <a:gd name="T5" fmla="*/ 0 h 56"/>
                  <a:gd name="T6" fmla="*/ 0 w 113"/>
                  <a:gd name="T7" fmla="*/ 0 h 56"/>
                  <a:gd name="T8" fmla="*/ 0 w 113"/>
                  <a:gd name="T9" fmla="*/ 0 h 56"/>
                  <a:gd name="T10" fmla="*/ 0 w 113"/>
                  <a:gd name="T11" fmla="*/ 0 h 56"/>
                  <a:gd name="T12" fmla="*/ 0 w 113"/>
                  <a:gd name="T13" fmla="*/ 0 h 56"/>
                  <a:gd name="T14" fmla="*/ 0 w 113"/>
                  <a:gd name="T15" fmla="*/ 0 h 56"/>
                  <a:gd name="T16" fmla="*/ 0 w 113"/>
                  <a:gd name="T17" fmla="*/ 0 h 56"/>
                  <a:gd name="T18" fmla="*/ 0 w 113"/>
                  <a:gd name="T19" fmla="*/ 0 h 56"/>
                  <a:gd name="T20" fmla="*/ 0 w 113"/>
                  <a:gd name="T21" fmla="*/ 0 h 56"/>
                  <a:gd name="T22" fmla="*/ 0 w 113"/>
                  <a:gd name="T23" fmla="*/ 0 h 56"/>
                  <a:gd name="T24" fmla="*/ 0 w 113"/>
                  <a:gd name="T25" fmla="*/ 0 h 56"/>
                  <a:gd name="T26" fmla="*/ 0 w 113"/>
                  <a:gd name="T27" fmla="*/ 0 h 56"/>
                  <a:gd name="T28" fmla="*/ 0 w 113"/>
                  <a:gd name="T29" fmla="*/ 0 h 56"/>
                  <a:gd name="T30" fmla="*/ 0 w 113"/>
                  <a:gd name="T31" fmla="*/ 0 h 56"/>
                  <a:gd name="T32" fmla="*/ 0 w 113"/>
                  <a:gd name="T33" fmla="*/ 0 h 5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w 113"/>
                  <a:gd name="T52" fmla="*/ 0 h 56"/>
                  <a:gd name="T53" fmla="*/ 113 w 113"/>
                  <a:gd name="T54" fmla="*/ 56 h 56"/>
                </a:gdLst>
                <a:ahLst/>
                <a:cxnLst>
                  <a:cxn ang="T34">
                    <a:pos x="T0" y="T1"/>
                  </a:cxn>
                  <a:cxn ang="T35">
                    <a:pos x="T2" y="T3"/>
                  </a:cxn>
                  <a:cxn ang="T36">
                    <a:pos x="T4" y="T5"/>
                  </a:cxn>
                  <a:cxn ang="T37">
                    <a:pos x="T6" y="T7"/>
                  </a:cxn>
                  <a:cxn ang="T38">
                    <a:pos x="T8" y="T9"/>
                  </a:cxn>
                  <a:cxn ang="T39">
                    <a:pos x="T10" y="T11"/>
                  </a:cxn>
                  <a:cxn ang="T40">
                    <a:pos x="T12" y="T13"/>
                  </a:cxn>
                  <a:cxn ang="T41">
                    <a:pos x="T14" y="T15"/>
                  </a:cxn>
                  <a:cxn ang="T42">
                    <a:pos x="T16" y="T17"/>
                  </a:cxn>
                  <a:cxn ang="T43">
                    <a:pos x="T18" y="T19"/>
                  </a:cxn>
                  <a:cxn ang="T44">
                    <a:pos x="T20" y="T21"/>
                  </a:cxn>
                  <a:cxn ang="T45">
                    <a:pos x="T22" y="T23"/>
                  </a:cxn>
                  <a:cxn ang="T46">
                    <a:pos x="T24" y="T25"/>
                  </a:cxn>
                  <a:cxn ang="T47">
                    <a:pos x="T26" y="T27"/>
                  </a:cxn>
                  <a:cxn ang="T48">
                    <a:pos x="T28" y="T29"/>
                  </a:cxn>
                  <a:cxn ang="T49">
                    <a:pos x="T30" y="T31"/>
                  </a:cxn>
                  <a:cxn ang="T50">
                    <a:pos x="T32" y="T33"/>
                  </a:cxn>
                </a:cxnLst>
                <a:rect l="T51" t="T52" r="T53" b="T54"/>
                <a:pathLst>
                  <a:path w="113" h="56">
                    <a:moveTo>
                      <a:pt x="56" y="0"/>
                    </a:moveTo>
                    <a:lnTo>
                      <a:pt x="113" y="0"/>
                    </a:lnTo>
                    <a:lnTo>
                      <a:pt x="111" y="13"/>
                    </a:lnTo>
                    <a:lnTo>
                      <a:pt x="106" y="25"/>
                    </a:lnTo>
                    <a:lnTo>
                      <a:pt x="100" y="35"/>
                    </a:lnTo>
                    <a:lnTo>
                      <a:pt x="91" y="44"/>
                    </a:lnTo>
                    <a:lnTo>
                      <a:pt x="80" y="51"/>
                    </a:lnTo>
                    <a:lnTo>
                      <a:pt x="68" y="55"/>
                    </a:lnTo>
                    <a:lnTo>
                      <a:pt x="56" y="56"/>
                    </a:lnTo>
                    <a:lnTo>
                      <a:pt x="43" y="55"/>
                    </a:lnTo>
                    <a:lnTo>
                      <a:pt x="31" y="51"/>
                    </a:lnTo>
                    <a:lnTo>
                      <a:pt x="21" y="44"/>
                    </a:lnTo>
                    <a:lnTo>
                      <a:pt x="12" y="35"/>
                    </a:lnTo>
                    <a:lnTo>
                      <a:pt x="5" y="25"/>
                    </a:lnTo>
                    <a:lnTo>
                      <a:pt x="1" y="13"/>
                    </a:lnTo>
                    <a:lnTo>
                      <a:pt x="0" y="0"/>
                    </a:lnTo>
                    <a:lnTo>
                      <a:pt x="56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1072" name="Freeform 709">
                <a:extLst>
                  <a:ext uri="{FF2B5EF4-FFF2-40B4-BE49-F238E27FC236}">
                    <a16:creationId xmlns:a16="http://schemas.microsoft.com/office/drawing/2014/main" id="{4CC55051-2992-A8A3-078E-2425F8EA770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092" y="3676"/>
                <a:ext cx="19" cy="9"/>
              </a:xfrm>
              <a:custGeom>
                <a:avLst/>
                <a:gdLst>
                  <a:gd name="T0" fmla="*/ 0 w 113"/>
                  <a:gd name="T1" fmla="*/ 0 h 56"/>
                  <a:gd name="T2" fmla="*/ 0 w 113"/>
                  <a:gd name="T3" fmla="*/ 0 h 56"/>
                  <a:gd name="T4" fmla="*/ 0 w 113"/>
                  <a:gd name="T5" fmla="*/ 0 h 56"/>
                  <a:gd name="T6" fmla="*/ 0 w 113"/>
                  <a:gd name="T7" fmla="*/ 0 h 56"/>
                  <a:gd name="T8" fmla="*/ 0 w 113"/>
                  <a:gd name="T9" fmla="*/ 0 h 56"/>
                  <a:gd name="T10" fmla="*/ 0 w 113"/>
                  <a:gd name="T11" fmla="*/ 0 h 56"/>
                  <a:gd name="T12" fmla="*/ 0 w 113"/>
                  <a:gd name="T13" fmla="*/ 0 h 56"/>
                  <a:gd name="T14" fmla="*/ 0 w 113"/>
                  <a:gd name="T15" fmla="*/ 0 h 56"/>
                  <a:gd name="T16" fmla="*/ 0 w 113"/>
                  <a:gd name="T17" fmla="*/ 0 h 56"/>
                  <a:gd name="T18" fmla="*/ 0 w 113"/>
                  <a:gd name="T19" fmla="*/ 0 h 56"/>
                  <a:gd name="T20" fmla="*/ 0 w 113"/>
                  <a:gd name="T21" fmla="*/ 0 h 56"/>
                  <a:gd name="T22" fmla="*/ 0 w 113"/>
                  <a:gd name="T23" fmla="*/ 0 h 56"/>
                  <a:gd name="T24" fmla="*/ 0 w 113"/>
                  <a:gd name="T25" fmla="*/ 0 h 56"/>
                  <a:gd name="T26" fmla="*/ 0 w 113"/>
                  <a:gd name="T27" fmla="*/ 0 h 56"/>
                  <a:gd name="T28" fmla="*/ 0 w 113"/>
                  <a:gd name="T29" fmla="*/ 0 h 5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w 113"/>
                  <a:gd name="T46" fmla="*/ 0 h 56"/>
                  <a:gd name="T47" fmla="*/ 113 w 113"/>
                  <a:gd name="T48" fmla="*/ 56 h 56"/>
                </a:gdLst>
                <a:ahLst/>
                <a:cxnLst>
                  <a:cxn ang="T30">
                    <a:pos x="T0" y="T1"/>
                  </a:cxn>
                  <a:cxn ang="T31">
                    <a:pos x="T2" y="T3"/>
                  </a:cxn>
                  <a:cxn ang="T32">
                    <a:pos x="T4" y="T5"/>
                  </a:cxn>
                  <a:cxn ang="T33">
                    <a:pos x="T6" y="T7"/>
                  </a:cxn>
                  <a:cxn ang="T34">
                    <a:pos x="T8" y="T9"/>
                  </a:cxn>
                  <a:cxn ang="T35">
                    <a:pos x="T10" y="T11"/>
                  </a:cxn>
                  <a:cxn ang="T36">
                    <a:pos x="T12" y="T13"/>
                  </a:cxn>
                  <a:cxn ang="T37">
                    <a:pos x="T14" y="T15"/>
                  </a:cxn>
                  <a:cxn ang="T38">
                    <a:pos x="T16" y="T17"/>
                  </a:cxn>
                  <a:cxn ang="T39">
                    <a:pos x="T18" y="T19"/>
                  </a:cxn>
                  <a:cxn ang="T40">
                    <a:pos x="T20" y="T21"/>
                  </a:cxn>
                  <a:cxn ang="T41">
                    <a:pos x="T22" y="T23"/>
                  </a:cxn>
                  <a:cxn ang="T42">
                    <a:pos x="T24" y="T25"/>
                  </a:cxn>
                  <a:cxn ang="T43">
                    <a:pos x="T26" y="T27"/>
                  </a:cxn>
                  <a:cxn ang="T44">
                    <a:pos x="T28" y="T29"/>
                  </a:cxn>
                </a:cxnLst>
                <a:rect l="T45" t="T46" r="T47" b="T48"/>
                <a:pathLst>
                  <a:path w="113" h="56">
                    <a:moveTo>
                      <a:pt x="113" y="0"/>
                    </a:moveTo>
                    <a:lnTo>
                      <a:pt x="111" y="13"/>
                    </a:lnTo>
                    <a:lnTo>
                      <a:pt x="106" y="25"/>
                    </a:lnTo>
                    <a:lnTo>
                      <a:pt x="100" y="35"/>
                    </a:lnTo>
                    <a:lnTo>
                      <a:pt x="91" y="44"/>
                    </a:lnTo>
                    <a:lnTo>
                      <a:pt x="80" y="51"/>
                    </a:lnTo>
                    <a:lnTo>
                      <a:pt x="68" y="55"/>
                    </a:lnTo>
                    <a:lnTo>
                      <a:pt x="56" y="56"/>
                    </a:lnTo>
                    <a:lnTo>
                      <a:pt x="43" y="55"/>
                    </a:lnTo>
                    <a:lnTo>
                      <a:pt x="31" y="51"/>
                    </a:lnTo>
                    <a:lnTo>
                      <a:pt x="21" y="44"/>
                    </a:lnTo>
                    <a:lnTo>
                      <a:pt x="12" y="35"/>
                    </a:lnTo>
                    <a:lnTo>
                      <a:pt x="5" y="25"/>
                    </a:lnTo>
                    <a:lnTo>
                      <a:pt x="1" y="13"/>
                    </a:lnTo>
                    <a:lnTo>
                      <a:pt x="0" y="0"/>
                    </a:lnTo>
                  </a:path>
                </a:pathLst>
              </a:cu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1073" name="Freeform 710">
                <a:extLst>
                  <a:ext uri="{FF2B5EF4-FFF2-40B4-BE49-F238E27FC236}">
                    <a16:creationId xmlns:a16="http://schemas.microsoft.com/office/drawing/2014/main" id="{8AC46A50-F583-E3A6-4E82-D5F6A587B4F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248" y="3268"/>
                <a:ext cx="19" cy="11"/>
              </a:xfrm>
              <a:custGeom>
                <a:avLst/>
                <a:gdLst>
                  <a:gd name="T0" fmla="*/ 0 w 113"/>
                  <a:gd name="T1" fmla="*/ 0 h 57"/>
                  <a:gd name="T2" fmla="*/ 0 w 113"/>
                  <a:gd name="T3" fmla="*/ 0 h 57"/>
                  <a:gd name="T4" fmla="*/ 0 w 113"/>
                  <a:gd name="T5" fmla="*/ 0 h 57"/>
                  <a:gd name="T6" fmla="*/ 0 w 113"/>
                  <a:gd name="T7" fmla="*/ 0 h 57"/>
                  <a:gd name="T8" fmla="*/ 0 w 113"/>
                  <a:gd name="T9" fmla="*/ 0 h 57"/>
                  <a:gd name="T10" fmla="*/ 0 w 113"/>
                  <a:gd name="T11" fmla="*/ 0 h 57"/>
                  <a:gd name="T12" fmla="*/ 0 w 113"/>
                  <a:gd name="T13" fmla="*/ 0 h 57"/>
                  <a:gd name="T14" fmla="*/ 0 w 113"/>
                  <a:gd name="T15" fmla="*/ 0 h 57"/>
                  <a:gd name="T16" fmla="*/ 0 w 113"/>
                  <a:gd name="T17" fmla="*/ 0 h 57"/>
                  <a:gd name="T18" fmla="*/ 0 w 113"/>
                  <a:gd name="T19" fmla="*/ 0 h 57"/>
                  <a:gd name="T20" fmla="*/ 0 w 113"/>
                  <a:gd name="T21" fmla="*/ 0 h 57"/>
                  <a:gd name="T22" fmla="*/ 0 w 113"/>
                  <a:gd name="T23" fmla="*/ 0 h 57"/>
                  <a:gd name="T24" fmla="*/ 0 w 113"/>
                  <a:gd name="T25" fmla="*/ 0 h 57"/>
                  <a:gd name="T26" fmla="*/ 0 w 113"/>
                  <a:gd name="T27" fmla="*/ 0 h 57"/>
                  <a:gd name="T28" fmla="*/ 0 w 113"/>
                  <a:gd name="T29" fmla="*/ 0 h 57"/>
                  <a:gd name="T30" fmla="*/ 0 w 113"/>
                  <a:gd name="T31" fmla="*/ 0 h 57"/>
                  <a:gd name="T32" fmla="*/ 0 w 113"/>
                  <a:gd name="T33" fmla="*/ 0 h 57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w 113"/>
                  <a:gd name="T52" fmla="*/ 0 h 57"/>
                  <a:gd name="T53" fmla="*/ 113 w 113"/>
                  <a:gd name="T54" fmla="*/ 57 h 57"/>
                </a:gdLst>
                <a:ahLst/>
                <a:cxnLst>
                  <a:cxn ang="T34">
                    <a:pos x="T0" y="T1"/>
                  </a:cxn>
                  <a:cxn ang="T35">
                    <a:pos x="T2" y="T3"/>
                  </a:cxn>
                  <a:cxn ang="T36">
                    <a:pos x="T4" y="T5"/>
                  </a:cxn>
                  <a:cxn ang="T37">
                    <a:pos x="T6" y="T7"/>
                  </a:cxn>
                  <a:cxn ang="T38">
                    <a:pos x="T8" y="T9"/>
                  </a:cxn>
                  <a:cxn ang="T39">
                    <a:pos x="T10" y="T11"/>
                  </a:cxn>
                  <a:cxn ang="T40">
                    <a:pos x="T12" y="T13"/>
                  </a:cxn>
                  <a:cxn ang="T41">
                    <a:pos x="T14" y="T15"/>
                  </a:cxn>
                  <a:cxn ang="T42">
                    <a:pos x="T16" y="T17"/>
                  </a:cxn>
                  <a:cxn ang="T43">
                    <a:pos x="T18" y="T19"/>
                  </a:cxn>
                  <a:cxn ang="T44">
                    <a:pos x="T20" y="T21"/>
                  </a:cxn>
                  <a:cxn ang="T45">
                    <a:pos x="T22" y="T23"/>
                  </a:cxn>
                  <a:cxn ang="T46">
                    <a:pos x="T24" y="T25"/>
                  </a:cxn>
                  <a:cxn ang="T47">
                    <a:pos x="T26" y="T27"/>
                  </a:cxn>
                  <a:cxn ang="T48">
                    <a:pos x="T28" y="T29"/>
                  </a:cxn>
                  <a:cxn ang="T49">
                    <a:pos x="T30" y="T31"/>
                  </a:cxn>
                  <a:cxn ang="T50">
                    <a:pos x="T32" y="T33"/>
                  </a:cxn>
                </a:cxnLst>
                <a:rect l="T51" t="T52" r="T53" b="T54"/>
                <a:pathLst>
                  <a:path w="113" h="57">
                    <a:moveTo>
                      <a:pt x="56" y="57"/>
                    </a:moveTo>
                    <a:lnTo>
                      <a:pt x="0" y="57"/>
                    </a:lnTo>
                    <a:lnTo>
                      <a:pt x="1" y="45"/>
                    </a:lnTo>
                    <a:lnTo>
                      <a:pt x="5" y="32"/>
                    </a:lnTo>
                    <a:lnTo>
                      <a:pt x="12" y="22"/>
                    </a:lnTo>
                    <a:lnTo>
                      <a:pt x="21" y="13"/>
                    </a:lnTo>
                    <a:lnTo>
                      <a:pt x="31" y="7"/>
                    </a:lnTo>
                    <a:lnTo>
                      <a:pt x="44" y="2"/>
                    </a:lnTo>
                    <a:lnTo>
                      <a:pt x="56" y="0"/>
                    </a:lnTo>
                    <a:lnTo>
                      <a:pt x="68" y="2"/>
                    </a:lnTo>
                    <a:lnTo>
                      <a:pt x="81" y="7"/>
                    </a:lnTo>
                    <a:lnTo>
                      <a:pt x="91" y="13"/>
                    </a:lnTo>
                    <a:lnTo>
                      <a:pt x="100" y="22"/>
                    </a:lnTo>
                    <a:lnTo>
                      <a:pt x="106" y="32"/>
                    </a:lnTo>
                    <a:lnTo>
                      <a:pt x="111" y="45"/>
                    </a:lnTo>
                    <a:lnTo>
                      <a:pt x="113" y="57"/>
                    </a:lnTo>
                    <a:lnTo>
                      <a:pt x="56" y="57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1074" name="Freeform 711">
                <a:extLst>
                  <a:ext uri="{FF2B5EF4-FFF2-40B4-BE49-F238E27FC236}">
                    <a16:creationId xmlns:a16="http://schemas.microsoft.com/office/drawing/2014/main" id="{0B914396-0CC0-AB4A-378F-7D4562118DB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248" y="3268"/>
                <a:ext cx="19" cy="11"/>
              </a:xfrm>
              <a:custGeom>
                <a:avLst/>
                <a:gdLst>
                  <a:gd name="T0" fmla="*/ 0 w 113"/>
                  <a:gd name="T1" fmla="*/ 0 h 57"/>
                  <a:gd name="T2" fmla="*/ 0 w 113"/>
                  <a:gd name="T3" fmla="*/ 0 h 57"/>
                  <a:gd name="T4" fmla="*/ 0 w 113"/>
                  <a:gd name="T5" fmla="*/ 0 h 57"/>
                  <a:gd name="T6" fmla="*/ 0 w 113"/>
                  <a:gd name="T7" fmla="*/ 0 h 57"/>
                  <a:gd name="T8" fmla="*/ 0 w 113"/>
                  <a:gd name="T9" fmla="*/ 0 h 57"/>
                  <a:gd name="T10" fmla="*/ 0 w 113"/>
                  <a:gd name="T11" fmla="*/ 0 h 57"/>
                  <a:gd name="T12" fmla="*/ 0 w 113"/>
                  <a:gd name="T13" fmla="*/ 0 h 57"/>
                  <a:gd name="T14" fmla="*/ 0 w 113"/>
                  <a:gd name="T15" fmla="*/ 0 h 57"/>
                  <a:gd name="T16" fmla="*/ 0 w 113"/>
                  <a:gd name="T17" fmla="*/ 0 h 57"/>
                  <a:gd name="T18" fmla="*/ 0 w 113"/>
                  <a:gd name="T19" fmla="*/ 0 h 57"/>
                  <a:gd name="T20" fmla="*/ 0 w 113"/>
                  <a:gd name="T21" fmla="*/ 0 h 57"/>
                  <a:gd name="T22" fmla="*/ 0 w 113"/>
                  <a:gd name="T23" fmla="*/ 0 h 57"/>
                  <a:gd name="T24" fmla="*/ 0 w 113"/>
                  <a:gd name="T25" fmla="*/ 0 h 57"/>
                  <a:gd name="T26" fmla="*/ 0 w 113"/>
                  <a:gd name="T27" fmla="*/ 0 h 57"/>
                  <a:gd name="T28" fmla="*/ 0 w 113"/>
                  <a:gd name="T29" fmla="*/ 0 h 57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w 113"/>
                  <a:gd name="T46" fmla="*/ 0 h 57"/>
                  <a:gd name="T47" fmla="*/ 113 w 113"/>
                  <a:gd name="T48" fmla="*/ 57 h 57"/>
                </a:gdLst>
                <a:ahLst/>
                <a:cxnLst>
                  <a:cxn ang="T30">
                    <a:pos x="T0" y="T1"/>
                  </a:cxn>
                  <a:cxn ang="T31">
                    <a:pos x="T2" y="T3"/>
                  </a:cxn>
                  <a:cxn ang="T32">
                    <a:pos x="T4" y="T5"/>
                  </a:cxn>
                  <a:cxn ang="T33">
                    <a:pos x="T6" y="T7"/>
                  </a:cxn>
                  <a:cxn ang="T34">
                    <a:pos x="T8" y="T9"/>
                  </a:cxn>
                  <a:cxn ang="T35">
                    <a:pos x="T10" y="T11"/>
                  </a:cxn>
                  <a:cxn ang="T36">
                    <a:pos x="T12" y="T13"/>
                  </a:cxn>
                  <a:cxn ang="T37">
                    <a:pos x="T14" y="T15"/>
                  </a:cxn>
                  <a:cxn ang="T38">
                    <a:pos x="T16" y="T17"/>
                  </a:cxn>
                  <a:cxn ang="T39">
                    <a:pos x="T18" y="T19"/>
                  </a:cxn>
                  <a:cxn ang="T40">
                    <a:pos x="T20" y="T21"/>
                  </a:cxn>
                  <a:cxn ang="T41">
                    <a:pos x="T22" y="T23"/>
                  </a:cxn>
                  <a:cxn ang="T42">
                    <a:pos x="T24" y="T25"/>
                  </a:cxn>
                  <a:cxn ang="T43">
                    <a:pos x="T26" y="T27"/>
                  </a:cxn>
                  <a:cxn ang="T44">
                    <a:pos x="T28" y="T29"/>
                  </a:cxn>
                </a:cxnLst>
                <a:rect l="T45" t="T46" r="T47" b="T48"/>
                <a:pathLst>
                  <a:path w="113" h="57">
                    <a:moveTo>
                      <a:pt x="0" y="57"/>
                    </a:moveTo>
                    <a:lnTo>
                      <a:pt x="1" y="45"/>
                    </a:lnTo>
                    <a:lnTo>
                      <a:pt x="5" y="32"/>
                    </a:lnTo>
                    <a:lnTo>
                      <a:pt x="12" y="22"/>
                    </a:lnTo>
                    <a:lnTo>
                      <a:pt x="21" y="13"/>
                    </a:lnTo>
                    <a:lnTo>
                      <a:pt x="31" y="7"/>
                    </a:lnTo>
                    <a:lnTo>
                      <a:pt x="44" y="2"/>
                    </a:lnTo>
                    <a:lnTo>
                      <a:pt x="56" y="0"/>
                    </a:lnTo>
                    <a:lnTo>
                      <a:pt x="68" y="2"/>
                    </a:lnTo>
                    <a:lnTo>
                      <a:pt x="81" y="7"/>
                    </a:lnTo>
                    <a:lnTo>
                      <a:pt x="91" y="13"/>
                    </a:lnTo>
                    <a:lnTo>
                      <a:pt x="100" y="22"/>
                    </a:lnTo>
                    <a:lnTo>
                      <a:pt x="106" y="32"/>
                    </a:lnTo>
                    <a:lnTo>
                      <a:pt x="111" y="45"/>
                    </a:lnTo>
                    <a:lnTo>
                      <a:pt x="113" y="57"/>
                    </a:lnTo>
                  </a:path>
                </a:pathLst>
              </a:cu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1075" name="Freeform 712">
                <a:extLst>
                  <a:ext uri="{FF2B5EF4-FFF2-40B4-BE49-F238E27FC236}">
                    <a16:creationId xmlns:a16="http://schemas.microsoft.com/office/drawing/2014/main" id="{BE396F3B-159C-31C3-853C-EA66807C1F0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248" y="3279"/>
                <a:ext cx="19" cy="524"/>
              </a:xfrm>
              <a:custGeom>
                <a:avLst/>
                <a:gdLst>
                  <a:gd name="T0" fmla="*/ 0 w 113"/>
                  <a:gd name="T1" fmla="*/ 0 h 3112"/>
                  <a:gd name="T2" fmla="*/ 0 w 113"/>
                  <a:gd name="T3" fmla="*/ 0 h 3112"/>
                  <a:gd name="T4" fmla="*/ 0 w 113"/>
                  <a:gd name="T5" fmla="*/ 0 h 3112"/>
                  <a:gd name="T6" fmla="*/ 0 w 113"/>
                  <a:gd name="T7" fmla="*/ 0 h 3112"/>
                  <a:gd name="T8" fmla="*/ 0 w 113"/>
                  <a:gd name="T9" fmla="*/ 0 h 3112"/>
                  <a:gd name="T10" fmla="*/ 0 w 113"/>
                  <a:gd name="T11" fmla="*/ 0 h 3112"/>
                  <a:gd name="T12" fmla="*/ 0 w 113"/>
                  <a:gd name="T13" fmla="*/ 0 h 3112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113"/>
                  <a:gd name="T22" fmla="*/ 0 h 3112"/>
                  <a:gd name="T23" fmla="*/ 113 w 113"/>
                  <a:gd name="T24" fmla="*/ 3112 h 3112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113" h="3112">
                    <a:moveTo>
                      <a:pt x="113" y="0"/>
                    </a:moveTo>
                    <a:lnTo>
                      <a:pt x="56" y="0"/>
                    </a:lnTo>
                    <a:lnTo>
                      <a:pt x="0" y="0"/>
                    </a:lnTo>
                    <a:lnTo>
                      <a:pt x="0" y="3112"/>
                    </a:lnTo>
                    <a:lnTo>
                      <a:pt x="56" y="3112"/>
                    </a:lnTo>
                    <a:lnTo>
                      <a:pt x="113" y="3112"/>
                    </a:lnTo>
                    <a:lnTo>
                      <a:pt x="113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1076" name="Freeform 713">
                <a:extLst>
                  <a:ext uri="{FF2B5EF4-FFF2-40B4-BE49-F238E27FC236}">
                    <a16:creationId xmlns:a16="http://schemas.microsoft.com/office/drawing/2014/main" id="{2A703A5C-E704-05A0-A294-762FB3AC33D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248" y="3279"/>
                <a:ext cx="19" cy="524"/>
              </a:xfrm>
              <a:custGeom>
                <a:avLst/>
                <a:gdLst>
                  <a:gd name="T0" fmla="*/ 0 w 113"/>
                  <a:gd name="T1" fmla="*/ 0 h 3112"/>
                  <a:gd name="T2" fmla="*/ 0 w 113"/>
                  <a:gd name="T3" fmla="*/ 0 h 3112"/>
                  <a:gd name="T4" fmla="*/ 0 w 113"/>
                  <a:gd name="T5" fmla="*/ 0 h 3112"/>
                  <a:gd name="T6" fmla="*/ 0 w 113"/>
                  <a:gd name="T7" fmla="*/ 0 h 3112"/>
                  <a:gd name="T8" fmla="*/ 0 w 113"/>
                  <a:gd name="T9" fmla="*/ 0 h 3112"/>
                  <a:gd name="T10" fmla="*/ 0 w 113"/>
                  <a:gd name="T11" fmla="*/ 0 h 3112"/>
                  <a:gd name="T12" fmla="*/ 0 w 113"/>
                  <a:gd name="T13" fmla="*/ 0 h 3112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113"/>
                  <a:gd name="T22" fmla="*/ 0 h 3112"/>
                  <a:gd name="T23" fmla="*/ 113 w 113"/>
                  <a:gd name="T24" fmla="*/ 3112 h 3112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113" h="3112">
                    <a:moveTo>
                      <a:pt x="113" y="0"/>
                    </a:moveTo>
                    <a:lnTo>
                      <a:pt x="56" y="0"/>
                    </a:lnTo>
                    <a:lnTo>
                      <a:pt x="0" y="0"/>
                    </a:lnTo>
                    <a:lnTo>
                      <a:pt x="0" y="3112"/>
                    </a:lnTo>
                    <a:lnTo>
                      <a:pt x="56" y="3112"/>
                    </a:lnTo>
                    <a:lnTo>
                      <a:pt x="113" y="3112"/>
                    </a:lnTo>
                    <a:lnTo>
                      <a:pt x="113" y="0"/>
                    </a:lnTo>
                    <a:close/>
                  </a:path>
                </a:pathLst>
              </a:cu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1077" name="Freeform 714">
                <a:extLst>
                  <a:ext uri="{FF2B5EF4-FFF2-40B4-BE49-F238E27FC236}">
                    <a16:creationId xmlns:a16="http://schemas.microsoft.com/office/drawing/2014/main" id="{D459E5EF-B5C3-BF4E-BEAF-33EFBC7B5A4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248" y="3803"/>
                <a:ext cx="19" cy="10"/>
              </a:xfrm>
              <a:custGeom>
                <a:avLst/>
                <a:gdLst>
                  <a:gd name="T0" fmla="*/ 0 w 113"/>
                  <a:gd name="T1" fmla="*/ 0 h 56"/>
                  <a:gd name="T2" fmla="*/ 0 w 113"/>
                  <a:gd name="T3" fmla="*/ 0 h 56"/>
                  <a:gd name="T4" fmla="*/ 0 w 113"/>
                  <a:gd name="T5" fmla="*/ 0 h 56"/>
                  <a:gd name="T6" fmla="*/ 0 w 113"/>
                  <a:gd name="T7" fmla="*/ 0 h 56"/>
                  <a:gd name="T8" fmla="*/ 0 w 113"/>
                  <a:gd name="T9" fmla="*/ 0 h 56"/>
                  <a:gd name="T10" fmla="*/ 0 w 113"/>
                  <a:gd name="T11" fmla="*/ 0 h 56"/>
                  <a:gd name="T12" fmla="*/ 0 w 113"/>
                  <a:gd name="T13" fmla="*/ 0 h 56"/>
                  <a:gd name="T14" fmla="*/ 0 w 113"/>
                  <a:gd name="T15" fmla="*/ 0 h 56"/>
                  <a:gd name="T16" fmla="*/ 0 w 113"/>
                  <a:gd name="T17" fmla="*/ 0 h 56"/>
                  <a:gd name="T18" fmla="*/ 0 w 113"/>
                  <a:gd name="T19" fmla="*/ 0 h 56"/>
                  <a:gd name="T20" fmla="*/ 0 w 113"/>
                  <a:gd name="T21" fmla="*/ 0 h 56"/>
                  <a:gd name="T22" fmla="*/ 0 w 113"/>
                  <a:gd name="T23" fmla="*/ 0 h 56"/>
                  <a:gd name="T24" fmla="*/ 0 w 113"/>
                  <a:gd name="T25" fmla="*/ 0 h 56"/>
                  <a:gd name="T26" fmla="*/ 0 w 113"/>
                  <a:gd name="T27" fmla="*/ 0 h 56"/>
                  <a:gd name="T28" fmla="*/ 0 w 113"/>
                  <a:gd name="T29" fmla="*/ 0 h 56"/>
                  <a:gd name="T30" fmla="*/ 0 w 113"/>
                  <a:gd name="T31" fmla="*/ 0 h 56"/>
                  <a:gd name="T32" fmla="*/ 0 w 113"/>
                  <a:gd name="T33" fmla="*/ 0 h 5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w 113"/>
                  <a:gd name="T52" fmla="*/ 0 h 56"/>
                  <a:gd name="T53" fmla="*/ 113 w 113"/>
                  <a:gd name="T54" fmla="*/ 56 h 56"/>
                </a:gdLst>
                <a:ahLst/>
                <a:cxnLst>
                  <a:cxn ang="T34">
                    <a:pos x="T0" y="T1"/>
                  </a:cxn>
                  <a:cxn ang="T35">
                    <a:pos x="T2" y="T3"/>
                  </a:cxn>
                  <a:cxn ang="T36">
                    <a:pos x="T4" y="T5"/>
                  </a:cxn>
                  <a:cxn ang="T37">
                    <a:pos x="T6" y="T7"/>
                  </a:cxn>
                  <a:cxn ang="T38">
                    <a:pos x="T8" y="T9"/>
                  </a:cxn>
                  <a:cxn ang="T39">
                    <a:pos x="T10" y="T11"/>
                  </a:cxn>
                  <a:cxn ang="T40">
                    <a:pos x="T12" y="T13"/>
                  </a:cxn>
                  <a:cxn ang="T41">
                    <a:pos x="T14" y="T15"/>
                  </a:cxn>
                  <a:cxn ang="T42">
                    <a:pos x="T16" y="T17"/>
                  </a:cxn>
                  <a:cxn ang="T43">
                    <a:pos x="T18" y="T19"/>
                  </a:cxn>
                  <a:cxn ang="T44">
                    <a:pos x="T20" y="T21"/>
                  </a:cxn>
                  <a:cxn ang="T45">
                    <a:pos x="T22" y="T23"/>
                  </a:cxn>
                  <a:cxn ang="T46">
                    <a:pos x="T24" y="T25"/>
                  </a:cxn>
                  <a:cxn ang="T47">
                    <a:pos x="T26" y="T27"/>
                  </a:cxn>
                  <a:cxn ang="T48">
                    <a:pos x="T28" y="T29"/>
                  </a:cxn>
                  <a:cxn ang="T49">
                    <a:pos x="T30" y="T31"/>
                  </a:cxn>
                  <a:cxn ang="T50">
                    <a:pos x="T32" y="T33"/>
                  </a:cxn>
                </a:cxnLst>
                <a:rect l="T51" t="T52" r="T53" b="T54"/>
                <a:pathLst>
                  <a:path w="113" h="56">
                    <a:moveTo>
                      <a:pt x="56" y="0"/>
                    </a:moveTo>
                    <a:lnTo>
                      <a:pt x="113" y="0"/>
                    </a:lnTo>
                    <a:lnTo>
                      <a:pt x="111" y="12"/>
                    </a:lnTo>
                    <a:lnTo>
                      <a:pt x="106" y="24"/>
                    </a:lnTo>
                    <a:lnTo>
                      <a:pt x="100" y="35"/>
                    </a:lnTo>
                    <a:lnTo>
                      <a:pt x="91" y="44"/>
                    </a:lnTo>
                    <a:lnTo>
                      <a:pt x="81" y="50"/>
                    </a:lnTo>
                    <a:lnTo>
                      <a:pt x="68" y="55"/>
                    </a:lnTo>
                    <a:lnTo>
                      <a:pt x="56" y="56"/>
                    </a:lnTo>
                    <a:lnTo>
                      <a:pt x="44" y="55"/>
                    </a:lnTo>
                    <a:lnTo>
                      <a:pt x="31" y="50"/>
                    </a:lnTo>
                    <a:lnTo>
                      <a:pt x="21" y="44"/>
                    </a:lnTo>
                    <a:lnTo>
                      <a:pt x="12" y="35"/>
                    </a:lnTo>
                    <a:lnTo>
                      <a:pt x="5" y="24"/>
                    </a:lnTo>
                    <a:lnTo>
                      <a:pt x="1" y="12"/>
                    </a:lnTo>
                    <a:lnTo>
                      <a:pt x="0" y="0"/>
                    </a:lnTo>
                    <a:lnTo>
                      <a:pt x="56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1078" name="Freeform 715">
                <a:extLst>
                  <a:ext uri="{FF2B5EF4-FFF2-40B4-BE49-F238E27FC236}">
                    <a16:creationId xmlns:a16="http://schemas.microsoft.com/office/drawing/2014/main" id="{36E2F838-63CE-8B56-53B3-32B61466214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248" y="3803"/>
                <a:ext cx="19" cy="10"/>
              </a:xfrm>
              <a:custGeom>
                <a:avLst/>
                <a:gdLst>
                  <a:gd name="T0" fmla="*/ 0 w 113"/>
                  <a:gd name="T1" fmla="*/ 0 h 56"/>
                  <a:gd name="T2" fmla="*/ 0 w 113"/>
                  <a:gd name="T3" fmla="*/ 0 h 56"/>
                  <a:gd name="T4" fmla="*/ 0 w 113"/>
                  <a:gd name="T5" fmla="*/ 0 h 56"/>
                  <a:gd name="T6" fmla="*/ 0 w 113"/>
                  <a:gd name="T7" fmla="*/ 0 h 56"/>
                  <a:gd name="T8" fmla="*/ 0 w 113"/>
                  <a:gd name="T9" fmla="*/ 0 h 56"/>
                  <a:gd name="T10" fmla="*/ 0 w 113"/>
                  <a:gd name="T11" fmla="*/ 0 h 56"/>
                  <a:gd name="T12" fmla="*/ 0 w 113"/>
                  <a:gd name="T13" fmla="*/ 0 h 56"/>
                  <a:gd name="T14" fmla="*/ 0 w 113"/>
                  <a:gd name="T15" fmla="*/ 0 h 56"/>
                  <a:gd name="T16" fmla="*/ 0 w 113"/>
                  <a:gd name="T17" fmla="*/ 0 h 56"/>
                  <a:gd name="T18" fmla="*/ 0 w 113"/>
                  <a:gd name="T19" fmla="*/ 0 h 56"/>
                  <a:gd name="T20" fmla="*/ 0 w 113"/>
                  <a:gd name="T21" fmla="*/ 0 h 56"/>
                  <a:gd name="T22" fmla="*/ 0 w 113"/>
                  <a:gd name="T23" fmla="*/ 0 h 56"/>
                  <a:gd name="T24" fmla="*/ 0 w 113"/>
                  <a:gd name="T25" fmla="*/ 0 h 56"/>
                  <a:gd name="T26" fmla="*/ 0 w 113"/>
                  <a:gd name="T27" fmla="*/ 0 h 56"/>
                  <a:gd name="T28" fmla="*/ 0 w 113"/>
                  <a:gd name="T29" fmla="*/ 0 h 5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w 113"/>
                  <a:gd name="T46" fmla="*/ 0 h 56"/>
                  <a:gd name="T47" fmla="*/ 113 w 113"/>
                  <a:gd name="T48" fmla="*/ 56 h 56"/>
                </a:gdLst>
                <a:ahLst/>
                <a:cxnLst>
                  <a:cxn ang="T30">
                    <a:pos x="T0" y="T1"/>
                  </a:cxn>
                  <a:cxn ang="T31">
                    <a:pos x="T2" y="T3"/>
                  </a:cxn>
                  <a:cxn ang="T32">
                    <a:pos x="T4" y="T5"/>
                  </a:cxn>
                  <a:cxn ang="T33">
                    <a:pos x="T6" y="T7"/>
                  </a:cxn>
                  <a:cxn ang="T34">
                    <a:pos x="T8" y="T9"/>
                  </a:cxn>
                  <a:cxn ang="T35">
                    <a:pos x="T10" y="T11"/>
                  </a:cxn>
                  <a:cxn ang="T36">
                    <a:pos x="T12" y="T13"/>
                  </a:cxn>
                  <a:cxn ang="T37">
                    <a:pos x="T14" y="T15"/>
                  </a:cxn>
                  <a:cxn ang="T38">
                    <a:pos x="T16" y="T17"/>
                  </a:cxn>
                  <a:cxn ang="T39">
                    <a:pos x="T18" y="T19"/>
                  </a:cxn>
                  <a:cxn ang="T40">
                    <a:pos x="T20" y="T21"/>
                  </a:cxn>
                  <a:cxn ang="T41">
                    <a:pos x="T22" y="T23"/>
                  </a:cxn>
                  <a:cxn ang="T42">
                    <a:pos x="T24" y="T25"/>
                  </a:cxn>
                  <a:cxn ang="T43">
                    <a:pos x="T26" y="T27"/>
                  </a:cxn>
                  <a:cxn ang="T44">
                    <a:pos x="T28" y="T29"/>
                  </a:cxn>
                </a:cxnLst>
                <a:rect l="T45" t="T46" r="T47" b="T48"/>
                <a:pathLst>
                  <a:path w="113" h="56">
                    <a:moveTo>
                      <a:pt x="113" y="0"/>
                    </a:moveTo>
                    <a:lnTo>
                      <a:pt x="111" y="12"/>
                    </a:lnTo>
                    <a:lnTo>
                      <a:pt x="106" y="24"/>
                    </a:lnTo>
                    <a:lnTo>
                      <a:pt x="100" y="35"/>
                    </a:lnTo>
                    <a:lnTo>
                      <a:pt x="91" y="44"/>
                    </a:lnTo>
                    <a:lnTo>
                      <a:pt x="81" y="50"/>
                    </a:lnTo>
                    <a:lnTo>
                      <a:pt x="68" y="55"/>
                    </a:lnTo>
                    <a:lnTo>
                      <a:pt x="56" y="56"/>
                    </a:lnTo>
                    <a:lnTo>
                      <a:pt x="44" y="55"/>
                    </a:lnTo>
                    <a:lnTo>
                      <a:pt x="31" y="50"/>
                    </a:lnTo>
                    <a:lnTo>
                      <a:pt x="21" y="44"/>
                    </a:lnTo>
                    <a:lnTo>
                      <a:pt x="12" y="35"/>
                    </a:lnTo>
                    <a:lnTo>
                      <a:pt x="5" y="24"/>
                    </a:lnTo>
                    <a:lnTo>
                      <a:pt x="1" y="12"/>
                    </a:lnTo>
                    <a:lnTo>
                      <a:pt x="0" y="0"/>
                    </a:lnTo>
                  </a:path>
                </a:pathLst>
              </a:cu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1079" name="Freeform 716">
                <a:extLst>
                  <a:ext uri="{FF2B5EF4-FFF2-40B4-BE49-F238E27FC236}">
                    <a16:creationId xmlns:a16="http://schemas.microsoft.com/office/drawing/2014/main" id="{ABF3BD8F-7DAB-674D-F567-AF3F9B77911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389" y="3846"/>
                <a:ext cx="13" cy="19"/>
              </a:xfrm>
              <a:custGeom>
                <a:avLst/>
                <a:gdLst>
                  <a:gd name="T0" fmla="*/ 0 w 76"/>
                  <a:gd name="T1" fmla="*/ 0 h 109"/>
                  <a:gd name="T2" fmla="*/ 0 w 76"/>
                  <a:gd name="T3" fmla="*/ 0 h 109"/>
                  <a:gd name="T4" fmla="*/ 0 w 76"/>
                  <a:gd name="T5" fmla="*/ 0 h 109"/>
                  <a:gd name="T6" fmla="*/ 0 w 76"/>
                  <a:gd name="T7" fmla="*/ 0 h 109"/>
                  <a:gd name="T8" fmla="*/ 0 w 76"/>
                  <a:gd name="T9" fmla="*/ 0 h 109"/>
                  <a:gd name="T10" fmla="*/ 0 w 76"/>
                  <a:gd name="T11" fmla="*/ 0 h 109"/>
                  <a:gd name="T12" fmla="*/ 0 w 76"/>
                  <a:gd name="T13" fmla="*/ 0 h 109"/>
                  <a:gd name="T14" fmla="*/ 0 w 76"/>
                  <a:gd name="T15" fmla="*/ 0 h 109"/>
                  <a:gd name="T16" fmla="*/ 0 w 76"/>
                  <a:gd name="T17" fmla="*/ 0 h 109"/>
                  <a:gd name="T18" fmla="*/ 0 w 76"/>
                  <a:gd name="T19" fmla="*/ 0 h 109"/>
                  <a:gd name="T20" fmla="*/ 0 w 76"/>
                  <a:gd name="T21" fmla="*/ 0 h 109"/>
                  <a:gd name="T22" fmla="*/ 0 w 76"/>
                  <a:gd name="T23" fmla="*/ 0 h 109"/>
                  <a:gd name="T24" fmla="*/ 0 w 76"/>
                  <a:gd name="T25" fmla="*/ 0 h 109"/>
                  <a:gd name="T26" fmla="*/ 0 w 76"/>
                  <a:gd name="T27" fmla="*/ 0 h 109"/>
                  <a:gd name="T28" fmla="*/ 0 w 76"/>
                  <a:gd name="T29" fmla="*/ 0 h 109"/>
                  <a:gd name="T30" fmla="*/ 0 w 76"/>
                  <a:gd name="T31" fmla="*/ 0 h 109"/>
                  <a:gd name="T32" fmla="*/ 0 w 76"/>
                  <a:gd name="T33" fmla="*/ 0 h 109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w 76"/>
                  <a:gd name="T52" fmla="*/ 0 h 109"/>
                  <a:gd name="T53" fmla="*/ 76 w 76"/>
                  <a:gd name="T54" fmla="*/ 109 h 109"/>
                </a:gdLst>
                <a:ahLst/>
                <a:cxnLst>
                  <a:cxn ang="T34">
                    <a:pos x="T0" y="T1"/>
                  </a:cxn>
                  <a:cxn ang="T35">
                    <a:pos x="T2" y="T3"/>
                  </a:cxn>
                  <a:cxn ang="T36">
                    <a:pos x="T4" y="T5"/>
                  </a:cxn>
                  <a:cxn ang="T37">
                    <a:pos x="T6" y="T7"/>
                  </a:cxn>
                  <a:cxn ang="T38">
                    <a:pos x="T8" y="T9"/>
                  </a:cxn>
                  <a:cxn ang="T39">
                    <a:pos x="T10" y="T11"/>
                  </a:cxn>
                  <a:cxn ang="T40">
                    <a:pos x="T12" y="T13"/>
                  </a:cxn>
                  <a:cxn ang="T41">
                    <a:pos x="T14" y="T15"/>
                  </a:cxn>
                  <a:cxn ang="T42">
                    <a:pos x="T16" y="T17"/>
                  </a:cxn>
                  <a:cxn ang="T43">
                    <a:pos x="T18" y="T19"/>
                  </a:cxn>
                  <a:cxn ang="T44">
                    <a:pos x="T20" y="T21"/>
                  </a:cxn>
                  <a:cxn ang="T45">
                    <a:pos x="T22" y="T23"/>
                  </a:cxn>
                  <a:cxn ang="T46">
                    <a:pos x="T24" y="T25"/>
                  </a:cxn>
                  <a:cxn ang="T47">
                    <a:pos x="T26" y="T27"/>
                  </a:cxn>
                  <a:cxn ang="T48">
                    <a:pos x="T28" y="T29"/>
                  </a:cxn>
                  <a:cxn ang="T49">
                    <a:pos x="T30" y="T31"/>
                  </a:cxn>
                  <a:cxn ang="T50">
                    <a:pos x="T32" y="T33"/>
                  </a:cxn>
                </a:cxnLst>
                <a:rect l="T51" t="T52" r="T53" b="T54"/>
                <a:pathLst>
                  <a:path w="76" h="109">
                    <a:moveTo>
                      <a:pt x="20" y="53"/>
                    </a:moveTo>
                    <a:lnTo>
                      <a:pt x="40" y="0"/>
                    </a:lnTo>
                    <a:lnTo>
                      <a:pt x="51" y="6"/>
                    </a:lnTo>
                    <a:lnTo>
                      <a:pt x="61" y="14"/>
                    </a:lnTo>
                    <a:lnTo>
                      <a:pt x="68" y="24"/>
                    </a:lnTo>
                    <a:lnTo>
                      <a:pt x="74" y="36"/>
                    </a:lnTo>
                    <a:lnTo>
                      <a:pt x="76" y="48"/>
                    </a:lnTo>
                    <a:lnTo>
                      <a:pt x="76" y="61"/>
                    </a:lnTo>
                    <a:lnTo>
                      <a:pt x="72" y="73"/>
                    </a:lnTo>
                    <a:lnTo>
                      <a:pt x="67" y="84"/>
                    </a:lnTo>
                    <a:lnTo>
                      <a:pt x="59" y="94"/>
                    </a:lnTo>
                    <a:lnTo>
                      <a:pt x="49" y="101"/>
                    </a:lnTo>
                    <a:lnTo>
                      <a:pt x="37" y="107"/>
                    </a:lnTo>
                    <a:lnTo>
                      <a:pt x="24" y="109"/>
                    </a:lnTo>
                    <a:lnTo>
                      <a:pt x="12" y="109"/>
                    </a:lnTo>
                    <a:lnTo>
                      <a:pt x="0" y="106"/>
                    </a:lnTo>
                    <a:lnTo>
                      <a:pt x="20" y="53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1080" name="Freeform 717">
                <a:extLst>
                  <a:ext uri="{FF2B5EF4-FFF2-40B4-BE49-F238E27FC236}">
                    <a16:creationId xmlns:a16="http://schemas.microsoft.com/office/drawing/2014/main" id="{92E51C86-5D1A-8AC7-E305-C0B40D3158C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389" y="3846"/>
                <a:ext cx="13" cy="19"/>
              </a:xfrm>
              <a:custGeom>
                <a:avLst/>
                <a:gdLst>
                  <a:gd name="T0" fmla="*/ 0 w 76"/>
                  <a:gd name="T1" fmla="*/ 0 h 109"/>
                  <a:gd name="T2" fmla="*/ 0 w 76"/>
                  <a:gd name="T3" fmla="*/ 0 h 109"/>
                  <a:gd name="T4" fmla="*/ 0 w 76"/>
                  <a:gd name="T5" fmla="*/ 0 h 109"/>
                  <a:gd name="T6" fmla="*/ 0 w 76"/>
                  <a:gd name="T7" fmla="*/ 0 h 109"/>
                  <a:gd name="T8" fmla="*/ 0 w 76"/>
                  <a:gd name="T9" fmla="*/ 0 h 109"/>
                  <a:gd name="T10" fmla="*/ 0 w 76"/>
                  <a:gd name="T11" fmla="*/ 0 h 109"/>
                  <a:gd name="T12" fmla="*/ 0 w 76"/>
                  <a:gd name="T13" fmla="*/ 0 h 109"/>
                  <a:gd name="T14" fmla="*/ 0 w 76"/>
                  <a:gd name="T15" fmla="*/ 0 h 109"/>
                  <a:gd name="T16" fmla="*/ 0 w 76"/>
                  <a:gd name="T17" fmla="*/ 0 h 109"/>
                  <a:gd name="T18" fmla="*/ 0 w 76"/>
                  <a:gd name="T19" fmla="*/ 0 h 109"/>
                  <a:gd name="T20" fmla="*/ 0 w 76"/>
                  <a:gd name="T21" fmla="*/ 0 h 109"/>
                  <a:gd name="T22" fmla="*/ 0 w 76"/>
                  <a:gd name="T23" fmla="*/ 0 h 109"/>
                  <a:gd name="T24" fmla="*/ 0 w 76"/>
                  <a:gd name="T25" fmla="*/ 0 h 109"/>
                  <a:gd name="T26" fmla="*/ 0 w 76"/>
                  <a:gd name="T27" fmla="*/ 0 h 109"/>
                  <a:gd name="T28" fmla="*/ 0 w 76"/>
                  <a:gd name="T29" fmla="*/ 0 h 109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w 76"/>
                  <a:gd name="T46" fmla="*/ 0 h 109"/>
                  <a:gd name="T47" fmla="*/ 76 w 76"/>
                  <a:gd name="T48" fmla="*/ 109 h 109"/>
                </a:gdLst>
                <a:ahLst/>
                <a:cxnLst>
                  <a:cxn ang="T30">
                    <a:pos x="T0" y="T1"/>
                  </a:cxn>
                  <a:cxn ang="T31">
                    <a:pos x="T2" y="T3"/>
                  </a:cxn>
                  <a:cxn ang="T32">
                    <a:pos x="T4" y="T5"/>
                  </a:cxn>
                  <a:cxn ang="T33">
                    <a:pos x="T6" y="T7"/>
                  </a:cxn>
                  <a:cxn ang="T34">
                    <a:pos x="T8" y="T9"/>
                  </a:cxn>
                  <a:cxn ang="T35">
                    <a:pos x="T10" y="T11"/>
                  </a:cxn>
                  <a:cxn ang="T36">
                    <a:pos x="T12" y="T13"/>
                  </a:cxn>
                  <a:cxn ang="T37">
                    <a:pos x="T14" y="T15"/>
                  </a:cxn>
                  <a:cxn ang="T38">
                    <a:pos x="T16" y="T17"/>
                  </a:cxn>
                  <a:cxn ang="T39">
                    <a:pos x="T18" y="T19"/>
                  </a:cxn>
                  <a:cxn ang="T40">
                    <a:pos x="T20" y="T21"/>
                  </a:cxn>
                  <a:cxn ang="T41">
                    <a:pos x="T22" y="T23"/>
                  </a:cxn>
                  <a:cxn ang="T42">
                    <a:pos x="T24" y="T25"/>
                  </a:cxn>
                  <a:cxn ang="T43">
                    <a:pos x="T26" y="T27"/>
                  </a:cxn>
                  <a:cxn ang="T44">
                    <a:pos x="T28" y="T29"/>
                  </a:cxn>
                </a:cxnLst>
                <a:rect l="T45" t="T46" r="T47" b="T48"/>
                <a:pathLst>
                  <a:path w="76" h="109">
                    <a:moveTo>
                      <a:pt x="40" y="0"/>
                    </a:moveTo>
                    <a:lnTo>
                      <a:pt x="51" y="6"/>
                    </a:lnTo>
                    <a:lnTo>
                      <a:pt x="61" y="14"/>
                    </a:lnTo>
                    <a:lnTo>
                      <a:pt x="68" y="24"/>
                    </a:lnTo>
                    <a:lnTo>
                      <a:pt x="74" y="36"/>
                    </a:lnTo>
                    <a:lnTo>
                      <a:pt x="76" y="48"/>
                    </a:lnTo>
                    <a:lnTo>
                      <a:pt x="76" y="61"/>
                    </a:lnTo>
                    <a:lnTo>
                      <a:pt x="72" y="73"/>
                    </a:lnTo>
                    <a:lnTo>
                      <a:pt x="67" y="84"/>
                    </a:lnTo>
                    <a:lnTo>
                      <a:pt x="59" y="94"/>
                    </a:lnTo>
                    <a:lnTo>
                      <a:pt x="49" y="101"/>
                    </a:lnTo>
                    <a:lnTo>
                      <a:pt x="37" y="107"/>
                    </a:lnTo>
                    <a:lnTo>
                      <a:pt x="24" y="109"/>
                    </a:lnTo>
                    <a:lnTo>
                      <a:pt x="12" y="109"/>
                    </a:lnTo>
                    <a:lnTo>
                      <a:pt x="0" y="106"/>
                    </a:lnTo>
                  </a:path>
                </a:pathLst>
              </a:cu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1081" name="Freeform 718">
                <a:extLst>
                  <a:ext uri="{FF2B5EF4-FFF2-40B4-BE49-F238E27FC236}">
                    <a16:creationId xmlns:a16="http://schemas.microsoft.com/office/drawing/2014/main" id="{BA463615-ECE2-4609-C117-4904D6746C7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254" y="3795"/>
                <a:ext cx="142" cy="69"/>
              </a:xfrm>
              <a:custGeom>
                <a:avLst/>
                <a:gdLst>
                  <a:gd name="T0" fmla="*/ 0 w 837"/>
                  <a:gd name="T1" fmla="*/ 0 h 410"/>
                  <a:gd name="T2" fmla="*/ 0 w 837"/>
                  <a:gd name="T3" fmla="*/ 0 h 410"/>
                  <a:gd name="T4" fmla="*/ 0 w 837"/>
                  <a:gd name="T5" fmla="*/ 0 h 410"/>
                  <a:gd name="T6" fmla="*/ 0 w 837"/>
                  <a:gd name="T7" fmla="*/ 0 h 410"/>
                  <a:gd name="T8" fmla="*/ 0 w 837"/>
                  <a:gd name="T9" fmla="*/ 0 h 410"/>
                  <a:gd name="T10" fmla="*/ 0 w 837"/>
                  <a:gd name="T11" fmla="*/ 0 h 410"/>
                  <a:gd name="T12" fmla="*/ 0 w 837"/>
                  <a:gd name="T13" fmla="*/ 0 h 410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837"/>
                  <a:gd name="T22" fmla="*/ 0 h 410"/>
                  <a:gd name="T23" fmla="*/ 837 w 837"/>
                  <a:gd name="T24" fmla="*/ 410 h 410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837" h="410">
                    <a:moveTo>
                      <a:pt x="797" y="410"/>
                    </a:moveTo>
                    <a:lnTo>
                      <a:pt x="817" y="357"/>
                    </a:lnTo>
                    <a:lnTo>
                      <a:pt x="837" y="304"/>
                    </a:lnTo>
                    <a:lnTo>
                      <a:pt x="40" y="0"/>
                    </a:lnTo>
                    <a:lnTo>
                      <a:pt x="20" y="53"/>
                    </a:lnTo>
                    <a:lnTo>
                      <a:pt x="0" y="106"/>
                    </a:lnTo>
                    <a:lnTo>
                      <a:pt x="797" y="41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1082" name="Freeform 719">
                <a:extLst>
                  <a:ext uri="{FF2B5EF4-FFF2-40B4-BE49-F238E27FC236}">
                    <a16:creationId xmlns:a16="http://schemas.microsoft.com/office/drawing/2014/main" id="{CD022B0F-5356-70FE-DA06-141C8E812D6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254" y="3795"/>
                <a:ext cx="142" cy="69"/>
              </a:xfrm>
              <a:custGeom>
                <a:avLst/>
                <a:gdLst>
                  <a:gd name="T0" fmla="*/ 0 w 837"/>
                  <a:gd name="T1" fmla="*/ 0 h 410"/>
                  <a:gd name="T2" fmla="*/ 0 w 837"/>
                  <a:gd name="T3" fmla="*/ 0 h 410"/>
                  <a:gd name="T4" fmla="*/ 0 w 837"/>
                  <a:gd name="T5" fmla="*/ 0 h 410"/>
                  <a:gd name="T6" fmla="*/ 0 w 837"/>
                  <a:gd name="T7" fmla="*/ 0 h 410"/>
                  <a:gd name="T8" fmla="*/ 0 w 837"/>
                  <a:gd name="T9" fmla="*/ 0 h 410"/>
                  <a:gd name="T10" fmla="*/ 0 w 837"/>
                  <a:gd name="T11" fmla="*/ 0 h 410"/>
                  <a:gd name="T12" fmla="*/ 0 w 837"/>
                  <a:gd name="T13" fmla="*/ 0 h 410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837"/>
                  <a:gd name="T22" fmla="*/ 0 h 410"/>
                  <a:gd name="T23" fmla="*/ 837 w 837"/>
                  <a:gd name="T24" fmla="*/ 410 h 410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837" h="410">
                    <a:moveTo>
                      <a:pt x="797" y="410"/>
                    </a:moveTo>
                    <a:lnTo>
                      <a:pt x="817" y="357"/>
                    </a:lnTo>
                    <a:lnTo>
                      <a:pt x="837" y="304"/>
                    </a:lnTo>
                    <a:lnTo>
                      <a:pt x="40" y="0"/>
                    </a:lnTo>
                    <a:lnTo>
                      <a:pt x="20" y="53"/>
                    </a:lnTo>
                    <a:lnTo>
                      <a:pt x="0" y="106"/>
                    </a:lnTo>
                    <a:lnTo>
                      <a:pt x="797" y="410"/>
                    </a:lnTo>
                    <a:close/>
                  </a:path>
                </a:pathLst>
              </a:cu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1083" name="Freeform 720">
                <a:extLst>
                  <a:ext uri="{FF2B5EF4-FFF2-40B4-BE49-F238E27FC236}">
                    <a16:creationId xmlns:a16="http://schemas.microsoft.com/office/drawing/2014/main" id="{A2365A53-ABE7-7B3F-9274-2B52639A0A0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248" y="3794"/>
                <a:ext cx="13" cy="19"/>
              </a:xfrm>
              <a:custGeom>
                <a:avLst/>
                <a:gdLst>
                  <a:gd name="T0" fmla="*/ 0 w 76"/>
                  <a:gd name="T1" fmla="*/ 0 h 109"/>
                  <a:gd name="T2" fmla="*/ 0 w 76"/>
                  <a:gd name="T3" fmla="*/ 0 h 109"/>
                  <a:gd name="T4" fmla="*/ 0 w 76"/>
                  <a:gd name="T5" fmla="*/ 0 h 109"/>
                  <a:gd name="T6" fmla="*/ 0 w 76"/>
                  <a:gd name="T7" fmla="*/ 0 h 109"/>
                  <a:gd name="T8" fmla="*/ 0 w 76"/>
                  <a:gd name="T9" fmla="*/ 0 h 109"/>
                  <a:gd name="T10" fmla="*/ 0 w 76"/>
                  <a:gd name="T11" fmla="*/ 0 h 109"/>
                  <a:gd name="T12" fmla="*/ 0 w 76"/>
                  <a:gd name="T13" fmla="*/ 0 h 109"/>
                  <a:gd name="T14" fmla="*/ 0 w 76"/>
                  <a:gd name="T15" fmla="*/ 0 h 109"/>
                  <a:gd name="T16" fmla="*/ 0 w 76"/>
                  <a:gd name="T17" fmla="*/ 0 h 109"/>
                  <a:gd name="T18" fmla="*/ 0 w 76"/>
                  <a:gd name="T19" fmla="*/ 0 h 109"/>
                  <a:gd name="T20" fmla="*/ 0 w 76"/>
                  <a:gd name="T21" fmla="*/ 0 h 109"/>
                  <a:gd name="T22" fmla="*/ 0 w 76"/>
                  <a:gd name="T23" fmla="*/ 0 h 109"/>
                  <a:gd name="T24" fmla="*/ 0 w 76"/>
                  <a:gd name="T25" fmla="*/ 0 h 109"/>
                  <a:gd name="T26" fmla="*/ 0 w 76"/>
                  <a:gd name="T27" fmla="*/ 0 h 109"/>
                  <a:gd name="T28" fmla="*/ 0 w 76"/>
                  <a:gd name="T29" fmla="*/ 0 h 109"/>
                  <a:gd name="T30" fmla="*/ 0 w 76"/>
                  <a:gd name="T31" fmla="*/ 0 h 109"/>
                  <a:gd name="T32" fmla="*/ 0 w 76"/>
                  <a:gd name="T33" fmla="*/ 0 h 109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w 76"/>
                  <a:gd name="T52" fmla="*/ 0 h 109"/>
                  <a:gd name="T53" fmla="*/ 76 w 76"/>
                  <a:gd name="T54" fmla="*/ 109 h 109"/>
                </a:gdLst>
                <a:ahLst/>
                <a:cxnLst>
                  <a:cxn ang="T34">
                    <a:pos x="T0" y="T1"/>
                  </a:cxn>
                  <a:cxn ang="T35">
                    <a:pos x="T2" y="T3"/>
                  </a:cxn>
                  <a:cxn ang="T36">
                    <a:pos x="T4" y="T5"/>
                  </a:cxn>
                  <a:cxn ang="T37">
                    <a:pos x="T6" y="T7"/>
                  </a:cxn>
                  <a:cxn ang="T38">
                    <a:pos x="T8" y="T9"/>
                  </a:cxn>
                  <a:cxn ang="T39">
                    <a:pos x="T10" y="T11"/>
                  </a:cxn>
                  <a:cxn ang="T40">
                    <a:pos x="T12" y="T13"/>
                  </a:cxn>
                  <a:cxn ang="T41">
                    <a:pos x="T14" y="T15"/>
                  </a:cxn>
                  <a:cxn ang="T42">
                    <a:pos x="T16" y="T17"/>
                  </a:cxn>
                  <a:cxn ang="T43">
                    <a:pos x="T18" y="T19"/>
                  </a:cxn>
                  <a:cxn ang="T44">
                    <a:pos x="T20" y="T21"/>
                  </a:cxn>
                  <a:cxn ang="T45">
                    <a:pos x="T22" y="T23"/>
                  </a:cxn>
                  <a:cxn ang="T46">
                    <a:pos x="T24" y="T25"/>
                  </a:cxn>
                  <a:cxn ang="T47">
                    <a:pos x="T26" y="T27"/>
                  </a:cxn>
                  <a:cxn ang="T48">
                    <a:pos x="T28" y="T29"/>
                  </a:cxn>
                  <a:cxn ang="T49">
                    <a:pos x="T30" y="T31"/>
                  </a:cxn>
                  <a:cxn ang="T50">
                    <a:pos x="T32" y="T33"/>
                  </a:cxn>
                </a:cxnLst>
                <a:rect l="T51" t="T52" r="T53" b="T54"/>
                <a:pathLst>
                  <a:path w="76" h="109">
                    <a:moveTo>
                      <a:pt x="56" y="56"/>
                    </a:moveTo>
                    <a:lnTo>
                      <a:pt x="36" y="109"/>
                    </a:lnTo>
                    <a:lnTo>
                      <a:pt x="24" y="103"/>
                    </a:lnTo>
                    <a:lnTo>
                      <a:pt x="14" y="95"/>
                    </a:lnTo>
                    <a:lnTo>
                      <a:pt x="8" y="85"/>
                    </a:lnTo>
                    <a:lnTo>
                      <a:pt x="2" y="73"/>
                    </a:lnTo>
                    <a:lnTo>
                      <a:pt x="0" y="60"/>
                    </a:lnTo>
                    <a:lnTo>
                      <a:pt x="0" y="48"/>
                    </a:lnTo>
                    <a:lnTo>
                      <a:pt x="3" y="36"/>
                    </a:lnTo>
                    <a:lnTo>
                      <a:pt x="9" y="24"/>
                    </a:lnTo>
                    <a:lnTo>
                      <a:pt x="17" y="14"/>
                    </a:lnTo>
                    <a:lnTo>
                      <a:pt x="27" y="8"/>
                    </a:lnTo>
                    <a:lnTo>
                      <a:pt x="39" y="2"/>
                    </a:lnTo>
                    <a:lnTo>
                      <a:pt x="51" y="0"/>
                    </a:lnTo>
                    <a:lnTo>
                      <a:pt x="64" y="0"/>
                    </a:lnTo>
                    <a:lnTo>
                      <a:pt x="76" y="3"/>
                    </a:lnTo>
                    <a:lnTo>
                      <a:pt x="56" y="56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1084" name="Freeform 721">
                <a:extLst>
                  <a:ext uri="{FF2B5EF4-FFF2-40B4-BE49-F238E27FC236}">
                    <a16:creationId xmlns:a16="http://schemas.microsoft.com/office/drawing/2014/main" id="{FA7CE234-5BF3-BF16-23BD-7314B929494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248" y="3794"/>
                <a:ext cx="13" cy="19"/>
              </a:xfrm>
              <a:custGeom>
                <a:avLst/>
                <a:gdLst>
                  <a:gd name="T0" fmla="*/ 0 w 76"/>
                  <a:gd name="T1" fmla="*/ 0 h 109"/>
                  <a:gd name="T2" fmla="*/ 0 w 76"/>
                  <a:gd name="T3" fmla="*/ 0 h 109"/>
                  <a:gd name="T4" fmla="*/ 0 w 76"/>
                  <a:gd name="T5" fmla="*/ 0 h 109"/>
                  <a:gd name="T6" fmla="*/ 0 w 76"/>
                  <a:gd name="T7" fmla="*/ 0 h 109"/>
                  <a:gd name="T8" fmla="*/ 0 w 76"/>
                  <a:gd name="T9" fmla="*/ 0 h 109"/>
                  <a:gd name="T10" fmla="*/ 0 w 76"/>
                  <a:gd name="T11" fmla="*/ 0 h 109"/>
                  <a:gd name="T12" fmla="*/ 0 w 76"/>
                  <a:gd name="T13" fmla="*/ 0 h 109"/>
                  <a:gd name="T14" fmla="*/ 0 w 76"/>
                  <a:gd name="T15" fmla="*/ 0 h 109"/>
                  <a:gd name="T16" fmla="*/ 0 w 76"/>
                  <a:gd name="T17" fmla="*/ 0 h 109"/>
                  <a:gd name="T18" fmla="*/ 0 w 76"/>
                  <a:gd name="T19" fmla="*/ 0 h 109"/>
                  <a:gd name="T20" fmla="*/ 0 w 76"/>
                  <a:gd name="T21" fmla="*/ 0 h 109"/>
                  <a:gd name="T22" fmla="*/ 0 w 76"/>
                  <a:gd name="T23" fmla="*/ 0 h 109"/>
                  <a:gd name="T24" fmla="*/ 0 w 76"/>
                  <a:gd name="T25" fmla="*/ 0 h 109"/>
                  <a:gd name="T26" fmla="*/ 0 w 76"/>
                  <a:gd name="T27" fmla="*/ 0 h 109"/>
                  <a:gd name="T28" fmla="*/ 0 w 76"/>
                  <a:gd name="T29" fmla="*/ 0 h 109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w 76"/>
                  <a:gd name="T46" fmla="*/ 0 h 109"/>
                  <a:gd name="T47" fmla="*/ 76 w 76"/>
                  <a:gd name="T48" fmla="*/ 109 h 109"/>
                </a:gdLst>
                <a:ahLst/>
                <a:cxnLst>
                  <a:cxn ang="T30">
                    <a:pos x="T0" y="T1"/>
                  </a:cxn>
                  <a:cxn ang="T31">
                    <a:pos x="T2" y="T3"/>
                  </a:cxn>
                  <a:cxn ang="T32">
                    <a:pos x="T4" y="T5"/>
                  </a:cxn>
                  <a:cxn ang="T33">
                    <a:pos x="T6" y="T7"/>
                  </a:cxn>
                  <a:cxn ang="T34">
                    <a:pos x="T8" y="T9"/>
                  </a:cxn>
                  <a:cxn ang="T35">
                    <a:pos x="T10" y="T11"/>
                  </a:cxn>
                  <a:cxn ang="T36">
                    <a:pos x="T12" y="T13"/>
                  </a:cxn>
                  <a:cxn ang="T37">
                    <a:pos x="T14" y="T15"/>
                  </a:cxn>
                  <a:cxn ang="T38">
                    <a:pos x="T16" y="T17"/>
                  </a:cxn>
                  <a:cxn ang="T39">
                    <a:pos x="T18" y="T19"/>
                  </a:cxn>
                  <a:cxn ang="T40">
                    <a:pos x="T20" y="T21"/>
                  </a:cxn>
                  <a:cxn ang="T41">
                    <a:pos x="T22" y="T23"/>
                  </a:cxn>
                  <a:cxn ang="T42">
                    <a:pos x="T24" y="T25"/>
                  </a:cxn>
                  <a:cxn ang="T43">
                    <a:pos x="T26" y="T27"/>
                  </a:cxn>
                  <a:cxn ang="T44">
                    <a:pos x="T28" y="T29"/>
                  </a:cxn>
                </a:cxnLst>
                <a:rect l="T45" t="T46" r="T47" b="T48"/>
                <a:pathLst>
                  <a:path w="76" h="109">
                    <a:moveTo>
                      <a:pt x="36" y="109"/>
                    </a:moveTo>
                    <a:lnTo>
                      <a:pt x="24" y="103"/>
                    </a:lnTo>
                    <a:lnTo>
                      <a:pt x="14" y="95"/>
                    </a:lnTo>
                    <a:lnTo>
                      <a:pt x="8" y="85"/>
                    </a:lnTo>
                    <a:lnTo>
                      <a:pt x="2" y="73"/>
                    </a:lnTo>
                    <a:lnTo>
                      <a:pt x="0" y="60"/>
                    </a:lnTo>
                    <a:lnTo>
                      <a:pt x="0" y="48"/>
                    </a:lnTo>
                    <a:lnTo>
                      <a:pt x="3" y="36"/>
                    </a:lnTo>
                    <a:lnTo>
                      <a:pt x="9" y="24"/>
                    </a:lnTo>
                    <a:lnTo>
                      <a:pt x="17" y="14"/>
                    </a:lnTo>
                    <a:lnTo>
                      <a:pt x="27" y="8"/>
                    </a:lnTo>
                    <a:lnTo>
                      <a:pt x="39" y="2"/>
                    </a:lnTo>
                    <a:lnTo>
                      <a:pt x="51" y="0"/>
                    </a:lnTo>
                    <a:lnTo>
                      <a:pt x="64" y="0"/>
                    </a:lnTo>
                    <a:lnTo>
                      <a:pt x="76" y="3"/>
                    </a:lnTo>
                  </a:path>
                </a:pathLst>
              </a:cu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1085" name="Freeform 722">
                <a:extLst>
                  <a:ext uri="{FF2B5EF4-FFF2-40B4-BE49-F238E27FC236}">
                    <a16:creationId xmlns:a16="http://schemas.microsoft.com/office/drawing/2014/main" id="{9FDC77F1-BD2A-B275-0F78-1917CC4875C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900" y="3763"/>
                <a:ext cx="9" cy="19"/>
              </a:xfrm>
              <a:custGeom>
                <a:avLst/>
                <a:gdLst>
                  <a:gd name="T0" fmla="*/ 0 w 57"/>
                  <a:gd name="T1" fmla="*/ 0 h 113"/>
                  <a:gd name="T2" fmla="*/ 0 w 57"/>
                  <a:gd name="T3" fmla="*/ 0 h 113"/>
                  <a:gd name="T4" fmla="*/ 0 w 57"/>
                  <a:gd name="T5" fmla="*/ 0 h 113"/>
                  <a:gd name="T6" fmla="*/ 0 w 57"/>
                  <a:gd name="T7" fmla="*/ 0 h 113"/>
                  <a:gd name="T8" fmla="*/ 0 w 57"/>
                  <a:gd name="T9" fmla="*/ 0 h 113"/>
                  <a:gd name="T10" fmla="*/ 0 w 57"/>
                  <a:gd name="T11" fmla="*/ 0 h 113"/>
                  <a:gd name="T12" fmla="*/ 0 w 57"/>
                  <a:gd name="T13" fmla="*/ 0 h 113"/>
                  <a:gd name="T14" fmla="*/ 0 w 57"/>
                  <a:gd name="T15" fmla="*/ 0 h 113"/>
                  <a:gd name="T16" fmla="*/ 0 w 57"/>
                  <a:gd name="T17" fmla="*/ 0 h 113"/>
                  <a:gd name="T18" fmla="*/ 0 w 57"/>
                  <a:gd name="T19" fmla="*/ 0 h 113"/>
                  <a:gd name="T20" fmla="*/ 0 w 57"/>
                  <a:gd name="T21" fmla="*/ 0 h 113"/>
                  <a:gd name="T22" fmla="*/ 0 w 57"/>
                  <a:gd name="T23" fmla="*/ 0 h 113"/>
                  <a:gd name="T24" fmla="*/ 0 w 57"/>
                  <a:gd name="T25" fmla="*/ 0 h 113"/>
                  <a:gd name="T26" fmla="*/ 0 w 57"/>
                  <a:gd name="T27" fmla="*/ 0 h 113"/>
                  <a:gd name="T28" fmla="*/ 0 w 57"/>
                  <a:gd name="T29" fmla="*/ 0 h 113"/>
                  <a:gd name="T30" fmla="*/ 0 w 57"/>
                  <a:gd name="T31" fmla="*/ 0 h 113"/>
                  <a:gd name="T32" fmla="*/ 0 w 57"/>
                  <a:gd name="T33" fmla="*/ 0 h 113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w 57"/>
                  <a:gd name="T52" fmla="*/ 0 h 113"/>
                  <a:gd name="T53" fmla="*/ 57 w 57"/>
                  <a:gd name="T54" fmla="*/ 113 h 113"/>
                </a:gdLst>
                <a:ahLst/>
                <a:cxnLst>
                  <a:cxn ang="T34">
                    <a:pos x="T0" y="T1"/>
                  </a:cxn>
                  <a:cxn ang="T35">
                    <a:pos x="T2" y="T3"/>
                  </a:cxn>
                  <a:cxn ang="T36">
                    <a:pos x="T4" y="T5"/>
                  </a:cxn>
                  <a:cxn ang="T37">
                    <a:pos x="T6" y="T7"/>
                  </a:cxn>
                  <a:cxn ang="T38">
                    <a:pos x="T8" y="T9"/>
                  </a:cxn>
                  <a:cxn ang="T39">
                    <a:pos x="T10" y="T11"/>
                  </a:cxn>
                  <a:cxn ang="T40">
                    <a:pos x="T12" y="T13"/>
                  </a:cxn>
                  <a:cxn ang="T41">
                    <a:pos x="T14" y="T15"/>
                  </a:cxn>
                  <a:cxn ang="T42">
                    <a:pos x="T16" y="T17"/>
                  </a:cxn>
                  <a:cxn ang="T43">
                    <a:pos x="T18" y="T19"/>
                  </a:cxn>
                  <a:cxn ang="T44">
                    <a:pos x="T20" y="T21"/>
                  </a:cxn>
                  <a:cxn ang="T45">
                    <a:pos x="T22" y="T23"/>
                  </a:cxn>
                  <a:cxn ang="T46">
                    <a:pos x="T24" y="T25"/>
                  </a:cxn>
                  <a:cxn ang="T47">
                    <a:pos x="T26" y="T27"/>
                  </a:cxn>
                  <a:cxn ang="T48">
                    <a:pos x="T28" y="T29"/>
                  </a:cxn>
                  <a:cxn ang="T49">
                    <a:pos x="T30" y="T31"/>
                  </a:cxn>
                  <a:cxn ang="T50">
                    <a:pos x="T32" y="T33"/>
                  </a:cxn>
                </a:cxnLst>
                <a:rect l="T51" t="T52" r="T53" b="T54"/>
                <a:pathLst>
                  <a:path w="57" h="113">
                    <a:moveTo>
                      <a:pt x="0" y="57"/>
                    </a:moveTo>
                    <a:lnTo>
                      <a:pt x="0" y="0"/>
                    </a:lnTo>
                    <a:lnTo>
                      <a:pt x="12" y="2"/>
                    </a:lnTo>
                    <a:lnTo>
                      <a:pt x="24" y="7"/>
                    </a:lnTo>
                    <a:lnTo>
                      <a:pt x="34" y="13"/>
                    </a:lnTo>
                    <a:lnTo>
                      <a:pt x="43" y="22"/>
                    </a:lnTo>
                    <a:lnTo>
                      <a:pt x="50" y="32"/>
                    </a:lnTo>
                    <a:lnTo>
                      <a:pt x="55" y="45"/>
                    </a:lnTo>
                    <a:lnTo>
                      <a:pt x="57" y="57"/>
                    </a:lnTo>
                    <a:lnTo>
                      <a:pt x="55" y="69"/>
                    </a:lnTo>
                    <a:lnTo>
                      <a:pt x="50" y="82"/>
                    </a:lnTo>
                    <a:lnTo>
                      <a:pt x="43" y="92"/>
                    </a:lnTo>
                    <a:lnTo>
                      <a:pt x="34" y="101"/>
                    </a:lnTo>
                    <a:lnTo>
                      <a:pt x="24" y="107"/>
                    </a:lnTo>
                    <a:lnTo>
                      <a:pt x="12" y="112"/>
                    </a:lnTo>
                    <a:lnTo>
                      <a:pt x="0" y="113"/>
                    </a:lnTo>
                    <a:lnTo>
                      <a:pt x="0" y="57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1086" name="Freeform 723">
                <a:extLst>
                  <a:ext uri="{FF2B5EF4-FFF2-40B4-BE49-F238E27FC236}">
                    <a16:creationId xmlns:a16="http://schemas.microsoft.com/office/drawing/2014/main" id="{47032C4F-8EF4-DF07-FEC8-330D2A0CB5E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900" y="3763"/>
                <a:ext cx="9" cy="19"/>
              </a:xfrm>
              <a:custGeom>
                <a:avLst/>
                <a:gdLst>
                  <a:gd name="T0" fmla="*/ 0 w 57"/>
                  <a:gd name="T1" fmla="*/ 0 h 113"/>
                  <a:gd name="T2" fmla="*/ 0 w 57"/>
                  <a:gd name="T3" fmla="*/ 0 h 113"/>
                  <a:gd name="T4" fmla="*/ 0 w 57"/>
                  <a:gd name="T5" fmla="*/ 0 h 113"/>
                  <a:gd name="T6" fmla="*/ 0 w 57"/>
                  <a:gd name="T7" fmla="*/ 0 h 113"/>
                  <a:gd name="T8" fmla="*/ 0 w 57"/>
                  <a:gd name="T9" fmla="*/ 0 h 113"/>
                  <a:gd name="T10" fmla="*/ 0 w 57"/>
                  <a:gd name="T11" fmla="*/ 0 h 113"/>
                  <a:gd name="T12" fmla="*/ 0 w 57"/>
                  <a:gd name="T13" fmla="*/ 0 h 113"/>
                  <a:gd name="T14" fmla="*/ 0 w 57"/>
                  <a:gd name="T15" fmla="*/ 0 h 113"/>
                  <a:gd name="T16" fmla="*/ 0 w 57"/>
                  <a:gd name="T17" fmla="*/ 0 h 113"/>
                  <a:gd name="T18" fmla="*/ 0 w 57"/>
                  <a:gd name="T19" fmla="*/ 0 h 113"/>
                  <a:gd name="T20" fmla="*/ 0 w 57"/>
                  <a:gd name="T21" fmla="*/ 0 h 113"/>
                  <a:gd name="T22" fmla="*/ 0 w 57"/>
                  <a:gd name="T23" fmla="*/ 0 h 113"/>
                  <a:gd name="T24" fmla="*/ 0 w 57"/>
                  <a:gd name="T25" fmla="*/ 0 h 113"/>
                  <a:gd name="T26" fmla="*/ 0 w 57"/>
                  <a:gd name="T27" fmla="*/ 0 h 113"/>
                  <a:gd name="T28" fmla="*/ 0 w 57"/>
                  <a:gd name="T29" fmla="*/ 0 h 113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w 57"/>
                  <a:gd name="T46" fmla="*/ 0 h 113"/>
                  <a:gd name="T47" fmla="*/ 57 w 57"/>
                  <a:gd name="T48" fmla="*/ 113 h 113"/>
                </a:gdLst>
                <a:ahLst/>
                <a:cxnLst>
                  <a:cxn ang="T30">
                    <a:pos x="T0" y="T1"/>
                  </a:cxn>
                  <a:cxn ang="T31">
                    <a:pos x="T2" y="T3"/>
                  </a:cxn>
                  <a:cxn ang="T32">
                    <a:pos x="T4" y="T5"/>
                  </a:cxn>
                  <a:cxn ang="T33">
                    <a:pos x="T6" y="T7"/>
                  </a:cxn>
                  <a:cxn ang="T34">
                    <a:pos x="T8" y="T9"/>
                  </a:cxn>
                  <a:cxn ang="T35">
                    <a:pos x="T10" y="T11"/>
                  </a:cxn>
                  <a:cxn ang="T36">
                    <a:pos x="T12" y="T13"/>
                  </a:cxn>
                  <a:cxn ang="T37">
                    <a:pos x="T14" y="T15"/>
                  </a:cxn>
                  <a:cxn ang="T38">
                    <a:pos x="T16" y="T17"/>
                  </a:cxn>
                  <a:cxn ang="T39">
                    <a:pos x="T18" y="T19"/>
                  </a:cxn>
                  <a:cxn ang="T40">
                    <a:pos x="T20" y="T21"/>
                  </a:cxn>
                  <a:cxn ang="T41">
                    <a:pos x="T22" y="T23"/>
                  </a:cxn>
                  <a:cxn ang="T42">
                    <a:pos x="T24" y="T25"/>
                  </a:cxn>
                  <a:cxn ang="T43">
                    <a:pos x="T26" y="T27"/>
                  </a:cxn>
                  <a:cxn ang="T44">
                    <a:pos x="T28" y="T29"/>
                  </a:cxn>
                </a:cxnLst>
                <a:rect l="T45" t="T46" r="T47" b="T48"/>
                <a:pathLst>
                  <a:path w="57" h="113">
                    <a:moveTo>
                      <a:pt x="0" y="0"/>
                    </a:moveTo>
                    <a:lnTo>
                      <a:pt x="12" y="2"/>
                    </a:lnTo>
                    <a:lnTo>
                      <a:pt x="24" y="7"/>
                    </a:lnTo>
                    <a:lnTo>
                      <a:pt x="34" y="13"/>
                    </a:lnTo>
                    <a:lnTo>
                      <a:pt x="43" y="22"/>
                    </a:lnTo>
                    <a:lnTo>
                      <a:pt x="50" y="32"/>
                    </a:lnTo>
                    <a:lnTo>
                      <a:pt x="55" y="45"/>
                    </a:lnTo>
                    <a:lnTo>
                      <a:pt x="57" y="57"/>
                    </a:lnTo>
                    <a:lnTo>
                      <a:pt x="55" y="69"/>
                    </a:lnTo>
                    <a:lnTo>
                      <a:pt x="50" y="82"/>
                    </a:lnTo>
                    <a:lnTo>
                      <a:pt x="43" y="92"/>
                    </a:lnTo>
                    <a:lnTo>
                      <a:pt x="34" y="101"/>
                    </a:lnTo>
                    <a:lnTo>
                      <a:pt x="24" y="107"/>
                    </a:lnTo>
                    <a:lnTo>
                      <a:pt x="12" y="112"/>
                    </a:lnTo>
                    <a:lnTo>
                      <a:pt x="0" y="113"/>
                    </a:lnTo>
                  </a:path>
                </a:pathLst>
              </a:cu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1087" name="Freeform 724">
                <a:extLst>
                  <a:ext uri="{FF2B5EF4-FFF2-40B4-BE49-F238E27FC236}">
                    <a16:creationId xmlns:a16="http://schemas.microsoft.com/office/drawing/2014/main" id="{08CB5CC7-C320-298B-6737-BAB7F9406D0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675" y="3763"/>
                <a:ext cx="225" cy="19"/>
              </a:xfrm>
              <a:custGeom>
                <a:avLst/>
                <a:gdLst>
                  <a:gd name="T0" fmla="*/ 0 w 1327"/>
                  <a:gd name="T1" fmla="*/ 0 h 113"/>
                  <a:gd name="T2" fmla="*/ 0 w 1327"/>
                  <a:gd name="T3" fmla="*/ 0 h 113"/>
                  <a:gd name="T4" fmla="*/ 0 w 1327"/>
                  <a:gd name="T5" fmla="*/ 0 h 113"/>
                  <a:gd name="T6" fmla="*/ 0 w 1327"/>
                  <a:gd name="T7" fmla="*/ 0 h 113"/>
                  <a:gd name="T8" fmla="*/ 0 w 1327"/>
                  <a:gd name="T9" fmla="*/ 0 h 113"/>
                  <a:gd name="T10" fmla="*/ 0 w 1327"/>
                  <a:gd name="T11" fmla="*/ 0 h 113"/>
                  <a:gd name="T12" fmla="*/ 0 w 1327"/>
                  <a:gd name="T13" fmla="*/ 0 h 113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1327"/>
                  <a:gd name="T22" fmla="*/ 0 h 113"/>
                  <a:gd name="T23" fmla="*/ 1327 w 1327"/>
                  <a:gd name="T24" fmla="*/ 113 h 113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1327" h="113">
                    <a:moveTo>
                      <a:pt x="1327" y="113"/>
                    </a:moveTo>
                    <a:lnTo>
                      <a:pt x="1327" y="57"/>
                    </a:lnTo>
                    <a:lnTo>
                      <a:pt x="1327" y="0"/>
                    </a:lnTo>
                    <a:lnTo>
                      <a:pt x="0" y="0"/>
                    </a:lnTo>
                    <a:lnTo>
                      <a:pt x="0" y="57"/>
                    </a:lnTo>
                    <a:lnTo>
                      <a:pt x="0" y="113"/>
                    </a:lnTo>
                    <a:lnTo>
                      <a:pt x="1327" y="113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1088" name="Freeform 725">
                <a:extLst>
                  <a:ext uri="{FF2B5EF4-FFF2-40B4-BE49-F238E27FC236}">
                    <a16:creationId xmlns:a16="http://schemas.microsoft.com/office/drawing/2014/main" id="{28585D73-E303-9AB8-95AC-5CFAE77B3E0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675" y="3763"/>
                <a:ext cx="225" cy="19"/>
              </a:xfrm>
              <a:custGeom>
                <a:avLst/>
                <a:gdLst>
                  <a:gd name="T0" fmla="*/ 0 w 1327"/>
                  <a:gd name="T1" fmla="*/ 0 h 113"/>
                  <a:gd name="T2" fmla="*/ 0 w 1327"/>
                  <a:gd name="T3" fmla="*/ 0 h 113"/>
                  <a:gd name="T4" fmla="*/ 0 w 1327"/>
                  <a:gd name="T5" fmla="*/ 0 h 113"/>
                  <a:gd name="T6" fmla="*/ 0 w 1327"/>
                  <a:gd name="T7" fmla="*/ 0 h 113"/>
                  <a:gd name="T8" fmla="*/ 0 w 1327"/>
                  <a:gd name="T9" fmla="*/ 0 h 113"/>
                  <a:gd name="T10" fmla="*/ 0 w 1327"/>
                  <a:gd name="T11" fmla="*/ 0 h 113"/>
                  <a:gd name="T12" fmla="*/ 0 w 1327"/>
                  <a:gd name="T13" fmla="*/ 0 h 113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1327"/>
                  <a:gd name="T22" fmla="*/ 0 h 113"/>
                  <a:gd name="T23" fmla="*/ 1327 w 1327"/>
                  <a:gd name="T24" fmla="*/ 113 h 113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1327" h="113">
                    <a:moveTo>
                      <a:pt x="1327" y="113"/>
                    </a:moveTo>
                    <a:lnTo>
                      <a:pt x="1327" y="57"/>
                    </a:lnTo>
                    <a:lnTo>
                      <a:pt x="1327" y="0"/>
                    </a:lnTo>
                    <a:lnTo>
                      <a:pt x="0" y="0"/>
                    </a:lnTo>
                    <a:lnTo>
                      <a:pt x="0" y="57"/>
                    </a:lnTo>
                    <a:lnTo>
                      <a:pt x="0" y="113"/>
                    </a:lnTo>
                    <a:lnTo>
                      <a:pt x="1327" y="113"/>
                    </a:lnTo>
                    <a:close/>
                  </a:path>
                </a:pathLst>
              </a:cu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1089" name="Freeform 726">
                <a:extLst>
                  <a:ext uri="{FF2B5EF4-FFF2-40B4-BE49-F238E27FC236}">
                    <a16:creationId xmlns:a16="http://schemas.microsoft.com/office/drawing/2014/main" id="{204F4DAC-90C7-4BDD-D9D3-B15F076352C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666" y="3763"/>
                <a:ext cx="9" cy="19"/>
              </a:xfrm>
              <a:custGeom>
                <a:avLst/>
                <a:gdLst>
                  <a:gd name="T0" fmla="*/ 0 w 56"/>
                  <a:gd name="T1" fmla="*/ 0 h 113"/>
                  <a:gd name="T2" fmla="*/ 0 w 56"/>
                  <a:gd name="T3" fmla="*/ 0 h 113"/>
                  <a:gd name="T4" fmla="*/ 0 w 56"/>
                  <a:gd name="T5" fmla="*/ 0 h 113"/>
                  <a:gd name="T6" fmla="*/ 0 w 56"/>
                  <a:gd name="T7" fmla="*/ 0 h 113"/>
                  <a:gd name="T8" fmla="*/ 0 w 56"/>
                  <a:gd name="T9" fmla="*/ 0 h 113"/>
                  <a:gd name="T10" fmla="*/ 0 w 56"/>
                  <a:gd name="T11" fmla="*/ 0 h 113"/>
                  <a:gd name="T12" fmla="*/ 0 w 56"/>
                  <a:gd name="T13" fmla="*/ 0 h 113"/>
                  <a:gd name="T14" fmla="*/ 0 w 56"/>
                  <a:gd name="T15" fmla="*/ 0 h 113"/>
                  <a:gd name="T16" fmla="*/ 0 w 56"/>
                  <a:gd name="T17" fmla="*/ 0 h 113"/>
                  <a:gd name="T18" fmla="*/ 0 w 56"/>
                  <a:gd name="T19" fmla="*/ 0 h 113"/>
                  <a:gd name="T20" fmla="*/ 0 w 56"/>
                  <a:gd name="T21" fmla="*/ 0 h 113"/>
                  <a:gd name="T22" fmla="*/ 0 w 56"/>
                  <a:gd name="T23" fmla="*/ 0 h 113"/>
                  <a:gd name="T24" fmla="*/ 0 w 56"/>
                  <a:gd name="T25" fmla="*/ 0 h 113"/>
                  <a:gd name="T26" fmla="*/ 0 w 56"/>
                  <a:gd name="T27" fmla="*/ 0 h 113"/>
                  <a:gd name="T28" fmla="*/ 0 w 56"/>
                  <a:gd name="T29" fmla="*/ 0 h 113"/>
                  <a:gd name="T30" fmla="*/ 0 w 56"/>
                  <a:gd name="T31" fmla="*/ 0 h 113"/>
                  <a:gd name="T32" fmla="*/ 0 w 56"/>
                  <a:gd name="T33" fmla="*/ 0 h 113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w 56"/>
                  <a:gd name="T52" fmla="*/ 0 h 113"/>
                  <a:gd name="T53" fmla="*/ 56 w 56"/>
                  <a:gd name="T54" fmla="*/ 113 h 113"/>
                </a:gdLst>
                <a:ahLst/>
                <a:cxnLst>
                  <a:cxn ang="T34">
                    <a:pos x="T0" y="T1"/>
                  </a:cxn>
                  <a:cxn ang="T35">
                    <a:pos x="T2" y="T3"/>
                  </a:cxn>
                  <a:cxn ang="T36">
                    <a:pos x="T4" y="T5"/>
                  </a:cxn>
                  <a:cxn ang="T37">
                    <a:pos x="T6" y="T7"/>
                  </a:cxn>
                  <a:cxn ang="T38">
                    <a:pos x="T8" y="T9"/>
                  </a:cxn>
                  <a:cxn ang="T39">
                    <a:pos x="T10" y="T11"/>
                  </a:cxn>
                  <a:cxn ang="T40">
                    <a:pos x="T12" y="T13"/>
                  </a:cxn>
                  <a:cxn ang="T41">
                    <a:pos x="T14" y="T15"/>
                  </a:cxn>
                  <a:cxn ang="T42">
                    <a:pos x="T16" y="T17"/>
                  </a:cxn>
                  <a:cxn ang="T43">
                    <a:pos x="T18" y="T19"/>
                  </a:cxn>
                  <a:cxn ang="T44">
                    <a:pos x="T20" y="T21"/>
                  </a:cxn>
                  <a:cxn ang="T45">
                    <a:pos x="T22" y="T23"/>
                  </a:cxn>
                  <a:cxn ang="T46">
                    <a:pos x="T24" y="T25"/>
                  </a:cxn>
                  <a:cxn ang="T47">
                    <a:pos x="T26" y="T27"/>
                  </a:cxn>
                  <a:cxn ang="T48">
                    <a:pos x="T28" y="T29"/>
                  </a:cxn>
                  <a:cxn ang="T49">
                    <a:pos x="T30" y="T31"/>
                  </a:cxn>
                  <a:cxn ang="T50">
                    <a:pos x="T32" y="T33"/>
                  </a:cxn>
                </a:cxnLst>
                <a:rect l="T51" t="T52" r="T53" b="T54"/>
                <a:pathLst>
                  <a:path w="56" h="113">
                    <a:moveTo>
                      <a:pt x="56" y="57"/>
                    </a:moveTo>
                    <a:lnTo>
                      <a:pt x="56" y="113"/>
                    </a:lnTo>
                    <a:lnTo>
                      <a:pt x="44" y="112"/>
                    </a:lnTo>
                    <a:lnTo>
                      <a:pt x="31" y="107"/>
                    </a:lnTo>
                    <a:lnTo>
                      <a:pt x="21" y="101"/>
                    </a:lnTo>
                    <a:lnTo>
                      <a:pt x="12" y="92"/>
                    </a:lnTo>
                    <a:lnTo>
                      <a:pt x="5" y="82"/>
                    </a:lnTo>
                    <a:lnTo>
                      <a:pt x="1" y="69"/>
                    </a:lnTo>
                    <a:lnTo>
                      <a:pt x="0" y="57"/>
                    </a:lnTo>
                    <a:lnTo>
                      <a:pt x="1" y="45"/>
                    </a:lnTo>
                    <a:lnTo>
                      <a:pt x="5" y="32"/>
                    </a:lnTo>
                    <a:lnTo>
                      <a:pt x="12" y="22"/>
                    </a:lnTo>
                    <a:lnTo>
                      <a:pt x="21" y="13"/>
                    </a:lnTo>
                    <a:lnTo>
                      <a:pt x="31" y="7"/>
                    </a:lnTo>
                    <a:lnTo>
                      <a:pt x="44" y="2"/>
                    </a:lnTo>
                    <a:lnTo>
                      <a:pt x="56" y="0"/>
                    </a:lnTo>
                    <a:lnTo>
                      <a:pt x="56" y="57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1090" name="Freeform 727">
                <a:extLst>
                  <a:ext uri="{FF2B5EF4-FFF2-40B4-BE49-F238E27FC236}">
                    <a16:creationId xmlns:a16="http://schemas.microsoft.com/office/drawing/2014/main" id="{7B1D319C-3F72-9577-F859-50A274277DE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666" y="3763"/>
                <a:ext cx="9" cy="19"/>
              </a:xfrm>
              <a:custGeom>
                <a:avLst/>
                <a:gdLst>
                  <a:gd name="T0" fmla="*/ 0 w 56"/>
                  <a:gd name="T1" fmla="*/ 0 h 113"/>
                  <a:gd name="T2" fmla="*/ 0 w 56"/>
                  <a:gd name="T3" fmla="*/ 0 h 113"/>
                  <a:gd name="T4" fmla="*/ 0 w 56"/>
                  <a:gd name="T5" fmla="*/ 0 h 113"/>
                  <a:gd name="T6" fmla="*/ 0 w 56"/>
                  <a:gd name="T7" fmla="*/ 0 h 113"/>
                  <a:gd name="T8" fmla="*/ 0 w 56"/>
                  <a:gd name="T9" fmla="*/ 0 h 113"/>
                  <a:gd name="T10" fmla="*/ 0 w 56"/>
                  <a:gd name="T11" fmla="*/ 0 h 113"/>
                  <a:gd name="T12" fmla="*/ 0 w 56"/>
                  <a:gd name="T13" fmla="*/ 0 h 113"/>
                  <a:gd name="T14" fmla="*/ 0 w 56"/>
                  <a:gd name="T15" fmla="*/ 0 h 113"/>
                  <a:gd name="T16" fmla="*/ 0 w 56"/>
                  <a:gd name="T17" fmla="*/ 0 h 113"/>
                  <a:gd name="T18" fmla="*/ 0 w 56"/>
                  <a:gd name="T19" fmla="*/ 0 h 113"/>
                  <a:gd name="T20" fmla="*/ 0 w 56"/>
                  <a:gd name="T21" fmla="*/ 0 h 113"/>
                  <a:gd name="T22" fmla="*/ 0 w 56"/>
                  <a:gd name="T23" fmla="*/ 0 h 113"/>
                  <a:gd name="T24" fmla="*/ 0 w 56"/>
                  <a:gd name="T25" fmla="*/ 0 h 113"/>
                  <a:gd name="T26" fmla="*/ 0 w 56"/>
                  <a:gd name="T27" fmla="*/ 0 h 113"/>
                  <a:gd name="T28" fmla="*/ 0 w 56"/>
                  <a:gd name="T29" fmla="*/ 0 h 113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w 56"/>
                  <a:gd name="T46" fmla="*/ 0 h 113"/>
                  <a:gd name="T47" fmla="*/ 56 w 56"/>
                  <a:gd name="T48" fmla="*/ 113 h 113"/>
                </a:gdLst>
                <a:ahLst/>
                <a:cxnLst>
                  <a:cxn ang="T30">
                    <a:pos x="T0" y="T1"/>
                  </a:cxn>
                  <a:cxn ang="T31">
                    <a:pos x="T2" y="T3"/>
                  </a:cxn>
                  <a:cxn ang="T32">
                    <a:pos x="T4" y="T5"/>
                  </a:cxn>
                  <a:cxn ang="T33">
                    <a:pos x="T6" y="T7"/>
                  </a:cxn>
                  <a:cxn ang="T34">
                    <a:pos x="T8" y="T9"/>
                  </a:cxn>
                  <a:cxn ang="T35">
                    <a:pos x="T10" y="T11"/>
                  </a:cxn>
                  <a:cxn ang="T36">
                    <a:pos x="T12" y="T13"/>
                  </a:cxn>
                  <a:cxn ang="T37">
                    <a:pos x="T14" y="T15"/>
                  </a:cxn>
                  <a:cxn ang="T38">
                    <a:pos x="T16" y="T17"/>
                  </a:cxn>
                  <a:cxn ang="T39">
                    <a:pos x="T18" y="T19"/>
                  </a:cxn>
                  <a:cxn ang="T40">
                    <a:pos x="T20" y="T21"/>
                  </a:cxn>
                  <a:cxn ang="T41">
                    <a:pos x="T22" y="T23"/>
                  </a:cxn>
                  <a:cxn ang="T42">
                    <a:pos x="T24" y="T25"/>
                  </a:cxn>
                  <a:cxn ang="T43">
                    <a:pos x="T26" y="T27"/>
                  </a:cxn>
                  <a:cxn ang="T44">
                    <a:pos x="T28" y="T29"/>
                  </a:cxn>
                </a:cxnLst>
                <a:rect l="T45" t="T46" r="T47" b="T48"/>
                <a:pathLst>
                  <a:path w="56" h="113">
                    <a:moveTo>
                      <a:pt x="56" y="113"/>
                    </a:moveTo>
                    <a:lnTo>
                      <a:pt x="44" y="112"/>
                    </a:lnTo>
                    <a:lnTo>
                      <a:pt x="31" y="107"/>
                    </a:lnTo>
                    <a:lnTo>
                      <a:pt x="21" y="101"/>
                    </a:lnTo>
                    <a:lnTo>
                      <a:pt x="12" y="92"/>
                    </a:lnTo>
                    <a:lnTo>
                      <a:pt x="5" y="82"/>
                    </a:lnTo>
                    <a:lnTo>
                      <a:pt x="1" y="69"/>
                    </a:lnTo>
                    <a:lnTo>
                      <a:pt x="0" y="57"/>
                    </a:lnTo>
                    <a:lnTo>
                      <a:pt x="1" y="45"/>
                    </a:lnTo>
                    <a:lnTo>
                      <a:pt x="5" y="32"/>
                    </a:lnTo>
                    <a:lnTo>
                      <a:pt x="12" y="22"/>
                    </a:lnTo>
                    <a:lnTo>
                      <a:pt x="21" y="13"/>
                    </a:lnTo>
                    <a:lnTo>
                      <a:pt x="31" y="7"/>
                    </a:lnTo>
                    <a:lnTo>
                      <a:pt x="44" y="2"/>
                    </a:lnTo>
                    <a:lnTo>
                      <a:pt x="56" y="0"/>
                    </a:lnTo>
                  </a:path>
                </a:pathLst>
              </a:cu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1091" name="Freeform 728">
                <a:extLst>
                  <a:ext uri="{FF2B5EF4-FFF2-40B4-BE49-F238E27FC236}">
                    <a16:creationId xmlns:a16="http://schemas.microsoft.com/office/drawing/2014/main" id="{63B75A38-2914-5601-7495-D948FFBF1C5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308" y="3666"/>
                <a:ext cx="9" cy="19"/>
              </a:xfrm>
              <a:custGeom>
                <a:avLst/>
                <a:gdLst>
                  <a:gd name="T0" fmla="*/ 0 w 56"/>
                  <a:gd name="T1" fmla="*/ 0 h 113"/>
                  <a:gd name="T2" fmla="*/ 0 w 56"/>
                  <a:gd name="T3" fmla="*/ 0 h 113"/>
                  <a:gd name="T4" fmla="*/ 0 w 56"/>
                  <a:gd name="T5" fmla="*/ 0 h 113"/>
                  <a:gd name="T6" fmla="*/ 0 w 56"/>
                  <a:gd name="T7" fmla="*/ 0 h 113"/>
                  <a:gd name="T8" fmla="*/ 0 w 56"/>
                  <a:gd name="T9" fmla="*/ 0 h 113"/>
                  <a:gd name="T10" fmla="*/ 0 w 56"/>
                  <a:gd name="T11" fmla="*/ 0 h 113"/>
                  <a:gd name="T12" fmla="*/ 0 w 56"/>
                  <a:gd name="T13" fmla="*/ 0 h 113"/>
                  <a:gd name="T14" fmla="*/ 0 w 56"/>
                  <a:gd name="T15" fmla="*/ 0 h 113"/>
                  <a:gd name="T16" fmla="*/ 0 w 56"/>
                  <a:gd name="T17" fmla="*/ 0 h 113"/>
                  <a:gd name="T18" fmla="*/ 0 w 56"/>
                  <a:gd name="T19" fmla="*/ 0 h 113"/>
                  <a:gd name="T20" fmla="*/ 0 w 56"/>
                  <a:gd name="T21" fmla="*/ 0 h 113"/>
                  <a:gd name="T22" fmla="*/ 0 w 56"/>
                  <a:gd name="T23" fmla="*/ 0 h 113"/>
                  <a:gd name="T24" fmla="*/ 0 w 56"/>
                  <a:gd name="T25" fmla="*/ 0 h 113"/>
                  <a:gd name="T26" fmla="*/ 0 w 56"/>
                  <a:gd name="T27" fmla="*/ 0 h 113"/>
                  <a:gd name="T28" fmla="*/ 0 w 56"/>
                  <a:gd name="T29" fmla="*/ 0 h 113"/>
                  <a:gd name="T30" fmla="*/ 0 w 56"/>
                  <a:gd name="T31" fmla="*/ 0 h 113"/>
                  <a:gd name="T32" fmla="*/ 0 w 56"/>
                  <a:gd name="T33" fmla="*/ 0 h 113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w 56"/>
                  <a:gd name="T52" fmla="*/ 0 h 113"/>
                  <a:gd name="T53" fmla="*/ 56 w 56"/>
                  <a:gd name="T54" fmla="*/ 113 h 113"/>
                </a:gdLst>
                <a:ahLst/>
                <a:cxnLst>
                  <a:cxn ang="T34">
                    <a:pos x="T0" y="T1"/>
                  </a:cxn>
                  <a:cxn ang="T35">
                    <a:pos x="T2" y="T3"/>
                  </a:cxn>
                  <a:cxn ang="T36">
                    <a:pos x="T4" y="T5"/>
                  </a:cxn>
                  <a:cxn ang="T37">
                    <a:pos x="T6" y="T7"/>
                  </a:cxn>
                  <a:cxn ang="T38">
                    <a:pos x="T8" y="T9"/>
                  </a:cxn>
                  <a:cxn ang="T39">
                    <a:pos x="T10" y="T11"/>
                  </a:cxn>
                  <a:cxn ang="T40">
                    <a:pos x="T12" y="T13"/>
                  </a:cxn>
                  <a:cxn ang="T41">
                    <a:pos x="T14" y="T15"/>
                  </a:cxn>
                  <a:cxn ang="T42">
                    <a:pos x="T16" y="T17"/>
                  </a:cxn>
                  <a:cxn ang="T43">
                    <a:pos x="T18" y="T19"/>
                  </a:cxn>
                  <a:cxn ang="T44">
                    <a:pos x="T20" y="T21"/>
                  </a:cxn>
                  <a:cxn ang="T45">
                    <a:pos x="T22" y="T23"/>
                  </a:cxn>
                  <a:cxn ang="T46">
                    <a:pos x="T24" y="T25"/>
                  </a:cxn>
                  <a:cxn ang="T47">
                    <a:pos x="T26" y="T27"/>
                  </a:cxn>
                  <a:cxn ang="T48">
                    <a:pos x="T28" y="T29"/>
                  </a:cxn>
                  <a:cxn ang="T49">
                    <a:pos x="T30" y="T31"/>
                  </a:cxn>
                  <a:cxn ang="T50">
                    <a:pos x="T32" y="T33"/>
                  </a:cxn>
                </a:cxnLst>
                <a:rect l="T51" t="T52" r="T53" b="T54"/>
                <a:pathLst>
                  <a:path w="56" h="113">
                    <a:moveTo>
                      <a:pt x="56" y="57"/>
                    </a:moveTo>
                    <a:lnTo>
                      <a:pt x="56" y="113"/>
                    </a:lnTo>
                    <a:lnTo>
                      <a:pt x="43" y="112"/>
                    </a:lnTo>
                    <a:lnTo>
                      <a:pt x="31" y="108"/>
                    </a:lnTo>
                    <a:lnTo>
                      <a:pt x="21" y="101"/>
                    </a:lnTo>
                    <a:lnTo>
                      <a:pt x="12" y="92"/>
                    </a:lnTo>
                    <a:lnTo>
                      <a:pt x="5" y="82"/>
                    </a:lnTo>
                    <a:lnTo>
                      <a:pt x="1" y="70"/>
                    </a:lnTo>
                    <a:lnTo>
                      <a:pt x="0" y="57"/>
                    </a:lnTo>
                    <a:lnTo>
                      <a:pt x="1" y="45"/>
                    </a:lnTo>
                    <a:lnTo>
                      <a:pt x="5" y="33"/>
                    </a:lnTo>
                    <a:lnTo>
                      <a:pt x="12" y="22"/>
                    </a:lnTo>
                    <a:lnTo>
                      <a:pt x="21" y="13"/>
                    </a:lnTo>
                    <a:lnTo>
                      <a:pt x="31" y="7"/>
                    </a:lnTo>
                    <a:lnTo>
                      <a:pt x="43" y="2"/>
                    </a:lnTo>
                    <a:lnTo>
                      <a:pt x="56" y="0"/>
                    </a:lnTo>
                    <a:lnTo>
                      <a:pt x="56" y="57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1092" name="Freeform 729">
                <a:extLst>
                  <a:ext uri="{FF2B5EF4-FFF2-40B4-BE49-F238E27FC236}">
                    <a16:creationId xmlns:a16="http://schemas.microsoft.com/office/drawing/2014/main" id="{B9C32B10-4D30-2D84-FA35-B71C00F9867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308" y="3666"/>
                <a:ext cx="9" cy="19"/>
              </a:xfrm>
              <a:custGeom>
                <a:avLst/>
                <a:gdLst>
                  <a:gd name="T0" fmla="*/ 0 w 56"/>
                  <a:gd name="T1" fmla="*/ 0 h 113"/>
                  <a:gd name="T2" fmla="*/ 0 w 56"/>
                  <a:gd name="T3" fmla="*/ 0 h 113"/>
                  <a:gd name="T4" fmla="*/ 0 w 56"/>
                  <a:gd name="T5" fmla="*/ 0 h 113"/>
                  <a:gd name="T6" fmla="*/ 0 w 56"/>
                  <a:gd name="T7" fmla="*/ 0 h 113"/>
                  <a:gd name="T8" fmla="*/ 0 w 56"/>
                  <a:gd name="T9" fmla="*/ 0 h 113"/>
                  <a:gd name="T10" fmla="*/ 0 w 56"/>
                  <a:gd name="T11" fmla="*/ 0 h 113"/>
                  <a:gd name="T12" fmla="*/ 0 w 56"/>
                  <a:gd name="T13" fmla="*/ 0 h 113"/>
                  <a:gd name="T14" fmla="*/ 0 w 56"/>
                  <a:gd name="T15" fmla="*/ 0 h 113"/>
                  <a:gd name="T16" fmla="*/ 0 w 56"/>
                  <a:gd name="T17" fmla="*/ 0 h 113"/>
                  <a:gd name="T18" fmla="*/ 0 w 56"/>
                  <a:gd name="T19" fmla="*/ 0 h 113"/>
                  <a:gd name="T20" fmla="*/ 0 w 56"/>
                  <a:gd name="T21" fmla="*/ 0 h 113"/>
                  <a:gd name="T22" fmla="*/ 0 w 56"/>
                  <a:gd name="T23" fmla="*/ 0 h 113"/>
                  <a:gd name="T24" fmla="*/ 0 w 56"/>
                  <a:gd name="T25" fmla="*/ 0 h 113"/>
                  <a:gd name="T26" fmla="*/ 0 w 56"/>
                  <a:gd name="T27" fmla="*/ 0 h 113"/>
                  <a:gd name="T28" fmla="*/ 0 w 56"/>
                  <a:gd name="T29" fmla="*/ 0 h 113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w 56"/>
                  <a:gd name="T46" fmla="*/ 0 h 113"/>
                  <a:gd name="T47" fmla="*/ 56 w 56"/>
                  <a:gd name="T48" fmla="*/ 113 h 113"/>
                </a:gdLst>
                <a:ahLst/>
                <a:cxnLst>
                  <a:cxn ang="T30">
                    <a:pos x="T0" y="T1"/>
                  </a:cxn>
                  <a:cxn ang="T31">
                    <a:pos x="T2" y="T3"/>
                  </a:cxn>
                  <a:cxn ang="T32">
                    <a:pos x="T4" y="T5"/>
                  </a:cxn>
                  <a:cxn ang="T33">
                    <a:pos x="T6" y="T7"/>
                  </a:cxn>
                  <a:cxn ang="T34">
                    <a:pos x="T8" y="T9"/>
                  </a:cxn>
                  <a:cxn ang="T35">
                    <a:pos x="T10" y="T11"/>
                  </a:cxn>
                  <a:cxn ang="T36">
                    <a:pos x="T12" y="T13"/>
                  </a:cxn>
                  <a:cxn ang="T37">
                    <a:pos x="T14" y="T15"/>
                  </a:cxn>
                  <a:cxn ang="T38">
                    <a:pos x="T16" y="T17"/>
                  </a:cxn>
                  <a:cxn ang="T39">
                    <a:pos x="T18" y="T19"/>
                  </a:cxn>
                  <a:cxn ang="T40">
                    <a:pos x="T20" y="T21"/>
                  </a:cxn>
                  <a:cxn ang="T41">
                    <a:pos x="T22" y="T23"/>
                  </a:cxn>
                  <a:cxn ang="T42">
                    <a:pos x="T24" y="T25"/>
                  </a:cxn>
                  <a:cxn ang="T43">
                    <a:pos x="T26" y="T27"/>
                  </a:cxn>
                  <a:cxn ang="T44">
                    <a:pos x="T28" y="T29"/>
                  </a:cxn>
                </a:cxnLst>
                <a:rect l="T45" t="T46" r="T47" b="T48"/>
                <a:pathLst>
                  <a:path w="56" h="113">
                    <a:moveTo>
                      <a:pt x="56" y="113"/>
                    </a:moveTo>
                    <a:lnTo>
                      <a:pt x="43" y="112"/>
                    </a:lnTo>
                    <a:lnTo>
                      <a:pt x="31" y="108"/>
                    </a:lnTo>
                    <a:lnTo>
                      <a:pt x="21" y="101"/>
                    </a:lnTo>
                    <a:lnTo>
                      <a:pt x="12" y="92"/>
                    </a:lnTo>
                    <a:lnTo>
                      <a:pt x="5" y="82"/>
                    </a:lnTo>
                    <a:lnTo>
                      <a:pt x="1" y="70"/>
                    </a:lnTo>
                    <a:lnTo>
                      <a:pt x="0" y="57"/>
                    </a:lnTo>
                    <a:lnTo>
                      <a:pt x="1" y="45"/>
                    </a:lnTo>
                    <a:lnTo>
                      <a:pt x="5" y="33"/>
                    </a:lnTo>
                    <a:lnTo>
                      <a:pt x="12" y="22"/>
                    </a:lnTo>
                    <a:lnTo>
                      <a:pt x="21" y="13"/>
                    </a:lnTo>
                    <a:lnTo>
                      <a:pt x="31" y="7"/>
                    </a:lnTo>
                    <a:lnTo>
                      <a:pt x="43" y="2"/>
                    </a:lnTo>
                    <a:lnTo>
                      <a:pt x="56" y="0"/>
                    </a:lnTo>
                  </a:path>
                </a:pathLst>
              </a:cu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1093" name="Freeform 730">
                <a:extLst>
                  <a:ext uri="{FF2B5EF4-FFF2-40B4-BE49-F238E27FC236}">
                    <a16:creationId xmlns:a16="http://schemas.microsoft.com/office/drawing/2014/main" id="{EC651F0F-F374-9CA2-44E7-C809DFBAA4F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317" y="3666"/>
                <a:ext cx="157" cy="19"/>
              </a:xfrm>
              <a:custGeom>
                <a:avLst/>
                <a:gdLst>
                  <a:gd name="T0" fmla="*/ 0 w 928"/>
                  <a:gd name="T1" fmla="*/ 0 h 113"/>
                  <a:gd name="T2" fmla="*/ 0 w 928"/>
                  <a:gd name="T3" fmla="*/ 0 h 113"/>
                  <a:gd name="T4" fmla="*/ 0 w 928"/>
                  <a:gd name="T5" fmla="*/ 0 h 113"/>
                  <a:gd name="T6" fmla="*/ 0 w 928"/>
                  <a:gd name="T7" fmla="*/ 0 h 113"/>
                  <a:gd name="T8" fmla="*/ 0 w 928"/>
                  <a:gd name="T9" fmla="*/ 0 h 113"/>
                  <a:gd name="T10" fmla="*/ 0 w 928"/>
                  <a:gd name="T11" fmla="*/ 0 h 113"/>
                  <a:gd name="T12" fmla="*/ 0 w 928"/>
                  <a:gd name="T13" fmla="*/ 0 h 113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928"/>
                  <a:gd name="T22" fmla="*/ 0 h 113"/>
                  <a:gd name="T23" fmla="*/ 928 w 928"/>
                  <a:gd name="T24" fmla="*/ 113 h 113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928" h="113">
                    <a:moveTo>
                      <a:pt x="0" y="0"/>
                    </a:moveTo>
                    <a:lnTo>
                      <a:pt x="0" y="57"/>
                    </a:lnTo>
                    <a:lnTo>
                      <a:pt x="0" y="113"/>
                    </a:lnTo>
                    <a:lnTo>
                      <a:pt x="928" y="113"/>
                    </a:lnTo>
                    <a:lnTo>
                      <a:pt x="928" y="57"/>
                    </a:lnTo>
                    <a:lnTo>
                      <a:pt x="928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1094" name="Freeform 731">
                <a:extLst>
                  <a:ext uri="{FF2B5EF4-FFF2-40B4-BE49-F238E27FC236}">
                    <a16:creationId xmlns:a16="http://schemas.microsoft.com/office/drawing/2014/main" id="{60CCADD8-2668-0799-5E19-02D920436A7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317" y="3666"/>
                <a:ext cx="157" cy="19"/>
              </a:xfrm>
              <a:custGeom>
                <a:avLst/>
                <a:gdLst>
                  <a:gd name="T0" fmla="*/ 0 w 928"/>
                  <a:gd name="T1" fmla="*/ 0 h 113"/>
                  <a:gd name="T2" fmla="*/ 0 w 928"/>
                  <a:gd name="T3" fmla="*/ 0 h 113"/>
                  <a:gd name="T4" fmla="*/ 0 w 928"/>
                  <a:gd name="T5" fmla="*/ 0 h 113"/>
                  <a:gd name="T6" fmla="*/ 0 w 928"/>
                  <a:gd name="T7" fmla="*/ 0 h 113"/>
                  <a:gd name="T8" fmla="*/ 0 w 928"/>
                  <a:gd name="T9" fmla="*/ 0 h 113"/>
                  <a:gd name="T10" fmla="*/ 0 w 928"/>
                  <a:gd name="T11" fmla="*/ 0 h 113"/>
                  <a:gd name="T12" fmla="*/ 0 w 928"/>
                  <a:gd name="T13" fmla="*/ 0 h 113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928"/>
                  <a:gd name="T22" fmla="*/ 0 h 113"/>
                  <a:gd name="T23" fmla="*/ 928 w 928"/>
                  <a:gd name="T24" fmla="*/ 113 h 113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928" h="113">
                    <a:moveTo>
                      <a:pt x="0" y="0"/>
                    </a:moveTo>
                    <a:lnTo>
                      <a:pt x="0" y="57"/>
                    </a:lnTo>
                    <a:lnTo>
                      <a:pt x="0" y="113"/>
                    </a:lnTo>
                    <a:lnTo>
                      <a:pt x="928" y="113"/>
                    </a:lnTo>
                    <a:lnTo>
                      <a:pt x="928" y="57"/>
                    </a:lnTo>
                    <a:lnTo>
                      <a:pt x="928" y="0"/>
                    </a:lnTo>
                    <a:lnTo>
                      <a:pt x="0" y="0"/>
                    </a:lnTo>
                    <a:close/>
                  </a:path>
                </a:pathLst>
              </a:cu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1095" name="Freeform 732">
                <a:extLst>
                  <a:ext uri="{FF2B5EF4-FFF2-40B4-BE49-F238E27FC236}">
                    <a16:creationId xmlns:a16="http://schemas.microsoft.com/office/drawing/2014/main" id="{9452204B-8519-8E40-A105-A5942FB83DF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474" y="3666"/>
                <a:ext cx="10" cy="19"/>
              </a:xfrm>
              <a:custGeom>
                <a:avLst/>
                <a:gdLst>
                  <a:gd name="T0" fmla="*/ 0 w 57"/>
                  <a:gd name="T1" fmla="*/ 0 h 113"/>
                  <a:gd name="T2" fmla="*/ 0 w 57"/>
                  <a:gd name="T3" fmla="*/ 0 h 113"/>
                  <a:gd name="T4" fmla="*/ 0 w 57"/>
                  <a:gd name="T5" fmla="*/ 0 h 113"/>
                  <a:gd name="T6" fmla="*/ 0 w 57"/>
                  <a:gd name="T7" fmla="*/ 0 h 113"/>
                  <a:gd name="T8" fmla="*/ 0 w 57"/>
                  <a:gd name="T9" fmla="*/ 0 h 113"/>
                  <a:gd name="T10" fmla="*/ 0 w 57"/>
                  <a:gd name="T11" fmla="*/ 0 h 113"/>
                  <a:gd name="T12" fmla="*/ 0 w 57"/>
                  <a:gd name="T13" fmla="*/ 0 h 113"/>
                  <a:gd name="T14" fmla="*/ 0 w 57"/>
                  <a:gd name="T15" fmla="*/ 0 h 113"/>
                  <a:gd name="T16" fmla="*/ 0 w 57"/>
                  <a:gd name="T17" fmla="*/ 0 h 113"/>
                  <a:gd name="T18" fmla="*/ 0 w 57"/>
                  <a:gd name="T19" fmla="*/ 0 h 113"/>
                  <a:gd name="T20" fmla="*/ 0 w 57"/>
                  <a:gd name="T21" fmla="*/ 0 h 113"/>
                  <a:gd name="T22" fmla="*/ 0 w 57"/>
                  <a:gd name="T23" fmla="*/ 0 h 113"/>
                  <a:gd name="T24" fmla="*/ 0 w 57"/>
                  <a:gd name="T25" fmla="*/ 0 h 113"/>
                  <a:gd name="T26" fmla="*/ 0 w 57"/>
                  <a:gd name="T27" fmla="*/ 0 h 113"/>
                  <a:gd name="T28" fmla="*/ 0 w 57"/>
                  <a:gd name="T29" fmla="*/ 0 h 113"/>
                  <a:gd name="T30" fmla="*/ 0 w 57"/>
                  <a:gd name="T31" fmla="*/ 0 h 113"/>
                  <a:gd name="T32" fmla="*/ 0 w 57"/>
                  <a:gd name="T33" fmla="*/ 0 h 113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w 57"/>
                  <a:gd name="T52" fmla="*/ 0 h 113"/>
                  <a:gd name="T53" fmla="*/ 57 w 57"/>
                  <a:gd name="T54" fmla="*/ 113 h 113"/>
                </a:gdLst>
                <a:ahLst/>
                <a:cxnLst>
                  <a:cxn ang="T34">
                    <a:pos x="T0" y="T1"/>
                  </a:cxn>
                  <a:cxn ang="T35">
                    <a:pos x="T2" y="T3"/>
                  </a:cxn>
                  <a:cxn ang="T36">
                    <a:pos x="T4" y="T5"/>
                  </a:cxn>
                  <a:cxn ang="T37">
                    <a:pos x="T6" y="T7"/>
                  </a:cxn>
                  <a:cxn ang="T38">
                    <a:pos x="T8" y="T9"/>
                  </a:cxn>
                  <a:cxn ang="T39">
                    <a:pos x="T10" y="T11"/>
                  </a:cxn>
                  <a:cxn ang="T40">
                    <a:pos x="T12" y="T13"/>
                  </a:cxn>
                  <a:cxn ang="T41">
                    <a:pos x="T14" y="T15"/>
                  </a:cxn>
                  <a:cxn ang="T42">
                    <a:pos x="T16" y="T17"/>
                  </a:cxn>
                  <a:cxn ang="T43">
                    <a:pos x="T18" y="T19"/>
                  </a:cxn>
                  <a:cxn ang="T44">
                    <a:pos x="T20" y="T21"/>
                  </a:cxn>
                  <a:cxn ang="T45">
                    <a:pos x="T22" y="T23"/>
                  </a:cxn>
                  <a:cxn ang="T46">
                    <a:pos x="T24" y="T25"/>
                  </a:cxn>
                  <a:cxn ang="T47">
                    <a:pos x="T26" y="T27"/>
                  </a:cxn>
                  <a:cxn ang="T48">
                    <a:pos x="T28" y="T29"/>
                  </a:cxn>
                  <a:cxn ang="T49">
                    <a:pos x="T30" y="T31"/>
                  </a:cxn>
                  <a:cxn ang="T50">
                    <a:pos x="T32" y="T33"/>
                  </a:cxn>
                </a:cxnLst>
                <a:rect l="T51" t="T52" r="T53" b="T54"/>
                <a:pathLst>
                  <a:path w="57" h="113">
                    <a:moveTo>
                      <a:pt x="0" y="57"/>
                    </a:moveTo>
                    <a:lnTo>
                      <a:pt x="0" y="0"/>
                    </a:lnTo>
                    <a:lnTo>
                      <a:pt x="12" y="2"/>
                    </a:lnTo>
                    <a:lnTo>
                      <a:pt x="24" y="7"/>
                    </a:lnTo>
                    <a:lnTo>
                      <a:pt x="35" y="13"/>
                    </a:lnTo>
                    <a:lnTo>
                      <a:pt x="44" y="22"/>
                    </a:lnTo>
                    <a:lnTo>
                      <a:pt x="50" y="33"/>
                    </a:lnTo>
                    <a:lnTo>
                      <a:pt x="55" y="45"/>
                    </a:lnTo>
                    <a:lnTo>
                      <a:pt x="57" y="57"/>
                    </a:lnTo>
                    <a:lnTo>
                      <a:pt x="55" y="70"/>
                    </a:lnTo>
                    <a:lnTo>
                      <a:pt x="50" y="82"/>
                    </a:lnTo>
                    <a:lnTo>
                      <a:pt x="44" y="92"/>
                    </a:lnTo>
                    <a:lnTo>
                      <a:pt x="35" y="101"/>
                    </a:lnTo>
                    <a:lnTo>
                      <a:pt x="24" y="108"/>
                    </a:lnTo>
                    <a:lnTo>
                      <a:pt x="12" y="112"/>
                    </a:lnTo>
                    <a:lnTo>
                      <a:pt x="0" y="113"/>
                    </a:lnTo>
                    <a:lnTo>
                      <a:pt x="0" y="57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1096" name="Freeform 733">
                <a:extLst>
                  <a:ext uri="{FF2B5EF4-FFF2-40B4-BE49-F238E27FC236}">
                    <a16:creationId xmlns:a16="http://schemas.microsoft.com/office/drawing/2014/main" id="{A46FBD58-EF81-FBA8-EE5F-3026780E685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474" y="3666"/>
                <a:ext cx="10" cy="19"/>
              </a:xfrm>
              <a:custGeom>
                <a:avLst/>
                <a:gdLst>
                  <a:gd name="T0" fmla="*/ 0 w 57"/>
                  <a:gd name="T1" fmla="*/ 0 h 113"/>
                  <a:gd name="T2" fmla="*/ 0 w 57"/>
                  <a:gd name="T3" fmla="*/ 0 h 113"/>
                  <a:gd name="T4" fmla="*/ 0 w 57"/>
                  <a:gd name="T5" fmla="*/ 0 h 113"/>
                  <a:gd name="T6" fmla="*/ 0 w 57"/>
                  <a:gd name="T7" fmla="*/ 0 h 113"/>
                  <a:gd name="T8" fmla="*/ 0 w 57"/>
                  <a:gd name="T9" fmla="*/ 0 h 113"/>
                  <a:gd name="T10" fmla="*/ 0 w 57"/>
                  <a:gd name="T11" fmla="*/ 0 h 113"/>
                  <a:gd name="T12" fmla="*/ 0 w 57"/>
                  <a:gd name="T13" fmla="*/ 0 h 113"/>
                  <a:gd name="T14" fmla="*/ 0 w 57"/>
                  <a:gd name="T15" fmla="*/ 0 h 113"/>
                  <a:gd name="T16" fmla="*/ 0 w 57"/>
                  <a:gd name="T17" fmla="*/ 0 h 113"/>
                  <a:gd name="T18" fmla="*/ 0 w 57"/>
                  <a:gd name="T19" fmla="*/ 0 h 113"/>
                  <a:gd name="T20" fmla="*/ 0 w 57"/>
                  <a:gd name="T21" fmla="*/ 0 h 113"/>
                  <a:gd name="T22" fmla="*/ 0 w 57"/>
                  <a:gd name="T23" fmla="*/ 0 h 113"/>
                  <a:gd name="T24" fmla="*/ 0 w 57"/>
                  <a:gd name="T25" fmla="*/ 0 h 113"/>
                  <a:gd name="T26" fmla="*/ 0 w 57"/>
                  <a:gd name="T27" fmla="*/ 0 h 113"/>
                  <a:gd name="T28" fmla="*/ 0 w 57"/>
                  <a:gd name="T29" fmla="*/ 0 h 113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w 57"/>
                  <a:gd name="T46" fmla="*/ 0 h 113"/>
                  <a:gd name="T47" fmla="*/ 57 w 57"/>
                  <a:gd name="T48" fmla="*/ 113 h 113"/>
                </a:gdLst>
                <a:ahLst/>
                <a:cxnLst>
                  <a:cxn ang="T30">
                    <a:pos x="T0" y="T1"/>
                  </a:cxn>
                  <a:cxn ang="T31">
                    <a:pos x="T2" y="T3"/>
                  </a:cxn>
                  <a:cxn ang="T32">
                    <a:pos x="T4" y="T5"/>
                  </a:cxn>
                  <a:cxn ang="T33">
                    <a:pos x="T6" y="T7"/>
                  </a:cxn>
                  <a:cxn ang="T34">
                    <a:pos x="T8" y="T9"/>
                  </a:cxn>
                  <a:cxn ang="T35">
                    <a:pos x="T10" y="T11"/>
                  </a:cxn>
                  <a:cxn ang="T36">
                    <a:pos x="T12" y="T13"/>
                  </a:cxn>
                  <a:cxn ang="T37">
                    <a:pos x="T14" y="T15"/>
                  </a:cxn>
                  <a:cxn ang="T38">
                    <a:pos x="T16" y="T17"/>
                  </a:cxn>
                  <a:cxn ang="T39">
                    <a:pos x="T18" y="T19"/>
                  </a:cxn>
                  <a:cxn ang="T40">
                    <a:pos x="T20" y="T21"/>
                  </a:cxn>
                  <a:cxn ang="T41">
                    <a:pos x="T22" y="T23"/>
                  </a:cxn>
                  <a:cxn ang="T42">
                    <a:pos x="T24" y="T25"/>
                  </a:cxn>
                  <a:cxn ang="T43">
                    <a:pos x="T26" y="T27"/>
                  </a:cxn>
                  <a:cxn ang="T44">
                    <a:pos x="T28" y="T29"/>
                  </a:cxn>
                </a:cxnLst>
                <a:rect l="T45" t="T46" r="T47" b="T48"/>
                <a:pathLst>
                  <a:path w="57" h="113">
                    <a:moveTo>
                      <a:pt x="0" y="0"/>
                    </a:moveTo>
                    <a:lnTo>
                      <a:pt x="12" y="2"/>
                    </a:lnTo>
                    <a:lnTo>
                      <a:pt x="24" y="7"/>
                    </a:lnTo>
                    <a:lnTo>
                      <a:pt x="35" y="13"/>
                    </a:lnTo>
                    <a:lnTo>
                      <a:pt x="44" y="22"/>
                    </a:lnTo>
                    <a:lnTo>
                      <a:pt x="50" y="33"/>
                    </a:lnTo>
                    <a:lnTo>
                      <a:pt x="55" y="45"/>
                    </a:lnTo>
                    <a:lnTo>
                      <a:pt x="57" y="57"/>
                    </a:lnTo>
                    <a:lnTo>
                      <a:pt x="55" y="70"/>
                    </a:lnTo>
                    <a:lnTo>
                      <a:pt x="50" y="82"/>
                    </a:lnTo>
                    <a:lnTo>
                      <a:pt x="44" y="92"/>
                    </a:lnTo>
                    <a:lnTo>
                      <a:pt x="35" y="101"/>
                    </a:lnTo>
                    <a:lnTo>
                      <a:pt x="24" y="108"/>
                    </a:lnTo>
                    <a:lnTo>
                      <a:pt x="12" y="112"/>
                    </a:lnTo>
                    <a:lnTo>
                      <a:pt x="0" y="113"/>
                    </a:lnTo>
                  </a:path>
                </a:pathLst>
              </a:cu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1097" name="Freeform 734">
                <a:extLst>
                  <a:ext uri="{FF2B5EF4-FFF2-40B4-BE49-F238E27FC236}">
                    <a16:creationId xmlns:a16="http://schemas.microsoft.com/office/drawing/2014/main" id="{D15E3DAE-C712-4F1F-550D-6ED673F3429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308" y="3397"/>
                <a:ext cx="9" cy="19"/>
              </a:xfrm>
              <a:custGeom>
                <a:avLst/>
                <a:gdLst>
                  <a:gd name="T0" fmla="*/ 0 w 56"/>
                  <a:gd name="T1" fmla="*/ 0 h 114"/>
                  <a:gd name="T2" fmla="*/ 0 w 56"/>
                  <a:gd name="T3" fmla="*/ 0 h 114"/>
                  <a:gd name="T4" fmla="*/ 0 w 56"/>
                  <a:gd name="T5" fmla="*/ 0 h 114"/>
                  <a:gd name="T6" fmla="*/ 0 w 56"/>
                  <a:gd name="T7" fmla="*/ 0 h 114"/>
                  <a:gd name="T8" fmla="*/ 0 w 56"/>
                  <a:gd name="T9" fmla="*/ 0 h 114"/>
                  <a:gd name="T10" fmla="*/ 0 w 56"/>
                  <a:gd name="T11" fmla="*/ 0 h 114"/>
                  <a:gd name="T12" fmla="*/ 0 w 56"/>
                  <a:gd name="T13" fmla="*/ 0 h 114"/>
                  <a:gd name="T14" fmla="*/ 0 w 56"/>
                  <a:gd name="T15" fmla="*/ 0 h 114"/>
                  <a:gd name="T16" fmla="*/ 0 w 56"/>
                  <a:gd name="T17" fmla="*/ 0 h 114"/>
                  <a:gd name="T18" fmla="*/ 0 w 56"/>
                  <a:gd name="T19" fmla="*/ 0 h 114"/>
                  <a:gd name="T20" fmla="*/ 0 w 56"/>
                  <a:gd name="T21" fmla="*/ 0 h 114"/>
                  <a:gd name="T22" fmla="*/ 0 w 56"/>
                  <a:gd name="T23" fmla="*/ 0 h 114"/>
                  <a:gd name="T24" fmla="*/ 0 w 56"/>
                  <a:gd name="T25" fmla="*/ 0 h 114"/>
                  <a:gd name="T26" fmla="*/ 0 w 56"/>
                  <a:gd name="T27" fmla="*/ 0 h 114"/>
                  <a:gd name="T28" fmla="*/ 0 w 56"/>
                  <a:gd name="T29" fmla="*/ 0 h 114"/>
                  <a:gd name="T30" fmla="*/ 0 w 56"/>
                  <a:gd name="T31" fmla="*/ 0 h 114"/>
                  <a:gd name="T32" fmla="*/ 0 w 56"/>
                  <a:gd name="T33" fmla="*/ 0 h 114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w 56"/>
                  <a:gd name="T52" fmla="*/ 0 h 114"/>
                  <a:gd name="T53" fmla="*/ 56 w 56"/>
                  <a:gd name="T54" fmla="*/ 114 h 114"/>
                </a:gdLst>
                <a:ahLst/>
                <a:cxnLst>
                  <a:cxn ang="T34">
                    <a:pos x="T0" y="T1"/>
                  </a:cxn>
                  <a:cxn ang="T35">
                    <a:pos x="T2" y="T3"/>
                  </a:cxn>
                  <a:cxn ang="T36">
                    <a:pos x="T4" y="T5"/>
                  </a:cxn>
                  <a:cxn ang="T37">
                    <a:pos x="T6" y="T7"/>
                  </a:cxn>
                  <a:cxn ang="T38">
                    <a:pos x="T8" y="T9"/>
                  </a:cxn>
                  <a:cxn ang="T39">
                    <a:pos x="T10" y="T11"/>
                  </a:cxn>
                  <a:cxn ang="T40">
                    <a:pos x="T12" y="T13"/>
                  </a:cxn>
                  <a:cxn ang="T41">
                    <a:pos x="T14" y="T15"/>
                  </a:cxn>
                  <a:cxn ang="T42">
                    <a:pos x="T16" y="T17"/>
                  </a:cxn>
                  <a:cxn ang="T43">
                    <a:pos x="T18" y="T19"/>
                  </a:cxn>
                  <a:cxn ang="T44">
                    <a:pos x="T20" y="T21"/>
                  </a:cxn>
                  <a:cxn ang="T45">
                    <a:pos x="T22" y="T23"/>
                  </a:cxn>
                  <a:cxn ang="T46">
                    <a:pos x="T24" y="T25"/>
                  </a:cxn>
                  <a:cxn ang="T47">
                    <a:pos x="T26" y="T27"/>
                  </a:cxn>
                  <a:cxn ang="T48">
                    <a:pos x="T28" y="T29"/>
                  </a:cxn>
                  <a:cxn ang="T49">
                    <a:pos x="T30" y="T31"/>
                  </a:cxn>
                  <a:cxn ang="T50">
                    <a:pos x="T32" y="T33"/>
                  </a:cxn>
                </a:cxnLst>
                <a:rect l="T51" t="T52" r="T53" b="T54"/>
                <a:pathLst>
                  <a:path w="56" h="114">
                    <a:moveTo>
                      <a:pt x="56" y="58"/>
                    </a:moveTo>
                    <a:lnTo>
                      <a:pt x="56" y="114"/>
                    </a:lnTo>
                    <a:lnTo>
                      <a:pt x="43" y="113"/>
                    </a:lnTo>
                    <a:lnTo>
                      <a:pt x="31" y="108"/>
                    </a:lnTo>
                    <a:lnTo>
                      <a:pt x="21" y="101"/>
                    </a:lnTo>
                    <a:lnTo>
                      <a:pt x="12" y="92"/>
                    </a:lnTo>
                    <a:lnTo>
                      <a:pt x="5" y="82"/>
                    </a:lnTo>
                    <a:lnTo>
                      <a:pt x="1" y="70"/>
                    </a:lnTo>
                    <a:lnTo>
                      <a:pt x="0" y="58"/>
                    </a:lnTo>
                    <a:lnTo>
                      <a:pt x="1" y="45"/>
                    </a:lnTo>
                    <a:lnTo>
                      <a:pt x="5" y="33"/>
                    </a:lnTo>
                    <a:lnTo>
                      <a:pt x="12" y="23"/>
                    </a:lnTo>
                    <a:lnTo>
                      <a:pt x="21" y="14"/>
                    </a:lnTo>
                    <a:lnTo>
                      <a:pt x="31" y="7"/>
                    </a:lnTo>
                    <a:lnTo>
                      <a:pt x="43" y="3"/>
                    </a:lnTo>
                    <a:lnTo>
                      <a:pt x="56" y="0"/>
                    </a:lnTo>
                    <a:lnTo>
                      <a:pt x="56" y="58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1098" name="Freeform 735">
                <a:extLst>
                  <a:ext uri="{FF2B5EF4-FFF2-40B4-BE49-F238E27FC236}">
                    <a16:creationId xmlns:a16="http://schemas.microsoft.com/office/drawing/2014/main" id="{DDB8C09E-757B-A674-27DC-F914B694D1A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308" y="3397"/>
                <a:ext cx="9" cy="19"/>
              </a:xfrm>
              <a:custGeom>
                <a:avLst/>
                <a:gdLst>
                  <a:gd name="T0" fmla="*/ 0 w 56"/>
                  <a:gd name="T1" fmla="*/ 0 h 114"/>
                  <a:gd name="T2" fmla="*/ 0 w 56"/>
                  <a:gd name="T3" fmla="*/ 0 h 114"/>
                  <a:gd name="T4" fmla="*/ 0 w 56"/>
                  <a:gd name="T5" fmla="*/ 0 h 114"/>
                  <a:gd name="T6" fmla="*/ 0 w 56"/>
                  <a:gd name="T7" fmla="*/ 0 h 114"/>
                  <a:gd name="T8" fmla="*/ 0 w 56"/>
                  <a:gd name="T9" fmla="*/ 0 h 114"/>
                  <a:gd name="T10" fmla="*/ 0 w 56"/>
                  <a:gd name="T11" fmla="*/ 0 h 114"/>
                  <a:gd name="T12" fmla="*/ 0 w 56"/>
                  <a:gd name="T13" fmla="*/ 0 h 114"/>
                  <a:gd name="T14" fmla="*/ 0 w 56"/>
                  <a:gd name="T15" fmla="*/ 0 h 114"/>
                  <a:gd name="T16" fmla="*/ 0 w 56"/>
                  <a:gd name="T17" fmla="*/ 0 h 114"/>
                  <a:gd name="T18" fmla="*/ 0 w 56"/>
                  <a:gd name="T19" fmla="*/ 0 h 114"/>
                  <a:gd name="T20" fmla="*/ 0 w 56"/>
                  <a:gd name="T21" fmla="*/ 0 h 114"/>
                  <a:gd name="T22" fmla="*/ 0 w 56"/>
                  <a:gd name="T23" fmla="*/ 0 h 114"/>
                  <a:gd name="T24" fmla="*/ 0 w 56"/>
                  <a:gd name="T25" fmla="*/ 0 h 114"/>
                  <a:gd name="T26" fmla="*/ 0 w 56"/>
                  <a:gd name="T27" fmla="*/ 0 h 114"/>
                  <a:gd name="T28" fmla="*/ 0 w 56"/>
                  <a:gd name="T29" fmla="*/ 0 h 114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w 56"/>
                  <a:gd name="T46" fmla="*/ 0 h 114"/>
                  <a:gd name="T47" fmla="*/ 56 w 56"/>
                  <a:gd name="T48" fmla="*/ 114 h 114"/>
                </a:gdLst>
                <a:ahLst/>
                <a:cxnLst>
                  <a:cxn ang="T30">
                    <a:pos x="T0" y="T1"/>
                  </a:cxn>
                  <a:cxn ang="T31">
                    <a:pos x="T2" y="T3"/>
                  </a:cxn>
                  <a:cxn ang="T32">
                    <a:pos x="T4" y="T5"/>
                  </a:cxn>
                  <a:cxn ang="T33">
                    <a:pos x="T6" y="T7"/>
                  </a:cxn>
                  <a:cxn ang="T34">
                    <a:pos x="T8" y="T9"/>
                  </a:cxn>
                  <a:cxn ang="T35">
                    <a:pos x="T10" y="T11"/>
                  </a:cxn>
                  <a:cxn ang="T36">
                    <a:pos x="T12" y="T13"/>
                  </a:cxn>
                  <a:cxn ang="T37">
                    <a:pos x="T14" y="T15"/>
                  </a:cxn>
                  <a:cxn ang="T38">
                    <a:pos x="T16" y="T17"/>
                  </a:cxn>
                  <a:cxn ang="T39">
                    <a:pos x="T18" y="T19"/>
                  </a:cxn>
                  <a:cxn ang="T40">
                    <a:pos x="T20" y="T21"/>
                  </a:cxn>
                  <a:cxn ang="T41">
                    <a:pos x="T22" y="T23"/>
                  </a:cxn>
                  <a:cxn ang="T42">
                    <a:pos x="T24" y="T25"/>
                  </a:cxn>
                  <a:cxn ang="T43">
                    <a:pos x="T26" y="T27"/>
                  </a:cxn>
                  <a:cxn ang="T44">
                    <a:pos x="T28" y="T29"/>
                  </a:cxn>
                </a:cxnLst>
                <a:rect l="T45" t="T46" r="T47" b="T48"/>
                <a:pathLst>
                  <a:path w="56" h="114">
                    <a:moveTo>
                      <a:pt x="56" y="114"/>
                    </a:moveTo>
                    <a:lnTo>
                      <a:pt x="43" y="113"/>
                    </a:lnTo>
                    <a:lnTo>
                      <a:pt x="31" y="108"/>
                    </a:lnTo>
                    <a:lnTo>
                      <a:pt x="21" y="101"/>
                    </a:lnTo>
                    <a:lnTo>
                      <a:pt x="12" y="92"/>
                    </a:lnTo>
                    <a:lnTo>
                      <a:pt x="5" y="82"/>
                    </a:lnTo>
                    <a:lnTo>
                      <a:pt x="1" y="70"/>
                    </a:lnTo>
                    <a:lnTo>
                      <a:pt x="0" y="58"/>
                    </a:lnTo>
                    <a:lnTo>
                      <a:pt x="1" y="45"/>
                    </a:lnTo>
                    <a:lnTo>
                      <a:pt x="5" y="33"/>
                    </a:lnTo>
                    <a:lnTo>
                      <a:pt x="12" y="23"/>
                    </a:lnTo>
                    <a:lnTo>
                      <a:pt x="21" y="14"/>
                    </a:lnTo>
                    <a:lnTo>
                      <a:pt x="31" y="7"/>
                    </a:lnTo>
                    <a:lnTo>
                      <a:pt x="43" y="3"/>
                    </a:lnTo>
                    <a:lnTo>
                      <a:pt x="56" y="0"/>
                    </a:lnTo>
                  </a:path>
                </a:pathLst>
              </a:cu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1099" name="Freeform 736">
                <a:extLst>
                  <a:ext uri="{FF2B5EF4-FFF2-40B4-BE49-F238E27FC236}">
                    <a16:creationId xmlns:a16="http://schemas.microsoft.com/office/drawing/2014/main" id="{17B9771E-A388-8530-F871-8E26D7E7659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317" y="3397"/>
                <a:ext cx="157" cy="19"/>
              </a:xfrm>
              <a:custGeom>
                <a:avLst/>
                <a:gdLst>
                  <a:gd name="T0" fmla="*/ 0 w 928"/>
                  <a:gd name="T1" fmla="*/ 0 h 114"/>
                  <a:gd name="T2" fmla="*/ 0 w 928"/>
                  <a:gd name="T3" fmla="*/ 0 h 114"/>
                  <a:gd name="T4" fmla="*/ 0 w 928"/>
                  <a:gd name="T5" fmla="*/ 0 h 114"/>
                  <a:gd name="T6" fmla="*/ 0 w 928"/>
                  <a:gd name="T7" fmla="*/ 0 h 114"/>
                  <a:gd name="T8" fmla="*/ 0 w 928"/>
                  <a:gd name="T9" fmla="*/ 0 h 114"/>
                  <a:gd name="T10" fmla="*/ 0 w 928"/>
                  <a:gd name="T11" fmla="*/ 0 h 114"/>
                  <a:gd name="T12" fmla="*/ 0 w 928"/>
                  <a:gd name="T13" fmla="*/ 0 h 114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928"/>
                  <a:gd name="T22" fmla="*/ 0 h 114"/>
                  <a:gd name="T23" fmla="*/ 928 w 928"/>
                  <a:gd name="T24" fmla="*/ 114 h 114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928" h="114">
                    <a:moveTo>
                      <a:pt x="0" y="0"/>
                    </a:moveTo>
                    <a:lnTo>
                      <a:pt x="0" y="58"/>
                    </a:lnTo>
                    <a:lnTo>
                      <a:pt x="0" y="114"/>
                    </a:lnTo>
                    <a:lnTo>
                      <a:pt x="928" y="114"/>
                    </a:lnTo>
                    <a:lnTo>
                      <a:pt x="928" y="58"/>
                    </a:lnTo>
                    <a:lnTo>
                      <a:pt x="928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1100" name="Freeform 737">
                <a:extLst>
                  <a:ext uri="{FF2B5EF4-FFF2-40B4-BE49-F238E27FC236}">
                    <a16:creationId xmlns:a16="http://schemas.microsoft.com/office/drawing/2014/main" id="{6A0E3026-943F-B786-6A6F-A302F9535F2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317" y="3397"/>
                <a:ext cx="157" cy="19"/>
              </a:xfrm>
              <a:custGeom>
                <a:avLst/>
                <a:gdLst>
                  <a:gd name="T0" fmla="*/ 0 w 928"/>
                  <a:gd name="T1" fmla="*/ 0 h 114"/>
                  <a:gd name="T2" fmla="*/ 0 w 928"/>
                  <a:gd name="T3" fmla="*/ 0 h 114"/>
                  <a:gd name="T4" fmla="*/ 0 w 928"/>
                  <a:gd name="T5" fmla="*/ 0 h 114"/>
                  <a:gd name="T6" fmla="*/ 0 w 928"/>
                  <a:gd name="T7" fmla="*/ 0 h 114"/>
                  <a:gd name="T8" fmla="*/ 0 w 928"/>
                  <a:gd name="T9" fmla="*/ 0 h 114"/>
                  <a:gd name="T10" fmla="*/ 0 w 928"/>
                  <a:gd name="T11" fmla="*/ 0 h 114"/>
                  <a:gd name="T12" fmla="*/ 0 w 928"/>
                  <a:gd name="T13" fmla="*/ 0 h 114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928"/>
                  <a:gd name="T22" fmla="*/ 0 h 114"/>
                  <a:gd name="T23" fmla="*/ 928 w 928"/>
                  <a:gd name="T24" fmla="*/ 114 h 114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928" h="114">
                    <a:moveTo>
                      <a:pt x="0" y="0"/>
                    </a:moveTo>
                    <a:lnTo>
                      <a:pt x="0" y="58"/>
                    </a:lnTo>
                    <a:lnTo>
                      <a:pt x="0" y="114"/>
                    </a:lnTo>
                    <a:lnTo>
                      <a:pt x="928" y="114"/>
                    </a:lnTo>
                    <a:lnTo>
                      <a:pt x="928" y="58"/>
                    </a:lnTo>
                    <a:lnTo>
                      <a:pt x="928" y="0"/>
                    </a:lnTo>
                    <a:lnTo>
                      <a:pt x="0" y="0"/>
                    </a:lnTo>
                    <a:close/>
                  </a:path>
                </a:pathLst>
              </a:cu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1101" name="Freeform 738">
                <a:extLst>
                  <a:ext uri="{FF2B5EF4-FFF2-40B4-BE49-F238E27FC236}">
                    <a16:creationId xmlns:a16="http://schemas.microsoft.com/office/drawing/2014/main" id="{0A1D852E-DF55-9E11-AD6C-6E1DE045172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474" y="3397"/>
                <a:ext cx="10" cy="19"/>
              </a:xfrm>
              <a:custGeom>
                <a:avLst/>
                <a:gdLst>
                  <a:gd name="T0" fmla="*/ 0 w 57"/>
                  <a:gd name="T1" fmla="*/ 0 h 114"/>
                  <a:gd name="T2" fmla="*/ 0 w 57"/>
                  <a:gd name="T3" fmla="*/ 0 h 114"/>
                  <a:gd name="T4" fmla="*/ 0 w 57"/>
                  <a:gd name="T5" fmla="*/ 0 h 114"/>
                  <a:gd name="T6" fmla="*/ 0 w 57"/>
                  <a:gd name="T7" fmla="*/ 0 h 114"/>
                  <a:gd name="T8" fmla="*/ 0 w 57"/>
                  <a:gd name="T9" fmla="*/ 0 h 114"/>
                  <a:gd name="T10" fmla="*/ 0 w 57"/>
                  <a:gd name="T11" fmla="*/ 0 h 114"/>
                  <a:gd name="T12" fmla="*/ 0 w 57"/>
                  <a:gd name="T13" fmla="*/ 0 h 114"/>
                  <a:gd name="T14" fmla="*/ 0 w 57"/>
                  <a:gd name="T15" fmla="*/ 0 h 114"/>
                  <a:gd name="T16" fmla="*/ 0 w 57"/>
                  <a:gd name="T17" fmla="*/ 0 h 114"/>
                  <a:gd name="T18" fmla="*/ 0 w 57"/>
                  <a:gd name="T19" fmla="*/ 0 h 114"/>
                  <a:gd name="T20" fmla="*/ 0 w 57"/>
                  <a:gd name="T21" fmla="*/ 0 h 114"/>
                  <a:gd name="T22" fmla="*/ 0 w 57"/>
                  <a:gd name="T23" fmla="*/ 0 h 114"/>
                  <a:gd name="T24" fmla="*/ 0 w 57"/>
                  <a:gd name="T25" fmla="*/ 0 h 114"/>
                  <a:gd name="T26" fmla="*/ 0 w 57"/>
                  <a:gd name="T27" fmla="*/ 0 h 114"/>
                  <a:gd name="T28" fmla="*/ 0 w 57"/>
                  <a:gd name="T29" fmla="*/ 0 h 114"/>
                  <a:gd name="T30" fmla="*/ 0 w 57"/>
                  <a:gd name="T31" fmla="*/ 0 h 114"/>
                  <a:gd name="T32" fmla="*/ 0 w 57"/>
                  <a:gd name="T33" fmla="*/ 0 h 114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w 57"/>
                  <a:gd name="T52" fmla="*/ 0 h 114"/>
                  <a:gd name="T53" fmla="*/ 57 w 57"/>
                  <a:gd name="T54" fmla="*/ 114 h 114"/>
                </a:gdLst>
                <a:ahLst/>
                <a:cxnLst>
                  <a:cxn ang="T34">
                    <a:pos x="T0" y="T1"/>
                  </a:cxn>
                  <a:cxn ang="T35">
                    <a:pos x="T2" y="T3"/>
                  </a:cxn>
                  <a:cxn ang="T36">
                    <a:pos x="T4" y="T5"/>
                  </a:cxn>
                  <a:cxn ang="T37">
                    <a:pos x="T6" y="T7"/>
                  </a:cxn>
                  <a:cxn ang="T38">
                    <a:pos x="T8" y="T9"/>
                  </a:cxn>
                  <a:cxn ang="T39">
                    <a:pos x="T10" y="T11"/>
                  </a:cxn>
                  <a:cxn ang="T40">
                    <a:pos x="T12" y="T13"/>
                  </a:cxn>
                  <a:cxn ang="T41">
                    <a:pos x="T14" y="T15"/>
                  </a:cxn>
                  <a:cxn ang="T42">
                    <a:pos x="T16" y="T17"/>
                  </a:cxn>
                  <a:cxn ang="T43">
                    <a:pos x="T18" y="T19"/>
                  </a:cxn>
                  <a:cxn ang="T44">
                    <a:pos x="T20" y="T21"/>
                  </a:cxn>
                  <a:cxn ang="T45">
                    <a:pos x="T22" y="T23"/>
                  </a:cxn>
                  <a:cxn ang="T46">
                    <a:pos x="T24" y="T25"/>
                  </a:cxn>
                  <a:cxn ang="T47">
                    <a:pos x="T26" y="T27"/>
                  </a:cxn>
                  <a:cxn ang="T48">
                    <a:pos x="T28" y="T29"/>
                  </a:cxn>
                  <a:cxn ang="T49">
                    <a:pos x="T30" y="T31"/>
                  </a:cxn>
                  <a:cxn ang="T50">
                    <a:pos x="T32" y="T33"/>
                  </a:cxn>
                </a:cxnLst>
                <a:rect l="T51" t="T52" r="T53" b="T54"/>
                <a:pathLst>
                  <a:path w="57" h="114">
                    <a:moveTo>
                      <a:pt x="0" y="58"/>
                    </a:moveTo>
                    <a:lnTo>
                      <a:pt x="0" y="0"/>
                    </a:lnTo>
                    <a:lnTo>
                      <a:pt x="12" y="3"/>
                    </a:lnTo>
                    <a:lnTo>
                      <a:pt x="24" y="7"/>
                    </a:lnTo>
                    <a:lnTo>
                      <a:pt x="35" y="14"/>
                    </a:lnTo>
                    <a:lnTo>
                      <a:pt x="44" y="23"/>
                    </a:lnTo>
                    <a:lnTo>
                      <a:pt x="50" y="33"/>
                    </a:lnTo>
                    <a:lnTo>
                      <a:pt x="55" y="45"/>
                    </a:lnTo>
                    <a:lnTo>
                      <a:pt x="57" y="58"/>
                    </a:lnTo>
                    <a:lnTo>
                      <a:pt x="55" y="70"/>
                    </a:lnTo>
                    <a:lnTo>
                      <a:pt x="50" y="82"/>
                    </a:lnTo>
                    <a:lnTo>
                      <a:pt x="44" y="92"/>
                    </a:lnTo>
                    <a:lnTo>
                      <a:pt x="35" y="101"/>
                    </a:lnTo>
                    <a:lnTo>
                      <a:pt x="24" y="108"/>
                    </a:lnTo>
                    <a:lnTo>
                      <a:pt x="12" y="113"/>
                    </a:lnTo>
                    <a:lnTo>
                      <a:pt x="0" y="114"/>
                    </a:lnTo>
                    <a:lnTo>
                      <a:pt x="0" y="58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1102" name="Freeform 739">
                <a:extLst>
                  <a:ext uri="{FF2B5EF4-FFF2-40B4-BE49-F238E27FC236}">
                    <a16:creationId xmlns:a16="http://schemas.microsoft.com/office/drawing/2014/main" id="{8B1CF5CF-EE68-CF29-3EA0-CC874651285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474" y="3397"/>
                <a:ext cx="10" cy="19"/>
              </a:xfrm>
              <a:custGeom>
                <a:avLst/>
                <a:gdLst>
                  <a:gd name="T0" fmla="*/ 0 w 57"/>
                  <a:gd name="T1" fmla="*/ 0 h 114"/>
                  <a:gd name="T2" fmla="*/ 0 w 57"/>
                  <a:gd name="T3" fmla="*/ 0 h 114"/>
                  <a:gd name="T4" fmla="*/ 0 w 57"/>
                  <a:gd name="T5" fmla="*/ 0 h 114"/>
                  <a:gd name="T6" fmla="*/ 0 w 57"/>
                  <a:gd name="T7" fmla="*/ 0 h 114"/>
                  <a:gd name="T8" fmla="*/ 0 w 57"/>
                  <a:gd name="T9" fmla="*/ 0 h 114"/>
                  <a:gd name="T10" fmla="*/ 0 w 57"/>
                  <a:gd name="T11" fmla="*/ 0 h 114"/>
                  <a:gd name="T12" fmla="*/ 0 w 57"/>
                  <a:gd name="T13" fmla="*/ 0 h 114"/>
                  <a:gd name="T14" fmla="*/ 0 w 57"/>
                  <a:gd name="T15" fmla="*/ 0 h 114"/>
                  <a:gd name="T16" fmla="*/ 0 w 57"/>
                  <a:gd name="T17" fmla="*/ 0 h 114"/>
                  <a:gd name="T18" fmla="*/ 0 w 57"/>
                  <a:gd name="T19" fmla="*/ 0 h 114"/>
                  <a:gd name="T20" fmla="*/ 0 w 57"/>
                  <a:gd name="T21" fmla="*/ 0 h 114"/>
                  <a:gd name="T22" fmla="*/ 0 w 57"/>
                  <a:gd name="T23" fmla="*/ 0 h 114"/>
                  <a:gd name="T24" fmla="*/ 0 w 57"/>
                  <a:gd name="T25" fmla="*/ 0 h 114"/>
                  <a:gd name="T26" fmla="*/ 0 w 57"/>
                  <a:gd name="T27" fmla="*/ 0 h 114"/>
                  <a:gd name="T28" fmla="*/ 0 w 57"/>
                  <a:gd name="T29" fmla="*/ 0 h 114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w 57"/>
                  <a:gd name="T46" fmla="*/ 0 h 114"/>
                  <a:gd name="T47" fmla="*/ 57 w 57"/>
                  <a:gd name="T48" fmla="*/ 114 h 114"/>
                </a:gdLst>
                <a:ahLst/>
                <a:cxnLst>
                  <a:cxn ang="T30">
                    <a:pos x="T0" y="T1"/>
                  </a:cxn>
                  <a:cxn ang="T31">
                    <a:pos x="T2" y="T3"/>
                  </a:cxn>
                  <a:cxn ang="T32">
                    <a:pos x="T4" y="T5"/>
                  </a:cxn>
                  <a:cxn ang="T33">
                    <a:pos x="T6" y="T7"/>
                  </a:cxn>
                  <a:cxn ang="T34">
                    <a:pos x="T8" y="T9"/>
                  </a:cxn>
                  <a:cxn ang="T35">
                    <a:pos x="T10" y="T11"/>
                  </a:cxn>
                  <a:cxn ang="T36">
                    <a:pos x="T12" y="T13"/>
                  </a:cxn>
                  <a:cxn ang="T37">
                    <a:pos x="T14" y="T15"/>
                  </a:cxn>
                  <a:cxn ang="T38">
                    <a:pos x="T16" y="T17"/>
                  </a:cxn>
                  <a:cxn ang="T39">
                    <a:pos x="T18" y="T19"/>
                  </a:cxn>
                  <a:cxn ang="T40">
                    <a:pos x="T20" y="T21"/>
                  </a:cxn>
                  <a:cxn ang="T41">
                    <a:pos x="T22" y="T23"/>
                  </a:cxn>
                  <a:cxn ang="T42">
                    <a:pos x="T24" y="T25"/>
                  </a:cxn>
                  <a:cxn ang="T43">
                    <a:pos x="T26" y="T27"/>
                  </a:cxn>
                  <a:cxn ang="T44">
                    <a:pos x="T28" y="T29"/>
                  </a:cxn>
                </a:cxnLst>
                <a:rect l="T45" t="T46" r="T47" b="T48"/>
                <a:pathLst>
                  <a:path w="57" h="114">
                    <a:moveTo>
                      <a:pt x="0" y="0"/>
                    </a:moveTo>
                    <a:lnTo>
                      <a:pt x="12" y="3"/>
                    </a:lnTo>
                    <a:lnTo>
                      <a:pt x="24" y="7"/>
                    </a:lnTo>
                    <a:lnTo>
                      <a:pt x="35" y="14"/>
                    </a:lnTo>
                    <a:lnTo>
                      <a:pt x="44" y="23"/>
                    </a:lnTo>
                    <a:lnTo>
                      <a:pt x="50" y="33"/>
                    </a:lnTo>
                    <a:lnTo>
                      <a:pt x="55" y="45"/>
                    </a:lnTo>
                    <a:lnTo>
                      <a:pt x="57" y="58"/>
                    </a:lnTo>
                    <a:lnTo>
                      <a:pt x="55" y="70"/>
                    </a:lnTo>
                    <a:lnTo>
                      <a:pt x="50" y="82"/>
                    </a:lnTo>
                    <a:lnTo>
                      <a:pt x="44" y="92"/>
                    </a:lnTo>
                    <a:lnTo>
                      <a:pt x="35" y="101"/>
                    </a:lnTo>
                    <a:lnTo>
                      <a:pt x="24" y="108"/>
                    </a:lnTo>
                    <a:lnTo>
                      <a:pt x="12" y="113"/>
                    </a:lnTo>
                    <a:lnTo>
                      <a:pt x="0" y="114"/>
                    </a:lnTo>
                  </a:path>
                </a:pathLst>
              </a:cu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1103" name="Freeform 740">
                <a:extLst>
                  <a:ext uri="{FF2B5EF4-FFF2-40B4-BE49-F238E27FC236}">
                    <a16:creationId xmlns:a16="http://schemas.microsoft.com/office/drawing/2014/main" id="{12512FCC-F4DC-2019-EF2B-4E5C0C3F5B8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314" y="3794"/>
                <a:ext cx="13" cy="19"/>
              </a:xfrm>
              <a:custGeom>
                <a:avLst/>
                <a:gdLst>
                  <a:gd name="T0" fmla="*/ 0 w 74"/>
                  <a:gd name="T1" fmla="*/ 0 h 110"/>
                  <a:gd name="T2" fmla="*/ 0 w 74"/>
                  <a:gd name="T3" fmla="*/ 0 h 110"/>
                  <a:gd name="T4" fmla="*/ 0 w 74"/>
                  <a:gd name="T5" fmla="*/ 0 h 110"/>
                  <a:gd name="T6" fmla="*/ 0 w 74"/>
                  <a:gd name="T7" fmla="*/ 0 h 110"/>
                  <a:gd name="T8" fmla="*/ 0 w 74"/>
                  <a:gd name="T9" fmla="*/ 0 h 110"/>
                  <a:gd name="T10" fmla="*/ 0 w 74"/>
                  <a:gd name="T11" fmla="*/ 0 h 110"/>
                  <a:gd name="T12" fmla="*/ 0 w 74"/>
                  <a:gd name="T13" fmla="*/ 0 h 110"/>
                  <a:gd name="T14" fmla="*/ 0 w 74"/>
                  <a:gd name="T15" fmla="*/ 0 h 110"/>
                  <a:gd name="T16" fmla="*/ 0 w 74"/>
                  <a:gd name="T17" fmla="*/ 0 h 110"/>
                  <a:gd name="T18" fmla="*/ 0 w 74"/>
                  <a:gd name="T19" fmla="*/ 0 h 110"/>
                  <a:gd name="T20" fmla="*/ 0 w 74"/>
                  <a:gd name="T21" fmla="*/ 0 h 110"/>
                  <a:gd name="T22" fmla="*/ 0 w 74"/>
                  <a:gd name="T23" fmla="*/ 0 h 110"/>
                  <a:gd name="T24" fmla="*/ 0 w 74"/>
                  <a:gd name="T25" fmla="*/ 0 h 110"/>
                  <a:gd name="T26" fmla="*/ 0 w 74"/>
                  <a:gd name="T27" fmla="*/ 0 h 110"/>
                  <a:gd name="T28" fmla="*/ 0 w 74"/>
                  <a:gd name="T29" fmla="*/ 0 h 110"/>
                  <a:gd name="T30" fmla="*/ 0 w 74"/>
                  <a:gd name="T31" fmla="*/ 0 h 110"/>
                  <a:gd name="T32" fmla="*/ 0 w 74"/>
                  <a:gd name="T33" fmla="*/ 0 h 110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w 74"/>
                  <a:gd name="T52" fmla="*/ 0 h 110"/>
                  <a:gd name="T53" fmla="*/ 74 w 74"/>
                  <a:gd name="T54" fmla="*/ 110 h 110"/>
                </a:gdLst>
                <a:ahLst/>
                <a:cxnLst>
                  <a:cxn ang="T34">
                    <a:pos x="T0" y="T1"/>
                  </a:cxn>
                  <a:cxn ang="T35">
                    <a:pos x="T2" y="T3"/>
                  </a:cxn>
                  <a:cxn ang="T36">
                    <a:pos x="T4" y="T5"/>
                  </a:cxn>
                  <a:cxn ang="T37">
                    <a:pos x="T6" y="T7"/>
                  </a:cxn>
                  <a:cxn ang="T38">
                    <a:pos x="T8" y="T9"/>
                  </a:cxn>
                  <a:cxn ang="T39">
                    <a:pos x="T10" y="T11"/>
                  </a:cxn>
                  <a:cxn ang="T40">
                    <a:pos x="T12" y="T13"/>
                  </a:cxn>
                  <a:cxn ang="T41">
                    <a:pos x="T14" y="T15"/>
                  </a:cxn>
                  <a:cxn ang="T42">
                    <a:pos x="T16" y="T17"/>
                  </a:cxn>
                  <a:cxn ang="T43">
                    <a:pos x="T18" y="T19"/>
                  </a:cxn>
                  <a:cxn ang="T44">
                    <a:pos x="T20" y="T21"/>
                  </a:cxn>
                  <a:cxn ang="T45">
                    <a:pos x="T22" y="T23"/>
                  </a:cxn>
                  <a:cxn ang="T46">
                    <a:pos x="T24" y="T25"/>
                  </a:cxn>
                  <a:cxn ang="T47">
                    <a:pos x="T26" y="T27"/>
                  </a:cxn>
                  <a:cxn ang="T48">
                    <a:pos x="T28" y="T29"/>
                  </a:cxn>
                  <a:cxn ang="T49">
                    <a:pos x="T30" y="T31"/>
                  </a:cxn>
                  <a:cxn ang="T50">
                    <a:pos x="T32" y="T33"/>
                  </a:cxn>
                </a:cxnLst>
                <a:rect l="T51" t="T52" r="T53" b="T54"/>
                <a:pathLst>
                  <a:path w="74" h="110">
                    <a:moveTo>
                      <a:pt x="18" y="56"/>
                    </a:moveTo>
                    <a:lnTo>
                      <a:pt x="0" y="2"/>
                    </a:lnTo>
                    <a:lnTo>
                      <a:pt x="12" y="0"/>
                    </a:lnTo>
                    <a:lnTo>
                      <a:pt x="25" y="0"/>
                    </a:lnTo>
                    <a:lnTo>
                      <a:pt x="38" y="3"/>
                    </a:lnTo>
                    <a:lnTo>
                      <a:pt x="49" y="9"/>
                    </a:lnTo>
                    <a:lnTo>
                      <a:pt x="58" y="17"/>
                    </a:lnTo>
                    <a:lnTo>
                      <a:pt x="66" y="27"/>
                    </a:lnTo>
                    <a:lnTo>
                      <a:pt x="71" y="38"/>
                    </a:lnTo>
                    <a:lnTo>
                      <a:pt x="74" y="50"/>
                    </a:lnTo>
                    <a:lnTo>
                      <a:pt x="74" y="64"/>
                    </a:lnTo>
                    <a:lnTo>
                      <a:pt x="70" y="76"/>
                    </a:lnTo>
                    <a:lnTo>
                      <a:pt x="65" y="87"/>
                    </a:lnTo>
                    <a:lnTo>
                      <a:pt x="57" y="96"/>
                    </a:lnTo>
                    <a:lnTo>
                      <a:pt x="47" y="104"/>
                    </a:lnTo>
                    <a:lnTo>
                      <a:pt x="36" y="110"/>
                    </a:lnTo>
                    <a:lnTo>
                      <a:pt x="18" y="56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1104" name="Freeform 741">
                <a:extLst>
                  <a:ext uri="{FF2B5EF4-FFF2-40B4-BE49-F238E27FC236}">
                    <a16:creationId xmlns:a16="http://schemas.microsoft.com/office/drawing/2014/main" id="{EA63D84A-7ABF-2FDA-64CC-C21668D1D00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314" y="3794"/>
                <a:ext cx="13" cy="19"/>
              </a:xfrm>
              <a:custGeom>
                <a:avLst/>
                <a:gdLst>
                  <a:gd name="T0" fmla="*/ 0 w 74"/>
                  <a:gd name="T1" fmla="*/ 0 h 110"/>
                  <a:gd name="T2" fmla="*/ 0 w 74"/>
                  <a:gd name="T3" fmla="*/ 0 h 110"/>
                  <a:gd name="T4" fmla="*/ 0 w 74"/>
                  <a:gd name="T5" fmla="*/ 0 h 110"/>
                  <a:gd name="T6" fmla="*/ 0 w 74"/>
                  <a:gd name="T7" fmla="*/ 0 h 110"/>
                  <a:gd name="T8" fmla="*/ 0 w 74"/>
                  <a:gd name="T9" fmla="*/ 0 h 110"/>
                  <a:gd name="T10" fmla="*/ 0 w 74"/>
                  <a:gd name="T11" fmla="*/ 0 h 110"/>
                  <a:gd name="T12" fmla="*/ 0 w 74"/>
                  <a:gd name="T13" fmla="*/ 0 h 110"/>
                  <a:gd name="T14" fmla="*/ 0 w 74"/>
                  <a:gd name="T15" fmla="*/ 0 h 110"/>
                  <a:gd name="T16" fmla="*/ 0 w 74"/>
                  <a:gd name="T17" fmla="*/ 0 h 110"/>
                  <a:gd name="T18" fmla="*/ 0 w 74"/>
                  <a:gd name="T19" fmla="*/ 0 h 110"/>
                  <a:gd name="T20" fmla="*/ 0 w 74"/>
                  <a:gd name="T21" fmla="*/ 0 h 110"/>
                  <a:gd name="T22" fmla="*/ 0 w 74"/>
                  <a:gd name="T23" fmla="*/ 0 h 110"/>
                  <a:gd name="T24" fmla="*/ 0 w 74"/>
                  <a:gd name="T25" fmla="*/ 0 h 110"/>
                  <a:gd name="T26" fmla="*/ 0 w 74"/>
                  <a:gd name="T27" fmla="*/ 0 h 110"/>
                  <a:gd name="T28" fmla="*/ 0 w 74"/>
                  <a:gd name="T29" fmla="*/ 0 h 110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w 74"/>
                  <a:gd name="T46" fmla="*/ 0 h 110"/>
                  <a:gd name="T47" fmla="*/ 74 w 74"/>
                  <a:gd name="T48" fmla="*/ 110 h 110"/>
                </a:gdLst>
                <a:ahLst/>
                <a:cxnLst>
                  <a:cxn ang="T30">
                    <a:pos x="T0" y="T1"/>
                  </a:cxn>
                  <a:cxn ang="T31">
                    <a:pos x="T2" y="T3"/>
                  </a:cxn>
                  <a:cxn ang="T32">
                    <a:pos x="T4" y="T5"/>
                  </a:cxn>
                  <a:cxn ang="T33">
                    <a:pos x="T6" y="T7"/>
                  </a:cxn>
                  <a:cxn ang="T34">
                    <a:pos x="T8" y="T9"/>
                  </a:cxn>
                  <a:cxn ang="T35">
                    <a:pos x="T10" y="T11"/>
                  </a:cxn>
                  <a:cxn ang="T36">
                    <a:pos x="T12" y="T13"/>
                  </a:cxn>
                  <a:cxn ang="T37">
                    <a:pos x="T14" y="T15"/>
                  </a:cxn>
                  <a:cxn ang="T38">
                    <a:pos x="T16" y="T17"/>
                  </a:cxn>
                  <a:cxn ang="T39">
                    <a:pos x="T18" y="T19"/>
                  </a:cxn>
                  <a:cxn ang="T40">
                    <a:pos x="T20" y="T21"/>
                  </a:cxn>
                  <a:cxn ang="T41">
                    <a:pos x="T22" y="T23"/>
                  </a:cxn>
                  <a:cxn ang="T42">
                    <a:pos x="T24" y="T25"/>
                  </a:cxn>
                  <a:cxn ang="T43">
                    <a:pos x="T26" y="T27"/>
                  </a:cxn>
                  <a:cxn ang="T44">
                    <a:pos x="T28" y="T29"/>
                  </a:cxn>
                </a:cxnLst>
                <a:rect l="T45" t="T46" r="T47" b="T48"/>
                <a:pathLst>
                  <a:path w="74" h="110">
                    <a:moveTo>
                      <a:pt x="0" y="2"/>
                    </a:moveTo>
                    <a:lnTo>
                      <a:pt x="12" y="0"/>
                    </a:lnTo>
                    <a:lnTo>
                      <a:pt x="25" y="0"/>
                    </a:lnTo>
                    <a:lnTo>
                      <a:pt x="38" y="3"/>
                    </a:lnTo>
                    <a:lnTo>
                      <a:pt x="49" y="9"/>
                    </a:lnTo>
                    <a:lnTo>
                      <a:pt x="58" y="17"/>
                    </a:lnTo>
                    <a:lnTo>
                      <a:pt x="66" y="27"/>
                    </a:lnTo>
                    <a:lnTo>
                      <a:pt x="71" y="38"/>
                    </a:lnTo>
                    <a:lnTo>
                      <a:pt x="74" y="50"/>
                    </a:lnTo>
                    <a:lnTo>
                      <a:pt x="74" y="64"/>
                    </a:lnTo>
                    <a:lnTo>
                      <a:pt x="70" y="76"/>
                    </a:lnTo>
                    <a:lnTo>
                      <a:pt x="65" y="87"/>
                    </a:lnTo>
                    <a:lnTo>
                      <a:pt x="57" y="96"/>
                    </a:lnTo>
                    <a:lnTo>
                      <a:pt x="47" y="104"/>
                    </a:lnTo>
                    <a:lnTo>
                      <a:pt x="36" y="110"/>
                    </a:lnTo>
                  </a:path>
                </a:pathLst>
              </a:cu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1105" name="Freeform 742">
                <a:extLst>
                  <a:ext uri="{FF2B5EF4-FFF2-40B4-BE49-F238E27FC236}">
                    <a16:creationId xmlns:a16="http://schemas.microsoft.com/office/drawing/2014/main" id="{5DFA88AD-50E2-580B-151B-5F80A546C52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158" y="3794"/>
                <a:ext cx="163" cy="70"/>
              </a:xfrm>
              <a:custGeom>
                <a:avLst/>
                <a:gdLst>
                  <a:gd name="T0" fmla="*/ 0 w 966"/>
                  <a:gd name="T1" fmla="*/ 0 h 412"/>
                  <a:gd name="T2" fmla="*/ 0 w 966"/>
                  <a:gd name="T3" fmla="*/ 0 h 412"/>
                  <a:gd name="T4" fmla="*/ 0 w 966"/>
                  <a:gd name="T5" fmla="*/ 0 h 412"/>
                  <a:gd name="T6" fmla="*/ 0 w 966"/>
                  <a:gd name="T7" fmla="*/ 0 h 412"/>
                  <a:gd name="T8" fmla="*/ 0 w 966"/>
                  <a:gd name="T9" fmla="*/ 0 h 412"/>
                  <a:gd name="T10" fmla="*/ 0 w 966"/>
                  <a:gd name="T11" fmla="*/ 0 h 412"/>
                  <a:gd name="T12" fmla="*/ 0 w 966"/>
                  <a:gd name="T13" fmla="*/ 0 h 412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966"/>
                  <a:gd name="T22" fmla="*/ 0 h 412"/>
                  <a:gd name="T23" fmla="*/ 966 w 966"/>
                  <a:gd name="T24" fmla="*/ 412 h 412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966" h="412">
                    <a:moveTo>
                      <a:pt x="966" y="108"/>
                    </a:moveTo>
                    <a:lnTo>
                      <a:pt x="948" y="54"/>
                    </a:lnTo>
                    <a:lnTo>
                      <a:pt x="930" y="0"/>
                    </a:lnTo>
                    <a:lnTo>
                      <a:pt x="0" y="304"/>
                    </a:lnTo>
                    <a:lnTo>
                      <a:pt x="18" y="358"/>
                    </a:lnTo>
                    <a:lnTo>
                      <a:pt x="36" y="412"/>
                    </a:lnTo>
                    <a:lnTo>
                      <a:pt x="966" y="108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1106" name="Freeform 743">
                <a:extLst>
                  <a:ext uri="{FF2B5EF4-FFF2-40B4-BE49-F238E27FC236}">
                    <a16:creationId xmlns:a16="http://schemas.microsoft.com/office/drawing/2014/main" id="{EDDEDE77-0CB6-EF4B-D7E2-1C08FA4B525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158" y="3794"/>
                <a:ext cx="163" cy="70"/>
              </a:xfrm>
              <a:custGeom>
                <a:avLst/>
                <a:gdLst>
                  <a:gd name="T0" fmla="*/ 0 w 966"/>
                  <a:gd name="T1" fmla="*/ 0 h 412"/>
                  <a:gd name="T2" fmla="*/ 0 w 966"/>
                  <a:gd name="T3" fmla="*/ 0 h 412"/>
                  <a:gd name="T4" fmla="*/ 0 w 966"/>
                  <a:gd name="T5" fmla="*/ 0 h 412"/>
                  <a:gd name="T6" fmla="*/ 0 w 966"/>
                  <a:gd name="T7" fmla="*/ 0 h 412"/>
                  <a:gd name="T8" fmla="*/ 0 w 966"/>
                  <a:gd name="T9" fmla="*/ 0 h 412"/>
                  <a:gd name="T10" fmla="*/ 0 w 966"/>
                  <a:gd name="T11" fmla="*/ 0 h 412"/>
                  <a:gd name="T12" fmla="*/ 0 w 966"/>
                  <a:gd name="T13" fmla="*/ 0 h 412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966"/>
                  <a:gd name="T22" fmla="*/ 0 h 412"/>
                  <a:gd name="T23" fmla="*/ 966 w 966"/>
                  <a:gd name="T24" fmla="*/ 412 h 412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966" h="412">
                    <a:moveTo>
                      <a:pt x="966" y="108"/>
                    </a:moveTo>
                    <a:lnTo>
                      <a:pt x="948" y="54"/>
                    </a:lnTo>
                    <a:lnTo>
                      <a:pt x="930" y="0"/>
                    </a:lnTo>
                    <a:lnTo>
                      <a:pt x="0" y="304"/>
                    </a:lnTo>
                    <a:lnTo>
                      <a:pt x="18" y="358"/>
                    </a:lnTo>
                    <a:lnTo>
                      <a:pt x="36" y="412"/>
                    </a:lnTo>
                    <a:lnTo>
                      <a:pt x="966" y="108"/>
                    </a:lnTo>
                    <a:close/>
                  </a:path>
                </a:pathLst>
              </a:cu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1107" name="Freeform 744">
                <a:extLst>
                  <a:ext uri="{FF2B5EF4-FFF2-40B4-BE49-F238E27FC236}">
                    <a16:creationId xmlns:a16="http://schemas.microsoft.com/office/drawing/2014/main" id="{DF6914CF-0AA2-CDB7-50BD-F6440BF75F9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151" y="3846"/>
                <a:ext cx="12" cy="19"/>
              </a:xfrm>
              <a:custGeom>
                <a:avLst/>
                <a:gdLst>
                  <a:gd name="T0" fmla="*/ 0 w 74"/>
                  <a:gd name="T1" fmla="*/ 0 h 110"/>
                  <a:gd name="T2" fmla="*/ 0 w 74"/>
                  <a:gd name="T3" fmla="*/ 0 h 110"/>
                  <a:gd name="T4" fmla="*/ 0 w 74"/>
                  <a:gd name="T5" fmla="*/ 0 h 110"/>
                  <a:gd name="T6" fmla="*/ 0 w 74"/>
                  <a:gd name="T7" fmla="*/ 0 h 110"/>
                  <a:gd name="T8" fmla="*/ 0 w 74"/>
                  <a:gd name="T9" fmla="*/ 0 h 110"/>
                  <a:gd name="T10" fmla="*/ 0 w 74"/>
                  <a:gd name="T11" fmla="*/ 0 h 110"/>
                  <a:gd name="T12" fmla="*/ 0 w 74"/>
                  <a:gd name="T13" fmla="*/ 0 h 110"/>
                  <a:gd name="T14" fmla="*/ 0 w 74"/>
                  <a:gd name="T15" fmla="*/ 0 h 110"/>
                  <a:gd name="T16" fmla="*/ 0 w 74"/>
                  <a:gd name="T17" fmla="*/ 0 h 110"/>
                  <a:gd name="T18" fmla="*/ 0 w 74"/>
                  <a:gd name="T19" fmla="*/ 0 h 110"/>
                  <a:gd name="T20" fmla="*/ 0 w 74"/>
                  <a:gd name="T21" fmla="*/ 0 h 110"/>
                  <a:gd name="T22" fmla="*/ 0 w 74"/>
                  <a:gd name="T23" fmla="*/ 0 h 110"/>
                  <a:gd name="T24" fmla="*/ 0 w 74"/>
                  <a:gd name="T25" fmla="*/ 0 h 110"/>
                  <a:gd name="T26" fmla="*/ 0 w 74"/>
                  <a:gd name="T27" fmla="*/ 0 h 110"/>
                  <a:gd name="T28" fmla="*/ 0 w 74"/>
                  <a:gd name="T29" fmla="*/ 0 h 110"/>
                  <a:gd name="T30" fmla="*/ 0 w 74"/>
                  <a:gd name="T31" fmla="*/ 0 h 110"/>
                  <a:gd name="T32" fmla="*/ 0 w 74"/>
                  <a:gd name="T33" fmla="*/ 0 h 110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w 74"/>
                  <a:gd name="T52" fmla="*/ 0 h 110"/>
                  <a:gd name="T53" fmla="*/ 74 w 74"/>
                  <a:gd name="T54" fmla="*/ 110 h 110"/>
                </a:gdLst>
                <a:ahLst/>
                <a:cxnLst>
                  <a:cxn ang="T34">
                    <a:pos x="T0" y="T1"/>
                  </a:cxn>
                  <a:cxn ang="T35">
                    <a:pos x="T2" y="T3"/>
                  </a:cxn>
                  <a:cxn ang="T36">
                    <a:pos x="T4" y="T5"/>
                  </a:cxn>
                  <a:cxn ang="T37">
                    <a:pos x="T6" y="T7"/>
                  </a:cxn>
                  <a:cxn ang="T38">
                    <a:pos x="T8" y="T9"/>
                  </a:cxn>
                  <a:cxn ang="T39">
                    <a:pos x="T10" y="T11"/>
                  </a:cxn>
                  <a:cxn ang="T40">
                    <a:pos x="T12" y="T13"/>
                  </a:cxn>
                  <a:cxn ang="T41">
                    <a:pos x="T14" y="T15"/>
                  </a:cxn>
                  <a:cxn ang="T42">
                    <a:pos x="T16" y="T17"/>
                  </a:cxn>
                  <a:cxn ang="T43">
                    <a:pos x="T18" y="T19"/>
                  </a:cxn>
                  <a:cxn ang="T44">
                    <a:pos x="T20" y="T21"/>
                  </a:cxn>
                  <a:cxn ang="T45">
                    <a:pos x="T22" y="T23"/>
                  </a:cxn>
                  <a:cxn ang="T46">
                    <a:pos x="T24" y="T25"/>
                  </a:cxn>
                  <a:cxn ang="T47">
                    <a:pos x="T26" y="T27"/>
                  </a:cxn>
                  <a:cxn ang="T48">
                    <a:pos x="T28" y="T29"/>
                  </a:cxn>
                  <a:cxn ang="T49">
                    <a:pos x="T30" y="T31"/>
                  </a:cxn>
                  <a:cxn ang="T50">
                    <a:pos x="T32" y="T33"/>
                  </a:cxn>
                </a:cxnLst>
                <a:rect l="T51" t="T52" r="T53" b="T54"/>
                <a:pathLst>
                  <a:path w="74" h="110">
                    <a:moveTo>
                      <a:pt x="56" y="54"/>
                    </a:moveTo>
                    <a:lnTo>
                      <a:pt x="74" y="108"/>
                    </a:lnTo>
                    <a:lnTo>
                      <a:pt x="62" y="110"/>
                    </a:lnTo>
                    <a:lnTo>
                      <a:pt x="49" y="110"/>
                    </a:lnTo>
                    <a:lnTo>
                      <a:pt x="36" y="107"/>
                    </a:lnTo>
                    <a:lnTo>
                      <a:pt x="25" y="101"/>
                    </a:lnTo>
                    <a:lnTo>
                      <a:pt x="16" y="93"/>
                    </a:lnTo>
                    <a:lnTo>
                      <a:pt x="8" y="83"/>
                    </a:lnTo>
                    <a:lnTo>
                      <a:pt x="3" y="72"/>
                    </a:lnTo>
                    <a:lnTo>
                      <a:pt x="0" y="59"/>
                    </a:lnTo>
                    <a:lnTo>
                      <a:pt x="0" y="46"/>
                    </a:lnTo>
                    <a:lnTo>
                      <a:pt x="4" y="34"/>
                    </a:lnTo>
                    <a:lnTo>
                      <a:pt x="9" y="22"/>
                    </a:lnTo>
                    <a:lnTo>
                      <a:pt x="17" y="13"/>
                    </a:lnTo>
                    <a:lnTo>
                      <a:pt x="27" y="6"/>
                    </a:lnTo>
                    <a:lnTo>
                      <a:pt x="38" y="0"/>
                    </a:lnTo>
                    <a:lnTo>
                      <a:pt x="56" y="54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1108" name="Freeform 745">
                <a:extLst>
                  <a:ext uri="{FF2B5EF4-FFF2-40B4-BE49-F238E27FC236}">
                    <a16:creationId xmlns:a16="http://schemas.microsoft.com/office/drawing/2014/main" id="{7CFF35EE-68B1-CA46-3D18-5559856D400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151" y="3846"/>
                <a:ext cx="12" cy="19"/>
              </a:xfrm>
              <a:custGeom>
                <a:avLst/>
                <a:gdLst>
                  <a:gd name="T0" fmla="*/ 0 w 74"/>
                  <a:gd name="T1" fmla="*/ 0 h 110"/>
                  <a:gd name="T2" fmla="*/ 0 w 74"/>
                  <a:gd name="T3" fmla="*/ 0 h 110"/>
                  <a:gd name="T4" fmla="*/ 0 w 74"/>
                  <a:gd name="T5" fmla="*/ 0 h 110"/>
                  <a:gd name="T6" fmla="*/ 0 w 74"/>
                  <a:gd name="T7" fmla="*/ 0 h 110"/>
                  <a:gd name="T8" fmla="*/ 0 w 74"/>
                  <a:gd name="T9" fmla="*/ 0 h 110"/>
                  <a:gd name="T10" fmla="*/ 0 w 74"/>
                  <a:gd name="T11" fmla="*/ 0 h 110"/>
                  <a:gd name="T12" fmla="*/ 0 w 74"/>
                  <a:gd name="T13" fmla="*/ 0 h 110"/>
                  <a:gd name="T14" fmla="*/ 0 w 74"/>
                  <a:gd name="T15" fmla="*/ 0 h 110"/>
                  <a:gd name="T16" fmla="*/ 0 w 74"/>
                  <a:gd name="T17" fmla="*/ 0 h 110"/>
                  <a:gd name="T18" fmla="*/ 0 w 74"/>
                  <a:gd name="T19" fmla="*/ 0 h 110"/>
                  <a:gd name="T20" fmla="*/ 0 w 74"/>
                  <a:gd name="T21" fmla="*/ 0 h 110"/>
                  <a:gd name="T22" fmla="*/ 0 w 74"/>
                  <a:gd name="T23" fmla="*/ 0 h 110"/>
                  <a:gd name="T24" fmla="*/ 0 w 74"/>
                  <a:gd name="T25" fmla="*/ 0 h 110"/>
                  <a:gd name="T26" fmla="*/ 0 w 74"/>
                  <a:gd name="T27" fmla="*/ 0 h 110"/>
                  <a:gd name="T28" fmla="*/ 0 w 74"/>
                  <a:gd name="T29" fmla="*/ 0 h 110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w 74"/>
                  <a:gd name="T46" fmla="*/ 0 h 110"/>
                  <a:gd name="T47" fmla="*/ 74 w 74"/>
                  <a:gd name="T48" fmla="*/ 110 h 110"/>
                </a:gdLst>
                <a:ahLst/>
                <a:cxnLst>
                  <a:cxn ang="T30">
                    <a:pos x="T0" y="T1"/>
                  </a:cxn>
                  <a:cxn ang="T31">
                    <a:pos x="T2" y="T3"/>
                  </a:cxn>
                  <a:cxn ang="T32">
                    <a:pos x="T4" y="T5"/>
                  </a:cxn>
                  <a:cxn ang="T33">
                    <a:pos x="T6" y="T7"/>
                  </a:cxn>
                  <a:cxn ang="T34">
                    <a:pos x="T8" y="T9"/>
                  </a:cxn>
                  <a:cxn ang="T35">
                    <a:pos x="T10" y="T11"/>
                  </a:cxn>
                  <a:cxn ang="T36">
                    <a:pos x="T12" y="T13"/>
                  </a:cxn>
                  <a:cxn ang="T37">
                    <a:pos x="T14" y="T15"/>
                  </a:cxn>
                  <a:cxn ang="T38">
                    <a:pos x="T16" y="T17"/>
                  </a:cxn>
                  <a:cxn ang="T39">
                    <a:pos x="T18" y="T19"/>
                  </a:cxn>
                  <a:cxn ang="T40">
                    <a:pos x="T20" y="T21"/>
                  </a:cxn>
                  <a:cxn ang="T41">
                    <a:pos x="T22" y="T23"/>
                  </a:cxn>
                  <a:cxn ang="T42">
                    <a:pos x="T24" y="T25"/>
                  </a:cxn>
                  <a:cxn ang="T43">
                    <a:pos x="T26" y="T27"/>
                  </a:cxn>
                  <a:cxn ang="T44">
                    <a:pos x="T28" y="T29"/>
                  </a:cxn>
                </a:cxnLst>
                <a:rect l="T45" t="T46" r="T47" b="T48"/>
                <a:pathLst>
                  <a:path w="74" h="110">
                    <a:moveTo>
                      <a:pt x="74" y="108"/>
                    </a:moveTo>
                    <a:lnTo>
                      <a:pt x="62" y="110"/>
                    </a:lnTo>
                    <a:lnTo>
                      <a:pt x="49" y="110"/>
                    </a:lnTo>
                    <a:lnTo>
                      <a:pt x="36" y="107"/>
                    </a:lnTo>
                    <a:lnTo>
                      <a:pt x="25" y="101"/>
                    </a:lnTo>
                    <a:lnTo>
                      <a:pt x="16" y="93"/>
                    </a:lnTo>
                    <a:lnTo>
                      <a:pt x="8" y="83"/>
                    </a:lnTo>
                    <a:lnTo>
                      <a:pt x="3" y="72"/>
                    </a:lnTo>
                    <a:lnTo>
                      <a:pt x="0" y="59"/>
                    </a:lnTo>
                    <a:lnTo>
                      <a:pt x="0" y="46"/>
                    </a:lnTo>
                    <a:lnTo>
                      <a:pt x="4" y="34"/>
                    </a:lnTo>
                    <a:lnTo>
                      <a:pt x="9" y="22"/>
                    </a:lnTo>
                    <a:lnTo>
                      <a:pt x="17" y="13"/>
                    </a:lnTo>
                    <a:lnTo>
                      <a:pt x="27" y="6"/>
                    </a:lnTo>
                    <a:lnTo>
                      <a:pt x="38" y="0"/>
                    </a:lnTo>
                  </a:path>
                </a:pathLst>
              </a:cu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1109" name="Freeform 746">
                <a:extLst>
                  <a:ext uri="{FF2B5EF4-FFF2-40B4-BE49-F238E27FC236}">
                    <a16:creationId xmlns:a16="http://schemas.microsoft.com/office/drawing/2014/main" id="{E746CC02-89A2-B355-9E85-E1928AC4792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314" y="3269"/>
                <a:ext cx="13" cy="19"/>
              </a:xfrm>
              <a:custGeom>
                <a:avLst/>
                <a:gdLst>
                  <a:gd name="T0" fmla="*/ 0 w 74"/>
                  <a:gd name="T1" fmla="*/ 0 h 110"/>
                  <a:gd name="T2" fmla="*/ 0 w 74"/>
                  <a:gd name="T3" fmla="*/ 0 h 110"/>
                  <a:gd name="T4" fmla="*/ 0 w 74"/>
                  <a:gd name="T5" fmla="*/ 0 h 110"/>
                  <a:gd name="T6" fmla="*/ 0 w 74"/>
                  <a:gd name="T7" fmla="*/ 0 h 110"/>
                  <a:gd name="T8" fmla="*/ 0 w 74"/>
                  <a:gd name="T9" fmla="*/ 0 h 110"/>
                  <a:gd name="T10" fmla="*/ 0 w 74"/>
                  <a:gd name="T11" fmla="*/ 0 h 110"/>
                  <a:gd name="T12" fmla="*/ 0 w 74"/>
                  <a:gd name="T13" fmla="*/ 0 h 110"/>
                  <a:gd name="T14" fmla="*/ 0 w 74"/>
                  <a:gd name="T15" fmla="*/ 0 h 110"/>
                  <a:gd name="T16" fmla="*/ 0 w 74"/>
                  <a:gd name="T17" fmla="*/ 0 h 110"/>
                  <a:gd name="T18" fmla="*/ 0 w 74"/>
                  <a:gd name="T19" fmla="*/ 0 h 110"/>
                  <a:gd name="T20" fmla="*/ 0 w 74"/>
                  <a:gd name="T21" fmla="*/ 0 h 110"/>
                  <a:gd name="T22" fmla="*/ 0 w 74"/>
                  <a:gd name="T23" fmla="*/ 0 h 110"/>
                  <a:gd name="T24" fmla="*/ 0 w 74"/>
                  <a:gd name="T25" fmla="*/ 0 h 110"/>
                  <a:gd name="T26" fmla="*/ 0 w 74"/>
                  <a:gd name="T27" fmla="*/ 0 h 110"/>
                  <a:gd name="T28" fmla="*/ 0 w 74"/>
                  <a:gd name="T29" fmla="*/ 0 h 110"/>
                  <a:gd name="T30" fmla="*/ 0 w 74"/>
                  <a:gd name="T31" fmla="*/ 0 h 110"/>
                  <a:gd name="T32" fmla="*/ 0 w 74"/>
                  <a:gd name="T33" fmla="*/ 0 h 110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w 74"/>
                  <a:gd name="T52" fmla="*/ 0 h 110"/>
                  <a:gd name="T53" fmla="*/ 74 w 74"/>
                  <a:gd name="T54" fmla="*/ 110 h 110"/>
                </a:gdLst>
                <a:ahLst/>
                <a:cxnLst>
                  <a:cxn ang="T34">
                    <a:pos x="T0" y="T1"/>
                  </a:cxn>
                  <a:cxn ang="T35">
                    <a:pos x="T2" y="T3"/>
                  </a:cxn>
                  <a:cxn ang="T36">
                    <a:pos x="T4" y="T5"/>
                  </a:cxn>
                  <a:cxn ang="T37">
                    <a:pos x="T6" y="T7"/>
                  </a:cxn>
                  <a:cxn ang="T38">
                    <a:pos x="T8" y="T9"/>
                  </a:cxn>
                  <a:cxn ang="T39">
                    <a:pos x="T10" y="T11"/>
                  </a:cxn>
                  <a:cxn ang="T40">
                    <a:pos x="T12" y="T13"/>
                  </a:cxn>
                  <a:cxn ang="T41">
                    <a:pos x="T14" y="T15"/>
                  </a:cxn>
                  <a:cxn ang="T42">
                    <a:pos x="T16" y="T17"/>
                  </a:cxn>
                  <a:cxn ang="T43">
                    <a:pos x="T18" y="T19"/>
                  </a:cxn>
                  <a:cxn ang="T44">
                    <a:pos x="T20" y="T21"/>
                  </a:cxn>
                  <a:cxn ang="T45">
                    <a:pos x="T22" y="T23"/>
                  </a:cxn>
                  <a:cxn ang="T46">
                    <a:pos x="T24" y="T25"/>
                  </a:cxn>
                  <a:cxn ang="T47">
                    <a:pos x="T26" y="T27"/>
                  </a:cxn>
                  <a:cxn ang="T48">
                    <a:pos x="T28" y="T29"/>
                  </a:cxn>
                  <a:cxn ang="T49">
                    <a:pos x="T30" y="T31"/>
                  </a:cxn>
                  <a:cxn ang="T50">
                    <a:pos x="T32" y="T33"/>
                  </a:cxn>
                </a:cxnLst>
                <a:rect l="T51" t="T52" r="T53" b="T54"/>
                <a:pathLst>
                  <a:path w="74" h="110">
                    <a:moveTo>
                      <a:pt x="18" y="54"/>
                    </a:moveTo>
                    <a:lnTo>
                      <a:pt x="36" y="0"/>
                    </a:lnTo>
                    <a:lnTo>
                      <a:pt x="47" y="6"/>
                    </a:lnTo>
                    <a:lnTo>
                      <a:pt x="57" y="14"/>
                    </a:lnTo>
                    <a:lnTo>
                      <a:pt x="65" y="23"/>
                    </a:lnTo>
                    <a:lnTo>
                      <a:pt x="70" y="34"/>
                    </a:lnTo>
                    <a:lnTo>
                      <a:pt x="74" y="46"/>
                    </a:lnTo>
                    <a:lnTo>
                      <a:pt x="74" y="60"/>
                    </a:lnTo>
                    <a:lnTo>
                      <a:pt x="71" y="72"/>
                    </a:lnTo>
                    <a:lnTo>
                      <a:pt x="66" y="83"/>
                    </a:lnTo>
                    <a:lnTo>
                      <a:pt x="58" y="93"/>
                    </a:lnTo>
                    <a:lnTo>
                      <a:pt x="49" y="101"/>
                    </a:lnTo>
                    <a:lnTo>
                      <a:pt x="38" y="107"/>
                    </a:lnTo>
                    <a:lnTo>
                      <a:pt x="25" y="110"/>
                    </a:lnTo>
                    <a:lnTo>
                      <a:pt x="12" y="110"/>
                    </a:lnTo>
                    <a:lnTo>
                      <a:pt x="0" y="108"/>
                    </a:lnTo>
                    <a:lnTo>
                      <a:pt x="18" y="54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1110" name="Freeform 747">
                <a:extLst>
                  <a:ext uri="{FF2B5EF4-FFF2-40B4-BE49-F238E27FC236}">
                    <a16:creationId xmlns:a16="http://schemas.microsoft.com/office/drawing/2014/main" id="{FEFEDCE5-DDB4-BB74-7ABB-6E67072E5CA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314" y="3269"/>
                <a:ext cx="13" cy="19"/>
              </a:xfrm>
              <a:custGeom>
                <a:avLst/>
                <a:gdLst>
                  <a:gd name="T0" fmla="*/ 0 w 74"/>
                  <a:gd name="T1" fmla="*/ 0 h 110"/>
                  <a:gd name="T2" fmla="*/ 0 w 74"/>
                  <a:gd name="T3" fmla="*/ 0 h 110"/>
                  <a:gd name="T4" fmla="*/ 0 w 74"/>
                  <a:gd name="T5" fmla="*/ 0 h 110"/>
                  <a:gd name="T6" fmla="*/ 0 w 74"/>
                  <a:gd name="T7" fmla="*/ 0 h 110"/>
                  <a:gd name="T8" fmla="*/ 0 w 74"/>
                  <a:gd name="T9" fmla="*/ 0 h 110"/>
                  <a:gd name="T10" fmla="*/ 0 w 74"/>
                  <a:gd name="T11" fmla="*/ 0 h 110"/>
                  <a:gd name="T12" fmla="*/ 0 w 74"/>
                  <a:gd name="T13" fmla="*/ 0 h 110"/>
                  <a:gd name="T14" fmla="*/ 0 w 74"/>
                  <a:gd name="T15" fmla="*/ 0 h 110"/>
                  <a:gd name="T16" fmla="*/ 0 w 74"/>
                  <a:gd name="T17" fmla="*/ 0 h 110"/>
                  <a:gd name="T18" fmla="*/ 0 w 74"/>
                  <a:gd name="T19" fmla="*/ 0 h 110"/>
                  <a:gd name="T20" fmla="*/ 0 w 74"/>
                  <a:gd name="T21" fmla="*/ 0 h 110"/>
                  <a:gd name="T22" fmla="*/ 0 w 74"/>
                  <a:gd name="T23" fmla="*/ 0 h 110"/>
                  <a:gd name="T24" fmla="*/ 0 w 74"/>
                  <a:gd name="T25" fmla="*/ 0 h 110"/>
                  <a:gd name="T26" fmla="*/ 0 w 74"/>
                  <a:gd name="T27" fmla="*/ 0 h 110"/>
                  <a:gd name="T28" fmla="*/ 0 w 74"/>
                  <a:gd name="T29" fmla="*/ 0 h 110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w 74"/>
                  <a:gd name="T46" fmla="*/ 0 h 110"/>
                  <a:gd name="T47" fmla="*/ 74 w 74"/>
                  <a:gd name="T48" fmla="*/ 110 h 110"/>
                </a:gdLst>
                <a:ahLst/>
                <a:cxnLst>
                  <a:cxn ang="T30">
                    <a:pos x="T0" y="T1"/>
                  </a:cxn>
                  <a:cxn ang="T31">
                    <a:pos x="T2" y="T3"/>
                  </a:cxn>
                  <a:cxn ang="T32">
                    <a:pos x="T4" y="T5"/>
                  </a:cxn>
                  <a:cxn ang="T33">
                    <a:pos x="T6" y="T7"/>
                  </a:cxn>
                  <a:cxn ang="T34">
                    <a:pos x="T8" y="T9"/>
                  </a:cxn>
                  <a:cxn ang="T35">
                    <a:pos x="T10" y="T11"/>
                  </a:cxn>
                  <a:cxn ang="T36">
                    <a:pos x="T12" y="T13"/>
                  </a:cxn>
                  <a:cxn ang="T37">
                    <a:pos x="T14" y="T15"/>
                  </a:cxn>
                  <a:cxn ang="T38">
                    <a:pos x="T16" y="T17"/>
                  </a:cxn>
                  <a:cxn ang="T39">
                    <a:pos x="T18" y="T19"/>
                  </a:cxn>
                  <a:cxn ang="T40">
                    <a:pos x="T20" y="T21"/>
                  </a:cxn>
                  <a:cxn ang="T41">
                    <a:pos x="T22" y="T23"/>
                  </a:cxn>
                  <a:cxn ang="T42">
                    <a:pos x="T24" y="T25"/>
                  </a:cxn>
                  <a:cxn ang="T43">
                    <a:pos x="T26" y="T27"/>
                  </a:cxn>
                  <a:cxn ang="T44">
                    <a:pos x="T28" y="T29"/>
                  </a:cxn>
                </a:cxnLst>
                <a:rect l="T45" t="T46" r="T47" b="T48"/>
                <a:pathLst>
                  <a:path w="74" h="110">
                    <a:moveTo>
                      <a:pt x="36" y="0"/>
                    </a:moveTo>
                    <a:lnTo>
                      <a:pt x="47" y="6"/>
                    </a:lnTo>
                    <a:lnTo>
                      <a:pt x="57" y="14"/>
                    </a:lnTo>
                    <a:lnTo>
                      <a:pt x="65" y="23"/>
                    </a:lnTo>
                    <a:lnTo>
                      <a:pt x="70" y="34"/>
                    </a:lnTo>
                    <a:lnTo>
                      <a:pt x="74" y="46"/>
                    </a:lnTo>
                    <a:lnTo>
                      <a:pt x="74" y="60"/>
                    </a:lnTo>
                    <a:lnTo>
                      <a:pt x="71" y="72"/>
                    </a:lnTo>
                    <a:lnTo>
                      <a:pt x="66" y="83"/>
                    </a:lnTo>
                    <a:lnTo>
                      <a:pt x="58" y="93"/>
                    </a:lnTo>
                    <a:lnTo>
                      <a:pt x="49" y="101"/>
                    </a:lnTo>
                    <a:lnTo>
                      <a:pt x="38" y="107"/>
                    </a:lnTo>
                    <a:lnTo>
                      <a:pt x="25" y="110"/>
                    </a:lnTo>
                    <a:lnTo>
                      <a:pt x="12" y="110"/>
                    </a:lnTo>
                    <a:lnTo>
                      <a:pt x="0" y="108"/>
                    </a:lnTo>
                  </a:path>
                </a:pathLst>
              </a:cu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1111" name="Freeform 748">
                <a:extLst>
                  <a:ext uri="{FF2B5EF4-FFF2-40B4-BE49-F238E27FC236}">
                    <a16:creationId xmlns:a16="http://schemas.microsoft.com/office/drawing/2014/main" id="{0D8CDDE9-1800-DDDD-3B07-2B8675263DA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158" y="3219"/>
                <a:ext cx="163" cy="68"/>
              </a:xfrm>
              <a:custGeom>
                <a:avLst/>
                <a:gdLst>
                  <a:gd name="T0" fmla="*/ 0 w 966"/>
                  <a:gd name="T1" fmla="*/ 0 h 411"/>
                  <a:gd name="T2" fmla="*/ 0 w 966"/>
                  <a:gd name="T3" fmla="*/ 0 h 411"/>
                  <a:gd name="T4" fmla="*/ 0 w 966"/>
                  <a:gd name="T5" fmla="*/ 0 h 411"/>
                  <a:gd name="T6" fmla="*/ 0 w 966"/>
                  <a:gd name="T7" fmla="*/ 0 h 411"/>
                  <a:gd name="T8" fmla="*/ 0 w 966"/>
                  <a:gd name="T9" fmla="*/ 0 h 411"/>
                  <a:gd name="T10" fmla="*/ 0 w 966"/>
                  <a:gd name="T11" fmla="*/ 0 h 411"/>
                  <a:gd name="T12" fmla="*/ 0 w 966"/>
                  <a:gd name="T13" fmla="*/ 0 h 411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966"/>
                  <a:gd name="T22" fmla="*/ 0 h 411"/>
                  <a:gd name="T23" fmla="*/ 966 w 966"/>
                  <a:gd name="T24" fmla="*/ 411 h 411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966" h="411">
                    <a:moveTo>
                      <a:pt x="930" y="411"/>
                    </a:moveTo>
                    <a:lnTo>
                      <a:pt x="948" y="357"/>
                    </a:lnTo>
                    <a:lnTo>
                      <a:pt x="966" y="303"/>
                    </a:lnTo>
                    <a:lnTo>
                      <a:pt x="36" y="0"/>
                    </a:lnTo>
                    <a:lnTo>
                      <a:pt x="18" y="54"/>
                    </a:lnTo>
                    <a:lnTo>
                      <a:pt x="0" y="108"/>
                    </a:lnTo>
                    <a:lnTo>
                      <a:pt x="930" y="411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1112" name="Freeform 749">
                <a:extLst>
                  <a:ext uri="{FF2B5EF4-FFF2-40B4-BE49-F238E27FC236}">
                    <a16:creationId xmlns:a16="http://schemas.microsoft.com/office/drawing/2014/main" id="{E6AD51CF-E522-A842-EA64-2F2E3CA510F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158" y="3219"/>
                <a:ext cx="163" cy="68"/>
              </a:xfrm>
              <a:custGeom>
                <a:avLst/>
                <a:gdLst>
                  <a:gd name="T0" fmla="*/ 0 w 966"/>
                  <a:gd name="T1" fmla="*/ 0 h 411"/>
                  <a:gd name="T2" fmla="*/ 0 w 966"/>
                  <a:gd name="T3" fmla="*/ 0 h 411"/>
                  <a:gd name="T4" fmla="*/ 0 w 966"/>
                  <a:gd name="T5" fmla="*/ 0 h 411"/>
                  <a:gd name="T6" fmla="*/ 0 w 966"/>
                  <a:gd name="T7" fmla="*/ 0 h 411"/>
                  <a:gd name="T8" fmla="*/ 0 w 966"/>
                  <a:gd name="T9" fmla="*/ 0 h 411"/>
                  <a:gd name="T10" fmla="*/ 0 w 966"/>
                  <a:gd name="T11" fmla="*/ 0 h 411"/>
                  <a:gd name="T12" fmla="*/ 0 w 966"/>
                  <a:gd name="T13" fmla="*/ 0 h 411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966"/>
                  <a:gd name="T22" fmla="*/ 0 h 411"/>
                  <a:gd name="T23" fmla="*/ 966 w 966"/>
                  <a:gd name="T24" fmla="*/ 411 h 411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966" h="411">
                    <a:moveTo>
                      <a:pt x="930" y="411"/>
                    </a:moveTo>
                    <a:lnTo>
                      <a:pt x="948" y="357"/>
                    </a:lnTo>
                    <a:lnTo>
                      <a:pt x="966" y="303"/>
                    </a:lnTo>
                    <a:lnTo>
                      <a:pt x="36" y="0"/>
                    </a:lnTo>
                    <a:lnTo>
                      <a:pt x="18" y="54"/>
                    </a:lnTo>
                    <a:lnTo>
                      <a:pt x="0" y="108"/>
                    </a:lnTo>
                    <a:lnTo>
                      <a:pt x="930" y="411"/>
                    </a:lnTo>
                    <a:close/>
                  </a:path>
                </a:pathLst>
              </a:custGeom>
              <a:solidFill>
                <a:srgbClr val="FF33CC"/>
              </a:solidFill>
              <a:ln w="0">
                <a:solidFill>
                  <a:srgbClr val="FF33CC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1113" name="Freeform 750">
                <a:extLst>
                  <a:ext uri="{FF2B5EF4-FFF2-40B4-BE49-F238E27FC236}">
                    <a16:creationId xmlns:a16="http://schemas.microsoft.com/office/drawing/2014/main" id="{4A5E56FB-974E-24BD-413D-16760CE577E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151" y="3217"/>
                <a:ext cx="12" cy="19"/>
              </a:xfrm>
              <a:custGeom>
                <a:avLst/>
                <a:gdLst>
                  <a:gd name="T0" fmla="*/ 0 w 74"/>
                  <a:gd name="T1" fmla="*/ 0 h 110"/>
                  <a:gd name="T2" fmla="*/ 0 w 74"/>
                  <a:gd name="T3" fmla="*/ 0 h 110"/>
                  <a:gd name="T4" fmla="*/ 0 w 74"/>
                  <a:gd name="T5" fmla="*/ 0 h 110"/>
                  <a:gd name="T6" fmla="*/ 0 w 74"/>
                  <a:gd name="T7" fmla="*/ 0 h 110"/>
                  <a:gd name="T8" fmla="*/ 0 w 74"/>
                  <a:gd name="T9" fmla="*/ 0 h 110"/>
                  <a:gd name="T10" fmla="*/ 0 w 74"/>
                  <a:gd name="T11" fmla="*/ 0 h 110"/>
                  <a:gd name="T12" fmla="*/ 0 w 74"/>
                  <a:gd name="T13" fmla="*/ 0 h 110"/>
                  <a:gd name="T14" fmla="*/ 0 w 74"/>
                  <a:gd name="T15" fmla="*/ 0 h 110"/>
                  <a:gd name="T16" fmla="*/ 0 w 74"/>
                  <a:gd name="T17" fmla="*/ 0 h 110"/>
                  <a:gd name="T18" fmla="*/ 0 w 74"/>
                  <a:gd name="T19" fmla="*/ 0 h 110"/>
                  <a:gd name="T20" fmla="*/ 0 w 74"/>
                  <a:gd name="T21" fmla="*/ 0 h 110"/>
                  <a:gd name="T22" fmla="*/ 0 w 74"/>
                  <a:gd name="T23" fmla="*/ 0 h 110"/>
                  <a:gd name="T24" fmla="*/ 0 w 74"/>
                  <a:gd name="T25" fmla="*/ 0 h 110"/>
                  <a:gd name="T26" fmla="*/ 0 w 74"/>
                  <a:gd name="T27" fmla="*/ 0 h 110"/>
                  <a:gd name="T28" fmla="*/ 0 w 74"/>
                  <a:gd name="T29" fmla="*/ 0 h 110"/>
                  <a:gd name="T30" fmla="*/ 0 w 74"/>
                  <a:gd name="T31" fmla="*/ 0 h 110"/>
                  <a:gd name="T32" fmla="*/ 0 w 74"/>
                  <a:gd name="T33" fmla="*/ 0 h 110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w 74"/>
                  <a:gd name="T52" fmla="*/ 0 h 110"/>
                  <a:gd name="T53" fmla="*/ 74 w 74"/>
                  <a:gd name="T54" fmla="*/ 110 h 110"/>
                </a:gdLst>
                <a:ahLst/>
                <a:cxnLst>
                  <a:cxn ang="T34">
                    <a:pos x="T0" y="T1"/>
                  </a:cxn>
                  <a:cxn ang="T35">
                    <a:pos x="T2" y="T3"/>
                  </a:cxn>
                  <a:cxn ang="T36">
                    <a:pos x="T4" y="T5"/>
                  </a:cxn>
                  <a:cxn ang="T37">
                    <a:pos x="T6" y="T7"/>
                  </a:cxn>
                  <a:cxn ang="T38">
                    <a:pos x="T8" y="T9"/>
                  </a:cxn>
                  <a:cxn ang="T39">
                    <a:pos x="T10" y="T11"/>
                  </a:cxn>
                  <a:cxn ang="T40">
                    <a:pos x="T12" y="T13"/>
                  </a:cxn>
                  <a:cxn ang="T41">
                    <a:pos x="T14" y="T15"/>
                  </a:cxn>
                  <a:cxn ang="T42">
                    <a:pos x="T16" y="T17"/>
                  </a:cxn>
                  <a:cxn ang="T43">
                    <a:pos x="T18" y="T19"/>
                  </a:cxn>
                  <a:cxn ang="T44">
                    <a:pos x="T20" y="T21"/>
                  </a:cxn>
                  <a:cxn ang="T45">
                    <a:pos x="T22" y="T23"/>
                  </a:cxn>
                  <a:cxn ang="T46">
                    <a:pos x="T24" y="T25"/>
                  </a:cxn>
                  <a:cxn ang="T47">
                    <a:pos x="T26" y="T27"/>
                  </a:cxn>
                  <a:cxn ang="T48">
                    <a:pos x="T28" y="T29"/>
                  </a:cxn>
                  <a:cxn ang="T49">
                    <a:pos x="T30" y="T31"/>
                  </a:cxn>
                  <a:cxn ang="T50">
                    <a:pos x="T32" y="T33"/>
                  </a:cxn>
                </a:cxnLst>
                <a:rect l="T51" t="T52" r="T53" b="T54"/>
                <a:pathLst>
                  <a:path w="74" h="110">
                    <a:moveTo>
                      <a:pt x="56" y="56"/>
                    </a:moveTo>
                    <a:lnTo>
                      <a:pt x="38" y="110"/>
                    </a:lnTo>
                    <a:lnTo>
                      <a:pt x="27" y="104"/>
                    </a:lnTo>
                    <a:lnTo>
                      <a:pt x="17" y="97"/>
                    </a:lnTo>
                    <a:lnTo>
                      <a:pt x="9" y="88"/>
                    </a:lnTo>
                    <a:lnTo>
                      <a:pt x="4" y="76"/>
                    </a:lnTo>
                    <a:lnTo>
                      <a:pt x="0" y="64"/>
                    </a:lnTo>
                    <a:lnTo>
                      <a:pt x="0" y="51"/>
                    </a:lnTo>
                    <a:lnTo>
                      <a:pt x="3" y="38"/>
                    </a:lnTo>
                    <a:lnTo>
                      <a:pt x="8" y="27"/>
                    </a:lnTo>
                    <a:lnTo>
                      <a:pt x="16" y="17"/>
                    </a:lnTo>
                    <a:lnTo>
                      <a:pt x="25" y="9"/>
                    </a:lnTo>
                    <a:lnTo>
                      <a:pt x="36" y="3"/>
                    </a:lnTo>
                    <a:lnTo>
                      <a:pt x="49" y="0"/>
                    </a:lnTo>
                    <a:lnTo>
                      <a:pt x="62" y="0"/>
                    </a:lnTo>
                    <a:lnTo>
                      <a:pt x="74" y="2"/>
                    </a:lnTo>
                    <a:lnTo>
                      <a:pt x="56" y="56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1114" name="Freeform 751">
                <a:extLst>
                  <a:ext uri="{FF2B5EF4-FFF2-40B4-BE49-F238E27FC236}">
                    <a16:creationId xmlns:a16="http://schemas.microsoft.com/office/drawing/2014/main" id="{2F34E894-BE97-DAFA-D585-5DB8EB708C8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151" y="3217"/>
                <a:ext cx="12" cy="19"/>
              </a:xfrm>
              <a:custGeom>
                <a:avLst/>
                <a:gdLst>
                  <a:gd name="T0" fmla="*/ 0 w 74"/>
                  <a:gd name="T1" fmla="*/ 0 h 110"/>
                  <a:gd name="T2" fmla="*/ 0 w 74"/>
                  <a:gd name="T3" fmla="*/ 0 h 110"/>
                  <a:gd name="T4" fmla="*/ 0 w 74"/>
                  <a:gd name="T5" fmla="*/ 0 h 110"/>
                  <a:gd name="T6" fmla="*/ 0 w 74"/>
                  <a:gd name="T7" fmla="*/ 0 h 110"/>
                  <a:gd name="T8" fmla="*/ 0 w 74"/>
                  <a:gd name="T9" fmla="*/ 0 h 110"/>
                  <a:gd name="T10" fmla="*/ 0 w 74"/>
                  <a:gd name="T11" fmla="*/ 0 h 110"/>
                  <a:gd name="T12" fmla="*/ 0 w 74"/>
                  <a:gd name="T13" fmla="*/ 0 h 110"/>
                  <a:gd name="T14" fmla="*/ 0 w 74"/>
                  <a:gd name="T15" fmla="*/ 0 h 110"/>
                  <a:gd name="T16" fmla="*/ 0 w 74"/>
                  <a:gd name="T17" fmla="*/ 0 h 110"/>
                  <a:gd name="T18" fmla="*/ 0 w 74"/>
                  <a:gd name="T19" fmla="*/ 0 h 110"/>
                  <a:gd name="T20" fmla="*/ 0 w 74"/>
                  <a:gd name="T21" fmla="*/ 0 h 110"/>
                  <a:gd name="T22" fmla="*/ 0 w 74"/>
                  <a:gd name="T23" fmla="*/ 0 h 110"/>
                  <a:gd name="T24" fmla="*/ 0 w 74"/>
                  <a:gd name="T25" fmla="*/ 0 h 110"/>
                  <a:gd name="T26" fmla="*/ 0 w 74"/>
                  <a:gd name="T27" fmla="*/ 0 h 110"/>
                  <a:gd name="T28" fmla="*/ 0 w 74"/>
                  <a:gd name="T29" fmla="*/ 0 h 110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w 74"/>
                  <a:gd name="T46" fmla="*/ 0 h 110"/>
                  <a:gd name="T47" fmla="*/ 74 w 74"/>
                  <a:gd name="T48" fmla="*/ 110 h 110"/>
                </a:gdLst>
                <a:ahLst/>
                <a:cxnLst>
                  <a:cxn ang="T30">
                    <a:pos x="T0" y="T1"/>
                  </a:cxn>
                  <a:cxn ang="T31">
                    <a:pos x="T2" y="T3"/>
                  </a:cxn>
                  <a:cxn ang="T32">
                    <a:pos x="T4" y="T5"/>
                  </a:cxn>
                  <a:cxn ang="T33">
                    <a:pos x="T6" y="T7"/>
                  </a:cxn>
                  <a:cxn ang="T34">
                    <a:pos x="T8" y="T9"/>
                  </a:cxn>
                  <a:cxn ang="T35">
                    <a:pos x="T10" y="T11"/>
                  </a:cxn>
                  <a:cxn ang="T36">
                    <a:pos x="T12" y="T13"/>
                  </a:cxn>
                  <a:cxn ang="T37">
                    <a:pos x="T14" y="T15"/>
                  </a:cxn>
                  <a:cxn ang="T38">
                    <a:pos x="T16" y="T17"/>
                  </a:cxn>
                  <a:cxn ang="T39">
                    <a:pos x="T18" y="T19"/>
                  </a:cxn>
                  <a:cxn ang="T40">
                    <a:pos x="T20" y="T21"/>
                  </a:cxn>
                  <a:cxn ang="T41">
                    <a:pos x="T22" y="T23"/>
                  </a:cxn>
                  <a:cxn ang="T42">
                    <a:pos x="T24" y="T25"/>
                  </a:cxn>
                  <a:cxn ang="T43">
                    <a:pos x="T26" y="T27"/>
                  </a:cxn>
                  <a:cxn ang="T44">
                    <a:pos x="T28" y="T29"/>
                  </a:cxn>
                </a:cxnLst>
                <a:rect l="T45" t="T46" r="T47" b="T48"/>
                <a:pathLst>
                  <a:path w="74" h="110">
                    <a:moveTo>
                      <a:pt x="38" y="110"/>
                    </a:moveTo>
                    <a:lnTo>
                      <a:pt x="27" y="104"/>
                    </a:lnTo>
                    <a:lnTo>
                      <a:pt x="17" y="97"/>
                    </a:lnTo>
                    <a:lnTo>
                      <a:pt x="9" y="88"/>
                    </a:lnTo>
                    <a:lnTo>
                      <a:pt x="4" y="76"/>
                    </a:lnTo>
                    <a:lnTo>
                      <a:pt x="0" y="64"/>
                    </a:lnTo>
                    <a:lnTo>
                      <a:pt x="0" y="51"/>
                    </a:lnTo>
                    <a:lnTo>
                      <a:pt x="3" y="38"/>
                    </a:lnTo>
                    <a:lnTo>
                      <a:pt x="8" y="27"/>
                    </a:lnTo>
                    <a:lnTo>
                      <a:pt x="16" y="17"/>
                    </a:lnTo>
                    <a:lnTo>
                      <a:pt x="25" y="9"/>
                    </a:lnTo>
                    <a:lnTo>
                      <a:pt x="36" y="3"/>
                    </a:lnTo>
                    <a:lnTo>
                      <a:pt x="49" y="0"/>
                    </a:lnTo>
                    <a:lnTo>
                      <a:pt x="62" y="0"/>
                    </a:lnTo>
                    <a:lnTo>
                      <a:pt x="74" y="2"/>
                    </a:lnTo>
                  </a:path>
                </a:pathLst>
              </a:cu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1115" name="Freeform 752">
                <a:extLst>
                  <a:ext uri="{FF2B5EF4-FFF2-40B4-BE49-F238E27FC236}">
                    <a16:creationId xmlns:a16="http://schemas.microsoft.com/office/drawing/2014/main" id="{7AC56FC2-47F6-5DD1-F45E-02F4056326D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092" y="3397"/>
                <a:ext cx="10" cy="19"/>
              </a:xfrm>
              <a:custGeom>
                <a:avLst/>
                <a:gdLst>
                  <a:gd name="T0" fmla="*/ 0 w 56"/>
                  <a:gd name="T1" fmla="*/ 0 h 114"/>
                  <a:gd name="T2" fmla="*/ 0 w 56"/>
                  <a:gd name="T3" fmla="*/ 0 h 114"/>
                  <a:gd name="T4" fmla="*/ 0 w 56"/>
                  <a:gd name="T5" fmla="*/ 0 h 114"/>
                  <a:gd name="T6" fmla="*/ 0 w 56"/>
                  <a:gd name="T7" fmla="*/ 0 h 114"/>
                  <a:gd name="T8" fmla="*/ 0 w 56"/>
                  <a:gd name="T9" fmla="*/ 0 h 114"/>
                  <a:gd name="T10" fmla="*/ 0 w 56"/>
                  <a:gd name="T11" fmla="*/ 0 h 114"/>
                  <a:gd name="T12" fmla="*/ 0 w 56"/>
                  <a:gd name="T13" fmla="*/ 0 h 114"/>
                  <a:gd name="T14" fmla="*/ 0 w 56"/>
                  <a:gd name="T15" fmla="*/ 0 h 114"/>
                  <a:gd name="T16" fmla="*/ 0 w 56"/>
                  <a:gd name="T17" fmla="*/ 0 h 114"/>
                  <a:gd name="T18" fmla="*/ 0 w 56"/>
                  <a:gd name="T19" fmla="*/ 0 h 114"/>
                  <a:gd name="T20" fmla="*/ 0 w 56"/>
                  <a:gd name="T21" fmla="*/ 0 h 114"/>
                  <a:gd name="T22" fmla="*/ 0 w 56"/>
                  <a:gd name="T23" fmla="*/ 0 h 114"/>
                  <a:gd name="T24" fmla="*/ 0 w 56"/>
                  <a:gd name="T25" fmla="*/ 0 h 114"/>
                  <a:gd name="T26" fmla="*/ 0 w 56"/>
                  <a:gd name="T27" fmla="*/ 0 h 114"/>
                  <a:gd name="T28" fmla="*/ 0 w 56"/>
                  <a:gd name="T29" fmla="*/ 0 h 114"/>
                  <a:gd name="T30" fmla="*/ 0 w 56"/>
                  <a:gd name="T31" fmla="*/ 0 h 114"/>
                  <a:gd name="T32" fmla="*/ 0 w 56"/>
                  <a:gd name="T33" fmla="*/ 0 h 114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w 56"/>
                  <a:gd name="T52" fmla="*/ 0 h 114"/>
                  <a:gd name="T53" fmla="*/ 56 w 56"/>
                  <a:gd name="T54" fmla="*/ 114 h 114"/>
                </a:gdLst>
                <a:ahLst/>
                <a:cxnLst>
                  <a:cxn ang="T34">
                    <a:pos x="T0" y="T1"/>
                  </a:cxn>
                  <a:cxn ang="T35">
                    <a:pos x="T2" y="T3"/>
                  </a:cxn>
                  <a:cxn ang="T36">
                    <a:pos x="T4" y="T5"/>
                  </a:cxn>
                  <a:cxn ang="T37">
                    <a:pos x="T6" y="T7"/>
                  </a:cxn>
                  <a:cxn ang="T38">
                    <a:pos x="T8" y="T9"/>
                  </a:cxn>
                  <a:cxn ang="T39">
                    <a:pos x="T10" y="T11"/>
                  </a:cxn>
                  <a:cxn ang="T40">
                    <a:pos x="T12" y="T13"/>
                  </a:cxn>
                  <a:cxn ang="T41">
                    <a:pos x="T14" y="T15"/>
                  </a:cxn>
                  <a:cxn ang="T42">
                    <a:pos x="T16" y="T17"/>
                  </a:cxn>
                  <a:cxn ang="T43">
                    <a:pos x="T18" y="T19"/>
                  </a:cxn>
                  <a:cxn ang="T44">
                    <a:pos x="T20" y="T21"/>
                  </a:cxn>
                  <a:cxn ang="T45">
                    <a:pos x="T22" y="T23"/>
                  </a:cxn>
                  <a:cxn ang="T46">
                    <a:pos x="T24" y="T25"/>
                  </a:cxn>
                  <a:cxn ang="T47">
                    <a:pos x="T26" y="T27"/>
                  </a:cxn>
                  <a:cxn ang="T48">
                    <a:pos x="T28" y="T29"/>
                  </a:cxn>
                  <a:cxn ang="T49">
                    <a:pos x="T30" y="T31"/>
                  </a:cxn>
                  <a:cxn ang="T50">
                    <a:pos x="T32" y="T33"/>
                  </a:cxn>
                </a:cxnLst>
                <a:rect l="T51" t="T52" r="T53" b="T54"/>
                <a:pathLst>
                  <a:path w="56" h="114">
                    <a:moveTo>
                      <a:pt x="56" y="58"/>
                    </a:moveTo>
                    <a:lnTo>
                      <a:pt x="56" y="114"/>
                    </a:lnTo>
                    <a:lnTo>
                      <a:pt x="43" y="113"/>
                    </a:lnTo>
                    <a:lnTo>
                      <a:pt x="31" y="108"/>
                    </a:lnTo>
                    <a:lnTo>
                      <a:pt x="21" y="101"/>
                    </a:lnTo>
                    <a:lnTo>
                      <a:pt x="12" y="92"/>
                    </a:lnTo>
                    <a:lnTo>
                      <a:pt x="5" y="82"/>
                    </a:lnTo>
                    <a:lnTo>
                      <a:pt x="1" y="70"/>
                    </a:lnTo>
                    <a:lnTo>
                      <a:pt x="0" y="58"/>
                    </a:lnTo>
                    <a:lnTo>
                      <a:pt x="1" y="45"/>
                    </a:lnTo>
                    <a:lnTo>
                      <a:pt x="5" y="33"/>
                    </a:lnTo>
                    <a:lnTo>
                      <a:pt x="12" y="23"/>
                    </a:lnTo>
                    <a:lnTo>
                      <a:pt x="21" y="14"/>
                    </a:lnTo>
                    <a:lnTo>
                      <a:pt x="31" y="7"/>
                    </a:lnTo>
                    <a:lnTo>
                      <a:pt x="43" y="3"/>
                    </a:lnTo>
                    <a:lnTo>
                      <a:pt x="56" y="0"/>
                    </a:lnTo>
                    <a:lnTo>
                      <a:pt x="56" y="58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1116" name="Freeform 753">
                <a:extLst>
                  <a:ext uri="{FF2B5EF4-FFF2-40B4-BE49-F238E27FC236}">
                    <a16:creationId xmlns:a16="http://schemas.microsoft.com/office/drawing/2014/main" id="{227EFBF4-D452-F759-2575-598ABF85B66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092" y="3397"/>
                <a:ext cx="10" cy="19"/>
              </a:xfrm>
              <a:custGeom>
                <a:avLst/>
                <a:gdLst>
                  <a:gd name="T0" fmla="*/ 0 w 56"/>
                  <a:gd name="T1" fmla="*/ 0 h 114"/>
                  <a:gd name="T2" fmla="*/ 0 w 56"/>
                  <a:gd name="T3" fmla="*/ 0 h 114"/>
                  <a:gd name="T4" fmla="*/ 0 w 56"/>
                  <a:gd name="T5" fmla="*/ 0 h 114"/>
                  <a:gd name="T6" fmla="*/ 0 w 56"/>
                  <a:gd name="T7" fmla="*/ 0 h 114"/>
                  <a:gd name="T8" fmla="*/ 0 w 56"/>
                  <a:gd name="T9" fmla="*/ 0 h 114"/>
                  <a:gd name="T10" fmla="*/ 0 w 56"/>
                  <a:gd name="T11" fmla="*/ 0 h 114"/>
                  <a:gd name="T12" fmla="*/ 0 w 56"/>
                  <a:gd name="T13" fmla="*/ 0 h 114"/>
                  <a:gd name="T14" fmla="*/ 0 w 56"/>
                  <a:gd name="T15" fmla="*/ 0 h 114"/>
                  <a:gd name="T16" fmla="*/ 0 w 56"/>
                  <a:gd name="T17" fmla="*/ 0 h 114"/>
                  <a:gd name="T18" fmla="*/ 0 w 56"/>
                  <a:gd name="T19" fmla="*/ 0 h 114"/>
                  <a:gd name="T20" fmla="*/ 0 w 56"/>
                  <a:gd name="T21" fmla="*/ 0 h 114"/>
                  <a:gd name="T22" fmla="*/ 0 w 56"/>
                  <a:gd name="T23" fmla="*/ 0 h 114"/>
                  <a:gd name="T24" fmla="*/ 0 w 56"/>
                  <a:gd name="T25" fmla="*/ 0 h 114"/>
                  <a:gd name="T26" fmla="*/ 0 w 56"/>
                  <a:gd name="T27" fmla="*/ 0 h 114"/>
                  <a:gd name="T28" fmla="*/ 0 w 56"/>
                  <a:gd name="T29" fmla="*/ 0 h 114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w 56"/>
                  <a:gd name="T46" fmla="*/ 0 h 114"/>
                  <a:gd name="T47" fmla="*/ 56 w 56"/>
                  <a:gd name="T48" fmla="*/ 114 h 114"/>
                </a:gdLst>
                <a:ahLst/>
                <a:cxnLst>
                  <a:cxn ang="T30">
                    <a:pos x="T0" y="T1"/>
                  </a:cxn>
                  <a:cxn ang="T31">
                    <a:pos x="T2" y="T3"/>
                  </a:cxn>
                  <a:cxn ang="T32">
                    <a:pos x="T4" y="T5"/>
                  </a:cxn>
                  <a:cxn ang="T33">
                    <a:pos x="T6" y="T7"/>
                  </a:cxn>
                  <a:cxn ang="T34">
                    <a:pos x="T8" y="T9"/>
                  </a:cxn>
                  <a:cxn ang="T35">
                    <a:pos x="T10" y="T11"/>
                  </a:cxn>
                  <a:cxn ang="T36">
                    <a:pos x="T12" y="T13"/>
                  </a:cxn>
                  <a:cxn ang="T37">
                    <a:pos x="T14" y="T15"/>
                  </a:cxn>
                  <a:cxn ang="T38">
                    <a:pos x="T16" y="T17"/>
                  </a:cxn>
                  <a:cxn ang="T39">
                    <a:pos x="T18" y="T19"/>
                  </a:cxn>
                  <a:cxn ang="T40">
                    <a:pos x="T20" y="T21"/>
                  </a:cxn>
                  <a:cxn ang="T41">
                    <a:pos x="T22" y="T23"/>
                  </a:cxn>
                  <a:cxn ang="T42">
                    <a:pos x="T24" y="T25"/>
                  </a:cxn>
                  <a:cxn ang="T43">
                    <a:pos x="T26" y="T27"/>
                  </a:cxn>
                  <a:cxn ang="T44">
                    <a:pos x="T28" y="T29"/>
                  </a:cxn>
                </a:cxnLst>
                <a:rect l="T45" t="T46" r="T47" b="T48"/>
                <a:pathLst>
                  <a:path w="56" h="114">
                    <a:moveTo>
                      <a:pt x="56" y="114"/>
                    </a:moveTo>
                    <a:lnTo>
                      <a:pt x="43" y="113"/>
                    </a:lnTo>
                    <a:lnTo>
                      <a:pt x="31" y="108"/>
                    </a:lnTo>
                    <a:lnTo>
                      <a:pt x="21" y="101"/>
                    </a:lnTo>
                    <a:lnTo>
                      <a:pt x="12" y="92"/>
                    </a:lnTo>
                    <a:lnTo>
                      <a:pt x="5" y="82"/>
                    </a:lnTo>
                    <a:lnTo>
                      <a:pt x="1" y="70"/>
                    </a:lnTo>
                    <a:lnTo>
                      <a:pt x="0" y="58"/>
                    </a:lnTo>
                    <a:lnTo>
                      <a:pt x="1" y="45"/>
                    </a:lnTo>
                    <a:lnTo>
                      <a:pt x="5" y="33"/>
                    </a:lnTo>
                    <a:lnTo>
                      <a:pt x="12" y="23"/>
                    </a:lnTo>
                    <a:lnTo>
                      <a:pt x="21" y="14"/>
                    </a:lnTo>
                    <a:lnTo>
                      <a:pt x="31" y="7"/>
                    </a:lnTo>
                    <a:lnTo>
                      <a:pt x="43" y="3"/>
                    </a:lnTo>
                    <a:lnTo>
                      <a:pt x="56" y="0"/>
                    </a:lnTo>
                  </a:path>
                </a:pathLst>
              </a:cu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1117" name="Freeform 754">
                <a:extLst>
                  <a:ext uri="{FF2B5EF4-FFF2-40B4-BE49-F238E27FC236}">
                    <a16:creationId xmlns:a16="http://schemas.microsoft.com/office/drawing/2014/main" id="{5F2D25A8-104A-D75D-8844-B244D355A62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102" y="3397"/>
                <a:ext cx="156" cy="19"/>
              </a:xfrm>
              <a:custGeom>
                <a:avLst/>
                <a:gdLst>
                  <a:gd name="T0" fmla="*/ 0 w 928"/>
                  <a:gd name="T1" fmla="*/ 0 h 114"/>
                  <a:gd name="T2" fmla="*/ 0 w 928"/>
                  <a:gd name="T3" fmla="*/ 0 h 114"/>
                  <a:gd name="T4" fmla="*/ 0 w 928"/>
                  <a:gd name="T5" fmla="*/ 0 h 114"/>
                  <a:gd name="T6" fmla="*/ 0 w 928"/>
                  <a:gd name="T7" fmla="*/ 0 h 114"/>
                  <a:gd name="T8" fmla="*/ 0 w 928"/>
                  <a:gd name="T9" fmla="*/ 0 h 114"/>
                  <a:gd name="T10" fmla="*/ 0 w 928"/>
                  <a:gd name="T11" fmla="*/ 0 h 114"/>
                  <a:gd name="T12" fmla="*/ 0 w 928"/>
                  <a:gd name="T13" fmla="*/ 0 h 114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928"/>
                  <a:gd name="T22" fmla="*/ 0 h 114"/>
                  <a:gd name="T23" fmla="*/ 928 w 928"/>
                  <a:gd name="T24" fmla="*/ 114 h 114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928" h="114">
                    <a:moveTo>
                      <a:pt x="0" y="0"/>
                    </a:moveTo>
                    <a:lnTo>
                      <a:pt x="0" y="58"/>
                    </a:lnTo>
                    <a:lnTo>
                      <a:pt x="0" y="114"/>
                    </a:lnTo>
                    <a:lnTo>
                      <a:pt x="928" y="114"/>
                    </a:lnTo>
                    <a:lnTo>
                      <a:pt x="928" y="58"/>
                    </a:lnTo>
                    <a:lnTo>
                      <a:pt x="928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1118" name="Freeform 755">
                <a:extLst>
                  <a:ext uri="{FF2B5EF4-FFF2-40B4-BE49-F238E27FC236}">
                    <a16:creationId xmlns:a16="http://schemas.microsoft.com/office/drawing/2014/main" id="{371A5BE1-6BBD-FB6D-00BD-A0B0A20E669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102" y="3397"/>
                <a:ext cx="156" cy="19"/>
              </a:xfrm>
              <a:custGeom>
                <a:avLst/>
                <a:gdLst>
                  <a:gd name="T0" fmla="*/ 0 w 928"/>
                  <a:gd name="T1" fmla="*/ 0 h 114"/>
                  <a:gd name="T2" fmla="*/ 0 w 928"/>
                  <a:gd name="T3" fmla="*/ 0 h 114"/>
                  <a:gd name="T4" fmla="*/ 0 w 928"/>
                  <a:gd name="T5" fmla="*/ 0 h 114"/>
                  <a:gd name="T6" fmla="*/ 0 w 928"/>
                  <a:gd name="T7" fmla="*/ 0 h 114"/>
                  <a:gd name="T8" fmla="*/ 0 w 928"/>
                  <a:gd name="T9" fmla="*/ 0 h 114"/>
                  <a:gd name="T10" fmla="*/ 0 w 928"/>
                  <a:gd name="T11" fmla="*/ 0 h 114"/>
                  <a:gd name="T12" fmla="*/ 0 w 928"/>
                  <a:gd name="T13" fmla="*/ 0 h 114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928"/>
                  <a:gd name="T22" fmla="*/ 0 h 114"/>
                  <a:gd name="T23" fmla="*/ 928 w 928"/>
                  <a:gd name="T24" fmla="*/ 114 h 114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928" h="114">
                    <a:moveTo>
                      <a:pt x="0" y="0"/>
                    </a:moveTo>
                    <a:lnTo>
                      <a:pt x="0" y="58"/>
                    </a:lnTo>
                    <a:lnTo>
                      <a:pt x="0" y="114"/>
                    </a:lnTo>
                    <a:lnTo>
                      <a:pt x="928" y="114"/>
                    </a:lnTo>
                    <a:lnTo>
                      <a:pt x="928" y="58"/>
                    </a:lnTo>
                    <a:lnTo>
                      <a:pt x="928" y="0"/>
                    </a:lnTo>
                    <a:lnTo>
                      <a:pt x="0" y="0"/>
                    </a:lnTo>
                    <a:close/>
                  </a:path>
                </a:pathLst>
              </a:cu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1119" name="Freeform 756">
                <a:extLst>
                  <a:ext uri="{FF2B5EF4-FFF2-40B4-BE49-F238E27FC236}">
                    <a16:creationId xmlns:a16="http://schemas.microsoft.com/office/drawing/2014/main" id="{EEA89928-52F0-EF2B-1EC5-322565F1B46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258" y="3397"/>
                <a:ext cx="9" cy="19"/>
              </a:xfrm>
              <a:custGeom>
                <a:avLst/>
                <a:gdLst>
                  <a:gd name="T0" fmla="*/ 0 w 57"/>
                  <a:gd name="T1" fmla="*/ 0 h 114"/>
                  <a:gd name="T2" fmla="*/ 0 w 57"/>
                  <a:gd name="T3" fmla="*/ 0 h 114"/>
                  <a:gd name="T4" fmla="*/ 0 w 57"/>
                  <a:gd name="T5" fmla="*/ 0 h 114"/>
                  <a:gd name="T6" fmla="*/ 0 w 57"/>
                  <a:gd name="T7" fmla="*/ 0 h 114"/>
                  <a:gd name="T8" fmla="*/ 0 w 57"/>
                  <a:gd name="T9" fmla="*/ 0 h 114"/>
                  <a:gd name="T10" fmla="*/ 0 w 57"/>
                  <a:gd name="T11" fmla="*/ 0 h 114"/>
                  <a:gd name="T12" fmla="*/ 0 w 57"/>
                  <a:gd name="T13" fmla="*/ 0 h 114"/>
                  <a:gd name="T14" fmla="*/ 0 w 57"/>
                  <a:gd name="T15" fmla="*/ 0 h 114"/>
                  <a:gd name="T16" fmla="*/ 0 w 57"/>
                  <a:gd name="T17" fmla="*/ 0 h 114"/>
                  <a:gd name="T18" fmla="*/ 0 w 57"/>
                  <a:gd name="T19" fmla="*/ 0 h 114"/>
                  <a:gd name="T20" fmla="*/ 0 w 57"/>
                  <a:gd name="T21" fmla="*/ 0 h 114"/>
                  <a:gd name="T22" fmla="*/ 0 w 57"/>
                  <a:gd name="T23" fmla="*/ 0 h 114"/>
                  <a:gd name="T24" fmla="*/ 0 w 57"/>
                  <a:gd name="T25" fmla="*/ 0 h 114"/>
                  <a:gd name="T26" fmla="*/ 0 w 57"/>
                  <a:gd name="T27" fmla="*/ 0 h 114"/>
                  <a:gd name="T28" fmla="*/ 0 w 57"/>
                  <a:gd name="T29" fmla="*/ 0 h 114"/>
                  <a:gd name="T30" fmla="*/ 0 w 57"/>
                  <a:gd name="T31" fmla="*/ 0 h 114"/>
                  <a:gd name="T32" fmla="*/ 0 w 57"/>
                  <a:gd name="T33" fmla="*/ 0 h 114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w 57"/>
                  <a:gd name="T52" fmla="*/ 0 h 114"/>
                  <a:gd name="T53" fmla="*/ 57 w 57"/>
                  <a:gd name="T54" fmla="*/ 114 h 114"/>
                </a:gdLst>
                <a:ahLst/>
                <a:cxnLst>
                  <a:cxn ang="T34">
                    <a:pos x="T0" y="T1"/>
                  </a:cxn>
                  <a:cxn ang="T35">
                    <a:pos x="T2" y="T3"/>
                  </a:cxn>
                  <a:cxn ang="T36">
                    <a:pos x="T4" y="T5"/>
                  </a:cxn>
                  <a:cxn ang="T37">
                    <a:pos x="T6" y="T7"/>
                  </a:cxn>
                  <a:cxn ang="T38">
                    <a:pos x="T8" y="T9"/>
                  </a:cxn>
                  <a:cxn ang="T39">
                    <a:pos x="T10" y="T11"/>
                  </a:cxn>
                  <a:cxn ang="T40">
                    <a:pos x="T12" y="T13"/>
                  </a:cxn>
                  <a:cxn ang="T41">
                    <a:pos x="T14" y="T15"/>
                  </a:cxn>
                  <a:cxn ang="T42">
                    <a:pos x="T16" y="T17"/>
                  </a:cxn>
                  <a:cxn ang="T43">
                    <a:pos x="T18" y="T19"/>
                  </a:cxn>
                  <a:cxn ang="T44">
                    <a:pos x="T20" y="T21"/>
                  </a:cxn>
                  <a:cxn ang="T45">
                    <a:pos x="T22" y="T23"/>
                  </a:cxn>
                  <a:cxn ang="T46">
                    <a:pos x="T24" y="T25"/>
                  </a:cxn>
                  <a:cxn ang="T47">
                    <a:pos x="T26" y="T27"/>
                  </a:cxn>
                  <a:cxn ang="T48">
                    <a:pos x="T28" y="T29"/>
                  </a:cxn>
                  <a:cxn ang="T49">
                    <a:pos x="T30" y="T31"/>
                  </a:cxn>
                  <a:cxn ang="T50">
                    <a:pos x="T32" y="T33"/>
                  </a:cxn>
                </a:cxnLst>
                <a:rect l="T51" t="T52" r="T53" b="T54"/>
                <a:pathLst>
                  <a:path w="57" h="114">
                    <a:moveTo>
                      <a:pt x="0" y="58"/>
                    </a:moveTo>
                    <a:lnTo>
                      <a:pt x="0" y="0"/>
                    </a:lnTo>
                    <a:lnTo>
                      <a:pt x="12" y="3"/>
                    </a:lnTo>
                    <a:lnTo>
                      <a:pt x="25" y="7"/>
                    </a:lnTo>
                    <a:lnTo>
                      <a:pt x="35" y="14"/>
                    </a:lnTo>
                    <a:lnTo>
                      <a:pt x="44" y="23"/>
                    </a:lnTo>
                    <a:lnTo>
                      <a:pt x="50" y="33"/>
                    </a:lnTo>
                    <a:lnTo>
                      <a:pt x="55" y="45"/>
                    </a:lnTo>
                    <a:lnTo>
                      <a:pt x="57" y="58"/>
                    </a:lnTo>
                    <a:lnTo>
                      <a:pt x="55" y="70"/>
                    </a:lnTo>
                    <a:lnTo>
                      <a:pt x="50" y="82"/>
                    </a:lnTo>
                    <a:lnTo>
                      <a:pt x="44" y="92"/>
                    </a:lnTo>
                    <a:lnTo>
                      <a:pt x="35" y="101"/>
                    </a:lnTo>
                    <a:lnTo>
                      <a:pt x="25" y="108"/>
                    </a:lnTo>
                    <a:lnTo>
                      <a:pt x="12" y="113"/>
                    </a:lnTo>
                    <a:lnTo>
                      <a:pt x="0" y="114"/>
                    </a:lnTo>
                    <a:lnTo>
                      <a:pt x="0" y="58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1120" name="Freeform 757">
                <a:extLst>
                  <a:ext uri="{FF2B5EF4-FFF2-40B4-BE49-F238E27FC236}">
                    <a16:creationId xmlns:a16="http://schemas.microsoft.com/office/drawing/2014/main" id="{8FE9517D-4A4E-C722-9054-9004B7CAC71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258" y="3397"/>
                <a:ext cx="9" cy="19"/>
              </a:xfrm>
              <a:custGeom>
                <a:avLst/>
                <a:gdLst>
                  <a:gd name="T0" fmla="*/ 0 w 57"/>
                  <a:gd name="T1" fmla="*/ 0 h 114"/>
                  <a:gd name="T2" fmla="*/ 0 w 57"/>
                  <a:gd name="T3" fmla="*/ 0 h 114"/>
                  <a:gd name="T4" fmla="*/ 0 w 57"/>
                  <a:gd name="T5" fmla="*/ 0 h 114"/>
                  <a:gd name="T6" fmla="*/ 0 w 57"/>
                  <a:gd name="T7" fmla="*/ 0 h 114"/>
                  <a:gd name="T8" fmla="*/ 0 w 57"/>
                  <a:gd name="T9" fmla="*/ 0 h 114"/>
                  <a:gd name="T10" fmla="*/ 0 w 57"/>
                  <a:gd name="T11" fmla="*/ 0 h 114"/>
                  <a:gd name="T12" fmla="*/ 0 w 57"/>
                  <a:gd name="T13" fmla="*/ 0 h 114"/>
                  <a:gd name="T14" fmla="*/ 0 w 57"/>
                  <a:gd name="T15" fmla="*/ 0 h 114"/>
                  <a:gd name="T16" fmla="*/ 0 w 57"/>
                  <a:gd name="T17" fmla="*/ 0 h 114"/>
                  <a:gd name="T18" fmla="*/ 0 w 57"/>
                  <a:gd name="T19" fmla="*/ 0 h 114"/>
                  <a:gd name="T20" fmla="*/ 0 w 57"/>
                  <a:gd name="T21" fmla="*/ 0 h 114"/>
                  <a:gd name="T22" fmla="*/ 0 w 57"/>
                  <a:gd name="T23" fmla="*/ 0 h 114"/>
                  <a:gd name="T24" fmla="*/ 0 w 57"/>
                  <a:gd name="T25" fmla="*/ 0 h 114"/>
                  <a:gd name="T26" fmla="*/ 0 w 57"/>
                  <a:gd name="T27" fmla="*/ 0 h 114"/>
                  <a:gd name="T28" fmla="*/ 0 w 57"/>
                  <a:gd name="T29" fmla="*/ 0 h 114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w 57"/>
                  <a:gd name="T46" fmla="*/ 0 h 114"/>
                  <a:gd name="T47" fmla="*/ 57 w 57"/>
                  <a:gd name="T48" fmla="*/ 114 h 114"/>
                </a:gdLst>
                <a:ahLst/>
                <a:cxnLst>
                  <a:cxn ang="T30">
                    <a:pos x="T0" y="T1"/>
                  </a:cxn>
                  <a:cxn ang="T31">
                    <a:pos x="T2" y="T3"/>
                  </a:cxn>
                  <a:cxn ang="T32">
                    <a:pos x="T4" y="T5"/>
                  </a:cxn>
                  <a:cxn ang="T33">
                    <a:pos x="T6" y="T7"/>
                  </a:cxn>
                  <a:cxn ang="T34">
                    <a:pos x="T8" y="T9"/>
                  </a:cxn>
                  <a:cxn ang="T35">
                    <a:pos x="T10" y="T11"/>
                  </a:cxn>
                  <a:cxn ang="T36">
                    <a:pos x="T12" y="T13"/>
                  </a:cxn>
                  <a:cxn ang="T37">
                    <a:pos x="T14" y="T15"/>
                  </a:cxn>
                  <a:cxn ang="T38">
                    <a:pos x="T16" y="T17"/>
                  </a:cxn>
                  <a:cxn ang="T39">
                    <a:pos x="T18" y="T19"/>
                  </a:cxn>
                  <a:cxn ang="T40">
                    <a:pos x="T20" y="T21"/>
                  </a:cxn>
                  <a:cxn ang="T41">
                    <a:pos x="T22" y="T23"/>
                  </a:cxn>
                  <a:cxn ang="T42">
                    <a:pos x="T24" y="T25"/>
                  </a:cxn>
                  <a:cxn ang="T43">
                    <a:pos x="T26" y="T27"/>
                  </a:cxn>
                  <a:cxn ang="T44">
                    <a:pos x="T28" y="T29"/>
                  </a:cxn>
                </a:cxnLst>
                <a:rect l="T45" t="T46" r="T47" b="T48"/>
                <a:pathLst>
                  <a:path w="57" h="114">
                    <a:moveTo>
                      <a:pt x="0" y="0"/>
                    </a:moveTo>
                    <a:lnTo>
                      <a:pt x="12" y="3"/>
                    </a:lnTo>
                    <a:lnTo>
                      <a:pt x="25" y="7"/>
                    </a:lnTo>
                    <a:lnTo>
                      <a:pt x="35" y="14"/>
                    </a:lnTo>
                    <a:lnTo>
                      <a:pt x="44" y="23"/>
                    </a:lnTo>
                    <a:lnTo>
                      <a:pt x="50" y="33"/>
                    </a:lnTo>
                    <a:lnTo>
                      <a:pt x="55" y="45"/>
                    </a:lnTo>
                    <a:lnTo>
                      <a:pt x="57" y="58"/>
                    </a:lnTo>
                    <a:lnTo>
                      <a:pt x="55" y="70"/>
                    </a:lnTo>
                    <a:lnTo>
                      <a:pt x="50" y="82"/>
                    </a:lnTo>
                    <a:lnTo>
                      <a:pt x="44" y="92"/>
                    </a:lnTo>
                    <a:lnTo>
                      <a:pt x="35" y="101"/>
                    </a:lnTo>
                    <a:lnTo>
                      <a:pt x="25" y="108"/>
                    </a:lnTo>
                    <a:lnTo>
                      <a:pt x="12" y="113"/>
                    </a:lnTo>
                    <a:lnTo>
                      <a:pt x="0" y="114"/>
                    </a:lnTo>
                  </a:path>
                </a:pathLst>
              </a:cu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1121" name="Freeform 758">
                <a:extLst>
                  <a:ext uri="{FF2B5EF4-FFF2-40B4-BE49-F238E27FC236}">
                    <a16:creationId xmlns:a16="http://schemas.microsoft.com/office/drawing/2014/main" id="{3514C106-0BBE-DD4D-17FE-5357C904D04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092" y="3666"/>
                <a:ext cx="10" cy="19"/>
              </a:xfrm>
              <a:custGeom>
                <a:avLst/>
                <a:gdLst>
                  <a:gd name="T0" fmla="*/ 0 w 56"/>
                  <a:gd name="T1" fmla="*/ 0 h 113"/>
                  <a:gd name="T2" fmla="*/ 0 w 56"/>
                  <a:gd name="T3" fmla="*/ 0 h 113"/>
                  <a:gd name="T4" fmla="*/ 0 w 56"/>
                  <a:gd name="T5" fmla="*/ 0 h 113"/>
                  <a:gd name="T6" fmla="*/ 0 w 56"/>
                  <a:gd name="T7" fmla="*/ 0 h 113"/>
                  <a:gd name="T8" fmla="*/ 0 w 56"/>
                  <a:gd name="T9" fmla="*/ 0 h 113"/>
                  <a:gd name="T10" fmla="*/ 0 w 56"/>
                  <a:gd name="T11" fmla="*/ 0 h 113"/>
                  <a:gd name="T12" fmla="*/ 0 w 56"/>
                  <a:gd name="T13" fmla="*/ 0 h 113"/>
                  <a:gd name="T14" fmla="*/ 0 w 56"/>
                  <a:gd name="T15" fmla="*/ 0 h 113"/>
                  <a:gd name="T16" fmla="*/ 0 w 56"/>
                  <a:gd name="T17" fmla="*/ 0 h 113"/>
                  <a:gd name="T18" fmla="*/ 0 w 56"/>
                  <a:gd name="T19" fmla="*/ 0 h 113"/>
                  <a:gd name="T20" fmla="*/ 0 w 56"/>
                  <a:gd name="T21" fmla="*/ 0 h 113"/>
                  <a:gd name="T22" fmla="*/ 0 w 56"/>
                  <a:gd name="T23" fmla="*/ 0 h 113"/>
                  <a:gd name="T24" fmla="*/ 0 w 56"/>
                  <a:gd name="T25" fmla="*/ 0 h 113"/>
                  <a:gd name="T26" fmla="*/ 0 w 56"/>
                  <a:gd name="T27" fmla="*/ 0 h 113"/>
                  <a:gd name="T28" fmla="*/ 0 w 56"/>
                  <a:gd name="T29" fmla="*/ 0 h 113"/>
                  <a:gd name="T30" fmla="*/ 0 w 56"/>
                  <a:gd name="T31" fmla="*/ 0 h 113"/>
                  <a:gd name="T32" fmla="*/ 0 w 56"/>
                  <a:gd name="T33" fmla="*/ 0 h 113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w 56"/>
                  <a:gd name="T52" fmla="*/ 0 h 113"/>
                  <a:gd name="T53" fmla="*/ 56 w 56"/>
                  <a:gd name="T54" fmla="*/ 113 h 113"/>
                </a:gdLst>
                <a:ahLst/>
                <a:cxnLst>
                  <a:cxn ang="T34">
                    <a:pos x="T0" y="T1"/>
                  </a:cxn>
                  <a:cxn ang="T35">
                    <a:pos x="T2" y="T3"/>
                  </a:cxn>
                  <a:cxn ang="T36">
                    <a:pos x="T4" y="T5"/>
                  </a:cxn>
                  <a:cxn ang="T37">
                    <a:pos x="T6" y="T7"/>
                  </a:cxn>
                  <a:cxn ang="T38">
                    <a:pos x="T8" y="T9"/>
                  </a:cxn>
                  <a:cxn ang="T39">
                    <a:pos x="T10" y="T11"/>
                  </a:cxn>
                  <a:cxn ang="T40">
                    <a:pos x="T12" y="T13"/>
                  </a:cxn>
                  <a:cxn ang="T41">
                    <a:pos x="T14" y="T15"/>
                  </a:cxn>
                  <a:cxn ang="T42">
                    <a:pos x="T16" y="T17"/>
                  </a:cxn>
                  <a:cxn ang="T43">
                    <a:pos x="T18" y="T19"/>
                  </a:cxn>
                  <a:cxn ang="T44">
                    <a:pos x="T20" y="T21"/>
                  </a:cxn>
                  <a:cxn ang="T45">
                    <a:pos x="T22" y="T23"/>
                  </a:cxn>
                  <a:cxn ang="T46">
                    <a:pos x="T24" y="T25"/>
                  </a:cxn>
                  <a:cxn ang="T47">
                    <a:pos x="T26" y="T27"/>
                  </a:cxn>
                  <a:cxn ang="T48">
                    <a:pos x="T28" y="T29"/>
                  </a:cxn>
                  <a:cxn ang="T49">
                    <a:pos x="T30" y="T31"/>
                  </a:cxn>
                  <a:cxn ang="T50">
                    <a:pos x="T32" y="T33"/>
                  </a:cxn>
                </a:cxnLst>
                <a:rect l="T51" t="T52" r="T53" b="T54"/>
                <a:pathLst>
                  <a:path w="56" h="113">
                    <a:moveTo>
                      <a:pt x="56" y="57"/>
                    </a:moveTo>
                    <a:lnTo>
                      <a:pt x="56" y="113"/>
                    </a:lnTo>
                    <a:lnTo>
                      <a:pt x="43" y="112"/>
                    </a:lnTo>
                    <a:lnTo>
                      <a:pt x="31" y="108"/>
                    </a:lnTo>
                    <a:lnTo>
                      <a:pt x="21" y="101"/>
                    </a:lnTo>
                    <a:lnTo>
                      <a:pt x="12" y="92"/>
                    </a:lnTo>
                    <a:lnTo>
                      <a:pt x="5" y="82"/>
                    </a:lnTo>
                    <a:lnTo>
                      <a:pt x="1" y="70"/>
                    </a:lnTo>
                    <a:lnTo>
                      <a:pt x="0" y="57"/>
                    </a:lnTo>
                    <a:lnTo>
                      <a:pt x="1" y="45"/>
                    </a:lnTo>
                    <a:lnTo>
                      <a:pt x="5" y="33"/>
                    </a:lnTo>
                    <a:lnTo>
                      <a:pt x="12" y="22"/>
                    </a:lnTo>
                    <a:lnTo>
                      <a:pt x="21" y="13"/>
                    </a:lnTo>
                    <a:lnTo>
                      <a:pt x="31" y="7"/>
                    </a:lnTo>
                    <a:lnTo>
                      <a:pt x="43" y="2"/>
                    </a:lnTo>
                    <a:lnTo>
                      <a:pt x="56" y="0"/>
                    </a:lnTo>
                    <a:lnTo>
                      <a:pt x="56" y="57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1122" name="Freeform 759">
                <a:extLst>
                  <a:ext uri="{FF2B5EF4-FFF2-40B4-BE49-F238E27FC236}">
                    <a16:creationId xmlns:a16="http://schemas.microsoft.com/office/drawing/2014/main" id="{3AB26151-EDE9-2EAC-E172-7106343A1B6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092" y="3666"/>
                <a:ext cx="10" cy="19"/>
              </a:xfrm>
              <a:custGeom>
                <a:avLst/>
                <a:gdLst>
                  <a:gd name="T0" fmla="*/ 0 w 56"/>
                  <a:gd name="T1" fmla="*/ 0 h 113"/>
                  <a:gd name="T2" fmla="*/ 0 w 56"/>
                  <a:gd name="T3" fmla="*/ 0 h 113"/>
                  <a:gd name="T4" fmla="*/ 0 w 56"/>
                  <a:gd name="T5" fmla="*/ 0 h 113"/>
                  <a:gd name="T6" fmla="*/ 0 w 56"/>
                  <a:gd name="T7" fmla="*/ 0 h 113"/>
                  <a:gd name="T8" fmla="*/ 0 w 56"/>
                  <a:gd name="T9" fmla="*/ 0 h 113"/>
                  <a:gd name="T10" fmla="*/ 0 w 56"/>
                  <a:gd name="T11" fmla="*/ 0 h 113"/>
                  <a:gd name="T12" fmla="*/ 0 w 56"/>
                  <a:gd name="T13" fmla="*/ 0 h 113"/>
                  <a:gd name="T14" fmla="*/ 0 w 56"/>
                  <a:gd name="T15" fmla="*/ 0 h 113"/>
                  <a:gd name="T16" fmla="*/ 0 w 56"/>
                  <a:gd name="T17" fmla="*/ 0 h 113"/>
                  <a:gd name="T18" fmla="*/ 0 w 56"/>
                  <a:gd name="T19" fmla="*/ 0 h 113"/>
                  <a:gd name="T20" fmla="*/ 0 w 56"/>
                  <a:gd name="T21" fmla="*/ 0 h 113"/>
                  <a:gd name="T22" fmla="*/ 0 w 56"/>
                  <a:gd name="T23" fmla="*/ 0 h 113"/>
                  <a:gd name="T24" fmla="*/ 0 w 56"/>
                  <a:gd name="T25" fmla="*/ 0 h 113"/>
                  <a:gd name="T26" fmla="*/ 0 w 56"/>
                  <a:gd name="T27" fmla="*/ 0 h 113"/>
                  <a:gd name="T28" fmla="*/ 0 w 56"/>
                  <a:gd name="T29" fmla="*/ 0 h 113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w 56"/>
                  <a:gd name="T46" fmla="*/ 0 h 113"/>
                  <a:gd name="T47" fmla="*/ 56 w 56"/>
                  <a:gd name="T48" fmla="*/ 113 h 113"/>
                </a:gdLst>
                <a:ahLst/>
                <a:cxnLst>
                  <a:cxn ang="T30">
                    <a:pos x="T0" y="T1"/>
                  </a:cxn>
                  <a:cxn ang="T31">
                    <a:pos x="T2" y="T3"/>
                  </a:cxn>
                  <a:cxn ang="T32">
                    <a:pos x="T4" y="T5"/>
                  </a:cxn>
                  <a:cxn ang="T33">
                    <a:pos x="T6" y="T7"/>
                  </a:cxn>
                  <a:cxn ang="T34">
                    <a:pos x="T8" y="T9"/>
                  </a:cxn>
                  <a:cxn ang="T35">
                    <a:pos x="T10" y="T11"/>
                  </a:cxn>
                  <a:cxn ang="T36">
                    <a:pos x="T12" y="T13"/>
                  </a:cxn>
                  <a:cxn ang="T37">
                    <a:pos x="T14" y="T15"/>
                  </a:cxn>
                  <a:cxn ang="T38">
                    <a:pos x="T16" y="T17"/>
                  </a:cxn>
                  <a:cxn ang="T39">
                    <a:pos x="T18" y="T19"/>
                  </a:cxn>
                  <a:cxn ang="T40">
                    <a:pos x="T20" y="T21"/>
                  </a:cxn>
                  <a:cxn ang="T41">
                    <a:pos x="T22" y="T23"/>
                  </a:cxn>
                  <a:cxn ang="T42">
                    <a:pos x="T24" y="T25"/>
                  </a:cxn>
                  <a:cxn ang="T43">
                    <a:pos x="T26" y="T27"/>
                  </a:cxn>
                  <a:cxn ang="T44">
                    <a:pos x="T28" y="T29"/>
                  </a:cxn>
                </a:cxnLst>
                <a:rect l="T45" t="T46" r="T47" b="T48"/>
                <a:pathLst>
                  <a:path w="56" h="113">
                    <a:moveTo>
                      <a:pt x="56" y="113"/>
                    </a:moveTo>
                    <a:lnTo>
                      <a:pt x="43" y="112"/>
                    </a:lnTo>
                    <a:lnTo>
                      <a:pt x="31" y="108"/>
                    </a:lnTo>
                    <a:lnTo>
                      <a:pt x="21" y="101"/>
                    </a:lnTo>
                    <a:lnTo>
                      <a:pt x="12" y="92"/>
                    </a:lnTo>
                    <a:lnTo>
                      <a:pt x="5" y="82"/>
                    </a:lnTo>
                    <a:lnTo>
                      <a:pt x="1" y="70"/>
                    </a:lnTo>
                    <a:lnTo>
                      <a:pt x="0" y="57"/>
                    </a:lnTo>
                    <a:lnTo>
                      <a:pt x="1" y="45"/>
                    </a:lnTo>
                    <a:lnTo>
                      <a:pt x="5" y="33"/>
                    </a:lnTo>
                    <a:lnTo>
                      <a:pt x="12" y="22"/>
                    </a:lnTo>
                    <a:lnTo>
                      <a:pt x="21" y="13"/>
                    </a:lnTo>
                    <a:lnTo>
                      <a:pt x="31" y="7"/>
                    </a:lnTo>
                    <a:lnTo>
                      <a:pt x="43" y="2"/>
                    </a:lnTo>
                    <a:lnTo>
                      <a:pt x="56" y="0"/>
                    </a:lnTo>
                  </a:path>
                </a:pathLst>
              </a:cu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1123" name="Freeform 760">
                <a:extLst>
                  <a:ext uri="{FF2B5EF4-FFF2-40B4-BE49-F238E27FC236}">
                    <a16:creationId xmlns:a16="http://schemas.microsoft.com/office/drawing/2014/main" id="{01787764-A874-26C3-9C18-9CBDD536360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102" y="3666"/>
                <a:ext cx="156" cy="19"/>
              </a:xfrm>
              <a:custGeom>
                <a:avLst/>
                <a:gdLst>
                  <a:gd name="T0" fmla="*/ 0 w 928"/>
                  <a:gd name="T1" fmla="*/ 0 h 113"/>
                  <a:gd name="T2" fmla="*/ 0 w 928"/>
                  <a:gd name="T3" fmla="*/ 0 h 113"/>
                  <a:gd name="T4" fmla="*/ 0 w 928"/>
                  <a:gd name="T5" fmla="*/ 0 h 113"/>
                  <a:gd name="T6" fmla="*/ 0 w 928"/>
                  <a:gd name="T7" fmla="*/ 0 h 113"/>
                  <a:gd name="T8" fmla="*/ 0 w 928"/>
                  <a:gd name="T9" fmla="*/ 0 h 113"/>
                  <a:gd name="T10" fmla="*/ 0 w 928"/>
                  <a:gd name="T11" fmla="*/ 0 h 113"/>
                  <a:gd name="T12" fmla="*/ 0 w 928"/>
                  <a:gd name="T13" fmla="*/ 0 h 113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928"/>
                  <a:gd name="T22" fmla="*/ 0 h 113"/>
                  <a:gd name="T23" fmla="*/ 928 w 928"/>
                  <a:gd name="T24" fmla="*/ 113 h 113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928" h="113">
                    <a:moveTo>
                      <a:pt x="0" y="0"/>
                    </a:moveTo>
                    <a:lnTo>
                      <a:pt x="0" y="57"/>
                    </a:lnTo>
                    <a:lnTo>
                      <a:pt x="0" y="113"/>
                    </a:lnTo>
                    <a:lnTo>
                      <a:pt x="928" y="113"/>
                    </a:lnTo>
                    <a:lnTo>
                      <a:pt x="928" y="57"/>
                    </a:lnTo>
                    <a:lnTo>
                      <a:pt x="928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1124" name="Freeform 761">
                <a:extLst>
                  <a:ext uri="{FF2B5EF4-FFF2-40B4-BE49-F238E27FC236}">
                    <a16:creationId xmlns:a16="http://schemas.microsoft.com/office/drawing/2014/main" id="{D2BB142D-0783-76EC-E623-A050422322C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102" y="3666"/>
                <a:ext cx="156" cy="19"/>
              </a:xfrm>
              <a:custGeom>
                <a:avLst/>
                <a:gdLst>
                  <a:gd name="T0" fmla="*/ 0 w 928"/>
                  <a:gd name="T1" fmla="*/ 0 h 113"/>
                  <a:gd name="T2" fmla="*/ 0 w 928"/>
                  <a:gd name="T3" fmla="*/ 0 h 113"/>
                  <a:gd name="T4" fmla="*/ 0 w 928"/>
                  <a:gd name="T5" fmla="*/ 0 h 113"/>
                  <a:gd name="T6" fmla="*/ 0 w 928"/>
                  <a:gd name="T7" fmla="*/ 0 h 113"/>
                  <a:gd name="T8" fmla="*/ 0 w 928"/>
                  <a:gd name="T9" fmla="*/ 0 h 113"/>
                  <a:gd name="T10" fmla="*/ 0 w 928"/>
                  <a:gd name="T11" fmla="*/ 0 h 113"/>
                  <a:gd name="T12" fmla="*/ 0 w 928"/>
                  <a:gd name="T13" fmla="*/ 0 h 113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928"/>
                  <a:gd name="T22" fmla="*/ 0 h 113"/>
                  <a:gd name="T23" fmla="*/ 928 w 928"/>
                  <a:gd name="T24" fmla="*/ 113 h 113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928" h="113">
                    <a:moveTo>
                      <a:pt x="0" y="0"/>
                    </a:moveTo>
                    <a:lnTo>
                      <a:pt x="0" y="57"/>
                    </a:lnTo>
                    <a:lnTo>
                      <a:pt x="0" y="113"/>
                    </a:lnTo>
                    <a:lnTo>
                      <a:pt x="928" y="113"/>
                    </a:lnTo>
                    <a:lnTo>
                      <a:pt x="928" y="57"/>
                    </a:lnTo>
                    <a:lnTo>
                      <a:pt x="928" y="0"/>
                    </a:lnTo>
                    <a:lnTo>
                      <a:pt x="0" y="0"/>
                    </a:lnTo>
                    <a:close/>
                  </a:path>
                </a:pathLst>
              </a:cu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1125" name="Freeform 762">
                <a:extLst>
                  <a:ext uri="{FF2B5EF4-FFF2-40B4-BE49-F238E27FC236}">
                    <a16:creationId xmlns:a16="http://schemas.microsoft.com/office/drawing/2014/main" id="{F345DAD0-C374-B8D8-BA55-675296779A9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258" y="3666"/>
                <a:ext cx="9" cy="19"/>
              </a:xfrm>
              <a:custGeom>
                <a:avLst/>
                <a:gdLst>
                  <a:gd name="T0" fmla="*/ 0 w 57"/>
                  <a:gd name="T1" fmla="*/ 0 h 113"/>
                  <a:gd name="T2" fmla="*/ 0 w 57"/>
                  <a:gd name="T3" fmla="*/ 0 h 113"/>
                  <a:gd name="T4" fmla="*/ 0 w 57"/>
                  <a:gd name="T5" fmla="*/ 0 h 113"/>
                  <a:gd name="T6" fmla="*/ 0 w 57"/>
                  <a:gd name="T7" fmla="*/ 0 h 113"/>
                  <a:gd name="T8" fmla="*/ 0 w 57"/>
                  <a:gd name="T9" fmla="*/ 0 h 113"/>
                  <a:gd name="T10" fmla="*/ 0 w 57"/>
                  <a:gd name="T11" fmla="*/ 0 h 113"/>
                  <a:gd name="T12" fmla="*/ 0 w 57"/>
                  <a:gd name="T13" fmla="*/ 0 h 113"/>
                  <a:gd name="T14" fmla="*/ 0 w 57"/>
                  <a:gd name="T15" fmla="*/ 0 h 113"/>
                  <a:gd name="T16" fmla="*/ 0 w 57"/>
                  <a:gd name="T17" fmla="*/ 0 h 113"/>
                  <a:gd name="T18" fmla="*/ 0 w 57"/>
                  <a:gd name="T19" fmla="*/ 0 h 113"/>
                  <a:gd name="T20" fmla="*/ 0 w 57"/>
                  <a:gd name="T21" fmla="*/ 0 h 113"/>
                  <a:gd name="T22" fmla="*/ 0 w 57"/>
                  <a:gd name="T23" fmla="*/ 0 h 113"/>
                  <a:gd name="T24" fmla="*/ 0 w 57"/>
                  <a:gd name="T25" fmla="*/ 0 h 113"/>
                  <a:gd name="T26" fmla="*/ 0 w 57"/>
                  <a:gd name="T27" fmla="*/ 0 h 113"/>
                  <a:gd name="T28" fmla="*/ 0 w 57"/>
                  <a:gd name="T29" fmla="*/ 0 h 113"/>
                  <a:gd name="T30" fmla="*/ 0 w 57"/>
                  <a:gd name="T31" fmla="*/ 0 h 113"/>
                  <a:gd name="T32" fmla="*/ 0 w 57"/>
                  <a:gd name="T33" fmla="*/ 0 h 113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w 57"/>
                  <a:gd name="T52" fmla="*/ 0 h 113"/>
                  <a:gd name="T53" fmla="*/ 57 w 57"/>
                  <a:gd name="T54" fmla="*/ 113 h 113"/>
                </a:gdLst>
                <a:ahLst/>
                <a:cxnLst>
                  <a:cxn ang="T34">
                    <a:pos x="T0" y="T1"/>
                  </a:cxn>
                  <a:cxn ang="T35">
                    <a:pos x="T2" y="T3"/>
                  </a:cxn>
                  <a:cxn ang="T36">
                    <a:pos x="T4" y="T5"/>
                  </a:cxn>
                  <a:cxn ang="T37">
                    <a:pos x="T6" y="T7"/>
                  </a:cxn>
                  <a:cxn ang="T38">
                    <a:pos x="T8" y="T9"/>
                  </a:cxn>
                  <a:cxn ang="T39">
                    <a:pos x="T10" y="T11"/>
                  </a:cxn>
                  <a:cxn ang="T40">
                    <a:pos x="T12" y="T13"/>
                  </a:cxn>
                  <a:cxn ang="T41">
                    <a:pos x="T14" y="T15"/>
                  </a:cxn>
                  <a:cxn ang="T42">
                    <a:pos x="T16" y="T17"/>
                  </a:cxn>
                  <a:cxn ang="T43">
                    <a:pos x="T18" y="T19"/>
                  </a:cxn>
                  <a:cxn ang="T44">
                    <a:pos x="T20" y="T21"/>
                  </a:cxn>
                  <a:cxn ang="T45">
                    <a:pos x="T22" y="T23"/>
                  </a:cxn>
                  <a:cxn ang="T46">
                    <a:pos x="T24" y="T25"/>
                  </a:cxn>
                  <a:cxn ang="T47">
                    <a:pos x="T26" y="T27"/>
                  </a:cxn>
                  <a:cxn ang="T48">
                    <a:pos x="T28" y="T29"/>
                  </a:cxn>
                  <a:cxn ang="T49">
                    <a:pos x="T30" y="T31"/>
                  </a:cxn>
                  <a:cxn ang="T50">
                    <a:pos x="T32" y="T33"/>
                  </a:cxn>
                </a:cxnLst>
                <a:rect l="T51" t="T52" r="T53" b="T54"/>
                <a:pathLst>
                  <a:path w="57" h="113">
                    <a:moveTo>
                      <a:pt x="0" y="57"/>
                    </a:moveTo>
                    <a:lnTo>
                      <a:pt x="0" y="0"/>
                    </a:lnTo>
                    <a:lnTo>
                      <a:pt x="12" y="2"/>
                    </a:lnTo>
                    <a:lnTo>
                      <a:pt x="25" y="7"/>
                    </a:lnTo>
                    <a:lnTo>
                      <a:pt x="35" y="13"/>
                    </a:lnTo>
                    <a:lnTo>
                      <a:pt x="44" y="22"/>
                    </a:lnTo>
                    <a:lnTo>
                      <a:pt x="50" y="33"/>
                    </a:lnTo>
                    <a:lnTo>
                      <a:pt x="55" y="45"/>
                    </a:lnTo>
                    <a:lnTo>
                      <a:pt x="57" y="57"/>
                    </a:lnTo>
                    <a:lnTo>
                      <a:pt x="55" y="70"/>
                    </a:lnTo>
                    <a:lnTo>
                      <a:pt x="50" y="82"/>
                    </a:lnTo>
                    <a:lnTo>
                      <a:pt x="44" y="92"/>
                    </a:lnTo>
                    <a:lnTo>
                      <a:pt x="35" y="101"/>
                    </a:lnTo>
                    <a:lnTo>
                      <a:pt x="25" y="108"/>
                    </a:lnTo>
                    <a:lnTo>
                      <a:pt x="12" y="112"/>
                    </a:lnTo>
                    <a:lnTo>
                      <a:pt x="0" y="113"/>
                    </a:lnTo>
                    <a:lnTo>
                      <a:pt x="0" y="57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1126" name="Freeform 763">
                <a:extLst>
                  <a:ext uri="{FF2B5EF4-FFF2-40B4-BE49-F238E27FC236}">
                    <a16:creationId xmlns:a16="http://schemas.microsoft.com/office/drawing/2014/main" id="{BC69BAC2-771B-86E5-BE0A-CD3DECD37FA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258" y="3666"/>
                <a:ext cx="9" cy="19"/>
              </a:xfrm>
              <a:custGeom>
                <a:avLst/>
                <a:gdLst>
                  <a:gd name="T0" fmla="*/ 0 w 57"/>
                  <a:gd name="T1" fmla="*/ 0 h 113"/>
                  <a:gd name="T2" fmla="*/ 0 w 57"/>
                  <a:gd name="T3" fmla="*/ 0 h 113"/>
                  <a:gd name="T4" fmla="*/ 0 w 57"/>
                  <a:gd name="T5" fmla="*/ 0 h 113"/>
                  <a:gd name="T6" fmla="*/ 0 w 57"/>
                  <a:gd name="T7" fmla="*/ 0 h 113"/>
                  <a:gd name="T8" fmla="*/ 0 w 57"/>
                  <a:gd name="T9" fmla="*/ 0 h 113"/>
                  <a:gd name="T10" fmla="*/ 0 w 57"/>
                  <a:gd name="T11" fmla="*/ 0 h 113"/>
                  <a:gd name="T12" fmla="*/ 0 w 57"/>
                  <a:gd name="T13" fmla="*/ 0 h 113"/>
                  <a:gd name="T14" fmla="*/ 0 w 57"/>
                  <a:gd name="T15" fmla="*/ 0 h 113"/>
                  <a:gd name="T16" fmla="*/ 0 w 57"/>
                  <a:gd name="T17" fmla="*/ 0 h 113"/>
                  <a:gd name="T18" fmla="*/ 0 w 57"/>
                  <a:gd name="T19" fmla="*/ 0 h 113"/>
                  <a:gd name="T20" fmla="*/ 0 w 57"/>
                  <a:gd name="T21" fmla="*/ 0 h 113"/>
                  <a:gd name="T22" fmla="*/ 0 w 57"/>
                  <a:gd name="T23" fmla="*/ 0 h 113"/>
                  <a:gd name="T24" fmla="*/ 0 w 57"/>
                  <a:gd name="T25" fmla="*/ 0 h 113"/>
                  <a:gd name="T26" fmla="*/ 0 w 57"/>
                  <a:gd name="T27" fmla="*/ 0 h 113"/>
                  <a:gd name="T28" fmla="*/ 0 w 57"/>
                  <a:gd name="T29" fmla="*/ 0 h 113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w 57"/>
                  <a:gd name="T46" fmla="*/ 0 h 113"/>
                  <a:gd name="T47" fmla="*/ 57 w 57"/>
                  <a:gd name="T48" fmla="*/ 113 h 113"/>
                </a:gdLst>
                <a:ahLst/>
                <a:cxnLst>
                  <a:cxn ang="T30">
                    <a:pos x="T0" y="T1"/>
                  </a:cxn>
                  <a:cxn ang="T31">
                    <a:pos x="T2" y="T3"/>
                  </a:cxn>
                  <a:cxn ang="T32">
                    <a:pos x="T4" y="T5"/>
                  </a:cxn>
                  <a:cxn ang="T33">
                    <a:pos x="T6" y="T7"/>
                  </a:cxn>
                  <a:cxn ang="T34">
                    <a:pos x="T8" y="T9"/>
                  </a:cxn>
                  <a:cxn ang="T35">
                    <a:pos x="T10" y="T11"/>
                  </a:cxn>
                  <a:cxn ang="T36">
                    <a:pos x="T12" y="T13"/>
                  </a:cxn>
                  <a:cxn ang="T37">
                    <a:pos x="T14" y="T15"/>
                  </a:cxn>
                  <a:cxn ang="T38">
                    <a:pos x="T16" y="T17"/>
                  </a:cxn>
                  <a:cxn ang="T39">
                    <a:pos x="T18" y="T19"/>
                  </a:cxn>
                  <a:cxn ang="T40">
                    <a:pos x="T20" y="T21"/>
                  </a:cxn>
                  <a:cxn ang="T41">
                    <a:pos x="T22" y="T23"/>
                  </a:cxn>
                  <a:cxn ang="T42">
                    <a:pos x="T24" y="T25"/>
                  </a:cxn>
                  <a:cxn ang="T43">
                    <a:pos x="T26" y="T27"/>
                  </a:cxn>
                  <a:cxn ang="T44">
                    <a:pos x="T28" y="T29"/>
                  </a:cxn>
                </a:cxnLst>
                <a:rect l="T45" t="T46" r="T47" b="T48"/>
                <a:pathLst>
                  <a:path w="57" h="113">
                    <a:moveTo>
                      <a:pt x="0" y="0"/>
                    </a:moveTo>
                    <a:lnTo>
                      <a:pt x="12" y="2"/>
                    </a:lnTo>
                    <a:lnTo>
                      <a:pt x="25" y="7"/>
                    </a:lnTo>
                    <a:lnTo>
                      <a:pt x="35" y="13"/>
                    </a:lnTo>
                    <a:lnTo>
                      <a:pt x="44" y="22"/>
                    </a:lnTo>
                    <a:lnTo>
                      <a:pt x="50" y="33"/>
                    </a:lnTo>
                    <a:lnTo>
                      <a:pt x="55" y="45"/>
                    </a:lnTo>
                    <a:lnTo>
                      <a:pt x="57" y="57"/>
                    </a:lnTo>
                    <a:lnTo>
                      <a:pt x="55" y="70"/>
                    </a:lnTo>
                    <a:lnTo>
                      <a:pt x="50" y="82"/>
                    </a:lnTo>
                    <a:lnTo>
                      <a:pt x="44" y="92"/>
                    </a:lnTo>
                    <a:lnTo>
                      <a:pt x="35" y="101"/>
                    </a:lnTo>
                    <a:lnTo>
                      <a:pt x="25" y="108"/>
                    </a:lnTo>
                    <a:lnTo>
                      <a:pt x="12" y="112"/>
                    </a:lnTo>
                    <a:lnTo>
                      <a:pt x="0" y="113"/>
                    </a:lnTo>
                  </a:path>
                </a:pathLst>
              </a:cu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1127" name="Freeform 764">
                <a:extLst>
                  <a:ext uri="{FF2B5EF4-FFF2-40B4-BE49-F238E27FC236}">
                    <a16:creationId xmlns:a16="http://schemas.microsoft.com/office/drawing/2014/main" id="{F944252F-1A55-B0F5-941F-CA3248AD280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465" y="3398"/>
                <a:ext cx="13" cy="18"/>
              </a:xfrm>
              <a:custGeom>
                <a:avLst/>
                <a:gdLst>
                  <a:gd name="T0" fmla="*/ 0 w 80"/>
                  <a:gd name="T1" fmla="*/ 0 h 107"/>
                  <a:gd name="T2" fmla="*/ 0 w 80"/>
                  <a:gd name="T3" fmla="*/ 0 h 107"/>
                  <a:gd name="T4" fmla="*/ 0 w 80"/>
                  <a:gd name="T5" fmla="*/ 0 h 107"/>
                  <a:gd name="T6" fmla="*/ 0 w 80"/>
                  <a:gd name="T7" fmla="*/ 0 h 107"/>
                  <a:gd name="T8" fmla="*/ 0 w 80"/>
                  <a:gd name="T9" fmla="*/ 0 h 107"/>
                  <a:gd name="T10" fmla="*/ 0 w 80"/>
                  <a:gd name="T11" fmla="*/ 0 h 107"/>
                  <a:gd name="T12" fmla="*/ 0 w 80"/>
                  <a:gd name="T13" fmla="*/ 0 h 107"/>
                  <a:gd name="T14" fmla="*/ 0 w 80"/>
                  <a:gd name="T15" fmla="*/ 0 h 107"/>
                  <a:gd name="T16" fmla="*/ 0 w 80"/>
                  <a:gd name="T17" fmla="*/ 0 h 107"/>
                  <a:gd name="T18" fmla="*/ 0 w 80"/>
                  <a:gd name="T19" fmla="*/ 0 h 107"/>
                  <a:gd name="T20" fmla="*/ 0 w 80"/>
                  <a:gd name="T21" fmla="*/ 0 h 107"/>
                  <a:gd name="T22" fmla="*/ 0 w 80"/>
                  <a:gd name="T23" fmla="*/ 0 h 107"/>
                  <a:gd name="T24" fmla="*/ 0 w 80"/>
                  <a:gd name="T25" fmla="*/ 0 h 107"/>
                  <a:gd name="T26" fmla="*/ 0 w 80"/>
                  <a:gd name="T27" fmla="*/ 0 h 107"/>
                  <a:gd name="T28" fmla="*/ 0 w 80"/>
                  <a:gd name="T29" fmla="*/ 0 h 107"/>
                  <a:gd name="T30" fmla="*/ 0 w 80"/>
                  <a:gd name="T31" fmla="*/ 0 h 107"/>
                  <a:gd name="T32" fmla="*/ 0 w 80"/>
                  <a:gd name="T33" fmla="*/ 0 h 107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w 80"/>
                  <a:gd name="T52" fmla="*/ 0 h 107"/>
                  <a:gd name="T53" fmla="*/ 80 w 80"/>
                  <a:gd name="T54" fmla="*/ 107 h 107"/>
                </a:gdLst>
                <a:ahLst/>
                <a:cxnLst>
                  <a:cxn ang="T34">
                    <a:pos x="T0" y="T1"/>
                  </a:cxn>
                  <a:cxn ang="T35">
                    <a:pos x="T2" y="T3"/>
                  </a:cxn>
                  <a:cxn ang="T36">
                    <a:pos x="T4" y="T5"/>
                  </a:cxn>
                  <a:cxn ang="T37">
                    <a:pos x="T6" y="T7"/>
                  </a:cxn>
                  <a:cxn ang="T38">
                    <a:pos x="T8" y="T9"/>
                  </a:cxn>
                  <a:cxn ang="T39">
                    <a:pos x="T10" y="T11"/>
                  </a:cxn>
                  <a:cxn ang="T40">
                    <a:pos x="T12" y="T13"/>
                  </a:cxn>
                  <a:cxn ang="T41">
                    <a:pos x="T14" y="T15"/>
                  </a:cxn>
                  <a:cxn ang="T42">
                    <a:pos x="T16" y="T17"/>
                  </a:cxn>
                  <a:cxn ang="T43">
                    <a:pos x="T18" y="T19"/>
                  </a:cxn>
                  <a:cxn ang="T44">
                    <a:pos x="T20" y="T21"/>
                  </a:cxn>
                  <a:cxn ang="T45">
                    <a:pos x="T22" y="T23"/>
                  </a:cxn>
                  <a:cxn ang="T46">
                    <a:pos x="T24" y="T25"/>
                  </a:cxn>
                  <a:cxn ang="T47">
                    <a:pos x="T26" y="T27"/>
                  </a:cxn>
                  <a:cxn ang="T48">
                    <a:pos x="T28" y="T29"/>
                  </a:cxn>
                  <a:cxn ang="T49">
                    <a:pos x="T30" y="T31"/>
                  </a:cxn>
                  <a:cxn ang="T50">
                    <a:pos x="T32" y="T33"/>
                  </a:cxn>
                </a:cxnLst>
                <a:rect l="T51" t="T52" r="T53" b="T54"/>
                <a:pathLst>
                  <a:path w="80" h="107">
                    <a:moveTo>
                      <a:pt x="56" y="51"/>
                    </a:moveTo>
                    <a:lnTo>
                      <a:pt x="80" y="101"/>
                    </a:lnTo>
                    <a:lnTo>
                      <a:pt x="68" y="106"/>
                    </a:lnTo>
                    <a:lnTo>
                      <a:pt x="56" y="107"/>
                    </a:lnTo>
                    <a:lnTo>
                      <a:pt x="43" y="106"/>
                    </a:lnTo>
                    <a:lnTo>
                      <a:pt x="31" y="102"/>
                    </a:lnTo>
                    <a:lnTo>
                      <a:pt x="21" y="96"/>
                    </a:lnTo>
                    <a:lnTo>
                      <a:pt x="12" y="87"/>
                    </a:lnTo>
                    <a:lnTo>
                      <a:pt x="5" y="75"/>
                    </a:lnTo>
                    <a:lnTo>
                      <a:pt x="1" y="63"/>
                    </a:lnTo>
                    <a:lnTo>
                      <a:pt x="0" y="51"/>
                    </a:lnTo>
                    <a:lnTo>
                      <a:pt x="1" y="38"/>
                    </a:lnTo>
                    <a:lnTo>
                      <a:pt x="4" y="26"/>
                    </a:lnTo>
                    <a:lnTo>
                      <a:pt x="11" y="16"/>
                    </a:lnTo>
                    <a:lnTo>
                      <a:pt x="20" y="7"/>
                    </a:lnTo>
                    <a:lnTo>
                      <a:pt x="31" y="0"/>
                    </a:lnTo>
                    <a:lnTo>
                      <a:pt x="56" y="51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1128" name="Freeform 765">
                <a:extLst>
                  <a:ext uri="{FF2B5EF4-FFF2-40B4-BE49-F238E27FC236}">
                    <a16:creationId xmlns:a16="http://schemas.microsoft.com/office/drawing/2014/main" id="{A903722E-A8BF-8B6F-9EA7-A76F6C3F102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465" y="3398"/>
                <a:ext cx="13" cy="18"/>
              </a:xfrm>
              <a:custGeom>
                <a:avLst/>
                <a:gdLst>
                  <a:gd name="T0" fmla="*/ 0 w 80"/>
                  <a:gd name="T1" fmla="*/ 0 h 107"/>
                  <a:gd name="T2" fmla="*/ 0 w 80"/>
                  <a:gd name="T3" fmla="*/ 0 h 107"/>
                  <a:gd name="T4" fmla="*/ 0 w 80"/>
                  <a:gd name="T5" fmla="*/ 0 h 107"/>
                  <a:gd name="T6" fmla="*/ 0 w 80"/>
                  <a:gd name="T7" fmla="*/ 0 h 107"/>
                  <a:gd name="T8" fmla="*/ 0 w 80"/>
                  <a:gd name="T9" fmla="*/ 0 h 107"/>
                  <a:gd name="T10" fmla="*/ 0 w 80"/>
                  <a:gd name="T11" fmla="*/ 0 h 107"/>
                  <a:gd name="T12" fmla="*/ 0 w 80"/>
                  <a:gd name="T13" fmla="*/ 0 h 107"/>
                  <a:gd name="T14" fmla="*/ 0 w 80"/>
                  <a:gd name="T15" fmla="*/ 0 h 107"/>
                  <a:gd name="T16" fmla="*/ 0 w 80"/>
                  <a:gd name="T17" fmla="*/ 0 h 107"/>
                  <a:gd name="T18" fmla="*/ 0 w 80"/>
                  <a:gd name="T19" fmla="*/ 0 h 107"/>
                  <a:gd name="T20" fmla="*/ 0 w 80"/>
                  <a:gd name="T21" fmla="*/ 0 h 107"/>
                  <a:gd name="T22" fmla="*/ 0 w 80"/>
                  <a:gd name="T23" fmla="*/ 0 h 107"/>
                  <a:gd name="T24" fmla="*/ 0 w 80"/>
                  <a:gd name="T25" fmla="*/ 0 h 107"/>
                  <a:gd name="T26" fmla="*/ 0 w 80"/>
                  <a:gd name="T27" fmla="*/ 0 h 107"/>
                  <a:gd name="T28" fmla="*/ 0 w 80"/>
                  <a:gd name="T29" fmla="*/ 0 h 107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w 80"/>
                  <a:gd name="T46" fmla="*/ 0 h 107"/>
                  <a:gd name="T47" fmla="*/ 80 w 80"/>
                  <a:gd name="T48" fmla="*/ 107 h 107"/>
                </a:gdLst>
                <a:ahLst/>
                <a:cxnLst>
                  <a:cxn ang="T30">
                    <a:pos x="T0" y="T1"/>
                  </a:cxn>
                  <a:cxn ang="T31">
                    <a:pos x="T2" y="T3"/>
                  </a:cxn>
                  <a:cxn ang="T32">
                    <a:pos x="T4" y="T5"/>
                  </a:cxn>
                  <a:cxn ang="T33">
                    <a:pos x="T6" y="T7"/>
                  </a:cxn>
                  <a:cxn ang="T34">
                    <a:pos x="T8" y="T9"/>
                  </a:cxn>
                  <a:cxn ang="T35">
                    <a:pos x="T10" y="T11"/>
                  </a:cxn>
                  <a:cxn ang="T36">
                    <a:pos x="T12" y="T13"/>
                  </a:cxn>
                  <a:cxn ang="T37">
                    <a:pos x="T14" y="T15"/>
                  </a:cxn>
                  <a:cxn ang="T38">
                    <a:pos x="T16" y="T17"/>
                  </a:cxn>
                  <a:cxn ang="T39">
                    <a:pos x="T18" y="T19"/>
                  </a:cxn>
                  <a:cxn ang="T40">
                    <a:pos x="T20" y="T21"/>
                  </a:cxn>
                  <a:cxn ang="T41">
                    <a:pos x="T22" y="T23"/>
                  </a:cxn>
                  <a:cxn ang="T42">
                    <a:pos x="T24" y="T25"/>
                  </a:cxn>
                  <a:cxn ang="T43">
                    <a:pos x="T26" y="T27"/>
                  </a:cxn>
                  <a:cxn ang="T44">
                    <a:pos x="T28" y="T29"/>
                  </a:cxn>
                </a:cxnLst>
                <a:rect l="T45" t="T46" r="T47" b="T48"/>
                <a:pathLst>
                  <a:path w="80" h="107">
                    <a:moveTo>
                      <a:pt x="80" y="101"/>
                    </a:moveTo>
                    <a:lnTo>
                      <a:pt x="68" y="106"/>
                    </a:lnTo>
                    <a:lnTo>
                      <a:pt x="56" y="107"/>
                    </a:lnTo>
                    <a:lnTo>
                      <a:pt x="43" y="106"/>
                    </a:lnTo>
                    <a:lnTo>
                      <a:pt x="31" y="102"/>
                    </a:lnTo>
                    <a:lnTo>
                      <a:pt x="21" y="96"/>
                    </a:lnTo>
                    <a:lnTo>
                      <a:pt x="12" y="87"/>
                    </a:lnTo>
                    <a:lnTo>
                      <a:pt x="5" y="75"/>
                    </a:lnTo>
                    <a:lnTo>
                      <a:pt x="1" y="63"/>
                    </a:lnTo>
                    <a:lnTo>
                      <a:pt x="0" y="51"/>
                    </a:lnTo>
                    <a:lnTo>
                      <a:pt x="1" y="38"/>
                    </a:lnTo>
                    <a:lnTo>
                      <a:pt x="4" y="26"/>
                    </a:lnTo>
                    <a:lnTo>
                      <a:pt x="11" y="16"/>
                    </a:lnTo>
                    <a:lnTo>
                      <a:pt x="20" y="7"/>
                    </a:lnTo>
                    <a:lnTo>
                      <a:pt x="31" y="0"/>
                    </a:lnTo>
                  </a:path>
                </a:pathLst>
              </a:cu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1129" name="Freeform 766">
                <a:extLst>
                  <a:ext uri="{FF2B5EF4-FFF2-40B4-BE49-F238E27FC236}">
                    <a16:creationId xmlns:a16="http://schemas.microsoft.com/office/drawing/2014/main" id="{A33043C4-5DC3-22B1-F2E1-A2BD88A22FE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469" y="3300"/>
                <a:ext cx="211" cy="115"/>
              </a:xfrm>
              <a:custGeom>
                <a:avLst/>
                <a:gdLst>
                  <a:gd name="T0" fmla="*/ 0 w 1245"/>
                  <a:gd name="T1" fmla="*/ 0 h 678"/>
                  <a:gd name="T2" fmla="*/ 0 w 1245"/>
                  <a:gd name="T3" fmla="*/ 0 h 678"/>
                  <a:gd name="T4" fmla="*/ 0 w 1245"/>
                  <a:gd name="T5" fmla="*/ 0 h 678"/>
                  <a:gd name="T6" fmla="*/ 0 w 1245"/>
                  <a:gd name="T7" fmla="*/ 0 h 678"/>
                  <a:gd name="T8" fmla="*/ 0 w 1245"/>
                  <a:gd name="T9" fmla="*/ 0 h 678"/>
                  <a:gd name="T10" fmla="*/ 0 w 1245"/>
                  <a:gd name="T11" fmla="*/ 0 h 678"/>
                  <a:gd name="T12" fmla="*/ 0 w 1245"/>
                  <a:gd name="T13" fmla="*/ 0 h 678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1245"/>
                  <a:gd name="T22" fmla="*/ 0 h 678"/>
                  <a:gd name="T23" fmla="*/ 1245 w 1245"/>
                  <a:gd name="T24" fmla="*/ 678 h 678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1245" h="678">
                    <a:moveTo>
                      <a:pt x="0" y="577"/>
                    </a:moveTo>
                    <a:lnTo>
                      <a:pt x="25" y="628"/>
                    </a:lnTo>
                    <a:lnTo>
                      <a:pt x="49" y="678"/>
                    </a:lnTo>
                    <a:lnTo>
                      <a:pt x="1245" y="101"/>
                    </a:lnTo>
                    <a:lnTo>
                      <a:pt x="1220" y="51"/>
                    </a:lnTo>
                    <a:lnTo>
                      <a:pt x="1195" y="0"/>
                    </a:lnTo>
                    <a:lnTo>
                      <a:pt x="0" y="577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1130" name="Freeform 767">
                <a:extLst>
                  <a:ext uri="{FF2B5EF4-FFF2-40B4-BE49-F238E27FC236}">
                    <a16:creationId xmlns:a16="http://schemas.microsoft.com/office/drawing/2014/main" id="{6B92335A-9AA9-1F8D-8072-704157F9665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469" y="3300"/>
                <a:ext cx="211" cy="115"/>
              </a:xfrm>
              <a:custGeom>
                <a:avLst/>
                <a:gdLst>
                  <a:gd name="T0" fmla="*/ 0 w 1245"/>
                  <a:gd name="T1" fmla="*/ 0 h 678"/>
                  <a:gd name="T2" fmla="*/ 0 w 1245"/>
                  <a:gd name="T3" fmla="*/ 0 h 678"/>
                  <a:gd name="T4" fmla="*/ 0 w 1245"/>
                  <a:gd name="T5" fmla="*/ 0 h 678"/>
                  <a:gd name="T6" fmla="*/ 0 w 1245"/>
                  <a:gd name="T7" fmla="*/ 0 h 678"/>
                  <a:gd name="T8" fmla="*/ 0 w 1245"/>
                  <a:gd name="T9" fmla="*/ 0 h 678"/>
                  <a:gd name="T10" fmla="*/ 0 w 1245"/>
                  <a:gd name="T11" fmla="*/ 0 h 678"/>
                  <a:gd name="T12" fmla="*/ 0 w 1245"/>
                  <a:gd name="T13" fmla="*/ 0 h 678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1245"/>
                  <a:gd name="T22" fmla="*/ 0 h 678"/>
                  <a:gd name="T23" fmla="*/ 1245 w 1245"/>
                  <a:gd name="T24" fmla="*/ 678 h 678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1245" h="678">
                    <a:moveTo>
                      <a:pt x="0" y="577"/>
                    </a:moveTo>
                    <a:lnTo>
                      <a:pt x="25" y="628"/>
                    </a:lnTo>
                    <a:lnTo>
                      <a:pt x="49" y="678"/>
                    </a:lnTo>
                    <a:lnTo>
                      <a:pt x="1245" y="101"/>
                    </a:lnTo>
                    <a:lnTo>
                      <a:pt x="1220" y="51"/>
                    </a:lnTo>
                    <a:lnTo>
                      <a:pt x="1195" y="0"/>
                    </a:lnTo>
                    <a:lnTo>
                      <a:pt x="0" y="577"/>
                    </a:lnTo>
                    <a:close/>
                  </a:path>
                </a:pathLst>
              </a:cu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1131" name="Freeform 768">
                <a:extLst>
                  <a:ext uri="{FF2B5EF4-FFF2-40B4-BE49-F238E27FC236}">
                    <a16:creationId xmlns:a16="http://schemas.microsoft.com/office/drawing/2014/main" id="{C8F3EA3C-A9DC-5EBC-326E-5B5EF34795F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672" y="3299"/>
                <a:ext cx="13" cy="19"/>
              </a:xfrm>
              <a:custGeom>
                <a:avLst/>
                <a:gdLst>
                  <a:gd name="T0" fmla="*/ 0 w 82"/>
                  <a:gd name="T1" fmla="*/ 0 h 107"/>
                  <a:gd name="T2" fmla="*/ 0 w 82"/>
                  <a:gd name="T3" fmla="*/ 0 h 107"/>
                  <a:gd name="T4" fmla="*/ 0 w 82"/>
                  <a:gd name="T5" fmla="*/ 0 h 107"/>
                  <a:gd name="T6" fmla="*/ 0 w 82"/>
                  <a:gd name="T7" fmla="*/ 0 h 107"/>
                  <a:gd name="T8" fmla="*/ 0 w 82"/>
                  <a:gd name="T9" fmla="*/ 0 h 107"/>
                  <a:gd name="T10" fmla="*/ 0 w 82"/>
                  <a:gd name="T11" fmla="*/ 0 h 107"/>
                  <a:gd name="T12" fmla="*/ 0 w 82"/>
                  <a:gd name="T13" fmla="*/ 0 h 107"/>
                  <a:gd name="T14" fmla="*/ 0 w 82"/>
                  <a:gd name="T15" fmla="*/ 0 h 107"/>
                  <a:gd name="T16" fmla="*/ 0 w 82"/>
                  <a:gd name="T17" fmla="*/ 0 h 107"/>
                  <a:gd name="T18" fmla="*/ 0 w 82"/>
                  <a:gd name="T19" fmla="*/ 0 h 107"/>
                  <a:gd name="T20" fmla="*/ 0 w 82"/>
                  <a:gd name="T21" fmla="*/ 0 h 107"/>
                  <a:gd name="T22" fmla="*/ 0 w 82"/>
                  <a:gd name="T23" fmla="*/ 0 h 107"/>
                  <a:gd name="T24" fmla="*/ 0 w 82"/>
                  <a:gd name="T25" fmla="*/ 0 h 107"/>
                  <a:gd name="T26" fmla="*/ 0 w 82"/>
                  <a:gd name="T27" fmla="*/ 0 h 107"/>
                  <a:gd name="T28" fmla="*/ 0 w 82"/>
                  <a:gd name="T29" fmla="*/ 0 h 107"/>
                  <a:gd name="T30" fmla="*/ 0 w 82"/>
                  <a:gd name="T31" fmla="*/ 0 h 107"/>
                  <a:gd name="T32" fmla="*/ 0 w 82"/>
                  <a:gd name="T33" fmla="*/ 0 h 107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w 82"/>
                  <a:gd name="T52" fmla="*/ 0 h 107"/>
                  <a:gd name="T53" fmla="*/ 82 w 82"/>
                  <a:gd name="T54" fmla="*/ 107 h 107"/>
                </a:gdLst>
                <a:ahLst/>
                <a:cxnLst>
                  <a:cxn ang="T34">
                    <a:pos x="T0" y="T1"/>
                  </a:cxn>
                  <a:cxn ang="T35">
                    <a:pos x="T2" y="T3"/>
                  </a:cxn>
                  <a:cxn ang="T36">
                    <a:pos x="T4" y="T5"/>
                  </a:cxn>
                  <a:cxn ang="T37">
                    <a:pos x="T6" y="T7"/>
                  </a:cxn>
                  <a:cxn ang="T38">
                    <a:pos x="T8" y="T9"/>
                  </a:cxn>
                  <a:cxn ang="T39">
                    <a:pos x="T10" y="T11"/>
                  </a:cxn>
                  <a:cxn ang="T40">
                    <a:pos x="T12" y="T13"/>
                  </a:cxn>
                  <a:cxn ang="T41">
                    <a:pos x="T14" y="T15"/>
                  </a:cxn>
                  <a:cxn ang="T42">
                    <a:pos x="T16" y="T17"/>
                  </a:cxn>
                  <a:cxn ang="T43">
                    <a:pos x="T18" y="T19"/>
                  </a:cxn>
                  <a:cxn ang="T44">
                    <a:pos x="T20" y="T21"/>
                  </a:cxn>
                  <a:cxn ang="T45">
                    <a:pos x="T22" y="T23"/>
                  </a:cxn>
                  <a:cxn ang="T46">
                    <a:pos x="T24" y="T25"/>
                  </a:cxn>
                  <a:cxn ang="T47">
                    <a:pos x="T26" y="T27"/>
                  </a:cxn>
                  <a:cxn ang="T48">
                    <a:pos x="T28" y="T29"/>
                  </a:cxn>
                  <a:cxn ang="T49">
                    <a:pos x="T30" y="T31"/>
                  </a:cxn>
                  <a:cxn ang="T50">
                    <a:pos x="T32" y="T33"/>
                  </a:cxn>
                </a:cxnLst>
                <a:rect l="T51" t="T52" r="T53" b="T54"/>
                <a:pathLst>
                  <a:path w="82" h="107">
                    <a:moveTo>
                      <a:pt x="25" y="57"/>
                    </a:moveTo>
                    <a:lnTo>
                      <a:pt x="0" y="6"/>
                    </a:lnTo>
                    <a:lnTo>
                      <a:pt x="13" y="2"/>
                    </a:lnTo>
                    <a:lnTo>
                      <a:pt x="25" y="0"/>
                    </a:lnTo>
                    <a:lnTo>
                      <a:pt x="37" y="2"/>
                    </a:lnTo>
                    <a:lnTo>
                      <a:pt x="50" y="5"/>
                    </a:lnTo>
                    <a:lnTo>
                      <a:pt x="60" y="12"/>
                    </a:lnTo>
                    <a:lnTo>
                      <a:pt x="69" y="21"/>
                    </a:lnTo>
                    <a:lnTo>
                      <a:pt x="75" y="32"/>
                    </a:lnTo>
                    <a:lnTo>
                      <a:pt x="80" y="45"/>
                    </a:lnTo>
                    <a:lnTo>
                      <a:pt x="82" y="57"/>
                    </a:lnTo>
                    <a:lnTo>
                      <a:pt x="80" y="69"/>
                    </a:lnTo>
                    <a:lnTo>
                      <a:pt x="77" y="82"/>
                    </a:lnTo>
                    <a:lnTo>
                      <a:pt x="70" y="92"/>
                    </a:lnTo>
                    <a:lnTo>
                      <a:pt x="61" y="101"/>
                    </a:lnTo>
                    <a:lnTo>
                      <a:pt x="50" y="107"/>
                    </a:lnTo>
                    <a:lnTo>
                      <a:pt x="25" y="57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1132" name="Freeform 769">
                <a:extLst>
                  <a:ext uri="{FF2B5EF4-FFF2-40B4-BE49-F238E27FC236}">
                    <a16:creationId xmlns:a16="http://schemas.microsoft.com/office/drawing/2014/main" id="{70A8DC72-1256-9852-081E-A7F0023DC26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672" y="3299"/>
                <a:ext cx="13" cy="19"/>
              </a:xfrm>
              <a:custGeom>
                <a:avLst/>
                <a:gdLst>
                  <a:gd name="T0" fmla="*/ 0 w 82"/>
                  <a:gd name="T1" fmla="*/ 0 h 107"/>
                  <a:gd name="T2" fmla="*/ 0 w 82"/>
                  <a:gd name="T3" fmla="*/ 0 h 107"/>
                  <a:gd name="T4" fmla="*/ 0 w 82"/>
                  <a:gd name="T5" fmla="*/ 0 h 107"/>
                  <a:gd name="T6" fmla="*/ 0 w 82"/>
                  <a:gd name="T7" fmla="*/ 0 h 107"/>
                  <a:gd name="T8" fmla="*/ 0 w 82"/>
                  <a:gd name="T9" fmla="*/ 0 h 107"/>
                  <a:gd name="T10" fmla="*/ 0 w 82"/>
                  <a:gd name="T11" fmla="*/ 0 h 107"/>
                  <a:gd name="T12" fmla="*/ 0 w 82"/>
                  <a:gd name="T13" fmla="*/ 0 h 107"/>
                  <a:gd name="T14" fmla="*/ 0 w 82"/>
                  <a:gd name="T15" fmla="*/ 0 h 107"/>
                  <a:gd name="T16" fmla="*/ 0 w 82"/>
                  <a:gd name="T17" fmla="*/ 0 h 107"/>
                  <a:gd name="T18" fmla="*/ 0 w 82"/>
                  <a:gd name="T19" fmla="*/ 0 h 107"/>
                  <a:gd name="T20" fmla="*/ 0 w 82"/>
                  <a:gd name="T21" fmla="*/ 0 h 107"/>
                  <a:gd name="T22" fmla="*/ 0 w 82"/>
                  <a:gd name="T23" fmla="*/ 0 h 107"/>
                  <a:gd name="T24" fmla="*/ 0 w 82"/>
                  <a:gd name="T25" fmla="*/ 0 h 107"/>
                  <a:gd name="T26" fmla="*/ 0 w 82"/>
                  <a:gd name="T27" fmla="*/ 0 h 107"/>
                  <a:gd name="T28" fmla="*/ 0 w 82"/>
                  <a:gd name="T29" fmla="*/ 0 h 107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w 82"/>
                  <a:gd name="T46" fmla="*/ 0 h 107"/>
                  <a:gd name="T47" fmla="*/ 82 w 82"/>
                  <a:gd name="T48" fmla="*/ 107 h 107"/>
                </a:gdLst>
                <a:ahLst/>
                <a:cxnLst>
                  <a:cxn ang="T30">
                    <a:pos x="T0" y="T1"/>
                  </a:cxn>
                  <a:cxn ang="T31">
                    <a:pos x="T2" y="T3"/>
                  </a:cxn>
                  <a:cxn ang="T32">
                    <a:pos x="T4" y="T5"/>
                  </a:cxn>
                  <a:cxn ang="T33">
                    <a:pos x="T6" y="T7"/>
                  </a:cxn>
                  <a:cxn ang="T34">
                    <a:pos x="T8" y="T9"/>
                  </a:cxn>
                  <a:cxn ang="T35">
                    <a:pos x="T10" y="T11"/>
                  </a:cxn>
                  <a:cxn ang="T36">
                    <a:pos x="T12" y="T13"/>
                  </a:cxn>
                  <a:cxn ang="T37">
                    <a:pos x="T14" y="T15"/>
                  </a:cxn>
                  <a:cxn ang="T38">
                    <a:pos x="T16" y="T17"/>
                  </a:cxn>
                  <a:cxn ang="T39">
                    <a:pos x="T18" y="T19"/>
                  </a:cxn>
                  <a:cxn ang="T40">
                    <a:pos x="T20" y="T21"/>
                  </a:cxn>
                  <a:cxn ang="T41">
                    <a:pos x="T22" y="T23"/>
                  </a:cxn>
                  <a:cxn ang="T42">
                    <a:pos x="T24" y="T25"/>
                  </a:cxn>
                  <a:cxn ang="T43">
                    <a:pos x="T26" y="T27"/>
                  </a:cxn>
                  <a:cxn ang="T44">
                    <a:pos x="T28" y="T29"/>
                  </a:cxn>
                </a:cxnLst>
                <a:rect l="T45" t="T46" r="T47" b="T48"/>
                <a:pathLst>
                  <a:path w="82" h="107">
                    <a:moveTo>
                      <a:pt x="0" y="6"/>
                    </a:moveTo>
                    <a:lnTo>
                      <a:pt x="13" y="2"/>
                    </a:lnTo>
                    <a:lnTo>
                      <a:pt x="25" y="0"/>
                    </a:lnTo>
                    <a:lnTo>
                      <a:pt x="37" y="2"/>
                    </a:lnTo>
                    <a:lnTo>
                      <a:pt x="50" y="5"/>
                    </a:lnTo>
                    <a:lnTo>
                      <a:pt x="60" y="12"/>
                    </a:lnTo>
                    <a:lnTo>
                      <a:pt x="69" y="21"/>
                    </a:lnTo>
                    <a:lnTo>
                      <a:pt x="75" y="32"/>
                    </a:lnTo>
                    <a:lnTo>
                      <a:pt x="80" y="45"/>
                    </a:lnTo>
                    <a:lnTo>
                      <a:pt x="82" y="57"/>
                    </a:lnTo>
                    <a:lnTo>
                      <a:pt x="80" y="69"/>
                    </a:lnTo>
                    <a:lnTo>
                      <a:pt x="77" y="82"/>
                    </a:lnTo>
                    <a:lnTo>
                      <a:pt x="70" y="92"/>
                    </a:lnTo>
                    <a:lnTo>
                      <a:pt x="61" y="101"/>
                    </a:lnTo>
                    <a:lnTo>
                      <a:pt x="50" y="107"/>
                    </a:lnTo>
                  </a:path>
                </a:pathLst>
              </a:cu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1133" name="Freeform 770">
                <a:extLst>
                  <a:ext uri="{FF2B5EF4-FFF2-40B4-BE49-F238E27FC236}">
                    <a16:creationId xmlns:a16="http://schemas.microsoft.com/office/drawing/2014/main" id="{343C82AC-FE30-0671-A672-47A8328DF1D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890" y="3299"/>
                <a:ext cx="13" cy="19"/>
              </a:xfrm>
              <a:custGeom>
                <a:avLst/>
                <a:gdLst>
                  <a:gd name="T0" fmla="*/ 0 w 81"/>
                  <a:gd name="T1" fmla="*/ 0 h 107"/>
                  <a:gd name="T2" fmla="*/ 0 w 81"/>
                  <a:gd name="T3" fmla="*/ 0 h 107"/>
                  <a:gd name="T4" fmla="*/ 0 w 81"/>
                  <a:gd name="T5" fmla="*/ 0 h 107"/>
                  <a:gd name="T6" fmla="*/ 0 w 81"/>
                  <a:gd name="T7" fmla="*/ 0 h 107"/>
                  <a:gd name="T8" fmla="*/ 0 w 81"/>
                  <a:gd name="T9" fmla="*/ 0 h 107"/>
                  <a:gd name="T10" fmla="*/ 0 w 81"/>
                  <a:gd name="T11" fmla="*/ 0 h 107"/>
                  <a:gd name="T12" fmla="*/ 0 w 81"/>
                  <a:gd name="T13" fmla="*/ 0 h 107"/>
                  <a:gd name="T14" fmla="*/ 0 w 81"/>
                  <a:gd name="T15" fmla="*/ 0 h 107"/>
                  <a:gd name="T16" fmla="*/ 0 w 81"/>
                  <a:gd name="T17" fmla="*/ 0 h 107"/>
                  <a:gd name="T18" fmla="*/ 0 w 81"/>
                  <a:gd name="T19" fmla="*/ 0 h 107"/>
                  <a:gd name="T20" fmla="*/ 0 w 81"/>
                  <a:gd name="T21" fmla="*/ 0 h 107"/>
                  <a:gd name="T22" fmla="*/ 0 w 81"/>
                  <a:gd name="T23" fmla="*/ 0 h 107"/>
                  <a:gd name="T24" fmla="*/ 0 w 81"/>
                  <a:gd name="T25" fmla="*/ 0 h 107"/>
                  <a:gd name="T26" fmla="*/ 0 w 81"/>
                  <a:gd name="T27" fmla="*/ 0 h 107"/>
                  <a:gd name="T28" fmla="*/ 0 w 81"/>
                  <a:gd name="T29" fmla="*/ 0 h 107"/>
                  <a:gd name="T30" fmla="*/ 0 w 81"/>
                  <a:gd name="T31" fmla="*/ 0 h 107"/>
                  <a:gd name="T32" fmla="*/ 0 w 81"/>
                  <a:gd name="T33" fmla="*/ 0 h 107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w 81"/>
                  <a:gd name="T52" fmla="*/ 0 h 107"/>
                  <a:gd name="T53" fmla="*/ 81 w 81"/>
                  <a:gd name="T54" fmla="*/ 107 h 107"/>
                </a:gdLst>
                <a:ahLst/>
                <a:cxnLst>
                  <a:cxn ang="T34">
                    <a:pos x="T0" y="T1"/>
                  </a:cxn>
                  <a:cxn ang="T35">
                    <a:pos x="T2" y="T3"/>
                  </a:cxn>
                  <a:cxn ang="T36">
                    <a:pos x="T4" y="T5"/>
                  </a:cxn>
                  <a:cxn ang="T37">
                    <a:pos x="T6" y="T7"/>
                  </a:cxn>
                  <a:cxn ang="T38">
                    <a:pos x="T8" y="T9"/>
                  </a:cxn>
                  <a:cxn ang="T39">
                    <a:pos x="T10" y="T11"/>
                  </a:cxn>
                  <a:cxn ang="T40">
                    <a:pos x="T12" y="T13"/>
                  </a:cxn>
                  <a:cxn ang="T41">
                    <a:pos x="T14" y="T15"/>
                  </a:cxn>
                  <a:cxn ang="T42">
                    <a:pos x="T16" y="T17"/>
                  </a:cxn>
                  <a:cxn ang="T43">
                    <a:pos x="T18" y="T19"/>
                  </a:cxn>
                  <a:cxn ang="T44">
                    <a:pos x="T20" y="T21"/>
                  </a:cxn>
                  <a:cxn ang="T45">
                    <a:pos x="T22" y="T23"/>
                  </a:cxn>
                  <a:cxn ang="T46">
                    <a:pos x="T24" y="T25"/>
                  </a:cxn>
                  <a:cxn ang="T47">
                    <a:pos x="T26" y="T27"/>
                  </a:cxn>
                  <a:cxn ang="T48">
                    <a:pos x="T28" y="T29"/>
                  </a:cxn>
                  <a:cxn ang="T49">
                    <a:pos x="T30" y="T31"/>
                  </a:cxn>
                  <a:cxn ang="T50">
                    <a:pos x="T32" y="T33"/>
                  </a:cxn>
                </a:cxnLst>
                <a:rect l="T51" t="T52" r="T53" b="T54"/>
                <a:pathLst>
                  <a:path w="81" h="107">
                    <a:moveTo>
                      <a:pt x="57" y="57"/>
                    </a:moveTo>
                    <a:lnTo>
                      <a:pt x="32" y="107"/>
                    </a:lnTo>
                    <a:lnTo>
                      <a:pt x="21" y="101"/>
                    </a:lnTo>
                    <a:lnTo>
                      <a:pt x="12" y="92"/>
                    </a:lnTo>
                    <a:lnTo>
                      <a:pt x="5" y="82"/>
                    </a:lnTo>
                    <a:lnTo>
                      <a:pt x="2" y="69"/>
                    </a:lnTo>
                    <a:lnTo>
                      <a:pt x="0" y="57"/>
                    </a:lnTo>
                    <a:lnTo>
                      <a:pt x="2" y="45"/>
                    </a:lnTo>
                    <a:lnTo>
                      <a:pt x="6" y="32"/>
                    </a:lnTo>
                    <a:lnTo>
                      <a:pt x="13" y="21"/>
                    </a:lnTo>
                    <a:lnTo>
                      <a:pt x="22" y="12"/>
                    </a:lnTo>
                    <a:lnTo>
                      <a:pt x="32" y="5"/>
                    </a:lnTo>
                    <a:lnTo>
                      <a:pt x="44" y="2"/>
                    </a:lnTo>
                    <a:lnTo>
                      <a:pt x="57" y="0"/>
                    </a:lnTo>
                    <a:lnTo>
                      <a:pt x="69" y="2"/>
                    </a:lnTo>
                    <a:lnTo>
                      <a:pt x="81" y="6"/>
                    </a:lnTo>
                    <a:lnTo>
                      <a:pt x="57" y="57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1134" name="Freeform 771">
                <a:extLst>
                  <a:ext uri="{FF2B5EF4-FFF2-40B4-BE49-F238E27FC236}">
                    <a16:creationId xmlns:a16="http://schemas.microsoft.com/office/drawing/2014/main" id="{6FD39A13-1A78-2CC6-13F4-134CE401722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890" y="3299"/>
                <a:ext cx="13" cy="19"/>
              </a:xfrm>
              <a:custGeom>
                <a:avLst/>
                <a:gdLst>
                  <a:gd name="T0" fmla="*/ 0 w 81"/>
                  <a:gd name="T1" fmla="*/ 0 h 107"/>
                  <a:gd name="T2" fmla="*/ 0 w 81"/>
                  <a:gd name="T3" fmla="*/ 0 h 107"/>
                  <a:gd name="T4" fmla="*/ 0 w 81"/>
                  <a:gd name="T5" fmla="*/ 0 h 107"/>
                  <a:gd name="T6" fmla="*/ 0 w 81"/>
                  <a:gd name="T7" fmla="*/ 0 h 107"/>
                  <a:gd name="T8" fmla="*/ 0 w 81"/>
                  <a:gd name="T9" fmla="*/ 0 h 107"/>
                  <a:gd name="T10" fmla="*/ 0 w 81"/>
                  <a:gd name="T11" fmla="*/ 0 h 107"/>
                  <a:gd name="T12" fmla="*/ 0 w 81"/>
                  <a:gd name="T13" fmla="*/ 0 h 107"/>
                  <a:gd name="T14" fmla="*/ 0 w 81"/>
                  <a:gd name="T15" fmla="*/ 0 h 107"/>
                  <a:gd name="T16" fmla="*/ 0 w 81"/>
                  <a:gd name="T17" fmla="*/ 0 h 107"/>
                  <a:gd name="T18" fmla="*/ 0 w 81"/>
                  <a:gd name="T19" fmla="*/ 0 h 107"/>
                  <a:gd name="T20" fmla="*/ 0 w 81"/>
                  <a:gd name="T21" fmla="*/ 0 h 107"/>
                  <a:gd name="T22" fmla="*/ 0 w 81"/>
                  <a:gd name="T23" fmla="*/ 0 h 107"/>
                  <a:gd name="T24" fmla="*/ 0 w 81"/>
                  <a:gd name="T25" fmla="*/ 0 h 107"/>
                  <a:gd name="T26" fmla="*/ 0 w 81"/>
                  <a:gd name="T27" fmla="*/ 0 h 107"/>
                  <a:gd name="T28" fmla="*/ 0 w 81"/>
                  <a:gd name="T29" fmla="*/ 0 h 107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w 81"/>
                  <a:gd name="T46" fmla="*/ 0 h 107"/>
                  <a:gd name="T47" fmla="*/ 81 w 81"/>
                  <a:gd name="T48" fmla="*/ 107 h 107"/>
                </a:gdLst>
                <a:ahLst/>
                <a:cxnLst>
                  <a:cxn ang="T30">
                    <a:pos x="T0" y="T1"/>
                  </a:cxn>
                  <a:cxn ang="T31">
                    <a:pos x="T2" y="T3"/>
                  </a:cxn>
                  <a:cxn ang="T32">
                    <a:pos x="T4" y="T5"/>
                  </a:cxn>
                  <a:cxn ang="T33">
                    <a:pos x="T6" y="T7"/>
                  </a:cxn>
                  <a:cxn ang="T34">
                    <a:pos x="T8" y="T9"/>
                  </a:cxn>
                  <a:cxn ang="T35">
                    <a:pos x="T10" y="T11"/>
                  </a:cxn>
                  <a:cxn ang="T36">
                    <a:pos x="T12" y="T13"/>
                  </a:cxn>
                  <a:cxn ang="T37">
                    <a:pos x="T14" y="T15"/>
                  </a:cxn>
                  <a:cxn ang="T38">
                    <a:pos x="T16" y="T17"/>
                  </a:cxn>
                  <a:cxn ang="T39">
                    <a:pos x="T18" y="T19"/>
                  </a:cxn>
                  <a:cxn ang="T40">
                    <a:pos x="T20" y="T21"/>
                  </a:cxn>
                  <a:cxn ang="T41">
                    <a:pos x="T22" y="T23"/>
                  </a:cxn>
                  <a:cxn ang="T42">
                    <a:pos x="T24" y="T25"/>
                  </a:cxn>
                  <a:cxn ang="T43">
                    <a:pos x="T26" y="T27"/>
                  </a:cxn>
                  <a:cxn ang="T44">
                    <a:pos x="T28" y="T29"/>
                  </a:cxn>
                </a:cxnLst>
                <a:rect l="T45" t="T46" r="T47" b="T48"/>
                <a:pathLst>
                  <a:path w="81" h="107">
                    <a:moveTo>
                      <a:pt x="32" y="107"/>
                    </a:moveTo>
                    <a:lnTo>
                      <a:pt x="21" y="101"/>
                    </a:lnTo>
                    <a:lnTo>
                      <a:pt x="12" y="92"/>
                    </a:lnTo>
                    <a:lnTo>
                      <a:pt x="5" y="82"/>
                    </a:lnTo>
                    <a:lnTo>
                      <a:pt x="2" y="69"/>
                    </a:lnTo>
                    <a:lnTo>
                      <a:pt x="0" y="57"/>
                    </a:lnTo>
                    <a:lnTo>
                      <a:pt x="2" y="45"/>
                    </a:lnTo>
                    <a:lnTo>
                      <a:pt x="6" y="32"/>
                    </a:lnTo>
                    <a:lnTo>
                      <a:pt x="13" y="21"/>
                    </a:lnTo>
                    <a:lnTo>
                      <a:pt x="22" y="12"/>
                    </a:lnTo>
                    <a:lnTo>
                      <a:pt x="32" y="5"/>
                    </a:lnTo>
                    <a:lnTo>
                      <a:pt x="44" y="2"/>
                    </a:lnTo>
                    <a:lnTo>
                      <a:pt x="57" y="0"/>
                    </a:lnTo>
                    <a:lnTo>
                      <a:pt x="69" y="2"/>
                    </a:lnTo>
                    <a:lnTo>
                      <a:pt x="81" y="6"/>
                    </a:lnTo>
                  </a:path>
                </a:pathLst>
              </a:cu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1135" name="Freeform 772">
                <a:extLst>
                  <a:ext uri="{FF2B5EF4-FFF2-40B4-BE49-F238E27FC236}">
                    <a16:creationId xmlns:a16="http://schemas.microsoft.com/office/drawing/2014/main" id="{615E57D1-2B58-250A-8D6A-326769AD18F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895" y="3300"/>
                <a:ext cx="210" cy="115"/>
              </a:xfrm>
              <a:custGeom>
                <a:avLst/>
                <a:gdLst>
                  <a:gd name="T0" fmla="*/ 0 w 1244"/>
                  <a:gd name="T1" fmla="*/ 0 h 678"/>
                  <a:gd name="T2" fmla="*/ 0 w 1244"/>
                  <a:gd name="T3" fmla="*/ 0 h 678"/>
                  <a:gd name="T4" fmla="*/ 0 w 1244"/>
                  <a:gd name="T5" fmla="*/ 0 h 678"/>
                  <a:gd name="T6" fmla="*/ 0 w 1244"/>
                  <a:gd name="T7" fmla="*/ 0 h 678"/>
                  <a:gd name="T8" fmla="*/ 0 w 1244"/>
                  <a:gd name="T9" fmla="*/ 0 h 678"/>
                  <a:gd name="T10" fmla="*/ 0 w 1244"/>
                  <a:gd name="T11" fmla="*/ 0 h 678"/>
                  <a:gd name="T12" fmla="*/ 0 w 1244"/>
                  <a:gd name="T13" fmla="*/ 0 h 678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1244"/>
                  <a:gd name="T22" fmla="*/ 0 h 678"/>
                  <a:gd name="T23" fmla="*/ 1244 w 1244"/>
                  <a:gd name="T24" fmla="*/ 678 h 678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1244" h="678">
                    <a:moveTo>
                      <a:pt x="49" y="0"/>
                    </a:moveTo>
                    <a:lnTo>
                      <a:pt x="25" y="51"/>
                    </a:lnTo>
                    <a:lnTo>
                      <a:pt x="0" y="101"/>
                    </a:lnTo>
                    <a:lnTo>
                      <a:pt x="1195" y="678"/>
                    </a:lnTo>
                    <a:lnTo>
                      <a:pt x="1220" y="628"/>
                    </a:lnTo>
                    <a:lnTo>
                      <a:pt x="1244" y="577"/>
                    </a:lnTo>
                    <a:lnTo>
                      <a:pt x="49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1136" name="Freeform 773">
                <a:extLst>
                  <a:ext uri="{FF2B5EF4-FFF2-40B4-BE49-F238E27FC236}">
                    <a16:creationId xmlns:a16="http://schemas.microsoft.com/office/drawing/2014/main" id="{7221DC32-14C3-0D99-B6AA-0B9BC5C9724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895" y="3300"/>
                <a:ext cx="210" cy="115"/>
              </a:xfrm>
              <a:custGeom>
                <a:avLst/>
                <a:gdLst>
                  <a:gd name="T0" fmla="*/ 0 w 1244"/>
                  <a:gd name="T1" fmla="*/ 0 h 678"/>
                  <a:gd name="T2" fmla="*/ 0 w 1244"/>
                  <a:gd name="T3" fmla="*/ 0 h 678"/>
                  <a:gd name="T4" fmla="*/ 0 w 1244"/>
                  <a:gd name="T5" fmla="*/ 0 h 678"/>
                  <a:gd name="T6" fmla="*/ 0 w 1244"/>
                  <a:gd name="T7" fmla="*/ 0 h 678"/>
                  <a:gd name="T8" fmla="*/ 0 w 1244"/>
                  <a:gd name="T9" fmla="*/ 0 h 678"/>
                  <a:gd name="T10" fmla="*/ 0 w 1244"/>
                  <a:gd name="T11" fmla="*/ 0 h 678"/>
                  <a:gd name="T12" fmla="*/ 0 w 1244"/>
                  <a:gd name="T13" fmla="*/ 0 h 678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1244"/>
                  <a:gd name="T22" fmla="*/ 0 h 678"/>
                  <a:gd name="T23" fmla="*/ 1244 w 1244"/>
                  <a:gd name="T24" fmla="*/ 678 h 678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1244" h="678">
                    <a:moveTo>
                      <a:pt x="49" y="0"/>
                    </a:moveTo>
                    <a:lnTo>
                      <a:pt x="25" y="51"/>
                    </a:lnTo>
                    <a:lnTo>
                      <a:pt x="0" y="101"/>
                    </a:lnTo>
                    <a:lnTo>
                      <a:pt x="1195" y="678"/>
                    </a:lnTo>
                    <a:lnTo>
                      <a:pt x="1220" y="628"/>
                    </a:lnTo>
                    <a:lnTo>
                      <a:pt x="1244" y="577"/>
                    </a:lnTo>
                    <a:lnTo>
                      <a:pt x="49" y="0"/>
                    </a:lnTo>
                    <a:close/>
                  </a:path>
                </a:pathLst>
              </a:cu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1137" name="Freeform 774">
                <a:extLst>
                  <a:ext uri="{FF2B5EF4-FFF2-40B4-BE49-F238E27FC236}">
                    <a16:creationId xmlns:a16="http://schemas.microsoft.com/office/drawing/2014/main" id="{F4744714-0A6A-78DE-4D74-E9BA0175425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097" y="3398"/>
                <a:ext cx="14" cy="18"/>
              </a:xfrm>
              <a:custGeom>
                <a:avLst/>
                <a:gdLst>
                  <a:gd name="T0" fmla="*/ 0 w 82"/>
                  <a:gd name="T1" fmla="*/ 0 h 107"/>
                  <a:gd name="T2" fmla="*/ 0 w 82"/>
                  <a:gd name="T3" fmla="*/ 0 h 107"/>
                  <a:gd name="T4" fmla="*/ 0 w 82"/>
                  <a:gd name="T5" fmla="*/ 0 h 107"/>
                  <a:gd name="T6" fmla="*/ 0 w 82"/>
                  <a:gd name="T7" fmla="*/ 0 h 107"/>
                  <a:gd name="T8" fmla="*/ 0 w 82"/>
                  <a:gd name="T9" fmla="*/ 0 h 107"/>
                  <a:gd name="T10" fmla="*/ 0 w 82"/>
                  <a:gd name="T11" fmla="*/ 0 h 107"/>
                  <a:gd name="T12" fmla="*/ 0 w 82"/>
                  <a:gd name="T13" fmla="*/ 0 h 107"/>
                  <a:gd name="T14" fmla="*/ 0 w 82"/>
                  <a:gd name="T15" fmla="*/ 0 h 107"/>
                  <a:gd name="T16" fmla="*/ 0 w 82"/>
                  <a:gd name="T17" fmla="*/ 0 h 107"/>
                  <a:gd name="T18" fmla="*/ 0 w 82"/>
                  <a:gd name="T19" fmla="*/ 0 h 107"/>
                  <a:gd name="T20" fmla="*/ 0 w 82"/>
                  <a:gd name="T21" fmla="*/ 0 h 107"/>
                  <a:gd name="T22" fmla="*/ 0 w 82"/>
                  <a:gd name="T23" fmla="*/ 0 h 107"/>
                  <a:gd name="T24" fmla="*/ 0 w 82"/>
                  <a:gd name="T25" fmla="*/ 0 h 107"/>
                  <a:gd name="T26" fmla="*/ 0 w 82"/>
                  <a:gd name="T27" fmla="*/ 0 h 107"/>
                  <a:gd name="T28" fmla="*/ 0 w 82"/>
                  <a:gd name="T29" fmla="*/ 0 h 107"/>
                  <a:gd name="T30" fmla="*/ 0 w 82"/>
                  <a:gd name="T31" fmla="*/ 0 h 107"/>
                  <a:gd name="T32" fmla="*/ 0 w 82"/>
                  <a:gd name="T33" fmla="*/ 0 h 107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w 82"/>
                  <a:gd name="T52" fmla="*/ 0 h 107"/>
                  <a:gd name="T53" fmla="*/ 82 w 82"/>
                  <a:gd name="T54" fmla="*/ 107 h 107"/>
                </a:gdLst>
                <a:ahLst/>
                <a:cxnLst>
                  <a:cxn ang="T34">
                    <a:pos x="T0" y="T1"/>
                  </a:cxn>
                  <a:cxn ang="T35">
                    <a:pos x="T2" y="T3"/>
                  </a:cxn>
                  <a:cxn ang="T36">
                    <a:pos x="T4" y="T5"/>
                  </a:cxn>
                  <a:cxn ang="T37">
                    <a:pos x="T6" y="T7"/>
                  </a:cxn>
                  <a:cxn ang="T38">
                    <a:pos x="T8" y="T9"/>
                  </a:cxn>
                  <a:cxn ang="T39">
                    <a:pos x="T10" y="T11"/>
                  </a:cxn>
                  <a:cxn ang="T40">
                    <a:pos x="T12" y="T13"/>
                  </a:cxn>
                  <a:cxn ang="T41">
                    <a:pos x="T14" y="T15"/>
                  </a:cxn>
                  <a:cxn ang="T42">
                    <a:pos x="T16" y="T17"/>
                  </a:cxn>
                  <a:cxn ang="T43">
                    <a:pos x="T18" y="T19"/>
                  </a:cxn>
                  <a:cxn ang="T44">
                    <a:pos x="T20" y="T21"/>
                  </a:cxn>
                  <a:cxn ang="T45">
                    <a:pos x="T22" y="T23"/>
                  </a:cxn>
                  <a:cxn ang="T46">
                    <a:pos x="T24" y="T25"/>
                  </a:cxn>
                  <a:cxn ang="T47">
                    <a:pos x="T26" y="T27"/>
                  </a:cxn>
                  <a:cxn ang="T48">
                    <a:pos x="T28" y="T29"/>
                  </a:cxn>
                  <a:cxn ang="T49">
                    <a:pos x="T30" y="T31"/>
                  </a:cxn>
                  <a:cxn ang="T50">
                    <a:pos x="T32" y="T33"/>
                  </a:cxn>
                </a:cxnLst>
                <a:rect l="T51" t="T52" r="T53" b="T54"/>
                <a:pathLst>
                  <a:path w="82" h="107">
                    <a:moveTo>
                      <a:pt x="25" y="51"/>
                    </a:moveTo>
                    <a:lnTo>
                      <a:pt x="49" y="0"/>
                    </a:lnTo>
                    <a:lnTo>
                      <a:pt x="61" y="7"/>
                    </a:lnTo>
                    <a:lnTo>
                      <a:pt x="70" y="16"/>
                    </a:lnTo>
                    <a:lnTo>
                      <a:pt x="76" y="26"/>
                    </a:lnTo>
                    <a:lnTo>
                      <a:pt x="80" y="38"/>
                    </a:lnTo>
                    <a:lnTo>
                      <a:pt x="82" y="51"/>
                    </a:lnTo>
                    <a:lnTo>
                      <a:pt x="80" y="63"/>
                    </a:lnTo>
                    <a:lnTo>
                      <a:pt x="75" y="75"/>
                    </a:lnTo>
                    <a:lnTo>
                      <a:pt x="69" y="87"/>
                    </a:lnTo>
                    <a:lnTo>
                      <a:pt x="60" y="96"/>
                    </a:lnTo>
                    <a:lnTo>
                      <a:pt x="49" y="102"/>
                    </a:lnTo>
                    <a:lnTo>
                      <a:pt x="37" y="106"/>
                    </a:lnTo>
                    <a:lnTo>
                      <a:pt x="25" y="107"/>
                    </a:lnTo>
                    <a:lnTo>
                      <a:pt x="12" y="106"/>
                    </a:lnTo>
                    <a:lnTo>
                      <a:pt x="0" y="101"/>
                    </a:lnTo>
                    <a:lnTo>
                      <a:pt x="25" y="51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1138" name="Freeform 775">
                <a:extLst>
                  <a:ext uri="{FF2B5EF4-FFF2-40B4-BE49-F238E27FC236}">
                    <a16:creationId xmlns:a16="http://schemas.microsoft.com/office/drawing/2014/main" id="{4BF4A039-8278-3B7D-2F66-152FDB4725B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097" y="3398"/>
                <a:ext cx="14" cy="18"/>
              </a:xfrm>
              <a:custGeom>
                <a:avLst/>
                <a:gdLst>
                  <a:gd name="T0" fmla="*/ 0 w 82"/>
                  <a:gd name="T1" fmla="*/ 0 h 107"/>
                  <a:gd name="T2" fmla="*/ 0 w 82"/>
                  <a:gd name="T3" fmla="*/ 0 h 107"/>
                  <a:gd name="T4" fmla="*/ 0 w 82"/>
                  <a:gd name="T5" fmla="*/ 0 h 107"/>
                  <a:gd name="T6" fmla="*/ 0 w 82"/>
                  <a:gd name="T7" fmla="*/ 0 h 107"/>
                  <a:gd name="T8" fmla="*/ 0 w 82"/>
                  <a:gd name="T9" fmla="*/ 0 h 107"/>
                  <a:gd name="T10" fmla="*/ 0 w 82"/>
                  <a:gd name="T11" fmla="*/ 0 h 107"/>
                  <a:gd name="T12" fmla="*/ 0 w 82"/>
                  <a:gd name="T13" fmla="*/ 0 h 107"/>
                  <a:gd name="T14" fmla="*/ 0 w 82"/>
                  <a:gd name="T15" fmla="*/ 0 h 107"/>
                  <a:gd name="T16" fmla="*/ 0 w 82"/>
                  <a:gd name="T17" fmla="*/ 0 h 107"/>
                  <a:gd name="T18" fmla="*/ 0 w 82"/>
                  <a:gd name="T19" fmla="*/ 0 h 107"/>
                  <a:gd name="T20" fmla="*/ 0 w 82"/>
                  <a:gd name="T21" fmla="*/ 0 h 107"/>
                  <a:gd name="T22" fmla="*/ 0 w 82"/>
                  <a:gd name="T23" fmla="*/ 0 h 107"/>
                  <a:gd name="T24" fmla="*/ 0 w 82"/>
                  <a:gd name="T25" fmla="*/ 0 h 107"/>
                  <a:gd name="T26" fmla="*/ 0 w 82"/>
                  <a:gd name="T27" fmla="*/ 0 h 107"/>
                  <a:gd name="T28" fmla="*/ 0 w 82"/>
                  <a:gd name="T29" fmla="*/ 0 h 107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w 82"/>
                  <a:gd name="T46" fmla="*/ 0 h 107"/>
                  <a:gd name="T47" fmla="*/ 82 w 82"/>
                  <a:gd name="T48" fmla="*/ 107 h 107"/>
                </a:gdLst>
                <a:ahLst/>
                <a:cxnLst>
                  <a:cxn ang="T30">
                    <a:pos x="T0" y="T1"/>
                  </a:cxn>
                  <a:cxn ang="T31">
                    <a:pos x="T2" y="T3"/>
                  </a:cxn>
                  <a:cxn ang="T32">
                    <a:pos x="T4" y="T5"/>
                  </a:cxn>
                  <a:cxn ang="T33">
                    <a:pos x="T6" y="T7"/>
                  </a:cxn>
                  <a:cxn ang="T34">
                    <a:pos x="T8" y="T9"/>
                  </a:cxn>
                  <a:cxn ang="T35">
                    <a:pos x="T10" y="T11"/>
                  </a:cxn>
                  <a:cxn ang="T36">
                    <a:pos x="T12" y="T13"/>
                  </a:cxn>
                  <a:cxn ang="T37">
                    <a:pos x="T14" y="T15"/>
                  </a:cxn>
                  <a:cxn ang="T38">
                    <a:pos x="T16" y="T17"/>
                  </a:cxn>
                  <a:cxn ang="T39">
                    <a:pos x="T18" y="T19"/>
                  </a:cxn>
                  <a:cxn ang="T40">
                    <a:pos x="T20" y="T21"/>
                  </a:cxn>
                  <a:cxn ang="T41">
                    <a:pos x="T22" y="T23"/>
                  </a:cxn>
                  <a:cxn ang="T42">
                    <a:pos x="T24" y="T25"/>
                  </a:cxn>
                  <a:cxn ang="T43">
                    <a:pos x="T26" y="T27"/>
                  </a:cxn>
                  <a:cxn ang="T44">
                    <a:pos x="T28" y="T29"/>
                  </a:cxn>
                </a:cxnLst>
                <a:rect l="T45" t="T46" r="T47" b="T48"/>
                <a:pathLst>
                  <a:path w="82" h="107">
                    <a:moveTo>
                      <a:pt x="49" y="0"/>
                    </a:moveTo>
                    <a:lnTo>
                      <a:pt x="61" y="7"/>
                    </a:lnTo>
                    <a:lnTo>
                      <a:pt x="70" y="16"/>
                    </a:lnTo>
                    <a:lnTo>
                      <a:pt x="76" y="26"/>
                    </a:lnTo>
                    <a:lnTo>
                      <a:pt x="80" y="38"/>
                    </a:lnTo>
                    <a:lnTo>
                      <a:pt x="82" y="51"/>
                    </a:lnTo>
                    <a:lnTo>
                      <a:pt x="80" y="63"/>
                    </a:lnTo>
                    <a:lnTo>
                      <a:pt x="75" y="75"/>
                    </a:lnTo>
                    <a:lnTo>
                      <a:pt x="69" y="87"/>
                    </a:lnTo>
                    <a:lnTo>
                      <a:pt x="60" y="96"/>
                    </a:lnTo>
                    <a:lnTo>
                      <a:pt x="49" y="102"/>
                    </a:lnTo>
                    <a:lnTo>
                      <a:pt x="37" y="106"/>
                    </a:lnTo>
                    <a:lnTo>
                      <a:pt x="25" y="107"/>
                    </a:lnTo>
                    <a:lnTo>
                      <a:pt x="12" y="106"/>
                    </a:lnTo>
                    <a:lnTo>
                      <a:pt x="0" y="101"/>
                    </a:lnTo>
                  </a:path>
                </a:pathLst>
              </a:cu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1139" name="Freeform 776">
                <a:extLst>
                  <a:ext uri="{FF2B5EF4-FFF2-40B4-BE49-F238E27FC236}">
                    <a16:creationId xmlns:a16="http://schemas.microsoft.com/office/drawing/2014/main" id="{A61D97B7-8EDC-C3A8-2AAD-2532F24CE71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097" y="3666"/>
                <a:ext cx="14" cy="18"/>
              </a:xfrm>
              <a:custGeom>
                <a:avLst/>
                <a:gdLst>
                  <a:gd name="T0" fmla="*/ 0 w 82"/>
                  <a:gd name="T1" fmla="*/ 0 h 108"/>
                  <a:gd name="T2" fmla="*/ 0 w 82"/>
                  <a:gd name="T3" fmla="*/ 0 h 108"/>
                  <a:gd name="T4" fmla="*/ 0 w 82"/>
                  <a:gd name="T5" fmla="*/ 0 h 108"/>
                  <a:gd name="T6" fmla="*/ 0 w 82"/>
                  <a:gd name="T7" fmla="*/ 0 h 108"/>
                  <a:gd name="T8" fmla="*/ 0 w 82"/>
                  <a:gd name="T9" fmla="*/ 0 h 108"/>
                  <a:gd name="T10" fmla="*/ 0 w 82"/>
                  <a:gd name="T11" fmla="*/ 0 h 108"/>
                  <a:gd name="T12" fmla="*/ 0 w 82"/>
                  <a:gd name="T13" fmla="*/ 0 h 108"/>
                  <a:gd name="T14" fmla="*/ 0 w 82"/>
                  <a:gd name="T15" fmla="*/ 0 h 108"/>
                  <a:gd name="T16" fmla="*/ 0 w 82"/>
                  <a:gd name="T17" fmla="*/ 0 h 108"/>
                  <a:gd name="T18" fmla="*/ 0 w 82"/>
                  <a:gd name="T19" fmla="*/ 0 h 108"/>
                  <a:gd name="T20" fmla="*/ 0 w 82"/>
                  <a:gd name="T21" fmla="*/ 0 h 108"/>
                  <a:gd name="T22" fmla="*/ 0 w 82"/>
                  <a:gd name="T23" fmla="*/ 0 h 108"/>
                  <a:gd name="T24" fmla="*/ 0 w 82"/>
                  <a:gd name="T25" fmla="*/ 0 h 108"/>
                  <a:gd name="T26" fmla="*/ 0 w 82"/>
                  <a:gd name="T27" fmla="*/ 0 h 108"/>
                  <a:gd name="T28" fmla="*/ 0 w 82"/>
                  <a:gd name="T29" fmla="*/ 0 h 108"/>
                  <a:gd name="T30" fmla="*/ 0 w 82"/>
                  <a:gd name="T31" fmla="*/ 0 h 108"/>
                  <a:gd name="T32" fmla="*/ 0 w 82"/>
                  <a:gd name="T33" fmla="*/ 0 h 108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w 82"/>
                  <a:gd name="T52" fmla="*/ 0 h 108"/>
                  <a:gd name="T53" fmla="*/ 82 w 82"/>
                  <a:gd name="T54" fmla="*/ 108 h 108"/>
                </a:gdLst>
                <a:ahLst/>
                <a:cxnLst>
                  <a:cxn ang="T34">
                    <a:pos x="T0" y="T1"/>
                  </a:cxn>
                  <a:cxn ang="T35">
                    <a:pos x="T2" y="T3"/>
                  </a:cxn>
                  <a:cxn ang="T36">
                    <a:pos x="T4" y="T5"/>
                  </a:cxn>
                  <a:cxn ang="T37">
                    <a:pos x="T6" y="T7"/>
                  </a:cxn>
                  <a:cxn ang="T38">
                    <a:pos x="T8" y="T9"/>
                  </a:cxn>
                  <a:cxn ang="T39">
                    <a:pos x="T10" y="T11"/>
                  </a:cxn>
                  <a:cxn ang="T40">
                    <a:pos x="T12" y="T13"/>
                  </a:cxn>
                  <a:cxn ang="T41">
                    <a:pos x="T14" y="T15"/>
                  </a:cxn>
                  <a:cxn ang="T42">
                    <a:pos x="T16" y="T17"/>
                  </a:cxn>
                  <a:cxn ang="T43">
                    <a:pos x="T18" y="T19"/>
                  </a:cxn>
                  <a:cxn ang="T44">
                    <a:pos x="T20" y="T21"/>
                  </a:cxn>
                  <a:cxn ang="T45">
                    <a:pos x="T22" y="T23"/>
                  </a:cxn>
                  <a:cxn ang="T46">
                    <a:pos x="T24" y="T25"/>
                  </a:cxn>
                  <a:cxn ang="T47">
                    <a:pos x="T26" y="T27"/>
                  </a:cxn>
                  <a:cxn ang="T48">
                    <a:pos x="T28" y="T29"/>
                  </a:cxn>
                  <a:cxn ang="T49">
                    <a:pos x="T30" y="T31"/>
                  </a:cxn>
                  <a:cxn ang="T50">
                    <a:pos x="T32" y="T33"/>
                  </a:cxn>
                </a:cxnLst>
                <a:rect l="T51" t="T52" r="T53" b="T54"/>
                <a:pathLst>
                  <a:path w="82" h="108">
                    <a:moveTo>
                      <a:pt x="25" y="57"/>
                    </a:moveTo>
                    <a:lnTo>
                      <a:pt x="0" y="7"/>
                    </a:lnTo>
                    <a:lnTo>
                      <a:pt x="12" y="2"/>
                    </a:lnTo>
                    <a:lnTo>
                      <a:pt x="25" y="0"/>
                    </a:lnTo>
                    <a:lnTo>
                      <a:pt x="37" y="2"/>
                    </a:lnTo>
                    <a:lnTo>
                      <a:pt x="49" y="6"/>
                    </a:lnTo>
                    <a:lnTo>
                      <a:pt x="60" y="12"/>
                    </a:lnTo>
                    <a:lnTo>
                      <a:pt x="69" y="21"/>
                    </a:lnTo>
                    <a:lnTo>
                      <a:pt x="75" y="33"/>
                    </a:lnTo>
                    <a:lnTo>
                      <a:pt x="80" y="45"/>
                    </a:lnTo>
                    <a:lnTo>
                      <a:pt x="82" y="57"/>
                    </a:lnTo>
                    <a:lnTo>
                      <a:pt x="80" y="70"/>
                    </a:lnTo>
                    <a:lnTo>
                      <a:pt x="76" y="82"/>
                    </a:lnTo>
                    <a:lnTo>
                      <a:pt x="70" y="92"/>
                    </a:lnTo>
                    <a:lnTo>
                      <a:pt x="61" y="101"/>
                    </a:lnTo>
                    <a:lnTo>
                      <a:pt x="49" y="108"/>
                    </a:lnTo>
                    <a:lnTo>
                      <a:pt x="25" y="57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1140" name="Freeform 777">
                <a:extLst>
                  <a:ext uri="{FF2B5EF4-FFF2-40B4-BE49-F238E27FC236}">
                    <a16:creationId xmlns:a16="http://schemas.microsoft.com/office/drawing/2014/main" id="{D3804A81-1026-A545-790F-1C82E0E2A41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097" y="3666"/>
                <a:ext cx="14" cy="18"/>
              </a:xfrm>
              <a:custGeom>
                <a:avLst/>
                <a:gdLst>
                  <a:gd name="T0" fmla="*/ 0 w 82"/>
                  <a:gd name="T1" fmla="*/ 0 h 108"/>
                  <a:gd name="T2" fmla="*/ 0 w 82"/>
                  <a:gd name="T3" fmla="*/ 0 h 108"/>
                  <a:gd name="T4" fmla="*/ 0 w 82"/>
                  <a:gd name="T5" fmla="*/ 0 h 108"/>
                  <a:gd name="T6" fmla="*/ 0 w 82"/>
                  <a:gd name="T7" fmla="*/ 0 h 108"/>
                  <a:gd name="T8" fmla="*/ 0 w 82"/>
                  <a:gd name="T9" fmla="*/ 0 h 108"/>
                  <a:gd name="T10" fmla="*/ 0 w 82"/>
                  <a:gd name="T11" fmla="*/ 0 h 108"/>
                  <a:gd name="T12" fmla="*/ 0 w 82"/>
                  <a:gd name="T13" fmla="*/ 0 h 108"/>
                  <a:gd name="T14" fmla="*/ 0 w 82"/>
                  <a:gd name="T15" fmla="*/ 0 h 108"/>
                  <a:gd name="T16" fmla="*/ 0 w 82"/>
                  <a:gd name="T17" fmla="*/ 0 h 108"/>
                  <a:gd name="T18" fmla="*/ 0 w 82"/>
                  <a:gd name="T19" fmla="*/ 0 h 108"/>
                  <a:gd name="T20" fmla="*/ 0 w 82"/>
                  <a:gd name="T21" fmla="*/ 0 h 108"/>
                  <a:gd name="T22" fmla="*/ 0 w 82"/>
                  <a:gd name="T23" fmla="*/ 0 h 108"/>
                  <a:gd name="T24" fmla="*/ 0 w 82"/>
                  <a:gd name="T25" fmla="*/ 0 h 108"/>
                  <a:gd name="T26" fmla="*/ 0 w 82"/>
                  <a:gd name="T27" fmla="*/ 0 h 108"/>
                  <a:gd name="T28" fmla="*/ 0 w 82"/>
                  <a:gd name="T29" fmla="*/ 0 h 108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w 82"/>
                  <a:gd name="T46" fmla="*/ 0 h 108"/>
                  <a:gd name="T47" fmla="*/ 82 w 82"/>
                  <a:gd name="T48" fmla="*/ 108 h 108"/>
                </a:gdLst>
                <a:ahLst/>
                <a:cxnLst>
                  <a:cxn ang="T30">
                    <a:pos x="T0" y="T1"/>
                  </a:cxn>
                  <a:cxn ang="T31">
                    <a:pos x="T2" y="T3"/>
                  </a:cxn>
                  <a:cxn ang="T32">
                    <a:pos x="T4" y="T5"/>
                  </a:cxn>
                  <a:cxn ang="T33">
                    <a:pos x="T6" y="T7"/>
                  </a:cxn>
                  <a:cxn ang="T34">
                    <a:pos x="T8" y="T9"/>
                  </a:cxn>
                  <a:cxn ang="T35">
                    <a:pos x="T10" y="T11"/>
                  </a:cxn>
                  <a:cxn ang="T36">
                    <a:pos x="T12" y="T13"/>
                  </a:cxn>
                  <a:cxn ang="T37">
                    <a:pos x="T14" y="T15"/>
                  </a:cxn>
                  <a:cxn ang="T38">
                    <a:pos x="T16" y="T17"/>
                  </a:cxn>
                  <a:cxn ang="T39">
                    <a:pos x="T18" y="T19"/>
                  </a:cxn>
                  <a:cxn ang="T40">
                    <a:pos x="T20" y="T21"/>
                  </a:cxn>
                  <a:cxn ang="T41">
                    <a:pos x="T22" y="T23"/>
                  </a:cxn>
                  <a:cxn ang="T42">
                    <a:pos x="T24" y="T25"/>
                  </a:cxn>
                  <a:cxn ang="T43">
                    <a:pos x="T26" y="T27"/>
                  </a:cxn>
                  <a:cxn ang="T44">
                    <a:pos x="T28" y="T29"/>
                  </a:cxn>
                </a:cxnLst>
                <a:rect l="T45" t="T46" r="T47" b="T48"/>
                <a:pathLst>
                  <a:path w="82" h="108">
                    <a:moveTo>
                      <a:pt x="0" y="7"/>
                    </a:moveTo>
                    <a:lnTo>
                      <a:pt x="12" y="2"/>
                    </a:lnTo>
                    <a:lnTo>
                      <a:pt x="25" y="0"/>
                    </a:lnTo>
                    <a:lnTo>
                      <a:pt x="37" y="2"/>
                    </a:lnTo>
                    <a:lnTo>
                      <a:pt x="49" y="6"/>
                    </a:lnTo>
                    <a:lnTo>
                      <a:pt x="60" y="12"/>
                    </a:lnTo>
                    <a:lnTo>
                      <a:pt x="69" y="21"/>
                    </a:lnTo>
                    <a:lnTo>
                      <a:pt x="75" y="33"/>
                    </a:lnTo>
                    <a:lnTo>
                      <a:pt x="80" y="45"/>
                    </a:lnTo>
                    <a:lnTo>
                      <a:pt x="82" y="57"/>
                    </a:lnTo>
                    <a:lnTo>
                      <a:pt x="80" y="70"/>
                    </a:lnTo>
                    <a:lnTo>
                      <a:pt x="76" y="82"/>
                    </a:lnTo>
                    <a:lnTo>
                      <a:pt x="70" y="92"/>
                    </a:lnTo>
                    <a:lnTo>
                      <a:pt x="61" y="101"/>
                    </a:lnTo>
                    <a:lnTo>
                      <a:pt x="49" y="108"/>
                    </a:lnTo>
                  </a:path>
                </a:pathLst>
              </a:cu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1141" name="Freeform 778">
                <a:extLst>
                  <a:ext uri="{FF2B5EF4-FFF2-40B4-BE49-F238E27FC236}">
                    <a16:creationId xmlns:a16="http://schemas.microsoft.com/office/drawing/2014/main" id="{D1EA32D8-4AF0-5795-016C-AEA4032ABE1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895" y="3667"/>
                <a:ext cx="210" cy="114"/>
              </a:xfrm>
              <a:custGeom>
                <a:avLst/>
                <a:gdLst>
                  <a:gd name="T0" fmla="*/ 0 w 1244"/>
                  <a:gd name="T1" fmla="*/ 0 h 677"/>
                  <a:gd name="T2" fmla="*/ 0 w 1244"/>
                  <a:gd name="T3" fmla="*/ 0 h 677"/>
                  <a:gd name="T4" fmla="*/ 0 w 1244"/>
                  <a:gd name="T5" fmla="*/ 0 h 677"/>
                  <a:gd name="T6" fmla="*/ 0 w 1244"/>
                  <a:gd name="T7" fmla="*/ 0 h 677"/>
                  <a:gd name="T8" fmla="*/ 0 w 1244"/>
                  <a:gd name="T9" fmla="*/ 0 h 677"/>
                  <a:gd name="T10" fmla="*/ 0 w 1244"/>
                  <a:gd name="T11" fmla="*/ 0 h 677"/>
                  <a:gd name="T12" fmla="*/ 0 w 1244"/>
                  <a:gd name="T13" fmla="*/ 0 h 677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1244"/>
                  <a:gd name="T22" fmla="*/ 0 h 677"/>
                  <a:gd name="T23" fmla="*/ 1244 w 1244"/>
                  <a:gd name="T24" fmla="*/ 677 h 677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1244" h="677">
                    <a:moveTo>
                      <a:pt x="1244" y="101"/>
                    </a:moveTo>
                    <a:lnTo>
                      <a:pt x="1220" y="50"/>
                    </a:lnTo>
                    <a:lnTo>
                      <a:pt x="1195" y="0"/>
                    </a:lnTo>
                    <a:lnTo>
                      <a:pt x="0" y="577"/>
                    </a:lnTo>
                    <a:lnTo>
                      <a:pt x="25" y="627"/>
                    </a:lnTo>
                    <a:lnTo>
                      <a:pt x="49" y="677"/>
                    </a:lnTo>
                    <a:lnTo>
                      <a:pt x="1244" y="101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1142" name="Freeform 779">
                <a:extLst>
                  <a:ext uri="{FF2B5EF4-FFF2-40B4-BE49-F238E27FC236}">
                    <a16:creationId xmlns:a16="http://schemas.microsoft.com/office/drawing/2014/main" id="{BEE260FB-AB53-5984-AF74-7F8479816E7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895" y="3667"/>
                <a:ext cx="210" cy="114"/>
              </a:xfrm>
              <a:custGeom>
                <a:avLst/>
                <a:gdLst>
                  <a:gd name="T0" fmla="*/ 0 w 1244"/>
                  <a:gd name="T1" fmla="*/ 0 h 677"/>
                  <a:gd name="T2" fmla="*/ 0 w 1244"/>
                  <a:gd name="T3" fmla="*/ 0 h 677"/>
                  <a:gd name="T4" fmla="*/ 0 w 1244"/>
                  <a:gd name="T5" fmla="*/ 0 h 677"/>
                  <a:gd name="T6" fmla="*/ 0 w 1244"/>
                  <a:gd name="T7" fmla="*/ 0 h 677"/>
                  <a:gd name="T8" fmla="*/ 0 w 1244"/>
                  <a:gd name="T9" fmla="*/ 0 h 677"/>
                  <a:gd name="T10" fmla="*/ 0 w 1244"/>
                  <a:gd name="T11" fmla="*/ 0 h 677"/>
                  <a:gd name="T12" fmla="*/ 0 w 1244"/>
                  <a:gd name="T13" fmla="*/ 0 h 677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1244"/>
                  <a:gd name="T22" fmla="*/ 0 h 677"/>
                  <a:gd name="T23" fmla="*/ 1244 w 1244"/>
                  <a:gd name="T24" fmla="*/ 677 h 677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1244" h="677">
                    <a:moveTo>
                      <a:pt x="1244" y="101"/>
                    </a:moveTo>
                    <a:lnTo>
                      <a:pt x="1220" y="50"/>
                    </a:lnTo>
                    <a:lnTo>
                      <a:pt x="1195" y="0"/>
                    </a:lnTo>
                    <a:lnTo>
                      <a:pt x="0" y="577"/>
                    </a:lnTo>
                    <a:lnTo>
                      <a:pt x="25" y="627"/>
                    </a:lnTo>
                    <a:lnTo>
                      <a:pt x="49" y="677"/>
                    </a:lnTo>
                    <a:lnTo>
                      <a:pt x="1244" y="101"/>
                    </a:lnTo>
                    <a:close/>
                  </a:path>
                </a:pathLst>
              </a:cu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1143" name="Freeform 780">
                <a:extLst>
                  <a:ext uri="{FF2B5EF4-FFF2-40B4-BE49-F238E27FC236}">
                    <a16:creationId xmlns:a16="http://schemas.microsoft.com/office/drawing/2014/main" id="{DBCB33B9-84C1-6D6E-8520-A02C3768348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890" y="3764"/>
                <a:ext cx="13" cy="18"/>
              </a:xfrm>
              <a:custGeom>
                <a:avLst/>
                <a:gdLst>
                  <a:gd name="T0" fmla="*/ 0 w 81"/>
                  <a:gd name="T1" fmla="*/ 0 h 106"/>
                  <a:gd name="T2" fmla="*/ 0 w 81"/>
                  <a:gd name="T3" fmla="*/ 0 h 106"/>
                  <a:gd name="T4" fmla="*/ 0 w 81"/>
                  <a:gd name="T5" fmla="*/ 0 h 106"/>
                  <a:gd name="T6" fmla="*/ 0 w 81"/>
                  <a:gd name="T7" fmla="*/ 0 h 106"/>
                  <a:gd name="T8" fmla="*/ 0 w 81"/>
                  <a:gd name="T9" fmla="*/ 0 h 106"/>
                  <a:gd name="T10" fmla="*/ 0 w 81"/>
                  <a:gd name="T11" fmla="*/ 0 h 106"/>
                  <a:gd name="T12" fmla="*/ 0 w 81"/>
                  <a:gd name="T13" fmla="*/ 0 h 106"/>
                  <a:gd name="T14" fmla="*/ 0 w 81"/>
                  <a:gd name="T15" fmla="*/ 0 h 106"/>
                  <a:gd name="T16" fmla="*/ 0 w 81"/>
                  <a:gd name="T17" fmla="*/ 0 h 106"/>
                  <a:gd name="T18" fmla="*/ 0 w 81"/>
                  <a:gd name="T19" fmla="*/ 0 h 106"/>
                  <a:gd name="T20" fmla="*/ 0 w 81"/>
                  <a:gd name="T21" fmla="*/ 0 h 106"/>
                  <a:gd name="T22" fmla="*/ 0 w 81"/>
                  <a:gd name="T23" fmla="*/ 0 h 106"/>
                  <a:gd name="T24" fmla="*/ 0 w 81"/>
                  <a:gd name="T25" fmla="*/ 0 h 106"/>
                  <a:gd name="T26" fmla="*/ 0 w 81"/>
                  <a:gd name="T27" fmla="*/ 0 h 106"/>
                  <a:gd name="T28" fmla="*/ 0 w 81"/>
                  <a:gd name="T29" fmla="*/ 0 h 106"/>
                  <a:gd name="T30" fmla="*/ 0 w 81"/>
                  <a:gd name="T31" fmla="*/ 0 h 106"/>
                  <a:gd name="T32" fmla="*/ 0 w 81"/>
                  <a:gd name="T33" fmla="*/ 0 h 10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w 81"/>
                  <a:gd name="T52" fmla="*/ 0 h 106"/>
                  <a:gd name="T53" fmla="*/ 81 w 81"/>
                  <a:gd name="T54" fmla="*/ 106 h 106"/>
                </a:gdLst>
                <a:ahLst/>
                <a:cxnLst>
                  <a:cxn ang="T34">
                    <a:pos x="T0" y="T1"/>
                  </a:cxn>
                  <a:cxn ang="T35">
                    <a:pos x="T2" y="T3"/>
                  </a:cxn>
                  <a:cxn ang="T36">
                    <a:pos x="T4" y="T5"/>
                  </a:cxn>
                  <a:cxn ang="T37">
                    <a:pos x="T6" y="T7"/>
                  </a:cxn>
                  <a:cxn ang="T38">
                    <a:pos x="T8" y="T9"/>
                  </a:cxn>
                  <a:cxn ang="T39">
                    <a:pos x="T10" y="T11"/>
                  </a:cxn>
                  <a:cxn ang="T40">
                    <a:pos x="T12" y="T13"/>
                  </a:cxn>
                  <a:cxn ang="T41">
                    <a:pos x="T14" y="T15"/>
                  </a:cxn>
                  <a:cxn ang="T42">
                    <a:pos x="T16" y="T17"/>
                  </a:cxn>
                  <a:cxn ang="T43">
                    <a:pos x="T18" y="T19"/>
                  </a:cxn>
                  <a:cxn ang="T44">
                    <a:pos x="T20" y="T21"/>
                  </a:cxn>
                  <a:cxn ang="T45">
                    <a:pos x="T22" y="T23"/>
                  </a:cxn>
                  <a:cxn ang="T46">
                    <a:pos x="T24" y="T25"/>
                  </a:cxn>
                  <a:cxn ang="T47">
                    <a:pos x="T26" y="T27"/>
                  </a:cxn>
                  <a:cxn ang="T48">
                    <a:pos x="T28" y="T29"/>
                  </a:cxn>
                  <a:cxn ang="T49">
                    <a:pos x="T30" y="T31"/>
                  </a:cxn>
                  <a:cxn ang="T50">
                    <a:pos x="T32" y="T33"/>
                  </a:cxn>
                </a:cxnLst>
                <a:rect l="T51" t="T52" r="T53" b="T54"/>
                <a:pathLst>
                  <a:path w="81" h="106">
                    <a:moveTo>
                      <a:pt x="57" y="50"/>
                    </a:moveTo>
                    <a:lnTo>
                      <a:pt x="81" y="100"/>
                    </a:lnTo>
                    <a:lnTo>
                      <a:pt x="69" y="105"/>
                    </a:lnTo>
                    <a:lnTo>
                      <a:pt x="57" y="106"/>
                    </a:lnTo>
                    <a:lnTo>
                      <a:pt x="44" y="105"/>
                    </a:lnTo>
                    <a:lnTo>
                      <a:pt x="32" y="102"/>
                    </a:lnTo>
                    <a:lnTo>
                      <a:pt x="22" y="95"/>
                    </a:lnTo>
                    <a:lnTo>
                      <a:pt x="13" y="86"/>
                    </a:lnTo>
                    <a:lnTo>
                      <a:pt x="6" y="75"/>
                    </a:lnTo>
                    <a:lnTo>
                      <a:pt x="2" y="62"/>
                    </a:lnTo>
                    <a:lnTo>
                      <a:pt x="0" y="50"/>
                    </a:lnTo>
                    <a:lnTo>
                      <a:pt x="2" y="38"/>
                    </a:lnTo>
                    <a:lnTo>
                      <a:pt x="5" y="25"/>
                    </a:lnTo>
                    <a:lnTo>
                      <a:pt x="12" y="15"/>
                    </a:lnTo>
                    <a:lnTo>
                      <a:pt x="21" y="6"/>
                    </a:lnTo>
                    <a:lnTo>
                      <a:pt x="32" y="0"/>
                    </a:lnTo>
                    <a:lnTo>
                      <a:pt x="57" y="5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1144" name="Freeform 781">
                <a:extLst>
                  <a:ext uri="{FF2B5EF4-FFF2-40B4-BE49-F238E27FC236}">
                    <a16:creationId xmlns:a16="http://schemas.microsoft.com/office/drawing/2014/main" id="{43F98995-4E2C-1891-5554-52706F8BF47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890" y="3764"/>
                <a:ext cx="13" cy="18"/>
              </a:xfrm>
              <a:custGeom>
                <a:avLst/>
                <a:gdLst>
                  <a:gd name="T0" fmla="*/ 0 w 81"/>
                  <a:gd name="T1" fmla="*/ 0 h 106"/>
                  <a:gd name="T2" fmla="*/ 0 w 81"/>
                  <a:gd name="T3" fmla="*/ 0 h 106"/>
                  <a:gd name="T4" fmla="*/ 0 w 81"/>
                  <a:gd name="T5" fmla="*/ 0 h 106"/>
                  <a:gd name="T6" fmla="*/ 0 w 81"/>
                  <a:gd name="T7" fmla="*/ 0 h 106"/>
                  <a:gd name="T8" fmla="*/ 0 w 81"/>
                  <a:gd name="T9" fmla="*/ 0 h 106"/>
                  <a:gd name="T10" fmla="*/ 0 w 81"/>
                  <a:gd name="T11" fmla="*/ 0 h 106"/>
                  <a:gd name="T12" fmla="*/ 0 w 81"/>
                  <a:gd name="T13" fmla="*/ 0 h 106"/>
                  <a:gd name="T14" fmla="*/ 0 w 81"/>
                  <a:gd name="T15" fmla="*/ 0 h 106"/>
                  <a:gd name="T16" fmla="*/ 0 w 81"/>
                  <a:gd name="T17" fmla="*/ 0 h 106"/>
                  <a:gd name="T18" fmla="*/ 0 w 81"/>
                  <a:gd name="T19" fmla="*/ 0 h 106"/>
                  <a:gd name="T20" fmla="*/ 0 w 81"/>
                  <a:gd name="T21" fmla="*/ 0 h 106"/>
                  <a:gd name="T22" fmla="*/ 0 w 81"/>
                  <a:gd name="T23" fmla="*/ 0 h 106"/>
                  <a:gd name="T24" fmla="*/ 0 w 81"/>
                  <a:gd name="T25" fmla="*/ 0 h 106"/>
                  <a:gd name="T26" fmla="*/ 0 w 81"/>
                  <a:gd name="T27" fmla="*/ 0 h 106"/>
                  <a:gd name="T28" fmla="*/ 0 w 81"/>
                  <a:gd name="T29" fmla="*/ 0 h 10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w 81"/>
                  <a:gd name="T46" fmla="*/ 0 h 106"/>
                  <a:gd name="T47" fmla="*/ 81 w 81"/>
                  <a:gd name="T48" fmla="*/ 106 h 106"/>
                </a:gdLst>
                <a:ahLst/>
                <a:cxnLst>
                  <a:cxn ang="T30">
                    <a:pos x="T0" y="T1"/>
                  </a:cxn>
                  <a:cxn ang="T31">
                    <a:pos x="T2" y="T3"/>
                  </a:cxn>
                  <a:cxn ang="T32">
                    <a:pos x="T4" y="T5"/>
                  </a:cxn>
                  <a:cxn ang="T33">
                    <a:pos x="T6" y="T7"/>
                  </a:cxn>
                  <a:cxn ang="T34">
                    <a:pos x="T8" y="T9"/>
                  </a:cxn>
                  <a:cxn ang="T35">
                    <a:pos x="T10" y="T11"/>
                  </a:cxn>
                  <a:cxn ang="T36">
                    <a:pos x="T12" y="T13"/>
                  </a:cxn>
                  <a:cxn ang="T37">
                    <a:pos x="T14" y="T15"/>
                  </a:cxn>
                  <a:cxn ang="T38">
                    <a:pos x="T16" y="T17"/>
                  </a:cxn>
                  <a:cxn ang="T39">
                    <a:pos x="T18" y="T19"/>
                  </a:cxn>
                  <a:cxn ang="T40">
                    <a:pos x="T20" y="T21"/>
                  </a:cxn>
                  <a:cxn ang="T41">
                    <a:pos x="T22" y="T23"/>
                  </a:cxn>
                  <a:cxn ang="T42">
                    <a:pos x="T24" y="T25"/>
                  </a:cxn>
                  <a:cxn ang="T43">
                    <a:pos x="T26" y="T27"/>
                  </a:cxn>
                  <a:cxn ang="T44">
                    <a:pos x="T28" y="T29"/>
                  </a:cxn>
                </a:cxnLst>
                <a:rect l="T45" t="T46" r="T47" b="T48"/>
                <a:pathLst>
                  <a:path w="81" h="106">
                    <a:moveTo>
                      <a:pt x="81" y="100"/>
                    </a:moveTo>
                    <a:lnTo>
                      <a:pt x="69" y="105"/>
                    </a:lnTo>
                    <a:lnTo>
                      <a:pt x="57" y="106"/>
                    </a:lnTo>
                    <a:lnTo>
                      <a:pt x="44" y="105"/>
                    </a:lnTo>
                    <a:lnTo>
                      <a:pt x="32" y="102"/>
                    </a:lnTo>
                    <a:lnTo>
                      <a:pt x="22" y="95"/>
                    </a:lnTo>
                    <a:lnTo>
                      <a:pt x="13" y="86"/>
                    </a:lnTo>
                    <a:lnTo>
                      <a:pt x="6" y="75"/>
                    </a:lnTo>
                    <a:lnTo>
                      <a:pt x="2" y="62"/>
                    </a:lnTo>
                    <a:lnTo>
                      <a:pt x="0" y="50"/>
                    </a:lnTo>
                    <a:lnTo>
                      <a:pt x="2" y="38"/>
                    </a:lnTo>
                    <a:lnTo>
                      <a:pt x="5" y="25"/>
                    </a:lnTo>
                    <a:lnTo>
                      <a:pt x="12" y="15"/>
                    </a:lnTo>
                    <a:lnTo>
                      <a:pt x="21" y="6"/>
                    </a:lnTo>
                    <a:lnTo>
                      <a:pt x="32" y="0"/>
                    </a:lnTo>
                  </a:path>
                </a:pathLst>
              </a:cu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1145" name="Freeform 782">
                <a:extLst>
                  <a:ext uri="{FF2B5EF4-FFF2-40B4-BE49-F238E27FC236}">
                    <a16:creationId xmlns:a16="http://schemas.microsoft.com/office/drawing/2014/main" id="{DD434002-7142-3B3D-467A-9ACCD378C92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672" y="3764"/>
                <a:ext cx="13" cy="18"/>
              </a:xfrm>
              <a:custGeom>
                <a:avLst/>
                <a:gdLst>
                  <a:gd name="T0" fmla="*/ 0 w 82"/>
                  <a:gd name="T1" fmla="*/ 0 h 106"/>
                  <a:gd name="T2" fmla="*/ 0 w 82"/>
                  <a:gd name="T3" fmla="*/ 0 h 106"/>
                  <a:gd name="T4" fmla="*/ 0 w 82"/>
                  <a:gd name="T5" fmla="*/ 0 h 106"/>
                  <a:gd name="T6" fmla="*/ 0 w 82"/>
                  <a:gd name="T7" fmla="*/ 0 h 106"/>
                  <a:gd name="T8" fmla="*/ 0 w 82"/>
                  <a:gd name="T9" fmla="*/ 0 h 106"/>
                  <a:gd name="T10" fmla="*/ 0 w 82"/>
                  <a:gd name="T11" fmla="*/ 0 h 106"/>
                  <a:gd name="T12" fmla="*/ 0 w 82"/>
                  <a:gd name="T13" fmla="*/ 0 h 106"/>
                  <a:gd name="T14" fmla="*/ 0 w 82"/>
                  <a:gd name="T15" fmla="*/ 0 h 106"/>
                  <a:gd name="T16" fmla="*/ 0 w 82"/>
                  <a:gd name="T17" fmla="*/ 0 h 106"/>
                  <a:gd name="T18" fmla="*/ 0 w 82"/>
                  <a:gd name="T19" fmla="*/ 0 h 106"/>
                  <a:gd name="T20" fmla="*/ 0 w 82"/>
                  <a:gd name="T21" fmla="*/ 0 h 106"/>
                  <a:gd name="T22" fmla="*/ 0 w 82"/>
                  <a:gd name="T23" fmla="*/ 0 h 106"/>
                  <a:gd name="T24" fmla="*/ 0 w 82"/>
                  <a:gd name="T25" fmla="*/ 0 h 106"/>
                  <a:gd name="T26" fmla="*/ 0 w 82"/>
                  <a:gd name="T27" fmla="*/ 0 h 106"/>
                  <a:gd name="T28" fmla="*/ 0 w 82"/>
                  <a:gd name="T29" fmla="*/ 0 h 106"/>
                  <a:gd name="T30" fmla="*/ 0 w 82"/>
                  <a:gd name="T31" fmla="*/ 0 h 106"/>
                  <a:gd name="T32" fmla="*/ 0 w 82"/>
                  <a:gd name="T33" fmla="*/ 0 h 10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w 82"/>
                  <a:gd name="T52" fmla="*/ 0 h 106"/>
                  <a:gd name="T53" fmla="*/ 82 w 82"/>
                  <a:gd name="T54" fmla="*/ 106 h 106"/>
                </a:gdLst>
                <a:ahLst/>
                <a:cxnLst>
                  <a:cxn ang="T34">
                    <a:pos x="T0" y="T1"/>
                  </a:cxn>
                  <a:cxn ang="T35">
                    <a:pos x="T2" y="T3"/>
                  </a:cxn>
                  <a:cxn ang="T36">
                    <a:pos x="T4" y="T5"/>
                  </a:cxn>
                  <a:cxn ang="T37">
                    <a:pos x="T6" y="T7"/>
                  </a:cxn>
                  <a:cxn ang="T38">
                    <a:pos x="T8" y="T9"/>
                  </a:cxn>
                  <a:cxn ang="T39">
                    <a:pos x="T10" y="T11"/>
                  </a:cxn>
                  <a:cxn ang="T40">
                    <a:pos x="T12" y="T13"/>
                  </a:cxn>
                  <a:cxn ang="T41">
                    <a:pos x="T14" y="T15"/>
                  </a:cxn>
                  <a:cxn ang="T42">
                    <a:pos x="T16" y="T17"/>
                  </a:cxn>
                  <a:cxn ang="T43">
                    <a:pos x="T18" y="T19"/>
                  </a:cxn>
                  <a:cxn ang="T44">
                    <a:pos x="T20" y="T21"/>
                  </a:cxn>
                  <a:cxn ang="T45">
                    <a:pos x="T22" y="T23"/>
                  </a:cxn>
                  <a:cxn ang="T46">
                    <a:pos x="T24" y="T25"/>
                  </a:cxn>
                  <a:cxn ang="T47">
                    <a:pos x="T26" y="T27"/>
                  </a:cxn>
                  <a:cxn ang="T48">
                    <a:pos x="T28" y="T29"/>
                  </a:cxn>
                  <a:cxn ang="T49">
                    <a:pos x="T30" y="T31"/>
                  </a:cxn>
                  <a:cxn ang="T50">
                    <a:pos x="T32" y="T33"/>
                  </a:cxn>
                </a:cxnLst>
                <a:rect l="T51" t="T52" r="T53" b="T54"/>
                <a:pathLst>
                  <a:path w="82" h="106">
                    <a:moveTo>
                      <a:pt x="25" y="50"/>
                    </a:moveTo>
                    <a:lnTo>
                      <a:pt x="50" y="0"/>
                    </a:lnTo>
                    <a:lnTo>
                      <a:pt x="61" y="6"/>
                    </a:lnTo>
                    <a:lnTo>
                      <a:pt x="70" y="15"/>
                    </a:lnTo>
                    <a:lnTo>
                      <a:pt x="77" y="25"/>
                    </a:lnTo>
                    <a:lnTo>
                      <a:pt x="80" y="38"/>
                    </a:lnTo>
                    <a:lnTo>
                      <a:pt x="82" y="50"/>
                    </a:lnTo>
                    <a:lnTo>
                      <a:pt x="80" y="62"/>
                    </a:lnTo>
                    <a:lnTo>
                      <a:pt x="75" y="75"/>
                    </a:lnTo>
                    <a:lnTo>
                      <a:pt x="69" y="86"/>
                    </a:lnTo>
                    <a:lnTo>
                      <a:pt x="60" y="95"/>
                    </a:lnTo>
                    <a:lnTo>
                      <a:pt x="50" y="102"/>
                    </a:lnTo>
                    <a:lnTo>
                      <a:pt x="37" y="105"/>
                    </a:lnTo>
                    <a:lnTo>
                      <a:pt x="25" y="106"/>
                    </a:lnTo>
                    <a:lnTo>
                      <a:pt x="13" y="105"/>
                    </a:lnTo>
                    <a:lnTo>
                      <a:pt x="0" y="100"/>
                    </a:lnTo>
                    <a:lnTo>
                      <a:pt x="25" y="5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1146" name="Freeform 783">
                <a:extLst>
                  <a:ext uri="{FF2B5EF4-FFF2-40B4-BE49-F238E27FC236}">
                    <a16:creationId xmlns:a16="http://schemas.microsoft.com/office/drawing/2014/main" id="{A08A682F-FDC1-8705-3664-FAE4D6E5D87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672" y="3764"/>
                <a:ext cx="13" cy="18"/>
              </a:xfrm>
              <a:custGeom>
                <a:avLst/>
                <a:gdLst>
                  <a:gd name="T0" fmla="*/ 0 w 82"/>
                  <a:gd name="T1" fmla="*/ 0 h 106"/>
                  <a:gd name="T2" fmla="*/ 0 w 82"/>
                  <a:gd name="T3" fmla="*/ 0 h 106"/>
                  <a:gd name="T4" fmla="*/ 0 w 82"/>
                  <a:gd name="T5" fmla="*/ 0 h 106"/>
                  <a:gd name="T6" fmla="*/ 0 w 82"/>
                  <a:gd name="T7" fmla="*/ 0 h 106"/>
                  <a:gd name="T8" fmla="*/ 0 w 82"/>
                  <a:gd name="T9" fmla="*/ 0 h 106"/>
                  <a:gd name="T10" fmla="*/ 0 w 82"/>
                  <a:gd name="T11" fmla="*/ 0 h 106"/>
                  <a:gd name="T12" fmla="*/ 0 w 82"/>
                  <a:gd name="T13" fmla="*/ 0 h 106"/>
                  <a:gd name="T14" fmla="*/ 0 w 82"/>
                  <a:gd name="T15" fmla="*/ 0 h 106"/>
                  <a:gd name="T16" fmla="*/ 0 w 82"/>
                  <a:gd name="T17" fmla="*/ 0 h 106"/>
                  <a:gd name="T18" fmla="*/ 0 w 82"/>
                  <a:gd name="T19" fmla="*/ 0 h 106"/>
                  <a:gd name="T20" fmla="*/ 0 w 82"/>
                  <a:gd name="T21" fmla="*/ 0 h 106"/>
                  <a:gd name="T22" fmla="*/ 0 w 82"/>
                  <a:gd name="T23" fmla="*/ 0 h 106"/>
                  <a:gd name="T24" fmla="*/ 0 w 82"/>
                  <a:gd name="T25" fmla="*/ 0 h 106"/>
                  <a:gd name="T26" fmla="*/ 0 w 82"/>
                  <a:gd name="T27" fmla="*/ 0 h 106"/>
                  <a:gd name="T28" fmla="*/ 0 w 82"/>
                  <a:gd name="T29" fmla="*/ 0 h 10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w 82"/>
                  <a:gd name="T46" fmla="*/ 0 h 106"/>
                  <a:gd name="T47" fmla="*/ 82 w 82"/>
                  <a:gd name="T48" fmla="*/ 106 h 106"/>
                </a:gdLst>
                <a:ahLst/>
                <a:cxnLst>
                  <a:cxn ang="T30">
                    <a:pos x="T0" y="T1"/>
                  </a:cxn>
                  <a:cxn ang="T31">
                    <a:pos x="T2" y="T3"/>
                  </a:cxn>
                  <a:cxn ang="T32">
                    <a:pos x="T4" y="T5"/>
                  </a:cxn>
                  <a:cxn ang="T33">
                    <a:pos x="T6" y="T7"/>
                  </a:cxn>
                  <a:cxn ang="T34">
                    <a:pos x="T8" y="T9"/>
                  </a:cxn>
                  <a:cxn ang="T35">
                    <a:pos x="T10" y="T11"/>
                  </a:cxn>
                  <a:cxn ang="T36">
                    <a:pos x="T12" y="T13"/>
                  </a:cxn>
                  <a:cxn ang="T37">
                    <a:pos x="T14" y="T15"/>
                  </a:cxn>
                  <a:cxn ang="T38">
                    <a:pos x="T16" y="T17"/>
                  </a:cxn>
                  <a:cxn ang="T39">
                    <a:pos x="T18" y="T19"/>
                  </a:cxn>
                  <a:cxn ang="T40">
                    <a:pos x="T20" y="T21"/>
                  </a:cxn>
                  <a:cxn ang="T41">
                    <a:pos x="T22" y="T23"/>
                  </a:cxn>
                  <a:cxn ang="T42">
                    <a:pos x="T24" y="T25"/>
                  </a:cxn>
                  <a:cxn ang="T43">
                    <a:pos x="T26" y="T27"/>
                  </a:cxn>
                  <a:cxn ang="T44">
                    <a:pos x="T28" y="T29"/>
                  </a:cxn>
                </a:cxnLst>
                <a:rect l="T45" t="T46" r="T47" b="T48"/>
                <a:pathLst>
                  <a:path w="82" h="106">
                    <a:moveTo>
                      <a:pt x="50" y="0"/>
                    </a:moveTo>
                    <a:lnTo>
                      <a:pt x="61" y="6"/>
                    </a:lnTo>
                    <a:lnTo>
                      <a:pt x="70" y="15"/>
                    </a:lnTo>
                    <a:lnTo>
                      <a:pt x="77" y="25"/>
                    </a:lnTo>
                    <a:lnTo>
                      <a:pt x="80" y="38"/>
                    </a:lnTo>
                    <a:lnTo>
                      <a:pt x="82" y="50"/>
                    </a:lnTo>
                    <a:lnTo>
                      <a:pt x="80" y="62"/>
                    </a:lnTo>
                    <a:lnTo>
                      <a:pt x="75" y="75"/>
                    </a:lnTo>
                    <a:lnTo>
                      <a:pt x="69" y="86"/>
                    </a:lnTo>
                    <a:lnTo>
                      <a:pt x="60" y="95"/>
                    </a:lnTo>
                    <a:lnTo>
                      <a:pt x="50" y="102"/>
                    </a:lnTo>
                    <a:lnTo>
                      <a:pt x="37" y="105"/>
                    </a:lnTo>
                    <a:lnTo>
                      <a:pt x="25" y="106"/>
                    </a:lnTo>
                    <a:lnTo>
                      <a:pt x="13" y="105"/>
                    </a:lnTo>
                    <a:lnTo>
                      <a:pt x="0" y="100"/>
                    </a:lnTo>
                  </a:path>
                </a:pathLst>
              </a:cu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1147" name="Freeform 784">
                <a:extLst>
                  <a:ext uri="{FF2B5EF4-FFF2-40B4-BE49-F238E27FC236}">
                    <a16:creationId xmlns:a16="http://schemas.microsoft.com/office/drawing/2014/main" id="{C4831DBA-0F1F-A961-AB7A-EC5825FCB52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469" y="3667"/>
                <a:ext cx="211" cy="114"/>
              </a:xfrm>
              <a:custGeom>
                <a:avLst/>
                <a:gdLst>
                  <a:gd name="T0" fmla="*/ 0 w 1245"/>
                  <a:gd name="T1" fmla="*/ 0 h 677"/>
                  <a:gd name="T2" fmla="*/ 0 w 1245"/>
                  <a:gd name="T3" fmla="*/ 0 h 677"/>
                  <a:gd name="T4" fmla="*/ 0 w 1245"/>
                  <a:gd name="T5" fmla="*/ 0 h 677"/>
                  <a:gd name="T6" fmla="*/ 0 w 1245"/>
                  <a:gd name="T7" fmla="*/ 0 h 677"/>
                  <a:gd name="T8" fmla="*/ 0 w 1245"/>
                  <a:gd name="T9" fmla="*/ 0 h 677"/>
                  <a:gd name="T10" fmla="*/ 0 w 1245"/>
                  <a:gd name="T11" fmla="*/ 0 h 677"/>
                  <a:gd name="T12" fmla="*/ 0 w 1245"/>
                  <a:gd name="T13" fmla="*/ 0 h 677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1245"/>
                  <a:gd name="T22" fmla="*/ 0 h 677"/>
                  <a:gd name="T23" fmla="*/ 1245 w 1245"/>
                  <a:gd name="T24" fmla="*/ 677 h 677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1245" h="677">
                    <a:moveTo>
                      <a:pt x="1195" y="677"/>
                    </a:moveTo>
                    <a:lnTo>
                      <a:pt x="1220" y="627"/>
                    </a:lnTo>
                    <a:lnTo>
                      <a:pt x="1245" y="577"/>
                    </a:lnTo>
                    <a:lnTo>
                      <a:pt x="49" y="0"/>
                    </a:lnTo>
                    <a:lnTo>
                      <a:pt x="25" y="50"/>
                    </a:lnTo>
                    <a:lnTo>
                      <a:pt x="0" y="101"/>
                    </a:lnTo>
                    <a:lnTo>
                      <a:pt x="1195" y="677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1148" name="Freeform 785">
                <a:extLst>
                  <a:ext uri="{FF2B5EF4-FFF2-40B4-BE49-F238E27FC236}">
                    <a16:creationId xmlns:a16="http://schemas.microsoft.com/office/drawing/2014/main" id="{1FD3AFDA-3ABD-87B6-DC5D-1DB7D9CD337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469" y="3667"/>
                <a:ext cx="211" cy="114"/>
              </a:xfrm>
              <a:custGeom>
                <a:avLst/>
                <a:gdLst>
                  <a:gd name="T0" fmla="*/ 0 w 1245"/>
                  <a:gd name="T1" fmla="*/ 0 h 677"/>
                  <a:gd name="T2" fmla="*/ 0 w 1245"/>
                  <a:gd name="T3" fmla="*/ 0 h 677"/>
                  <a:gd name="T4" fmla="*/ 0 w 1245"/>
                  <a:gd name="T5" fmla="*/ 0 h 677"/>
                  <a:gd name="T6" fmla="*/ 0 w 1245"/>
                  <a:gd name="T7" fmla="*/ 0 h 677"/>
                  <a:gd name="T8" fmla="*/ 0 w 1245"/>
                  <a:gd name="T9" fmla="*/ 0 h 677"/>
                  <a:gd name="T10" fmla="*/ 0 w 1245"/>
                  <a:gd name="T11" fmla="*/ 0 h 677"/>
                  <a:gd name="T12" fmla="*/ 0 w 1245"/>
                  <a:gd name="T13" fmla="*/ 0 h 677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1245"/>
                  <a:gd name="T22" fmla="*/ 0 h 677"/>
                  <a:gd name="T23" fmla="*/ 1245 w 1245"/>
                  <a:gd name="T24" fmla="*/ 677 h 677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1245" h="677">
                    <a:moveTo>
                      <a:pt x="1195" y="677"/>
                    </a:moveTo>
                    <a:lnTo>
                      <a:pt x="1220" y="627"/>
                    </a:lnTo>
                    <a:lnTo>
                      <a:pt x="1245" y="577"/>
                    </a:lnTo>
                    <a:lnTo>
                      <a:pt x="49" y="0"/>
                    </a:lnTo>
                    <a:lnTo>
                      <a:pt x="25" y="50"/>
                    </a:lnTo>
                    <a:lnTo>
                      <a:pt x="0" y="101"/>
                    </a:lnTo>
                    <a:lnTo>
                      <a:pt x="1195" y="677"/>
                    </a:lnTo>
                    <a:close/>
                  </a:path>
                </a:pathLst>
              </a:cu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1149" name="Freeform 786">
                <a:extLst>
                  <a:ext uri="{FF2B5EF4-FFF2-40B4-BE49-F238E27FC236}">
                    <a16:creationId xmlns:a16="http://schemas.microsoft.com/office/drawing/2014/main" id="{A53CA30D-E419-CF46-E757-851E3850747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465" y="3666"/>
                <a:ext cx="13" cy="18"/>
              </a:xfrm>
              <a:custGeom>
                <a:avLst/>
                <a:gdLst>
                  <a:gd name="T0" fmla="*/ 0 w 80"/>
                  <a:gd name="T1" fmla="*/ 0 h 108"/>
                  <a:gd name="T2" fmla="*/ 0 w 80"/>
                  <a:gd name="T3" fmla="*/ 0 h 108"/>
                  <a:gd name="T4" fmla="*/ 0 w 80"/>
                  <a:gd name="T5" fmla="*/ 0 h 108"/>
                  <a:gd name="T6" fmla="*/ 0 w 80"/>
                  <a:gd name="T7" fmla="*/ 0 h 108"/>
                  <a:gd name="T8" fmla="*/ 0 w 80"/>
                  <a:gd name="T9" fmla="*/ 0 h 108"/>
                  <a:gd name="T10" fmla="*/ 0 w 80"/>
                  <a:gd name="T11" fmla="*/ 0 h 108"/>
                  <a:gd name="T12" fmla="*/ 0 w 80"/>
                  <a:gd name="T13" fmla="*/ 0 h 108"/>
                  <a:gd name="T14" fmla="*/ 0 w 80"/>
                  <a:gd name="T15" fmla="*/ 0 h 108"/>
                  <a:gd name="T16" fmla="*/ 0 w 80"/>
                  <a:gd name="T17" fmla="*/ 0 h 108"/>
                  <a:gd name="T18" fmla="*/ 0 w 80"/>
                  <a:gd name="T19" fmla="*/ 0 h 108"/>
                  <a:gd name="T20" fmla="*/ 0 w 80"/>
                  <a:gd name="T21" fmla="*/ 0 h 108"/>
                  <a:gd name="T22" fmla="*/ 0 w 80"/>
                  <a:gd name="T23" fmla="*/ 0 h 108"/>
                  <a:gd name="T24" fmla="*/ 0 w 80"/>
                  <a:gd name="T25" fmla="*/ 0 h 108"/>
                  <a:gd name="T26" fmla="*/ 0 w 80"/>
                  <a:gd name="T27" fmla="*/ 0 h 108"/>
                  <a:gd name="T28" fmla="*/ 0 w 80"/>
                  <a:gd name="T29" fmla="*/ 0 h 108"/>
                  <a:gd name="T30" fmla="*/ 0 w 80"/>
                  <a:gd name="T31" fmla="*/ 0 h 108"/>
                  <a:gd name="T32" fmla="*/ 0 w 80"/>
                  <a:gd name="T33" fmla="*/ 0 h 108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w 80"/>
                  <a:gd name="T52" fmla="*/ 0 h 108"/>
                  <a:gd name="T53" fmla="*/ 80 w 80"/>
                  <a:gd name="T54" fmla="*/ 108 h 108"/>
                </a:gdLst>
                <a:ahLst/>
                <a:cxnLst>
                  <a:cxn ang="T34">
                    <a:pos x="T0" y="T1"/>
                  </a:cxn>
                  <a:cxn ang="T35">
                    <a:pos x="T2" y="T3"/>
                  </a:cxn>
                  <a:cxn ang="T36">
                    <a:pos x="T4" y="T5"/>
                  </a:cxn>
                  <a:cxn ang="T37">
                    <a:pos x="T6" y="T7"/>
                  </a:cxn>
                  <a:cxn ang="T38">
                    <a:pos x="T8" y="T9"/>
                  </a:cxn>
                  <a:cxn ang="T39">
                    <a:pos x="T10" y="T11"/>
                  </a:cxn>
                  <a:cxn ang="T40">
                    <a:pos x="T12" y="T13"/>
                  </a:cxn>
                  <a:cxn ang="T41">
                    <a:pos x="T14" y="T15"/>
                  </a:cxn>
                  <a:cxn ang="T42">
                    <a:pos x="T16" y="T17"/>
                  </a:cxn>
                  <a:cxn ang="T43">
                    <a:pos x="T18" y="T19"/>
                  </a:cxn>
                  <a:cxn ang="T44">
                    <a:pos x="T20" y="T21"/>
                  </a:cxn>
                  <a:cxn ang="T45">
                    <a:pos x="T22" y="T23"/>
                  </a:cxn>
                  <a:cxn ang="T46">
                    <a:pos x="T24" y="T25"/>
                  </a:cxn>
                  <a:cxn ang="T47">
                    <a:pos x="T26" y="T27"/>
                  </a:cxn>
                  <a:cxn ang="T48">
                    <a:pos x="T28" y="T29"/>
                  </a:cxn>
                  <a:cxn ang="T49">
                    <a:pos x="T30" y="T31"/>
                  </a:cxn>
                  <a:cxn ang="T50">
                    <a:pos x="T32" y="T33"/>
                  </a:cxn>
                </a:cxnLst>
                <a:rect l="T51" t="T52" r="T53" b="T54"/>
                <a:pathLst>
                  <a:path w="80" h="108">
                    <a:moveTo>
                      <a:pt x="56" y="57"/>
                    </a:moveTo>
                    <a:lnTo>
                      <a:pt x="31" y="108"/>
                    </a:lnTo>
                    <a:lnTo>
                      <a:pt x="20" y="101"/>
                    </a:lnTo>
                    <a:lnTo>
                      <a:pt x="11" y="92"/>
                    </a:lnTo>
                    <a:lnTo>
                      <a:pt x="4" y="82"/>
                    </a:lnTo>
                    <a:lnTo>
                      <a:pt x="1" y="70"/>
                    </a:lnTo>
                    <a:lnTo>
                      <a:pt x="0" y="57"/>
                    </a:lnTo>
                    <a:lnTo>
                      <a:pt x="1" y="45"/>
                    </a:lnTo>
                    <a:lnTo>
                      <a:pt x="5" y="33"/>
                    </a:lnTo>
                    <a:lnTo>
                      <a:pt x="12" y="21"/>
                    </a:lnTo>
                    <a:lnTo>
                      <a:pt x="21" y="12"/>
                    </a:lnTo>
                    <a:lnTo>
                      <a:pt x="31" y="6"/>
                    </a:lnTo>
                    <a:lnTo>
                      <a:pt x="43" y="2"/>
                    </a:lnTo>
                    <a:lnTo>
                      <a:pt x="56" y="0"/>
                    </a:lnTo>
                    <a:lnTo>
                      <a:pt x="68" y="2"/>
                    </a:lnTo>
                    <a:lnTo>
                      <a:pt x="80" y="7"/>
                    </a:lnTo>
                    <a:lnTo>
                      <a:pt x="56" y="57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1150" name="Freeform 787">
                <a:extLst>
                  <a:ext uri="{FF2B5EF4-FFF2-40B4-BE49-F238E27FC236}">
                    <a16:creationId xmlns:a16="http://schemas.microsoft.com/office/drawing/2014/main" id="{6C850E50-D40D-5A00-0E34-8629E6B092A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465" y="3666"/>
                <a:ext cx="13" cy="18"/>
              </a:xfrm>
              <a:custGeom>
                <a:avLst/>
                <a:gdLst>
                  <a:gd name="T0" fmla="*/ 0 w 80"/>
                  <a:gd name="T1" fmla="*/ 0 h 108"/>
                  <a:gd name="T2" fmla="*/ 0 w 80"/>
                  <a:gd name="T3" fmla="*/ 0 h 108"/>
                  <a:gd name="T4" fmla="*/ 0 w 80"/>
                  <a:gd name="T5" fmla="*/ 0 h 108"/>
                  <a:gd name="T6" fmla="*/ 0 w 80"/>
                  <a:gd name="T7" fmla="*/ 0 h 108"/>
                  <a:gd name="T8" fmla="*/ 0 w 80"/>
                  <a:gd name="T9" fmla="*/ 0 h 108"/>
                  <a:gd name="T10" fmla="*/ 0 w 80"/>
                  <a:gd name="T11" fmla="*/ 0 h 108"/>
                  <a:gd name="T12" fmla="*/ 0 w 80"/>
                  <a:gd name="T13" fmla="*/ 0 h 108"/>
                  <a:gd name="T14" fmla="*/ 0 w 80"/>
                  <a:gd name="T15" fmla="*/ 0 h 108"/>
                  <a:gd name="T16" fmla="*/ 0 w 80"/>
                  <a:gd name="T17" fmla="*/ 0 h 108"/>
                  <a:gd name="T18" fmla="*/ 0 w 80"/>
                  <a:gd name="T19" fmla="*/ 0 h 108"/>
                  <a:gd name="T20" fmla="*/ 0 w 80"/>
                  <a:gd name="T21" fmla="*/ 0 h 108"/>
                  <a:gd name="T22" fmla="*/ 0 w 80"/>
                  <a:gd name="T23" fmla="*/ 0 h 108"/>
                  <a:gd name="T24" fmla="*/ 0 w 80"/>
                  <a:gd name="T25" fmla="*/ 0 h 108"/>
                  <a:gd name="T26" fmla="*/ 0 w 80"/>
                  <a:gd name="T27" fmla="*/ 0 h 108"/>
                  <a:gd name="T28" fmla="*/ 0 w 80"/>
                  <a:gd name="T29" fmla="*/ 0 h 108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w 80"/>
                  <a:gd name="T46" fmla="*/ 0 h 108"/>
                  <a:gd name="T47" fmla="*/ 80 w 80"/>
                  <a:gd name="T48" fmla="*/ 108 h 108"/>
                </a:gdLst>
                <a:ahLst/>
                <a:cxnLst>
                  <a:cxn ang="T30">
                    <a:pos x="T0" y="T1"/>
                  </a:cxn>
                  <a:cxn ang="T31">
                    <a:pos x="T2" y="T3"/>
                  </a:cxn>
                  <a:cxn ang="T32">
                    <a:pos x="T4" y="T5"/>
                  </a:cxn>
                  <a:cxn ang="T33">
                    <a:pos x="T6" y="T7"/>
                  </a:cxn>
                  <a:cxn ang="T34">
                    <a:pos x="T8" y="T9"/>
                  </a:cxn>
                  <a:cxn ang="T35">
                    <a:pos x="T10" y="T11"/>
                  </a:cxn>
                  <a:cxn ang="T36">
                    <a:pos x="T12" y="T13"/>
                  </a:cxn>
                  <a:cxn ang="T37">
                    <a:pos x="T14" y="T15"/>
                  </a:cxn>
                  <a:cxn ang="T38">
                    <a:pos x="T16" y="T17"/>
                  </a:cxn>
                  <a:cxn ang="T39">
                    <a:pos x="T18" y="T19"/>
                  </a:cxn>
                  <a:cxn ang="T40">
                    <a:pos x="T20" y="T21"/>
                  </a:cxn>
                  <a:cxn ang="T41">
                    <a:pos x="T22" y="T23"/>
                  </a:cxn>
                  <a:cxn ang="T42">
                    <a:pos x="T24" y="T25"/>
                  </a:cxn>
                  <a:cxn ang="T43">
                    <a:pos x="T26" y="T27"/>
                  </a:cxn>
                  <a:cxn ang="T44">
                    <a:pos x="T28" y="T29"/>
                  </a:cxn>
                </a:cxnLst>
                <a:rect l="T45" t="T46" r="T47" b="T48"/>
                <a:pathLst>
                  <a:path w="80" h="108">
                    <a:moveTo>
                      <a:pt x="31" y="108"/>
                    </a:moveTo>
                    <a:lnTo>
                      <a:pt x="20" y="101"/>
                    </a:lnTo>
                    <a:lnTo>
                      <a:pt x="11" y="92"/>
                    </a:lnTo>
                    <a:lnTo>
                      <a:pt x="4" y="82"/>
                    </a:lnTo>
                    <a:lnTo>
                      <a:pt x="1" y="70"/>
                    </a:lnTo>
                    <a:lnTo>
                      <a:pt x="0" y="57"/>
                    </a:lnTo>
                    <a:lnTo>
                      <a:pt x="1" y="45"/>
                    </a:lnTo>
                    <a:lnTo>
                      <a:pt x="5" y="33"/>
                    </a:lnTo>
                    <a:lnTo>
                      <a:pt x="12" y="21"/>
                    </a:lnTo>
                    <a:lnTo>
                      <a:pt x="21" y="12"/>
                    </a:lnTo>
                    <a:lnTo>
                      <a:pt x="31" y="6"/>
                    </a:lnTo>
                    <a:lnTo>
                      <a:pt x="43" y="2"/>
                    </a:lnTo>
                    <a:lnTo>
                      <a:pt x="56" y="0"/>
                    </a:lnTo>
                    <a:lnTo>
                      <a:pt x="68" y="2"/>
                    </a:lnTo>
                    <a:lnTo>
                      <a:pt x="80" y="7"/>
                    </a:lnTo>
                  </a:path>
                </a:pathLst>
              </a:cu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</p:grpSp>
        <p:sp>
          <p:nvSpPr>
            <p:cNvPr id="794" name="Line 788">
              <a:extLst>
                <a:ext uri="{FF2B5EF4-FFF2-40B4-BE49-F238E27FC236}">
                  <a16:creationId xmlns:a16="http://schemas.microsoft.com/office/drawing/2014/main" id="{E971B438-D015-645E-9793-0E0879D2B86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471" y="2100"/>
              <a:ext cx="1" cy="228"/>
            </a:xfrm>
            <a:prstGeom prst="line">
              <a:avLst/>
            </a:prstGeom>
            <a:noFill/>
            <a:ln w="0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795" name="Line 789">
              <a:extLst>
                <a:ext uri="{FF2B5EF4-FFF2-40B4-BE49-F238E27FC236}">
                  <a16:creationId xmlns:a16="http://schemas.microsoft.com/office/drawing/2014/main" id="{31A81D9D-80C2-CD68-00BF-8685B7AF47C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471" y="2352"/>
              <a:ext cx="1" cy="23"/>
            </a:xfrm>
            <a:prstGeom prst="line">
              <a:avLst/>
            </a:prstGeom>
            <a:noFill/>
            <a:ln w="0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796" name="Line 790">
              <a:extLst>
                <a:ext uri="{FF2B5EF4-FFF2-40B4-BE49-F238E27FC236}">
                  <a16:creationId xmlns:a16="http://schemas.microsoft.com/office/drawing/2014/main" id="{4B2780F9-26E0-8FA5-21E6-77E1C0A9FE3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471" y="2399"/>
              <a:ext cx="1" cy="156"/>
            </a:xfrm>
            <a:prstGeom prst="line">
              <a:avLst/>
            </a:prstGeom>
            <a:noFill/>
            <a:ln w="0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797" name="Line 791">
              <a:extLst>
                <a:ext uri="{FF2B5EF4-FFF2-40B4-BE49-F238E27FC236}">
                  <a16:creationId xmlns:a16="http://schemas.microsoft.com/office/drawing/2014/main" id="{36DA3DD0-42FD-2045-A6AB-DC610104BB8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787" y="2092"/>
              <a:ext cx="1" cy="228"/>
            </a:xfrm>
            <a:prstGeom prst="line">
              <a:avLst/>
            </a:prstGeom>
            <a:noFill/>
            <a:ln w="0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798" name="Line 792">
              <a:extLst>
                <a:ext uri="{FF2B5EF4-FFF2-40B4-BE49-F238E27FC236}">
                  <a16:creationId xmlns:a16="http://schemas.microsoft.com/office/drawing/2014/main" id="{81532A23-CA17-9249-0EBE-B41E69245FB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787" y="2344"/>
              <a:ext cx="1" cy="23"/>
            </a:xfrm>
            <a:prstGeom prst="line">
              <a:avLst/>
            </a:prstGeom>
            <a:noFill/>
            <a:ln w="0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799" name="Line 793">
              <a:extLst>
                <a:ext uri="{FF2B5EF4-FFF2-40B4-BE49-F238E27FC236}">
                  <a16:creationId xmlns:a16="http://schemas.microsoft.com/office/drawing/2014/main" id="{C7879583-DD42-D921-5199-DAA601CCD0F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787" y="2391"/>
              <a:ext cx="1" cy="168"/>
            </a:xfrm>
            <a:prstGeom prst="line">
              <a:avLst/>
            </a:prstGeom>
            <a:noFill/>
            <a:ln w="0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</p:grpSp>
      <p:grpSp>
        <p:nvGrpSpPr>
          <p:cNvPr id="1351" name="Group 794">
            <a:extLst>
              <a:ext uri="{FF2B5EF4-FFF2-40B4-BE49-F238E27FC236}">
                <a16:creationId xmlns:a16="http://schemas.microsoft.com/office/drawing/2014/main" id="{7A4CAA76-8A60-B094-E292-D1A2269C5241}"/>
              </a:ext>
            </a:extLst>
          </p:cNvPr>
          <p:cNvGrpSpPr>
            <a:grpSpLocks/>
          </p:cNvGrpSpPr>
          <p:nvPr/>
        </p:nvGrpSpPr>
        <p:grpSpPr bwMode="auto">
          <a:xfrm>
            <a:off x="12261851" y="8566671"/>
            <a:ext cx="1177926" cy="942974"/>
            <a:chOff x="3286" y="2967"/>
            <a:chExt cx="371" cy="297"/>
          </a:xfrm>
        </p:grpSpPr>
        <p:sp>
          <p:nvSpPr>
            <p:cNvPr id="1352" name="Freeform 795">
              <a:extLst>
                <a:ext uri="{FF2B5EF4-FFF2-40B4-BE49-F238E27FC236}">
                  <a16:creationId xmlns:a16="http://schemas.microsoft.com/office/drawing/2014/main" id="{3DC46C29-D6A4-B11E-D0FB-6400D4F86712}"/>
                </a:ext>
              </a:extLst>
            </p:cNvPr>
            <p:cNvSpPr>
              <a:spLocks/>
            </p:cNvSpPr>
            <p:nvPr/>
          </p:nvSpPr>
          <p:spPr bwMode="auto">
            <a:xfrm>
              <a:off x="3391" y="2971"/>
              <a:ext cx="71" cy="8"/>
            </a:xfrm>
            <a:custGeom>
              <a:avLst/>
              <a:gdLst>
                <a:gd name="T0" fmla="*/ 0 w 419"/>
                <a:gd name="T1" fmla="*/ 0 h 46"/>
                <a:gd name="T2" fmla="*/ 0 w 419"/>
                <a:gd name="T3" fmla="*/ 0 h 46"/>
                <a:gd name="T4" fmla="*/ 0 w 419"/>
                <a:gd name="T5" fmla="*/ 0 h 46"/>
                <a:gd name="T6" fmla="*/ 0 w 419"/>
                <a:gd name="T7" fmla="*/ 0 h 46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419"/>
                <a:gd name="T13" fmla="*/ 0 h 46"/>
                <a:gd name="T14" fmla="*/ 419 w 419"/>
                <a:gd name="T15" fmla="*/ 46 h 4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419" h="46">
                  <a:moveTo>
                    <a:pt x="0" y="46"/>
                  </a:moveTo>
                  <a:lnTo>
                    <a:pt x="419" y="4"/>
                  </a:lnTo>
                  <a:lnTo>
                    <a:pt x="402" y="0"/>
                  </a:lnTo>
                  <a:lnTo>
                    <a:pt x="357" y="14"/>
                  </a:lnTo>
                </a:path>
              </a:pathLst>
            </a:custGeom>
            <a:noFill/>
            <a:ln w="0">
              <a:solidFill>
                <a:srgbClr val="0000FF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353" name="Freeform 796">
              <a:extLst>
                <a:ext uri="{FF2B5EF4-FFF2-40B4-BE49-F238E27FC236}">
                  <a16:creationId xmlns:a16="http://schemas.microsoft.com/office/drawing/2014/main" id="{4DF61A4F-0A65-70AE-5E83-5207CA5D60F7}"/>
                </a:ext>
              </a:extLst>
            </p:cNvPr>
            <p:cNvSpPr>
              <a:spLocks/>
            </p:cNvSpPr>
            <p:nvPr/>
          </p:nvSpPr>
          <p:spPr bwMode="auto">
            <a:xfrm>
              <a:off x="3382" y="2978"/>
              <a:ext cx="48" cy="59"/>
            </a:xfrm>
            <a:custGeom>
              <a:avLst/>
              <a:gdLst>
                <a:gd name="T0" fmla="*/ 0 w 289"/>
                <a:gd name="T1" fmla="*/ 0 h 351"/>
                <a:gd name="T2" fmla="*/ 0 w 289"/>
                <a:gd name="T3" fmla="*/ 0 h 351"/>
                <a:gd name="T4" fmla="*/ 0 w 289"/>
                <a:gd name="T5" fmla="*/ 0 h 351"/>
                <a:gd name="T6" fmla="*/ 0 w 289"/>
                <a:gd name="T7" fmla="*/ 0 h 351"/>
                <a:gd name="T8" fmla="*/ 0 w 289"/>
                <a:gd name="T9" fmla="*/ 0 h 351"/>
                <a:gd name="T10" fmla="*/ 0 w 289"/>
                <a:gd name="T11" fmla="*/ 0 h 351"/>
                <a:gd name="T12" fmla="*/ 0 w 289"/>
                <a:gd name="T13" fmla="*/ 0 h 351"/>
                <a:gd name="T14" fmla="*/ 0 w 289"/>
                <a:gd name="T15" fmla="*/ 0 h 351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w 289"/>
                <a:gd name="T25" fmla="*/ 0 h 351"/>
                <a:gd name="T26" fmla="*/ 289 w 289"/>
                <a:gd name="T27" fmla="*/ 351 h 351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289" h="351">
                  <a:moveTo>
                    <a:pt x="289" y="0"/>
                  </a:moveTo>
                  <a:lnTo>
                    <a:pt x="264" y="66"/>
                  </a:lnTo>
                  <a:lnTo>
                    <a:pt x="220" y="133"/>
                  </a:lnTo>
                  <a:lnTo>
                    <a:pt x="167" y="203"/>
                  </a:lnTo>
                  <a:lnTo>
                    <a:pt x="126" y="245"/>
                  </a:lnTo>
                  <a:lnTo>
                    <a:pt x="78" y="290"/>
                  </a:lnTo>
                  <a:lnTo>
                    <a:pt x="40" y="321"/>
                  </a:lnTo>
                  <a:lnTo>
                    <a:pt x="0" y="351"/>
                  </a:lnTo>
                </a:path>
              </a:pathLst>
            </a:custGeom>
            <a:noFill/>
            <a:ln w="0">
              <a:solidFill>
                <a:srgbClr val="0000FF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354" name="Freeform 797">
              <a:extLst>
                <a:ext uri="{FF2B5EF4-FFF2-40B4-BE49-F238E27FC236}">
                  <a16:creationId xmlns:a16="http://schemas.microsoft.com/office/drawing/2014/main" id="{152AD9A7-1884-C752-779E-42A9FBA4AAF2}"/>
                </a:ext>
              </a:extLst>
            </p:cNvPr>
            <p:cNvSpPr>
              <a:spLocks/>
            </p:cNvSpPr>
            <p:nvPr/>
          </p:nvSpPr>
          <p:spPr bwMode="auto">
            <a:xfrm>
              <a:off x="3422" y="2998"/>
              <a:ext cx="2" cy="69"/>
            </a:xfrm>
            <a:custGeom>
              <a:avLst/>
              <a:gdLst>
                <a:gd name="T0" fmla="*/ 0 w 13"/>
                <a:gd name="T1" fmla="*/ 0 h 417"/>
                <a:gd name="T2" fmla="*/ 0 w 13"/>
                <a:gd name="T3" fmla="*/ 0 h 417"/>
                <a:gd name="T4" fmla="*/ 0 w 13"/>
                <a:gd name="T5" fmla="*/ 0 h 417"/>
                <a:gd name="T6" fmla="*/ 0 w 13"/>
                <a:gd name="T7" fmla="*/ 0 h 417"/>
                <a:gd name="T8" fmla="*/ 0 w 13"/>
                <a:gd name="T9" fmla="*/ 0 h 417"/>
                <a:gd name="T10" fmla="*/ 0 w 13"/>
                <a:gd name="T11" fmla="*/ 0 h 417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13"/>
                <a:gd name="T19" fmla="*/ 0 h 417"/>
                <a:gd name="T20" fmla="*/ 13 w 13"/>
                <a:gd name="T21" fmla="*/ 417 h 417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13" h="417">
                  <a:moveTo>
                    <a:pt x="8" y="0"/>
                  </a:moveTo>
                  <a:lnTo>
                    <a:pt x="13" y="31"/>
                  </a:lnTo>
                  <a:lnTo>
                    <a:pt x="8" y="397"/>
                  </a:lnTo>
                  <a:lnTo>
                    <a:pt x="4" y="417"/>
                  </a:lnTo>
                  <a:lnTo>
                    <a:pt x="0" y="381"/>
                  </a:lnTo>
                  <a:lnTo>
                    <a:pt x="8" y="346"/>
                  </a:lnTo>
                </a:path>
              </a:pathLst>
            </a:custGeom>
            <a:noFill/>
            <a:ln w="0">
              <a:solidFill>
                <a:srgbClr val="0000FF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355" name="Freeform 798">
              <a:extLst>
                <a:ext uri="{FF2B5EF4-FFF2-40B4-BE49-F238E27FC236}">
                  <a16:creationId xmlns:a16="http://schemas.microsoft.com/office/drawing/2014/main" id="{F56776C2-489A-B6C7-D7BF-FF7B27356031}"/>
                </a:ext>
              </a:extLst>
            </p:cNvPr>
            <p:cNvSpPr>
              <a:spLocks/>
            </p:cNvSpPr>
            <p:nvPr/>
          </p:nvSpPr>
          <p:spPr bwMode="auto">
            <a:xfrm>
              <a:off x="3439" y="3010"/>
              <a:ext cx="21" cy="25"/>
            </a:xfrm>
            <a:custGeom>
              <a:avLst/>
              <a:gdLst>
                <a:gd name="T0" fmla="*/ 0 w 131"/>
                <a:gd name="T1" fmla="*/ 0 h 152"/>
                <a:gd name="T2" fmla="*/ 0 w 131"/>
                <a:gd name="T3" fmla="*/ 0 h 152"/>
                <a:gd name="T4" fmla="*/ 0 w 131"/>
                <a:gd name="T5" fmla="*/ 0 h 152"/>
                <a:gd name="T6" fmla="*/ 0 w 131"/>
                <a:gd name="T7" fmla="*/ 0 h 152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131"/>
                <a:gd name="T13" fmla="*/ 0 h 152"/>
                <a:gd name="T14" fmla="*/ 131 w 131"/>
                <a:gd name="T15" fmla="*/ 152 h 152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131" h="152">
                  <a:moveTo>
                    <a:pt x="131" y="152"/>
                  </a:moveTo>
                  <a:lnTo>
                    <a:pt x="118" y="121"/>
                  </a:lnTo>
                  <a:lnTo>
                    <a:pt x="58" y="50"/>
                  </a:lnTo>
                  <a:lnTo>
                    <a:pt x="0" y="0"/>
                  </a:lnTo>
                </a:path>
              </a:pathLst>
            </a:custGeom>
            <a:noFill/>
            <a:ln w="0">
              <a:solidFill>
                <a:srgbClr val="0000FF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356" name="Freeform 799">
              <a:extLst>
                <a:ext uri="{FF2B5EF4-FFF2-40B4-BE49-F238E27FC236}">
                  <a16:creationId xmlns:a16="http://schemas.microsoft.com/office/drawing/2014/main" id="{36A0565B-48A6-BCB3-8861-7A95F39E5A07}"/>
                </a:ext>
              </a:extLst>
            </p:cNvPr>
            <p:cNvSpPr>
              <a:spLocks/>
            </p:cNvSpPr>
            <p:nvPr/>
          </p:nvSpPr>
          <p:spPr bwMode="auto">
            <a:xfrm>
              <a:off x="3483" y="2967"/>
              <a:ext cx="52" cy="9"/>
            </a:xfrm>
            <a:custGeom>
              <a:avLst/>
              <a:gdLst>
                <a:gd name="T0" fmla="*/ 0 w 305"/>
                <a:gd name="T1" fmla="*/ 0 h 50"/>
                <a:gd name="T2" fmla="*/ 0 w 305"/>
                <a:gd name="T3" fmla="*/ 0 h 50"/>
                <a:gd name="T4" fmla="*/ 0 w 305"/>
                <a:gd name="T5" fmla="*/ 0 h 50"/>
                <a:gd name="T6" fmla="*/ 0 w 305"/>
                <a:gd name="T7" fmla="*/ 0 h 50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305"/>
                <a:gd name="T13" fmla="*/ 0 h 50"/>
                <a:gd name="T14" fmla="*/ 305 w 305"/>
                <a:gd name="T15" fmla="*/ 50 h 5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305" h="50">
                  <a:moveTo>
                    <a:pt x="0" y="50"/>
                  </a:moveTo>
                  <a:lnTo>
                    <a:pt x="305" y="4"/>
                  </a:lnTo>
                  <a:lnTo>
                    <a:pt x="293" y="0"/>
                  </a:lnTo>
                  <a:lnTo>
                    <a:pt x="263" y="10"/>
                  </a:lnTo>
                </a:path>
              </a:pathLst>
            </a:custGeom>
            <a:noFill/>
            <a:ln w="0">
              <a:solidFill>
                <a:srgbClr val="0000FF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357" name="Freeform 800">
              <a:extLst>
                <a:ext uri="{FF2B5EF4-FFF2-40B4-BE49-F238E27FC236}">
                  <a16:creationId xmlns:a16="http://schemas.microsoft.com/office/drawing/2014/main" id="{3311AE0F-8412-13F0-33DA-FD62DC583077}"/>
                </a:ext>
              </a:extLst>
            </p:cNvPr>
            <p:cNvSpPr>
              <a:spLocks/>
            </p:cNvSpPr>
            <p:nvPr/>
          </p:nvSpPr>
          <p:spPr bwMode="auto">
            <a:xfrm>
              <a:off x="3509" y="2973"/>
              <a:ext cx="2" cy="97"/>
            </a:xfrm>
            <a:custGeom>
              <a:avLst/>
              <a:gdLst>
                <a:gd name="T0" fmla="*/ 0 w 8"/>
                <a:gd name="T1" fmla="*/ 0 h 579"/>
                <a:gd name="T2" fmla="*/ 0 w 8"/>
                <a:gd name="T3" fmla="*/ 0 h 579"/>
                <a:gd name="T4" fmla="*/ 0 w 8"/>
                <a:gd name="T5" fmla="*/ 0 h 579"/>
                <a:gd name="T6" fmla="*/ 0 w 8"/>
                <a:gd name="T7" fmla="*/ 0 h 579"/>
                <a:gd name="T8" fmla="*/ 0 w 8"/>
                <a:gd name="T9" fmla="*/ 0 h 57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8"/>
                <a:gd name="T16" fmla="*/ 0 h 579"/>
                <a:gd name="T17" fmla="*/ 8 w 8"/>
                <a:gd name="T18" fmla="*/ 579 h 579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8" h="579">
                  <a:moveTo>
                    <a:pt x="4" y="0"/>
                  </a:moveTo>
                  <a:lnTo>
                    <a:pt x="8" y="498"/>
                  </a:lnTo>
                  <a:lnTo>
                    <a:pt x="4" y="579"/>
                  </a:lnTo>
                  <a:lnTo>
                    <a:pt x="0" y="544"/>
                  </a:lnTo>
                  <a:lnTo>
                    <a:pt x="4" y="503"/>
                  </a:lnTo>
                </a:path>
              </a:pathLst>
            </a:custGeom>
            <a:noFill/>
            <a:ln w="0">
              <a:solidFill>
                <a:srgbClr val="0000FF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358" name="Freeform 801">
              <a:extLst>
                <a:ext uri="{FF2B5EF4-FFF2-40B4-BE49-F238E27FC236}">
                  <a16:creationId xmlns:a16="http://schemas.microsoft.com/office/drawing/2014/main" id="{01C73AF9-E015-7BBA-7DF9-718B0E3B32E0}"/>
                </a:ext>
              </a:extLst>
            </p:cNvPr>
            <p:cNvSpPr>
              <a:spLocks/>
            </p:cNvSpPr>
            <p:nvPr/>
          </p:nvSpPr>
          <p:spPr bwMode="auto">
            <a:xfrm>
              <a:off x="3473" y="3011"/>
              <a:ext cx="72" cy="11"/>
            </a:xfrm>
            <a:custGeom>
              <a:avLst/>
              <a:gdLst>
                <a:gd name="T0" fmla="*/ 0 w 426"/>
                <a:gd name="T1" fmla="*/ 0 h 72"/>
                <a:gd name="T2" fmla="*/ 0 w 426"/>
                <a:gd name="T3" fmla="*/ 0 h 72"/>
                <a:gd name="T4" fmla="*/ 0 w 426"/>
                <a:gd name="T5" fmla="*/ 0 h 72"/>
                <a:gd name="T6" fmla="*/ 0 w 426"/>
                <a:gd name="T7" fmla="*/ 0 h 72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426"/>
                <a:gd name="T13" fmla="*/ 0 h 72"/>
                <a:gd name="T14" fmla="*/ 426 w 426"/>
                <a:gd name="T15" fmla="*/ 72 h 72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426" h="72">
                  <a:moveTo>
                    <a:pt x="0" y="72"/>
                  </a:moveTo>
                  <a:lnTo>
                    <a:pt x="426" y="6"/>
                  </a:lnTo>
                  <a:lnTo>
                    <a:pt x="406" y="0"/>
                  </a:lnTo>
                  <a:lnTo>
                    <a:pt x="377" y="16"/>
                  </a:lnTo>
                </a:path>
              </a:pathLst>
            </a:custGeom>
            <a:noFill/>
            <a:ln w="0">
              <a:solidFill>
                <a:srgbClr val="0000FF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359" name="Freeform 802">
              <a:extLst>
                <a:ext uri="{FF2B5EF4-FFF2-40B4-BE49-F238E27FC236}">
                  <a16:creationId xmlns:a16="http://schemas.microsoft.com/office/drawing/2014/main" id="{3D1CC72E-9E74-D258-A0C6-44E125EB7B07}"/>
                </a:ext>
              </a:extLst>
            </p:cNvPr>
            <p:cNvSpPr>
              <a:spLocks/>
            </p:cNvSpPr>
            <p:nvPr/>
          </p:nvSpPr>
          <p:spPr bwMode="auto">
            <a:xfrm>
              <a:off x="3521" y="2981"/>
              <a:ext cx="10" cy="27"/>
            </a:xfrm>
            <a:custGeom>
              <a:avLst/>
              <a:gdLst>
                <a:gd name="T0" fmla="*/ 0 w 60"/>
                <a:gd name="T1" fmla="*/ 0 h 163"/>
                <a:gd name="T2" fmla="*/ 0 w 60"/>
                <a:gd name="T3" fmla="*/ 0 h 163"/>
                <a:gd name="T4" fmla="*/ 0 w 60"/>
                <a:gd name="T5" fmla="*/ 0 h 163"/>
                <a:gd name="T6" fmla="*/ 0 60000 65536"/>
                <a:gd name="T7" fmla="*/ 0 60000 65536"/>
                <a:gd name="T8" fmla="*/ 0 60000 65536"/>
                <a:gd name="T9" fmla="*/ 0 w 60"/>
                <a:gd name="T10" fmla="*/ 0 h 163"/>
                <a:gd name="T11" fmla="*/ 60 w 60"/>
                <a:gd name="T12" fmla="*/ 163 h 163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60" h="163">
                  <a:moveTo>
                    <a:pt x="60" y="0"/>
                  </a:moveTo>
                  <a:lnTo>
                    <a:pt x="60" y="36"/>
                  </a:lnTo>
                  <a:lnTo>
                    <a:pt x="0" y="163"/>
                  </a:lnTo>
                </a:path>
              </a:pathLst>
            </a:custGeom>
            <a:noFill/>
            <a:ln w="0">
              <a:solidFill>
                <a:srgbClr val="0000FF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360" name="Freeform 803">
              <a:extLst>
                <a:ext uri="{FF2B5EF4-FFF2-40B4-BE49-F238E27FC236}">
                  <a16:creationId xmlns:a16="http://schemas.microsoft.com/office/drawing/2014/main" id="{7E6CFD6B-0575-819E-90A5-D82845935897}"/>
                </a:ext>
              </a:extLst>
            </p:cNvPr>
            <p:cNvSpPr>
              <a:spLocks/>
            </p:cNvSpPr>
            <p:nvPr/>
          </p:nvSpPr>
          <p:spPr bwMode="auto">
            <a:xfrm>
              <a:off x="3488" y="2987"/>
              <a:ext cx="7" cy="20"/>
            </a:xfrm>
            <a:custGeom>
              <a:avLst/>
              <a:gdLst>
                <a:gd name="T0" fmla="*/ 0 w 41"/>
                <a:gd name="T1" fmla="*/ 0 h 117"/>
                <a:gd name="T2" fmla="*/ 0 w 41"/>
                <a:gd name="T3" fmla="*/ 0 h 117"/>
                <a:gd name="T4" fmla="*/ 0 w 41"/>
                <a:gd name="T5" fmla="*/ 0 h 117"/>
                <a:gd name="T6" fmla="*/ 0 60000 65536"/>
                <a:gd name="T7" fmla="*/ 0 60000 65536"/>
                <a:gd name="T8" fmla="*/ 0 60000 65536"/>
                <a:gd name="T9" fmla="*/ 0 w 41"/>
                <a:gd name="T10" fmla="*/ 0 h 117"/>
                <a:gd name="T11" fmla="*/ 41 w 41"/>
                <a:gd name="T12" fmla="*/ 117 h 117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41" h="117">
                  <a:moveTo>
                    <a:pt x="0" y="0"/>
                  </a:moveTo>
                  <a:lnTo>
                    <a:pt x="37" y="81"/>
                  </a:lnTo>
                  <a:lnTo>
                    <a:pt x="41" y="117"/>
                  </a:lnTo>
                </a:path>
              </a:pathLst>
            </a:custGeom>
            <a:noFill/>
            <a:ln w="0">
              <a:solidFill>
                <a:srgbClr val="0000FF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361" name="Freeform 804">
              <a:extLst>
                <a:ext uri="{FF2B5EF4-FFF2-40B4-BE49-F238E27FC236}">
                  <a16:creationId xmlns:a16="http://schemas.microsoft.com/office/drawing/2014/main" id="{B8F31048-AC9B-8A69-FA51-F6EBC1784F38}"/>
                </a:ext>
              </a:extLst>
            </p:cNvPr>
            <p:cNvSpPr>
              <a:spLocks/>
            </p:cNvSpPr>
            <p:nvPr/>
          </p:nvSpPr>
          <p:spPr bwMode="auto">
            <a:xfrm>
              <a:off x="3560" y="2967"/>
              <a:ext cx="25" cy="34"/>
            </a:xfrm>
            <a:custGeom>
              <a:avLst/>
              <a:gdLst>
                <a:gd name="T0" fmla="*/ 0 w 150"/>
                <a:gd name="T1" fmla="*/ 0 h 203"/>
                <a:gd name="T2" fmla="*/ 0 w 150"/>
                <a:gd name="T3" fmla="*/ 0 h 203"/>
                <a:gd name="T4" fmla="*/ 0 w 150"/>
                <a:gd name="T5" fmla="*/ 0 h 203"/>
                <a:gd name="T6" fmla="*/ 0 w 150"/>
                <a:gd name="T7" fmla="*/ 0 h 203"/>
                <a:gd name="T8" fmla="*/ 0 w 150"/>
                <a:gd name="T9" fmla="*/ 0 h 203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50"/>
                <a:gd name="T16" fmla="*/ 0 h 203"/>
                <a:gd name="T17" fmla="*/ 150 w 150"/>
                <a:gd name="T18" fmla="*/ 203 h 203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50" h="203">
                  <a:moveTo>
                    <a:pt x="150" y="0"/>
                  </a:moveTo>
                  <a:lnTo>
                    <a:pt x="105" y="66"/>
                  </a:lnTo>
                  <a:lnTo>
                    <a:pt x="69" y="121"/>
                  </a:lnTo>
                  <a:lnTo>
                    <a:pt x="24" y="177"/>
                  </a:lnTo>
                  <a:lnTo>
                    <a:pt x="0" y="203"/>
                  </a:lnTo>
                </a:path>
              </a:pathLst>
            </a:custGeom>
            <a:noFill/>
            <a:ln w="0">
              <a:solidFill>
                <a:srgbClr val="0000FF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362" name="Freeform 805">
              <a:extLst>
                <a:ext uri="{FF2B5EF4-FFF2-40B4-BE49-F238E27FC236}">
                  <a16:creationId xmlns:a16="http://schemas.microsoft.com/office/drawing/2014/main" id="{A7AD751B-7548-8E12-3AB1-D049CB5B4B33}"/>
                </a:ext>
              </a:extLst>
            </p:cNvPr>
            <p:cNvSpPr>
              <a:spLocks/>
            </p:cNvSpPr>
            <p:nvPr/>
          </p:nvSpPr>
          <p:spPr bwMode="auto">
            <a:xfrm>
              <a:off x="3553" y="2992"/>
              <a:ext cx="37" cy="41"/>
            </a:xfrm>
            <a:custGeom>
              <a:avLst/>
              <a:gdLst>
                <a:gd name="T0" fmla="*/ 0 w 216"/>
                <a:gd name="T1" fmla="*/ 0 h 244"/>
                <a:gd name="T2" fmla="*/ 0 w 216"/>
                <a:gd name="T3" fmla="*/ 0 h 244"/>
                <a:gd name="T4" fmla="*/ 0 w 216"/>
                <a:gd name="T5" fmla="*/ 0 h 244"/>
                <a:gd name="T6" fmla="*/ 0 w 216"/>
                <a:gd name="T7" fmla="*/ 0 h 244"/>
                <a:gd name="T8" fmla="*/ 0 w 216"/>
                <a:gd name="T9" fmla="*/ 0 h 244"/>
                <a:gd name="T10" fmla="*/ 0 w 216"/>
                <a:gd name="T11" fmla="*/ 0 h 244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216"/>
                <a:gd name="T19" fmla="*/ 0 h 244"/>
                <a:gd name="T20" fmla="*/ 216 w 216"/>
                <a:gd name="T21" fmla="*/ 244 h 244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216" h="244">
                  <a:moveTo>
                    <a:pt x="216" y="0"/>
                  </a:moveTo>
                  <a:lnTo>
                    <a:pt x="183" y="50"/>
                  </a:lnTo>
                  <a:lnTo>
                    <a:pt x="143" y="106"/>
                  </a:lnTo>
                  <a:lnTo>
                    <a:pt x="86" y="162"/>
                  </a:lnTo>
                  <a:lnTo>
                    <a:pt x="45" y="203"/>
                  </a:lnTo>
                  <a:lnTo>
                    <a:pt x="0" y="244"/>
                  </a:lnTo>
                </a:path>
              </a:pathLst>
            </a:custGeom>
            <a:noFill/>
            <a:ln w="0">
              <a:solidFill>
                <a:srgbClr val="0000FF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363" name="Freeform 806">
              <a:extLst>
                <a:ext uri="{FF2B5EF4-FFF2-40B4-BE49-F238E27FC236}">
                  <a16:creationId xmlns:a16="http://schemas.microsoft.com/office/drawing/2014/main" id="{AF7BEE08-A95B-3034-0D48-EF6E88404909}"/>
                </a:ext>
              </a:extLst>
            </p:cNvPr>
            <p:cNvSpPr>
              <a:spLocks/>
            </p:cNvSpPr>
            <p:nvPr/>
          </p:nvSpPr>
          <p:spPr bwMode="auto">
            <a:xfrm>
              <a:off x="3578" y="3010"/>
              <a:ext cx="1" cy="62"/>
            </a:xfrm>
            <a:custGeom>
              <a:avLst/>
              <a:gdLst>
                <a:gd name="T0" fmla="*/ 0 w 8"/>
                <a:gd name="T1" fmla="*/ 0 h 370"/>
                <a:gd name="T2" fmla="*/ 0 w 8"/>
                <a:gd name="T3" fmla="*/ 0 h 370"/>
                <a:gd name="T4" fmla="*/ 0 w 8"/>
                <a:gd name="T5" fmla="*/ 0 h 370"/>
                <a:gd name="T6" fmla="*/ 0 w 8"/>
                <a:gd name="T7" fmla="*/ 0 h 370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8"/>
                <a:gd name="T13" fmla="*/ 0 h 370"/>
                <a:gd name="T14" fmla="*/ 8 w 8"/>
                <a:gd name="T15" fmla="*/ 370 h 37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8" h="370">
                  <a:moveTo>
                    <a:pt x="8" y="0"/>
                  </a:moveTo>
                  <a:lnTo>
                    <a:pt x="8" y="370"/>
                  </a:lnTo>
                  <a:lnTo>
                    <a:pt x="0" y="335"/>
                  </a:lnTo>
                  <a:lnTo>
                    <a:pt x="8" y="269"/>
                  </a:lnTo>
                </a:path>
              </a:pathLst>
            </a:custGeom>
            <a:noFill/>
            <a:ln w="0">
              <a:solidFill>
                <a:srgbClr val="0000FF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364" name="Freeform 807">
              <a:extLst>
                <a:ext uri="{FF2B5EF4-FFF2-40B4-BE49-F238E27FC236}">
                  <a16:creationId xmlns:a16="http://schemas.microsoft.com/office/drawing/2014/main" id="{3BC06C06-E6CF-C232-5D82-17AC7832D5C5}"/>
                </a:ext>
              </a:extLst>
            </p:cNvPr>
            <p:cNvSpPr>
              <a:spLocks/>
            </p:cNvSpPr>
            <p:nvPr/>
          </p:nvSpPr>
          <p:spPr bwMode="auto">
            <a:xfrm>
              <a:off x="3599" y="2974"/>
              <a:ext cx="31" cy="6"/>
            </a:xfrm>
            <a:custGeom>
              <a:avLst/>
              <a:gdLst>
                <a:gd name="T0" fmla="*/ 0 w 183"/>
                <a:gd name="T1" fmla="*/ 0 h 36"/>
                <a:gd name="T2" fmla="*/ 0 w 183"/>
                <a:gd name="T3" fmla="*/ 0 h 36"/>
                <a:gd name="T4" fmla="*/ 0 w 183"/>
                <a:gd name="T5" fmla="*/ 0 h 36"/>
                <a:gd name="T6" fmla="*/ 0 w 183"/>
                <a:gd name="T7" fmla="*/ 0 h 36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183"/>
                <a:gd name="T13" fmla="*/ 0 h 36"/>
                <a:gd name="T14" fmla="*/ 183 w 183"/>
                <a:gd name="T15" fmla="*/ 36 h 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183" h="36">
                  <a:moveTo>
                    <a:pt x="0" y="36"/>
                  </a:moveTo>
                  <a:lnTo>
                    <a:pt x="183" y="6"/>
                  </a:lnTo>
                  <a:lnTo>
                    <a:pt x="163" y="0"/>
                  </a:lnTo>
                  <a:lnTo>
                    <a:pt x="139" y="10"/>
                  </a:lnTo>
                </a:path>
              </a:pathLst>
            </a:custGeom>
            <a:noFill/>
            <a:ln w="0">
              <a:solidFill>
                <a:srgbClr val="0000FF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365" name="Freeform 808">
              <a:extLst>
                <a:ext uri="{FF2B5EF4-FFF2-40B4-BE49-F238E27FC236}">
                  <a16:creationId xmlns:a16="http://schemas.microsoft.com/office/drawing/2014/main" id="{C7A101AB-58C2-6119-30C5-CF47E3F2F1E6}"/>
                </a:ext>
              </a:extLst>
            </p:cNvPr>
            <p:cNvSpPr>
              <a:spLocks/>
            </p:cNvSpPr>
            <p:nvPr/>
          </p:nvSpPr>
          <p:spPr bwMode="auto">
            <a:xfrm>
              <a:off x="3591" y="2999"/>
              <a:ext cx="49" cy="9"/>
            </a:xfrm>
            <a:custGeom>
              <a:avLst/>
              <a:gdLst>
                <a:gd name="T0" fmla="*/ 0 w 293"/>
                <a:gd name="T1" fmla="*/ 0 h 56"/>
                <a:gd name="T2" fmla="*/ 0 w 293"/>
                <a:gd name="T3" fmla="*/ 0 h 56"/>
                <a:gd name="T4" fmla="*/ 0 w 293"/>
                <a:gd name="T5" fmla="*/ 0 h 56"/>
                <a:gd name="T6" fmla="*/ 0 w 293"/>
                <a:gd name="T7" fmla="*/ 0 h 56"/>
                <a:gd name="T8" fmla="*/ 0 w 293"/>
                <a:gd name="T9" fmla="*/ 0 h 5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93"/>
                <a:gd name="T16" fmla="*/ 0 h 56"/>
                <a:gd name="T17" fmla="*/ 293 w 293"/>
                <a:gd name="T18" fmla="*/ 56 h 5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93" h="56">
                  <a:moveTo>
                    <a:pt x="0" y="56"/>
                  </a:moveTo>
                  <a:lnTo>
                    <a:pt x="293" y="10"/>
                  </a:lnTo>
                  <a:lnTo>
                    <a:pt x="272" y="6"/>
                  </a:lnTo>
                  <a:lnTo>
                    <a:pt x="276" y="0"/>
                  </a:lnTo>
                  <a:lnTo>
                    <a:pt x="256" y="10"/>
                  </a:lnTo>
                </a:path>
              </a:pathLst>
            </a:custGeom>
            <a:noFill/>
            <a:ln w="0">
              <a:solidFill>
                <a:srgbClr val="0000FF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366" name="Freeform 809">
              <a:extLst>
                <a:ext uri="{FF2B5EF4-FFF2-40B4-BE49-F238E27FC236}">
                  <a16:creationId xmlns:a16="http://schemas.microsoft.com/office/drawing/2014/main" id="{5D7526F7-6B48-F5D6-0F4A-DE4FD5FAA7A4}"/>
                </a:ext>
              </a:extLst>
            </p:cNvPr>
            <p:cNvSpPr>
              <a:spLocks/>
            </p:cNvSpPr>
            <p:nvPr/>
          </p:nvSpPr>
          <p:spPr bwMode="auto">
            <a:xfrm>
              <a:off x="3606" y="3005"/>
              <a:ext cx="14" cy="68"/>
            </a:xfrm>
            <a:custGeom>
              <a:avLst/>
              <a:gdLst>
                <a:gd name="T0" fmla="*/ 0 w 82"/>
                <a:gd name="T1" fmla="*/ 0 h 407"/>
                <a:gd name="T2" fmla="*/ 0 w 82"/>
                <a:gd name="T3" fmla="*/ 0 h 407"/>
                <a:gd name="T4" fmla="*/ 0 w 82"/>
                <a:gd name="T5" fmla="*/ 0 h 407"/>
                <a:gd name="T6" fmla="*/ 0 w 82"/>
                <a:gd name="T7" fmla="*/ 0 h 407"/>
                <a:gd name="T8" fmla="*/ 0 w 82"/>
                <a:gd name="T9" fmla="*/ 0 h 40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82"/>
                <a:gd name="T16" fmla="*/ 0 h 407"/>
                <a:gd name="T17" fmla="*/ 82 w 82"/>
                <a:gd name="T18" fmla="*/ 407 h 407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82" h="407">
                  <a:moveTo>
                    <a:pt x="82" y="0"/>
                  </a:moveTo>
                  <a:lnTo>
                    <a:pt x="82" y="204"/>
                  </a:lnTo>
                  <a:lnTo>
                    <a:pt x="82" y="376"/>
                  </a:lnTo>
                  <a:lnTo>
                    <a:pt x="82" y="407"/>
                  </a:lnTo>
                  <a:lnTo>
                    <a:pt x="0" y="315"/>
                  </a:lnTo>
                </a:path>
              </a:pathLst>
            </a:custGeom>
            <a:noFill/>
            <a:ln w="0">
              <a:solidFill>
                <a:srgbClr val="0000FF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367" name="Line 810">
              <a:extLst>
                <a:ext uri="{FF2B5EF4-FFF2-40B4-BE49-F238E27FC236}">
                  <a16:creationId xmlns:a16="http://schemas.microsoft.com/office/drawing/2014/main" id="{D3498906-8DBA-B442-168F-F5040CA5B056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286" y="3105"/>
              <a:ext cx="71" cy="159"/>
            </a:xfrm>
            <a:prstGeom prst="line">
              <a:avLst/>
            </a:prstGeom>
            <a:noFill/>
            <a:ln w="0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368" name="Line 811">
              <a:extLst>
                <a:ext uri="{FF2B5EF4-FFF2-40B4-BE49-F238E27FC236}">
                  <a16:creationId xmlns:a16="http://schemas.microsoft.com/office/drawing/2014/main" id="{99C52ACE-33D9-9215-9494-DEC17B64557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357" y="3105"/>
              <a:ext cx="300" cy="1"/>
            </a:xfrm>
            <a:prstGeom prst="line">
              <a:avLst/>
            </a:prstGeom>
            <a:noFill/>
            <a:ln w="0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369" name="Line 812">
              <a:extLst>
                <a:ext uri="{FF2B5EF4-FFF2-40B4-BE49-F238E27FC236}">
                  <a16:creationId xmlns:a16="http://schemas.microsoft.com/office/drawing/2014/main" id="{79832738-81D4-25EE-1429-F941CB3FD7A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357" y="3105"/>
              <a:ext cx="82" cy="112"/>
            </a:xfrm>
            <a:prstGeom prst="line">
              <a:avLst/>
            </a:prstGeom>
            <a:noFill/>
            <a:ln w="0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</p:grpSp>
      <p:grpSp>
        <p:nvGrpSpPr>
          <p:cNvPr id="1370" name="Group 813">
            <a:extLst>
              <a:ext uri="{FF2B5EF4-FFF2-40B4-BE49-F238E27FC236}">
                <a16:creationId xmlns:a16="http://schemas.microsoft.com/office/drawing/2014/main" id="{E0F20A5F-AA2C-EAD7-D588-768A97C89F42}"/>
              </a:ext>
            </a:extLst>
          </p:cNvPr>
          <p:cNvGrpSpPr>
            <a:grpSpLocks/>
          </p:cNvGrpSpPr>
          <p:nvPr/>
        </p:nvGrpSpPr>
        <p:grpSpPr bwMode="auto">
          <a:xfrm>
            <a:off x="4711701" y="8538094"/>
            <a:ext cx="1571626" cy="1371600"/>
            <a:chOff x="1882" y="3229"/>
            <a:chExt cx="419" cy="366"/>
          </a:xfrm>
        </p:grpSpPr>
        <p:sp>
          <p:nvSpPr>
            <p:cNvPr id="1371" name="Freeform 814">
              <a:extLst>
                <a:ext uri="{FF2B5EF4-FFF2-40B4-BE49-F238E27FC236}">
                  <a16:creationId xmlns:a16="http://schemas.microsoft.com/office/drawing/2014/main" id="{BC2DD350-18D3-E48B-57FB-F4293C58C888}"/>
                </a:ext>
              </a:extLst>
            </p:cNvPr>
            <p:cNvSpPr>
              <a:spLocks/>
            </p:cNvSpPr>
            <p:nvPr/>
          </p:nvSpPr>
          <p:spPr bwMode="auto">
            <a:xfrm>
              <a:off x="2119" y="3236"/>
              <a:ext cx="1" cy="82"/>
            </a:xfrm>
            <a:custGeom>
              <a:avLst/>
              <a:gdLst>
                <a:gd name="T0" fmla="*/ 0 w 7"/>
                <a:gd name="T1" fmla="*/ 0 h 579"/>
                <a:gd name="T2" fmla="*/ 0 w 7"/>
                <a:gd name="T3" fmla="*/ 0 h 579"/>
                <a:gd name="T4" fmla="*/ 0 w 7"/>
                <a:gd name="T5" fmla="*/ 0 h 579"/>
                <a:gd name="T6" fmla="*/ 0 w 7"/>
                <a:gd name="T7" fmla="*/ 0 h 579"/>
                <a:gd name="T8" fmla="*/ 0 w 7"/>
                <a:gd name="T9" fmla="*/ 0 h 57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7"/>
                <a:gd name="T16" fmla="*/ 0 h 579"/>
                <a:gd name="T17" fmla="*/ 7 w 7"/>
                <a:gd name="T18" fmla="*/ 579 h 579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7" h="579">
                  <a:moveTo>
                    <a:pt x="3" y="0"/>
                  </a:moveTo>
                  <a:lnTo>
                    <a:pt x="7" y="498"/>
                  </a:lnTo>
                  <a:lnTo>
                    <a:pt x="3" y="579"/>
                  </a:lnTo>
                  <a:lnTo>
                    <a:pt x="0" y="544"/>
                  </a:lnTo>
                  <a:lnTo>
                    <a:pt x="3" y="503"/>
                  </a:lnTo>
                </a:path>
              </a:pathLst>
            </a:custGeom>
            <a:noFill/>
            <a:ln w="0">
              <a:solidFill>
                <a:srgbClr val="0000FF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372" name="Freeform 815">
              <a:extLst>
                <a:ext uri="{FF2B5EF4-FFF2-40B4-BE49-F238E27FC236}">
                  <a16:creationId xmlns:a16="http://schemas.microsoft.com/office/drawing/2014/main" id="{E8F5DEAC-8809-A6CF-3563-DF0258CF6477}"/>
                </a:ext>
              </a:extLst>
            </p:cNvPr>
            <p:cNvSpPr>
              <a:spLocks/>
            </p:cNvSpPr>
            <p:nvPr/>
          </p:nvSpPr>
          <p:spPr bwMode="auto">
            <a:xfrm>
              <a:off x="2088" y="3268"/>
              <a:ext cx="61" cy="10"/>
            </a:xfrm>
            <a:custGeom>
              <a:avLst/>
              <a:gdLst>
                <a:gd name="T0" fmla="*/ 0 w 427"/>
                <a:gd name="T1" fmla="*/ 0 h 72"/>
                <a:gd name="T2" fmla="*/ 0 w 427"/>
                <a:gd name="T3" fmla="*/ 0 h 72"/>
                <a:gd name="T4" fmla="*/ 0 w 427"/>
                <a:gd name="T5" fmla="*/ 0 h 72"/>
                <a:gd name="T6" fmla="*/ 0 w 427"/>
                <a:gd name="T7" fmla="*/ 0 h 72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427"/>
                <a:gd name="T13" fmla="*/ 0 h 72"/>
                <a:gd name="T14" fmla="*/ 427 w 427"/>
                <a:gd name="T15" fmla="*/ 72 h 72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427" h="72">
                  <a:moveTo>
                    <a:pt x="0" y="72"/>
                  </a:moveTo>
                  <a:lnTo>
                    <a:pt x="427" y="6"/>
                  </a:lnTo>
                  <a:lnTo>
                    <a:pt x="407" y="0"/>
                  </a:lnTo>
                  <a:lnTo>
                    <a:pt x="379" y="16"/>
                  </a:lnTo>
                </a:path>
              </a:pathLst>
            </a:custGeom>
            <a:noFill/>
            <a:ln w="0">
              <a:solidFill>
                <a:srgbClr val="0000FF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373" name="Freeform 816">
              <a:extLst>
                <a:ext uri="{FF2B5EF4-FFF2-40B4-BE49-F238E27FC236}">
                  <a16:creationId xmlns:a16="http://schemas.microsoft.com/office/drawing/2014/main" id="{7F5C379A-E8E1-EAA3-178D-48CEA93EBC49}"/>
                </a:ext>
              </a:extLst>
            </p:cNvPr>
            <p:cNvSpPr>
              <a:spLocks/>
            </p:cNvSpPr>
            <p:nvPr/>
          </p:nvSpPr>
          <p:spPr bwMode="auto">
            <a:xfrm>
              <a:off x="2043" y="3229"/>
              <a:ext cx="6" cy="17"/>
            </a:xfrm>
            <a:custGeom>
              <a:avLst/>
              <a:gdLst>
                <a:gd name="T0" fmla="*/ 0 w 40"/>
                <a:gd name="T1" fmla="*/ 0 h 117"/>
                <a:gd name="T2" fmla="*/ 0 w 40"/>
                <a:gd name="T3" fmla="*/ 0 h 117"/>
                <a:gd name="T4" fmla="*/ 0 w 40"/>
                <a:gd name="T5" fmla="*/ 0 h 117"/>
                <a:gd name="T6" fmla="*/ 0 60000 65536"/>
                <a:gd name="T7" fmla="*/ 0 60000 65536"/>
                <a:gd name="T8" fmla="*/ 0 60000 65536"/>
                <a:gd name="T9" fmla="*/ 0 w 40"/>
                <a:gd name="T10" fmla="*/ 0 h 117"/>
                <a:gd name="T11" fmla="*/ 40 w 40"/>
                <a:gd name="T12" fmla="*/ 117 h 117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40" h="117">
                  <a:moveTo>
                    <a:pt x="0" y="0"/>
                  </a:moveTo>
                  <a:lnTo>
                    <a:pt x="36" y="76"/>
                  </a:lnTo>
                  <a:lnTo>
                    <a:pt x="40" y="117"/>
                  </a:lnTo>
                </a:path>
              </a:pathLst>
            </a:custGeom>
            <a:noFill/>
            <a:ln w="0">
              <a:solidFill>
                <a:srgbClr val="0000FF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374" name="Freeform 817">
              <a:extLst>
                <a:ext uri="{FF2B5EF4-FFF2-40B4-BE49-F238E27FC236}">
                  <a16:creationId xmlns:a16="http://schemas.microsoft.com/office/drawing/2014/main" id="{AE6A8C83-50A2-73DE-5480-49CD5DF7F878}"/>
                </a:ext>
              </a:extLst>
            </p:cNvPr>
            <p:cNvSpPr>
              <a:spLocks/>
            </p:cNvSpPr>
            <p:nvPr/>
          </p:nvSpPr>
          <p:spPr bwMode="auto">
            <a:xfrm>
              <a:off x="2014" y="3242"/>
              <a:ext cx="56" cy="80"/>
            </a:xfrm>
            <a:custGeom>
              <a:avLst/>
              <a:gdLst>
                <a:gd name="T0" fmla="*/ 0 w 394"/>
                <a:gd name="T1" fmla="*/ 0 h 554"/>
                <a:gd name="T2" fmla="*/ 0 w 394"/>
                <a:gd name="T3" fmla="*/ 0 h 554"/>
                <a:gd name="T4" fmla="*/ 0 w 394"/>
                <a:gd name="T5" fmla="*/ 0 h 554"/>
                <a:gd name="T6" fmla="*/ 0 w 394"/>
                <a:gd name="T7" fmla="*/ 0 h 554"/>
                <a:gd name="T8" fmla="*/ 0 w 394"/>
                <a:gd name="T9" fmla="*/ 0 h 554"/>
                <a:gd name="T10" fmla="*/ 0 w 394"/>
                <a:gd name="T11" fmla="*/ 0 h 554"/>
                <a:gd name="T12" fmla="*/ 0 w 394"/>
                <a:gd name="T13" fmla="*/ 0 h 554"/>
                <a:gd name="T14" fmla="*/ 0 w 394"/>
                <a:gd name="T15" fmla="*/ 0 h 554"/>
                <a:gd name="T16" fmla="*/ 0 w 394"/>
                <a:gd name="T17" fmla="*/ 0 h 554"/>
                <a:gd name="T18" fmla="*/ 0 w 394"/>
                <a:gd name="T19" fmla="*/ 0 h 554"/>
                <a:gd name="T20" fmla="*/ 0 w 394"/>
                <a:gd name="T21" fmla="*/ 0 h 554"/>
                <a:gd name="T22" fmla="*/ 0 w 394"/>
                <a:gd name="T23" fmla="*/ 0 h 554"/>
                <a:gd name="T24" fmla="*/ 0 w 394"/>
                <a:gd name="T25" fmla="*/ 0 h 554"/>
                <a:gd name="T26" fmla="*/ 0 w 394"/>
                <a:gd name="T27" fmla="*/ 0 h 554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w 394"/>
                <a:gd name="T43" fmla="*/ 0 h 554"/>
                <a:gd name="T44" fmla="*/ 394 w 394"/>
                <a:gd name="T45" fmla="*/ 554 h 554"/>
              </a:gdLst>
              <a:ahLst/>
              <a:cxnLst>
                <a:cxn ang="T28">
                  <a:pos x="T0" y="T1"/>
                </a:cxn>
                <a:cxn ang="T29">
                  <a:pos x="T2" y="T3"/>
                </a:cxn>
                <a:cxn ang="T30">
                  <a:pos x="T4" y="T5"/>
                </a:cxn>
                <a:cxn ang="T31">
                  <a:pos x="T6" y="T7"/>
                </a:cxn>
                <a:cxn ang="T32">
                  <a:pos x="T8" y="T9"/>
                </a:cxn>
                <a:cxn ang="T33">
                  <a:pos x="T10" y="T11"/>
                </a:cxn>
                <a:cxn ang="T34">
                  <a:pos x="T12" y="T13"/>
                </a:cxn>
                <a:cxn ang="T35">
                  <a:pos x="T14" y="T15"/>
                </a:cxn>
                <a:cxn ang="T36">
                  <a:pos x="T16" y="T17"/>
                </a:cxn>
                <a:cxn ang="T37">
                  <a:pos x="T18" y="T19"/>
                </a:cxn>
                <a:cxn ang="T38">
                  <a:pos x="T20" y="T21"/>
                </a:cxn>
                <a:cxn ang="T39">
                  <a:pos x="T22" y="T23"/>
                </a:cxn>
                <a:cxn ang="T40">
                  <a:pos x="T24" y="T25"/>
                </a:cxn>
                <a:cxn ang="T41">
                  <a:pos x="T26" y="T27"/>
                </a:cxn>
              </a:cxnLst>
              <a:rect l="T42" t="T43" r="T44" b="T45"/>
              <a:pathLst>
                <a:path w="394" h="554">
                  <a:moveTo>
                    <a:pt x="324" y="45"/>
                  </a:moveTo>
                  <a:lnTo>
                    <a:pt x="377" y="30"/>
                  </a:lnTo>
                  <a:lnTo>
                    <a:pt x="394" y="40"/>
                  </a:lnTo>
                  <a:lnTo>
                    <a:pt x="386" y="40"/>
                  </a:lnTo>
                  <a:lnTo>
                    <a:pt x="93" y="81"/>
                  </a:lnTo>
                  <a:lnTo>
                    <a:pt x="77" y="0"/>
                  </a:lnTo>
                  <a:lnTo>
                    <a:pt x="93" y="101"/>
                  </a:lnTo>
                  <a:lnTo>
                    <a:pt x="93" y="183"/>
                  </a:lnTo>
                  <a:lnTo>
                    <a:pt x="85" y="274"/>
                  </a:lnTo>
                  <a:lnTo>
                    <a:pt x="73" y="350"/>
                  </a:lnTo>
                  <a:lnTo>
                    <a:pt x="60" y="416"/>
                  </a:lnTo>
                  <a:lnTo>
                    <a:pt x="40" y="478"/>
                  </a:lnTo>
                  <a:lnTo>
                    <a:pt x="20" y="523"/>
                  </a:lnTo>
                  <a:lnTo>
                    <a:pt x="0" y="554"/>
                  </a:lnTo>
                </a:path>
              </a:pathLst>
            </a:custGeom>
            <a:noFill/>
            <a:ln w="0">
              <a:solidFill>
                <a:srgbClr val="0000FF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375" name="Freeform 818">
              <a:extLst>
                <a:ext uri="{FF2B5EF4-FFF2-40B4-BE49-F238E27FC236}">
                  <a16:creationId xmlns:a16="http://schemas.microsoft.com/office/drawing/2014/main" id="{9FC58CE3-3731-1392-C6C0-211D6EA079BE}"/>
                </a:ext>
              </a:extLst>
            </p:cNvPr>
            <p:cNvSpPr>
              <a:spLocks/>
            </p:cNvSpPr>
            <p:nvPr/>
          </p:nvSpPr>
          <p:spPr bwMode="auto">
            <a:xfrm>
              <a:off x="2034" y="3272"/>
              <a:ext cx="7" cy="25"/>
            </a:xfrm>
            <a:custGeom>
              <a:avLst/>
              <a:gdLst>
                <a:gd name="T0" fmla="*/ 0 w 45"/>
                <a:gd name="T1" fmla="*/ 0 h 178"/>
                <a:gd name="T2" fmla="*/ 0 w 45"/>
                <a:gd name="T3" fmla="*/ 0 h 178"/>
                <a:gd name="T4" fmla="*/ 0 w 45"/>
                <a:gd name="T5" fmla="*/ 0 h 178"/>
                <a:gd name="T6" fmla="*/ 0 w 45"/>
                <a:gd name="T7" fmla="*/ 0 h 178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45"/>
                <a:gd name="T13" fmla="*/ 0 h 178"/>
                <a:gd name="T14" fmla="*/ 45 w 45"/>
                <a:gd name="T15" fmla="*/ 178 h 178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45" h="178">
                  <a:moveTo>
                    <a:pt x="0" y="0"/>
                  </a:moveTo>
                  <a:lnTo>
                    <a:pt x="45" y="122"/>
                  </a:lnTo>
                  <a:lnTo>
                    <a:pt x="42" y="178"/>
                  </a:lnTo>
                  <a:lnTo>
                    <a:pt x="37" y="107"/>
                  </a:lnTo>
                </a:path>
              </a:pathLst>
            </a:custGeom>
            <a:noFill/>
            <a:ln w="0">
              <a:solidFill>
                <a:srgbClr val="0000FF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376" name="Freeform 819">
              <a:extLst>
                <a:ext uri="{FF2B5EF4-FFF2-40B4-BE49-F238E27FC236}">
                  <a16:creationId xmlns:a16="http://schemas.microsoft.com/office/drawing/2014/main" id="{98232A7E-B68D-E835-2FBC-AB44A11BFC67}"/>
                </a:ext>
              </a:extLst>
            </p:cNvPr>
            <p:cNvSpPr>
              <a:spLocks/>
            </p:cNvSpPr>
            <p:nvPr/>
          </p:nvSpPr>
          <p:spPr bwMode="auto">
            <a:xfrm>
              <a:off x="2045" y="3264"/>
              <a:ext cx="6" cy="26"/>
            </a:xfrm>
            <a:custGeom>
              <a:avLst/>
              <a:gdLst>
                <a:gd name="T0" fmla="*/ 0 w 40"/>
                <a:gd name="T1" fmla="*/ 0 h 182"/>
                <a:gd name="T2" fmla="*/ 0 w 40"/>
                <a:gd name="T3" fmla="*/ 0 h 182"/>
                <a:gd name="T4" fmla="*/ 0 w 40"/>
                <a:gd name="T5" fmla="*/ 0 h 182"/>
                <a:gd name="T6" fmla="*/ 0 w 40"/>
                <a:gd name="T7" fmla="*/ 0 h 182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40"/>
                <a:gd name="T13" fmla="*/ 0 h 182"/>
                <a:gd name="T14" fmla="*/ 40 w 40"/>
                <a:gd name="T15" fmla="*/ 182 h 182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40" h="182">
                  <a:moveTo>
                    <a:pt x="0" y="0"/>
                  </a:moveTo>
                  <a:lnTo>
                    <a:pt x="40" y="141"/>
                  </a:lnTo>
                  <a:lnTo>
                    <a:pt x="37" y="182"/>
                  </a:lnTo>
                  <a:lnTo>
                    <a:pt x="32" y="111"/>
                  </a:lnTo>
                </a:path>
              </a:pathLst>
            </a:custGeom>
            <a:noFill/>
            <a:ln w="0">
              <a:solidFill>
                <a:srgbClr val="0000FF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377" name="Freeform 820">
              <a:extLst>
                <a:ext uri="{FF2B5EF4-FFF2-40B4-BE49-F238E27FC236}">
                  <a16:creationId xmlns:a16="http://schemas.microsoft.com/office/drawing/2014/main" id="{DDF431DB-969D-A55F-3475-2D14A14B414F}"/>
                </a:ext>
              </a:extLst>
            </p:cNvPr>
            <p:cNvSpPr>
              <a:spLocks/>
            </p:cNvSpPr>
            <p:nvPr/>
          </p:nvSpPr>
          <p:spPr bwMode="auto">
            <a:xfrm>
              <a:off x="2057" y="3260"/>
              <a:ext cx="7" cy="47"/>
            </a:xfrm>
            <a:custGeom>
              <a:avLst/>
              <a:gdLst>
                <a:gd name="T0" fmla="*/ 0 w 52"/>
                <a:gd name="T1" fmla="*/ 0 h 347"/>
                <a:gd name="T2" fmla="*/ 0 w 52"/>
                <a:gd name="T3" fmla="*/ 0 h 347"/>
                <a:gd name="T4" fmla="*/ 0 w 52"/>
                <a:gd name="T5" fmla="*/ 0 h 347"/>
                <a:gd name="T6" fmla="*/ 0 w 52"/>
                <a:gd name="T7" fmla="*/ 0 h 347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52"/>
                <a:gd name="T13" fmla="*/ 0 h 347"/>
                <a:gd name="T14" fmla="*/ 52 w 52"/>
                <a:gd name="T15" fmla="*/ 347 h 347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52" h="347">
                  <a:moveTo>
                    <a:pt x="52" y="0"/>
                  </a:moveTo>
                  <a:lnTo>
                    <a:pt x="52" y="52"/>
                  </a:lnTo>
                  <a:lnTo>
                    <a:pt x="23" y="225"/>
                  </a:lnTo>
                  <a:lnTo>
                    <a:pt x="0" y="347"/>
                  </a:lnTo>
                </a:path>
              </a:pathLst>
            </a:custGeom>
            <a:noFill/>
            <a:ln w="0">
              <a:solidFill>
                <a:srgbClr val="0000FF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378" name="Freeform 821">
              <a:extLst>
                <a:ext uri="{FF2B5EF4-FFF2-40B4-BE49-F238E27FC236}">
                  <a16:creationId xmlns:a16="http://schemas.microsoft.com/office/drawing/2014/main" id="{F1477EAB-510F-4EA0-52F2-9FD7E860C371}"/>
                </a:ext>
              </a:extLst>
            </p:cNvPr>
            <p:cNvSpPr>
              <a:spLocks/>
            </p:cNvSpPr>
            <p:nvPr/>
          </p:nvSpPr>
          <p:spPr bwMode="auto">
            <a:xfrm>
              <a:off x="2027" y="3308"/>
              <a:ext cx="49" cy="4"/>
            </a:xfrm>
            <a:custGeom>
              <a:avLst/>
              <a:gdLst>
                <a:gd name="T0" fmla="*/ 0 w 346"/>
                <a:gd name="T1" fmla="*/ 0 h 31"/>
                <a:gd name="T2" fmla="*/ 0 w 346"/>
                <a:gd name="T3" fmla="*/ 0 h 31"/>
                <a:gd name="T4" fmla="*/ 0 w 346"/>
                <a:gd name="T5" fmla="*/ 0 h 31"/>
                <a:gd name="T6" fmla="*/ 0 w 346"/>
                <a:gd name="T7" fmla="*/ 0 h 31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346"/>
                <a:gd name="T13" fmla="*/ 0 h 31"/>
                <a:gd name="T14" fmla="*/ 346 w 346"/>
                <a:gd name="T15" fmla="*/ 31 h 31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346" h="31">
                  <a:moveTo>
                    <a:pt x="0" y="31"/>
                  </a:moveTo>
                  <a:lnTo>
                    <a:pt x="346" y="5"/>
                  </a:lnTo>
                  <a:lnTo>
                    <a:pt x="326" y="0"/>
                  </a:lnTo>
                  <a:lnTo>
                    <a:pt x="278" y="11"/>
                  </a:lnTo>
                </a:path>
              </a:pathLst>
            </a:custGeom>
            <a:noFill/>
            <a:ln w="0">
              <a:solidFill>
                <a:srgbClr val="0000FF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379" name="Freeform 822">
              <a:extLst>
                <a:ext uri="{FF2B5EF4-FFF2-40B4-BE49-F238E27FC236}">
                  <a16:creationId xmlns:a16="http://schemas.microsoft.com/office/drawing/2014/main" id="{26A0BFE6-26C1-BAF3-97E0-29EC115BFDF2}"/>
                </a:ext>
              </a:extLst>
            </p:cNvPr>
            <p:cNvSpPr>
              <a:spLocks/>
            </p:cNvSpPr>
            <p:nvPr/>
          </p:nvSpPr>
          <p:spPr bwMode="auto">
            <a:xfrm>
              <a:off x="2097" y="3231"/>
              <a:ext cx="43" cy="8"/>
            </a:xfrm>
            <a:custGeom>
              <a:avLst/>
              <a:gdLst>
                <a:gd name="T0" fmla="*/ 0 w 304"/>
                <a:gd name="T1" fmla="*/ 0 h 50"/>
                <a:gd name="T2" fmla="*/ 0 w 304"/>
                <a:gd name="T3" fmla="*/ 0 h 50"/>
                <a:gd name="T4" fmla="*/ 0 w 304"/>
                <a:gd name="T5" fmla="*/ 0 h 50"/>
                <a:gd name="T6" fmla="*/ 0 w 304"/>
                <a:gd name="T7" fmla="*/ 0 h 50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304"/>
                <a:gd name="T13" fmla="*/ 0 h 50"/>
                <a:gd name="T14" fmla="*/ 304 w 304"/>
                <a:gd name="T15" fmla="*/ 50 h 5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304" h="50">
                  <a:moveTo>
                    <a:pt x="0" y="50"/>
                  </a:moveTo>
                  <a:lnTo>
                    <a:pt x="304" y="4"/>
                  </a:lnTo>
                  <a:lnTo>
                    <a:pt x="292" y="0"/>
                  </a:lnTo>
                  <a:lnTo>
                    <a:pt x="264" y="10"/>
                  </a:lnTo>
                </a:path>
              </a:pathLst>
            </a:custGeom>
            <a:noFill/>
            <a:ln w="0">
              <a:solidFill>
                <a:srgbClr val="0000FF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380" name="Freeform 823">
              <a:extLst>
                <a:ext uri="{FF2B5EF4-FFF2-40B4-BE49-F238E27FC236}">
                  <a16:creationId xmlns:a16="http://schemas.microsoft.com/office/drawing/2014/main" id="{ACF1D09C-2F39-FEE6-9FD5-FAD110270AF4}"/>
                </a:ext>
              </a:extLst>
            </p:cNvPr>
            <p:cNvSpPr>
              <a:spLocks/>
            </p:cNvSpPr>
            <p:nvPr/>
          </p:nvSpPr>
          <p:spPr bwMode="auto">
            <a:xfrm>
              <a:off x="2128" y="3243"/>
              <a:ext cx="8" cy="23"/>
            </a:xfrm>
            <a:custGeom>
              <a:avLst/>
              <a:gdLst>
                <a:gd name="T0" fmla="*/ 0 w 61"/>
                <a:gd name="T1" fmla="*/ 0 h 163"/>
                <a:gd name="T2" fmla="*/ 0 w 61"/>
                <a:gd name="T3" fmla="*/ 0 h 163"/>
                <a:gd name="T4" fmla="*/ 0 w 61"/>
                <a:gd name="T5" fmla="*/ 0 h 163"/>
                <a:gd name="T6" fmla="*/ 0 60000 65536"/>
                <a:gd name="T7" fmla="*/ 0 60000 65536"/>
                <a:gd name="T8" fmla="*/ 0 60000 65536"/>
                <a:gd name="T9" fmla="*/ 0 w 61"/>
                <a:gd name="T10" fmla="*/ 0 h 163"/>
                <a:gd name="T11" fmla="*/ 61 w 61"/>
                <a:gd name="T12" fmla="*/ 163 h 163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61" h="163">
                  <a:moveTo>
                    <a:pt x="61" y="0"/>
                  </a:moveTo>
                  <a:lnTo>
                    <a:pt x="61" y="36"/>
                  </a:lnTo>
                  <a:lnTo>
                    <a:pt x="0" y="163"/>
                  </a:lnTo>
                </a:path>
              </a:pathLst>
            </a:custGeom>
            <a:noFill/>
            <a:ln w="0">
              <a:solidFill>
                <a:srgbClr val="0000FF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381" name="Freeform 824">
              <a:extLst>
                <a:ext uri="{FF2B5EF4-FFF2-40B4-BE49-F238E27FC236}">
                  <a16:creationId xmlns:a16="http://schemas.microsoft.com/office/drawing/2014/main" id="{D510B04A-1B10-E05D-45D9-14AD5CC9194E}"/>
                </a:ext>
              </a:extLst>
            </p:cNvPr>
            <p:cNvSpPr>
              <a:spLocks/>
            </p:cNvSpPr>
            <p:nvPr/>
          </p:nvSpPr>
          <p:spPr bwMode="auto">
            <a:xfrm>
              <a:off x="2101" y="3248"/>
              <a:ext cx="6" cy="17"/>
            </a:xfrm>
            <a:custGeom>
              <a:avLst/>
              <a:gdLst>
                <a:gd name="T0" fmla="*/ 0 w 41"/>
                <a:gd name="T1" fmla="*/ 0 h 117"/>
                <a:gd name="T2" fmla="*/ 0 w 41"/>
                <a:gd name="T3" fmla="*/ 0 h 117"/>
                <a:gd name="T4" fmla="*/ 0 w 41"/>
                <a:gd name="T5" fmla="*/ 0 h 117"/>
                <a:gd name="T6" fmla="*/ 0 60000 65536"/>
                <a:gd name="T7" fmla="*/ 0 60000 65536"/>
                <a:gd name="T8" fmla="*/ 0 60000 65536"/>
                <a:gd name="T9" fmla="*/ 0 w 41"/>
                <a:gd name="T10" fmla="*/ 0 h 117"/>
                <a:gd name="T11" fmla="*/ 41 w 41"/>
                <a:gd name="T12" fmla="*/ 117 h 117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41" h="117">
                  <a:moveTo>
                    <a:pt x="0" y="0"/>
                  </a:moveTo>
                  <a:lnTo>
                    <a:pt x="36" y="81"/>
                  </a:lnTo>
                  <a:lnTo>
                    <a:pt x="41" y="117"/>
                  </a:lnTo>
                </a:path>
              </a:pathLst>
            </a:custGeom>
            <a:noFill/>
            <a:ln w="0">
              <a:solidFill>
                <a:srgbClr val="0000FF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382" name="Freeform 825">
              <a:extLst>
                <a:ext uri="{FF2B5EF4-FFF2-40B4-BE49-F238E27FC236}">
                  <a16:creationId xmlns:a16="http://schemas.microsoft.com/office/drawing/2014/main" id="{D4A9F5AD-8293-F47F-65A5-09F3EDE0BF57}"/>
                </a:ext>
              </a:extLst>
            </p:cNvPr>
            <p:cNvSpPr>
              <a:spLocks/>
            </p:cNvSpPr>
            <p:nvPr/>
          </p:nvSpPr>
          <p:spPr bwMode="auto">
            <a:xfrm>
              <a:off x="2161" y="3231"/>
              <a:ext cx="22" cy="30"/>
            </a:xfrm>
            <a:custGeom>
              <a:avLst/>
              <a:gdLst>
                <a:gd name="T0" fmla="*/ 0 w 151"/>
                <a:gd name="T1" fmla="*/ 0 h 203"/>
                <a:gd name="T2" fmla="*/ 0 w 151"/>
                <a:gd name="T3" fmla="*/ 0 h 203"/>
                <a:gd name="T4" fmla="*/ 0 w 151"/>
                <a:gd name="T5" fmla="*/ 0 h 203"/>
                <a:gd name="T6" fmla="*/ 0 w 151"/>
                <a:gd name="T7" fmla="*/ 0 h 203"/>
                <a:gd name="T8" fmla="*/ 0 w 151"/>
                <a:gd name="T9" fmla="*/ 0 h 203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51"/>
                <a:gd name="T16" fmla="*/ 0 h 203"/>
                <a:gd name="T17" fmla="*/ 151 w 151"/>
                <a:gd name="T18" fmla="*/ 203 h 203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51" h="203">
                  <a:moveTo>
                    <a:pt x="151" y="0"/>
                  </a:moveTo>
                  <a:lnTo>
                    <a:pt x="107" y="66"/>
                  </a:lnTo>
                  <a:lnTo>
                    <a:pt x="70" y="121"/>
                  </a:lnTo>
                  <a:lnTo>
                    <a:pt x="25" y="177"/>
                  </a:lnTo>
                  <a:lnTo>
                    <a:pt x="0" y="203"/>
                  </a:lnTo>
                </a:path>
              </a:pathLst>
            </a:custGeom>
            <a:noFill/>
            <a:ln w="0">
              <a:solidFill>
                <a:srgbClr val="0000FF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383" name="Freeform 826">
              <a:extLst>
                <a:ext uri="{FF2B5EF4-FFF2-40B4-BE49-F238E27FC236}">
                  <a16:creationId xmlns:a16="http://schemas.microsoft.com/office/drawing/2014/main" id="{4CF1CCA3-0058-F4E7-505E-D526F3C21442}"/>
                </a:ext>
              </a:extLst>
            </p:cNvPr>
            <p:cNvSpPr>
              <a:spLocks/>
            </p:cNvSpPr>
            <p:nvPr/>
          </p:nvSpPr>
          <p:spPr bwMode="auto">
            <a:xfrm>
              <a:off x="2156" y="3252"/>
              <a:ext cx="30" cy="35"/>
            </a:xfrm>
            <a:custGeom>
              <a:avLst/>
              <a:gdLst>
                <a:gd name="T0" fmla="*/ 0 w 215"/>
                <a:gd name="T1" fmla="*/ 0 h 244"/>
                <a:gd name="T2" fmla="*/ 0 w 215"/>
                <a:gd name="T3" fmla="*/ 0 h 244"/>
                <a:gd name="T4" fmla="*/ 0 w 215"/>
                <a:gd name="T5" fmla="*/ 0 h 244"/>
                <a:gd name="T6" fmla="*/ 0 w 215"/>
                <a:gd name="T7" fmla="*/ 0 h 244"/>
                <a:gd name="T8" fmla="*/ 0 w 215"/>
                <a:gd name="T9" fmla="*/ 0 h 244"/>
                <a:gd name="T10" fmla="*/ 0 w 215"/>
                <a:gd name="T11" fmla="*/ 0 h 244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215"/>
                <a:gd name="T19" fmla="*/ 0 h 244"/>
                <a:gd name="T20" fmla="*/ 215 w 215"/>
                <a:gd name="T21" fmla="*/ 244 h 244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215" h="244">
                  <a:moveTo>
                    <a:pt x="215" y="0"/>
                  </a:moveTo>
                  <a:lnTo>
                    <a:pt x="183" y="50"/>
                  </a:lnTo>
                  <a:lnTo>
                    <a:pt x="142" y="106"/>
                  </a:lnTo>
                  <a:lnTo>
                    <a:pt x="85" y="162"/>
                  </a:lnTo>
                  <a:lnTo>
                    <a:pt x="45" y="203"/>
                  </a:lnTo>
                  <a:lnTo>
                    <a:pt x="0" y="244"/>
                  </a:lnTo>
                </a:path>
              </a:pathLst>
            </a:custGeom>
            <a:noFill/>
            <a:ln w="0">
              <a:solidFill>
                <a:srgbClr val="0000FF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384" name="Freeform 827">
              <a:extLst>
                <a:ext uri="{FF2B5EF4-FFF2-40B4-BE49-F238E27FC236}">
                  <a16:creationId xmlns:a16="http://schemas.microsoft.com/office/drawing/2014/main" id="{4FE1B32B-9188-73A7-428C-1D1A1F7D934C}"/>
                </a:ext>
              </a:extLst>
            </p:cNvPr>
            <p:cNvSpPr>
              <a:spLocks/>
            </p:cNvSpPr>
            <p:nvPr/>
          </p:nvSpPr>
          <p:spPr bwMode="auto">
            <a:xfrm>
              <a:off x="2177" y="3267"/>
              <a:ext cx="1" cy="53"/>
            </a:xfrm>
            <a:custGeom>
              <a:avLst/>
              <a:gdLst>
                <a:gd name="T0" fmla="*/ 0 w 8"/>
                <a:gd name="T1" fmla="*/ 0 h 370"/>
                <a:gd name="T2" fmla="*/ 0 w 8"/>
                <a:gd name="T3" fmla="*/ 0 h 370"/>
                <a:gd name="T4" fmla="*/ 0 w 8"/>
                <a:gd name="T5" fmla="*/ 0 h 370"/>
                <a:gd name="T6" fmla="*/ 0 w 8"/>
                <a:gd name="T7" fmla="*/ 0 h 370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8"/>
                <a:gd name="T13" fmla="*/ 0 h 370"/>
                <a:gd name="T14" fmla="*/ 8 w 8"/>
                <a:gd name="T15" fmla="*/ 370 h 37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8" h="370">
                  <a:moveTo>
                    <a:pt x="8" y="0"/>
                  </a:moveTo>
                  <a:lnTo>
                    <a:pt x="8" y="370"/>
                  </a:lnTo>
                  <a:lnTo>
                    <a:pt x="0" y="335"/>
                  </a:lnTo>
                  <a:lnTo>
                    <a:pt x="8" y="269"/>
                  </a:lnTo>
                </a:path>
              </a:pathLst>
            </a:custGeom>
            <a:noFill/>
            <a:ln w="0">
              <a:solidFill>
                <a:srgbClr val="0000FF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385" name="Freeform 828">
              <a:extLst>
                <a:ext uri="{FF2B5EF4-FFF2-40B4-BE49-F238E27FC236}">
                  <a16:creationId xmlns:a16="http://schemas.microsoft.com/office/drawing/2014/main" id="{A5C0977F-920D-87A8-DA9E-93ECD0BC6CD5}"/>
                </a:ext>
              </a:extLst>
            </p:cNvPr>
            <p:cNvSpPr>
              <a:spLocks/>
            </p:cNvSpPr>
            <p:nvPr/>
          </p:nvSpPr>
          <p:spPr bwMode="auto">
            <a:xfrm>
              <a:off x="2195" y="3237"/>
              <a:ext cx="25" cy="5"/>
            </a:xfrm>
            <a:custGeom>
              <a:avLst/>
              <a:gdLst>
                <a:gd name="T0" fmla="*/ 0 w 182"/>
                <a:gd name="T1" fmla="*/ 0 h 36"/>
                <a:gd name="T2" fmla="*/ 0 w 182"/>
                <a:gd name="T3" fmla="*/ 0 h 36"/>
                <a:gd name="T4" fmla="*/ 0 w 182"/>
                <a:gd name="T5" fmla="*/ 0 h 36"/>
                <a:gd name="T6" fmla="*/ 0 w 182"/>
                <a:gd name="T7" fmla="*/ 0 h 36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182"/>
                <a:gd name="T13" fmla="*/ 0 h 36"/>
                <a:gd name="T14" fmla="*/ 182 w 182"/>
                <a:gd name="T15" fmla="*/ 36 h 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182" h="36">
                  <a:moveTo>
                    <a:pt x="0" y="36"/>
                  </a:moveTo>
                  <a:lnTo>
                    <a:pt x="182" y="6"/>
                  </a:lnTo>
                  <a:lnTo>
                    <a:pt x="162" y="0"/>
                  </a:lnTo>
                  <a:lnTo>
                    <a:pt x="138" y="10"/>
                  </a:lnTo>
                </a:path>
              </a:pathLst>
            </a:custGeom>
            <a:noFill/>
            <a:ln w="0">
              <a:solidFill>
                <a:srgbClr val="0000FF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386" name="Freeform 829">
              <a:extLst>
                <a:ext uri="{FF2B5EF4-FFF2-40B4-BE49-F238E27FC236}">
                  <a16:creationId xmlns:a16="http://schemas.microsoft.com/office/drawing/2014/main" id="{2F230B09-6C61-FA1E-DF29-D25422E2AC76}"/>
                </a:ext>
              </a:extLst>
            </p:cNvPr>
            <p:cNvSpPr>
              <a:spLocks/>
            </p:cNvSpPr>
            <p:nvPr/>
          </p:nvSpPr>
          <p:spPr bwMode="auto">
            <a:xfrm>
              <a:off x="2187" y="3258"/>
              <a:ext cx="42" cy="8"/>
            </a:xfrm>
            <a:custGeom>
              <a:avLst/>
              <a:gdLst>
                <a:gd name="T0" fmla="*/ 0 w 293"/>
                <a:gd name="T1" fmla="*/ 0 h 56"/>
                <a:gd name="T2" fmla="*/ 0 w 293"/>
                <a:gd name="T3" fmla="*/ 0 h 56"/>
                <a:gd name="T4" fmla="*/ 0 w 293"/>
                <a:gd name="T5" fmla="*/ 0 h 56"/>
                <a:gd name="T6" fmla="*/ 0 w 293"/>
                <a:gd name="T7" fmla="*/ 0 h 56"/>
                <a:gd name="T8" fmla="*/ 0 w 293"/>
                <a:gd name="T9" fmla="*/ 0 h 5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93"/>
                <a:gd name="T16" fmla="*/ 0 h 56"/>
                <a:gd name="T17" fmla="*/ 293 w 293"/>
                <a:gd name="T18" fmla="*/ 56 h 5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93" h="56">
                  <a:moveTo>
                    <a:pt x="0" y="56"/>
                  </a:moveTo>
                  <a:lnTo>
                    <a:pt x="293" y="10"/>
                  </a:lnTo>
                  <a:lnTo>
                    <a:pt x="273" y="6"/>
                  </a:lnTo>
                  <a:lnTo>
                    <a:pt x="277" y="0"/>
                  </a:lnTo>
                  <a:lnTo>
                    <a:pt x="257" y="10"/>
                  </a:lnTo>
                </a:path>
              </a:pathLst>
            </a:custGeom>
            <a:noFill/>
            <a:ln w="0">
              <a:solidFill>
                <a:srgbClr val="0000FF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387" name="Freeform 830">
              <a:extLst>
                <a:ext uri="{FF2B5EF4-FFF2-40B4-BE49-F238E27FC236}">
                  <a16:creationId xmlns:a16="http://schemas.microsoft.com/office/drawing/2014/main" id="{93B49604-5F2A-FE95-B961-796F69DF2C5A}"/>
                </a:ext>
              </a:extLst>
            </p:cNvPr>
            <p:cNvSpPr>
              <a:spLocks/>
            </p:cNvSpPr>
            <p:nvPr/>
          </p:nvSpPr>
          <p:spPr bwMode="auto">
            <a:xfrm>
              <a:off x="2201" y="3263"/>
              <a:ext cx="11" cy="58"/>
            </a:xfrm>
            <a:custGeom>
              <a:avLst/>
              <a:gdLst>
                <a:gd name="T0" fmla="*/ 0 w 81"/>
                <a:gd name="T1" fmla="*/ 0 h 407"/>
                <a:gd name="T2" fmla="*/ 0 w 81"/>
                <a:gd name="T3" fmla="*/ 0 h 407"/>
                <a:gd name="T4" fmla="*/ 0 w 81"/>
                <a:gd name="T5" fmla="*/ 0 h 407"/>
                <a:gd name="T6" fmla="*/ 0 w 81"/>
                <a:gd name="T7" fmla="*/ 0 h 407"/>
                <a:gd name="T8" fmla="*/ 0 w 81"/>
                <a:gd name="T9" fmla="*/ 0 h 40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81"/>
                <a:gd name="T16" fmla="*/ 0 h 407"/>
                <a:gd name="T17" fmla="*/ 81 w 81"/>
                <a:gd name="T18" fmla="*/ 407 h 407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81" h="407">
                  <a:moveTo>
                    <a:pt x="81" y="0"/>
                  </a:moveTo>
                  <a:lnTo>
                    <a:pt x="81" y="204"/>
                  </a:lnTo>
                  <a:lnTo>
                    <a:pt x="81" y="376"/>
                  </a:lnTo>
                  <a:lnTo>
                    <a:pt x="81" y="407"/>
                  </a:lnTo>
                  <a:lnTo>
                    <a:pt x="0" y="315"/>
                  </a:lnTo>
                </a:path>
              </a:pathLst>
            </a:custGeom>
            <a:noFill/>
            <a:ln w="0">
              <a:solidFill>
                <a:srgbClr val="0000FF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388" name="Line 831">
              <a:extLst>
                <a:ext uri="{FF2B5EF4-FFF2-40B4-BE49-F238E27FC236}">
                  <a16:creationId xmlns:a16="http://schemas.microsoft.com/office/drawing/2014/main" id="{37D1CEB1-4282-3E45-CD6E-833B4A9D864F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882" y="3348"/>
              <a:ext cx="107" cy="141"/>
            </a:xfrm>
            <a:prstGeom prst="line">
              <a:avLst/>
            </a:prstGeom>
            <a:noFill/>
            <a:ln w="0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389" name="Line 832">
              <a:extLst>
                <a:ext uri="{FF2B5EF4-FFF2-40B4-BE49-F238E27FC236}">
                  <a16:creationId xmlns:a16="http://schemas.microsoft.com/office/drawing/2014/main" id="{02FCFB40-8FE2-1043-E236-F59E074A708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989" y="3348"/>
              <a:ext cx="256" cy="3"/>
            </a:xfrm>
            <a:prstGeom prst="line">
              <a:avLst/>
            </a:prstGeom>
            <a:noFill/>
            <a:ln w="0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390" name="Line 833">
              <a:extLst>
                <a:ext uri="{FF2B5EF4-FFF2-40B4-BE49-F238E27FC236}">
                  <a16:creationId xmlns:a16="http://schemas.microsoft.com/office/drawing/2014/main" id="{A4A51405-ACAE-CA0B-7B97-B4ED2886791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989" y="3348"/>
              <a:ext cx="3" cy="247"/>
            </a:xfrm>
            <a:prstGeom prst="line">
              <a:avLst/>
            </a:prstGeom>
            <a:noFill/>
            <a:ln w="0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391" name="Line 834">
              <a:extLst>
                <a:ext uri="{FF2B5EF4-FFF2-40B4-BE49-F238E27FC236}">
                  <a16:creationId xmlns:a16="http://schemas.microsoft.com/office/drawing/2014/main" id="{2B085643-8670-052F-7559-C5C30B76758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989" y="3348"/>
              <a:ext cx="312" cy="165"/>
            </a:xfrm>
            <a:prstGeom prst="line">
              <a:avLst/>
            </a:prstGeom>
            <a:noFill/>
            <a:ln w="0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392" name="Line 835">
              <a:extLst>
                <a:ext uri="{FF2B5EF4-FFF2-40B4-BE49-F238E27FC236}">
                  <a16:creationId xmlns:a16="http://schemas.microsoft.com/office/drawing/2014/main" id="{1C9C4C87-9E66-21AA-1750-175CA8AA8F9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989" y="3348"/>
              <a:ext cx="70" cy="97"/>
            </a:xfrm>
            <a:prstGeom prst="line">
              <a:avLst/>
            </a:prstGeom>
            <a:noFill/>
            <a:ln w="0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5084162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7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5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5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5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6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7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4" dur="500"/>
                                        <p:tgtEl>
                                          <p:spTgt spid="5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500"/>
                            </p:stCondLst>
                            <p:childTnLst>
                              <p:par>
                                <p:cTn id="36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8" dur="500"/>
                                        <p:tgtEl>
                                          <p:spTgt spid="13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1000"/>
                            </p:stCondLst>
                            <p:childTnLst>
                              <p:par>
                                <p:cTn id="40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2" dur="500"/>
                                        <p:tgtEl>
                                          <p:spTgt spid="13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63" grpId="0" animBg="1"/>
      <p:bldP spid="564" grpId="0" animBg="1"/>
      <p:bldP spid="791" grpId="0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6400B5F-2F79-D6DF-27E3-8A55B8AA55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组合体读图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2049371-9F00-8BF5-341F-CC965A84488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线段有效交点</a:t>
            </a:r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圆的象限点</a:t>
            </a:r>
          </a:p>
        </p:txBody>
      </p:sp>
      <p:grpSp>
        <p:nvGrpSpPr>
          <p:cNvPr id="4" name="Group 6">
            <a:extLst>
              <a:ext uri="{FF2B5EF4-FFF2-40B4-BE49-F238E27FC236}">
                <a16:creationId xmlns:a16="http://schemas.microsoft.com/office/drawing/2014/main" id="{511DAA4D-BEBD-C359-6844-4724CD75F256}"/>
              </a:ext>
            </a:extLst>
          </p:cNvPr>
          <p:cNvGrpSpPr>
            <a:grpSpLocks/>
          </p:cNvGrpSpPr>
          <p:nvPr/>
        </p:nvGrpSpPr>
        <p:grpSpPr bwMode="auto">
          <a:xfrm>
            <a:off x="20311641" y="1954638"/>
            <a:ext cx="2085974" cy="2536824"/>
            <a:chOff x="4783" y="891"/>
            <a:chExt cx="657" cy="799"/>
          </a:xfrm>
        </p:grpSpPr>
        <p:sp>
          <p:nvSpPr>
            <p:cNvPr id="5" name="Freeform 7">
              <a:extLst>
                <a:ext uri="{FF2B5EF4-FFF2-40B4-BE49-F238E27FC236}">
                  <a16:creationId xmlns:a16="http://schemas.microsoft.com/office/drawing/2014/main" id="{4855FEA0-BFCA-B021-01F9-9445D5F78EA6}"/>
                </a:ext>
              </a:extLst>
            </p:cNvPr>
            <p:cNvSpPr>
              <a:spLocks/>
            </p:cNvSpPr>
            <p:nvPr/>
          </p:nvSpPr>
          <p:spPr bwMode="auto">
            <a:xfrm>
              <a:off x="4783" y="920"/>
              <a:ext cx="8" cy="18"/>
            </a:xfrm>
            <a:custGeom>
              <a:avLst/>
              <a:gdLst>
                <a:gd name="T0" fmla="*/ 0 w 53"/>
                <a:gd name="T1" fmla="*/ 0 h 107"/>
                <a:gd name="T2" fmla="*/ 0 w 53"/>
                <a:gd name="T3" fmla="*/ 0 h 107"/>
                <a:gd name="T4" fmla="*/ 0 w 53"/>
                <a:gd name="T5" fmla="*/ 0 h 107"/>
                <a:gd name="T6" fmla="*/ 0 w 53"/>
                <a:gd name="T7" fmla="*/ 0 h 107"/>
                <a:gd name="T8" fmla="*/ 0 w 53"/>
                <a:gd name="T9" fmla="*/ 0 h 107"/>
                <a:gd name="T10" fmla="*/ 0 w 53"/>
                <a:gd name="T11" fmla="*/ 0 h 107"/>
                <a:gd name="T12" fmla="*/ 0 w 53"/>
                <a:gd name="T13" fmla="*/ 0 h 107"/>
                <a:gd name="T14" fmla="*/ 0 w 53"/>
                <a:gd name="T15" fmla="*/ 0 h 107"/>
                <a:gd name="T16" fmla="*/ 0 w 53"/>
                <a:gd name="T17" fmla="*/ 0 h 107"/>
                <a:gd name="T18" fmla="*/ 0 w 53"/>
                <a:gd name="T19" fmla="*/ 0 h 107"/>
                <a:gd name="T20" fmla="*/ 0 w 53"/>
                <a:gd name="T21" fmla="*/ 0 h 107"/>
                <a:gd name="T22" fmla="*/ 0 w 53"/>
                <a:gd name="T23" fmla="*/ 0 h 107"/>
                <a:gd name="T24" fmla="*/ 0 w 53"/>
                <a:gd name="T25" fmla="*/ 0 h 107"/>
                <a:gd name="T26" fmla="*/ 0 w 53"/>
                <a:gd name="T27" fmla="*/ 0 h 107"/>
                <a:gd name="T28" fmla="*/ 0 w 53"/>
                <a:gd name="T29" fmla="*/ 0 h 107"/>
                <a:gd name="T30" fmla="*/ 0 w 53"/>
                <a:gd name="T31" fmla="*/ 0 h 107"/>
                <a:gd name="T32" fmla="*/ 0 w 53"/>
                <a:gd name="T33" fmla="*/ 0 h 107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w 53"/>
                <a:gd name="T52" fmla="*/ 0 h 107"/>
                <a:gd name="T53" fmla="*/ 53 w 53"/>
                <a:gd name="T54" fmla="*/ 107 h 107"/>
              </a:gdLst>
              <a:ahLst/>
              <a:cxnLst>
                <a:cxn ang="T34">
                  <a:pos x="T0" y="T1"/>
                </a:cxn>
                <a:cxn ang="T35">
                  <a:pos x="T2" y="T3"/>
                </a:cxn>
                <a:cxn ang="T36">
                  <a:pos x="T4" y="T5"/>
                </a:cxn>
                <a:cxn ang="T37">
                  <a:pos x="T6" y="T7"/>
                </a:cxn>
                <a:cxn ang="T38">
                  <a:pos x="T8" y="T9"/>
                </a:cxn>
                <a:cxn ang="T39">
                  <a:pos x="T10" y="T11"/>
                </a:cxn>
                <a:cxn ang="T40">
                  <a:pos x="T12" y="T13"/>
                </a:cxn>
                <a:cxn ang="T41">
                  <a:pos x="T14" y="T15"/>
                </a:cxn>
                <a:cxn ang="T42">
                  <a:pos x="T16" y="T17"/>
                </a:cxn>
                <a:cxn ang="T43">
                  <a:pos x="T18" y="T19"/>
                </a:cxn>
                <a:cxn ang="T44">
                  <a:pos x="T20" y="T21"/>
                </a:cxn>
                <a:cxn ang="T45">
                  <a:pos x="T22" y="T23"/>
                </a:cxn>
                <a:cxn ang="T46">
                  <a:pos x="T24" y="T25"/>
                </a:cxn>
                <a:cxn ang="T47">
                  <a:pos x="T26" y="T27"/>
                </a:cxn>
                <a:cxn ang="T48">
                  <a:pos x="T28" y="T29"/>
                </a:cxn>
                <a:cxn ang="T49">
                  <a:pos x="T30" y="T31"/>
                </a:cxn>
                <a:cxn ang="T50">
                  <a:pos x="T32" y="T33"/>
                </a:cxn>
              </a:cxnLst>
              <a:rect l="T51" t="T52" r="T53" b="T54"/>
              <a:pathLst>
                <a:path w="53" h="107">
                  <a:moveTo>
                    <a:pt x="53" y="54"/>
                  </a:moveTo>
                  <a:lnTo>
                    <a:pt x="53" y="107"/>
                  </a:lnTo>
                  <a:lnTo>
                    <a:pt x="41" y="106"/>
                  </a:lnTo>
                  <a:lnTo>
                    <a:pt x="30" y="102"/>
                  </a:lnTo>
                  <a:lnTo>
                    <a:pt x="20" y="96"/>
                  </a:lnTo>
                  <a:lnTo>
                    <a:pt x="12" y="87"/>
                  </a:lnTo>
                  <a:lnTo>
                    <a:pt x="5" y="78"/>
                  </a:lnTo>
                  <a:lnTo>
                    <a:pt x="1" y="66"/>
                  </a:lnTo>
                  <a:lnTo>
                    <a:pt x="0" y="54"/>
                  </a:lnTo>
                  <a:lnTo>
                    <a:pt x="1" y="43"/>
                  </a:lnTo>
                  <a:lnTo>
                    <a:pt x="5" y="31"/>
                  </a:lnTo>
                  <a:lnTo>
                    <a:pt x="12" y="22"/>
                  </a:lnTo>
                  <a:lnTo>
                    <a:pt x="20" y="13"/>
                  </a:lnTo>
                  <a:lnTo>
                    <a:pt x="30" y="7"/>
                  </a:lnTo>
                  <a:lnTo>
                    <a:pt x="41" y="3"/>
                  </a:lnTo>
                  <a:lnTo>
                    <a:pt x="53" y="0"/>
                  </a:lnTo>
                  <a:lnTo>
                    <a:pt x="53" y="54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6" name="Freeform 8">
              <a:extLst>
                <a:ext uri="{FF2B5EF4-FFF2-40B4-BE49-F238E27FC236}">
                  <a16:creationId xmlns:a16="http://schemas.microsoft.com/office/drawing/2014/main" id="{5F45D3E9-C625-EF64-B347-9F65B8E40A57}"/>
                </a:ext>
              </a:extLst>
            </p:cNvPr>
            <p:cNvSpPr>
              <a:spLocks/>
            </p:cNvSpPr>
            <p:nvPr/>
          </p:nvSpPr>
          <p:spPr bwMode="auto">
            <a:xfrm>
              <a:off x="4783" y="920"/>
              <a:ext cx="8" cy="18"/>
            </a:xfrm>
            <a:custGeom>
              <a:avLst/>
              <a:gdLst>
                <a:gd name="T0" fmla="*/ 0 w 53"/>
                <a:gd name="T1" fmla="*/ 0 h 107"/>
                <a:gd name="T2" fmla="*/ 0 w 53"/>
                <a:gd name="T3" fmla="*/ 0 h 107"/>
                <a:gd name="T4" fmla="*/ 0 w 53"/>
                <a:gd name="T5" fmla="*/ 0 h 107"/>
                <a:gd name="T6" fmla="*/ 0 w 53"/>
                <a:gd name="T7" fmla="*/ 0 h 107"/>
                <a:gd name="T8" fmla="*/ 0 w 53"/>
                <a:gd name="T9" fmla="*/ 0 h 107"/>
                <a:gd name="T10" fmla="*/ 0 w 53"/>
                <a:gd name="T11" fmla="*/ 0 h 107"/>
                <a:gd name="T12" fmla="*/ 0 w 53"/>
                <a:gd name="T13" fmla="*/ 0 h 107"/>
                <a:gd name="T14" fmla="*/ 0 w 53"/>
                <a:gd name="T15" fmla="*/ 0 h 107"/>
                <a:gd name="T16" fmla="*/ 0 w 53"/>
                <a:gd name="T17" fmla="*/ 0 h 107"/>
                <a:gd name="T18" fmla="*/ 0 w 53"/>
                <a:gd name="T19" fmla="*/ 0 h 107"/>
                <a:gd name="T20" fmla="*/ 0 w 53"/>
                <a:gd name="T21" fmla="*/ 0 h 107"/>
                <a:gd name="T22" fmla="*/ 0 w 53"/>
                <a:gd name="T23" fmla="*/ 0 h 107"/>
                <a:gd name="T24" fmla="*/ 0 w 53"/>
                <a:gd name="T25" fmla="*/ 0 h 107"/>
                <a:gd name="T26" fmla="*/ 0 w 53"/>
                <a:gd name="T27" fmla="*/ 0 h 107"/>
                <a:gd name="T28" fmla="*/ 0 w 53"/>
                <a:gd name="T29" fmla="*/ 0 h 107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w 53"/>
                <a:gd name="T46" fmla="*/ 0 h 107"/>
                <a:gd name="T47" fmla="*/ 53 w 53"/>
                <a:gd name="T48" fmla="*/ 107 h 107"/>
              </a:gdLst>
              <a:ahLst/>
              <a:cxnLst>
                <a:cxn ang="T30">
                  <a:pos x="T0" y="T1"/>
                </a:cxn>
                <a:cxn ang="T31">
                  <a:pos x="T2" y="T3"/>
                </a:cxn>
                <a:cxn ang="T32">
                  <a:pos x="T4" y="T5"/>
                </a:cxn>
                <a:cxn ang="T33">
                  <a:pos x="T6" y="T7"/>
                </a:cxn>
                <a:cxn ang="T34">
                  <a:pos x="T8" y="T9"/>
                </a:cxn>
                <a:cxn ang="T35">
                  <a:pos x="T10" y="T11"/>
                </a:cxn>
                <a:cxn ang="T36">
                  <a:pos x="T12" y="T13"/>
                </a:cxn>
                <a:cxn ang="T37">
                  <a:pos x="T14" y="T15"/>
                </a:cxn>
                <a:cxn ang="T38">
                  <a:pos x="T16" y="T17"/>
                </a:cxn>
                <a:cxn ang="T39">
                  <a:pos x="T18" y="T19"/>
                </a:cxn>
                <a:cxn ang="T40">
                  <a:pos x="T20" y="T21"/>
                </a:cxn>
                <a:cxn ang="T41">
                  <a:pos x="T22" y="T23"/>
                </a:cxn>
                <a:cxn ang="T42">
                  <a:pos x="T24" y="T25"/>
                </a:cxn>
                <a:cxn ang="T43">
                  <a:pos x="T26" y="T27"/>
                </a:cxn>
                <a:cxn ang="T44">
                  <a:pos x="T28" y="T29"/>
                </a:cxn>
              </a:cxnLst>
              <a:rect l="T45" t="T46" r="T47" b="T48"/>
              <a:pathLst>
                <a:path w="53" h="107">
                  <a:moveTo>
                    <a:pt x="53" y="107"/>
                  </a:moveTo>
                  <a:lnTo>
                    <a:pt x="41" y="106"/>
                  </a:lnTo>
                  <a:lnTo>
                    <a:pt x="30" y="102"/>
                  </a:lnTo>
                  <a:lnTo>
                    <a:pt x="20" y="96"/>
                  </a:lnTo>
                  <a:lnTo>
                    <a:pt x="12" y="87"/>
                  </a:lnTo>
                  <a:lnTo>
                    <a:pt x="5" y="78"/>
                  </a:lnTo>
                  <a:lnTo>
                    <a:pt x="1" y="66"/>
                  </a:lnTo>
                  <a:lnTo>
                    <a:pt x="0" y="54"/>
                  </a:lnTo>
                  <a:lnTo>
                    <a:pt x="1" y="43"/>
                  </a:lnTo>
                  <a:lnTo>
                    <a:pt x="5" y="31"/>
                  </a:lnTo>
                  <a:lnTo>
                    <a:pt x="12" y="22"/>
                  </a:lnTo>
                  <a:lnTo>
                    <a:pt x="20" y="13"/>
                  </a:lnTo>
                  <a:lnTo>
                    <a:pt x="30" y="7"/>
                  </a:lnTo>
                  <a:lnTo>
                    <a:pt x="41" y="3"/>
                  </a:lnTo>
                  <a:lnTo>
                    <a:pt x="53" y="0"/>
                  </a:lnTo>
                </a:path>
              </a:pathLst>
            </a:custGeom>
            <a:noFill/>
            <a:ln w="0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7" name="Freeform 9">
              <a:extLst>
                <a:ext uri="{FF2B5EF4-FFF2-40B4-BE49-F238E27FC236}">
                  <a16:creationId xmlns:a16="http://schemas.microsoft.com/office/drawing/2014/main" id="{1B1A325F-6BD9-2576-E1BD-A57055DC95C0}"/>
                </a:ext>
              </a:extLst>
            </p:cNvPr>
            <p:cNvSpPr>
              <a:spLocks/>
            </p:cNvSpPr>
            <p:nvPr/>
          </p:nvSpPr>
          <p:spPr bwMode="auto">
            <a:xfrm>
              <a:off x="4791" y="920"/>
              <a:ext cx="640" cy="18"/>
            </a:xfrm>
            <a:custGeom>
              <a:avLst/>
              <a:gdLst>
                <a:gd name="T0" fmla="*/ 0 w 3836"/>
                <a:gd name="T1" fmla="*/ 0 h 107"/>
                <a:gd name="T2" fmla="*/ 0 w 3836"/>
                <a:gd name="T3" fmla="*/ 0 h 107"/>
                <a:gd name="T4" fmla="*/ 0 w 3836"/>
                <a:gd name="T5" fmla="*/ 0 h 107"/>
                <a:gd name="T6" fmla="*/ 0 w 3836"/>
                <a:gd name="T7" fmla="*/ 0 h 107"/>
                <a:gd name="T8" fmla="*/ 0 w 3836"/>
                <a:gd name="T9" fmla="*/ 0 h 107"/>
                <a:gd name="T10" fmla="*/ 0 w 3836"/>
                <a:gd name="T11" fmla="*/ 0 h 107"/>
                <a:gd name="T12" fmla="*/ 0 w 3836"/>
                <a:gd name="T13" fmla="*/ 0 h 107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3836"/>
                <a:gd name="T22" fmla="*/ 0 h 107"/>
                <a:gd name="T23" fmla="*/ 3836 w 3836"/>
                <a:gd name="T24" fmla="*/ 107 h 107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3836" h="107">
                  <a:moveTo>
                    <a:pt x="0" y="0"/>
                  </a:moveTo>
                  <a:lnTo>
                    <a:pt x="0" y="54"/>
                  </a:lnTo>
                  <a:lnTo>
                    <a:pt x="0" y="107"/>
                  </a:lnTo>
                  <a:lnTo>
                    <a:pt x="3836" y="107"/>
                  </a:lnTo>
                  <a:lnTo>
                    <a:pt x="3836" y="54"/>
                  </a:lnTo>
                  <a:lnTo>
                    <a:pt x="3836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8" name="Freeform 10">
              <a:extLst>
                <a:ext uri="{FF2B5EF4-FFF2-40B4-BE49-F238E27FC236}">
                  <a16:creationId xmlns:a16="http://schemas.microsoft.com/office/drawing/2014/main" id="{208C78B7-0986-9724-3DB2-C45FB466E4A8}"/>
                </a:ext>
              </a:extLst>
            </p:cNvPr>
            <p:cNvSpPr>
              <a:spLocks/>
            </p:cNvSpPr>
            <p:nvPr/>
          </p:nvSpPr>
          <p:spPr bwMode="auto">
            <a:xfrm>
              <a:off x="4791" y="920"/>
              <a:ext cx="640" cy="18"/>
            </a:xfrm>
            <a:custGeom>
              <a:avLst/>
              <a:gdLst>
                <a:gd name="T0" fmla="*/ 0 w 3836"/>
                <a:gd name="T1" fmla="*/ 0 h 107"/>
                <a:gd name="T2" fmla="*/ 0 w 3836"/>
                <a:gd name="T3" fmla="*/ 0 h 107"/>
                <a:gd name="T4" fmla="*/ 0 w 3836"/>
                <a:gd name="T5" fmla="*/ 0 h 107"/>
                <a:gd name="T6" fmla="*/ 0 w 3836"/>
                <a:gd name="T7" fmla="*/ 0 h 107"/>
                <a:gd name="T8" fmla="*/ 0 w 3836"/>
                <a:gd name="T9" fmla="*/ 0 h 107"/>
                <a:gd name="T10" fmla="*/ 0 w 3836"/>
                <a:gd name="T11" fmla="*/ 0 h 107"/>
                <a:gd name="T12" fmla="*/ 0 w 3836"/>
                <a:gd name="T13" fmla="*/ 0 h 107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3836"/>
                <a:gd name="T22" fmla="*/ 0 h 107"/>
                <a:gd name="T23" fmla="*/ 3836 w 3836"/>
                <a:gd name="T24" fmla="*/ 107 h 107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3836" h="107">
                  <a:moveTo>
                    <a:pt x="0" y="0"/>
                  </a:moveTo>
                  <a:lnTo>
                    <a:pt x="0" y="54"/>
                  </a:lnTo>
                  <a:lnTo>
                    <a:pt x="0" y="107"/>
                  </a:lnTo>
                  <a:lnTo>
                    <a:pt x="3836" y="107"/>
                  </a:lnTo>
                  <a:lnTo>
                    <a:pt x="3836" y="54"/>
                  </a:lnTo>
                  <a:lnTo>
                    <a:pt x="3836" y="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9" name="Freeform 11">
              <a:extLst>
                <a:ext uri="{FF2B5EF4-FFF2-40B4-BE49-F238E27FC236}">
                  <a16:creationId xmlns:a16="http://schemas.microsoft.com/office/drawing/2014/main" id="{C1DBA14C-E940-84BB-6BFB-4CF9D4EB4DE9}"/>
                </a:ext>
              </a:extLst>
            </p:cNvPr>
            <p:cNvSpPr>
              <a:spLocks/>
            </p:cNvSpPr>
            <p:nvPr/>
          </p:nvSpPr>
          <p:spPr bwMode="auto">
            <a:xfrm>
              <a:off x="5431" y="920"/>
              <a:ext cx="9" cy="18"/>
            </a:xfrm>
            <a:custGeom>
              <a:avLst/>
              <a:gdLst>
                <a:gd name="T0" fmla="*/ 0 w 54"/>
                <a:gd name="T1" fmla="*/ 0 h 107"/>
                <a:gd name="T2" fmla="*/ 0 w 54"/>
                <a:gd name="T3" fmla="*/ 0 h 107"/>
                <a:gd name="T4" fmla="*/ 0 w 54"/>
                <a:gd name="T5" fmla="*/ 0 h 107"/>
                <a:gd name="T6" fmla="*/ 0 w 54"/>
                <a:gd name="T7" fmla="*/ 0 h 107"/>
                <a:gd name="T8" fmla="*/ 0 w 54"/>
                <a:gd name="T9" fmla="*/ 0 h 107"/>
                <a:gd name="T10" fmla="*/ 0 w 54"/>
                <a:gd name="T11" fmla="*/ 0 h 107"/>
                <a:gd name="T12" fmla="*/ 0 w 54"/>
                <a:gd name="T13" fmla="*/ 0 h 107"/>
                <a:gd name="T14" fmla="*/ 0 w 54"/>
                <a:gd name="T15" fmla="*/ 0 h 107"/>
                <a:gd name="T16" fmla="*/ 0 w 54"/>
                <a:gd name="T17" fmla="*/ 0 h 107"/>
                <a:gd name="T18" fmla="*/ 0 w 54"/>
                <a:gd name="T19" fmla="*/ 0 h 107"/>
                <a:gd name="T20" fmla="*/ 0 w 54"/>
                <a:gd name="T21" fmla="*/ 0 h 107"/>
                <a:gd name="T22" fmla="*/ 0 w 54"/>
                <a:gd name="T23" fmla="*/ 0 h 107"/>
                <a:gd name="T24" fmla="*/ 0 w 54"/>
                <a:gd name="T25" fmla="*/ 0 h 107"/>
                <a:gd name="T26" fmla="*/ 0 w 54"/>
                <a:gd name="T27" fmla="*/ 0 h 107"/>
                <a:gd name="T28" fmla="*/ 0 w 54"/>
                <a:gd name="T29" fmla="*/ 0 h 107"/>
                <a:gd name="T30" fmla="*/ 0 w 54"/>
                <a:gd name="T31" fmla="*/ 0 h 107"/>
                <a:gd name="T32" fmla="*/ 0 w 54"/>
                <a:gd name="T33" fmla="*/ 0 h 107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w 54"/>
                <a:gd name="T52" fmla="*/ 0 h 107"/>
                <a:gd name="T53" fmla="*/ 54 w 54"/>
                <a:gd name="T54" fmla="*/ 107 h 107"/>
              </a:gdLst>
              <a:ahLst/>
              <a:cxnLst>
                <a:cxn ang="T34">
                  <a:pos x="T0" y="T1"/>
                </a:cxn>
                <a:cxn ang="T35">
                  <a:pos x="T2" y="T3"/>
                </a:cxn>
                <a:cxn ang="T36">
                  <a:pos x="T4" y="T5"/>
                </a:cxn>
                <a:cxn ang="T37">
                  <a:pos x="T6" y="T7"/>
                </a:cxn>
                <a:cxn ang="T38">
                  <a:pos x="T8" y="T9"/>
                </a:cxn>
                <a:cxn ang="T39">
                  <a:pos x="T10" y="T11"/>
                </a:cxn>
                <a:cxn ang="T40">
                  <a:pos x="T12" y="T13"/>
                </a:cxn>
                <a:cxn ang="T41">
                  <a:pos x="T14" y="T15"/>
                </a:cxn>
                <a:cxn ang="T42">
                  <a:pos x="T16" y="T17"/>
                </a:cxn>
                <a:cxn ang="T43">
                  <a:pos x="T18" y="T19"/>
                </a:cxn>
                <a:cxn ang="T44">
                  <a:pos x="T20" y="T21"/>
                </a:cxn>
                <a:cxn ang="T45">
                  <a:pos x="T22" y="T23"/>
                </a:cxn>
                <a:cxn ang="T46">
                  <a:pos x="T24" y="T25"/>
                </a:cxn>
                <a:cxn ang="T47">
                  <a:pos x="T26" y="T27"/>
                </a:cxn>
                <a:cxn ang="T48">
                  <a:pos x="T28" y="T29"/>
                </a:cxn>
                <a:cxn ang="T49">
                  <a:pos x="T30" y="T31"/>
                </a:cxn>
                <a:cxn ang="T50">
                  <a:pos x="T32" y="T33"/>
                </a:cxn>
              </a:cxnLst>
              <a:rect l="T51" t="T52" r="T53" b="T54"/>
              <a:pathLst>
                <a:path w="54" h="107">
                  <a:moveTo>
                    <a:pt x="0" y="54"/>
                  </a:moveTo>
                  <a:lnTo>
                    <a:pt x="0" y="0"/>
                  </a:lnTo>
                  <a:lnTo>
                    <a:pt x="12" y="3"/>
                  </a:lnTo>
                  <a:lnTo>
                    <a:pt x="24" y="7"/>
                  </a:lnTo>
                  <a:lnTo>
                    <a:pt x="33" y="13"/>
                  </a:lnTo>
                  <a:lnTo>
                    <a:pt x="42" y="22"/>
                  </a:lnTo>
                  <a:lnTo>
                    <a:pt x="48" y="31"/>
                  </a:lnTo>
                  <a:lnTo>
                    <a:pt x="52" y="43"/>
                  </a:lnTo>
                  <a:lnTo>
                    <a:pt x="54" y="54"/>
                  </a:lnTo>
                  <a:lnTo>
                    <a:pt x="52" y="66"/>
                  </a:lnTo>
                  <a:lnTo>
                    <a:pt x="48" y="78"/>
                  </a:lnTo>
                  <a:lnTo>
                    <a:pt x="42" y="87"/>
                  </a:lnTo>
                  <a:lnTo>
                    <a:pt x="33" y="96"/>
                  </a:lnTo>
                  <a:lnTo>
                    <a:pt x="24" y="102"/>
                  </a:lnTo>
                  <a:lnTo>
                    <a:pt x="12" y="106"/>
                  </a:lnTo>
                  <a:lnTo>
                    <a:pt x="0" y="107"/>
                  </a:lnTo>
                  <a:lnTo>
                    <a:pt x="0" y="54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0" name="Freeform 12">
              <a:extLst>
                <a:ext uri="{FF2B5EF4-FFF2-40B4-BE49-F238E27FC236}">
                  <a16:creationId xmlns:a16="http://schemas.microsoft.com/office/drawing/2014/main" id="{B2AB412C-8780-1961-0A41-BFB7F3A69027}"/>
                </a:ext>
              </a:extLst>
            </p:cNvPr>
            <p:cNvSpPr>
              <a:spLocks/>
            </p:cNvSpPr>
            <p:nvPr/>
          </p:nvSpPr>
          <p:spPr bwMode="auto">
            <a:xfrm>
              <a:off x="5431" y="920"/>
              <a:ext cx="9" cy="18"/>
            </a:xfrm>
            <a:custGeom>
              <a:avLst/>
              <a:gdLst>
                <a:gd name="T0" fmla="*/ 0 w 54"/>
                <a:gd name="T1" fmla="*/ 0 h 107"/>
                <a:gd name="T2" fmla="*/ 0 w 54"/>
                <a:gd name="T3" fmla="*/ 0 h 107"/>
                <a:gd name="T4" fmla="*/ 0 w 54"/>
                <a:gd name="T5" fmla="*/ 0 h 107"/>
                <a:gd name="T6" fmla="*/ 0 w 54"/>
                <a:gd name="T7" fmla="*/ 0 h 107"/>
                <a:gd name="T8" fmla="*/ 0 w 54"/>
                <a:gd name="T9" fmla="*/ 0 h 107"/>
                <a:gd name="T10" fmla="*/ 0 w 54"/>
                <a:gd name="T11" fmla="*/ 0 h 107"/>
                <a:gd name="T12" fmla="*/ 0 w 54"/>
                <a:gd name="T13" fmla="*/ 0 h 107"/>
                <a:gd name="T14" fmla="*/ 0 w 54"/>
                <a:gd name="T15" fmla="*/ 0 h 107"/>
                <a:gd name="T16" fmla="*/ 0 w 54"/>
                <a:gd name="T17" fmla="*/ 0 h 107"/>
                <a:gd name="T18" fmla="*/ 0 w 54"/>
                <a:gd name="T19" fmla="*/ 0 h 107"/>
                <a:gd name="T20" fmla="*/ 0 w 54"/>
                <a:gd name="T21" fmla="*/ 0 h 107"/>
                <a:gd name="T22" fmla="*/ 0 w 54"/>
                <a:gd name="T23" fmla="*/ 0 h 107"/>
                <a:gd name="T24" fmla="*/ 0 w 54"/>
                <a:gd name="T25" fmla="*/ 0 h 107"/>
                <a:gd name="T26" fmla="*/ 0 w 54"/>
                <a:gd name="T27" fmla="*/ 0 h 107"/>
                <a:gd name="T28" fmla="*/ 0 w 54"/>
                <a:gd name="T29" fmla="*/ 0 h 107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w 54"/>
                <a:gd name="T46" fmla="*/ 0 h 107"/>
                <a:gd name="T47" fmla="*/ 54 w 54"/>
                <a:gd name="T48" fmla="*/ 107 h 107"/>
              </a:gdLst>
              <a:ahLst/>
              <a:cxnLst>
                <a:cxn ang="T30">
                  <a:pos x="T0" y="T1"/>
                </a:cxn>
                <a:cxn ang="T31">
                  <a:pos x="T2" y="T3"/>
                </a:cxn>
                <a:cxn ang="T32">
                  <a:pos x="T4" y="T5"/>
                </a:cxn>
                <a:cxn ang="T33">
                  <a:pos x="T6" y="T7"/>
                </a:cxn>
                <a:cxn ang="T34">
                  <a:pos x="T8" y="T9"/>
                </a:cxn>
                <a:cxn ang="T35">
                  <a:pos x="T10" y="T11"/>
                </a:cxn>
                <a:cxn ang="T36">
                  <a:pos x="T12" y="T13"/>
                </a:cxn>
                <a:cxn ang="T37">
                  <a:pos x="T14" y="T15"/>
                </a:cxn>
                <a:cxn ang="T38">
                  <a:pos x="T16" y="T17"/>
                </a:cxn>
                <a:cxn ang="T39">
                  <a:pos x="T18" y="T19"/>
                </a:cxn>
                <a:cxn ang="T40">
                  <a:pos x="T20" y="T21"/>
                </a:cxn>
                <a:cxn ang="T41">
                  <a:pos x="T22" y="T23"/>
                </a:cxn>
                <a:cxn ang="T42">
                  <a:pos x="T24" y="T25"/>
                </a:cxn>
                <a:cxn ang="T43">
                  <a:pos x="T26" y="T27"/>
                </a:cxn>
                <a:cxn ang="T44">
                  <a:pos x="T28" y="T29"/>
                </a:cxn>
              </a:cxnLst>
              <a:rect l="T45" t="T46" r="T47" b="T48"/>
              <a:pathLst>
                <a:path w="54" h="107">
                  <a:moveTo>
                    <a:pt x="0" y="0"/>
                  </a:moveTo>
                  <a:lnTo>
                    <a:pt x="12" y="3"/>
                  </a:lnTo>
                  <a:lnTo>
                    <a:pt x="24" y="7"/>
                  </a:lnTo>
                  <a:lnTo>
                    <a:pt x="33" y="13"/>
                  </a:lnTo>
                  <a:lnTo>
                    <a:pt x="42" y="22"/>
                  </a:lnTo>
                  <a:lnTo>
                    <a:pt x="48" y="31"/>
                  </a:lnTo>
                  <a:lnTo>
                    <a:pt x="52" y="43"/>
                  </a:lnTo>
                  <a:lnTo>
                    <a:pt x="54" y="54"/>
                  </a:lnTo>
                  <a:lnTo>
                    <a:pt x="52" y="66"/>
                  </a:lnTo>
                  <a:lnTo>
                    <a:pt x="48" y="78"/>
                  </a:lnTo>
                  <a:lnTo>
                    <a:pt x="42" y="87"/>
                  </a:lnTo>
                  <a:lnTo>
                    <a:pt x="33" y="96"/>
                  </a:lnTo>
                  <a:lnTo>
                    <a:pt x="24" y="102"/>
                  </a:lnTo>
                  <a:lnTo>
                    <a:pt x="12" y="106"/>
                  </a:lnTo>
                  <a:lnTo>
                    <a:pt x="0" y="107"/>
                  </a:lnTo>
                </a:path>
              </a:pathLst>
            </a:custGeom>
            <a:noFill/>
            <a:ln w="0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1" name="Freeform 13">
              <a:extLst>
                <a:ext uri="{FF2B5EF4-FFF2-40B4-BE49-F238E27FC236}">
                  <a16:creationId xmlns:a16="http://schemas.microsoft.com/office/drawing/2014/main" id="{8081377A-46A9-2391-DDC8-EBA9A997CFE0}"/>
                </a:ext>
              </a:extLst>
            </p:cNvPr>
            <p:cNvSpPr>
              <a:spLocks/>
            </p:cNvSpPr>
            <p:nvPr/>
          </p:nvSpPr>
          <p:spPr bwMode="auto">
            <a:xfrm>
              <a:off x="4783" y="1643"/>
              <a:ext cx="8" cy="17"/>
            </a:xfrm>
            <a:custGeom>
              <a:avLst/>
              <a:gdLst>
                <a:gd name="T0" fmla="*/ 0 w 53"/>
                <a:gd name="T1" fmla="*/ 0 h 107"/>
                <a:gd name="T2" fmla="*/ 0 w 53"/>
                <a:gd name="T3" fmla="*/ 0 h 107"/>
                <a:gd name="T4" fmla="*/ 0 w 53"/>
                <a:gd name="T5" fmla="*/ 0 h 107"/>
                <a:gd name="T6" fmla="*/ 0 w 53"/>
                <a:gd name="T7" fmla="*/ 0 h 107"/>
                <a:gd name="T8" fmla="*/ 0 w 53"/>
                <a:gd name="T9" fmla="*/ 0 h 107"/>
                <a:gd name="T10" fmla="*/ 0 w 53"/>
                <a:gd name="T11" fmla="*/ 0 h 107"/>
                <a:gd name="T12" fmla="*/ 0 w 53"/>
                <a:gd name="T13" fmla="*/ 0 h 107"/>
                <a:gd name="T14" fmla="*/ 0 w 53"/>
                <a:gd name="T15" fmla="*/ 0 h 107"/>
                <a:gd name="T16" fmla="*/ 0 w 53"/>
                <a:gd name="T17" fmla="*/ 0 h 107"/>
                <a:gd name="T18" fmla="*/ 0 w 53"/>
                <a:gd name="T19" fmla="*/ 0 h 107"/>
                <a:gd name="T20" fmla="*/ 0 w 53"/>
                <a:gd name="T21" fmla="*/ 0 h 107"/>
                <a:gd name="T22" fmla="*/ 0 w 53"/>
                <a:gd name="T23" fmla="*/ 0 h 107"/>
                <a:gd name="T24" fmla="*/ 0 w 53"/>
                <a:gd name="T25" fmla="*/ 0 h 107"/>
                <a:gd name="T26" fmla="*/ 0 w 53"/>
                <a:gd name="T27" fmla="*/ 0 h 107"/>
                <a:gd name="T28" fmla="*/ 0 w 53"/>
                <a:gd name="T29" fmla="*/ 0 h 107"/>
                <a:gd name="T30" fmla="*/ 0 w 53"/>
                <a:gd name="T31" fmla="*/ 0 h 107"/>
                <a:gd name="T32" fmla="*/ 0 w 53"/>
                <a:gd name="T33" fmla="*/ 0 h 107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w 53"/>
                <a:gd name="T52" fmla="*/ 0 h 107"/>
                <a:gd name="T53" fmla="*/ 53 w 53"/>
                <a:gd name="T54" fmla="*/ 107 h 107"/>
              </a:gdLst>
              <a:ahLst/>
              <a:cxnLst>
                <a:cxn ang="T34">
                  <a:pos x="T0" y="T1"/>
                </a:cxn>
                <a:cxn ang="T35">
                  <a:pos x="T2" y="T3"/>
                </a:cxn>
                <a:cxn ang="T36">
                  <a:pos x="T4" y="T5"/>
                </a:cxn>
                <a:cxn ang="T37">
                  <a:pos x="T6" y="T7"/>
                </a:cxn>
                <a:cxn ang="T38">
                  <a:pos x="T8" y="T9"/>
                </a:cxn>
                <a:cxn ang="T39">
                  <a:pos x="T10" y="T11"/>
                </a:cxn>
                <a:cxn ang="T40">
                  <a:pos x="T12" y="T13"/>
                </a:cxn>
                <a:cxn ang="T41">
                  <a:pos x="T14" y="T15"/>
                </a:cxn>
                <a:cxn ang="T42">
                  <a:pos x="T16" y="T17"/>
                </a:cxn>
                <a:cxn ang="T43">
                  <a:pos x="T18" y="T19"/>
                </a:cxn>
                <a:cxn ang="T44">
                  <a:pos x="T20" y="T21"/>
                </a:cxn>
                <a:cxn ang="T45">
                  <a:pos x="T22" y="T23"/>
                </a:cxn>
                <a:cxn ang="T46">
                  <a:pos x="T24" y="T25"/>
                </a:cxn>
                <a:cxn ang="T47">
                  <a:pos x="T26" y="T27"/>
                </a:cxn>
                <a:cxn ang="T48">
                  <a:pos x="T28" y="T29"/>
                </a:cxn>
                <a:cxn ang="T49">
                  <a:pos x="T30" y="T31"/>
                </a:cxn>
                <a:cxn ang="T50">
                  <a:pos x="T32" y="T33"/>
                </a:cxn>
              </a:cxnLst>
              <a:rect l="T51" t="T52" r="T53" b="T54"/>
              <a:pathLst>
                <a:path w="53" h="107">
                  <a:moveTo>
                    <a:pt x="53" y="54"/>
                  </a:moveTo>
                  <a:lnTo>
                    <a:pt x="53" y="107"/>
                  </a:lnTo>
                  <a:lnTo>
                    <a:pt x="41" y="106"/>
                  </a:lnTo>
                  <a:lnTo>
                    <a:pt x="30" y="102"/>
                  </a:lnTo>
                  <a:lnTo>
                    <a:pt x="20" y="95"/>
                  </a:lnTo>
                  <a:lnTo>
                    <a:pt x="12" y="87"/>
                  </a:lnTo>
                  <a:lnTo>
                    <a:pt x="5" y="77"/>
                  </a:lnTo>
                  <a:lnTo>
                    <a:pt x="1" y="66"/>
                  </a:lnTo>
                  <a:lnTo>
                    <a:pt x="0" y="54"/>
                  </a:lnTo>
                  <a:lnTo>
                    <a:pt x="1" y="43"/>
                  </a:lnTo>
                  <a:lnTo>
                    <a:pt x="5" y="31"/>
                  </a:lnTo>
                  <a:lnTo>
                    <a:pt x="12" y="21"/>
                  </a:lnTo>
                  <a:lnTo>
                    <a:pt x="20" y="13"/>
                  </a:lnTo>
                  <a:lnTo>
                    <a:pt x="30" y="7"/>
                  </a:lnTo>
                  <a:lnTo>
                    <a:pt x="41" y="2"/>
                  </a:lnTo>
                  <a:lnTo>
                    <a:pt x="53" y="0"/>
                  </a:lnTo>
                  <a:lnTo>
                    <a:pt x="53" y="54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2" name="Freeform 14">
              <a:extLst>
                <a:ext uri="{FF2B5EF4-FFF2-40B4-BE49-F238E27FC236}">
                  <a16:creationId xmlns:a16="http://schemas.microsoft.com/office/drawing/2014/main" id="{D9DC927D-77CD-CCC5-EB50-018156D7B688}"/>
                </a:ext>
              </a:extLst>
            </p:cNvPr>
            <p:cNvSpPr>
              <a:spLocks/>
            </p:cNvSpPr>
            <p:nvPr/>
          </p:nvSpPr>
          <p:spPr bwMode="auto">
            <a:xfrm>
              <a:off x="4783" y="1643"/>
              <a:ext cx="8" cy="17"/>
            </a:xfrm>
            <a:custGeom>
              <a:avLst/>
              <a:gdLst>
                <a:gd name="T0" fmla="*/ 0 w 53"/>
                <a:gd name="T1" fmla="*/ 0 h 107"/>
                <a:gd name="T2" fmla="*/ 0 w 53"/>
                <a:gd name="T3" fmla="*/ 0 h 107"/>
                <a:gd name="T4" fmla="*/ 0 w 53"/>
                <a:gd name="T5" fmla="*/ 0 h 107"/>
                <a:gd name="T6" fmla="*/ 0 w 53"/>
                <a:gd name="T7" fmla="*/ 0 h 107"/>
                <a:gd name="T8" fmla="*/ 0 w 53"/>
                <a:gd name="T9" fmla="*/ 0 h 107"/>
                <a:gd name="T10" fmla="*/ 0 w 53"/>
                <a:gd name="T11" fmla="*/ 0 h 107"/>
                <a:gd name="T12" fmla="*/ 0 w 53"/>
                <a:gd name="T13" fmla="*/ 0 h 107"/>
                <a:gd name="T14" fmla="*/ 0 w 53"/>
                <a:gd name="T15" fmla="*/ 0 h 107"/>
                <a:gd name="T16" fmla="*/ 0 w 53"/>
                <a:gd name="T17" fmla="*/ 0 h 107"/>
                <a:gd name="T18" fmla="*/ 0 w 53"/>
                <a:gd name="T19" fmla="*/ 0 h 107"/>
                <a:gd name="T20" fmla="*/ 0 w 53"/>
                <a:gd name="T21" fmla="*/ 0 h 107"/>
                <a:gd name="T22" fmla="*/ 0 w 53"/>
                <a:gd name="T23" fmla="*/ 0 h 107"/>
                <a:gd name="T24" fmla="*/ 0 w 53"/>
                <a:gd name="T25" fmla="*/ 0 h 107"/>
                <a:gd name="T26" fmla="*/ 0 w 53"/>
                <a:gd name="T27" fmla="*/ 0 h 107"/>
                <a:gd name="T28" fmla="*/ 0 w 53"/>
                <a:gd name="T29" fmla="*/ 0 h 107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w 53"/>
                <a:gd name="T46" fmla="*/ 0 h 107"/>
                <a:gd name="T47" fmla="*/ 53 w 53"/>
                <a:gd name="T48" fmla="*/ 107 h 107"/>
              </a:gdLst>
              <a:ahLst/>
              <a:cxnLst>
                <a:cxn ang="T30">
                  <a:pos x="T0" y="T1"/>
                </a:cxn>
                <a:cxn ang="T31">
                  <a:pos x="T2" y="T3"/>
                </a:cxn>
                <a:cxn ang="T32">
                  <a:pos x="T4" y="T5"/>
                </a:cxn>
                <a:cxn ang="T33">
                  <a:pos x="T6" y="T7"/>
                </a:cxn>
                <a:cxn ang="T34">
                  <a:pos x="T8" y="T9"/>
                </a:cxn>
                <a:cxn ang="T35">
                  <a:pos x="T10" y="T11"/>
                </a:cxn>
                <a:cxn ang="T36">
                  <a:pos x="T12" y="T13"/>
                </a:cxn>
                <a:cxn ang="T37">
                  <a:pos x="T14" y="T15"/>
                </a:cxn>
                <a:cxn ang="T38">
                  <a:pos x="T16" y="T17"/>
                </a:cxn>
                <a:cxn ang="T39">
                  <a:pos x="T18" y="T19"/>
                </a:cxn>
                <a:cxn ang="T40">
                  <a:pos x="T20" y="T21"/>
                </a:cxn>
                <a:cxn ang="T41">
                  <a:pos x="T22" y="T23"/>
                </a:cxn>
                <a:cxn ang="T42">
                  <a:pos x="T24" y="T25"/>
                </a:cxn>
                <a:cxn ang="T43">
                  <a:pos x="T26" y="T27"/>
                </a:cxn>
                <a:cxn ang="T44">
                  <a:pos x="T28" y="T29"/>
                </a:cxn>
              </a:cxnLst>
              <a:rect l="T45" t="T46" r="T47" b="T48"/>
              <a:pathLst>
                <a:path w="53" h="107">
                  <a:moveTo>
                    <a:pt x="53" y="107"/>
                  </a:moveTo>
                  <a:lnTo>
                    <a:pt x="41" y="106"/>
                  </a:lnTo>
                  <a:lnTo>
                    <a:pt x="30" y="102"/>
                  </a:lnTo>
                  <a:lnTo>
                    <a:pt x="20" y="95"/>
                  </a:lnTo>
                  <a:lnTo>
                    <a:pt x="12" y="87"/>
                  </a:lnTo>
                  <a:lnTo>
                    <a:pt x="5" y="77"/>
                  </a:lnTo>
                  <a:lnTo>
                    <a:pt x="1" y="66"/>
                  </a:lnTo>
                  <a:lnTo>
                    <a:pt x="0" y="54"/>
                  </a:lnTo>
                  <a:lnTo>
                    <a:pt x="1" y="43"/>
                  </a:lnTo>
                  <a:lnTo>
                    <a:pt x="5" y="31"/>
                  </a:lnTo>
                  <a:lnTo>
                    <a:pt x="12" y="21"/>
                  </a:lnTo>
                  <a:lnTo>
                    <a:pt x="20" y="13"/>
                  </a:lnTo>
                  <a:lnTo>
                    <a:pt x="30" y="7"/>
                  </a:lnTo>
                  <a:lnTo>
                    <a:pt x="41" y="2"/>
                  </a:lnTo>
                  <a:lnTo>
                    <a:pt x="53" y="0"/>
                  </a:lnTo>
                </a:path>
              </a:pathLst>
            </a:custGeom>
            <a:noFill/>
            <a:ln w="0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3" name="Freeform 15">
              <a:extLst>
                <a:ext uri="{FF2B5EF4-FFF2-40B4-BE49-F238E27FC236}">
                  <a16:creationId xmlns:a16="http://schemas.microsoft.com/office/drawing/2014/main" id="{26E85247-76D6-1780-49F5-421B3EFD9FF5}"/>
                </a:ext>
              </a:extLst>
            </p:cNvPr>
            <p:cNvSpPr>
              <a:spLocks/>
            </p:cNvSpPr>
            <p:nvPr/>
          </p:nvSpPr>
          <p:spPr bwMode="auto">
            <a:xfrm>
              <a:off x="4791" y="1643"/>
              <a:ext cx="640" cy="17"/>
            </a:xfrm>
            <a:custGeom>
              <a:avLst/>
              <a:gdLst>
                <a:gd name="T0" fmla="*/ 0 w 3836"/>
                <a:gd name="T1" fmla="*/ 0 h 107"/>
                <a:gd name="T2" fmla="*/ 0 w 3836"/>
                <a:gd name="T3" fmla="*/ 0 h 107"/>
                <a:gd name="T4" fmla="*/ 0 w 3836"/>
                <a:gd name="T5" fmla="*/ 0 h 107"/>
                <a:gd name="T6" fmla="*/ 0 w 3836"/>
                <a:gd name="T7" fmla="*/ 0 h 107"/>
                <a:gd name="T8" fmla="*/ 0 w 3836"/>
                <a:gd name="T9" fmla="*/ 0 h 107"/>
                <a:gd name="T10" fmla="*/ 0 w 3836"/>
                <a:gd name="T11" fmla="*/ 0 h 107"/>
                <a:gd name="T12" fmla="*/ 0 w 3836"/>
                <a:gd name="T13" fmla="*/ 0 h 107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3836"/>
                <a:gd name="T22" fmla="*/ 0 h 107"/>
                <a:gd name="T23" fmla="*/ 3836 w 3836"/>
                <a:gd name="T24" fmla="*/ 107 h 107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3836" h="107">
                  <a:moveTo>
                    <a:pt x="0" y="0"/>
                  </a:moveTo>
                  <a:lnTo>
                    <a:pt x="0" y="54"/>
                  </a:lnTo>
                  <a:lnTo>
                    <a:pt x="0" y="107"/>
                  </a:lnTo>
                  <a:lnTo>
                    <a:pt x="3836" y="107"/>
                  </a:lnTo>
                  <a:lnTo>
                    <a:pt x="3836" y="54"/>
                  </a:lnTo>
                  <a:lnTo>
                    <a:pt x="3836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4" name="Freeform 16">
              <a:extLst>
                <a:ext uri="{FF2B5EF4-FFF2-40B4-BE49-F238E27FC236}">
                  <a16:creationId xmlns:a16="http://schemas.microsoft.com/office/drawing/2014/main" id="{1429005E-586C-7873-FF2C-D96F12B64C18}"/>
                </a:ext>
              </a:extLst>
            </p:cNvPr>
            <p:cNvSpPr>
              <a:spLocks/>
            </p:cNvSpPr>
            <p:nvPr/>
          </p:nvSpPr>
          <p:spPr bwMode="auto">
            <a:xfrm>
              <a:off x="4791" y="1643"/>
              <a:ext cx="640" cy="17"/>
            </a:xfrm>
            <a:custGeom>
              <a:avLst/>
              <a:gdLst>
                <a:gd name="T0" fmla="*/ 0 w 3836"/>
                <a:gd name="T1" fmla="*/ 0 h 107"/>
                <a:gd name="T2" fmla="*/ 0 w 3836"/>
                <a:gd name="T3" fmla="*/ 0 h 107"/>
                <a:gd name="T4" fmla="*/ 0 w 3836"/>
                <a:gd name="T5" fmla="*/ 0 h 107"/>
                <a:gd name="T6" fmla="*/ 0 w 3836"/>
                <a:gd name="T7" fmla="*/ 0 h 107"/>
                <a:gd name="T8" fmla="*/ 0 w 3836"/>
                <a:gd name="T9" fmla="*/ 0 h 107"/>
                <a:gd name="T10" fmla="*/ 0 w 3836"/>
                <a:gd name="T11" fmla="*/ 0 h 107"/>
                <a:gd name="T12" fmla="*/ 0 w 3836"/>
                <a:gd name="T13" fmla="*/ 0 h 107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3836"/>
                <a:gd name="T22" fmla="*/ 0 h 107"/>
                <a:gd name="T23" fmla="*/ 3836 w 3836"/>
                <a:gd name="T24" fmla="*/ 107 h 107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3836" h="107">
                  <a:moveTo>
                    <a:pt x="0" y="0"/>
                  </a:moveTo>
                  <a:lnTo>
                    <a:pt x="0" y="54"/>
                  </a:lnTo>
                  <a:lnTo>
                    <a:pt x="0" y="107"/>
                  </a:lnTo>
                  <a:lnTo>
                    <a:pt x="3836" y="107"/>
                  </a:lnTo>
                  <a:lnTo>
                    <a:pt x="3836" y="54"/>
                  </a:lnTo>
                  <a:lnTo>
                    <a:pt x="3836" y="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5" name="Freeform 17">
              <a:extLst>
                <a:ext uri="{FF2B5EF4-FFF2-40B4-BE49-F238E27FC236}">
                  <a16:creationId xmlns:a16="http://schemas.microsoft.com/office/drawing/2014/main" id="{85CF2193-4814-83D4-ABFC-A7DEC527E826}"/>
                </a:ext>
              </a:extLst>
            </p:cNvPr>
            <p:cNvSpPr>
              <a:spLocks/>
            </p:cNvSpPr>
            <p:nvPr/>
          </p:nvSpPr>
          <p:spPr bwMode="auto">
            <a:xfrm>
              <a:off x="5431" y="1643"/>
              <a:ext cx="9" cy="17"/>
            </a:xfrm>
            <a:custGeom>
              <a:avLst/>
              <a:gdLst>
                <a:gd name="T0" fmla="*/ 0 w 54"/>
                <a:gd name="T1" fmla="*/ 0 h 107"/>
                <a:gd name="T2" fmla="*/ 0 w 54"/>
                <a:gd name="T3" fmla="*/ 0 h 107"/>
                <a:gd name="T4" fmla="*/ 0 w 54"/>
                <a:gd name="T5" fmla="*/ 0 h 107"/>
                <a:gd name="T6" fmla="*/ 0 w 54"/>
                <a:gd name="T7" fmla="*/ 0 h 107"/>
                <a:gd name="T8" fmla="*/ 0 w 54"/>
                <a:gd name="T9" fmla="*/ 0 h 107"/>
                <a:gd name="T10" fmla="*/ 0 w 54"/>
                <a:gd name="T11" fmla="*/ 0 h 107"/>
                <a:gd name="T12" fmla="*/ 0 w 54"/>
                <a:gd name="T13" fmla="*/ 0 h 107"/>
                <a:gd name="T14" fmla="*/ 0 w 54"/>
                <a:gd name="T15" fmla="*/ 0 h 107"/>
                <a:gd name="T16" fmla="*/ 0 w 54"/>
                <a:gd name="T17" fmla="*/ 0 h 107"/>
                <a:gd name="T18" fmla="*/ 0 w 54"/>
                <a:gd name="T19" fmla="*/ 0 h 107"/>
                <a:gd name="T20" fmla="*/ 0 w 54"/>
                <a:gd name="T21" fmla="*/ 0 h 107"/>
                <a:gd name="T22" fmla="*/ 0 w 54"/>
                <a:gd name="T23" fmla="*/ 0 h 107"/>
                <a:gd name="T24" fmla="*/ 0 w 54"/>
                <a:gd name="T25" fmla="*/ 0 h 107"/>
                <a:gd name="T26" fmla="*/ 0 w 54"/>
                <a:gd name="T27" fmla="*/ 0 h 107"/>
                <a:gd name="T28" fmla="*/ 0 w 54"/>
                <a:gd name="T29" fmla="*/ 0 h 107"/>
                <a:gd name="T30" fmla="*/ 0 w 54"/>
                <a:gd name="T31" fmla="*/ 0 h 107"/>
                <a:gd name="T32" fmla="*/ 0 w 54"/>
                <a:gd name="T33" fmla="*/ 0 h 107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w 54"/>
                <a:gd name="T52" fmla="*/ 0 h 107"/>
                <a:gd name="T53" fmla="*/ 54 w 54"/>
                <a:gd name="T54" fmla="*/ 107 h 107"/>
              </a:gdLst>
              <a:ahLst/>
              <a:cxnLst>
                <a:cxn ang="T34">
                  <a:pos x="T0" y="T1"/>
                </a:cxn>
                <a:cxn ang="T35">
                  <a:pos x="T2" y="T3"/>
                </a:cxn>
                <a:cxn ang="T36">
                  <a:pos x="T4" y="T5"/>
                </a:cxn>
                <a:cxn ang="T37">
                  <a:pos x="T6" y="T7"/>
                </a:cxn>
                <a:cxn ang="T38">
                  <a:pos x="T8" y="T9"/>
                </a:cxn>
                <a:cxn ang="T39">
                  <a:pos x="T10" y="T11"/>
                </a:cxn>
                <a:cxn ang="T40">
                  <a:pos x="T12" y="T13"/>
                </a:cxn>
                <a:cxn ang="T41">
                  <a:pos x="T14" y="T15"/>
                </a:cxn>
                <a:cxn ang="T42">
                  <a:pos x="T16" y="T17"/>
                </a:cxn>
                <a:cxn ang="T43">
                  <a:pos x="T18" y="T19"/>
                </a:cxn>
                <a:cxn ang="T44">
                  <a:pos x="T20" y="T21"/>
                </a:cxn>
                <a:cxn ang="T45">
                  <a:pos x="T22" y="T23"/>
                </a:cxn>
                <a:cxn ang="T46">
                  <a:pos x="T24" y="T25"/>
                </a:cxn>
                <a:cxn ang="T47">
                  <a:pos x="T26" y="T27"/>
                </a:cxn>
                <a:cxn ang="T48">
                  <a:pos x="T28" y="T29"/>
                </a:cxn>
                <a:cxn ang="T49">
                  <a:pos x="T30" y="T31"/>
                </a:cxn>
                <a:cxn ang="T50">
                  <a:pos x="T32" y="T33"/>
                </a:cxn>
              </a:cxnLst>
              <a:rect l="T51" t="T52" r="T53" b="T54"/>
              <a:pathLst>
                <a:path w="54" h="107">
                  <a:moveTo>
                    <a:pt x="0" y="54"/>
                  </a:moveTo>
                  <a:lnTo>
                    <a:pt x="0" y="0"/>
                  </a:lnTo>
                  <a:lnTo>
                    <a:pt x="12" y="2"/>
                  </a:lnTo>
                  <a:lnTo>
                    <a:pt x="24" y="7"/>
                  </a:lnTo>
                  <a:lnTo>
                    <a:pt x="33" y="13"/>
                  </a:lnTo>
                  <a:lnTo>
                    <a:pt x="42" y="21"/>
                  </a:lnTo>
                  <a:lnTo>
                    <a:pt x="48" y="31"/>
                  </a:lnTo>
                  <a:lnTo>
                    <a:pt x="52" y="43"/>
                  </a:lnTo>
                  <a:lnTo>
                    <a:pt x="54" y="54"/>
                  </a:lnTo>
                  <a:lnTo>
                    <a:pt x="52" y="66"/>
                  </a:lnTo>
                  <a:lnTo>
                    <a:pt x="48" y="77"/>
                  </a:lnTo>
                  <a:lnTo>
                    <a:pt x="42" y="87"/>
                  </a:lnTo>
                  <a:lnTo>
                    <a:pt x="33" y="95"/>
                  </a:lnTo>
                  <a:lnTo>
                    <a:pt x="24" y="102"/>
                  </a:lnTo>
                  <a:lnTo>
                    <a:pt x="12" y="106"/>
                  </a:lnTo>
                  <a:lnTo>
                    <a:pt x="0" y="107"/>
                  </a:lnTo>
                  <a:lnTo>
                    <a:pt x="0" y="54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6" name="Freeform 18">
              <a:extLst>
                <a:ext uri="{FF2B5EF4-FFF2-40B4-BE49-F238E27FC236}">
                  <a16:creationId xmlns:a16="http://schemas.microsoft.com/office/drawing/2014/main" id="{568F291F-2B2A-E59E-DD92-E8E6486BCF01}"/>
                </a:ext>
              </a:extLst>
            </p:cNvPr>
            <p:cNvSpPr>
              <a:spLocks/>
            </p:cNvSpPr>
            <p:nvPr/>
          </p:nvSpPr>
          <p:spPr bwMode="auto">
            <a:xfrm>
              <a:off x="5431" y="1643"/>
              <a:ext cx="9" cy="17"/>
            </a:xfrm>
            <a:custGeom>
              <a:avLst/>
              <a:gdLst>
                <a:gd name="T0" fmla="*/ 0 w 54"/>
                <a:gd name="T1" fmla="*/ 0 h 107"/>
                <a:gd name="T2" fmla="*/ 0 w 54"/>
                <a:gd name="T3" fmla="*/ 0 h 107"/>
                <a:gd name="T4" fmla="*/ 0 w 54"/>
                <a:gd name="T5" fmla="*/ 0 h 107"/>
                <a:gd name="T6" fmla="*/ 0 w 54"/>
                <a:gd name="T7" fmla="*/ 0 h 107"/>
                <a:gd name="T8" fmla="*/ 0 w 54"/>
                <a:gd name="T9" fmla="*/ 0 h 107"/>
                <a:gd name="T10" fmla="*/ 0 w 54"/>
                <a:gd name="T11" fmla="*/ 0 h 107"/>
                <a:gd name="T12" fmla="*/ 0 w 54"/>
                <a:gd name="T13" fmla="*/ 0 h 107"/>
                <a:gd name="T14" fmla="*/ 0 w 54"/>
                <a:gd name="T15" fmla="*/ 0 h 107"/>
                <a:gd name="T16" fmla="*/ 0 w 54"/>
                <a:gd name="T17" fmla="*/ 0 h 107"/>
                <a:gd name="T18" fmla="*/ 0 w 54"/>
                <a:gd name="T19" fmla="*/ 0 h 107"/>
                <a:gd name="T20" fmla="*/ 0 w 54"/>
                <a:gd name="T21" fmla="*/ 0 h 107"/>
                <a:gd name="T22" fmla="*/ 0 w 54"/>
                <a:gd name="T23" fmla="*/ 0 h 107"/>
                <a:gd name="T24" fmla="*/ 0 w 54"/>
                <a:gd name="T25" fmla="*/ 0 h 107"/>
                <a:gd name="T26" fmla="*/ 0 w 54"/>
                <a:gd name="T27" fmla="*/ 0 h 107"/>
                <a:gd name="T28" fmla="*/ 0 w 54"/>
                <a:gd name="T29" fmla="*/ 0 h 107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w 54"/>
                <a:gd name="T46" fmla="*/ 0 h 107"/>
                <a:gd name="T47" fmla="*/ 54 w 54"/>
                <a:gd name="T48" fmla="*/ 107 h 107"/>
              </a:gdLst>
              <a:ahLst/>
              <a:cxnLst>
                <a:cxn ang="T30">
                  <a:pos x="T0" y="T1"/>
                </a:cxn>
                <a:cxn ang="T31">
                  <a:pos x="T2" y="T3"/>
                </a:cxn>
                <a:cxn ang="T32">
                  <a:pos x="T4" y="T5"/>
                </a:cxn>
                <a:cxn ang="T33">
                  <a:pos x="T6" y="T7"/>
                </a:cxn>
                <a:cxn ang="T34">
                  <a:pos x="T8" y="T9"/>
                </a:cxn>
                <a:cxn ang="T35">
                  <a:pos x="T10" y="T11"/>
                </a:cxn>
                <a:cxn ang="T36">
                  <a:pos x="T12" y="T13"/>
                </a:cxn>
                <a:cxn ang="T37">
                  <a:pos x="T14" y="T15"/>
                </a:cxn>
                <a:cxn ang="T38">
                  <a:pos x="T16" y="T17"/>
                </a:cxn>
                <a:cxn ang="T39">
                  <a:pos x="T18" y="T19"/>
                </a:cxn>
                <a:cxn ang="T40">
                  <a:pos x="T20" y="T21"/>
                </a:cxn>
                <a:cxn ang="T41">
                  <a:pos x="T22" y="T23"/>
                </a:cxn>
                <a:cxn ang="T42">
                  <a:pos x="T24" y="T25"/>
                </a:cxn>
                <a:cxn ang="T43">
                  <a:pos x="T26" y="T27"/>
                </a:cxn>
                <a:cxn ang="T44">
                  <a:pos x="T28" y="T29"/>
                </a:cxn>
              </a:cxnLst>
              <a:rect l="T45" t="T46" r="T47" b="T48"/>
              <a:pathLst>
                <a:path w="54" h="107">
                  <a:moveTo>
                    <a:pt x="0" y="0"/>
                  </a:moveTo>
                  <a:lnTo>
                    <a:pt x="12" y="2"/>
                  </a:lnTo>
                  <a:lnTo>
                    <a:pt x="24" y="7"/>
                  </a:lnTo>
                  <a:lnTo>
                    <a:pt x="33" y="13"/>
                  </a:lnTo>
                  <a:lnTo>
                    <a:pt x="42" y="21"/>
                  </a:lnTo>
                  <a:lnTo>
                    <a:pt x="48" y="31"/>
                  </a:lnTo>
                  <a:lnTo>
                    <a:pt x="52" y="43"/>
                  </a:lnTo>
                  <a:lnTo>
                    <a:pt x="54" y="54"/>
                  </a:lnTo>
                  <a:lnTo>
                    <a:pt x="52" y="66"/>
                  </a:lnTo>
                  <a:lnTo>
                    <a:pt x="48" y="77"/>
                  </a:lnTo>
                  <a:lnTo>
                    <a:pt x="42" y="87"/>
                  </a:lnTo>
                  <a:lnTo>
                    <a:pt x="33" y="95"/>
                  </a:lnTo>
                  <a:lnTo>
                    <a:pt x="24" y="102"/>
                  </a:lnTo>
                  <a:lnTo>
                    <a:pt x="12" y="106"/>
                  </a:lnTo>
                  <a:lnTo>
                    <a:pt x="0" y="107"/>
                  </a:lnTo>
                </a:path>
              </a:pathLst>
            </a:custGeom>
            <a:noFill/>
            <a:ln w="0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7" name="Freeform 19">
              <a:extLst>
                <a:ext uri="{FF2B5EF4-FFF2-40B4-BE49-F238E27FC236}">
                  <a16:creationId xmlns:a16="http://schemas.microsoft.com/office/drawing/2014/main" id="{FD372DE2-90DA-2643-3B2D-911220975CF2}"/>
                </a:ext>
              </a:extLst>
            </p:cNvPr>
            <p:cNvSpPr>
              <a:spLocks/>
            </p:cNvSpPr>
            <p:nvPr/>
          </p:nvSpPr>
          <p:spPr bwMode="auto">
            <a:xfrm>
              <a:off x="5422" y="1652"/>
              <a:ext cx="18" cy="8"/>
            </a:xfrm>
            <a:custGeom>
              <a:avLst/>
              <a:gdLst>
                <a:gd name="T0" fmla="*/ 0 w 107"/>
                <a:gd name="T1" fmla="*/ 0 h 53"/>
                <a:gd name="T2" fmla="*/ 0 w 107"/>
                <a:gd name="T3" fmla="*/ 0 h 53"/>
                <a:gd name="T4" fmla="*/ 0 w 107"/>
                <a:gd name="T5" fmla="*/ 0 h 53"/>
                <a:gd name="T6" fmla="*/ 0 w 107"/>
                <a:gd name="T7" fmla="*/ 0 h 53"/>
                <a:gd name="T8" fmla="*/ 0 w 107"/>
                <a:gd name="T9" fmla="*/ 0 h 53"/>
                <a:gd name="T10" fmla="*/ 0 w 107"/>
                <a:gd name="T11" fmla="*/ 0 h 53"/>
                <a:gd name="T12" fmla="*/ 0 w 107"/>
                <a:gd name="T13" fmla="*/ 0 h 53"/>
                <a:gd name="T14" fmla="*/ 0 w 107"/>
                <a:gd name="T15" fmla="*/ 0 h 53"/>
                <a:gd name="T16" fmla="*/ 0 w 107"/>
                <a:gd name="T17" fmla="*/ 0 h 53"/>
                <a:gd name="T18" fmla="*/ 0 w 107"/>
                <a:gd name="T19" fmla="*/ 0 h 53"/>
                <a:gd name="T20" fmla="*/ 0 w 107"/>
                <a:gd name="T21" fmla="*/ 0 h 53"/>
                <a:gd name="T22" fmla="*/ 0 w 107"/>
                <a:gd name="T23" fmla="*/ 0 h 53"/>
                <a:gd name="T24" fmla="*/ 0 w 107"/>
                <a:gd name="T25" fmla="*/ 0 h 53"/>
                <a:gd name="T26" fmla="*/ 0 w 107"/>
                <a:gd name="T27" fmla="*/ 0 h 53"/>
                <a:gd name="T28" fmla="*/ 0 w 107"/>
                <a:gd name="T29" fmla="*/ 0 h 53"/>
                <a:gd name="T30" fmla="*/ 0 w 107"/>
                <a:gd name="T31" fmla="*/ 0 h 53"/>
                <a:gd name="T32" fmla="*/ 0 w 107"/>
                <a:gd name="T33" fmla="*/ 0 h 53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w 107"/>
                <a:gd name="T52" fmla="*/ 0 h 53"/>
                <a:gd name="T53" fmla="*/ 107 w 107"/>
                <a:gd name="T54" fmla="*/ 53 h 53"/>
              </a:gdLst>
              <a:ahLst/>
              <a:cxnLst>
                <a:cxn ang="T34">
                  <a:pos x="T0" y="T1"/>
                </a:cxn>
                <a:cxn ang="T35">
                  <a:pos x="T2" y="T3"/>
                </a:cxn>
                <a:cxn ang="T36">
                  <a:pos x="T4" y="T5"/>
                </a:cxn>
                <a:cxn ang="T37">
                  <a:pos x="T6" y="T7"/>
                </a:cxn>
                <a:cxn ang="T38">
                  <a:pos x="T8" y="T9"/>
                </a:cxn>
                <a:cxn ang="T39">
                  <a:pos x="T10" y="T11"/>
                </a:cxn>
                <a:cxn ang="T40">
                  <a:pos x="T12" y="T13"/>
                </a:cxn>
                <a:cxn ang="T41">
                  <a:pos x="T14" y="T15"/>
                </a:cxn>
                <a:cxn ang="T42">
                  <a:pos x="T16" y="T17"/>
                </a:cxn>
                <a:cxn ang="T43">
                  <a:pos x="T18" y="T19"/>
                </a:cxn>
                <a:cxn ang="T44">
                  <a:pos x="T20" y="T21"/>
                </a:cxn>
                <a:cxn ang="T45">
                  <a:pos x="T22" y="T23"/>
                </a:cxn>
                <a:cxn ang="T46">
                  <a:pos x="T24" y="T25"/>
                </a:cxn>
                <a:cxn ang="T47">
                  <a:pos x="T26" y="T27"/>
                </a:cxn>
                <a:cxn ang="T48">
                  <a:pos x="T28" y="T29"/>
                </a:cxn>
                <a:cxn ang="T49">
                  <a:pos x="T30" y="T31"/>
                </a:cxn>
                <a:cxn ang="T50">
                  <a:pos x="T32" y="T33"/>
                </a:cxn>
              </a:cxnLst>
              <a:rect l="T51" t="T52" r="T53" b="T54"/>
              <a:pathLst>
                <a:path w="107" h="53">
                  <a:moveTo>
                    <a:pt x="53" y="0"/>
                  </a:moveTo>
                  <a:lnTo>
                    <a:pt x="107" y="0"/>
                  </a:lnTo>
                  <a:lnTo>
                    <a:pt x="105" y="12"/>
                  </a:lnTo>
                  <a:lnTo>
                    <a:pt x="101" y="23"/>
                  </a:lnTo>
                  <a:lnTo>
                    <a:pt x="95" y="33"/>
                  </a:lnTo>
                  <a:lnTo>
                    <a:pt x="86" y="41"/>
                  </a:lnTo>
                  <a:lnTo>
                    <a:pt x="77" y="48"/>
                  </a:lnTo>
                  <a:lnTo>
                    <a:pt x="65" y="52"/>
                  </a:lnTo>
                  <a:lnTo>
                    <a:pt x="53" y="53"/>
                  </a:lnTo>
                  <a:lnTo>
                    <a:pt x="42" y="52"/>
                  </a:lnTo>
                  <a:lnTo>
                    <a:pt x="30" y="48"/>
                  </a:lnTo>
                  <a:lnTo>
                    <a:pt x="20" y="41"/>
                  </a:lnTo>
                  <a:lnTo>
                    <a:pt x="12" y="33"/>
                  </a:lnTo>
                  <a:lnTo>
                    <a:pt x="6" y="23"/>
                  </a:lnTo>
                  <a:lnTo>
                    <a:pt x="1" y="12"/>
                  </a:lnTo>
                  <a:lnTo>
                    <a:pt x="0" y="0"/>
                  </a:lnTo>
                  <a:lnTo>
                    <a:pt x="53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8" name="Freeform 20">
              <a:extLst>
                <a:ext uri="{FF2B5EF4-FFF2-40B4-BE49-F238E27FC236}">
                  <a16:creationId xmlns:a16="http://schemas.microsoft.com/office/drawing/2014/main" id="{276B0282-3E4B-E9B9-252C-9A160CF82F5A}"/>
                </a:ext>
              </a:extLst>
            </p:cNvPr>
            <p:cNvSpPr>
              <a:spLocks/>
            </p:cNvSpPr>
            <p:nvPr/>
          </p:nvSpPr>
          <p:spPr bwMode="auto">
            <a:xfrm>
              <a:off x="5422" y="1652"/>
              <a:ext cx="18" cy="8"/>
            </a:xfrm>
            <a:custGeom>
              <a:avLst/>
              <a:gdLst>
                <a:gd name="T0" fmla="*/ 0 w 107"/>
                <a:gd name="T1" fmla="*/ 0 h 53"/>
                <a:gd name="T2" fmla="*/ 0 w 107"/>
                <a:gd name="T3" fmla="*/ 0 h 53"/>
                <a:gd name="T4" fmla="*/ 0 w 107"/>
                <a:gd name="T5" fmla="*/ 0 h 53"/>
                <a:gd name="T6" fmla="*/ 0 w 107"/>
                <a:gd name="T7" fmla="*/ 0 h 53"/>
                <a:gd name="T8" fmla="*/ 0 w 107"/>
                <a:gd name="T9" fmla="*/ 0 h 53"/>
                <a:gd name="T10" fmla="*/ 0 w 107"/>
                <a:gd name="T11" fmla="*/ 0 h 53"/>
                <a:gd name="T12" fmla="*/ 0 w 107"/>
                <a:gd name="T13" fmla="*/ 0 h 53"/>
                <a:gd name="T14" fmla="*/ 0 w 107"/>
                <a:gd name="T15" fmla="*/ 0 h 53"/>
                <a:gd name="T16" fmla="*/ 0 w 107"/>
                <a:gd name="T17" fmla="*/ 0 h 53"/>
                <a:gd name="T18" fmla="*/ 0 w 107"/>
                <a:gd name="T19" fmla="*/ 0 h 53"/>
                <a:gd name="T20" fmla="*/ 0 w 107"/>
                <a:gd name="T21" fmla="*/ 0 h 53"/>
                <a:gd name="T22" fmla="*/ 0 w 107"/>
                <a:gd name="T23" fmla="*/ 0 h 53"/>
                <a:gd name="T24" fmla="*/ 0 w 107"/>
                <a:gd name="T25" fmla="*/ 0 h 53"/>
                <a:gd name="T26" fmla="*/ 0 w 107"/>
                <a:gd name="T27" fmla="*/ 0 h 53"/>
                <a:gd name="T28" fmla="*/ 0 w 107"/>
                <a:gd name="T29" fmla="*/ 0 h 53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w 107"/>
                <a:gd name="T46" fmla="*/ 0 h 53"/>
                <a:gd name="T47" fmla="*/ 107 w 107"/>
                <a:gd name="T48" fmla="*/ 53 h 53"/>
              </a:gdLst>
              <a:ahLst/>
              <a:cxnLst>
                <a:cxn ang="T30">
                  <a:pos x="T0" y="T1"/>
                </a:cxn>
                <a:cxn ang="T31">
                  <a:pos x="T2" y="T3"/>
                </a:cxn>
                <a:cxn ang="T32">
                  <a:pos x="T4" y="T5"/>
                </a:cxn>
                <a:cxn ang="T33">
                  <a:pos x="T6" y="T7"/>
                </a:cxn>
                <a:cxn ang="T34">
                  <a:pos x="T8" y="T9"/>
                </a:cxn>
                <a:cxn ang="T35">
                  <a:pos x="T10" y="T11"/>
                </a:cxn>
                <a:cxn ang="T36">
                  <a:pos x="T12" y="T13"/>
                </a:cxn>
                <a:cxn ang="T37">
                  <a:pos x="T14" y="T15"/>
                </a:cxn>
                <a:cxn ang="T38">
                  <a:pos x="T16" y="T17"/>
                </a:cxn>
                <a:cxn ang="T39">
                  <a:pos x="T18" y="T19"/>
                </a:cxn>
                <a:cxn ang="T40">
                  <a:pos x="T20" y="T21"/>
                </a:cxn>
                <a:cxn ang="T41">
                  <a:pos x="T22" y="T23"/>
                </a:cxn>
                <a:cxn ang="T42">
                  <a:pos x="T24" y="T25"/>
                </a:cxn>
                <a:cxn ang="T43">
                  <a:pos x="T26" y="T27"/>
                </a:cxn>
                <a:cxn ang="T44">
                  <a:pos x="T28" y="T29"/>
                </a:cxn>
              </a:cxnLst>
              <a:rect l="T45" t="T46" r="T47" b="T48"/>
              <a:pathLst>
                <a:path w="107" h="53">
                  <a:moveTo>
                    <a:pt x="107" y="0"/>
                  </a:moveTo>
                  <a:lnTo>
                    <a:pt x="105" y="12"/>
                  </a:lnTo>
                  <a:lnTo>
                    <a:pt x="101" y="23"/>
                  </a:lnTo>
                  <a:lnTo>
                    <a:pt x="95" y="33"/>
                  </a:lnTo>
                  <a:lnTo>
                    <a:pt x="86" y="41"/>
                  </a:lnTo>
                  <a:lnTo>
                    <a:pt x="77" y="48"/>
                  </a:lnTo>
                  <a:lnTo>
                    <a:pt x="65" y="52"/>
                  </a:lnTo>
                  <a:lnTo>
                    <a:pt x="53" y="53"/>
                  </a:lnTo>
                  <a:lnTo>
                    <a:pt x="42" y="52"/>
                  </a:lnTo>
                  <a:lnTo>
                    <a:pt x="30" y="48"/>
                  </a:lnTo>
                  <a:lnTo>
                    <a:pt x="20" y="41"/>
                  </a:lnTo>
                  <a:lnTo>
                    <a:pt x="12" y="33"/>
                  </a:lnTo>
                  <a:lnTo>
                    <a:pt x="6" y="23"/>
                  </a:lnTo>
                  <a:lnTo>
                    <a:pt x="1" y="12"/>
                  </a:lnTo>
                  <a:lnTo>
                    <a:pt x="0" y="0"/>
                  </a:lnTo>
                </a:path>
              </a:pathLst>
            </a:custGeom>
            <a:noFill/>
            <a:ln w="0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9" name="Freeform 21">
              <a:extLst>
                <a:ext uri="{FF2B5EF4-FFF2-40B4-BE49-F238E27FC236}">
                  <a16:creationId xmlns:a16="http://schemas.microsoft.com/office/drawing/2014/main" id="{9FAC3A50-DD4F-873A-6D4C-D8E4A154F484}"/>
                </a:ext>
              </a:extLst>
            </p:cNvPr>
            <p:cNvSpPr>
              <a:spLocks/>
            </p:cNvSpPr>
            <p:nvPr/>
          </p:nvSpPr>
          <p:spPr bwMode="auto">
            <a:xfrm>
              <a:off x="5422" y="929"/>
              <a:ext cx="18" cy="723"/>
            </a:xfrm>
            <a:custGeom>
              <a:avLst/>
              <a:gdLst>
                <a:gd name="T0" fmla="*/ 0 w 107"/>
                <a:gd name="T1" fmla="*/ 0 h 4334"/>
                <a:gd name="T2" fmla="*/ 0 w 107"/>
                <a:gd name="T3" fmla="*/ 0 h 4334"/>
                <a:gd name="T4" fmla="*/ 0 w 107"/>
                <a:gd name="T5" fmla="*/ 0 h 4334"/>
                <a:gd name="T6" fmla="*/ 0 w 107"/>
                <a:gd name="T7" fmla="*/ 0 h 4334"/>
                <a:gd name="T8" fmla="*/ 0 w 107"/>
                <a:gd name="T9" fmla="*/ 0 h 4334"/>
                <a:gd name="T10" fmla="*/ 0 w 107"/>
                <a:gd name="T11" fmla="*/ 0 h 4334"/>
                <a:gd name="T12" fmla="*/ 0 w 107"/>
                <a:gd name="T13" fmla="*/ 0 h 4334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107"/>
                <a:gd name="T22" fmla="*/ 0 h 4334"/>
                <a:gd name="T23" fmla="*/ 107 w 107"/>
                <a:gd name="T24" fmla="*/ 4334 h 4334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107" h="4334">
                  <a:moveTo>
                    <a:pt x="0" y="4334"/>
                  </a:moveTo>
                  <a:lnTo>
                    <a:pt x="53" y="4334"/>
                  </a:lnTo>
                  <a:lnTo>
                    <a:pt x="107" y="4334"/>
                  </a:lnTo>
                  <a:lnTo>
                    <a:pt x="107" y="0"/>
                  </a:lnTo>
                  <a:lnTo>
                    <a:pt x="53" y="0"/>
                  </a:lnTo>
                  <a:lnTo>
                    <a:pt x="0" y="0"/>
                  </a:lnTo>
                  <a:lnTo>
                    <a:pt x="0" y="4334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20" name="Freeform 22">
              <a:extLst>
                <a:ext uri="{FF2B5EF4-FFF2-40B4-BE49-F238E27FC236}">
                  <a16:creationId xmlns:a16="http://schemas.microsoft.com/office/drawing/2014/main" id="{4DA67DA9-32F0-C725-3BFE-26145D85DB07}"/>
                </a:ext>
              </a:extLst>
            </p:cNvPr>
            <p:cNvSpPr>
              <a:spLocks/>
            </p:cNvSpPr>
            <p:nvPr/>
          </p:nvSpPr>
          <p:spPr bwMode="auto">
            <a:xfrm>
              <a:off x="5422" y="929"/>
              <a:ext cx="18" cy="723"/>
            </a:xfrm>
            <a:custGeom>
              <a:avLst/>
              <a:gdLst>
                <a:gd name="T0" fmla="*/ 0 w 107"/>
                <a:gd name="T1" fmla="*/ 0 h 4334"/>
                <a:gd name="T2" fmla="*/ 0 w 107"/>
                <a:gd name="T3" fmla="*/ 0 h 4334"/>
                <a:gd name="T4" fmla="*/ 0 w 107"/>
                <a:gd name="T5" fmla="*/ 0 h 4334"/>
                <a:gd name="T6" fmla="*/ 0 w 107"/>
                <a:gd name="T7" fmla="*/ 0 h 4334"/>
                <a:gd name="T8" fmla="*/ 0 w 107"/>
                <a:gd name="T9" fmla="*/ 0 h 4334"/>
                <a:gd name="T10" fmla="*/ 0 w 107"/>
                <a:gd name="T11" fmla="*/ 0 h 4334"/>
                <a:gd name="T12" fmla="*/ 0 w 107"/>
                <a:gd name="T13" fmla="*/ 0 h 4334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107"/>
                <a:gd name="T22" fmla="*/ 0 h 4334"/>
                <a:gd name="T23" fmla="*/ 107 w 107"/>
                <a:gd name="T24" fmla="*/ 4334 h 4334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107" h="4334">
                  <a:moveTo>
                    <a:pt x="0" y="4334"/>
                  </a:moveTo>
                  <a:lnTo>
                    <a:pt x="53" y="4334"/>
                  </a:lnTo>
                  <a:lnTo>
                    <a:pt x="107" y="4334"/>
                  </a:lnTo>
                  <a:lnTo>
                    <a:pt x="107" y="0"/>
                  </a:lnTo>
                  <a:lnTo>
                    <a:pt x="53" y="0"/>
                  </a:lnTo>
                  <a:lnTo>
                    <a:pt x="0" y="0"/>
                  </a:lnTo>
                  <a:lnTo>
                    <a:pt x="0" y="4334"/>
                  </a:lnTo>
                  <a:close/>
                </a:path>
              </a:pathLst>
            </a:custGeom>
            <a:noFill/>
            <a:ln w="0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21" name="Freeform 23">
              <a:extLst>
                <a:ext uri="{FF2B5EF4-FFF2-40B4-BE49-F238E27FC236}">
                  <a16:creationId xmlns:a16="http://schemas.microsoft.com/office/drawing/2014/main" id="{C6762CF9-1468-ACA2-45BB-674C9B7427E1}"/>
                </a:ext>
              </a:extLst>
            </p:cNvPr>
            <p:cNvSpPr>
              <a:spLocks/>
            </p:cNvSpPr>
            <p:nvPr/>
          </p:nvSpPr>
          <p:spPr bwMode="auto">
            <a:xfrm>
              <a:off x="5422" y="920"/>
              <a:ext cx="18" cy="9"/>
            </a:xfrm>
            <a:custGeom>
              <a:avLst/>
              <a:gdLst>
                <a:gd name="T0" fmla="*/ 0 w 107"/>
                <a:gd name="T1" fmla="*/ 0 h 54"/>
                <a:gd name="T2" fmla="*/ 0 w 107"/>
                <a:gd name="T3" fmla="*/ 0 h 54"/>
                <a:gd name="T4" fmla="*/ 0 w 107"/>
                <a:gd name="T5" fmla="*/ 0 h 54"/>
                <a:gd name="T6" fmla="*/ 0 w 107"/>
                <a:gd name="T7" fmla="*/ 0 h 54"/>
                <a:gd name="T8" fmla="*/ 0 w 107"/>
                <a:gd name="T9" fmla="*/ 0 h 54"/>
                <a:gd name="T10" fmla="*/ 0 w 107"/>
                <a:gd name="T11" fmla="*/ 0 h 54"/>
                <a:gd name="T12" fmla="*/ 0 w 107"/>
                <a:gd name="T13" fmla="*/ 0 h 54"/>
                <a:gd name="T14" fmla="*/ 0 w 107"/>
                <a:gd name="T15" fmla="*/ 0 h 54"/>
                <a:gd name="T16" fmla="*/ 0 w 107"/>
                <a:gd name="T17" fmla="*/ 0 h 54"/>
                <a:gd name="T18" fmla="*/ 0 w 107"/>
                <a:gd name="T19" fmla="*/ 0 h 54"/>
                <a:gd name="T20" fmla="*/ 0 w 107"/>
                <a:gd name="T21" fmla="*/ 0 h 54"/>
                <a:gd name="T22" fmla="*/ 0 w 107"/>
                <a:gd name="T23" fmla="*/ 0 h 54"/>
                <a:gd name="T24" fmla="*/ 0 w 107"/>
                <a:gd name="T25" fmla="*/ 0 h 54"/>
                <a:gd name="T26" fmla="*/ 0 w 107"/>
                <a:gd name="T27" fmla="*/ 0 h 54"/>
                <a:gd name="T28" fmla="*/ 0 w 107"/>
                <a:gd name="T29" fmla="*/ 0 h 54"/>
                <a:gd name="T30" fmla="*/ 0 w 107"/>
                <a:gd name="T31" fmla="*/ 0 h 54"/>
                <a:gd name="T32" fmla="*/ 0 w 107"/>
                <a:gd name="T33" fmla="*/ 0 h 54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w 107"/>
                <a:gd name="T52" fmla="*/ 0 h 54"/>
                <a:gd name="T53" fmla="*/ 107 w 107"/>
                <a:gd name="T54" fmla="*/ 54 h 54"/>
              </a:gdLst>
              <a:ahLst/>
              <a:cxnLst>
                <a:cxn ang="T34">
                  <a:pos x="T0" y="T1"/>
                </a:cxn>
                <a:cxn ang="T35">
                  <a:pos x="T2" y="T3"/>
                </a:cxn>
                <a:cxn ang="T36">
                  <a:pos x="T4" y="T5"/>
                </a:cxn>
                <a:cxn ang="T37">
                  <a:pos x="T6" y="T7"/>
                </a:cxn>
                <a:cxn ang="T38">
                  <a:pos x="T8" y="T9"/>
                </a:cxn>
                <a:cxn ang="T39">
                  <a:pos x="T10" y="T11"/>
                </a:cxn>
                <a:cxn ang="T40">
                  <a:pos x="T12" y="T13"/>
                </a:cxn>
                <a:cxn ang="T41">
                  <a:pos x="T14" y="T15"/>
                </a:cxn>
                <a:cxn ang="T42">
                  <a:pos x="T16" y="T17"/>
                </a:cxn>
                <a:cxn ang="T43">
                  <a:pos x="T18" y="T19"/>
                </a:cxn>
                <a:cxn ang="T44">
                  <a:pos x="T20" y="T21"/>
                </a:cxn>
                <a:cxn ang="T45">
                  <a:pos x="T22" y="T23"/>
                </a:cxn>
                <a:cxn ang="T46">
                  <a:pos x="T24" y="T25"/>
                </a:cxn>
                <a:cxn ang="T47">
                  <a:pos x="T26" y="T27"/>
                </a:cxn>
                <a:cxn ang="T48">
                  <a:pos x="T28" y="T29"/>
                </a:cxn>
                <a:cxn ang="T49">
                  <a:pos x="T30" y="T31"/>
                </a:cxn>
                <a:cxn ang="T50">
                  <a:pos x="T32" y="T33"/>
                </a:cxn>
              </a:cxnLst>
              <a:rect l="T51" t="T52" r="T53" b="T54"/>
              <a:pathLst>
                <a:path w="107" h="54">
                  <a:moveTo>
                    <a:pt x="53" y="54"/>
                  </a:moveTo>
                  <a:lnTo>
                    <a:pt x="0" y="54"/>
                  </a:lnTo>
                  <a:lnTo>
                    <a:pt x="1" y="43"/>
                  </a:lnTo>
                  <a:lnTo>
                    <a:pt x="6" y="31"/>
                  </a:lnTo>
                  <a:lnTo>
                    <a:pt x="12" y="22"/>
                  </a:lnTo>
                  <a:lnTo>
                    <a:pt x="20" y="13"/>
                  </a:lnTo>
                  <a:lnTo>
                    <a:pt x="30" y="7"/>
                  </a:lnTo>
                  <a:lnTo>
                    <a:pt x="42" y="3"/>
                  </a:lnTo>
                  <a:lnTo>
                    <a:pt x="53" y="0"/>
                  </a:lnTo>
                  <a:lnTo>
                    <a:pt x="65" y="3"/>
                  </a:lnTo>
                  <a:lnTo>
                    <a:pt x="77" y="7"/>
                  </a:lnTo>
                  <a:lnTo>
                    <a:pt x="86" y="13"/>
                  </a:lnTo>
                  <a:lnTo>
                    <a:pt x="95" y="22"/>
                  </a:lnTo>
                  <a:lnTo>
                    <a:pt x="101" y="31"/>
                  </a:lnTo>
                  <a:lnTo>
                    <a:pt x="105" y="43"/>
                  </a:lnTo>
                  <a:lnTo>
                    <a:pt x="107" y="54"/>
                  </a:lnTo>
                  <a:lnTo>
                    <a:pt x="53" y="54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22" name="Freeform 24">
              <a:extLst>
                <a:ext uri="{FF2B5EF4-FFF2-40B4-BE49-F238E27FC236}">
                  <a16:creationId xmlns:a16="http://schemas.microsoft.com/office/drawing/2014/main" id="{0A8AA66F-9890-2742-6572-2D25A5937272}"/>
                </a:ext>
              </a:extLst>
            </p:cNvPr>
            <p:cNvSpPr>
              <a:spLocks/>
            </p:cNvSpPr>
            <p:nvPr/>
          </p:nvSpPr>
          <p:spPr bwMode="auto">
            <a:xfrm>
              <a:off x="5422" y="920"/>
              <a:ext cx="18" cy="9"/>
            </a:xfrm>
            <a:custGeom>
              <a:avLst/>
              <a:gdLst>
                <a:gd name="T0" fmla="*/ 0 w 107"/>
                <a:gd name="T1" fmla="*/ 0 h 54"/>
                <a:gd name="T2" fmla="*/ 0 w 107"/>
                <a:gd name="T3" fmla="*/ 0 h 54"/>
                <a:gd name="T4" fmla="*/ 0 w 107"/>
                <a:gd name="T5" fmla="*/ 0 h 54"/>
                <a:gd name="T6" fmla="*/ 0 w 107"/>
                <a:gd name="T7" fmla="*/ 0 h 54"/>
                <a:gd name="T8" fmla="*/ 0 w 107"/>
                <a:gd name="T9" fmla="*/ 0 h 54"/>
                <a:gd name="T10" fmla="*/ 0 w 107"/>
                <a:gd name="T11" fmla="*/ 0 h 54"/>
                <a:gd name="T12" fmla="*/ 0 w 107"/>
                <a:gd name="T13" fmla="*/ 0 h 54"/>
                <a:gd name="T14" fmla="*/ 0 w 107"/>
                <a:gd name="T15" fmla="*/ 0 h 54"/>
                <a:gd name="T16" fmla="*/ 0 w 107"/>
                <a:gd name="T17" fmla="*/ 0 h 54"/>
                <a:gd name="T18" fmla="*/ 0 w 107"/>
                <a:gd name="T19" fmla="*/ 0 h 54"/>
                <a:gd name="T20" fmla="*/ 0 w 107"/>
                <a:gd name="T21" fmla="*/ 0 h 54"/>
                <a:gd name="T22" fmla="*/ 0 w 107"/>
                <a:gd name="T23" fmla="*/ 0 h 54"/>
                <a:gd name="T24" fmla="*/ 0 w 107"/>
                <a:gd name="T25" fmla="*/ 0 h 54"/>
                <a:gd name="T26" fmla="*/ 0 w 107"/>
                <a:gd name="T27" fmla="*/ 0 h 54"/>
                <a:gd name="T28" fmla="*/ 0 w 107"/>
                <a:gd name="T29" fmla="*/ 0 h 54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w 107"/>
                <a:gd name="T46" fmla="*/ 0 h 54"/>
                <a:gd name="T47" fmla="*/ 107 w 107"/>
                <a:gd name="T48" fmla="*/ 54 h 54"/>
              </a:gdLst>
              <a:ahLst/>
              <a:cxnLst>
                <a:cxn ang="T30">
                  <a:pos x="T0" y="T1"/>
                </a:cxn>
                <a:cxn ang="T31">
                  <a:pos x="T2" y="T3"/>
                </a:cxn>
                <a:cxn ang="T32">
                  <a:pos x="T4" y="T5"/>
                </a:cxn>
                <a:cxn ang="T33">
                  <a:pos x="T6" y="T7"/>
                </a:cxn>
                <a:cxn ang="T34">
                  <a:pos x="T8" y="T9"/>
                </a:cxn>
                <a:cxn ang="T35">
                  <a:pos x="T10" y="T11"/>
                </a:cxn>
                <a:cxn ang="T36">
                  <a:pos x="T12" y="T13"/>
                </a:cxn>
                <a:cxn ang="T37">
                  <a:pos x="T14" y="T15"/>
                </a:cxn>
                <a:cxn ang="T38">
                  <a:pos x="T16" y="T17"/>
                </a:cxn>
                <a:cxn ang="T39">
                  <a:pos x="T18" y="T19"/>
                </a:cxn>
                <a:cxn ang="T40">
                  <a:pos x="T20" y="T21"/>
                </a:cxn>
                <a:cxn ang="T41">
                  <a:pos x="T22" y="T23"/>
                </a:cxn>
                <a:cxn ang="T42">
                  <a:pos x="T24" y="T25"/>
                </a:cxn>
                <a:cxn ang="T43">
                  <a:pos x="T26" y="T27"/>
                </a:cxn>
                <a:cxn ang="T44">
                  <a:pos x="T28" y="T29"/>
                </a:cxn>
              </a:cxnLst>
              <a:rect l="T45" t="T46" r="T47" b="T48"/>
              <a:pathLst>
                <a:path w="107" h="54">
                  <a:moveTo>
                    <a:pt x="0" y="54"/>
                  </a:moveTo>
                  <a:lnTo>
                    <a:pt x="1" y="43"/>
                  </a:lnTo>
                  <a:lnTo>
                    <a:pt x="6" y="31"/>
                  </a:lnTo>
                  <a:lnTo>
                    <a:pt x="12" y="22"/>
                  </a:lnTo>
                  <a:lnTo>
                    <a:pt x="20" y="13"/>
                  </a:lnTo>
                  <a:lnTo>
                    <a:pt x="30" y="7"/>
                  </a:lnTo>
                  <a:lnTo>
                    <a:pt x="42" y="3"/>
                  </a:lnTo>
                  <a:lnTo>
                    <a:pt x="53" y="0"/>
                  </a:lnTo>
                  <a:lnTo>
                    <a:pt x="65" y="3"/>
                  </a:lnTo>
                  <a:lnTo>
                    <a:pt x="77" y="7"/>
                  </a:lnTo>
                  <a:lnTo>
                    <a:pt x="86" y="13"/>
                  </a:lnTo>
                  <a:lnTo>
                    <a:pt x="95" y="22"/>
                  </a:lnTo>
                  <a:lnTo>
                    <a:pt x="101" y="31"/>
                  </a:lnTo>
                  <a:lnTo>
                    <a:pt x="105" y="43"/>
                  </a:lnTo>
                  <a:lnTo>
                    <a:pt x="107" y="54"/>
                  </a:lnTo>
                </a:path>
              </a:pathLst>
            </a:custGeom>
            <a:noFill/>
            <a:ln w="0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23" name="Freeform 25">
              <a:extLst>
                <a:ext uri="{FF2B5EF4-FFF2-40B4-BE49-F238E27FC236}">
                  <a16:creationId xmlns:a16="http://schemas.microsoft.com/office/drawing/2014/main" id="{DA75A2B2-CAFC-A416-ACD0-286C8340849A}"/>
                </a:ext>
              </a:extLst>
            </p:cNvPr>
            <p:cNvSpPr>
              <a:spLocks/>
            </p:cNvSpPr>
            <p:nvPr/>
          </p:nvSpPr>
          <p:spPr bwMode="auto">
            <a:xfrm>
              <a:off x="4783" y="920"/>
              <a:ext cx="17" cy="9"/>
            </a:xfrm>
            <a:custGeom>
              <a:avLst/>
              <a:gdLst>
                <a:gd name="T0" fmla="*/ 0 w 107"/>
                <a:gd name="T1" fmla="*/ 0 h 54"/>
                <a:gd name="T2" fmla="*/ 0 w 107"/>
                <a:gd name="T3" fmla="*/ 0 h 54"/>
                <a:gd name="T4" fmla="*/ 0 w 107"/>
                <a:gd name="T5" fmla="*/ 0 h 54"/>
                <a:gd name="T6" fmla="*/ 0 w 107"/>
                <a:gd name="T7" fmla="*/ 0 h 54"/>
                <a:gd name="T8" fmla="*/ 0 w 107"/>
                <a:gd name="T9" fmla="*/ 0 h 54"/>
                <a:gd name="T10" fmla="*/ 0 w 107"/>
                <a:gd name="T11" fmla="*/ 0 h 54"/>
                <a:gd name="T12" fmla="*/ 0 w 107"/>
                <a:gd name="T13" fmla="*/ 0 h 54"/>
                <a:gd name="T14" fmla="*/ 0 w 107"/>
                <a:gd name="T15" fmla="*/ 0 h 54"/>
                <a:gd name="T16" fmla="*/ 0 w 107"/>
                <a:gd name="T17" fmla="*/ 0 h 54"/>
                <a:gd name="T18" fmla="*/ 0 w 107"/>
                <a:gd name="T19" fmla="*/ 0 h 54"/>
                <a:gd name="T20" fmla="*/ 0 w 107"/>
                <a:gd name="T21" fmla="*/ 0 h 54"/>
                <a:gd name="T22" fmla="*/ 0 w 107"/>
                <a:gd name="T23" fmla="*/ 0 h 54"/>
                <a:gd name="T24" fmla="*/ 0 w 107"/>
                <a:gd name="T25" fmla="*/ 0 h 54"/>
                <a:gd name="T26" fmla="*/ 0 w 107"/>
                <a:gd name="T27" fmla="*/ 0 h 54"/>
                <a:gd name="T28" fmla="*/ 0 w 107"/>
                <a:gd name="T29" fmla="*/ 0 h 54"/>
                <a:gd name="T30" fmla="*/ 0 w 107"/>
                <a:gd name="T31" fmla="*/ 0 h 54"/>
                <a:gd name="T32" fmla="*/ 0 w 107"/>
                <a:gd name="T33" fmla="*/ 0 h 54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w 107"/>
                <a:gd name="T52" fmla="*/ 0 h 54"/>
                <a:gd name="T53" fmla="*/ 107 w 107"/>
                <a:gd name="T54" fmla="*/ 54 h 54"/>
              </a:gdLst>
              <a:ahLst/>
              <a:cxnLst>
                <a:cxn ang="T34">
                  <a:pos x="T0" y="T1"/>
                </a:cxn>
                <a:cxn ang="T35">
                  <a:pos x="T2" y="T3"/>
                </a:cxn>
                <a:cxn ang="T36">
                  <a:pos x="T4" y="T5"/>
                </a:cxn>
                <a:cxn ang="T37">
                  <a:pos x="T6" y="T7"/>
                </a:cxn>
                <a:cxn ang="T38">
                  <a:pos x="T8" y="T9"/>
                </a:cxn>
                <a:cxn ang="T39">
                  <a:pos x="T10" y="T11"/>
                </a:cxn>
                <a:cxn ang="T40">
                  <a:pos x="T12" y="T13"/>
                </a:cxn>
                <a:cxn ang="T41">
                  <a:pos x="T14" y="T15"/>
                </a:cxn>
                <a:cxn ang="T42">
                  <a:pos x="T16" y="T17"/>
                </a:cxn>
                <a:cxn ang="T43">
                  <a:pos x="T18" y="T19"/>
                </a:cxn>
                <a:cxn ang="T44">
                  <a:pos x="T20" y="T21"/>
                </a:cxn>
                <a:cxn ang="T45">
                  <a:pos x="T22" y="T23"/>
                </a:cxn>
                <a:cxn ang="T46">
                  <a:pos x="T24" y="T25"/>
                </a:cxn>
                <a:cxn ang="T47">
                  <a:pos x="T26" y="T27"/>
                </a:cxn>
                <a:cxn ang="T48">
                  <a:pos x="T28" y="T29"/>
                </a:cxn>
                <a:cxn ang="T49">
                  <a:pos x="T30" y="T31"/>
                </a:cxn>
                <a:cxn ang="T50">
                  <a:pos x="T32" y="T33"/>
                </a:cxn>
              </a:cxnLst>
              <a:rect l="T51" t="T52" r="T53" b="T54"/>
              <a:pathLst>
                <a:path w="107" h="54">
                  <a:moveTo>
                    <a:pt x="53" y="54"/>
                  </a:moveTo>
                  <a:lnTo>
                    <a:pt x="0" y="54"/>
                  </a:lnTo>
                  <a:lnTo>
                    <a:pt x="1" y="43"/>
                  </a:lnTo>
                  <a:lnTo>
                    <a:pt x="5" y="31"/>
                  </a:lnTo>
                  <a:lnTo>
                    <a:pt x="12" y="22"/>
                  </a:lnTo>
                  <a:lnTo>
                    <a:pt x="20" y="13"/>
                  </a:lnTo>
                  <a:lnTo>
                    <a:pt x="30" y="7"/>
                  </a:lnTo>
                  <a:lnTo>
                    <a:pt x="41" y="3"/>
                  </a:lnTo>
                  <a:lnTo>
                    <a:pt x="53" y="0"/>
                  </a:lnTo>
                  <a:lnTo>
                    <a:pt x="65" y="3"/>
                  </a:lnTo>
                  <a:lnTo>
                    <a:pt x="76" y="7"/>
                  </a:lnTo>
                  <a:lnTo>
                    <a:pt x="86" y="13"/>
                  </a:lnTo>
                  <a:lnTo>
                    <a:pt x="94" y="22"/>
                  </a:lnTo>
                  <a:lnTo>
                    <a:pt x="101" y="31"/>
                  </a:lnTo>
                  <a:lnTo>
                    <a:pt x="105" y="43"/>
                  </a:lnTo>
                  <a:lnTo>
                    <a:pt x="107" y="54"/>
                  </a:lnTo>
                  <a:lnTo>
                    <a:pt x="53" y="54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24" name="Freeform 26">
              <a:extLst>
                <a:ext uri="{FF2B5EF4-FFF2-40B4-BE49-F238E27FC236}">
                  <a16:creationId xmlns:a16="http://schemas.microsoft.com/office/drawing/2014/main" id="{5F96ED24-ECEB-05A7-2FE6-5B551740AD8D}"/>
                </a:ext>
              </a:extLst>
            </p:cNvPr>
            <p:cNvSpPr>
              <a:spLocks/>
            </p:cNvSpPr>
            <p:nvPr/>
          </p:nvSpPr>
          <p:spPr bwMode="auto">
            <a:xfrm>
              <a:off x="4783" y="920"/>
              <a:ext cx="17" cy="9"/>
            </a:xfrm>
            <a:custGeom>
              <a:avLst/>
              <a:gdLst>
                <a:gd name="T0" fmla="*/ 0 w 107"/>
                <a:gd name="T1" fmla="*/ 0 h 54"/>
                <a:gd name="T2" fmla="*/ 0 w 107"/>
                <a:gd name="T3" fmla="*/ 0 h 54"/>
                <a:gd name="T4" fmla="*/ 0 w 107"/>
                <a:gd name="T5" fmla="*/ 0 h 54"/>
                <a:gd name="T6" fmla="*/ 0 w 107"/>
                <a:gd name="T7" fmla="*/ 0 h 54"/>
                <a:gd name="T8" fmla="*/ 0 w 107"/>
                <a:gd name="T9" fmla="*/ 0 h 54"/>
                <a:gd name="T10" fmla="*/ 0 w 107"/>
                <a:gd name="T11" fmla="*/ 0 h 54"/>
                <a:gd name="T12" fmla="*/ 0 w 107"/>
                <a:gd name="T13" fmla="*/ 0 h 54"/>
                <a:gd name="T14" fmla="*/ 0 w 107"/>
                <a:gd name="T15" fmla="*/ 0 h 54"/>
                <a:gd name="T16" fmla="*/ 0 w 107"/>
                <a:gd name="T17" fmla="*/ 0 h 54"/>
                <a:gd name="T18" fmla="*/ 0 w 107"/>
                <a:gd name="T19" fmla="*/ 0 h 54"/>
                <a:gd name="T20" fmla="*/ 0 w 107"/>
                <a:gd name="T21" fmla="*/ 0 h 54"/>
                <a:gd name="T22" fmla="*/ 0 w 107"/>
                <a:gd name="T23" fmla="*/ 0 h 54"/>
                <a:gd name="T24" fmla="*/ 0 w 107"/>
                <a:gd name="T25" fmla="*/ 0 h 54"/>
                <a:gd name="T26" fmla="*/ 0 w 107"/>
                <a:gd name="T27" fmla="*/ 0 h 54"/>
                <a:gd name="T28" fmla="*/ 0 w 107"/>
                <a:gd name="T29" fmla="*/ 0 h 54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w 107"/>
                <a:gd name="T46" fmla="*/ 0 h 54"/>
                <a:gd name="T47" fmla="*/ 107 w 107"/>
                <a:gd name="T48" fmla="*/ 54 h 54"/>
              </a:gdLst>
              <a:ahLst/>
              <a:cxnLst>
                <a:cxn ang="T30">
                  <a:pos x="T0" y="T1"/>
                </a:cxn>
                <a:cxn ang="T31">
                  <a:pos x="T2" y="T3"/>
                </a:cxn>
                <a:cxn ang="T32">
                  <a:pos x="T4" y="T5"/>
                </a:cxn>
                <a:cxn ang="T33">
                  <a:pos x="T6" y="T7"/>
                </a:cxn>
                <a:cxn ang="T34">
                  <a:pos x="T8" y="T9"/>
                </a:cxn>
                <a:cxn ang="T35">
                  <a:pos x="T10" y="T11"/>
                </a:cxn>
                <a:cxn ang="T36">
                  <a:pos x="T12" y="T13"/>
                </a:cxn>
                <a:cxn ang="T37">
                  <a:pos x="T14" y="T15"/>
                </a:cxn>
                <a:cxn ang="T38">
                  <a:pos x="T16" y="T17"/>
                </a:cxn>
                <a:cxn ang="T39">
                  <a:pos x="T18" y="T19"/>
                </a:cxn>
                <a:cxn ang="T40">
                  <a:pos x="T20" y="T21"/>
                </a:cxn>
                <a:cxn ang="T41">
                  <a:pos x="T22" y="T23"/>
                </a:cxn>
                <a:cxn ang="T42">
                  <a:pos x="T24" y="T25"/>
                </a:cxn>
                <a:cxn ang="T43">
                  <a:pos x="T26" y="T27"/>
                </a:cxn>
                <a:cxn ang="T44">
                  <a:pos x="T28" y="T29"/>
                </a:cxn>
              </a:cxnLst>
              <a:rect l="T45" t="T46" r="T47" b="T48"/>
              <a:pathLst>
                <a:path w="107" h="54">
                  <a:moveTo>
                    <a:pt x="0" y="54"/>
                  </a:moveTo>
                  <a:lnTo>
                    <a:pt x="1" y="43"/>
                  </a:lnTo>
                  <a:lnTo>
                    <a:pt x="5" y="31"/>
                  </a:lnTo>
                  <a:lnTo>
                    <a:pt x="12" y="22"/>
                  </a:lnTo>
                  <a:lnTo>
                    <a:pt x="20" y="13"/>
                  </a:lnTo>
                  <a:lnTo>
                    <a:pt x="30" y="7"/>
                  </a:lnTo>
                  <a:lnTo>
                    <a:pt x="41" y="3"/>
                  </a:lnTo>
                  <a:lnTo>
                    <a:pt x="53" y="0"/>
                  </a:lnTo>
                  <a:lnTo>
                    <a:pt x="65" y="3"/>
                  </a:lnTo>
                  <a:lnTo>
                    <a:pt x="76" y="7"/>
                  </a:lnTo>
                  <a:lnTo>
                    <a:pt x="86" y="13"/>
                  </a:lnTo>
                  <a:lnTo>
                    <a:pt x="94" y="22"/>
                  </a:lnTo>
                  <a:lnTo>
                    <a:pt x="101" y="31"/>
                  </a:lnTo>
                  <a:lnTo>
                    <a:pt x="105" y="43"/>
                  </a:lnTo>
                  <a:lnTo>
                    <a:pt x="107" y="54"/>
                  </a:lnTo>
                </a:path>
              </a:pathLst>
            </a:custGeom>
            <a:noFill/>
            <a:ln w="0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25" name="Freeform 27">
              <a:extLst>
                <a:ext uri="{FF2B5EF4-FFF2-40B4-BE49-F238E27FC236}">
                  <a16:creationId xmlns:a16="http://schemas.microsoft.com/office/drawing/2014/main" id="{D58AE8CF-C549-E139-509B-FF5A89BCDC48}"/>
                </a:ext>
              </a:extLst>
            </p:cNvPr>
            <p:cNvSpPr>
              <a:spLocks/>
            </p:cNvSpPr>
            <p:nvPr/>
          </p:nvSpPr>
          <p:spPr bwMode="auto">
            <a:xfrm>
              <a:off x="4783" y="929"/>
              <a:ext cx="17" cy="723"/>
            </a:xfrm>
            <a:custGeom>
              <a:avLst/>
              <a:gdLst>
                <a:gd name="T0" fmla="*/ 0 w 107"/>
                <a:gd name="T1" fmla="*/ 0 h 4334"/>
                <a:gd name="T2" fmla="*/ 0 w 107"/>
                <a:gd name="T3" fmla="*/ 0 h 4334"/>
                <a:gd name="T4" fmla="*/ 0 w 107"/>
                <a:gd name="T5" fmla="*/ 0 h 4334"/>
                <a:gd name="T6" fmla="*/ 0 w 107"/>
                <a:gd name="T7" fmla="*/ 0 h 4334"/>
                <a:gd name="T8" fmla="*/ 0 w 107"/>
                <a:gd name="T9" fmla="*/ 0 h 4334"/>
                <a:gd name="T10" fmla="*/ 0 w 107"/>
                <a:gd name="T11" fmla="*/ 0 h 4334"/>
                <a:gd name="T12" fmla="*/ 0 w 107"/>
                <a:gd name="T13" fmla="*/ 0 h 4334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107"/>
                <a:gd name="T22" fmla="*/ 0 h 4334"/>
                <a:gd name="T23" fmla="*/ 107 w 107"/>
                <a:gd name="T24" fmla="*/ 4334 h 4334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107" h="4334">
                  <a:moveTo>
                    <a:pt x="107" y="0"/>
                  </a:moveTo>
                  <a:lnTo>
                    <a:pt x="53" y="0"/>
                  </a:lnTo>
                  <a:lnTo>
                    <a:pt x="0" y="0"/>
                  </a:lnTo>
                  <a:lnTo>
                    <a:pt x="0" y="4334"/>
                  </a:lnTo>
                  <a:lnTo>
                    <a:pt x="53" y="4334"/>
                  </a:lnTo>
                  <a:lnTo>
                    <a:pt x="107" y="4334"/>
                  </a:lnTo>
                  <a:lnTo>
                    <a:pt x="107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26" name="Freeform 28">
              <a:extLst>
                <a:ext uri="{FF2B5EF4-FFF2-40B4-BE49-F238E27FC236}">
                  <a16:creationId xmlns:a16="http://schemas.microsoft.com/office/drawing/2014/main" id="{26CE13FC-E673-5D16-46CB-914F60F1A0FA}"/>
                </a:ext>
              </a:extLst>
            </p:cNvPr>
            <p:cNvSpPr>
              <a:spLocks/>
            </p:cNvSpPr>
            <p:nvPr/>
          </p:nvSpPr>
          <p:spPr bwMode="auto">
            <a:xfrm>
              <a:off x="4783" y="929"/>
              <a:ext cx="17" cy="723"/>
            </a:xfrm>
            <a:custGeom>
              <a:avLst/>
              <a:gdLst>
                <a:gd name="T0" fmla="*/ 0 w 107"/>
                <a:gd name="T1" fmla="*/ 0 h 4334"/>
                <a:gd name="T2" fmla="*/ 0 w 107"/>
                <a:gd name="T3" fmla="*/ 0 h 4334"/>
                <a:gd name="T4" fmla="*/ 0 w 107"/>
                <a:gd name="T5" fmla="*/ 0 h 4334"/>
                <a:gd name="T6" fmla="*/ 0 w 107"/>
                <a:gd name="T7" fmla="*/ 0 h 4334"/>
                <a:gd name="T8" fmla="*/ 0 w 107"/>
                <a:gd name="T9" fmla="*/ 0 h 4334"/>
                <a:gd name="T10" fmla="*/ 0 w 107"/>
                <a:gd name="T11" fmla="*/ 0 h 4334"/>
                <a:gd name="T12" fmla="*/ 0 w 107"/>
                <a:gd name="T13" fmla="*/ 0 h 4334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107"/>
                <a:gd name="T22" fmla="*/ 0 h 4334"/>
                <a:gd name="T23" fmla="*/ 107 w 107"/>
                <a:gd name="T24" fmla="*/ 4334 h 4334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107" h="4334">
                  <a:moveTo>
                    <a:pt x="107" y="0"/>
                  </a:moveTo>
                  <a:lnTo>
                    <a:pt x="53" y="0"/>
                  </a:lnTo>
                  <a:lnTo>
                    <a:pt x="0" y="0"/>
                  </a:lnTo>
                  <a:lnTo>
                    <a:pt x="0" y="4334"/>
                  </a:lnTo>
                  <a:lnTo>
                    <a:pt x="53" y="4334"/>
                  </a:lnTo>
                  <a:lnTo>
                    <a:pt x="107" y="4334"/>
                  </a:lnTo>
                  <a:lnTo>
                    <a:pt x="107" y="0"/>
                  </a:lnTo>
                  <a:close/>
                </a:path>
              </a:pathLst>
            </a:custGeom>
            <a:noFill/>
            <a:ln w="0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27" name="Freeform 29">
              <a:extLst>
                <a:ext uri="{FF2B5EF4-FFF2-40B4-BE49-F238E27FC236}">
                  <a16:creationId xmlns:a16="http://schemas.microsoft.com/office/drawing/2014/main" id="{29E3B656-EEBA-0FCB-67FE-DCBC7FCB500E}"/>
                </a:ext>
              </a:extLst>
            </p:cNvPr>
            <p:cNvSpPr>
              <a:spLocks/>
            </p:cNvSpPr>
            <p:nvPr/>
          </p:nvSpPr>
          <p:spPr bwMode="auto">
            <a:xfrm>
              <a:off x="4783" y="1652"/>
              <a:ext cx="17" cy="8"/>
            </a:xfrm>
            <a:custGeom>
              <a:avLst/>
              <a:gdLst>
                <a:gd name="T0" fmla="*/ 0 w 107"/>
                <a:gd name="T1" fmla="*/ 0 h 53"/>
                <a:gd name="T2" fmla="*/ 0 w 107"/>
                <a:gd name="T3" fmla="*/ 0 h 53"/>
                <a:gd name="T4" fmla="*/ 0 w 107"/>
                <a:gd name="T5" fmla="*/ 0 h 53"/>
                <a:gd name="T6" fmla="*/ 0 w 107"/>
                <a:gd name="T7" fmla="*/ 0 h 53"/>
                <a:gd name="T8" fmla="*/ 0 w 107"/>
                <a:gd name="T9" fmla="*/ 0 h 53"/>
                <a:gd name="T10" fmla="*/ 0 w 107"/>
                <a:gd name="T11" fmla="*/ 0 h 53"/>
                <a:gd name="T12" fmla="*/ 0 w 107"/>
                <a:gd name="T13" fmla="*/ 0 h 53"/>
                <a:gd name="T14" fmla="*/ 0 w 107"/>
                <a:gd name="T15" fmla="*/ 0 h 53"/>
                <a:gd name="T16" fmla="*/ 0 w 107"/>
                <a:gd name="T17" fmla="*/ 0 h 53"/>
                <a:gd name="T18" fmla="*/ 0 w 107"/>
                <a:gd name="T19" fmla="*/ 0 h 53"/>
                <a:gd name="T20" fmla="*/ 0 w 107"/>
                <a:gd name="T21" fmla="*/ 0 h 53"/>
                <a:gd name="T22" fmla="*/ 0 w 107"/>
                <a:gd name="T23" fmla="*/ 0 h 53"/>
                <a:gd name="T24" fmla="*/ 0 w 107"/>
                <a:gd name="T25" fmla="*/ 0 h 53"/>
                <a:gd name="T26" fmla="*/ 0 w 107"/>
                <a:gd name="T27" fmla="*/ 0 h 53"/>
                <a:gd name="T28" fmla="*/ 0 w 107"/>
                <a:gd name="T29" fmla="*/ 0 h 53"/>
                <a:gd name="T30" fmla="*/ 0 w 107"/>
                <a:gd name="T31" fmla="*/ 0 h 53"/>
                <a:gd name="T32" fmla="*/ 0 w 107"/>
                <a:gd name="T33" fmla="*/ 0 h 53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w 107"/>
                <a:gd name="T52" fmla="*/ 0 h 53"/>
                <a:gd name="T53" fmla="*/ 107 w 107"/>
                <a:gd name="T54" fmla="*/ 53 h 53"/>
              </a:gdLst>
              <a:ahLst/>
              <a:cxnLst>
                <a:cxn ang="T34">
                  <a:pos x="T0" y="T1"/>
                </a:cxn>
                <a:cxn ang="T35">
                  <a:pos x="T2" y="T3"/>
                </a:cxn>
                <a:cxn ang="T36">
                  <a:pos x="T4" y="T5"/>
                </a:cxn>
                <a:cxn ang="T37">
                  <a:pos x="T6" y="T7"/>
                </a:cxn>
                <a:cxn ang="T38">
                  <a:pos x="T8" y="T9"/>
                </a:cxn>
                <a:cxn ang="T39">
                  <a:pos x="T10" y="T11"/>
                </a:cxn>
                <a:cxn ang="T40">
                  <a:pos x="T12" y="T13"/>
                </a:cxn>
                <a:cxn ang="T41">
                  <a:pos x="T14" y="T15"/>
                </a:cxn>
                <a:cxn ang="T42">
                  <a:pos x="T16" y="T17"/>
                </a:cxn>
                <a:cxn ang="T43">
                  <a:pos x="T18" y="T19"/>
                </a:cxn>
                <a:cxn ang="T44">
                  <a:pos x="T20" y="T21"/>
                </a:cxn>
                <a:cxn ang="T45">
                  <a:pos x="T22" y="T23"/>
                </a:cxn>
                <a:cxn ang="T46">
                  <a:pos x="T24" y="T25"/>
                </a:cxn>
                <a:cxn ang="T47">
                  <a:pos x="T26" y="T27"/>
                </a:cxn>
                <a:cxn ang="T48">
                  <a:pos x="T28" y="T29"/>
                </a:cxn>
                <a:cxn ang="T49">
                  <a:pos x="T30" y="T31"/>
                </a:cxn>
                <a:cxn ang="T50">
                  <a:pos x="T32" y="T33"/>
                </a:cxn>
              </a:cxnLst>
              <a:rect l="T51" t="T52" r="T53" b="T54"/>
              <a:pathLst>
                <a:path w="107" h="53">
                  <a:moveTo>
                    <a:pt x="53" y="0"/>
                  </a:moveTo>
                  <a:lnTo>
                    <a:pt x="107" y="0"/>
                  </a:lnTo>
                  <a:lnTo>
                    <a:pt x="105" y="12"/>
                  </a:lnTo>
                  <a:lnTo>
                    <a:pt x="101" y="23"/>
                  </a:lnTo>
                  <a:lnTo>
                    <a:pt x="94" y="33"/>
                  </a:lnTo>
                  <a:lnTo>
                    <a:pt x="86" y="41"/>
                  </a:lnTo>
                  <a:lnTo>
                    <a:pt x="76" y="48"/>
                  </a:lnTo>
                  <a:lnTo>
                    <a:pt x="65" y="52"/>
                  </a:lnTo>
                  <a:lnTo>
                    <a:pt x="53" y="53"/>
                  </a:lnTo>
                  <a:lnTo>
                    <a:pt x="41" y="52"/>
                  </a:lnTo>
                  <a:lnTo>
                    <a:pt x="30" y="48"/>
                  </a:lnTo>
                  <a:lnTo>
                    <a:pt x="20" y="41"/>
                  </a:lnTo>
                  <a:lnTo>
                    <a:pt x="12" y="33"/>
                  </a:lnTo>
                  <a:lnTo>
                    <a:pt x="5" y="23"/>
                  </a:lnTo>
                  <a:lnTo>
                    <a:pt x="1" y="12"/>
                  </a:lnTo>
                  <a:lnTo>
                    <a:pt x="0" y="0"/>
                  </a:lnTo>
                  <a:lnTo>
                    <a:pt x="53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28" name="Freeform 30">
              <a:extLst>
                <a:ext uri="{FF2B5EF4-FFF2-40B4-BE49-F238E27FC236}">
                  <a16:creationId xmlns:a16="http://schemas.microsoft.com/office/drawing/2014/main" id="{F882C37A-1178-962D-5955-F7842F1E9CA1}"/>
                </a:ext>
              </a:extLst>
            </p:cNvPr>
            <p:cNvSpPr>
              <a:spLocks/>
            </p:cNvSpPr>
            <p:nvPr/>
          </p:nvSpPr>
          <p:spPr bwMode="auto">
            <a:xfrm>
              <a:off x="4783" y="1652"/>
              <a:ext cx="17" cy="8"/>
            </a:xfrm>
            <a:custGeom>
              <a:avLst/>
              <a:gdLst>
                <a:gd name="T0" fmla="*/ 0 w 107"/>
                <a:gd name="T1" fmla="*/ 0 h 53"/>
                <a:gd name="T2" fmla="*/ 0 w 107"/>
                <a:gd name="T3" fmla="*/ 0 h 53"/>
                <a:gd name="T4" fmla="*/ 0 w 107"/>
                <a:gd name="T5" fmla="*/ 0 h 53"/>
                <a:gd name="T6" fmla="*/ 0 w 107"/>
                <a:gd name="T7" fmla="*/ 0 h 53"/>
                <a:gd name="T8" fmla="*/ 0 w 107"/>
                <a:gd name="T9" fmla="*/ 0 h 53"/>
                <a:gd name="T10" fmla="*/ 0 w 107"/>
                <a:gd name="T11" fmla="*/ 0 h 53"/>
                <a:gd name="T12" fmla="*/ 0 w 107"/>
                <a:gd name="T13" fmla="*/ 0 h 53"/>
                <a:gd name="T14" fmla="*/ 0 w 107"/>
                <a:gd name="T15" fmla="*/ 0 h 53"/>
                <a:gd name="T16" fmla="*/ 0 w 107"/>
                <a:gd name="T17" fmla="*/ 0 h 53"/>
                <a:gd name="T18" fmla="*/ 0 w 107"/>
                <a:gd name="T19" fmla="*/ 0 h 53"/>
                <a:gd name="T20" fmla="*/ 0 w 107"/>
                <a:gd name="T21" fmla="*/ 0 h 53"/>
                <a:gd name="T22" fmla="*/ 0 w 107"/>
                <a:gd name="T23" fmla="*/ 0 h 53"/>
                <a:gd name="T24" fmla="*/ 0 w 107"/>
                <a:gd name="T25" fmla="*/ 0 h 53"/>
                <a:gd name="T26" fmla="*/ 0 w 107"/>
                <a:gd name="T27" fmla="*/ 0 h 53"/>
                <a:gd name="T28" fmla="*/ 0 w 107"/>
                <a:gd name="T29" fmla="*/ 0 h 53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w 107"/>
                <a:gd name="T46" fmla="*/ 0 h 53"/>
                <a:gd name="T47" fmla="*/ 107 w 107"/>
                <a:gd name="T48" fmla="*/ 53 h 53"/>
              </a:gdLst>
              <a:ahLst/>
              <a:cxnLst>
                <a:cxn ang="T30">
                  <a:pos x="T0" y="T1"/>
                </a:cxn>
                <a:cxn ang="T31">
                  <a:pos x="T2" y="T3"/>
                </a:cxn>
                <a:cxn ang="T32">
                  <a:pos x="T4" y="T5"/>
                </a:cxn>
                <a:cxn ang="T33">
                  <a:pos x="T6" y="T7"/>
                </a:cxn>
                <a:cxn ang="T34">
                  <a:pos x="T8" y="T9"/>
                </a:cxn>
                <a:cxn ang="T35">
                  <a:pos x="T10" y="T11"/>
                </a:cxn>
                <a:cxn ang="T36">
                  <a:pos x="T12" y="T13"/>
                </a:cxn>
                <a:cxn ang="T37">
                  <a:pos x="T14" y="T15"/>
                </a:cxn>
                <a:cxn ang="T38">
                  <a:pos x="T16" y="T17"/>
                </a:cxn>
                <a:cxn ang="T39">
                  <a:pos x="T18" y="T19"/>
                </a:cxn>
                <a:cxn ang="T40">
                  <a:pos x="T20" y="T21"/>
                </a:cxn>
                <a:cxn ang="T41">
                  <a:pos x="T22" y="T23"/>
                </a:cxn>
                <a:cxn ang="T42">
                  <a:pos x="T24" y="T25"/>
                </a:cxn>
                <a:cxn ang="T43">
                  <a:pos x="T26" y="T27"/>
                </a:cxn>
                <a:cxn ang="T44">
                  <a:pos x="T28" y="T29"/>
                </a:cxn>
              </a:cxnLst>
              <a:rect l="T45" t="T46" r="T47" b="T48"/>
              <a:pathLst>
                <a:path w="107" h="53">
                  <a:moveTo>
                    <a:pt x="107" y="0"/>
                  </a:moveTo>
                  <a:lnTo>
                    <a:pt x="105" y="12"/>
                  </a:lnTo>
                  <a:lnTo>
                    <a:pt x="101" y="23"/>
                  </a:lnTo>
                  <a:lnTo>
                    <a:pt x="94" y="33"/>
                  </a:lnTo>
                  <a:lnTo>
                    <a:pt x="86" y="41"/>
                  </a:lnTo>
                  <a:lnTo>
                    <a:pt x="76" y="48"/>
                  </a:lnTo>
                  <a:lnTo>
                    <a:pt x="65" y="52"/>
                  </a:lnTo>
                  <a:lnTo>
                    <a:pt x="53" y="53"/>
                  </a:lnTo>
                  <a:lnTo>
                    <a:pt x="41" y="52"/>
                  </a:lnTo>
                  <a:lnTo>
                    <a:pt x="30" y="48"/>
                  </a:lnTo>
                  <a:lnTo>
                    <a:pt x="20" y="41"/>
                  </a:lnTo>
                  <a:lnTo>
                    <a:pt x="12" y="33"/>
                  </a:lnTo>
                  <a:lnTo>
                    <a:pt x="5" y="23"/>
                  </a:lnTo>
                  <a:lnTo>
                    <a:pt x="1" y="12"/>
                  </a:lnTo>
                  <a:lnTo>
                    <a:pt x="0" y="0"/>
                  </a:lnTo>
                </a:path>
              </a:pathLst>
            </a:custGeom>
            <a:noFill/>
            <a:ln w="0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29" name="Line 31">
              <a:extLst>
                <a:ext uri="{FF2B5EF4-FFF2-40B4-BE49-F238E27FC236}">
                  <a16:creationId xmlns:a16="http://schemas.microsoft.com/office/drawing/2014/main" id="{308A53B5-BB86-A07D-DDD7-E4C04264C1C3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5111" y="1531"/>
              <a:ext cx="1" cy="159"/>
            </a:xfrm>
            <a:prstGeom prst="line">
              <a:avLst/>
            </a:prstGeom>
            <a:noFill/>
            <a:ln w="0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30" name="Line 32">
              <a:extLst>
                <a:ext uri="{FF2B5EF4-FFF2-40B4-BE49-F238E27FC236}">
                  <a16:creationId xmlns:a16="http://schemas.microsoft.com/office/drawing/2014/main" id="{88F71713-3A10-F174-77DE-45245DA32AF4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5111" y="1473"/>
              <a:ext cx="1" cy="29"/>
            </a:xfrm>
            <a:prstGeom prst="line">
              <a:avLst/>
            </a:prstGeom>
            <a:noFill/>
            <a:ln w="0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31" name="Line 33">
              <a:extLst>
                <a:ext uri="{FF2B5EF4-FFF2-40B4-BE49-F238E27FC236}">
                  <a16:creationId xmlns:a16="http://schemas.microsoft.com/office/drawing/2014/main" id="{1F39483A-D338-225B-AB06-104CA4DFC91A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5111" y="1136"/>
              <a:ext cx="1" cy="308"/>
            </a:xfrm>
            <a:prstGeom prst="line">
              <a:avLst/>
            </a:prstGeom>
            <a:noFill/>
            <a:ln w="0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32" name="Line 34">
              <a:extLst>
                <a:ext uri="{FF2B5EF4-FFF2-40B4-BE49-F238E27FC236}">
                  <a16:creationId xmlns:a16="http://schemas.microsoft.com/office/drawing/2014/main" id="{15E8698C-863F-0371-7D66-AA6A9FFD5166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5111" y="1079"/>
              <a:ext cx="1" cy="29"/>
            </a:xfrm>
            <a:prstGeom prst="line">
              <a:avLst/>
            </a:prstGeom>
            <a:noFill/>
            <a:ln w="0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33" name="Line 35">
              <a:extLst>
                <a:ext uri="{FF2B5EF4-FFF2-40B4-BE49-F238E27FC236}">
                  <a16:creationId xmlns:a16="http://schemas.microsoft.com/office/drawing/2014/main" id="{A7786217-BA8C-53DB-E959-9782D19D453C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5111" y="891"/>
              <a:ext cx="1" cy="159"/>
            </a:xfrm>
            <a:prstGeom prst="line">
              <a:avLst/>
            </a:prstGeom>
            <a:noFill/>
            <a:ln w="0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34" name="Freeform 36">
              <a:extLst>
                <a:ext uri="{FF2B5EF4-FFF2-40B4-BE49-F238E27FC236}">
                  <a16:creationId xmlns:a16="http://schemas.microsoft.com/office/drawing/2014/main" id="{B1CF7357-C8BD-6B4A-1625-A052BD6AD718}"/>
                </a:ext>
              </a:extLst>
            </p:cNvPr>
            <p:cNvSpPr>
              <a:spLocks/>
            </p:cNvSpPr>
            <p:nvPr/>
          </p:nvSpPr>
          <p:spPr bwMode="auto">
            <a:xfrm>
              <a:off x="4783" y="1391"/>
              <a:ext cx="8" cy="18"/>
            </a:xfrm>
            <a:custGeom>
              <a:avLst/>
              <a:gdLst>
                <a:gd name="T0" fmla="*/ 0 w 53"/>
                <a:gd name="T1" fmla="*/ 0 h 107"/>
                <a:gd name="T2" fmla="*/ 0 w 53"/>
                <a:gd name="T3" fmla="*/ 0 h 107"/>
                <a:gd name="T4" fmla="*/ 0 w 53"/>
                <a:gd name="T5" fmla="*/ 0 h 107"/>
                <a:gd name="T6" fmla="*/ 0 w 53"/>
                <a:gd name="T7" fmla="*/ 0 h 107"/>
                <a:gd name="T8" fmla="*/ 0 w 53"/>
                <a:gd name="T9" fmla="*/ 0 h 107"/>
                <a:gd name="T10" fmla="*/ 0 w 53"/>
                <a:gd name="T11" fmla="*/ 0 h 107"/>
                <a:gd name="T12" fmla="*/ 0 w 53"/>
                <a:gd name="T13" fmla="*/ 0 h 107"/>
                <a:gd name="T14" fmla="*/ 0 w 53"/>
                <a:gd name="T15" fmla="*/ 0 h 107"/>
                <a:gd name="T16" fmla="*/ 0 w 53"/>
                <a:gd name="T17" fmla="*/ 0 h 107"/>
                <a:gd name="T18" fmla="*/ 0 w 53"/>
                <a:gd name="T19" fmla="*/ 0 h 107"/>
                <a:gd name="T20" fmla="*/ 0 w 53"/>
                <a:gd name="T21" fmla="*/ 0 h 107"/>
                <a:gd name="T22" fmla="*/ 0 w 53"/>
                <a:gd name="T23" fmla="*/ 0 h 107"/>
                <a:gd name="T24" fmla="*/ 0 w 53"/>
                <a:gd name="T25" fmla="*/ 0 h 107"/>
                <a:gd name="T26" fmla="*/ 0 w 53"/>
                <a:gd name="T27" fmla="*/ 0 h 107"/>
                <a:gd name="T28" fmla="*/ 0 w 53"/>
                <a:gd name="T29" fmla="*/ 0 h 107"/>
                <a:gd name="T30" fmla="*/ 0 w 53"/>
                <a:gd name="T31" fmla="*/ 0 h 107"/>
                <a:gd name="T32" fmla="*/ 0 w 53"/>
                <a:gd name="T33" fmla="*/ 0 h 107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w 53"/>
                <a:gd name="T52" fmla="*/ 0 h 107"/>
                <a:gd name="T53" fmla="*/ 53 w 53"/>
                <a:gd name="T54" fmla="*/ 107 h 107"/>
              </a:gdLst>
              <a:ahLst/>
              <a:cxnLst>
                <a:cxn ang="T34">
                  <a:pos x="T0" y="T1"/>
                </a:cxn>
                <a:cxn ang="T35">
                  <a:pos x="T2" y="T3"/>
                </a:cxn>
                <a:cxn ang="T36">
                  <a:pos x="T4" y="T5"/>
                </a:cxn>
                <a:cxn ang="T37">
                  <a:pos x="T6" y="T7"/>
                </a:cxn>
                <a:cxn ang="T38">
                  <a:pos x="T8" y="T9"/>
                </a:cxn>
                <a:cxn ang="T39">
                  <a:pos x="T10" y="T11"/>
                </a:cxn>
                <a:cxn ang="T40">
                  <a:pos x="T12" y="T13"/>
                </a:cxn>
                <a:cxn ang="T41">
                  <a:pos x="T14" y="T15"/>
                </a:cxn>
                <a:cxn ang="T42">
                  <a:pos x="T16" y="T17"/>
                </a:cxn>
                <a:cxn ang="T43">
                  <a:pos x="T18" y="T19"/>
                </a:cxn>
                <a:cxn ang="T44">
                  <a:pos x="T20" y="T21"/>
                </a:cxn>
                <a:cxn ang="T45">
                  <a:pos x="T22" y="T23"/>
                </a:cxn>
                <a:cxn ang="T46">
                  <a:pos x="T24" y="T25"/>
                </a:cxn>
                <a:cxn ang="T47">
                  <a:pos x="T26" y="T27"/>
                </a:cxn>
                <a:cxn ang="T48">
                  <a:pos x="T28" y="T29"/>
                </a:cxn>
                <a:cxn ang="T49">
                  <a:pos x="T30" y="T31"/>
                </a:cxn>
                <a:cxn ang="T50">
                  <a:pos x="T32" y="T33"/>
                </a:cxn>
              </a:cxnLst>
              <a:rect l="T51" t="T52" r="T53" b="T54"/>
              <a:pathLst>
                <a:path w="53" h="107">
                  <a:moveTo>
                    <a:pt x="53" y="54"/>
                  </a:moveTo>
                  <a:lnTo>
                    <a:pt x="53" y="107"/>
                  </a:lnTo>
                  <a:lnTo>
                    <a:pt x="41" y="106"/>
                  </a:lnTo>
                  <a:lnTo>
                    <a:pt x="30" y="102"/>
                  </a:lnTo>
                  <a:lnTo>
                    <a:pt x="20" y="96"/>
                  </a:lnTo>
                  <a:lnTo>
                    <a:pt x="12" y="87"/>
                  </a:lnTo>
                  <a:lnTo>
                    <a:pt x="5" y="78"/>
                  </a:lnTo>
                  <a:lnTo>
                    <a:pt x="1" y="66"/>
                  </a:lnTo>
                  <a:lnTo>
                    <a:pt x="0" y="54"/>
                  </a:lnTo>
                  <a:lnTo>
                    <a:pt x="1" y="43"/>
                  </a:lnTo>
                  <a:lnTo>
                    <a:pt x="5" y="31"/>
                  </a:lnTo>
                  <a:lnTo>
                    <a:pt x="12" y="21"/>
                  </a:lnTo>
                  <a:lnTo>
                    <a:pt x="20" y="13"/>
                  </a:lnTo>
                  <a:lnTo>
                    <a:pt x="30" y="7"/>
                  </a:lnTo>
                  <a:lnTo>
                    <a:pt x="41" y="2"/>
                  </a:lnTo>
                  <a:lnTo>
                    <a:pt x="53" y="0"/>
                  </a:lnTo>
                  <a:lnTo>
                    <a:pt x="53" y="54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35" name="Freeform 37">
              <a:extLst>
                <a:ext uri="{FF2B5EF4-FFF2-40B4-BE49-F238E27FC236}">
                  <a16:creationId xmlns:a16="http://schemas.microsoft.com/office/drawing/2014/main" id="{DB1976BA-BC01-2E3F-D03B-CE4456153E63}"/>
                </a:ext>
              </a:extLst>
            </p:cNvPr>
            <p:cNvSpPr>
              <a:spLocks/>
            </p:cNvSpPr>
            <p:nvPr/>
          </p:nvSpPr>
          <p:spPr bwMode="auto">
            <a:xfrm>
              <a:off x="4783" y="1391"/>
              <a:ext cx="8" cy="18"/>
            </a:xfrm>
            <a:custGeom>
              <a:avLst/>
              <a:gdLst>
                <a:gd name="T0" fmla="*/ 0 w 53"/>
                <a:gd name="T1" fmla="*/ 0 h 107"/>
                <a:gd name="T2" fmla="*/ 0 w 53"/>
                <a:gd name="T3" fmla="*/ 0 h 107"/>
                <a:gd name="T4" fmla="*/ 0 w 53"/>
                <a:gd name="T5" fmla="*/ 0 h 107"/>
                <a:gd name="T6" fmla="*/ 0 w 53"/>
                <a:gd name="T7" fmla="*/ 0 h 107"/>
                <a:gd name="T8" fmla="*/ 0 w 53"/>
                <a:gd name="T9" fmla="*/ 0 h 107"/>
                <a:gd name="T10" fmla="*/ 0 w 53"/>
                <a:gd name="T11" fmla="*/ 0 h 107"/>
                <a:gd name="T12" fmla="*/ 0 w 53"/>
                <a:gd name="T13" fmla="*/ 0 h 107"/>
                <a:gd name="T14" fmla="*/ 0 w 53"/>
                <a:gd name="T15" fmla="*/ 0 h 107"/>
                <a:gd name="T16" fmla="*/ 0 w 53"/>
                <a:gd name="T17" fmla="*/ 0 h 107"/>
                <a:gd name="T18" fmla="*/ 0 w 53"/>
                <a:gd name="T19" fmla="*/ 0 h 107"/>
                <a:gd name="T20" fmla="*/ 0 w 53"/>
                <a:gd name="T21" fmla="*/ 0 h 107"/>
                <a:gd name="T22" fmla="*/ 0 w 53"/>
                <a:gd name="T23" fmla="*/ 0 h 107"/>
                <a:gd name="T24" fmla="*/ 0 w 53"/>
                <a:gd name="T25" fmla="*/ 0 h 107"/>
                <a:gd name="T26" fmla="*/ 0 w 53"/>
                <a:gd name="T27" fmla="*/ 0 h 107"/>
                <a:gd name="T28" fmla="*/ 0 w 53"/>
                <a:gd name="T29" fmla="*/ 0 h 107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w 53"/>
                <a:gd name="T46" fmla="*/ 0 h 107"/>
                <a:gd name="T47" fmla="*/ 53 w 53"/>
                <a:gd name="T48" fmla="*/ 107 h 107"/>
              </a:gdLst>
              <a:ahLst/>
              <a:cxnLst>
                <a:cxn ang="T30">
                  <a:pos x="T0" y="T1"/>
                </a:cxn>
                <a:cxn ang="T31">
                  <a:pos x="T2" y="T3"/>
                </a:cxn>
                <a:cxn ang="T32">
                  <a:pos x="T4" y="T5"/>
                </a:cxn>
                <a:cxn ang="T33">
                  <a:pos x="T6" y="T7"/>
                </a:cxn>
                <a:cxn ang="T34">
                  <a:pos x="T8" y="T9"/>
                </a:cxn>
                <a:cxn ang="T35">
                  <a:pos x="T10" y="T11"/>
                </a:cxn>
                <a:cxn ang="T36">
                  <a:pos x="T12" y="T13"/>
                </a:cxn>
                <a:cxn ang="T37">
                  <a:pos x="T14" y="T15"/>
                </a:cxn>
                <a:cxn ang="T38">
                  <a:pos x="T16" y="T17"/>
                </a:cxn>
                <a:cxn ang="T39">
                  <a:pos x="T18" y="T19"/>
                </a:cxn>
                <a:cxn ang="T40">
                  <a:pos x="T20" y="T21"/>
                </a:cxn>
                <a:cxn ang="T41">
                  <a:pos x="T22" y="T23"/>
                </a:cxn>
                <a:cxn ang="T42">
                  <a:pos x="T24" y="T25"/>
                </a:cxn>
                <a:cxn ang="T43">
                  <a:pos x="T26" y="T27"/>
                </a:cxn>
                <a:cxn ang="T44">
                  <a:pos x="T28" y="T29"/>
                </a:cxn>
              </a:cxnLst>
              <a:rect l="T45" t="T46" r="T47" b="T48"/>
              <a:pathLst>
                <a:path w="53" h="107">
                  <a:moveTo>
                    <a:pt x="53" y="107"/>
                  </a:moveTo>
                  <a:lnTo>
                    <a:pt x="41" y="106"/>
                  </a:lnTo>
                  <a:lnTo>
                    <a:pt x="30" y="102"/>
                  </a:lnTo>
                  <a:lnTo>
                    <a:pt x="20" y="96"/>
                  </a:lnTo>
                  <a:lnTo>
                    <a:pt x="12" y="87"/>
                  </a:lnTo>
                  <a:lnTo>
                    <a:pt x="5" y="78"/>
                  </a:lnTo>
                  <a:lnTo>
                    <a:pt x="1" y="66"/>
                  </a:lnTo>
                  <a:lnTo>
                    <a:pt x="0" y="54"/>
                  </a:lnTo>
                  <a:lnTo>
                    <a:pt x="1" y="43"/>
                  </a:lnTo>
                  <a:lnTo>
                    <a:pt x="5" y="31"/>
                  </a:lnTo>
                  <a:lnTo>
                    <a:pt x="12" y="21"/>
                  </a:lnTo>
                  <a:lnTo>
                    <a:pt x="20" y="13"/>
                  </a:lnTo>
                  <a:lnTo>
                    <a:pt x="30" y="7"/>
                  </a:lnTo>
                  <a:lnTo>
                    <a:pt x="41" y="2"/>
                  </a:lnTo>
                  <a:lnTo>
                    <a:pt x="53" y="0"/>
                  </a:lnTo>
                </a:path>
              </a:pathLst>
            </a:custGeom>
            <a:noFill/>
            <a:ln w="0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36" name="Freeform 38">
              <a:extLst>
                <a:ext uri="{FF2B5EF4-FFF2-40B4-BE49-F238E27FC236}">
                  <a16:creationId xmlns:a16="http://schemas.microsoft.com/office/drawing/2014/main" id="{FAB28FE8-36EB-35C6-BF33-0627CD282916}"/>
                </a:ext>
              </a:extLst>
            </p:cNvPr>
            <p:cNvSpPr>
              <a:spLocks/>
            </p:cNvSpPr>
            <p:nvPr/>
          </p:nvSpPr>
          <p:spPr bwMode="auto">
            <a:xfrm>
              <a:off x="4791" y="1391"/>
              <a:ext cx="640" cy="18"/>
            </a:xfrm>
            <a:custGeom>
              <a:avLst/>
              <a:gdLst>
                <a:gd name="T0" fmla="*/ 0 w 3836"/>
                <a:gd name="T1" fmla="*/ 0 h 107"/>
                <a:gd name="T2" fmla="*/ 0 w 3836"/>
                <a:gd name="T3" fmla="*/ 0 h 107"/>
                <a:gd name="T4" fmla="*/ 0 w 3836"/>
                <a:gd name="T5" fmla="*/ 0 h 107"/>
                <a:gd name="T6" fmla="*/ 0 w 3836"/>
                <a:gd name="T7" fmla="*/ 0 h 107"/>
                <a:gd name="T8" fmla="*/ 0 w 3836"/>
                <a:gd name="T9" fmla="*/ 0 h 107"/>
                <a:gd name="T10" fmla="*/ 0 w 3836"/>
                <a:gd name="T11" fmla="*/ 0 h 107"/>
                <a:gd name="T12" fmla="*/ 0 w 3836"/>
                <a:gd name="T13" fmla="*/ 0 h 107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3836"/>
                <a:gd name="T22" fmla="*/ 0 h 107"/>
                <a:gd name="T23" fmla="*/ 3836 w 3836"/>
                <a:gd name="T24" fmla="*/ 107 h 107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3836" h="107">
                  <a:moveTo>
                    <a:pt x="0" y="0"/>
                  </a:moveTo>
                  <a:lnTo>
                    <a:pt x="0" y="54"/>
                  </a:lnTo>
                  <a:lnTo>
                    <a:pt x="0" y="107"/>
                  </a:lnTo>
                  <a:lnTo>
                    <a:pt x="3836" y="107"/>
                  </a:lnTo>
                  <a:lnTo>
                    <a:pt x="3836" y="54"/>
                  </a:lnTo>
                  <a:lnTo>
                    <a:pt x="3836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37" name="Freeform 39">
              <a:extLst>
                <a:ext uri="{FF2B5EF4-FFF2-40B4-BE49-F238E27FC236}">
                  <a16:creationId xmlns:a16="http://schemas.microsoft.com/office/drawing/2014/main" id="{B63C0024-78B7-8F0F-DFC5-9DADA7FDEC94}"/>
                </a:ext>
              </a:extLst>
            </p:cNvPr>
            <p:cNvSpPr>
              <a:spLocks/>
            </p:cNvSpPr>
            <p:nvPr/>
          </p:nvSpPr>
          <p:spPr bwMode="auto">
            <a:xfrm>
              <a:off x="4791" y="1391"/>
              <a:ext cx="640" cy="18"/>
            </a:xfrm>
            <a:custGeom>
              <a:avLst/>
              <a:gdLst>
                <a:gd name="T0" fmla="*/ 0 w 3836"/>
                <a:gd name="T1" fmla="*/ 0 h 107"/>
                <a:gd name="T2" fmla="*/ 0 w 3836"/>
                <a:gd name="T3" fmla="*/ 0 h 107"/>
                <a:gd name="T4" fmla="*/ 0 w 3836"/>
                <a:gd name="T5" fmla="*/ 0 h 107"/>
                <a:gd name="T6" fmla="*/ 0 w 3836"/>
                <a:gd name="T7" fmla="*/ 0 h 107"/>
                <a:gd name="T8" fmla="*/ 0 w 3836"/>
                <a:gd name="T9" fmla="*/ 0 h 107"/>
                <a:gd name="T10" fmla="*/ 0 w 3836"/>
                <a:gd name="T11" fmla="*/ 0 h 107"/>
                <a:gd name="T12" fmla="*/ 0 w 3836"/>
                <a:gd name="T13" fmla="*/ 0 h 107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3836"/>
                <a:gd name="T22" fmla="*/ 0 h 107"/>
                <a:gd name="T23" fmla="*/ 3836 w 3836"/>
                <a:gd name="T24" fmla="*/ 107 h 107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3836" h="107">
                  <a:moveTo>
                    <a:pt x="0" y="0"/>
                  </a:moveTo>
                  <a:lnTo>
                    <a:pt x="0" y="54"/>
                  </a:lnTo>
                  <a:lnTo>
                    <a:pt x="0" y="107"/>
                  </a:lnTo>
                  <a:lnTo>
                    <a:pt x="3836" y="107"/>
                  </a:lnTo>
                  <a:lnTo>
                    <a:pt x="3836" y="54"/>
                  </a:lnTo>
                  <a:lnTo>
                    <a:pt x="3836" y="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38" name="Freeform 40">
              <a:extLst>
                <a:ext uri="{FF2B5EF4-FFF2-40B4-BE49-F238E27FC236}">
                  <a16:creationId xmlns:a16="http://schemas.microsoft.com/office/drawing/2014/main" id="{C1A42703-763E-3AAB-AA4A-D26819E2CF0B}"/>
                </a:ext>
              </a:extLst>
            </p:cNvPr>
            <p:cNvSpPr>
              <a:spLocks/>
            </p:cNvSpPr>
            <p:nvPr/>
          </p:nvSpPr>
          <p:spPr bwMode="auto">
            <a:xfrm>
              <a:off x="5431" y="1391"/>
              <a:ext cx="9" cy="18"/>
            </a:xfrm>
            <a:custGeom>
              <a:avLst/>
              <a:gdLst>
                <a:gd name="T0" fmla="*/ 0 w 54"/>
                <a:gd name="T1" fmla="*/ 0 h 107"/>
                <a:gd name="T2" fmla="*/ 0 w 54"/>
                <a:gd name="T3" fmla="*/ 0 h 107"/>
                <a:gd name="T4" fmla="*/ 0 w 54"/>
                <a:gd name="T5" fmla="*/ 0 h 107"/>
                <a:gd name="T6" fmla="*/ 0 w 54"/>
                <a:gd name="T7" fmla="*/ 0 h 107"/>
                <a:gd name="T8" fmla="*/ 0 w 54"/>
                <a:gd name="T9" fmla="*/ 0 h 107"/>
                <a:gd name="T10" fmla="*/ 0 w 54"/>
                <a:gd name="T11" fmla="*/ 0 h 107"/>
                <a:gd name="T12" fmla="*/ 0 w 54"/>
                <a:gd name="T13" fmla="*/ 0 h 107"/>
                <a:gd name="T14" fmla="*/ 0 w 54"/>
                <a:gd name="T15" fmla="*/ 0 h 107"/>
                <a:gd name="T16" fmla="*/ 0 w 54"/>
                <a:gd name="T17" fmla="*/ 0 h 107"/>
                <a:gd name="T18" fmla="*/ 0 w 54"/>
                <a:gd name="T19" fmla="*/ 0 h 107"/>
                <a:gd name="T20" fmla="*/ 0 w 54"/>
                <a:gd name="T21" fmla="*/ 0 h 107"/>
                <a:gd name="T22" fmla="*/ 0 w 54"/>
                <a:gd name="T23" fmla="*/ 0 h 107"/>
                <a:gd name="T24" fmla="*/ 0 w 54"/>
                <a:gd name="T25" fmla="*/ 0 h 107"/>
                <a:gd name="T26" fmla="*/ 0 w 54"/>
                <a:gd name="T27" fmla="*/ 0 h 107"/>
                <a:gd name="T28" fmla="*/ 0 w 54"/>
                <a:gd name="T29" fmla="*/ 0 h 107"/>
                <a:gd name="T30" fmla="*/ 0 w 54"/>
                <a:gd name="T31" fmla="*/ 0 h 107"/>
                <a:gd name="T32" fmla="*/ 0 w 54"/>
                <a:gd name="T33" fmla="*/ 0 h 107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w 54"/>
                <a:gd name="T52" fmla="*/ 0 h 107"/>
                <a:gd name="T53" fmla="*/ 54 w 54"/>
                <a:gd name="T54" fmla="*/ 107 h 107"/>
              </a:gdLst>
              <a:ahLst/>
              <a:cxnLst>
                <a:cxn ang="T34">
                  <a:pos x="T0" y="T1"/>
                </a:cxn>
                <a:cxn ang="T35">
                  <a:pos x="T2" y="T3"/>
                </a:cxn>
                <a:cxn ang="T36">
                  <a:pos x="T4" y="T5"/>
                </a:cxn>
                <a:cxn ang="T37">
                  <a:pos x="T6" y="T7"/>
                </a:cxn>
                <a:cxn ang="T38">
                  <a:pos x="T8" y="T9"/>
                </a:cxn>
                <a:cxn ang="T39">
                  <a:pos x="T10" y="T11"/>
                </a:cxn>
                <a:cxn ang="T40">
                  <a:pos x="T12" y="T13"/>
                </a:cxn>
                <a:cxn ang="T41">
                  <a:pos x="T14" y="T15"/>
                </a:cxn>
                <a:cxn ang="T42">
                  <a:pos x="T16" y="T17"/>
                </a:cxn>
                <a:cxn ang="T43">
                  <a:pos x="T18" y="T19"/>
                </a:cxn>
                <a:cxn ang="T44">
                  <a:pos x="T20" y="T21"/>
                </a:cxn>
                <a:cxn ang="T45">
                  <a:pos x="T22" y="T23"/>
                </a:cxn>
                <a:cxn ang="T46">
                  <a:pos x="T24" y="T25"/>
                </a:cxn>
                <a:cxn ang="T47">
                  <a:pos x="T26" y="T27"/>
                </a:cxn>
                <a:cxn ang="T48">
                  <a:pos x="T28" y="T29"/>
                </a:cxn>
                <a:cxn ang="T49">
                  <a:pos x="T30" y="T31"/>
                </a:cxn>
                <a:cxn ang="T50">
                  <a:pos x="T32" y="T33"/>
                </a:cxn>
              </a:cxnLst>
              <a:rect l="T51" t="T52" r="T53" b="T54"/>
              <a:pathLst>
                <a:path w="54" h="107">
                  <a:moveTo>
                    <a:pt x="0" y="54"/>
                  </a:moveTo>
                  <a:lnTo>
                    <a:pt x="0" y="0"/>
                  </a:lnTo>
                  <a:lnTo>
                    <a:pt x="12" y="2"/>
                  </a:lnTo>
                  <a:lnTo>
                    <a:pt x="24" y="7"/>
                  </a:lnTo>
                  <a:lnTo>
                    <a:pt x="33" y="13"/>
                  </a:lnTo>
                  <a:lnTo>
                    <a:pt x="42" y="21"/>
                  </a:lnTo>
                  <a:lnTo>
                    <a:pt x="48" y="31"/>
                  </a:lnTo>
                  <a:lnTo>
                    <a:pt x="52" y="43"/>
                  </a:lnTo>
                  <a:lnTo>
                    <a:pt x="54" y="54"/>
                  </a:lnTo>
                  <a:lnTo>
                    <a:pt x="52" y="66"/>
                  </a:lnTo>
                  <a:lnTo>
                    <a:pt x="48" y="78"/>
                  </a:lnTo>
                  <a:lnTo>
                    <a:pt x="42" y="87"/>
                  </a:lnTo>
                  <a:lnTo>
                    <a:pt x="33" y="96"/>
                  </a:lnTo>
                  <a:lnTo>
                    <a:pt x="24" y="102"/>
                  </a:lnTo>
                  <a:lnTo>
                    <a:pt x="12" y="106"/>
                  </a:lnTo>
                  <a:lnTo>
                    <a:pt x="0" y="107"/>
                  </a:lnTo>
                  <a:lnTo>
                    <a:pt x="0" y="54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39" name="Freeform 41">
              <a:extLst>
                <a:ext uri="{FF2B5EF4-FFF2-40B4-BE49-F238E27FC236}">
                  <a16:creationId xmlns:a16="http://schemas.microsoft.com/office/drawing/2014/main" id="{2ED3334E-BA68-6FE1-8894-1ED09B7CCC06}"/>
                </a:ext>
              </a:extLst>
            </p:cNvPr>
            <p:cNvSpPr>
              <a:spLocks/>
            </p:cNvSpPr>
            <p:nvPr/>
          </p:nvSpPr>
          <p:spPr bwMode="auto">
            <a:xfrm>
              <a:off x="5431" y="1391"/>
              <a:ext cx="9" cy="18"/>
            </a:xfrm>
            <a:custGeom>
              <a:avLst/>
              <a:gdLst>
                <a:gd name="T0" fmla="*/ 0 w 54"/>
                <a:gd name="T1" fmla="*/ 0 h 107"/>
                <a:gd name="T2" fmla="*/ 0 w 54"/>
                <a:gd name="T3" fmla="*/ 0 h 107"/>
                <a:gd name="T4" fmla="*/ 0 w 54"/>
                <a:gd name="T5" fmla="*/ 0 h 107"/>
                <a:gd name="T6" fmla="*/ 0 w 54"/>
                <a:gd name="T7" fmla="*/ 0 h 107"/>
                <a:gd name="T8" fmla="*/ 0 w 54"/>
                <a:gd name="T9" fmla="*/ 0 h 107"/>
                <a:gd name="T10" fmla="*/ 0 w 54"/>
                <a:gd name="T11" fmla="*/ 0 h 107"/>
                <a:gd name="T12" fmla="*/ 0 w 54"/>
                <a:gd name="T13" fmla="*/ 0 h 107"/>
                <a:gd name="T14" fmla="*/ 0 w 54"/>
                <a:gd name="T15" fmla="*/ 0 h 107"/>
                <a:gd name="T16" fmla="*/ 0 w 54"/>
                <a:gd name="T17" fmla="*/ 0 h 107"/>
                <a:gd name="T18" fmla="*/ 0 w 54"/>
                <a:gd name="T19" fmla="*/ 0 h 107"/>
                <a:gd name="T20" fmla="*/ 0 w 54"/>
                <a:gd name="T21" fmla="*/ 0 h 107"/>
                <a:gd name="T22" fmla="*/ 0 w 54"/>
                <a:gd name="T23" fmla="*/ 0 h 107"/>
                <a:gd name="T24" fmla="*/ 0 w 54"/>
                <a:gd name="T25" fmla="*/ 0 h 107"/>
                <a:gd name="T26" fmla="*/ 0 w 54"/>
                <a:gd name="T27" fmla="*/ 0 h 107"/>
                <a:gd name="T28" fmla="*/ 0 w 54"/>
                <a:gd name="T29" fmla="*/ 0 h 107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w 54"/>
                <a:gd name="T46" fmla="*/ 0 h 107"/>
                <a:gd name="T47" fmla="*/ 54 w 54"/>
                <a:gd name="T48" fmla="*/ 107 h 107"/>
              </a:gdLst>
              <a:ahLst/>
              <a:cxnLst>
                <a:cxn ang="T30">
                  <a:pos x="T0" y="T1"/>
                </a:cxn>
                <a:cxn ang="T31">
                  <a:pos x="T2" y="T3"/>
                </a:cxn>
                <a:cxn ang="T32">
                  <a:pos x="T4" y="T5"/>
                </a:cxn>
                <a:cxn ang="T33">
                  <a:pos x="T6" y="T7"/>
                </a:cxn>
                <a:cxn ang="T34">
                  <a:pos x="T8" y="T9"/>
                </a:cxn>
                <a:cxn ang="T35">
                  <a:pos x="T10" y="T11"/>
                </a:cxn>
                <a:cxn ang="T36">
                  <a:pos x="T12" y="T13"/>
                </a:cxn>
                <a:cxn ang="T37">
                  <a:pos x="T14" y="T15"/>
                </a:cxn>
                <a:cxn ang="T38">
                  <a:pos x="T16" y="T17"/>
                </a:cxn>
                <a:cxn ang="T39">
                  <a:pos x="T18" y="T19"/>
                </a:cxn>
                <a:cxn ang="T40">
                  <a:pos x="T20" y="T21"/>
                </a:cxn>
                <a:cxn ang="T41">
                  <a:pos x="T22" y="T23"/>
                </a:cxn>
                <a:cxn ang="T42">
                  <a:pos x="T24" y="T25"/>
                </a:cxn>
                <a:cxn ang="T43">
                  <a:pos x="T26" y="T27"/>
                </a:cxn>
                <a:cxn ang="T44">
                  <a:pos x="T28" y="T29"/>
                </a:cxn>
              </a:cxnLst>
              <a:rect l="T45" t="T46" r="T47" b="T48"/>
              <a:pathLst>
                <a:path w="54" h="107">
                  <a:moveTo>
                    <a:pt x="0" y="0"/>
                  </a:moveTo>
                  <a:lnTo>
                    <a:pt x="12" y="2"/>
                  </a:lnTo>
                  <a:lnTo>
                    <a:pt x="24" y="7"/>
                  </a:lnTo>
                  <a:lnTo>
                    <a:pt x="33" y="13"/>
                  </a:lnTo>
                  <a:lnTo>
                    <a:pt x="42" y="21"/>
                  </a:lnTo>
                  <a:lnTo>
                    <a:pt x="48" y="31"/>
                  </a:lnTo>
                  <a:lnTo>
                    <a:pt x="52" y="43"/>
                  </a:lnTo>
                  <a:lnTo>
                    <a:pt x="54" y="54"/>
                  </a:lnTo>
                  <a:lnTo>
                    <a:pt x="52" y="66"/>
                  </a:lnTo>
                  <a:lnTo>
                    <a:pt x="48" y="78"/>
                  </a:lnTo>
                  <a:lnTo>
                    <a:pt x="42" y="87"/>
                  </a:lnTo>
                  <a:lnTo>
                    <a:pt x="33" y="96"/>
                  </a:lnTo>
                  <a:lnTo>
                    <a:pt x="24" y="102"/>
                  </a:lnTo>
                  <a:lnTo>
                    <a:pt x="12" y="106"/>
                  </a:lnTo>
                  <a:lnTo>
                    <a:pt x="0" y="107"/>
                  </a:lnTo>
                </a:path>
              </a:pathLst>
            </a:custGeom>
            <a:noFill/>
            <a:ln w="0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40" name="Freeform 42">
              <a:extLst>
                <a:ext uri="{FF2B5EF4-FFF2-40B4-BE49-F238E27FC236}">
                  <a16:creationId xmlns:a16="http://schemas.microsoft.com/office/drawing/2014/main" id="{4F932F73-31D9-500E-ED0F-998AF97E276F}"/>
                </a:ext>
              </a:extLst>
            </p:cNvPr>
            <p:cNvSpPr>
              <a:spLocks/>
            </p:cNvSpPr>
            <p:nvPr/>
          </p:nvSpPr>
          <p:spPr bwMode="auto">
            <a:xfrm>
              <a:off x="4839" y="1052"/>
              <a:ext cx="9" cy="18"/>
            </a:xfrm>
            <a:custGeom>
              <a:avLst/>
              <a:gdLst>
                <a:gd name="T0" fmla="*/ 0 w 53"/>
                <a:gd name="T1" fmla="*/ 0 h 107"/>
                <a:gd name="T2" fmla="*/ 0 w 53"/>
                <a:gd name="T3" fmla="*/ 0 h 107"/>
                <a:gd name="T4" fmla="*/ 0 w 53"/>
                <a:gd name="T5" fmla="*/ 0 h 107"/>
                <a:gd name="T6" fmla="*/ 0 w 53"/>
                <a:gd name="T7" fmla="*/ 0 h 107"/>
                <a:gd name="T8" fmla="*/ 0 w 53"/>
                <a:gd name="T9" fmla="*/ 0 h 107"/>
                <a:gd name="T10" fmla="*/ 0 w 53"/>
                <a:gd name="T11" fmla="*/ 0 h 107"/>
                <a:gd name="T12" fmla="*/ 0 w 53"/>
                <a:gd name="T13" fmla="*/ 0 h 107"/>
                <a:gd name="T14" fmla="*/ 0 w 53"/>
                <a:gd name="T15" fmla="*/ 0 h 107"/>
                <a:gd name="T16" fmla="*/ 0 w 53"/>
                <a:gd name="T17" fmla="*/ 0 h 107"/>
                <a:gd name="T18" fmla="*/ 0 w 53"/>
                <a:gd name="T19" fmla="*/ 0 h 107"/>
                <a:gd name="T20" fmla="*/ 0 w 53"/>
                <a:gd name="T21" fmla="*/ 0 h 107"/>
                <a:gd name="T22" fmla="*/ 0 w 53"/>
                <a:gd name="T23" fmla="*/ 0 h 107"/>
                <a:gd name="T24" fmla="*/ 0 w 53"/>
                <a:gd name="T25" fmla="*/ 0 h 107"/>
                <a:gd name="T26" fmla="*/ 0 w 53"/>
                <a:gd name="T27" fmla="*/ 0 h 107"/>
                <a:gd name="T28" fmla="*/ 0 w 53"/>
                <a:gd name="T29" fmla="*/ 0 h 107"/>
                <a:gd name="T30" fmla="*/ 0 w 53"/>
                <a:gd name="T31" fmla="*/ 0 h 107"/>
                <a:gd name="T32" fmla="*/ 0 w 53"/>
                <a:gd name="T33" fmla="*/ 0 h 107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w 53"/>
                <a:gd name="T52" fmla="*/ 0 h 107"/>
                <a:gd name="T53" fmla="*/ 53 w 53"/>
                <a:gd name="T54" fmla="*/ 107 h 107"/>
              </a:gdLst>
              <a:ahLst/>
              <a:cxnLst>
                <a:cxn ang="T34">
                  <a:pos x="T0" y="T1"/>
                </a:cxn>
                <a:cxn ang="T35">
                  <a:pos x="T2" y="T3"/>
                </a:cxn>
                <a:cxn ang="T36">
                  <a:pos x="T4" y="T5"/>
                </a:cxn>
                <a:cxn ang="T37">
                  <a:pos x="T6" y="T7"/>
                </a:cxn>
                <a:cxn ang="T38">
                  <a:pos x="T8" y="T9"/>
                </a:cxn>
                <a:cxn ang="T39">
                  <a:pos x="T10" y="T11"/>
                </a:cxn>
                <a:cxn ang="T40">
                  <a:pos x="T12" y="T13"/>
                </a:cxn>
                <a:cxn ang="T41">
                  <a:pos x="T14" y="T15"/>
                </a:cxn>
                <a:cxn ang="T42">
                  <a:pos x="T16" y="T17"/>
                </a:cxn>
                <a:cxn ang="T43">
                  <a:pos x="T18" y="T19"/>
                </a:cxn>
                <a:cxn ang="T44">
                  <a:pos x="T20" y="T21"/>
                </a:cxn>
                <a:cxn ang="T45">
                  <a:pos x="T22" y="T23"/>
                </a:cxn>
                <a:cxn ang="T46">
                  <a:pos x="T24" y="T25"/>
                </a:cxn>
                <a:cxn ang="T47">
                  <a:pos x="T26" y="T27"/>
                </a:cxn>
                <a:cxn ang="T48">
                  <a:pos x="T28" y="T29"/>
                </a:cxn>
                <a:cxn ang="T49">
                  <a:pos x="T30" y="T31"/>
                </a:cxn>
                <a:cxn ang="T50">
                  <a:pos x="T32" y="T33"/>
                </a:cxn>
              </a:cxnLst>
              <a:rect l="T51" t="T52" r="T53" b="T54"/>
              <a:pathLst>
                <a:path w="53" h="107">
                  <a:moveTo>
                    <a:pt x="53" y="54"/>
                  </a:moveTo>
                  <a:lnTo>
                    <a:pt x="53" y="107"/>
                  </a:lnTo>
                  <a:lnTo>
                    <a:pt x="41" y="106"/>
                  </a:lnTo>
                  <a:lnTo>
                    <a:pt x="30" y="102"/>
                  </a:lnTo>
                  <a:lnTo>
                    <a:pt x="20" y="96"/>
                  </a:lnTo>
                  <a:lnTo>
                    <a:pt x="12" y="87"/>
                  </a:lnTo>
                  <a:lnTo>
                    <a:pt x="5" y="78"/>
                  </a:lnTo>
                  <a:lnTo>
                    <a:pt x="1" y="66"/>
                  </a:lnTo>
                  <a:lnTo>
                    <a:pt x="0" y="54"/>
                  </a:lnTo>
                  <a:lnTo>
                    <a:pt x="1" y="43"/>
                  </a:lnTo>
                  <a:lnTo>
                    <a:pt x="5" y="31"/>
                  </a:lnTo>
                  <a:lnTo>
                    <a:pt x="12" y="21"/>
                  </a:lnTo>
                  <a:lnTo>
                    <a:pt x="20" y="13"/>
                  </a:lnTo>
                  <a:lnTo>
                    <a:pt x="30" y="7"/>
                  </a:lnTo>
                  <a:lnTo>
                    <a:pt x="41" y="2"/>
                  </a:lnTo>
                  <a:lnTo>
                    <a:pt x="53" y="0"/>
                  </a:lnTo>
                  <a:lnTo>
                    <a:pt x="53" y="54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41" name="Freeform 43">
              <a:extLst>
                <a:ext uri="{FF2B5EF4-FFF2-40B4-BE49-F238E27FC236}">
                  <a16:creationId xmlns:a16="http://schemas.microsoft.com/office/drawing/2014/main" id="{2CD561B9-20D6-985B-22D8-83C449089AA4}"/>
                </a:ext>
              </a:extLst>
            </p:cNvPr>
            <p:cNvSpPr>
              <a:spLocks/>
            </p:cNvSpPr>
            <p:nvPr/>
          </p:nvSpPr>
          <p:spPr bwMode="auto">
            <a:xfrm>
              <a:off x="4839" y="1052"/>
              <a:ext cx="9" cy="18"/>
            </a:xfrm>
            <a:custGeom>
              <a:avLst/>
              <a:gdLst>
                <a:gd name="T0" fmla="*/ 0 w 53"/>
                <a:gd name="T1" fmla="*/ 0 h 107"/>
                <a:gd name="T2" fmla="*/ 0 w 53"/>
                <a:gd name="T3" fmla="*/ 0 h 107"/>
                <a:gd name="T4" fmla="*/ 0 w 53"/>
                <a:gd name="T5" fmla="*/ 0 h 107"/>
                <a:gd name="T6" fmla="*/ 0 w 53"/>
                <a:gd name="T7" fmla="*/ 0 h 107"/>
                <a:gd name="T8" fmla="*/ 0 w 53"/>
                <a:gd name="T9" fmla="*/ 0 h 107"/>
                <a:gd name="T10" fmla="*/ 0 w 53"/>
                <a:gd name="T11" fmla="*/ 0 h 107"/>
                <a:gd name="T12" fmla="*/ 0 w 53"/>
                <a:gd name="T13" fmla="*/ 0 h 107"/>
                <a:gd name="T14" fmla="*/ 0 w 53"/>
                <a:gd name="T15" fmla="*/ 0 h 107"/>
                <a:gd name="T16" fmla="*/ 0 w 53"/>
                <a:gd name="T17" fmla="*/ 0 h 107"/>
                <a:gd name="T18" fmla="*/ 0 w 53"/>
                <a:gd name="T19" fmla="*/ 0 h 107"/>
                <a:gd name="T20" fmla="*/ 0 w 53"/>
                <a:gd name="T21" fmla="*/ 0 h 107"/>
                <a:gd name="T22" fmla="*/ 0 w 53"/>
                <a:gd name="T23" fmla="*/ 0 h 107"/>
                <a:gd name="T24" fmla="*/ 0 w 53"/>
                <a:gd name="T25" fmla="*/ 0 h 107"/>
                <a:gd name="T26" fmla="*/ 0 w 53"/>
                <a:gd name="T27" fmla="*/ 0 h 107"/>
                <a:gd name="T28" fmla="*/ 0 w 53"/>
                <a:gd name="T29" fmla="*/ 0 h 107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w 53"/>
                <a:gd name="T46" fmla="*/ 0 h 107"/>
                <a:gd name="T47" fmla="*/ 53 w 53"/>
                <a:gd name="T48" fmla="*/ 107 h 107"/>
              </a:gdLst>
              <a:ahLst/>
              <a:cxnLst>
                <a:cxn ang="T30">
                  <a:pos x="T0" y="T1"/>
                </a:cxn>
                <a:cxn ang="T31">
                  <a:pos x="T2" y="T3"/>
                </a:cxn>
                <a:cxn ang="T32">
                  <a:pos x="T4" y="T5"/>
                </a:cxn>
                <a:cxn ang="T33">
                  <a:pos x="T6" y="T7"/>
                </a:cxn>
                <a:cxn ang="T34">
                  <a:pos x="T8" y="T9"/>
                </a:cxn>
                <a:cxn ang="T35">
                  <a:pos x="T10" y="T11"/>
                </a:cxn>
                <a:cxn ang="T36">
                  <a:pos x="T12" y="T13"/>
                </a:cxn>
                <a:cxn ang="T37">
                  <a:pos x="T14" y="T15"/>
                </a:cxn>
                <a:cxn ang="T38">
                  <a:pos x="T16" y="T17"/>
                </a:cxn>
                <a:cxn ang="T39">
                  <a:pos x="T18" y="T19"/>
                </a:cxn>
                <a:cxn ang="T40">
                  <a:pos x="T20" y="T21"/>
                </a:cxn>
                <a:cxn ang="T41">
                  <a:pos x="T22" y="T23"/>
                </a:cxn>
                <a:cxn ang="T42">
                  <a:pos x="T24" y="T25"/>
                </a:cxn>
                <a:cxn ang="T43">
                  <a:pos x="T26" y="T27"/>
                </a:cxn>
                <a:cxn ang="T44">
                  <a:pos x="T28" y="T29"/>
                </a:cxn>
              </a:cxnLst>
              <a:rect l="T45" t="T46" r="T47" b="T48"/>
              <a:pathLst>
                <a:path w="53" h="107">
                  <a:moveTo>
                    <a:pt x="53" y="107"/>
                  </a:moveTo>
                  <a:lnTo>
                    <a:pt x="41" y="106"/>
                  </a:lnTo>
                  <a:lnTo>
                    <a:pt x="30" y="102"/>
                  </a:lnTo>
                  <a:lnTo>
                    <a:pt x="20" y="96"/>
                  </a:lnTo>
                  <a:lnTo>
                    <a:pt x="12" y="87"/>
                  </a:lnTo>
                  <a:lnTo>
                    <a:pt x="5" y="78"/>
                  </a:lnTo>
                  <a:lnTo>
                    <a:pt x="1" y="66"/>
                  </a:lnTo>
                  <a:lnTo>
                    <a:pt x="0" y="54"/>
                  </a:lnTo>
                  <a:lnTo>
                    <a:pt x="1" y="43"/>
                  </a:lnTo>
                  <a:lnTo>
                    <a:pt x="5" y="31"/>
                  </a:lnTo>
                  <a:lnTo>
                    <a:pt x="12" y="21"/>
                  </a:lnTo>
                  <a:lnTo>
                    <a:pt x="20" y="13"/>
                  </a:lnTo>
                  <a:lnTo>
                    <a:pt x="30" y="7"/>
                  </a:lnTo>
                  <a:lnTo>
                    <a:pt x="41" y="2"/>
                  </a:lnTo>
                  <a:lnTo>
                    <a:pt x="53" y="0"/>
                  </a:lnTo>
                </a:path>
              </a:pathLst>
            </a:custGeom>
            <a:noFill/>
            <a:ln w="0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42" name="Freeform 44">
              <a:extLst>
                <a:ext uri="{FF2B5EF4-FFF2-40B4-BE49-F238E27FC236}">
                  <a16:creationId xmlns:a16="http://schemas.microsoft.com/office/drawing/2014/main" id="{572514C3-BEE6-6135-D114-0C62BCFD0490}"/>
                </a:ext>
              </a:extLst>
            </p:cNvPr>
            <p:cNvSpPr>
              <a:spLocks/>
            </p:cNvSpPr>
            <p:nvPr/>
          </p:nvSpPr>
          <p:spPr bwMode="auto">
            <a:xfrm>
              <a:off x="4848" y="1052"/>
              <a:ext cx="526" cy="18"/>
            </a:xfrm>
            <a:custGeom>
              <a:avLst/>
              <a:gdLst>
                <a:gd name="T0" fmla="*/ 0 w 3158"/>
                <a:gd name="T1" fmla="*/ 0 h 107"/>
                <a:gd name="T2" fmla="*/ 0 w 3158"/>
                <a:gd name="T3" fmla="*/ 0 h 107"/>
                <a:gd name="T4" fmla="*/ 0 w 3158"/>
                <a:gd name="T5" fmla="*/ 0 h 107"/>
                <a:gd name="T6" fmla="*/ 0 w 3158"/>
                <a:gd name="T7" fmla="*/ 0 h 107"/>
                <a:gd name="T8" fmla="*/ 0 w 3158"/>
                <a:gd name="T9" fmla="*/ 0 h 107"/>
                <a:gd name="T10" fmla="*/ 0 w 3158"/>
                <a:gd name="T11" fmla="*/ 0 h 107"/>
                <a:gd name="T12" fmla="*/ 0 w 3158"/>
                <a:gd name="T13" fmla="*/ 0 h 107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3158"/>
                <a:gd name="T22" fmla="*/ 0 h 107"/>
                <a:gd name="T23" fmla="*/ 3158 w 3158"/>
                <a:gd name="T24" fmla="*/ 107 h 107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3158" h="107">
                  <a:moveTo>
                    <a:pt x="0" y="0"/>
                  </a:moveTo>
                  <a:lnTo>
                    <a:pt x="0" y="54"/>
                  </a:lnTo>
                  <a:lnTo>
                    <a:pt x="0" y="107"/>
                  </a:lnTo>
                  <a:lnTo>
                    <a:pt x="3158" y="107"/>
                  </a:lnTo>
                  <a:lnTo>
                    <a:pt x="3158" y="54"/>
                  </a:lnTo>
                  <a:lnTo>
                    <a:pt x="3158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43" name="Freeform 45">
              <a:extLst>
                <a:ext uri="{FF2B5EF4-FFF2-40B4-BE49-F238E27FC236}">
                  <a16:creationId xmlns:a16="http://schemas.microsoft.com/office/drawing/2014/main" id="{1A4BADFB-9F8F-7D8D-5874-7E7C84C206A7}"/>
                </a:ext>
              </a:extLst>
            </p:cNvPr>
            <p:cNvSpPr>
              <a:spLocks/>
            </p:cNvSpPr>
            <p:nvPr/>
          </p:nvSpPr>
          <p:spPr bwMode="auto">
            <a:xfrm>
              <a:off x="4848" y="1052"/>
              <a:ext cx="526" cy="18"/>
            </a:xfrm>
            <a:custGeom>
              <a:avLst/>
              <a:gdLst>
                <a:gd name="T0" fmla="*/ 0 w 3158"/>
                <a:gd name="T1" fmla="*/ 0 h 107"/>
                <a:gd name="T2" fmla="*/ 0 w 3158"/>
                <a:gd name="T3" fmla="*/ 0 h 107"/>
                <a:gd name="T4" fmla="*/ 0 w 3158"/>
                <a:gd name="T5" fmla="*/ 0 h 107"/>
                <a:gd name="T6" fmla="*/ 0 w 3158"/>
                <a:gd name="T7" fmla="*/ 0 h 107"/>
                <a:gd name="T8" fmla="*/ 0 w 3158"/>
                <a:gd name="T9" fmla="*/ 0 h 107"/>
                <a:gd name="T10" fmla="*/ 0 w 3158"/>
                <a:gd name="T11" fmla="*/ 0 h 107"/>
                <a:gd name="T12" fmla="*/ 0 w 3158"/>
                <a:gd name="T13" fmla="*/ 0 h 107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3158"/>
                <a:gd name="T22" fmla="*/ 0 h 107"/>
                <a:gd name="T23" fmla="*/ 3158 w 3158"/>
                <a:gd name="T24" fmla="*/ 107 h 107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3158" h="107">
                  <a:moveTo>
                    <a:pt x="0" y="0"/>
                  </a:moveTo>
                  <a:lnTo>
                    <a:pt x="0" y="54"/>
                  </a:lnTo>
                  <a:lnTo>
                    <a:pt x="0" y="107"/>
                  </a:lnTo>
                  <a:lnTo>
                    <a:pt x="3158" y="107"/>
                  </a:lnTo>
                  <a:lnTo>
                    <a:pt x="3158" y="54"/>
                  </a:lnTo>
                  <a:lnTo>
                    <a:pt x="3158" y="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44" name="Freeform 46">
              <a:extLst>
                <a:ext uri="{FF2B5EF4-FFF2-40B4-BE49-F238E27FC236}">
                  <a16:creationId xmlns:a16="http://schemas.microsoft.com/office/drawing/2014/main" id="{20C7FCC8-AC76-9B1A-374F-D7B87EEF8224}"/>
                </a:ext>
              </a:extLst>
            </p:cNvPr>
            <p:cNvSpPr>
              <a:spLocks/>
            </p:cNvSpPr>
            <p:nvPr/>
          </p:nvSpPr>
          <p:spPr bwMode="auto">
            <a:xfrm>
              <a:off x="5374" y="1052"/>
              <a:ext cx="9" cy="18"/>
            </a:xfrm>
            <a:custGeom>
              <a:avLst/>
              <a:gdLst>
                <a:gd name="T0" fmla="*/ 0 w 54"/>
                <a:gd name="T1" fmla="*/ 0 h 107"/>
                <a:gd name="T2" fmla="*/ 0 w 54"/>
                <a:gd name="T3" fmla="*/ 0 h 107"/>
                <a:gd name="T4" fmla="*/ 0 w 54"/>
                <a:gd name="T5" fmla="*/ 0 h 107"/>
                <a:gd name="T6" fmla="*/ 0 w 54"/>
                <a:gd name="T7" fmla="*/ 0 h 107"/>
                <a:gd name="T8" fmla="*/ 0 w 54"/>
                <a:gd name="T9" fmla="*/ 0 h 107"/>
                <a:gd name="T10" fmla="*/ 0 w 54"/>
                <a:gd name="T11" fmla="*/ 0 h 107"/>
                <a:gd name="T12" fmla="*/ 0 w 54"/>
                <a:gd name="T13" fmla="*/ 0 h 107"/>
                <a:gd name="T14" fmla="*/ 0 w 54"/>
                <a:gd name="T15" fmla="*/ 0 h 107"/>
                <a:gd name="T16" fmla="*/ 0 w 54"/>
                <a:gd name="T17" fmla="*/ 0 h 107"/>
                <a:gd name="T18" fmla="*/ 0 w 54"/>
                <a:gd name="T19" fmla="*/ 0 h 107"/>
                <a:gd name="T20" fmla="*/ 0 w 54"/>
                <a:gd name="T21" fmla="*/ 0 h 107"/>
                <a:gd name="T22" fmla="*/ 0 w 54"/>
                <a:gd name="T23" fmla="*/ 0 h 107"/>
                <a:gd name="T24" fmla="*/ 0 w 54"/>
                <a:gd name="T25" fmla="*/ 0 h 107"/>
                <a:gd name="T26" fmla="*/ 0 w 54"/>
                <a:gd name="T27" fmla="*/ 0 h 107"/>
                <a:gd name="T28" fmla="*/ 0 w 54"/>
                <a:gd name="T29" fmla="*/ 0 h 107"/>
                <a:gd name="T30" fmla="*/ 0 w 54"/>
                <a:gd name="T31" fmla="*/ 0 h 107"/>
                <a:gd name="T32" fmla="*/ 0 w 54"/>
                <a:gd name="T33" fmla="*/ 0 h 107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w 54"/>
                <a:gd name="T52" fmla="*/ 0 h 107"/>
                <a:gd name="T53" fmla="*/ 54 w 54"/>
                <a:gd name="T54" fmla="*/ 107 h 107"/>
              </a:gdLst>
              <a:ahLst/>
              <a:cxnLst>
                <a:cxn ang="T34">
                  <a:pos x="T0" y="T1"/>
                </a:cxn>
                <a:cxn ang="T35">
                  <a:pos x="T2" y="T3"/>
                </a:cxn>
                <a:cxn ang="T36">
                  <a:pos x="T4" y="T5"/>
                </a:cxn>
                <a:cxn ang="T37">
                  <a:pos x="T6" y="T7"/>
                </a:cxn>
                <a:cxn ang="T38">
                  <a:pos x="T8" y="T9"/>
                </a:cxn>
                <a:cxn ang="T39">
                  <a:pos x="T10" y="T11"/>
                </a:cxn>
                <a:cxn ang="T40">
                  <a:pos x="T12" y="T13"/>
                </a:cxn>
                <a:cxn ang="T41">
                  <a:pos x="T14" y="T15"/>
                </a:cxn>
                <a:cxn ang="T42">
                  <a:pos x="T16" y="T17"/>
                </a:cxn>
                <a:cxn ang="T43">
                  <a:pos x="T18" y="T19"/>
                </a:cxn>
                <a:cxn ang="T44">
                  <a:pos x="T20" y="T21"/>
                </a:cxn>
                <a:cxn ang="T45">
                  <a:pos x="T22" y="T23"/>
                </a:cxn>
                <a:cxn ang="T46">
                  <a:pos x="T24" y="T25"/>
                </a:cxn>
                <a:cxn ang="T47">
                  <a:pos x="T26" y="T27"/>
                </a:cxn>
                <a:cxn ang="T48">
                  <a:pos x="T28" y="T29"/>
                </a:cxn>
                <a:cxn ang="T49">
                  <a:pos x="T30" y="T31"/>
                </a:cxn>
                <a:cxn ang="T50">
                  <a:pos x="T32" y="T33"/>
                </a:cxn>
              </a:cxnLst>
              <a:rect l="T51" t="T52" r="T53" b="T54"/>
              <a:pathLst>
                <a:path w="54" h="107">
                  <a:moveTo>
                    <a:pt x="0" y="54"/>
                  </a:moveTo>
                  <a:lnTo>
                    <a:pt x="0" y="0"/>
                  </a:lnTo>
                  <a:lnTo>
                    <a:pt x="12" y="2"/>
                  </a:lnTo>
                  <a:lnTo>
                    <a:pt x="24" y="7"/>
                  </a:lnTo>
                  <a:lnTo>
                    <a:pt x="33" y="13"/>
                  </a:lnTo>
                  <a:lnTo>
                    <a:pt x="42" y="21"/>
                  </a:lnTo>
                  <a:lnTo>
                    <a:pt x="48" y="31"/>
                  </a:lnTo>
                  <a:lnTo>
                    <a:pt x="52" y="43"/>
                  </a:lnTo>
                  <a:lnTo>
                    <a:pt x="54" y="54"/>
                  </a:lnTo>
                  <a:lnTo>
                    <a:pt x="52" y="66"/>
                  </a:lnTo>
                  <a:lnTo>
                    <a:pt x="48" y="78"/>
                  </a:lnTo>
                  <a:lnTo>
                    <a:pt x="42" y="87"/>
                  </a:lnTo>
                  <a:lnTo>
                    <a:pt x="33" y="96"/>
                  </a:lnTo>
                  <a:lnTo>
                    <a:pt x="24" y="102"/>
                  </a:lnTo>
                  <a:lnTo>
                    <a:pt x="12" y="106"/>
                  </a:lnTo>
                  <a:lnTo>
                    <a:pt x="0" y="107"/>
                  </a:lnTo>
                  <a:lnTo>
                    <a:pt x="0" y="54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45" name="Freeform 47">
              <a:extLst>
                <a:ext uri="{FF2B5EF4-FFF2-40B4-BE49-F238E27FC236}">
                  <a16:creationId xmlns:a16="http://schemas.microsoft.com/office/drawing/2014/main" id="{349AE7FB-0A95-F54E-AF2C-E515047DBFF2}"/>
                </a:ext>
              </a:extLst>
            </p:cNvPr>
            <p:cNvSpPr>
              <a:spLocks/>
            </p:cNvSpPr>
            <p:nvPr/>
          </p:nvSpPr>
          <p:spPr bwMode="auto">
            <a:xfrm>
              <a:off x="5374" y="1052"/>
              <a:ext cx="9" cy="18"/>
            </a:xfrm>
            <a:custGeom>
              <a:avLst/>
              <a:gdLst>
                <a:gd name="T0" fmla="*/ 0 w 54"/>
                <a:gd name="T1" fmla="*/ 0 h 107"/>
                <a:gd name="T2" fmla="*/ 0 w 54"/>
                <a:gd name="T3" fmla="*/ 0 h 107"/>
                <a:gd name="T4" fmla="*/ 0 w 54"/>
                <a:gd name="T5" fmla="*/ 0 h 107"/>
                <a:gd name="T6" fmla="*/ 0 w 54"/>
                <a:gd name="T7" fmla="*/ 0 h 107"/>
                <a:gd name="T8" fmla="*/ 0 w 54"/>
                <a:gd name="T9" fmla="*/ 0 h 107"/>
                <a:gd name="T10" fmla="*/ 0 w 54"/>
                <a:gd name="T11" fmla="*/ 0 h 107"/>
                <a:gd name="T12" fmla="*/ 0 w 54"/>
                <a:gd name="T13" fmla="*/ 0 h 107"/>
                <a:gd name="T14" fmla="*/ 0 w 54"/>
                <a:gd name="T15" fmla="*/ 0 h 107"/>
                <a:gd name="T16" fmla="*/ 0 w 54"/>
                <a:gd name="T17" fmla="*/ 0 h 107"/>
                <a:gd name="T18" fmla="*/ 0 w 54"/>
                <a:gd name="T19" fmla="*/ 0 h 107"/>
                <a:gd name="T20" fmla="*/ 0 w 54"/>
                <a:gd name="T21" fmla="*/ 0 h 107"/>
                <a:gd name="T22" fmla="*/ 0 w 54"/>
                <a:gd name="T23" fmla="*/ 0 h 107"/>
                <a:gd name="T24" fmla="*/ 0 w 54"/>
                <a:gd name="T25" fmla="*/ 0 h 107"/>
                <a:gd name="T26" fmla="*/ 0 w 54"/>
                <a:gd name="T27" fmla="*/ 0 h 107"/>
                <a:gd name="T28" fmla="*/ 0 w 54"/>
                <a:gd name="T29" fmla="*/ 0 h 107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w 54"/>
                <a:gd name="T46" fmla="*/ 0 h 107"/>
                <a:gd name="T47" fmla="*/ 54 w 54"/>
                <a:gd name="T48" fmla="*/ 107 h 107"/>
              </a:gdLst>
              <a:ahLst/>
              <a:cxnLst>
                <a:cxn ang="T30">
                  <a:pos x="T0" y="T1"/>
                </a:cxn>
                <a:cxn ang="T31">
                  <a:pos x="T2" y="T3"/>
                </a:cxn>
                <a:cxn ang="T32">
                  <a:pos x="T4" y="T5"/>
                </a:cxn>
                <a:cxn ang="T33">
                  <a:pos x="T6" y="T7"/>
                </a:cxn>
                <a:cxn ang="T34">
                  <a:pos x="T8" y="T9"/>
                </a:cxn>
                <a:cxn ang="T35">
                  <a:pos x="T10" y="T11"/>
                </a:cxn>
                <a:cxn ang="T36">
                  <a:pos x="T12" y="T13"/>
                </a:cxn>
                <a:cxn ang="T37">
                  <a:pos x="T14" y="T15"/>
                </a:cxn>
                <a:cxn ang="T38">
                  <a:pos x="T16" y="T17"/>
                </a:cxn>
                <a:cxn ang="T39">
                  <a:pos x="T18" y="T19"/>
                </a:cxn>
                <a:cxn ang="T40">
                  <a:pos x="T20" y="T21"/>
                </a:cxn>
                <a:cxn ang="T41">
                  <a:pos x="T22" y="T23"/>
                </a:cxn>
                <a:cxn ang="T42">
                  <a:pos x="T24" y="T25"/>
                </a:cxn>
                <a:cxn ang="T43">
                  <a:pos x="T26" y="T27"/>
                </a:cxn>
                <a:cxn ang="T44">
                  <a:pos x="T28" y="T29"/>
                </a:cxn>
              </a:cxnLst>
              <a:rect l="T45" t="T46" r="T47" b="T48"/>
              <a:pathLst>
                <a:path w="54" h="107">
                  <a:moveTo>
                    <a:pt x="0" y="0"/>
                  </a:moveTo>
                  <a:lnTo>
                    <a:pt x="12" y="2"/>
                  </a:lnTo>
                  <a:lnTo>
                    <a:pt x="24" y="7"/>
                  </a:lnTo>
                  <a:lnTo>
                    <a:pt x="33" y="13"/>
                  </a:lnTo>
                  <a:lnTo>
                    <a:pt x="42" y="21"/>
                  </a:lnTo>
                  <a:lnTo>
                    <a:pt x="48" y="31"/>
                  </a:lnTo>
                  <a:lnTo>
                    <a:pt x="52" y="43"/>
                  </a:lnTo>
                  <a:lnTo>
                    <a:pt x="54" y="54"/>
                  </a:lnTo>
                  <a:lnTo>
                    <a:pt x="52" y="66"/>
                  </a:lnTo>
                  <a:lnTo>
                    <a:pt x="48" y="78"/>
                  </a:lnTo>
                  <a:lnTo>
                    <a:pt x="42" y="87"/>
                  </a:lnTo>
                  <a:lnTo>
                    <a:pt x="33" y="96"/>
                  </a:lnTo>
                  <a:lnTo>
                    <a:pt x="24" y="102"/>
                  </a:lnTo>
                  <a:lnTo>
                    <a:pt x="12" y="106"/>
                  </a:lnTo>
                  <a:lnTo>
                    <a:pt x="0" y="107"/>
                  </a:lnTo>
                </a:path>
              </a:pathLst>
            </a:custGeom>
            <a:noFill/>
            <a:ln w="0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46" name="Freeform 48">
              <a:extLst>
                <a:ext uri="{FF2B5EF4-FFF2-40B4-BE49-F238E27FC236}">
                  <a16:creationId xmlns:a16="http://schemas.microsoft.com/office/drawing/2014/main" id="{442F8A9A-9FC6-6758-D1CE-4CC6EF12219B}"/>
                </a:ext>
              </a:extLst>
            </p:cNvPr>
            <p:cNvSpPr>
              <a:spLocks/>
            </p:cNvSpPr>
            <p:nvPr/>
          </p:nvSpPr>
          <p:spPr bwMode="auto">
            <a:xfrm>
              <a:off x="4839" y="1052"/>
              <a:ext cx="18" cy="9"/>
            </a:xfrm>
            <a:custGeom>
              <a:avLst/>
              <a:gdLst>
                <a:gd name="T0" fmla="*/ 0 w 107"/>
                <a:gd name="T1" fmla="*/ 0 h 54"/>
                <a:gd name="T2" fmla="*/ 0 w 107"/>
                <a:gd name="T3" fmla="*/ 0 h 54"/>
                <a:gd name="T4" fmla="*/ 0 w 107"/>
                <a:gd name="T5" fmla="*/ 0 h 54"/>
                <a:gd name="T6" fmla="*/ 0 w 107"/>
                <a:gd name="T7" fmla="*/ 0 h 54"/>
                <a:gd name="T8" fmla="*/ 0 w 107"/>
                <a:gd name="T9" fmla="*/ 0 h 54"/>
                <a:gd name="T10" fmla="*/ 0 w 107"/>
                <a:gd name="T11" fmla="*/ 0 h 54"/>
                <a:gd name="T12" fmla="*/ 0 w 107"/>
                <a:gd name="T13" fmla="*/ 0 h 54"/>
                <a:gd name="T14" fmla="*/ 0 w 107"/>
                <a:gd name="T15" fmla="*/ 0 h 54"/>
                <a:gd name="T16" fmla="*/ 0 w 107"/>
                <a:gd name="T17" fmla="*/ 0 h 54"/>
                <a:gd name="T18" fmla="*/ 0 w 107"/>
                <a:gd name="T19" fmla="*/ 0 h 54"/>
                <a:gd name="T20" fmla="*/ 0 w 107"/>
                <a:gd name="T21" fmla="*/ 0 h 54"/>
                <a:gd name="T22" fmla="*/ 0 w 107"/>
                <a:gd name="T23" fmla="*/ 0 h 54"/>
                <a:gd name="T24" fmla="*/ 0 w 107"/>
                <a:gd name="T25" fmla="*/ 0 h 54"/>
                <a:gd name="T26" fmla="*/ 0 w 107"/>
                <a:gd name="T27" fmla="*/ 0 h 54"/>
                <a:gd name="T28" fmla="*/ 0 w 107"/>
                <a:gd name="T29" fmla="*/ 0 h 54"/>
                <a:gd name="T30" fmla="*/ 0 w 107"/>
                <a:gd name="T31" fmla="*/ 0 h 54"/>
                <a:gd name="T32" fmla="*/ 0 w 107"/>
                <a:gd name="T33" fmla="*/ 0 h 54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w 107"/>
                <a:gd name="T52" fmla="*/ 0 h 54"/>
                <a:gd name="T53" fmla="*/ 107 w 107"/>
                <a:gd name="T54" fmla="*/ 54 h 54"/>
              </a:gdLst>
              <a:ahLst/>
              <a:cxnLst>
                <a:cxn ang="T34">
                  <a:pos x="T0" y="T1"/>
                </a:cxn>
                <a:cxn ang="T35">
                  <a:pos x="T2" y="T3"/>
                </a:cxn>
                <a:cxn ang="T36">
                  <a:pos x="T4" y="T5"/>
                </a:cxn>
                <a:cxn ang="T37">
                  <a:pos x="T6" y="T7"/>
                </a:cxn>
                <a:cxn ang="T38">
                  <a:pos x="T8" y="T9"/>
                </a:cxn>
                <a:cxn ang="T39">
                  <a:pos x="T10" y="T11"/>
                </a:cxn>
                <a:cxn ang="T40">
                  <a:pos x="T12" y="T13"/>
                </a:cxn>
                <a:cxn ang="T41">
                  <a:pos x="T14" y="T15"/>
                </a:cxn>
                <a:cxn ang="T42">
                  <a:pos x="T16" y="T17"/>
                </a:cxn>
                <a:cxn ang="T43">
                  <a:pos x="T18" y="T19"/>
                </a:cxn>
                <a:cxn ang="T44">
                  <a:pos x="T20" y="T21"/>
                </a:cxn>
                <a:cxn ang="T45">
                  <a:pos x="T22" y="T23"/>
                </a:cxn>
                <a:cxn ang="T46">
                  <a:pos x="T24" y="T25"/>
                </a:cxn>
                <a:cxn ang="T47">
                  <a:pos x="T26" y="T27"/>
                </a:cxn>
                <a:cxn ang="T48">
                  <a:pos x="T28" y="T29"/>
                </a:cxn>
                <a:cxn ang="T49">
                  <a:pos x="T30" y="T31"/>
                </a:cxn>
                <a:cxn ang="T50">
                  <a:pos x="T32" y="T33"/>
                </a:cxn>
              </a:cxnLst>
              <a:rect l="T51" t="T52" r="T53" b="T54"/>
              <a:pathLst>
                <a:path w="107" h="54">
                  <a:moveTo>
                    <a:pt x="53" y="54"/>
                  </a:moveTo>
                  <a:lnTo>
                    <a:pt x="0" y="54"/>
                  </a:lnTo>
                  <a:lnTo>
                    <a:pt x="1" y="43"/>
                  </a:lnTo>
                  <a:lnTo>
                    <a:pt x="5" y="31"/>
                  </a:lnTo>
                  <a:lnTo>
                    <a:pt x="12" y="21"/>
                  </a:lnTo>
                  <a:lnTo>
                    <a:pt x="20" y="13"/>
                  </a:lnTo>
                  <a:lnTo>
                    <a:pt x="30" y="7"/>
                  </a:lnTo>
                  <a:lnTo>
                    <a:pt x="41" y="2"/>
                  </a:lnTo>
                  <a:lnTo>
                    <a:pt x="53" y="0"/>
                  </a:lnTo>
                  <a:lnTo>
                    <a:pt x="65" y="2"/>
                  </a:lnTo>
                  <a:lnTo>
                    <a:pt x="76" y="7"/>
                  </a:lnTo>
                  <a:lnTo>
                    <a:pt x="86" y="13"/>
                  </a:lnTo>
                  <a:lnTo>
                    <a:pt x="94" y="21"/>
                  </a:lnTo>
                  <a:lnTo>
                    <a:pt x="101" y="31"/>
                  </a:lnTo>
                  <a:lnTo>
                    <a:pt x="105" y="43"/>
                  </a:lnTo>
                  <a:lnTo>
                    <a:pt x="107" y="54"/>
                  </a:lnTo>
                  <a:lnTo>
                    <a:pt x="53" y="54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47" name="Freeform 49">
              <a:extLst>
                <a:ext uri="{FF2B5EF4-FFF2-40B4-BE49-F238E27FC236}">
                  <a16:creationId xmlns:a16="http://schemas.microsoft.com/office/drawing/2014/main" id="{1EB8FDAC-22A0-DAD9-A8A4-36A595AED986}"/>
                </a:ext>
              </a:extLst>
            </p:cNvPr>
            <p:cNvSpPr>
              <a:spLocks/>
            </p:cNvSpPr>
            <p:nvPr/>
          </p:nvSpPr>
          <p:spPr bwMode="auto">
            <a:xfrm>
              <a:off x="4839" y="1052"/>
              <a:ext cx="18" cy="9"/>
            </a:xfrm>
            <a:custGeom>
              <a:avLst/>
              <a:gdLst>
                <a:gd name="T0" fmla="*/ 0 w 107"/>
                <a:gd name="T1" fmla="*/ 0 h 54"/>
                <a:gd name="T2" fmla="*/ 0 w 107"/>
                <a:gd name="T3" fmla="*/ 0 h 54"/>
                <a:gd name="T4" fmla="*/ 0 w 107"/>
                <a:gd name="T5" fmla="*/ 0 h 54"/>
                <a:gd name="T6" fmla="*/ 0 w 107"/>
                <a:gd name="T7" fmla="*/ 0 h 54"/>
                <a:gd name="T8" fmla="*/ 0 w 107"/>
                <a:gd name="T9" fmla="*/ 0 h 54"/>
                <a:gd name="T10" fmla="*/ 0 w 107"/>
                <a:gd name="T11" fmla="*/ 0 h 54"/>
                <a:gd name="T12" fmla="*/ 0 w 107"/>
                <a:gd name="T13" fmla="*/ 0 h 54"/>
                <a:gd name="T14" fmla="*/ 0 w 107"/>
                <a:gd name="T15" fmla="*/ 0 h 54"/>
                <a:gd name="T16" fmla="*/ 0 w 107"/>
                <a:gd name="T17" fmla="*/ 0 h 54"/>
                <a:gd name="T18" fmla="*/ 0 w 107"/>
                <a:gd name="T19" fmla="*/ 0 h 54"/>
                <a:gd name="T20" fmla="*/ 0 w 107"/>
                <a:gd name="T21" fmla="*/ 0 h 54"/>
                <a:gd name="T22" fmla="*/ 0 w 107"/>
                <a:gd name="T23" fmla="*/ 0 h 54"/>
                <a:gd name="T24" fmla="*/ 0 w 107"/>
                <a:gd name="T25" fmla="*/ 0 h 54"/>
                <a:gd name="T26" fmla="*/ 0 w 107"/>
                <a:gd name="T27" fmla="*/ 0 h 54"/>
                <a:gd name="T28" fmla="*/ 0 w 107"/>
                <a:gd name="T29" fmla="*/ 0 h 54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w 107"/>
                <a:gd name="T46" fmla="*/ 0 h 54"/>
                <a:gd name="T47" fmla="*/ 107 w 107"/>
                <a:gd name="T48" fmla="*/ 54 h 54"/>
              </a:gdLst>
              <a:ahLst/>
              <a:cxnLst>
                <a:cxn ang="T30">
                  <a:pos x="T0" y="T1"/>
                </a:cxn>
                <a:cxn ang="T31">
                  <a:pos x="T2" y="T3"/>
                </a:cxn>
                <a:cxn ang="T32">
                  <a:pos x="T4" y="T5"/>
                </a:cxn>
                <a:cxn ang="T33">
                  <a:pos x="T6" y="T7"/>
                </a:cxn>
                <a:cxn ang="T34">
                  <a:pos x="T8" y="T9"/>
                </a:cxn>
                <a:cxn ang="T35">
                  <a:pos x="T10" y="T11"/>
                </a:cxn>
                <a:cxn ang="T36">
                  <a:pos x="T12" y="T13"/>
                </a:cxn>
                <a:cxn ang="T37">
                  <a:pos x="T14" y="T15"/>
                </a:cxn>
                <a:cxn ang="T38">
                  <a:pos x="T16" y="T17"/>
                </a:cxn>
                <a:cxn ang="T39">
                  <a:pos x="T18" y="T19"/>
                </a:cxn>
                <a:cxn ang="T40">
                  <a:pos x="T20" y="T21"/>
                </a:cxn>
                <a:cxn ang="T41">
                  <a:pos x="T22" y="T23"/>
                </a:cxn>
                <a:cxn ang="T42">
                  <a:pos x="T24" y="T25"/>
                </a:cxn>
                <a:cxn ang="T43">
                  <a:pos x="T26" y="T27"/>
                </a:cxn>
                <a:cxn ang="T44">
                  <a:pos x="T28" y="T29"/>
                </a:cxn>
              </a:cxnLst>
              <a:rect l="T45" t="T46" r="T47" b="T48"/>
              <a:pathLst>
                <a:path w="107" h="54">
                  <a:moveTo>
                    <a:pt x="0" y="54"/>
                  </a:moveTo>
                  <a:lnTo>
                    <a:pt x="1" y="43"/>
                  </a:lnTo>
                  <a:lnTo>
                    <a:pt x="5" y="31"/>
                  </a:lnTo>
                  <a:lnTo>
                    <a:pt x="12" y="21"/>
                  </a:lnTo>
                  <a:lnTo>
                    <a:pt x="20" y="13"/>
                  </a:lnTo>
                  <a:lnTo>
                    <a:pt x="30" y="7"/>
                  </a:lnTo>
                  <a:lnTo>
                    <a:pt x="41" y="2"/>
                  </a:lnTo>
                  <a:lnTo>
                    <a:pt x="53" y="0"/>
                  </a:lnTo>
                  <a:lnTo>
                    <a:pt x="65" y="2"/>
                  </a:lnTo>
                  <a:lnTo>
                    <a:pt x="76" y="7"/>
                  </a:lnTo>
                  <a:lnTo>
                    <a:pt x="86" y="13"/>
                  </a:lnTo>
                  <a:lnTo>
                    <a:pt x="94" y="21"/>
                  </a:lnTo>
                  <a:lnTo>
                    <a:pt x="101" y="31"/>
                  </a:lnTo>
                  <a:lnTo>
                    <a:pt x="105" y="43"/>
                  </a:lnTo>
                  <a:lnTo>
                    <a:pt x="107" y="54"/>
                  </a:lnTo>
                </a:path>
              </a:pathLst>
            </a:custGeom>
            <a:noFill/>
            <a:ln w="0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48" name="Freeform 50">
              <a:extLst>
                <a:ext uri="{FF2B5EF4-FFF2-40B4-BE49-F238E27FC236}">
                  <a16:creationId xmlns:a16="http://schemas.microsoft.com/office/drawing/2014/main" id="{21BBA0ED-C2AE-E081-9FFF-E35AB542E019}"/>
                </a:ext>
              </a:extLst>
            </p:cNvPr>
            <p:cNvSpPr>
              <a:spLocks/>
            </p:cNvSpPr>
            <p:nvPr/>
          </p:nvSpPr>
          <p:spPr bwMode="auto">
            <a:xfrm>
              <a:off x="4839" y="1061"/>
              <a:ext cx="18" cy="339"/>
            </a:xfrm>
            <a:custGeom>
              <a:avLst/>
              <a:gdLst>
                <a:gd name="T0" fmla="*/ 0 w 107"/>
                <a:gd name="T1" fmla="*/ 0 h 2033"/>
                <a:gd name="T2" fmla="*/ 0 w 107"/>
                <a:gd name="T3" fmla="*/ 0 h 2033"/>
                <a:gd name="T4" fmla="*/ 0 w 107"/>
                <a:gd name="T5" fmla="*/ 0 h 2033"/>
                <a:gd name="T6" fmla="*/ 0 w 107"/>
                <a:gd name="T7" fmla="*/ 0 h 2033"/>
                <a:gd name="T8" fmla="*/ 0 w 107"/>
                <a:gd name="T9" fmla="*/ 0 h 2033"/>
                <a:gd name="T10" fmla="*/ 0 w 107"/>
                <a:gd name="T11" fmla="*/ 0 h 2033"/>
                <a:gd name="T12" fmla="*/ 0 w 107"/>
                <a:gd name="T13" fmla="*/ 0 h 2033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107"/>
                <a:gd name="T22" fmla="*/ 0 h 2033"/>
                <a:gd name="T23" fmla="*/ 107 w 107"/>
                <a:gd name="T24" fmla="*/ 2033 h 2033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107" h="2033">
                  <a:moveTo>
                    <a:pt x="107" y="0"/>
                  </a:moveTo>
                  <a:lnTo>
                    <a:pt x="53" y="0"/>
                  </a:lnTo>
                  <a:lnTo>
                    <a:pt x="0" y="0"/>
                  </a:lnTo>
                  <a:lnTo>
                    <a:pt x="0" y="2033"/>
                  </a:lnTo>
                  <a:lnTo>
                    <a:pt x="53" y="2033"/>
                  </a:lnTo>
                  <a:lnTo>
                    <a:pt x="107" y="2033"/>
                  </a:lnTo>
                  <a:lnTo>
                    <a:pt x="107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49" name="Freeform 51">
              <a:extLst>
                <a:ext uri="{FF2B5EF4-FFF2-40B4-BE49-F238E27FC236}">
                  <a16:creationId xmlns:a16="http://schemas.microsoft.com/office/drawing/2014/main" id="{BEABBCC8-5C3E-F869-C61C-67A064D8CD54}"/>
                </a:ext>
              </a:extLst>
            </p:cNvPr>
            <p:cNvSpPr>
              <a:spLocks/>
            </p:cNvSpPr>
            <p:nvPr/>
          </p:nvSpPr>
          <p:spPr bwMode="auto">
            <a:xfrm>
              <a:off x="4839" y="1061"/>
              <a:ext cx="18" cy="339"/>
            </a:xfrm>
            <a:custGeom>
              <a:avLst/>
              <a:gdLst>
                <a:gd name="T0" fmla="*/ 0 w 107"/>
                <a:gd name="T1" fmla="*/ 0 h 2033"/>
                <a:gd name="T2" fmla="*/ 0 w 107"/>
                <a:gd name="T3" fmla="*/ 0 h 2033"/>
                <a:gd name="T4" fmla="*/ 0 w 107"/>
                <a:gd name="T5" fmla="*/ 0 h 2033"/>
                <a:gd name="T6" fmla="*/ 0 w 107"/>
                <a:gd name="T7" fmla="*/ 0 h 2033"/>
                <a:gd name="T8" fmla="*/ 0 w 107"/>
                <a:gd name="T9" fmla="*/ 0 h 2033"/>
                <a:gd name="T10" fmla="*/ 0 w 107"/>
                <a:gd name="T11" fmla="*/ 0 h 2033"/>
                <a:gd name="T12" fmla="*/ 0 w 107"/>
                <a:gd name="T13" fmla="*/ 0 h 2033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107"/>
                <a:gd name="T22" fmla="*/ 0 h 2033"/>
                <a:gd name="T23" fmla="*/ 107 w 107"/>
                <a:gd name="T24" fmla="*/ 2033 h 2033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107" h="2033">
                  <a:moveTo>
                    <a:pt x="107" y="0"/>
                  </a:moveTo>
                  <a:lnTo>
                    <a:pt x="53" y="0"/>
                  </a:lnTo>
                  <a:lnTo>
                    <a:pt x="0" y="0"/>
                  </a:lnTo>
                  <a:lnTo>
                    <a:pt x="0" y="2033"/>
                  </a:lnTo>
                  <a:lnTo>
                    <a:pt x="53" y="2033"/>
                  </a:lnTo>
                  <a:lnTo>
                    <a:pt x="107" y="2033"/>
                  </a:lnTo>
                  <a:lnTo>
                    <a:pt x="107" y="0"/>
                  </a:lnTo>
                  <a:close/>
                </a:path>
              </a:pathLst>
            </a:custGeom>
            <a:noFill/>
            <a:ln w="0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50" name="Freeform 52">
              <a:extLst>
                <a:ext uri="{FF2B5EF4-FFF2-40B4-BE49-F238E27FC236}">
                  <a16:creationId xmlns:a16="http://schemas.microsoft.com/office/drawing/2014/main" id="{32C61229-8C4A-3614-D95A-0236603AF986}"/>
                </a:ext>
              </a:extLst>
            </p:cNvPr>
            <p:cNvSpPr>
              <a:spLocks/>
            </p:cNvSpPr>
            <p:nvPr/>
          </p:nvSpPr>
          <p:spPr bwMode="auto">
            <a:xfrm>
              <a:off x="4839" y="1400"/>
              <a:ext cx="18" cy="9"/>
            </a:xfrm>
            <a:custGeom>
              <a:avLst/>
              <a:gdLst>
                <a:gd name="T0" fmla="*/ 0 w 107"/>
                <a:gd name="T1" fmla="*/ 0 h 53"/>
                <a:gd name="T2" fmla="*/ 0 w 107"/>
                <a:gd name="T3" fmla="*/ 0 h 53"/>
                <a:gd name="T4" fmla="*/ 0 w 107"/>
                <a:gd name="T5" fmla="*/ 0 h 53"/>
                <a:gd name="T6" fmla="*/ 0 w 107"/>
                <a:gd name="T7" fmla="*/ 0 h 53"/>
                <a:gd name="T8" fmla="*/ 0 w 107"/>
                <a:gd name="T9" fmla="*/ 0 h 53"/>
                <a:gd name="T10" fmla="*/ 0 w 107"/>
                <a:gd name="T11" fmla="*/ 0 h 53"/>
                <a:gd name="T12" fmla="*/ 0 w 107"/>
                <a:gd name="T13" fmla="*/ 0 h 53"/>
                <a:gd name="T14" fmla="*/ 0 w 107"/>
                <a:gd name="T15" fmla="*/ 0 h 53"/>
                <a:gd name="T16" fmla="*/ 0 w 107"/>
                <a:gd name="T17" fmla="*/ 0 h 53"/>
                <a:gd name="T18" fmla="*/ 0 w 107"/>
                <a:gd name="T19" fmla="*/ 0 h 53"/>
                <a:gd name="T20" fmla="*/ 0 w 107"/>
                <a:gd name="T21" fmla="*/ 0 h 53"/>
                <a:gd name="T22" fmla="*/ 0 w 107"/>
                <a:gd name="T23" fmla="*/ 0 h 53"/>
                <a:gd name="T24" fmla="*/ 0 w 107"/>
                <a:gd name="T25" fmla="*/ 0 h 53"/>
                <a:gd name="T26" fmla="*/ 0 w 107"/>
                <a:gd name="T27" fmla="*/ 0 h 53"/>
                <a:gd name="T28" fmla="*/ 0 w 107"/>
                <a:gd name="T29" fmla="*/ 0 h 53"/>
                <a:gd name="T30" fmla="*/ 0 w 107"/>
                <a:gd name="T31" fmla="*/ 0 h 53"/>
                <a:gd name="T32" fmla="*/ 0 w 107"/>
                <a:gd name="T33" fmla="*/ 0 h 53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w 107"/>
                <a:gd name="T52" fmla="*/ 0 h 53"/>
                <a:gd name="T53" fmla="*/ 107 w 107"/>
                <a:gd name="T54" fmla="*/ 53 h 53"/>
              </a:gdLst>
              <a:ahLst/>
              <a:cxnLst>
                <a:cxn ang="T34">
                  <a:pos x="T0" y="T1"/>
                </a:cxn>
                <a:cxn ang="T35">
                  <a:pos x="T2" y="T3"/>
                </a:cxn>
                <a:cxn ang="T36">
                  <a:pos x="T4" y="T5"/>
                </a:cxn>
                <a:cxn ang="T37">
                  <a:pos x="T6" y="T7"/>
                </a:cxn>
                <a:cxn ang="T38">
                  <a:pos x="T8" y="T9"/>
                </a:cxn>
                <a:cxn ang="T39">
                  <a:pos x="T10" y="T11"/>
                </a:cxn>
                <a:cxn ang="T40">
                  <a:pos x="T12" y="T13"/>
                </a:cxn>
                <a:cxn ang="T41">
                  <a:pos x="T14" y="T15"/>
                </a:cxn>
                <a:cxn ang="T42">
                  <a:pos x="T16" y="T17"/>
                </a:cxn>
                <a:cxn ang="T43">
                  <a:pos x="T18" y="T19"/>
                </a:cxn>
                <a:cxn ang="T44">
                  <a:pos x="T20" y="T21"/>
                </a:cxn>
                <a:cxn ang="T45">
                  <a:pos x="T22" y="T23"/>
                </a:cxn>
                <a:cxn ang="T46">
                  <a:pos x="T24" y="T25"/>
                </a:cxn>
                <a:cxn ang="T47">
                  <a:pos x="T26" y="T27"/>
                </a:cxn>
                <a:cxn ang="T48">
                  <a:pos x="T28" y="T29"/>
                </a:cxn>
                <a:cxn ang="T49">
                  <a:pos x="T30" y="T31"/>
                </a:cxn>
                <a:cxn ang="T50">
                  <a:pos x="T32" y="T33"/>
                </a:cxn>
              </a:cxnLst>
              <a:rect l="T51" t="T52" r="T53" b="T54"/>
              <a:pathLst>
                <a:path w="107" h="53">
                  <a:moveTo>
                    <a:pt x="53" y="0"/>
                  </a:moveTo>
                  <a:lnTo>
                    <a:pt x="107" y="0"/>
                  </a:lnTo>
                  <a:lnTo>
                    <a:pt x="105" y="12"/>
                  </a:lnTo>
                  <a:lnTo>
                    <a:pt x="101" y="24"/>
                  </a:lnTo>
                  <a:lnTo>
                    <a:pt x="94" y="33"/>
                  </a:lnTo>
                  <a:lnTo>
                    <a:pt x="86" y="42"/>
                  </a:lnTo>
                  <a:lnTo>
                    <a:pt x="76" y="48"/>
                  </a:lnTo>
                  <a:lnTo>
                    <a:pt x="65" y="52"/>
                  </a:lnTo>
                  <a:lnTo>
                    <a:pt x="53" y="53"/>
                  </a:lnTo>
                  <a:lnTo>
                    <a:pt x="41" y="52"/>
                  </a:lnTo>
                  <a:lnTo>
                    <a:pt x="30" y="48"/>
                  </a:lnTo>
                  <a:lnTo>
                    <a:pt x="20" y="42"/>
                  </a:lnTo>
                  <a:lnTo>
                    <a:pt x="12" y="33"/>
                  </a:lnTo>
                  <a:lnTo>
                    <a:pt x="5" y="24"/>
                  </a:lnTo>
                  <a:lnTo>
                    <a:pt x="1" y="12"/>
                  </a:lnTo>
                  <a:lnTo>
                    <a:pt x="0" y="0"/>
                  </a:lnTo>
                  <a:lnTo>
                    <a:pt x="53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51" name="Freeform 53">
              <a:extLst>
                <a:ext uri="{FF2B5EF4-FFF2-40B4-BE49-F238E27FC236}">
                  <a16:creationId xmlns:a16="http://schemas.microsoft.com/office/drawing/2014/main" id="{05EDBDC0-48E4-2DE8-7B8E-DE0B6BB6C0BF}"/>
                </a:ext>
              </a:extLst>
            </p:cNvPr>
            <p:cNvSpPr>
              <a:spLocks/>
            </p:cNvSpPr>
            <p:nvPr/>
          </p:nvSpPr>
          <p:spPr bwMode="auto">
            <a:xfrm>
              <a:off x="4839" y="1400"/>
              <a:ext cx="18" cy="9"/>
            </a:xfrm>
            <a:custGeom>
              <a:avLst/>
              <a:gdLst>
                <a:gd name="T0" fmla="*/ 0 w 107"/>
                <a:gd name="T1" fmla="*/ 0 h 53"/>
                <a:gd name="T2" fmla="*/ 0 w 107"/>
                <a:gd name="T3" fmla="*/ 0 h 53"/>
                <a:gd name="T4" fmla="*/ 0 w 107"/>
                <a:gd name="T5" fmla="*/ 0 h 53"/>
                <a:gd name="T6" fmla="*/ 0 w 107"/>
                <a:gd name="T7" fmla="*/ 0 h 53"/>
                <a:gd name="T8" fmla="*/ 0 w 107"/>
                <a:gd name="T9" fmla="*/ 0 h 53"/>
                <a:gd name="T10" fmla="*/ 0 w 107"/>
                <a:gd name="T11" fmla="*/ 0 h 53"/>
                <a:gd name="T12" fmla="*/ 0 w 107"/>
                <a:gd name="T13" fmla="*/ 0 h 53"/>
                <a:gd name="T14" fmla="*/ 0 w 107"/>
                <a:gd name="T15" fmla="*/ 0 h 53"/>
                <a:gd name="T16" fmla="*/ 0 w 107"/>
                <a:gd name="T17" fmla="*/ 0 h 53"/>
                <a:gd name="T18" fmla="*/ 0 w 107"/>
                <a:gd name="T19" fmla="*/ 0 h 53"/>
                <a:gd name="T20" fmla="*/ 0 w 107"/>
                <a:gd name="T21" fmla="*/ 0 h 53"/>
                <a:gd name="T22" fmla="*/ 0 w 107"/>
                <a:gd name="T23" fmla="*/ 0 h 53"/>
                <a:gd name="T24" fmla="*/ 0 w 107"/>
                <a:gd name="T25" fmla="*/ 0 h 53"/>
                <a:gd name="T26" fmla="*/ 0 w 107"/>
                <a:gd name="T27" fmla="*/ 0 h 53"/>
                <a:gd name="T28" fmla="*/ 0 w 107"/>
                <a:gd name="T29" fmla="*/ 0 h 53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w 107"/>
                <a:gd name="T46" fmla="*/ 0 h 53"/>
                <a:gd name="T47" fmla="*/ 107 w 107"/>
                <a:gd name="T48" fmla="*/ 53 h 53"/>
              </a:gdLst>
              <a:ahLst/>
              <a:cxnLst>
                <a:cxn ang="T30">
                  <a:pos x="T0" y="T1"/>
                </a:cxn>
                <a:cxn ang="T31">
                  <a:pos x="T2" y="T3"/>
                </a:cxn>
                <a:cxn ang="T32">
                  <a:pos x="T4" y="T5"/>
                </a:cxn>
                <a:cxn ang="T33">
                  <a:pos x="T6" y="T7"/>
                </a:cxn>
                <a:cxn ang="T34">
                  <a:pos x="T8" y="T9"/>
                </a:cxn>
                <a:cxn ang="T35">
                  <a:pos x="T10" y="T11"/>
                </a:cxn>
                <a:cxn ang="T36">
                  <a:pos x="T12" y="T13"/>
                </a:cxn>
                <a:cxn ang="T37">
                  <a:pos x="T14" y="T15"/>
                </a:cxn>
                <a:cxn ang="T38">
                  <a:pos x="T16" y="T17"/>
                </a:cxn>
                <a:cxn ang="T39">
                  <a:pos x="T18" y="T19"/>
                </a:cxn>
                <a:cxn ang="T40">
                  <a:pos x="T20" y="T21"/>
                </a:cxn>
                <a:cxn ang="T41">
                  <a:pos x="T22" y="T23"/>
                </a:cxn>
                <a:cxn ang="T42">
                  <a:pos x="T24" y="T25"/>
                </a:cxn>
                <a:cxn ang="T43">
                  <a:pos x="T26" y="T27"/>
                </a:cxn>
                <a:cxn ang="T44">
                  <a:pos x="T28" y="T29"/>
                </a:cxn>
              </a:cxnLst>
              <a:rect l="T45" t="T46" r="T47" b="T48"/>
              <a:pathLst>
                <a:path w="107" h="53">
                  <a:moveTo>
                    <a:pt x="107" y="0"/>
                  </a:moveTo>
                  <a:lnTo>
                    <a:pt x="105" y="12"/>
                  </a:lnTo>
                  <a:lnTo>
                    <a:pt x="101" y="24"/>
                  </a:lnTo>
                  <a:lnTo>
                    <a:pt x="94" y="33"/>
                  </a:lnTo>
                  <a:lnTo>
                    <a:pt x="86" y="42"/>
                  </a:lnTo>
                  <a:lnTo>
                    <a:pt x="76" y="48"/>
                  </a:lnTo>
                  <a:lnTo>
                    <a:pt x="65" y="52"/>
                  </a:lnTo>
                  <a:lnTo>
                    <a:pt x="53" y="53"/>
                  </a:lnTo>
                  <a:lnTo>
                    <a:pt x="41" y="52"/>
                  </a:lnTo>
                  <a:lnTo>
                    <a:pt x="30" y="48"/>
                  </a:lnTo>
                  <a:lnTo>
                    <a:pt x="20" y="42"/>
                  </a:lnTo>
                  <a:lnTo>
                    <a:pt x="12" y="33"/>
                  </a:lnTo>
                  <a:lnTo>
                    <a:pt x="5" y="24"/>
                  </a:lnTo>
                  <a:lnTo>
                    <a:pt x="1" y="12"/>
                  </a:lnTo>
                  <a:lnTo>
                    <a:pt x="0" y="0"/>
                  </a:lnTo>
                </a:path>
              </a:pathLst>
            </a:custGeom>
            <a:noFill/>
            <a:ln w="0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52" name="Freeform 54">
              <a:extLst>
                <a:ext uri="{FF2B5EF4-FFF2-40B4-BE49-F238E27FC236}">
                  <a16:creationId xmlns:a16="http://schemas.microsoft.com/office/drawing/2014/main" id="{B71FF87F-9225-F7FA-A9BF-E09FB2C2DCE8}"/>
                </a:ext>
              </a:extLst>
            </p:cNvPr>
            <p:cNvSpPr>
              <a:spLocks/>
            </p:cNvSpPr>
            <p:nvPr/>
          </p:nvSpPr>
          <p:spPr bwMode="auto">
            <a:xfrm>
              <a:off x="5365" y="1052"/>
              <a:ext cx="18" cy="9"/>
            </a:xfrm>
            <a:custGeom>
              <a:avLst/>
              <a:gdLst>
                <a:gd name="T0" fmla="*/ 0 w 107"/>
                <a:gd name="T1" fmla="*/ 0 h 54"/>
                <a:gd name="T2" fmla="*/ 0 w 107"/>
                <a:gd name="T3" fmla="*/ 0 h 54"/>
                <a:gd name="T4" fmla="*/ 0 w 107"/>
                <a:gd name="T5" fmla="*/ 0 h 54"/>
                <a:gd name="T6" fmla="*/ 0 w 107"/>
                <a:gd name="T7" fmla="*/ 0 h 54"/>
                <a:gd name="T8" fmla="*/ 0 w 107"/>
                <a:gd name="T9" fmla="*/ 0 h 54"/>
                <a:gd name="T10" fmla="*/ 0 w 107"/>
                <a:gd name="T11" fmla="*/ 0 h 54"/>
                <a:gd name="T12" fmla="*/ 0 w 107"/>
                <a:gd name="T13" fmla="*/ 0 h 54"/>
                <a:gd name="T14" fmla="*/ 0 w 107"/>
                <a:gd name="T15" fmla="*/ 0 h 54"/>
                <a:gd name="T16" fmla="*/ 0 w 107"/>
                <a:gd name="T17" fmla="*/ 0 h 54"/>
                <a:gd name="T18" fmla="*/ 0 w 107"/>
                <a:gd name="T19" fmla="*/ 0 h 54"/>
                <a:gd name="T20" fmla="*/ 0 w 107"/>
                <a:gd name="T21" fmla="*/ 0 h 54"/>
                <a:gd name="T22" fmla="*/ 0 w 107"/>
                <a:gd name="T23" fmla="*/ 0 h 54"/>
                <a:gd name="T24" fmla="*/ 0 w 107"/>
                <a:gd name="T25" fmla="*/ 0 h 54"/>
                <a:gd name="T26" fmla="*/ 0 w 107"/>
                <a:gd name="T27" fmla="*/ 0 h 54"/>
                <a:gd name="T28" fmla="*/ 0 w 107"/>
                <a:gd name="T29" fmla="*/ 0 h 54"/>
                <a:gd name="T30" fmla="*/ 0 w 107"/>
                <a:gd name="T31" fmla="*/ 0 h 54"/>
                <a:gd name="T32" fmla="*/ 0 w 107"/>
                <a:gd name="T33" fmla="*/ 0 h 54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w 107"/>
                <a:gd name="T52" fmla="*/ 0 h 54"/>
                <a:gd name="T53" fmla="*/ 107 w 107"/>
                <a:gd name="T54" fmla="*/ 54 h 54"/>
              </a:gdLst>
              <a:ahLst/>
              <a:cxnLst>
                <a:cxn ang="T34">
                  <a:pos x="T0" y="T1"/>
                </a:cxn>
                <a:cxn ang="T35">
                  <a:pos x="T2" y="T3"/>
                </a:cxn>
                <a:cxn ang="T36">
                  <a:pos x="T4" y="T5"/>
                </a:cxn>
                <a:cxn ang="T37">
                  <a:pos x="T6" y="T7"/>
                </a:cxn>
                <a:cxn ang="T38">
                  <a:pos x="T8" y="T9"/>
                </a:cxn>
                <a:cxn ang="T39">
                  <a:pos x="T10" y="T11"/>
                </a:cxn>
                <a:cxn ang="T40">
                  <a:pos x="T12" y="T13"/>
                </a:cxn>
                <a:cxn ang="T41">
                  <a:pos x="T14" y="T15"/>
                </a:cxn>
                <a:cxn ang="T42">
                  <a:pos x="T16" y="T17"/>
                </a:cxn>
                <a:cxn ang="T43">
                  <a:pos x="T18" y="T19"/>
                </a:cxn>
                <a:cxn ang="T44">
                  <a:pos x="T20" y="T21"/>
                </a:cxn>
                <a:cxn ang="T45">
                  <a:pos x="T22" y="T23"/>
                </a:cxn>
                <a:cxn ang="T46">
                  <a:pos x="T24" y="T25"/>
                </a:cxn>
                <a:cxn ang="T47">
                  <a:pos x="T26" y="T27"/>
                </a:cxn>
                <a:cxn ang="T48">
                  <a:pos x="T28" y="T29"/>
                </a:cxn>
                <a:cxn ang="T49">
                  <a:pos x="T30" y="T31"/>
                </a:cxn>
                <a:cxn ang="T50">
                  <a:pos x="T32" y="T33"/>
                </a:cxn>
              </a:cxnLst>
              <a:rect l="T51" t="T52" r="T53" b="T54"/>
              <a:pathLst>
                <a:path w="107" h="54">
                  <a:moveTo>
                    <a:pt x="53" y="54"/>
                  </a:moveTo>
                  <a:lnTo>
                    <a:pt x="0" y="54"/>
                  </a:lnTo>
                  <a:lnTo>
                    <a:pt x="2" y="43"/>
                  </a:lnTo>
                  <a:lnTo>
                    <a:pt x="6" y="31"/>
                  </a:lnTo>
                  <a:lnTo>
                    <a:pt x="12" y="21"/>
                  </a:lnTo>
                  <a:lnTo>
                    <a:pt x="21" y="13"/>
                  </a:lnTo>
                  <a:lnTo>
                    <a:pt x="30" y="7"/>
                  </a:lnTo>
                  <a:lnTo>
                    <a:pt x="42" y="2"/>
                  </a:lnTo>
                  <a:lnTo>
                    <a:pt x="53" y="0"/>
                  </a:lnTo>
                  <a:lnTo>
                    <a:pt x="65" y="2"/>
                  </a:lnTo>
                  <a:lnTo>
                    <a:pt x="77" y="7"/>
                  </a:lnTo>
                  <a:lnTo>
                    <a:pt x="86" y="13"/>
                  </a:lnTo>
                  <a:lnTo>
                    <a:pt x="95" y="21"/>
                  </a:lnTo>
                  <a:lnTo>
                    <a:pt x="101" y="31"/>
                  </a:lnTo>
                  <a:lnTo>
                    <a:pt x="105" y="43"/>
                  </a:lnTo>
                  <a:lnTo>
                    <a:pt x="107" y="54"/>
                  </a:lnTo>
                  <a:lnTo>
                    <a:pt x="53" y="54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53" name="Freeform 55">
              <a:extLst>
                <a:ext uri="{FF2B5EF4-FFF2-40B4-BE49-F238E27FC236}">
                  <a16:creationId xmlns:a16="http://schemas.microsoft.com/office/drawing/2014/main" id="{E44025BD-ECB6-1AAB-8D10-E4E530DED92C}"/>
                </a:ext>
              </a:extLst>
            </p:cNvPr>
            <p:cNvSpPr>
              <a:spLocks/>
            </p:cNvSpPr>
            <p:nvPr/>
          </p:nvSpPr>
          <p:spPr bwMode="auto">
            <a:xfrm>
              <a:off x="5365" y="1052"/>
              <a:ext cx="18" cy="9"/>
            </a:xfrm>
            <a:custGeom>
              <a:avLst/>
              <a:gdLst>
                <a:gd name="T0" fmla="*/ 0 w 107"/>
                <a:gd name="T1" fmla="*/ 0 h 54"/>
                <a:gd name="T2" fmla="*/ 0 w 107"/>
                <a:gd name="T3" fmla="*/ 0 h 54"/>
                <a:gd name="T4" fmla="*/ 0 w 107"/>
                <a:gd name="T5" fmla="*/ 0 h 54"/>
                <a:gd name="T6" fmla="*/ 0 w 107"/>
                <a:gd name="T7" fmla="*/ 0 h 54"/>
                <a:gd name="T8" fmla="*/ 0 w 107"/>
                <a:gd name="T9" fmla="*/ 0 h 54"/>
                <a:gd name="T10" fmla="*/ 0 w 107"/>
                <a:gd name="T11" fmla="*/ 0 h 54"/>
                <a:gd name="T12" fmla="*/ 0 w 107"/>
                <a:gd name="T13" fmla="*/ 0 h 54"/>
                <a:gd name="T14" fmla="*/ 0 w 107"/>
                <a:gd name="T15" fmla="*/ 0 h 54"/>
                <a:gd name="T16" fmla="*/ 0 w 107"/>
                <a:gd name="T17" fmla="*/ 0 h 54"/>
                <a:gd name="T18" fmla="*/ 0 w 107"/>
                <a:gd name="T19" fmla="*/ 0 h 54"/>
                <a:gd name="T20" fmla="*/ 0 w 107"/>
                <a:gd name="T21" fmla="*/ 0 h 54"/>
                <a:gd name="T22" fmla="*/ 0 w 107"/>
                <a:gd name="T23" fmla="*/ 0 h 54"/>
                <a:gd name="T24" fmla="*/ 0 w 107"/>
                <a:gd name="T25" fmla="*/ 0 h 54"/>
                <a:gd name="T26" fmla="*/ 0 w 107"/>
                <a:gd name="T27" fmla="*/ 0 h 54"/>
                <a:gd name="T28" fmla="*/ 0 w 107"/>
                <a:gd name="T29" fmla="*/ 0 h 54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w 107"/>
                <a:gd name="T46" fmla="*/ 0 h 54"/>
                <a:gd name="T47" fmla="*/ 107 w 107"/>
                <a:gd name="T48" fmla="*/ 54 h 54"/>
              </a:gdLst>
              <a:ahLst/>
              <a:cxnLst>
                <a:cxn ang="T30">
                  <a:pos x="T0" y="T1"/>
                </a:cxn>
                <a:cxn ang="T31">
                  <a:pos x="T2" y="T3"/>
                </a:cxn>
                <a:cxn ang="T32">
                  <a:pos x="T4" y="T5"/>
                </a:cxn>
                <a:cxn ang="T33">
                  <a:pos x="T6" y="T7"/>
                </a:cxn>
                <a:cxn ang="T34">
                  <a:pos x="T8" y="T9"/>
                </a:cxn>
                <a:cxn ang="T35">
                  <a:pos x="T10" y="T11"/>
                </a:cxn>
                <a:cxn ang="T36">
                  <a:pos x="T12" y="T13"/>
                </a:cxn>
                <a:cxn ang="T37">
                  <a:pos x="T14" y="T15"/>
                </a:cxn>
                <a:cxn ang="T38">
                  <a:pos x="T16" y="T17"/>
                </a:cxn>
                <a:cxn ang="T39">
                  <a:pos x="T18" y="T19"/>
                </a:cxn>
                <a:cxn ang="T40">
                  <a:pos x="T20" y="T21"/>
                </a:cxn>
                <a:cxn ang="T41">
                  <a:pos x="T22" y="T23"/>
                </a:cxn>
                <a:cxn ang="T42">
                  <a:pos x="T24" y="T25"/>
                </a:cxn>
                <a:cxn ang="T43">
                  <a:pos x="T26" y="T27"/>
                </a:cxn>
                <a:cxn ang="T44">
                  <a:pos x="T28" y="T29"/>
                </a:cxn>
              </a:cxnLst>
              <a:rect l="T45" t="T46" r="T47" b="T48"/>
              <a:pathLst>
                <a:path w="107" h="54">
                  <a:moveTo>
                    <a:pt x="0" y="54"/>
                  </a:moveTo>
                  <a:lnTo>
                    <a:pt x="2" y="43"/>
                  </a:lnTo>
                  <a:lnTo>
                    <a:pt x="6" y="31"/>
                  </a:lnTo>
                  <a:lnTo>
                    <a:pt x="12" y="21"/>
                  </a:lnTo>
                  <a:lnTo>
                    <a:pt x="21" y="13"/>
                  </a:lnTo>
                  <a:lnTo>
                    <a:pt x="30" y="7"/>
                  </a:lnTo>
                  <a:lnTo>
                    <a:pt x="42" y="2"/>
                  </a:lnTo>
                  <a:lnTo>
                    <a:pt x="53" y="0"/>
                  </a:lnTo>
                  <a:lnTo>
                    <a:pt x="65" y="2"/>
                  </a:lnTo>
                  <a:lnTo>
                    <a:pt x="77" y="7"/>
                  </a:lnTo>
                  <a:lnTo>
                    <a:pt x="86" y="13"/>
                  </a:lnTo>
                  <a:lnTo>
                    <a:pt x="95" y="21"/>
                  </a:lnTo>
                  <a:lnTo>
                    <a:pt x="101" y="31"/>
                  </a:lnTo>
                  <a:lnTo>
                    <a:pt x="105" y="43"/>
                  </a:lnTo>
                  <a:lnTo>
                    <a:pt x="107" y="54"/>
                  </a:lnTo>
                </a:path>
              </a:pathLst>
            </a:custGeom>
            <a:noFill/>
            <a:ln w="0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54" name="Freeform 56">
              <a:extLst>
                <a:ext uri="{FF2B5EF4-FFF2-40B4-BE49-F238E27FC236}">
                  <a16:creationId xmlns:a16="http://schemas.microsoft.com/office/drawing/2014/main" id="{2DBD78EF-B72D-41CF-F7D0-0173C37115B8}"/>
                </a:ext>
              </a:extLst>
            </p:cNvPr>
            <p:cNvSpPr>
              <a:spLocks/>
            </p:cNvSpPr>
            <p:nvPr/>
          </p:nvSpPr>
          <p:spPr bwMode="auto">
            <a:xfrm>
              <a:off x="5365" y="1061"/>
              <a:ext cx="18" cy="339"/>
            </a:xfrm>
            <a:custGeom>
              <a:avLst/>
              <a:gdLst>
                <a:gd name="T0" fmla="*/ 0 w 107"/>
                <a:gd name="T1" fmla="*/ 0 h 2033"/>
                <a:gd name="T2" fmla="*/ 0 w 107"/>
                <a:gd name="T3" fmla="*/ 0 h 2033"/>
                <a:gd name="T4" fmla="*/ 0 w 107"/>
                <a:gd name="T5" fmla="*/ 0 h 2033"/>
                <a:gd name="T6" fmla="*/ 0 w 107"/>
                <a:gd name="T7" fmla="*/ 0 h 2033"/>
                <a:gd name="T8" fmla="*/ 0 w 107"/>
                <a:gd name="T9" fmla="*/ 0 h 2033"/>
                <a:gd name="T10" fmla="*/ 0 w 107"/>
                <a:gd name="T11" fmla="*/ 0 h 2033"/>
                <a:gd name="T12" fmla="*/ 0 w 107"/>
                <a:gd name="T13" fmla="*/ 0 h 2033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107"/>
                <a:gd name="T22" fmla="*/ 0 h 2033"/>
                <a:gd name="T23" fmla="*/ 107 w 107"/>
                <a:gd name="T24" fmla="*/ 2033 h 2033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107" h="2033">
                  <a:moveTo>
                    <a:pt x="107" y="0"/>
                  </a:moveTo>
                  <a:lnTo>
                    <a:pt x="53" y="0"/>
                  </a:lnTo>
                  <a:lnTo>
                    <a:pt x="0" y="0"/>
                  </a:lnTo>
                  <a:lnTo>
                    <a:pt x="0" y="2033"/>
                  </a:lnTo>
                  <a:lnTo>
                    <a:pt x="53" y="2033"/>
                  </a:lnTo>
                  <a:lnTo>
                    <a:pt x="107" y="2033"/>
                  </a:lnTo>
                  <a:lnTo>
                    <a:pt x="107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55" name="Freeform 57">
              <a:extLst>
                <a:ext uri="{FF2B5EF4-FFF2-40B4-BE49-F238E27FC236}">
                  <a16:creationId xmlns:a16="http://schemas.microsoft.com/office/drawing/2014/main" id="{FEEBF2FC-5051-5E11-1E5B-B241A1DD87A3}"/>
                </a:ext>
              </a:extLst>
            </p:cNvPr>
            <p:cNvSpPr>
              <a:spLocks/>
            </p:cNvSpPr>
            <p:nvPr/>
          </p:nvSpPr>
          <p:spPr bwMode="auto">
            <a:xfrm>
              <a:off x="5365" y="1061"/>
              <a:ext cx="18" cy="339"/>
            </a:xfrm>
            <a:custGeom>
              <a:avLst/>
              <a:gdLst>
                <a:gd name="T0" fmla="*/ 0 w 107"/>
                <a:gd name="T1" fmla="*/ 0 h 2033"/>
                <a:gd name="T2" fmla="*/ 0 w 107"/>
                <a:gd name="T3" fmla="*/ 0 h 2033"/>
                <a:gd name="T4" fmla="*/ 0 w 107"/>
                <a:gd name="T5" fmla="*/ 0 h 2033"/>
                <a:gd name="T6" fmla="*/ 0 w 107"/>
                <a:gd name="T7" fmla="*/ 0 h 2033"/>
                <a:gd name="T8" fmla="*/ 0 w 107"/>
                <a:gd name="T9" fmla="*/ 0 h 2033"/>
                <a:gd name="T10" fmla="*/ 0 w 107"/>
                <a:gd name="T11" fmla="*/ 0 h 2033"/>
                <a:gd name="T12" fmla="*/ 0 w 107"/>
                <a:gd name="T13" fmla="*/ 0 h 2033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107"/>
                <a:gd name="T22" fmla="*/ 0 h 2033"/>
                <a:gd name="T23" fmla="*/ 107 w 107"/>
                <a:gd name="T24" fmla="*/ 2033 h 2033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107" h="2033">
                  <a:moveTo>
                    <a:pt x="107" y="0"/>
                  </a:moveTo>
                  <a:lnTo>
                    <a:pt x="53" y="0"/>
                  </a:lnTo>
                  <a:lnTo>
                    <a:pt x="0" y="0"/>
                  </a:lnTo>
                  <a:lnTo>
                    <a:pt x="0" y="2033"/>
                  </a:lnTo>
                  <a:lnTo>
                    <a:pt x="53" y="2033"/>
                  </a:lnTo>
                  <a:lnTo>
                    <a:pt x="107" y="2033"/>
                  </a:lnTo>
                  <a:lnTo>
                    <a:pt x="107" y="0"/>
                  </a:lnTo>
                  <a:close/>
                </a:path>
              </a:pathLst>
            </a:custGeom>
            <a:noFill/>
            <a:ln w="0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56" name="Freeform 58">
              <a:extLst>
                <a:ext uri="{FF2B5EF4-FFF2-40B4-BE49-F238E27FC236}">
                  <a16:creationId xmlns:a16="http://schemas.microsoft.com/office/drawing/2014/main" id="{4C1EA1E1-2CCC-D671-FD9E-12A6DD4BB4FC}"/>
                </a:ext>
              </a:extLst>
            </p:cNvPr>
            <p:cNvSpPr>
              <a:spLocks/>
            </p:cNvSpPr>
            <p:nvPr/>
          </p:nvSpPr>
          <p:spPr bwMode="auto">
            <a:xfrm>
              <a:off x="5365" y="1400"/>
              <a:ext cx="18" cy="9"/>
            </a:xfrm>
            <a:custGeom>
              <a:avLst/>
              <a:gdLst>
                <a:gd name="T0" fmla="*/ 0 w 107"/>
                <a:gd name="T1" fmla="*/ 0 h 53"/>
                <a:gd name="T2" fmla="*/ 0 w 107"/>
                <a:gd name="T3" fmla="*/ 0 h 53"/>
                <a:gd name="T4" fmla="*/ 0 w 107"/>
                <a:gd name="T5" fmla="*/ 0 h 53"/>
                <a:gd name="T6" fmla="*/ 0 w 107"/>
                <a:gd name="T7" fmla="*/ 0 h 53"/>
                <a:gd name="T8" fmla="*/ 0 w 107"/>
                <a:gd name="T9" fmla="*/ 0 h 53"/>
                <a:gd name="T10" fmla="*/ 0 w 107"/>
                <a:gd name="T11" fmla="*/ 0 h 53"/>
                <a:gd name="T12" fmla="*/ 0 w 107"/>
                <a:gd name="T13" fmla="*/ 0 h 53"/>
                <a:gd name="T14" fmla="*/ 0 w 107"/>
                <a:gd name="T15" fmla="*/ 0 h 53"/>
                <a:gd name="T16" fmla="*/ 0 w 107"/>
                <a:gd name="T17" fmla="*/ 0 h 53"/>
                <a:gd name="T18" fmla="*/ 0 w 107"/>
                <a:gd name="T19" fmla="*/ 0 h 53"/>
                <a:gd name="T20" fmla="*/ 0 w 107"/>
                <a:gd name="T21" fmla="*/ 0 h 53"/>
                <a:gd name="T22" fmla="*/ 0 w 107"/>
                <a:gd name="T23" fmla="*/ 0 h 53"/>
                <a:gd name="T24" fmla="*/ 0 w 107"/>
                <a:gd name="T25" fmla="*/ 0 h 53"/>
                <a:gd name="T26" fmla="*/ 0 w 107"/>
                <a:gd name="T27" fmla="*/ 0 h 53"/>
                <a:gd name="T28" fmla="*/ 0 w 107"/>
                <a:gd name="T29" fmla="*/ 0 h 53"/>
                <a:gd name="T30" fmla="*/ 0 w 107"/>
                <a:gd name="T31" fmla="*/ 0 h 53"/>
                <a:gd name="T32" fmla="*/ 0 w 107"/>
                <a:gd name="T33" fmla="*/ 0 h 53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w 107"/>
                <a:gd name="T52" fmla="*/ 0 h 53"/>
                <a:gd name="T53" fmla="*/ 107 w 107"/>
                <a:gd name="T54" fmla="*/ 53 h 53"/>
              </a:gdLst>
              <a:ahLst/>
              <a:cxnLst>
                <a:cxn ang="T34">
                  <a:pos x="T0" y="T1"/>
                </a:cxn>
                <a:cxn ang="T35">
                  <a:pos x="T2" y="T3"/>
                </a:cxn>
                <a:cxn ang="T36">
                  <a:pos x="T4" y="T5"/>
                </a:cxn>
                <a:cxn ang="T37">
                  <a:pos x="T6" y="T7"/>
                </a:cxn>
                <a:cxn ang="T38">
                  <a:pos x="T8" y="T9"/>
                </a:cxn>
                <a:cxn ang="T39">
                  <a:pos x="T10" y="T11"/>
                </a:cxn>
                <a:cxn ang="T40">
                  <a:pos x="T12" y="T13"/>
                </a:cxn>
                <a:cxn ang="T41">
                  <a:pos x="T14" y="T15"/>
                </a:cxn>
                <a:cxn ang="T42">
                  <a:pos x="T16" y="T17"/>
                </a:cxn>
                <a:cxn ang="T43">
                  <a:pos x="T18" y="T19"/>
                </a:cxn>
                <a:cxn ang="T44">
                  <a:pos x="T20" y="T21"/>
                </a:cxn>
                <a:cxn ang="T45">
                  <a:pos x="T22" y="T23"/>
                </a:cxn>
                <a:cxn ang="T46">
                  <a:pos x="T24" y="T25"/>
                </a:cxn>
                <a:cxn ang="T47">
                  <a:pos x="T26" y="T27"/>
                </a:cxn>
                <a:cxn ang="T48">
                  <a:pos x="T28" y="T29"/>
                </a:cxn>
                <a:cxn ang="T49">
                  <a:pos x="T30" y="T31"/>
                </a:cxn>
                <a:cxn ang="T50">
                  <a:pos x="T32" y="T33"/>
                </a:cxn>
              </a:cxnLst>
              <a:rect l="T51" t="T52" r="T53" b="T54"/>
              <a:pathLst>
                <a:path w="107" h="53">
                  <a:moveTo>
                    <a:pt x="53" y="0"/>
                  </a:moveTo>
                  <a:lnTo>
                    <a:pt x="107" y="0"/>
                  </a:lnTo>
                  <a:lnTo>
                    <a:pt x="105" y="12"/>
                  </a:lnTo>
                  <a:lnTo>
                    <a:pt x="101" y="24"/>
                  </a:lnTo>
                  <a:lnTo>
                    <a:pt x="95" y="33"/>
                  </a:lnTo>
                  <a:lnTo>
                    <a:pt x="86" y="42"/>
                  </a:lnTo>
                  <a:lnTo>
                    <a:pt x="77" y="48"/>
                  </a:lnTo>
                  <a:lnTo>
                    <a:pt x="65" y="52"/>
                  </a:lnTo>
                  <a:lnTo>
                    <a:pt x="53" y="53"/>
                  </a:lnTo>
                  <a:lnTo>
                    <a:pt x="42" y="52"/>
                  </a:lnTo>
                  <a:lnTo>
                    <a:pt x="30" y="48"/>
                  </a:lnTo>
                  <a:lnTo>
                    <a:pt x="21" y="42"/>
                  </a:lnTo>
                  <a:lnTo>
                    <a:pt x="12" y="33"/>
                  </a:lnTo>
                  <a:lnTo>
                    <a:pt x="6" y="24"/>
                  </a:lnTo>
                  <a:lnTo>
                    <a:pt x="2" y="12"/>
                  </a:lnTo>
                  <a:lnTo>
                    <a:pt x="0" y="0"/>
                  </a:lnTo>
                  <a:lnTo>
                    <a:pt x="53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57" name="Freeform 59">
              <a:extLst>
                <a:ext uri="{FF2B5EF4-FFF2-40B4-BE49-F238E27FC236}">
                  <a16:creationId xmlns:a16="http://schemas.microsoft.com/office/drawing/2014/main" id="{C071E5CC-9CF4-0727-6ECD-46F235C860F8}"/>
                </a:ext>
              </a:extLst>
            </p:cNvPr>
            <p:cNvSpPr>
              <a:spLocks/>
            </p:cNvSpPr>
            <p:nvPr/>
          </p:nvSpPr>
          <p:spPr bwMode="auto">
            <a:xfrm>
              <a:off x="5365" y="1400"/>
              <a:ext cx="18" cy="9"/>
            </a:xfrm>
            <a:custGeom>
              <a:avLst/>
              <a:gdLst>
                <a:gd name="T0" fmla="*/ 0 w 107"/>
                <a:gd name="T1" fmla="*/ 0 h 53"/>
                <a:gd name="T2" fmla="*/ 0 w 107"/>
                <a:gd name="T3" fmla="*/ 0 h 53"/>
                <a:gd name="T4" fmla="*/ 0 w 107"/>
                <a:gd name="T5" fmla="*/ 0 h 53"/>
                <a:gd name="T6" fmla="*/ 0 w 107"/>
                <a:gd name="T7" fmla="*/ 0 h 53"/>
                <a:gd name="T8" fmla="*/ 0 w 107"/>
                <a:gd name="T9" fmla="*/ 0 h 53"/>
                <a:gd name="T10" fmla="*/ 0 w 107"/>
                <a:gd name="T11" fmla="*/ 0 h 53"/>
                <a:gd name="T12" fmla="*/ 0 w 107"/>
                <a:gd name="T13" fmla="*/ 0 h 53"/>
                <a:gd name="T14" fmla="*/ 0 w 107"/>
                <a:gd name="T15" fmla="*/ 0 h 53"/>
                <a:gd name="T16" fmla="*/ 0 w 107"/>
                <a:gd name="T17" fmla="*/ 0 h 53"/>
                <a:gd name="T18" fmla="*/ 0 w 107"/>
                <a:gd name="T19" fmla="*/ 0 h 53"/>
                <a:gd name="T20" fmla="*/ 0 w 107"/>
                <a:gd name="T21" fmla="*/ 0 h 53"/>
                <a:gd name="T22" fmla="*/ 0 w 107"/>
                <a:gd name="T23" fmla="*/ 0 h 53"/>
                <a:gd name="T24" fmla="*/ 0 w 107"/>
                <a:gd name="T25" fmla="*/ 0 h 53"/>
                <a:gd name="T26" fmla="*/ 0 w 107"/>
                <a:gd name="T27" fmla="*/ 0 h 53"/>
                <a:gd name="T28" fmla="*/ 0 w 107"/>
                <a:gd name="T29" fmla="*/ 0 h 53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w 107"/>
                <a:gd name="T46" fmla="*/ 0 h 53"/>
                <a:gd name="T47" fmla="*/ 107 w 107"/>
                <a:gd name="T48" fmla="*/ 53 h 53"/>
              </a:gdLst>
              <a:ahLst/>
              <a:cxnLst>
                <a:cxn ang="T30">
                  <a:pos x="T0" y="T1"/>
                </a:cxn>
                <a:cxn ang="T31">
                  <a:pos x="T2" y="T3"/>
                </a:cxn>
                <a:cxn ang="T32">
                  <a:pos x="T4" y="T5"/>
                </a:cxn>
                <a:cxn ang="T33">
                  <a:pos x="T6" y="T7"/>
                </a:cxn>
                <a:cxn ang="T34">
                  <a:pos x="T8" y="T9"/>
                </a:cxn>
                <a:cxn ang="T35">
                  <a:pos x="T10" y="T11"/>
                </a:cxn>
                <a:cxn ang="T36">
                  <a:pos x="T12" y="T13"/>
                </a:cxn>
                <a:cxn ang="T37">
                  <a:pos x="T14" y="T15"/>
                </a:cxn>
                <a:cxn ang="T38">
                  <a:pos x="T16" y="T17"/>
                </a:cxn>
                <a:cxn ang="T39">
                  <a:pos x="T18" y="T19"/>
                </a:cxn>
                <a:cxn ang="T40">
                  <a:pos x="T20" y="T21"/>
                </a:cxn>
                <a:cxn ang="T41">
                  <a:pos x="T22" y="T23"/>
                </a:cxn>
                <a:cxn ang="T42">
                  <a:pos x="T24" y="T25"/>
                </a:cxn>
                <a:cxn ang="T43">
                  <a:pos x="T26" y="T27"/>
                </a:cxn>
                <a:cxn ang="T44">
                  <a:pos x="T28" y="T29"/>
                </a:cxn>
              </a:cxnLst>
              <a:rect l="T45" t="T46" r="T47" b="T48"/>
              <a:pathLst>
                <a:path w="107" h="53">
                  <a:moveTo>
                    <a:pt x="107" y="0"/>
                  </a:moveTo>
                  <a:lnTo>
                    <a:pt x="105" y="12"/>
                  </a:lnTo>
                  <a:lnTo>
                    <a:pt x="101" y="24"/>
                  </a:lnTo>
                  <a:lnTo>
                    <a:pt x="95" y="33"/>
                  </a:lnTo>
                  <a:lnTo>
                    <a:pt x="86" y="42"/>
                  </a:lnTo>
                  <a:lnTo>
                    <a:pt x="77" y="48"/>
                  </a:lnTo>
                  <a:lnTo>
                    <a:pt x="65" y="52"/>
                  </a:lnTo>
                  <a:lnTo>
                    <a:pt x="53" y="53"/>
                  </a:lnTo>
                  <a:lnTo>
                    <a:pt x="42" y="52"/>
                  </a:lnTo>
                  <a:lnTo>
                    <a:pt x="30" y="48"/>
                  </a:lnTo>
                  <a:lnTo>
                    <a:pt x="21" y="42"/>
                  </a:lnTo>
                  <a:lnTo>
                    <a:pt x="12" y="33"/>
                  </a:lnTo>
                  <a:lnTo>
                    <a:pt x="6" y="24"/>
                  </a:lnTo>
                  <a:lnTo>
                    <a:pt x="2" y="12"/>
                  </a:lnTo>
                  <a:lnTo>
                    <a:pt x="0" y="0"/>
                  </a:lnTo>
                </a:path>
              </a:pathLst>
            </a:custGeom>
            <a:noFill/>
            <a:ln w="0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58" name="Freeform 60">
              <a:extLst>
                <a:ext uri="{FF2B5EF4-FFF2-40B4-BE49-F238E27FC236}">
                  <a16:creationId xmlns:a16="http://schemas.microsoft.com/office/drawing/2014/main" id="{8EF49DCE-8EBA-9A30-3307-345BE8FC308A}"/>
                </a:ext>
              </a:extLst>
            </p:cNvPr>
            <p:cNvSpPr>
              <a:spLocks/>
            </p:cNvSpPr>
            <p:nvPr/>
          </p:nvSpPr>
          <p:spPr bwMode="auto">
            <a:xfrm>
              <a:off x="5102" y="1400"/>
              <a:ext cx="18" cy="9"/>
            </a:xfrm>
            <a:custGeom>
              <a:avLst/>
              <a:gdLst>
                <a:gd name="T0" fmla="*/ 0 w 107"/>
                <a:gd name="T1" fmla="*/ 0 h 53"/>
                <a:gd name="T2" fmla="*/ 0 w 107"/>
                <a:gd name="T3" fmla="*/ 0 h 53"/>
                <a:gd name="T4" fmla="*/ 0 w 107"/>
                <a:gd name="T5" fmla="*/ 0 h 53"/>
                <a:gd name="T6" fmla="*/ 0 w 107"/>
                <a:gd name="T7" fmla="*/ 0 h 53"/>
                <a:gd name="T8" fmla="*/ 0 w 107"/>
                <a:gd name="T9" fmla="*/ 0 h 53"/>
                <a:gd name="T10" fmla="*/ 0 w 107"/>
                <a:gd name="T11" fmla="*/ 0 h 53"/>
                <a:gd name="T12" fmla="*/ 0 w 107"/>
                <a:gd name="T13" fmla="*/ 0 h 53"/>
                <a:gd name="T14" fmla="*/ 0 w 107"/>
                <a:gd name="T15" fmla="*/ 0 h 53"/>
                <a:gd name="T16" fmla="*/ 0 w 107"/>
                <a:gd name="T17" fmla="*/ 0 h 53"/>
                <a:gd name="T18" fmla="*/ 0 w 107"/>
                <a:gd name="T19" fmla="*/ 0 h 53"/>
                <a:gd name="T20" fmla="*/ 0 w 107"/>
                <a:gd name="T21" fmla="*/ 0 h 53"/>
                <a:gd name="T22" fmla="*/ 0 w 107"/>
                <a:gd name="T23" fmla="*/ 0 h 53"/>
                <a:gd name="T24" fmla="*/ 0 w 107"/>
                <a:gd name="T25" fmla="*/ 0 h 53"/>
                <a:gd name="T26" fmla="*/ 0 w 107"/>
                <a:gd name="T27" fmla="*/ 0 h 53"/>
                <a:gd name="T28" fmla="*/ 0 w 107"/>
                <a:gd name="T29" fmla="*/ 0 h 53"/>
                <a:gd name="T30" fmla="*/ 0 w 107"/>
                <a:gd name="T31" fmla="*/ 0 h 53"/>
                <a:gd name="T32" fmla="*/ 0 w 107"/>
                <a:gd name="T33" fmla="*/ 0 h 53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w 107"/>
                <a:gd name="T52" fmla="*/ 0 h 53"/>
                <a:gd name="T53" fmla="*/ 107 w 107"/>
                <a:gd name="T54" fmla="*/ 53 h 53"/>
              </a:gdLst>
              <a:ahLst/>
              <a:cxnLst>
                <a:cxn ang="T34">
                  <a:pos x="T0" y="T1"/>
                </a:cxn>
                <a:cxn ang="T35">
                  <a:pos x="T2" y="T3"/>
                </a:cxn>
                <a:cxn ang="T36">
                  <a:pos x="T4" y="T5"/>
                </a:cxn>
                <a:cxn ang="T37">
                  <a:pos x="T6" y="T7"/>
                </a:cxn>
                <a:cxn ang="T38">
                  <a:pos x="T8" y="T9"/>
                </a:cxn>
                <a:cxn ang="T39">
                  <a:pos x="T10" y="T11"/>
                </a:cxn>
                <a:cxn ang="T40">
                  <a:pos x="T12" y="T13"/>
                </a:cxn>
                <a:cxn ang="T41">
                  <a:pos x="T14" y="T15"/>
                </a:cxn>
                <a:cxn ang="T42">
                  <a:pos x="T16" y="T17"/>
                </a:cxn>
                <a:cxn ang="T43">
                  <a:pos x="T18" y="T19"/>
                </a:cxn>
                <a:cxn ang="T44">
                  <a:pos x="T20" y="T21"/>
                </a:cxn>
                <a:cxn ang="T45">
                  <a:pos x="T22" y="T23"/>
                </a:cxn>
                <a:cxn ang="T46">
                  <a:pos x="T24" y="T25"/>
                </a:cxn>
                <a:cxn ang="T47">
                  <a:pos x="T26" y="T27"/>
                </a:cxn>
                <a:cxn ang="T48">
                  <a:pos x="T28" y="T29"/>
                </a:cxn>
                <a:cxn ang="T49">
                  <a:pos x="T30" y="T31"/>
                </a:cxn>
                <a:cxn ang="T50">
                  <a:pos x="T32" y="T33"/>
                </a:cxn>
              </a:cxnLst>
              <a:rect l="T51" t="T52" r="T53" b="T54"/>
              <a:pathLst>
                <a:path w="107" h="53">
                  <a:moveTo>
                    <a:pt x="53" y="0"/>
                  </a:moveTo>
                  <a:lnTo>
                    <a:pt x="107" y="0"/>
                  </a:lnTo>
                  <a:lnTo>
                    <a:pt x="105" y="12"/>
                  </a:lnTo>
                  <a:lnTo>
                    <a:pt x="100" y="24"/>
                  </a:lnTo>
                  <a:lnTo>
                    <a:pt x="94" y="33"/>
                  </a:lnTo>
                  <a:lnTo>
                    <a:pt x="86" y="42"/>
                  </a:lnTo>
                  <a:lnTo>
                    <a:pt x="76" y="48"/>
                  </a:lnTo>
                  <a:lnTo>
                    <a:pt x="64" y="52"/>
                  </a:lnTo>
                  <a:lnTo>
                    <a:pt x="53" y="53"/>
                  </a:lnTo>
                  <a:lnTo>
                    <a:pt x="41" y="52"/>
                  </a:lnTo>
                  <a:lnTo>
                    <a:pt x="29" y="48"/>
                  </a:lnTo>
                  <a:lnTo>
                    <a:pt x="20" y="42"/>
                  </a:lnTo>
                  <a:lnTo>
                    <a:pt x="11" y="33"/>
                  </a:lnTo>
                  <a:lnTo>
                    <a:pt x="5" y="24"/>
                  </a:lnTo>
                  <a:lnTo>
                    <a:pt x="1" y="12"/>
                  </a:lnTo>
                  <a:lnTo>
                    <a:pt x="0" y="0"/>
                  </a:lnTo>
                  <a:lnTo>
                    <a:pt x="53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59" name="Freeform 61">
              <a:extLst>
                <a:ext uri="{FF2B5EF4-FFF2-40B4-BE49-F238E27FC236}">
                  <a16:creationId xmlns:a16="http://schemas.microsoft.com/office/drawing/2014/main" id="{B0437D30-5C91-02BB-AF47-DA79EB3C9C1C}"/>
                </a:ext>
              </a:extLst>
            </p:cNvPr>
            <p:cNvSpPr>
              <a:spLocks/>
            </p:cNvSpPr>
            <p:nvPr/>
          </p:nvSpPr>
          <p:spPr bwMode="auto">
            <a:xfrm>
              <a:off x="5102" y="1400"/>
              <a:ext cx="18" cy="9"/>
            </a:xfrm>
            <a:custGeom>
              <a:avLst/>
              <a:gdLst>
                <a:gd name="T0" fmla="*/ 0 w 107"/>
                <a:gd name="T1" fmla="*/ 0 h 53"/>
                <a:gd name="T2" fmla="*/ 0 w 107"/>
                <a:gd name="T3" fmla="*/ 0 h 53"/>
                <a:gd name="T4" fmla="*/ 0 w 107"/>
                <a:gd name="T5" fmla="*/ 0 h 53"/>
                <a:gd name="T6" fmla="*/ 0 w 107"/>
                <a:gd name="T7" fmla="*/ 0 h 53"/>
                <a:gd name="T8" fmla="*/ 0 w 107"/>
                <a:gd name="T9" fmla="*/ 0 h 53"/>
                <a:gd name="T10" fmla="*/ 0 w 107"/>
                <a:gd name="T11" fmla="*/ 0 h 53"/>
                <a:gd name="T12" fmla="*/ 0 w 107"/>
                <a:gd name="T13" fmla="*/ 0 h 53"/>
                <a:gd name="T14" fmla="*/ 0 w 107"/>
                <a:gd name="T15" fmla="*/ 0 h 53"/>
                <a:gd name="T16" fmla="*/ 0 w 107"/>
                <a:gd name="T17" fmla="*/ 0 h 53"/>
                <a:gd name="T18" fmla="*/ 0 w 107"/>
                <a:gd name="T19" fmla="*/ 0 h 53"/>
                <a:gd name="T20" fmla="*/ 0 w 107"/>
                <a:gd name="T21" fmla="*/ 0 h 53"/>
                <a:gd name="T22" fmla="*/ 0 w 107"/>
                <a:gd name="T23" fmla="*/ 0 h 53"/>
                <a:gd name="T24" fmla="*/ 0 w 107"/>
                <a:gd name="T25" fmla="*/ 0 h 53"/>
                <a:gd name="T26" fmla="*/ 0 w 107"/>
                <a:gd name="T27" fmla="*/ 0 h 53"/>
                <a:gd name="T28" fmla="*/ 0 w 107"/>
                <a:gd name="T29" fmla="*/ 0 h 53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w 107"/>
                <a:gd name="T46" fmla="*/ 0 h 53"/>
                <a:gd name="T47" fmla="*/ 107 w 107"/>
                <a:gd name="T48" fmla="*/ 53 h 53"/>
              </a:gdLst>
              <a:ahLst/>
              <a:cxnLst>
                <a:cxn ang="T30">
                  <a:pos x="T0" y="T1"/>
                </a:cxn>
                <a:cxn ang="T31">
                  <a:pos x="T2" y="T3"/>
                </a:cxn>
                <a:cxn ang="T32">
                  <a:pos x="T4" y="T5"/>
                </a:cxn>
                <a:cxn ang="T33">
                  <a:pos x="T6" y="T7"/>
                </a:cxn>
                <a:cxn ang="T34">
                  <a:pos x="T8" y="T9"/>
                </a:cxn>
                <a:cxn ang="T35">
                  <a:pos x="T10" y="T11"/>
                </a:cxn>
                <a:cxn ang="T36">
                  <a:pos x="T12" y="T13"/>
                </a:cxn>
                <a:cxn ang="T37">
                  <a:pos x="T14" y="T15"/>
                </a:cxn>
                <a:cxn ang="T38">
                  <a:pos x="T16" y="T17"/>
                </a:cxn>
                <a:cxn ang="T39">
                  <a:pos x="T18" y="T19"/>
                </a:cxn>
                <a:cxn ang="T40">
                  <a:pos x="T20" y="T21"/>
                </a:cxn>
                <a:cxn ang="T41">
                  <a:pos x="T22" y="T23"/>
                </a:cxn>
                <a:cxn ang="T42">
                  <a:pos x="T24" y="T25"/>
                </a:cxn>
                <a:cxn ang="T43">
                  <a:pos x="T26" y="T27"/>
                </a:cxn>
                <a:cxn ang="T44">
                  <a:pos x="T28" y="T29"/>
                </a:cxn>
              </a:cxnLst>
              <a:rect l="T45" t="T46" r="T47" b="T48"/>
              <a:pathLst>
                <a:path w="107" h="53">
                  <a:moveTo>
                    <a:pt x="107" y="0"/>
                  </a:moveTo>
                  <a:lnTo>
                    <a:pt x="105" y="12"/>
                  </a:lnTo>
                  <a:lnTo>
                    <a:pt x="100" y="24"/>
                  </a:lnTo>
                  <a:lnTo>
                    <a:pt x="94" y="33"/>
                  </a:lnTo>
                  <a:lnTo>
                    <a:pt x="86" y="42"/>
                  </a:lnTo>
                  <a:lnTo>
                    <a:pt x="76" y="48"/>
                  </a:lnTo>
                  <a:lnTo>
                    <a:pt x="64" y="52"/>
                  </a:lnTo>
                  <a:lnTo>
                    <a:pt x="53" y="53"/>
                  </a:lnTo>
                  <a:lnTo>
                    <a:pt x="41" y="52"/>
                  </a:lnTo>
                  <a:lnTo>
                    <a:pt x="29" y="48"/>
                  </a:lnTo>
                  <a:lnTo>
                    <a:pt x="20" y="42"/>
                  </a:lnTo>
                  <a:lnTo>
                    <a:pt x="11" y="33"/>
                  </a:lnTo>
                  <a:lnTo>
                    <a:pt x="5" y="24"/>
                  </a:lnTo>
                  <a:lnTo>
                    <a:pt x="1" y="12"/>
                  </a:lnTo>
                  <a:lnTo>
                    <a:pt x="0" y="0"/>
                  </a:lnTo>
                </a:path>
              </a:pathLst>
            </a:custGeom>
            <a:noFill/>
            <a:ln w="0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60" name="Freeform 62">
              <a:extLst>
                <a:ext uri="{FF2B5EF4-FFF2-40B4-BE49-F238E27FC236}">
                  <a16:creationId xmlns:a16="http://schemas.microsoft.com/office/drawing/2014/main" id="{B237C1C9-24DB-E0FD-AC2C-B19030208814}"/>
                </a:ext>
              </a:extLst>
            </p:cNvPr>
            <p:cNvSpPr>
              <a:spLocks/>
            </p:cNvSpPr>
            <p:nvPr/>
          </p:nvSpPr>
          <p:spPr bwMode="auto">
            <a:xfrm>
              <a:off x="5102" y="1061"/>
              <a:ext cx="18" cy="339"/>
            </a:xfrm>
            <a:custGeom>
              <a:avLst/>
              <a:gdLst>
                <a:gd name="T0" fmla="*/ 0 w 107"/>
                <a:gd name="T1" fmla="*/ 0 h 2033"/>
                <a:gd name="T2" fmla="*/ 0 w 107"/>
                <a:gd name="T3" fmla="*/ 0 h 2033"/>
                <a:gd name="T4" fmla="*/ 0 w 107"/>
                <a:gd name="T5" fmla="*/ 0 h 2033"/>
                <a:gd name="T6" fmla="*/ 0 w 107"/>
                <a:gd name="T7" fmla="*/ 0 h 2033"/>
                <a:gd name="T8" fmla="*/ 0 w 107"/>
                <a:gd name="T9" fmla="*/ 0 h 2033"/>
                <a:gd name="T10" fmla="*/ 0 w 107"/>
                <a:gd name="T11" fmla="*/ 0 h 2033"/>
                <a:gd name="T12" fmla="*/ 0 w 107"/>
                <a:gd name="T13" fmla="*/ 0 h 2033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107"/>
                <a:gd name="T22" fmla="*/ 0 h 2033"/>
                <a:gd name="T23" fmla="*/ 107 w 107"/>
                <a:gd name="T24" fmla="*/ 2033 h 2033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107" h="2033">
                  <a:moveTo>
                    <a:pt x="0" y="2033"/>
                  </a:moveTo>
                  <a:lnTo>
                    <a:pt x="53" y="2033"/>
                  </a:lnTo>
                  <a:lnTo>
                    <a:pt x="107" y="2033"/>
                  </a:lnTo>
                  <a:lnTo>
                    <a:pt x="107" y="0"/>
                  </a:lnTo>
                  <a:lnTo>
                    <a:pt x="53" y="0"/>
                  </a:lnTo>
                  <a:lnTo>
                    <a:pt x="0" y="0"/>
                  </a:lnTo>
                  <a:lnTo>
                    <a:pt x="0" y="2033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61" name="Freeform 63">
              <a:extLst>
                <a:ext uri="{FF2B5EF4-FFF2-40B4-BE49-F238E27FC236}">
                  <a16:creationId xmlns:a16="http://schemas.microsoft.com/office/drawing/2014/main" id="{663FAE94-5594-0FFA-3023-B2BCC42B69A4}"/>
                </a:ext>
              </a:extLst>
            </p:cNvPr>
            <p:cNvSpPr>
              <a:spLocks/>
            </p:cNvSpPr>
            <p:nvPr/>
          </p:nvSpPr>
          <p:spPr bwMode="auto">
            <a:xfrm>
              <a:off x="5102" y="1061"/>
              <a:ext cx="18" cy="339"/>
            </a:xfrm>
            <a:custGeom>
              <a:avLst/>
              <a:gdLst>
                <a:gd name="T0" fmla="*/ 0 w 107"/>
                <a:gd name="T1" fmla="*/ 0 h 2033"/>
                <a:gd name="T2" fmla="*/ 0 w 107"/>
                <a:gd name="T3" fmla="*/ 0 h 2033"/>
                <a:gd name="T4" fmla="*/ 0 w 107"/>
                <a:gd name="T5" fmla="*/ 0 h 2033"/>
                <a:gd name="T6" fmla="*/ 0 w 107"/>
                <a:gd name="T7" fmla="*/ 0 h 2033"/>
                <a:gd name="T8" fmla="*/ 0 w 107"/>
                <a:gd name="T9" fmla="*/ 0 h 2033"/>
                <a:gd name="T10" fmla="*/ 0 w 107"/>
                <a:gd name="T11" fmla="*/ 0 h 2033"/>
                <a:gd name="T12" fmla="*/ 0 w 107"/>
                <a:gd name="T13" fmla="*/ 0 h 2033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107"/>
                <a:gd name="T22" fmla="*/ 0 h 2033"/>
                <a:gd name="T23" fmla="*/ 107 w 107"/>
                <a:gd name="T24" fmla="*/ 2033 h 2033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107" h="2033">
                  <a:moveTo>
                    <a:pt x="0" y="2033"/>
                  </a:moveTo>
                  <a:lnTo>
                    <a:pt x="53" y="2033"/>
                  </a:lnTo>
                  <a:lnTo>
                    <a:pt x="107" y="2033"/>
                  </a:lnTo>
                  <a:lnTo>
                    <a:pt x="107" y="0"/>
                  </a:lnTo>
                  <a:lnTo>
                    <a:pt x="53" y="0"/>
                  </a:lnTo>
                  <a:lnTo>
                    <a:pt x="0" y="0"/>
                  </a:lnTo>
                  <a:lnTo>
                    <a:pt x="0" y="2033"/>
                  </a:lnTo>
                  <a:close/>
                </a:path>
              </a:pathLst>
            </a:custGeom>
            <a:noFill/>
            <a:ln w="0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62" name="Freeform 64">
              <a:extLst>
                <a:ext uri="{FF2B5EF4-FFF2-40B4-BE49-F238E27FC236}">
                  <a16:creationId xmlns:a16="http://schemas.microsoft.com/office/drawing/2014/main" id="{ACF438DE-41B7-D340-82BB-F6583D9BEF09}"/>
                </a:ext>
              </a:extLst>
            </p:cNvPr>
            <p:cNvSpPr>
              <a:spLocks/>
            </p:cNvSpPr>
            <p:nvPr/>
          </p:nvSpPr>
          <p:spPr bwMode="auto">
            <a:xfrm>
              <a:off x="5102" y="1052"/>
              <a:ext cx="18" cy="9"/>
            </a:xfrm>
            <a:custGeom>
              <a:avLst/>
              <a:gdLst>
                <a:gd name="T0" fmla="*/ 0 w 107"/>
                <a:gd name="T1" fmla="*/ 0 h 54"/>
                <a:gd name="T2" fmla="*/ 0 w 107"/>
                <a:gd name="T3" fmla="*/ 0 h 54"/>
                <a:gd name="T4" fmla="*/ 0 w 107"/>
                <a:gd name="T5" fmla="*/ 0 h 54"/>
                <a:gd name="T6" fmla="*/ 0 w 107"/>
                <a:gd name="T7" fmla="*/ 0 h 54"/>
                <a:gd name="T8" fmla="*/ 0 w 107"/>
                <a:gd name="T9" fmla="*/ 0 h 54"/>
                <a:gd name="T10" fmla="*/ 0 w 107"/>
                <a:gd name="T11" fmla="*/ 0 h 54"/>
                <a:gd name="T12" fmla="*/ 0 w 107"/>
                <a:gd name="T13" fmla="*/ 0 h 54"/>
                <a:gd name="T14" fmla="*/ 0 w 107"/>
                <a:gd name="T15" fmla="*/ 0 h 54"/>
                <a:gd name="T16" fmla="*/ 0 w 107"/>
                <a:gd name="T17" fmla="*/ 0 h 54"/>
                <a:gd name="T18" fmla="*/ 0 w 107"/>
                <a:gd name="T19" fmla="*/ 0 h 54"/>
                <a:gd name="T20" fmla="*/ 0 w 107"/>
                <a:gd name="T21" fmla="*/ 0 h 54"/>
                <a:gd name="T22" fmla="*/ 0 w 107"/>
                <a:gd name="T23" fmla="*/ 0 h 54"/>
                <a:gd name="T24" fmla="*/ 0 w 107"/>
                <a:gd name="T25" fmla="*/ 0 h 54"/>
                <a:gd name="T26" fmla="*/ 0 w 107"/>
                <a:gd name="T27" fmla="*/ 0 h 54"/>
                <a:gd name="T28" fmla="*/ 0 w 107"/>
                <a:gd name="T29" fmla="*/ 0 h 54"/>
                <a:gd name="T30" fmla="*/ 0 w 107"/>
                <a:gd name="T31" fmla="*/ 0 h 54"/>
                <a:gd name="T32" fmla="*/ 0 w 107"/>
                <a:gd name="T33" fmla="*/ 0 h 54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w 107"/>
                <a:gd name="T52" fmla="*/ 0 h 54"/>
                <a:gd name="T53" fmla="*/ 107 w 107"/>
                <a:gd name="T54" fmla="*/ 54 h 54"/>
              </a:gdLst>
              <a:ahLst/>
              <a:cxnLst>
                <a:cxn ang="T34">
                  <a:pos x="T0" y="T1"/>
                </a:cxn>
                <a:cxn ang="T35">
                  <a:pos x="T2" y="T3"/>
                </a:cxn>
                <a:cxn ang="T36">
                  <a:pos x="T4" y="T5"/>
                </a:cxn>
                <a:cxn ang="T37">
                  <a:pos x="T6" y="T7"/>
                </a:cxn>
                <a:cxn ang="T38">
                  <a:pos x="T8" y="T9"/>
                </a:cxn>
                <a:cxn ang="T39">
                  <a:pos x="T10" y="T11"/>
                </a:cxn>
                <a:cxn ang="T40">
                  <a:pos x="T12" y="T13"/>
                </a:cxn>
                <a:cxn ang="T41">
                  <a:pos x="T14" y="T15"/>
                </a:cxn>
                <a:cxn ang="T42">
                  <a:pos x="T16" y="T17"/>
                </a:cxn>
                <a:cxn ang="T43">
                  <a:pos x="T18" y="T19"/>
                </a:cxn>
                <a:cxn ang="T44">
                  <a:pos x="T20" y="T21"/>
                </a:cxn>
                <a:cxn ang="T45">
                  <a:pos x="T22" y="T23"/>
                </a:cxn>
                <a:cxn ang="T46">
                  <a:pos x="T24" y="T25"/>
                </a:cxn>
                <a:cxn ang="T47">
                  <a:pos x="T26" y="T27"/>
                </a:cxn>
                <a:cxn ang="T48">
                  <a:pos x="T28" y="T29"/>
                </a:cxn>
                <a:cxn ang="T49">
                  <a:pos x="T30" y="T31"/>
                </a:cxn>
                <a:cxn ang="T50">
                  <a:pos x="T32" y="T33"/>
                </a:cxn>
              </a:cxnLst>
              <a:rect l="T51" t="T52" r="T53" b="T54"/>
              <a:pathLst>
                <a:path w="107" h="54">
                  <a:moveTo>
                    <a:pt x="53" y="54"/>
                  </a:moveTo>
                  <a:lnTo>
                    <a:pt x="0" y="54"/>
                  </a:lnTo>
                  <a:lnTo>
                    <a:pt x="1" y="43"/>
                  </a:lnTo>
                  <a:lnTo>
                    <a:pt x="5" y="31"/>
                  </a:lnTo>
                  <a:lnTo>
                    <a:pt x="11" y="21"/>
                  </a:lnTo>
                  <a:lnTo>
                    <a:pt x="20" y="13"/>
                  </a:lnTo>
                  <a:lnTo>
                    <a:pt x="29" y="7"/>
                  </a:lnTo>
                  <a:lnTo>
                    <a:pt x="41" y="2"/>
                  </a:lnTo>
                  <a:lnTo>
                    <a:pt x="53" y="0"/>
                  </a:lnTo>
                  <a:lnTo>
                    <a:pt x="64" y="2"/>
                  </a:lnTo>
                  <a:lnTo>
                    <a:pt x="76" y="7"/>
                  </a:lnTo>
                  <a:lnTo>
                    <a:pt x="86" y="13"/>
                  </a:lnTo>
                  <a:lnTo>
                    <a:pt x="94" y="21"/>
                  </a:lnTo>
                  <a:lnTo>
                    <a:pt x="100" y="31"/>
                  </a:lnTo>
                  <a:lnTo>
                    <a:pt x="105" y="43"/>
                  </a:lnTo>
                  <a:lnTo>
                    <a:pt x="107" y="54"/>
                  </a:lnTo>
                  <a:lnTo>
                    <a:pt x="53" y="54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63" name="Freeform 65">
              <a:extLst>
                <a:ext uri="{FF2B5EF4-FFF2-40B4-BE49-F238E27FC236}">
                  <a16:creationId xmlns:a16="http://schemas.microsoft.com/office/drawing/2014/main" id="{3559F949-74A6-238E-39B4-4711D89A0468}"/>
                </a:ext>
              </a:extLst>
            </p:cNvPr>
            <p:cNvSpPr>
              <a:spLocks/>
            </p:cNvSpPr>
            <p:nvPr/>
          </p:nvSpPr>
          <p:spPr bwMode="auto">
            <a:xfrm>
              <a:off x="5102" y="1052"/>
              <a:ext cx="18" cy="9"/>
            </a:xfrm>
            <a:custGeom>
              <a:avLst/>
              <a:gdLst>
                <a:gd name="T0" fmla="*/ 0 w 107"/>
                <a:gd name="T1" fmla="*/ 0 h 54"/>
                <a:gd name="T2" fmla="*/ 0 w 107"/>
                <a:gd name="T3" fmla="*/ 0 h 54"/>
                <a:gd name="T4" fmla="*/ 0 w 107"/>
                <a:gd name="T5" fmla="*/ 0 h 54"/>
                <a:gd name="T6" fmla="*/ 0 w 107"/>
                <a:gd name="T7" fmla="*/ 0 h 54"/>
                <a:gd name="T8" fmla="*/ 0 w 107"/>
                <a:gd name="T9" fmla="*/ 0 h 54"/>
                <a:gd name="T10" fmla="*/ 0 w 107"/>
                <a:gd name="T11" fmla="*/ 0 h 54"/>
                <a:gd name="T12" fmla="*/ 0 w 107"/>
                <a:gd name="T13" fmla="*/ 0 h 54"/>
                <a:gd name="T14" fmla="*/ 0 w 107"/>
                <a:gd name="T15" fmla="*/ 0 h 54"/>
                <a:gd name="T16" fmla="*/ 0 w 107"/>
                <a:gd name="T17" fmla="*/ 0 h 54"/>
                <a:gd name="T18" fmla="*/ 0 w 107"/>
                <a:gd name="T19" fmla="*/ 0 h 54"/>
                <a:gd name="T20" fmla="*/ 0 w 107"/>
                <a:gd name="T21" fmla="*/ 0 h 54"/>
                <a:gd name="T22" fmla="*/ 0 w 107"/>
                <a:gd name="T23" fmla="*/ 0 h 54"/>
                <a:gd name="T24" fmla="*/ 0 w 107"/>
                <a:gd name="T25" fmla="*/ 0 h 54"/>
                <a:gd name="T26" fmla="*/ 0 w 107"/>
                <a:gd name="T27" fmla="*/ 0 h 54"/>
                <a:gd name="T28" fmla="*/ 0 w 107"/>
                <a:gd name="T29" fmla="*/ 0 h 54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w 107"/>
                <a:gd name="T46" fmla="*/ 0 h 54"/>
                <a:gd name="T47" fmla="*/ 107 w 107"/>
                <a:gd name="T48" fmla="*/ 54 h 54"/>
              </a:gdLst>
              <a:ahLst/>
              <a:cxnLst>
                <a:cxn ang="T30">
                  <a:pos x="T0" y="T1"/>
                </a:cxn>
                <a:cxn ang="T31">
                  <a:pos x="T2" y="T3"/>
                </a:cxn>
                <a:cxn ang="T32">
                  <a:pos x="T4" y="T5"/>
                </a:cxn>
                <a:cxn ang="T33">
                  <a:pos x="T6" y="T7"/>
                </a:cxn>
                <a:cxn ang="T34">
                  <a:pos x="T8" y="T9"/>
                </a:cxn>
                <a:cxn ang="T35">
                  <a:pos x="T10" y="T11"/>
                </a:cxn>
                <a:cxn ang="T36">
                  <a:pos x="T12" y="T13"/>
                </a:cxn>
                <a:cxn ang="T37">
                  <a:pos x="T14" y="T15"/>
                </a:cxn>
                <a:cxn ang="T38">
                  <a:pos x="T16" y="T17"/>
                </a:cxn>
                <a:cxn ang="T39">
                  <a:pos x="T18" y="T19"/>
                </a:cxn>
                <a:cxn ang="T40">
                  <a:pos x="T20" y="T21"/>
                </a:cxn>
                <a:cxn ang="T41">
                  <a:pos x="T22" y="T23"/>
                </a:cxn>
                <a:cxn ang="T42">
                  <a:pos x="T24" y="T25"/>
                </a:cxn>
                <a:cxn ang="T43">
                  <a:pos x="T26" y="T27"/>
                </a:cxn>
                <a:cxn ang="T44">
                  <a:pos x="T28" y="T29"/>
                </a:cxn>
              </a:cxnLst>
              <a:rect l="T45" t="T46" r="T47" b="T48"/>
              <a:pathLst>
                <a:path w="107" h="54">
                  <a:moveTo>
                    <a:pt x="0" y="54"/>
                  </a:moveTo>
                  <a:lnTo>
                    <a:pt x="1" y="43"/>
                  </a:lnTo>
                  <a:lnTo>
                    <a:pt x="5" y="31"/>
                  </a:lnTo>
                  <a:lnTo>
                    <a:pt x="11" y="21"/>
                  </a:lnTo>
                  <a:lnTo>
                    <a:pt x="20" y="13"/>
                  </a:lnTo>
                  <a:lnTo>
                    <a:pt x="29" y="7"/>
                  </a:lnTo>
                  <a:lnTo>
                    <a:pt x="41" y="2"/>
                  </a:lnTo>
                  <a:lnTo>
                    <a:pt x="53" y="0"/>
                  </a:lnTo>
                  <a:lnTo>
                    <a:pt x="64" y="2"/>
                  </a:lnTo>
                  <a:lnTo>
                    <a:pt x="76" y="7"/>
                  </a:lnTo>
                  <a:lnTo>
                    <a:pt x="86" y="13"/>
                  </a:lnTo>
                  <a:lnTo>
                    <a:pt x="94" y="21"/>
                  </a:lnTo>
                  <a:lnTo>
                    <a:pt x="100" y="31"/>
                  </a:lnTo>
                  <a:lnTo>
                    <a:pt x="105" y="43"/>
                  </a:lnTo>
                  <a:lnTo>
                    <a:pt x="107" y="54"/>
                  </a:lnTo>
                </a:path>
              </a:pathLst>
            </a:custGeom>
            <a:noFill/>
            <a:ln w="0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</p:grpSp>
      <p:grpSp>
        <p:nvGrpSpPr>
          <p:cNvPr id="64" name="Group 66">
            <a:extLst>
              <a:ext uri="{FF2B5EF4-FFF2-40B4-BE49-F238E27FC236}">
                <a16:creationId xmlns:a16="http://schemas.microsoft.com/office/drawing/2014/main" id="{DE8474AF-9ADF-8B6E-D0B3-64AB4921F594}"/>
              </a:ext>
            </a:extLst>
          </p:cNvPr>
          <p:cNvGrpSpPr>
            <a:grpSpLocks/>
          </p:cNvGrpSpPr>
          <p:nvPr/>
        </p:nvGrpSpPr>
        <p:grpSpPr bwMode="auto">
          <a:xfrm>
            <a:off x="11955041" y="3631038"/>
            <a:ext cx="4892674" cy="3425824"/>
            <a:chOff x="2151" y="1419"/>
            <a:chExt cx="1541" cy="1079"/>
          </a:xfrm>
        </p:grpSpPr>
        <p:sp>
          <p:nvSpPr>
            <p:cNvPr id="65" name="Line 67">
              <a:extLst>
                <a:ext uri="{FF2B5EF4-FFF2-40B4-BE49-F238E27FC236}">
                  <a16:creationId xmlns:a16="http://schemas.microsoft.com/office/drawing/2014/main" id="{B415DA0B-CB1D-EB1F-006D-244496A57DC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053" y="1858"/>
              <a:ext cx="639" cy="640"/>
            </a:xfrm>
            <a:prstGeom prst="line">
              <a:avLst/>
            </a:prstGeom>
            <a:noFill/>
            <a:ln w="0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grpSp>
          <p:nvGrpSpPr>
            <p:cNvPr id="66" name="Group 68">
              <a:extLst>
                <a:ext uri="{FF2B5EF4-FFF2-40B4-BE49-F238E27FC236}">
                  <a16:creationId xmlns:a16="http://schemas.microsoft.com/office/drawing/2014/main" id="{324FCA5B-187E-E7CE-F2DC-CA2333D23A2F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151" y="1419"/>
              <a:ext cx="1338" cy="865"/>
              <a:chOff x="2151" y="1419"/>
              <a:chExt cx="1338" cy="865"/>
            </a:xfrm>
          </p:grpSpPr>
          <p:grpSp>
            <p:nvGrpSpPr>
              <p:cNvPr id="67" name="Group 69">
                <a:extLst>
                  <a:ext uri="{FF2B5EF4-FFF2-40B4-BE49-F238E27FC236}">
                    <a16:creationId xmlns:a16="http://schemas.microsoft.com/office/drawing/2014/main" id="{A569E6C6-6C0C-A7CE-6DCA-42812877A5DC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151" y="1858"/>
                <a:ext cx="1338" cy="426"/>
                <a:chOff x="2151" y="1858"/>
                <a:chExt cx="1338" cy="426"/>
              </a:xfrm>
            </p:grpSpPr>
            <p:sp>
              <p:nvSpPr>
                <p:cNvPr id="71" name="Line 70">
                  <a:extLst>
                    <a:ext uri="{FF2B5EF4-FFF2-40B4-BE49-F238E27FC236}">
                      <a16:creationId xmlns:a16="http://schemas.microsoft.com/office/drawing/2014/main" id="{D92F209D-56F2-4D03-7759-E85584B7C3C7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151" y="2072"/>
                  <a:ext cx="1109" cy="0"/>
                </a:xfrm>
                <a:prstGeom prst="line">
                  <a:avLst/>
                </a:prstGeom>
                <a:noFill/>
                <a:ln w="0">
                  <a:solidFill>
                    <a:srgbClr val="9933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pPr algn="l" defTabSz="1828800" hangingPunct="1"/>
                  <a:endParaRPr lang="zh-CN" altLang="en-US" sz="3600" b="0" kern="1200">
                    <a:solidFill>
                      <a:prstClr val="black"/>
                    </a:solidFill>
                    <a:latin typeface="等线" panose="020F0502020204030204"/>
                    <a:ea typeface="等线" panose="02010600030101010101" pitchFamily="2" charset="-122"/>
                    <a:cs typeface="+mn-cs"/>
                  </a:endParaRPr>
                </a:p>
              </p:txBody>
            </p:sp>
            <p:sp>
              <p:nvSpPr>
                <p:cNvPr id="72" name="Line 71">
                  <a:extLst>
                    <a:ext uri="{FF2B5EF4-FFF2-40B4-BE49-F238E27FC236}">
                      <a16:creationId xmlns:a16="http://schemas.microsoft.com/office/drawing/2014/main" id="{3C87D7BA-9417-8D10-88EB-D9132A816F2E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151" y="2284"/>
                  <a:ext cx="1338" cy="0"/>
                </a:xfrm>
                <a:prstGeom prst="line">
                  <a:avLst/>
                </a:prstGeom>
                <a:noFill/>
                <a:ln w="0">
                  <a:solidFill>
                    <a:srgbClr val="9933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pPr algn="l" defTabSz="1828800" hangingPunct="1"/>
                  <a:endParaRPr lang="zh-CN" altLang="en-US" sz="3600" b="0" kern="1200">
                    <a:solidFill>
                      <a:prstClr val="black"/>
                    </a:solidFill>
                    <a:latin typeface="等线" panose="020F0502020204030204"/>
                    <a:ea typeface="等线" panose="02010600030101010101" pitchFamily="2" charset="-122"/>
                    <a:cs typeface="+mn-cs"/>
                  </a:endParaRPr>
                </a:p>
              </p:txBody>
            </p:sp>
            <p:sp>
              <p:nvSpPr>
                <p:cNvPr id="73" name="Line 72">
                  <a:extLst>
                    <a:ext uri="{FF2B5EF4-FFF2-40B4-BE49-F238E27FC236}">
                      <a16:creationId xmlns:a16="http://schemas.microsoft.com/office/drawing/2014/main" id="{3A8F3225-E7E6-8E65-7CA9-51834B626D3B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823" y="1858"/>
                  <a:ext cx="223" cy="0"/>
                </a:xfrm>
                <a:prstGeom prst="line">
                  <a:avLst/>
                </a:prstGeom>
                <a:noFill/>
                <a:ln w="0">
                  <a:solidFill>
                    <a:srgbClr val="9933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pPr algn="l" defTabSz="1828800" hangingPunct="1"/>
                  <a:endParaRPr lang="zh-CN" altLang="en-US" sz="3600" b="0" kern="1200">
                    <a:solidFill>
                      <a:prstClr val="black"/>
                    </a:solidFill>
                    <a:latin typeface="等线" panose="020F0502020204030204"/>
                    <a:ea typeface="等线" panose="02010600030101010101" pitchFamily="2" charset="-122"/>
                    <a:cs typeface="+mn-cs"/>
                  </a:endParaRPr>
                </a:p>
              </p:txBody>
            </p:sp>
          </p:grpSp>
          <p:sp>
            <p:nvSpPr>
              <p:cNvPr id="68" name="Line 73">
                <a:extLst>
                  <a:ext uri="{FF2B5EF4-FFF2-40B4-BE49-F238E27FC236}">
                    <a16:creationId xmlns:a16="http://schemas.microsoft.com/office/drawing/2014/main" id="{7161BD1B-2D20-0D93-B328-FD3295C1D91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053" y="1652"/>
                <a:ext cx="1" cy="206"/>
              </a:xfrm>
              <a:prstGeom prst="line">
                <a:avLst/>
              </a:prstGeom>
              <a:noFill/>
              <a:ln w="0">
                <a:solidFill>
                  <a:srgbClr val="9933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69" name="Line 74">
                <a:extLst>
                  <a:ext uri="{FF2B5EF4-FFF2-40B4-BE49-F238E27FC236}">
                    <a16:creationId xmlns:a16="http://schemas.microsoft.com/office/drawing/2014/main" id="{6404E5F1-1934-1815-34C4-2E9C87E79C1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478" y="1419"/>
                <a:ext cx="1" cy="865"/>
              </a:xfrm>
              <a:prstGeom prst="line">
                <a:avLst/>
              </a:prstGeom>
              <a:noFill/>
              <a:ln w="0">
                <a:solidFill>
                  <a:srgbClr val="9933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70" name="Line 75">
                <a:extLst>
                  <a:ext uri="{FF2B5EF4-FFF2-40B4-BE49-F238E27FC236}">
                    <a16:creationId xmlns:a16="http://schemas.microsoft.com/office/drawing/2014/main" id="{A961A6EF-12D2-04AF-2870-FC3EF0EF099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266" y="1419"/>
                <a:ext cx="1" cy="653"/>
              </a:xfrm>
              <a:prstGeom prst="line">
                <a:avLst/>
              </a:prstGeom>
              <a:noFill/>
              <a:ln w="0">
                <a:solidFill>
                  <a:srgbClr val="9933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</p:grpSp>
      </p:grpSp>
      <p:grpSp>
        <p:nvGrpSpPr>
          <p:cNvPr id="74" name="Group 76">
            <a:extLst>
              <a:ext uri="{FF2B5EF4-FFF2-40B4-BE49-F238E27FC236}">
                <a16:creationId xmlns:a16="http://schemas.microsoft.com/office/drawing/2014/main" id="{3888F11A-D3C4-A99C-370A-B19D8683B69D}"/>
              </a:ext>
            </a:extLst>
          </p:cNvPr>
          <p:cNvGrpSpPr>
            <a:grpSpLocks/>
          </p:cNvGrpSpPr>
          <p:nvPr/>
        </p:nvGrpSpPr>
        <p:grpSpPr bwMode="auto">
          <a:xfrm>
            <a:off x="10446914" y="2046713"/>
            <a:ext cx="3762376" cy="5038726"/>
            <a:chOff x="1132" y="992"/>
            <a:chExt cx="1185" cy="1587"/>
          </a:xfrm>
        </p:grpSpPr>
        <p:sp>
          <p:nvSpPr>
            <p:cNvPr id="75" name="Freeform 77">
              <a:extLst>
                <a:ext uri="{FF2B5EF4-FFF2-40B4-BE49-F238E27FC236}">
                  <a16:creationId xmlns:a16="http://schemas.microsoft.com/office/drawing/2014/main" id="{972C63CE-3436-84D7-363D-6A079708EEDD}"/>
                </a:ext>
              </a:extLst>
            </p:cNvPr>
            <p:cNvSpPr>
              <a:spLocks/>
            </p:cNvSpPr>
            <p:nvPr/>
          </p:nvSpPr>
          <p:spPr bwMode="auto">
            <a:xfrm>
              <a:off x="2270" y="1921"/>
              <a:ext cx="18" cy="9"/>
            </a:xfrm>
            <a:custGeom>
              <a:avLst/>
              <a:gdLst>
                <a:gd name="T0" fmla="*/ 0 w 107"/>
                <a:gd name="T1" fmla="*/ 0 h 54"/>
                <a:gd name="T2" fmla="*/ 0 w 107"/>
                <a:gd name="T3" fmla="*/ 0 h 54"/>
                <a:gd name="T4" fmla="*/ 0 w 107"/>
                <a:gd name="T5" fmla="*/ 0 h 54"/>
                <a:gd name="T6" fmla="*/ 0 w 107"/>
                <a:gd name="T7" fmla="*/ 0 h 54"/>
                <a:gd name="T8" fmla="*/ 0 w 107"/>
                <a:gd name="T9" fmla="*/ 0 h 54"/>
                <a:gd name="T10" fmla="*/ 0 w 107"/>
                <a:gd name="T11" fmla="*/ 0 h 54"/>
                <a:gd name="T12" fmla="*/ 0 w 107"/>
                <a:gd name="T13" fmla="*/ 0 h 54"/>
                <a:gd name="T14" fmla="*/ 0 w 107"/>
                <a:gd name="T15" fmla="*/ 0 h 54"/>
                <a:gd name="T16" fmla="*/ 0 w 107"/>
                <a:gd name="T17" fmla="*/ 0 h 54"/>
                <a:gd name="T18" fmla="*/ 0 w 107"/>
                <a:gd name="T19" fmla="*/ 0 h 54"/>
                <a:gd name="T20" fmla="*/ 0 w 107"/>
                <a:gd name="T21" fmla="*/ 0 h 54"/>
                <a:gd name="T22" fmla="*/ 0 w 107"/>
                <a:gd name="T23" fmla="*/ 0 h 54"/>
                <a:gd name="T24" fmla="*/ 0 w 107"/>
                <a:gd name="T25" fmla="*/ 0 h 54"/>
                <a:gd name="T26" fmla="*/ 0 w 107"/>
                <a:gd name="T27" fmla="*/ 0 h 54"/>
                <a:gd name="T28" fmla="*/ 0 w 107"/>
                <a:gd name="T29" fmla="*/ 0 h 54"/>
                <a:gd name="T30" fmla="*/ 0 w 107"/>
                <a:gd name="T31" fmla="*/ 0 h 54"/>
                <a:gd name="T32" fmla="*/ 0 w 107"/>
                <a:gd name="T33" fmla="*/ 0 h 54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w 107"/>
                <a:gd name="T52" fmla="*/ 0 h 54"/>
                <a:gd name="T53" fmla="*/ 107 w 107"/>
                <a:gd name="T54" fmla="*/ 54 h 54"/>
              </a:gdLst>
              <a:ahLst/>
              <a:cxnLst>
                <a:cxn ang="T34">
                  <a:pos x="T0" y="T1"/>
                </a:cxn>
                <a:cxn ang="T35">
                  <a:pos x="T2" y="T3"/>
                </a:cxn>
                <a:cxn ang="T36">
                  <a:pos x="T4" y="T5"/>
                </a:cxn>
                <a:cxn ang="T37">
                  <a:pos x="T6" y="T7"/>
                </a:cxn>
                <a:cxn ang="T38">
                  <a:pos x="T8" y="T9"/>
                </a:cxn>
                <a:cxn ang="T39">
                  <a:pos x="T10" y="T11"/>
                </a:cxn>
                <a:cxn ang="T40">
                  <a:pos x="T12" y="T13"/>
                </a:cxn>
                <a:cxn ang="T41">
                  <a:pos x="T14" y="T15"/>
                </a:cxn>
                <a:cxn ang="T42">
                  <a:pos x="T16" y="T17"/>
                </a:cxn>
                <a:cxn ang="T43">
                  <a:pos x="T18" y="T19"/>
                </a:cxn>
                <a:cxn ang="T44">
                  <a:pos x="T20" y="T21"/>
                </a:cxn>
                <a:cxn ang="T45">
                  <a:pos x="T22" y="T23"/>
                </a:cxn>
                <a:cxn ang="T46">
                  <a:pos x="T24" y="T25"/>
                </a:cxn>
                <a:cxn ang="T47">
                  <a:pos x="T26" y="T27"/>
                </a:cxn>
                <a:cxn ang="T48">
                  <a:pos x="T28" y="T29"/>
                </a:cxn>
                <a:cxn ang="T49">
                  <a:pos x="T30" y="T31"/>
                </a:cxn>
                <a:cxn ang="T50">
                  <a:pos x="T32" y="T33"/>
                </a:cxn>
              </a:cxnLst>
              <a:rect l="T51" t="T52" r="T53" b="T54"/>
              <a:pathLst>
                <a:path w="107" h="54">
                  <a:moveTo>
                    <a:pt x="53" y="54"/>
                  </a:moveTo>
                  <a:lnTo>
                    <a:pt x="0" y="54"/>
                  </a:lnTo>
                  <a:lnTo>
                    <a:pt x="1" y="42"/>
                  </a:lnTo>
                  <a:lnTo>
                    <a:pt x="5" y="31"/>
                  </a:lnTo>
                  <a:lnTo>
                    <a:pt x="12" y="21"/>
                  </a:lnTo>
                  <a:lnTo>
                    <a:pt x="20" y="13"/>
                  </a:lnTo>
                  <a:lnTo>
                    <a:pt x="30" y="6"/>
                  </a:lnTo>
                  <a:lnTo>
                    <a:pt x="41" y="2"/>
                  </a:lnTo>
                  <a:lnTo>
                    <a:pt x="53" y="0"/>
                  </a:lnTo>
                  <a:lnTo>
                    <a:pt x="65" y="2"/>
                  </a:lnTo>
                  <a:lnTo>
                    <a:pt x="76" y="6"/>
                  </a:lnTo>
                  <a:lnTo>
                    <a:pt x="86" y="13"/>
                  </a:lnTo>
                  <a:lnTo>
                    <a:pt x="94" y="21"/>
                  </a:lnTo>
                  <a:lnTo>
                    <a:pt x="101" y="31"/>
                  </a:lnTo>
                  <a:lnTo>
                    <a:pt x="105" y="42"/>
                  </a:lnTo>
                  <a:lnTo>
                    <a:pt x="107" y="54"/>
                  </a:lnTo>
                  <a:lnTo>
                    <a:pt x="53" y="54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76" name="Freeform 78">
              <a:extLst>
                <a:ext uri="{FF2B5EF4-FFF2-40B4-BE49-F238E27FC236}">
                  <a16:creationId xmlns:a16="http://schemas.microsoft.com/office/drawing/2014/main" id="{32611BD9-D5D7-601F-DCEE-B3F829DB4A62}"/>
                </a:ext>
              </a:extLst>
            </p:cNvPr>
            <p:cNvSpPr>
              <a:spLocks/>
            </p:cNvSpPr>
            <p:nvPr/>
          </p:nvSpPr>
          <p:spPr bwMode="auto">
            <a:xfrm>
              <a:off x="2270" y="1921"/>
              <a:ext cx="18" cy="9"/>
            </a:xfrm>
            <a:custGeom>
              <a:avLst/>
              <a:gdLst>
                <a:gd name="T0" fmla="*/ 0 w 107"/>
                <a:gd name="T1" fmla="*/ 0 h 54"/>
                <a:gd name="T2" fmla="*/ 0 w 107"/>
                <a:gd name="T3" fmla="*/ 0 h 54"/>
                <a:gd name="T4" fmla="*/ 0 w 107"/>
                <a:gd name="T5" fmla="*/ 0 h 54"/>
                <a:gd name="T6" fmla="*/ 0 w 107"/>
                <a:gd name="T7" fmla="*/ 0 h 54"/>
                <a:gd name="T8" fmla="*/ 0 w 107"/>
                <a:gd name="T9" fmla="*/ 0 h 54"/>
                <a:gd name="T10" fmla="*/ 0 w 107"/>
                <a:gd name="T11" fmla="*/ 0 h 54"/>
                <a:gd name="T12" fmla="*/ 0 w 107"/>
                <a:gd name="T13" fmla="*/ 0 h 54"/>
                <a:gd name="T14" fmla="*/ 0 w 107"/>
                <a:gd name="T15" fmla="*/ 0 h 54"/>
                <a:gd name="T16" fmla="*/ 0 w 107"/>
                <a:gd name="T17" fmla="*/ 0 h 54"/>
                <a:gd name="T18" fmla="*/ 0 w 107"/>
                <a:gd name="T19" fmla="*/ 0 h 54"/>
                <a:gd name="T20" fmla="*/ 0 w 107"/>
                <a:gd name="T21" fmla="*/ 0 h 54"/>
                <a:gd name="T22" fmla="*/ 0 w 107"/>
                <a:gd name="T23" fmla="*/ 0 h 54"/>
                <a:gd name="T24" fmla="*/ 0 w 107"/>
                <a:gd name="T25" fmla="*/ 0 h 54"/>
                <a:gd name="T26" fmla="*/ 0 w 107"/>
                <a:gd name="T27" fmla="*/ 0 h 54"/>
                <a:gd name="T28" fmla="*/ 0 w 107"/>
                <a:gd name="T29" fmla="*/ 0 h 54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w 107"/>
                <a:gd name="T46" fmla="*/ 0 h 54"/>
                <a:gd name="T47" fmla="*/ 107 w 107"/>
                <a:gd name="T48" fmla="*/ 54 h 54"/>
              </a:gdLst>
              <a:ahLst/>
              <a:cxnLst>
                <a:cxn ang="T30">
                  <a:pos x="T0" y="T1"/>
                </a:cxn>
                <a:cxn ang="T31">
                  <a:pos x="T2" y="T3"/>
                </a:cxn>
                <a:cxn ang="T32">
                  <a:pos x="T4" y="T5"/>
                </a:cxn>
                <a:cxn ang="T33">
                  <a:pos x="T6" y="T7"/>
                </a:cxn>
                <a:cxn ang="T34">
                  <a:pos x="T8" y="T9"/>
                </a:cxn>
                <a:cxn ang="T35">
                  <a:pos x="T10" y="T11"/>
                </a:cxn>
                <a:cxn ang="T36">
                  <a:pos x="T12" y="T13"/>
                </a:cxn>
                <a:cxn ang="T37">
                  <a:pos x="T14" y="T15"/>
                </a:cxn>
                <a:cxn ang="T38">
                  <a:pos x="T16" y="T17"/>
                </a:cxn>
                <a:cxn ang="T39">
                  <a:pos x="T18" y="T19"/>
                </a:cxn>
                <a:cxn ang="T40">
                  <a:pos x="T20" y="T21"/>
                </a:cxn>
                <a:cxn ang="T41">
                  <a:pos x="T22" y="T23"/>
                </a:cxn>
                <a:cxn ang="T42">
                  <a:pos x="T24" y="T25"/>
                </a:cxn>
                <a:cxn ang="T43">
                  <a:pos x="T26" y="T27"/>
                </a:cxn>
                <a:cxn ang="T44">
                  <a:pos x="T28" y="T29"/>
                </a:cxn>
              </a:cxnLst>
              <a:rect l="T45" t="T46" r="T47" b="T48"/>
              <a:pathLst>
                <a:path w="107" h="54">
                  <a:moveTo>
                    <a:pt x="0" y="54"/>
                  </a:moveTo>
                  <a:lnTo>
                    <a:pt x="1" y="42"/>
                  </a:lnTo>
                  <a:lnTo>
                    <a:pt x="5" y="31"/>
                  </a:lnTo>
                  <a:lnTo>
                    <a:pt x="12" y="21"/>
                  </a:lnTo>
                  <a:lnTo>
                    <a:pt x="20" y="13"/>
                  </a:lnTo>
                  <a:lnTo>
                    <a:pt x="30" y="6"/>
                  </a:lnTo>
                  <a:lnTo>
                    <a:pt x="41" y="2"/>
                  </a:lnTo>
                  <a:lnTo>
                    <a:pt x="53" y="0"/>
                  </a:lnTo>
                  <a:lnTo>
                    <a:pt x="65" y="2"/>
                  </a:lnTo>
                  <a:lnTo>
                    <a:pt x="76" y="6"/>
                  </a:lnTo>
                  <a:lnTo>
                    <a:pt x="86" y="13"/>
                  </a:lnTo>
                  <a:lnTo>
                    <a:pt x="94" y="21"/>
                  </a:lnTo>
                  <a:lnTo>
                    <a:pt x="101" y="31"/>
                  </a:lnTo>
                  <a:lnTo>
                    <a:pt x="105" y="42"/>
                  </a:lnTo>
                  <a:lnTo>
                    <a:pt x="107" y="54"/>
                  </a:lnTo>
                </a:path>
              </a:pathLst>
            </a:custGeom>
            <a:noFill/>
            <a:ln w="0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77" name="Freeform 79">
              <a:extLst>
                <a:ext uri="{FF2B5EF4-FFF2-40B4-BE49-F238E27FC236}">
                  <a16:creationId xmlns:a16="http://schemas.microsoft.com/office/drawing/2014/main" id="{B12E0F86-E457-94B1-E1FB-048AFFFB00F1}"/>
                </a:ext>
              </a:extLst>
            </p:cNvPr>
            <p:cNvSpPr>
              <a:spLocks/>
            </p:cNvSpPr>
            <p:nvPr/>
          </p:nvSpPr>
          <p:spPr bwMode="auto">
            <a:xfrm>
              <a:off x="2270" y="1930"/>
              <a:ext cx="18" cy="640"/>
            </a:xfrm>
            <a:custGeom>
              <a:avLst/>
              <a:gdLst>
                <a:gd name="T0" fmla="*/ 0 w 107"/>
                <a:gd name="T1" fmla="*/ 0 h 3841"/>
                <a:gd name="T2" fmla="*/ 0 w 107"/>
                <a:gd name="T3" fmla="*/ 0 h 3841"/>
                <a:gd name="T4" fmla="*/ 0 w 107"/>
                <a:gd name="T5" fmla="*/ 0 h 3841"/>
                <a:gd name="T6" fmla="*/ 0 w 107"/>
                <a:gd name="T7" fmla="*/ 0 h 3841"/>
                <a:gd name="T8" fmla="*/ 0 w 107"/>
                <a:gd name="T9" fmla="*/ 0 h 3841"/>
                <a:gd name="T10" fmla="*/ 0 w 107"/>
                <a:gd name="T11" fmla="*/ 0 h 3841"/>
                <a:gd name="T12" fmla="*/ 0 w 107"/>
                <a:gd name="T13" fmla="*/ 0 h 3841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107"/>
                <a:gd name="T22" fmla="*/ 0 h 3841"/>
                <a:gd name="T23" fmla="*/ 107 w 107"/>
                <a:gd name="T24" fmla="*/ 3841 h 3841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107" h="3841">
                  <a:moveTo>
                    <a:pt x="107" y="0"/>
                  </a:moveTo>
                  <a:lnTo>
                    <a:pt x="53" y="0"/>
                  </a:lnTo>
                  <a:lnTo>
                    <a:pt x="0" y="0"/>
                  </a:lnTo>
                  <a:lnTo>
                    <a:pt x="0" y="3841"/>
                  </a:lnTo>
                  <a:lnTo>
                    <a:pt x="53" y="3841"/>
                  </a:lnTo>
                  <a:lnTo>
                    <a:pt x="107" y="3841"/>
                  </a:lnTo>
                  <a:lnTo>
                    <a:pt x="107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78" name="Freeform 80">
              <a:extLst>
                <a:ext uri="{FF2B5EF4-FFF2-40B4-BE49-F238E27FC236}">
                  <a16:creationId xmlns:a16="http://schemas.microsoft.com/office/drawing/2014/main" id="{2E7CBCCF-EB87-470D-5FBB-C832888B32F4}"/>
                </a:ext>
              </a:extLst>
            </p:cNvPr>
            <p:cNvSpPr>
              <a:spLocks/>
            </p:cNvSpPr>
            <p:nvPr/>
          </p:nvSpPr>
          <p:spPr bwMode="auto">
            <a:xfrm>
              <a:off x="2270" y="1930"/>
              <a:ext cx="18" cy="640"/>
            </a:xfrm>
            <a:custGeom>
              <a:avLst/>
              <a:gdLst>
                <a:gd name="T0" fmla="*/ 0 w 107"/>
                <a:gd name="T1" fmla="*/ 0 h 3841"/>
                <a:gd name="T2" fmla="*/ 0 w 107"/>
                <a:gd name="T3" fmla="*/ 0 h 3841"/>
                <a:gd name="T4" fmla="*/ 0 w 107"/>
                <a:gd name="T5" fmla="*/ 0 h 3841"/>
                <a:gd name="T6" fmla="*/ 0 w 107"/>
                <a:gd name="T7" fmla="*/ 0 h 3841"/>
                <a:gd name="T8" fmla="*/ 0 w 107"/>
                <a:gd name="T9" fmla="*/ 0 h 3841"/>
                <a:gd name="T10" fmla="*/ 0 w 107"/>
                <a:gd name="T11" fmla="*/ 0 h 3841"/>
                <a:gd name="T12" fmla="*/ 0 w 107"/>
                <a:gd name="T13" fmla="*/ 0 h 3841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107"/>
                <a:gd name="T22" fmla="*/ 0 h 3841"/>
                <a:gd name="T23" fmla="*/ 107 w 107"/>
                <a:gd name="T24" fmla="*/ 3841 h 3841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107" h="3841">
                  <a:moveTo>
                    <a:pt x="107" y="0"/>
                  </a:moveTo>
                  <a:lnTo>
                    <a:pt x="53" y="0"/>
                  </a:lnTo>
                  <a:lnTo>
                    <a:pt x="0" y="0"/>
                  </a:lnTo>
                  <a:lnTo>
                    <a:pt x="0" y="3841"/>
                  </a:lnTo>
                  <a:lnTo>
                    <a:pt x="53" y="3841"/>
                  </a:lnTo>
                  <a:lnTo>
                    <a:pt x="107" y="3841"/>
                  </a:lnTo>
                  <a:lnTo>
                    <a:pt x="107" y="0"/>
                  </a:lnTo>
                  <a:close/>
                </a:path>
              </a:pathLst>
            </a:custGeom>
            <a:noFill/>
            <a:ln w="0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79" name="Freeform 81">
              <a:extLst>
                <a:ext uri="{FF2B5EF4-FFF2-40B4-BE49-F238E27FC236}">
                  <a16:creationId xmlns:a16="http://schemas.microsoft.com/office/drawing/2014/main" id="{88DB4C1C-E7D0-51A1-EFA7-CA23649812A7}"/>
                </a:ext>
              </a:extLst>
            </p:cNvPr>
            <p:cNvSpPr>
              <a:spLocks/>
            </p:cNvSpPr>
            <p:nvPr/>
          </p:nvSpPr>
          <p:spPr bwMode="auto">
            <a:xfrm>
              <a:off x="2270" y="2570"/>
              <a:ext cx="18" cy="9"/>
            </a:xfrm>
            <a:custGeom>
              <a:avLst/>
              <a:gdLst>
                <a:gd name="T0" fmla="*/ 0 w 107"/>
                <a:gd name="T1" fmla="*/ 0 h 53"/>
                <a:gd name="T2" fmla="*/ 0 w 107"/>
                <a:gd name="T3" fmla="*/ 0 h 53"/>
                <a:gd name="T4" fmla="*/ 0 w 107"/>
                <a:gd name="T5" fmla="*/ 0 h 53"/>
                <a:gd name="T6" fmla="*/ 0 w 107"/>
                <a:gd name="T7" fmla="*/ 0 h 53"/>
                <a:gd name="T8" fmla="*/ 0 w 107"/>
                <a:gd name="T9" fmla="*/ 0 h 53"/>
                <a:gd name="T10" fmla="*/ 0 w 107"/>
                <a:gd name="T11" fmla="*/ 0 h 53"/>
                <a:gd name="T12" fmla="*/ 0 w 107"/>
                <a:gd name="T13" fmla="*/ 0 h 53"/>
                <a:gd name="T14" fmla="*/ 0 w 107"/>
                <a:gd name="T15" fmla="*/ 0 h 53"/>
                <a:gd name="T16" fmla="*/ 0 w 107"/>
                <a:gd name="T17" fmla="*/ 0 h 53"/>
                <a:gd name="T18" fmla="*/ 0 w 107"/>
                <a:gd name="T19" fmla="*/ 0 h 53"/>
                <a:gd name="T20" fmla="*/ 0 w 107"/>
                <a:gd name="T21" fmla="*/ 0 h 53"/>
                <a:gd name="T22" fmla="*/ 0 w 107"/>
                <a:gd name="T23" fmla="*/ 0 h 53"/>
                <a:gd name="T24" fmla="*/ 0 w 107"/>
                <a:gd name="T25" fmla="*/ 0 h 53"/>
                <a:gd name="T26" fmla="*/ 0 w 107"/>
                <a:gd name="T27" fmla="*/ 0 h 53"/>
                <a:gd name="T28" fmla="*/ 0 w 107"/>
                <a:gd name="T29" fmla="*/ 0 h 53"/>
                <a:gd name="T30" fmla="*/ 0 w 107"/>
                <a:gd name="T31" fmla="*/ 0 h 53"/>
                <a:gd name="T32" fmla="*/ 0 w 107"/>
                <a:gd name="T33" fmla="*/ 0 h 53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w 107"/>
                <a:gd name="T52" fmla="*/ 0 h 53"/>
                <a:gd name="T53" fmla="*/ 107 w 107"/>
                <a:gd name="T54" fmla="*/ 53 h 53"/>
              </a:gdLst>
              <a:ahLst/>
              <a:cxnLst>
                <a:cxn ang="T34">
                  <a:pos x="T0" y="T1"/>
                </a:cxn>
                <a:cxn ang="T35">
                  <a:pos x="T2" y="T3"/>
                </a:cxn>
                <a:cxn ang="T36">
                  <a:pos x="T4" y="T5"/>
                </a:cxn>
                <a:cxn ang="T37">
                  <a:pos x="T6" y="T7"/>
                </a:cxn>
                <a:cxn ang="T38">
                  <a:pos x="T8" y="T9"/>
                </a:cxn>
                <a:cxn ang="T39">
                  <a:pos x="T10" y="T11"/>
                </a:cxn>
                <a:cxn ang="T40">
                  <a:pos x="T12" y="T13"/>
                </a:cxn>
                <a:cxn ang="T41">
                  <a:pos x="T14" y="T15"/>
                </a:cxn>
                <a:cxn ang="T42">
                  <a:pos x="T16" y="T17"/>
                </a:cxn>
                <a:cxn ang="T43">
                  <a:pos x="T18" y="T19"/>
                </a:cxn>
                <a:cxn ang="T44">
                  <a:pos x="T20" y="T21"/>
                </a:cxn>
                <a:cxn ang="T45">
                  <a:pos x="T22" y="T23"/>
                </a:cxn>
                <a:cxn ang="T46">
                  <a:pos x="T24" y="T25"/>
                </a:cxn>
                <a:cxn ang="T47">
                  <a:pos x="T26" y="T27"/>
                </a:cxn>
                <a:cxn ang="T48">
                  <a:pos x="T28" y="T29"/>
                </a:cxn>
                <a:cxn ang="T49">
                  <a:pos x="T30" y="T31"/>
                </a:cxn>
                <a:cxn ang="T50">
                  <a:pos x="T32" y="T33"/>
                </a:cxn>
              </a:cxnLst>
              <a:rect l="T51" t="T52" r="T53" b="T54"/>
              <a:pathLst>
                <a:path w="107" h="53">
                  <a:moveTo>
                    <a:pt x="53" y="0"/>
                  </a:moveTo>
                  <a:lnTo>
                    <a:pt x="107" y="0"/>
                  </a:lnTo>
                  <a:lnTo>
                    <a:pt x="105" y="12"/>
                  </a:lnTo>
                  <a:lnTo>
                    <a:pt x="101" y="24"/>
                  </a:lnTo>
                  <a:lnTo>
                    <a:pt x="94" y="33"/>
                  </a:lnTo>
                  <a:lnTo>
                    <a:pt x="86" y="42"/>
                  </a:lnTo>
                  <a:lnTo>
                    <a:pt x="76" y="48"/>
                  </a:lnTo>
                  <a:lnTo>
                    <a:pt x="65" y="52"/>
                  </a:lnTo>
                  <a:lnTo>
                    <a:pt x="53" y="53"/>
                  </a:lnTo>
                  <a:lnTo>
                    <a:pt x="41" y="52"/>
                  </a:lnTo>
                  <a:lnTo>
                    <a:pt x="30" y="48"/>
                  </a:lnTo>
                  <a:lnTo>
                    <a:pt x="20" y="42"/>
                  </a:lnTo>
                  <a:lnTo>
                    <a:pt x="12" y="33"/>
                  </a:lnTo>
                  <a:lnTo>
                    <a:pt x="5" y="24"/>
                  </a:lnTo>
                  <a:lnTo>
                    <a:pt x="1" y="12"/>
                  </a:lnTo>
                  <a:lnTo>
                    <a:pt x="0" y="0"/>
                  </a:lnTo>
                  <a:lnTo>
                    <a:pt x="53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80" name="Freeform 82">
              <a:extLst>
                <a:ext uri="{FF2B5EF4-FFF2-40B4-BE49-F238E27FC236}">
                  <a16:creationId xmlns:a16="http://schemas.microsoft.com/office/drawing/2014/main" id="{AC58B13E-B57F-2BC1-E8B9-4712DBD4E83E}"/>
                </a:ext>
              </a:extLst>
            </p:cNvPr>
            <p:cNvSpPr>
              <a:spLocks/>
            </p:cNvSpPr>
            <p:nvPr/>
          </p:nvSpPr>
          <p:spPr bwMode="auto">
            <a:xfrm>
              <a:off x="2270" y="2570"/>
              <a:ext cx="18" cy="9"/>
            </a:xfrm>
            <a:custGeom>
              <a:avLst/>
              <a:gdLst>
                <a:gd name="T0" fmla="*/ 0 w 107"/>
                <a:gd name="T1" fmla="*/ 0 h 53"/>
                <a:gd name="T2" fmla="*/ 0 w 107"/>
                <a:gd name="T3" fmla="*/ 0 h 53"/>
                <a:gd name="T4" fmla="*/ 0 w 107"/>
                <a:gd name="T5" fmla="*/ 0 h 53"/>
                <a:gd name="T6" fmla="*/ 0 w 107"/>
                <a:gd name="T7" fmla="*/ 0 h 53"/>
                <a:gd name="T8" fmla="*/ 0 w 107"/>
                <a:gd name="T9" fmla="*/ 0 h 53"/>
                <a:gd name="T10" fmla="*/ 0 w 107"/>
                <a:gd name="T11" fmla="*/ 0 h 53"/>
                <a:gd name="T12" fmla="*/ 0 w 107"/>
                <a:gd name="T13" fmla="*/ 0 h 53"/>
                <a:gd name="T14" fmla="*/ 0 w 107"/>
                <a:gd name="T15" fmla="*/ 0 h 53"/>
                <a:gd name="T16" fmla="*/ 0 w 107"/>
                <a:gd name="T17" fmla="*/ 0 h 53"/>
                <a:gd name="T18" fmla="*/ 0 w 107"/>
                <a:gd name="T19" fmla="*/ 0 h 53"/>
                <a:gd name="T20" fmla="*/ 0 w 107"/>
                <a:gd name="T21" fmla="*/ 0 h 53"/>
                <a:gd name="T22" fmla="*/ 0 w 107"/>
                <a:gd name="T23" fmla="*/ 0 h 53"/>
                <a:gd name="T24" fmla="*/ 0 w 107"/>
                <a:gd name="T25" fmla="*/ 0 h 53"/>
                <a:gd name="T26" fmla="*/ 0 w 107"/>
                <a:gd name="T27" fmla="*/ 0 h 53"/>
                <a:gd name="T28" fmla="*/ 0 w 107"/>
                <a:gd name="T29" fmla="*/ 0 h 53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w 107"/>
                <a:gd name="T46" fmla="*/ 0 h 53"/>
                <a:gd name="T47" fmla="*/ 107 w 107"/>
                <a:gd name="T48" fmla="*/ 53 h 53"/>
              </a:gdLst>
              <a:ahLst/>
              <a:cxnLst>
                <a:cxn ang="T30">
                  <a:pos x="T0" y="T1"/>
                </a:cxn>
                <a:cxn ang="T31">
                  <a:pos x="T2" y="T3"/>
                </a:cxn>
                <a:cxn ang="T32">
                  <a:pos x="T4" y="T5"/>
                </a:cxn>
                <a:cxn ang="T33">
                  <a:pos x="T6" y="T7"/>
                </a:cxn>
                <a:cxn ang="T34">
                  <a:pos x="T8" y="T9"/>
                </a:cxn>
                <a:cxn ang="T35">
                  <a:pos x="T10" y="T11"/>
                </a:cxn>
                <a:cxn ang="T36">
                  <a:pos x="T12" y="T13"/>
                </a:cxn>
                <a:cxn ang="T37">
                  <a:pos x="T14" y="T15"/>
                </a:cxn>
                <a:cxn ang="T38">
                  <a:pos x="T16" y="T17"/>
                </a:cxn>
                <a:cxn ang="T39">
                  <a:pos x="T18" y="T19"/>
                </a:cxn>
                <a:cxn ang="T40">
                  <a:pos x="T20" y="T21"/>
                </a:cxn>
                <a:cxn ang="T41">
                  <a:pos x="T22" y="T23"/>
                </a:cxn>
                <a:cxn ang="T42">
                  <a:pos x="T24" y="T25"/>
                </a:cxn>
                <a:cxn ang="T43">
                  <a:pos x="T26" y="T27"/>
                </a:cxn>
                <a:cxn ang="T44">
                  <a:pos x="T28" y="T29"/>
                </a:cxn>
              </a:cxnLst>
              <a:rect l="T45" t="T46" r="T47" b="T48"/>
              <a:pathLst>
                <a:path w="107" h="53">
                  <a:moveTo>
                    <a:pt x="107" y="0"/>
                  </a:moveTo>
                  <a:lnTo>
                    <a:pt x="105" y="12"/>
                  </a:lnTo>
                  <a:lnTo>
                    <a:pt x="101" y="24"/>
                  </a:lnTo>
                  <a:lnTo>
                    <a:pt x="94" y="33"/>
                  </a:lnTo>
                  <a:lnTo>
                    <a:pt x="86" y="42"/>
                  </a:lnTo>
                  <a:lnTo>
                    <a:pt x="76" y="48"/>
                  </a:lnTo>
                  <a:lnTo>
                    <a:pt x="65" y="52"/>
                  </a:lnTo>
                  <a:lnTo>
                    <a:pt x="53" y="53"/>
                  </a:lnTo>
                  <a:lnTo>
                    <a:pt x="41" y="52"/>
                  </a:lnTo>
                  <a:lnTo>
                    <a:pt x="30" y="48"/>
                  </a:lnTo>
                  <a:lnTo>
                    <a:pt x="20" y="42"/>
                  </a:lnTo>
                  <a:lnTo>
                    <a:pt x="12" y="33"/>
                  </a:lnTo>
                  <a:lnTo>
                    <a:pt x="5" y="24"/>
                  </a:lnTo>
                  <a:lnTo>
                    <a:pt x="1" y="12"/>
                  </a:lnTo>
                  <a:lnTo>
                    <a:pt x="0" y="0"/>
                  </a:lnTo>
                </a:path>
              </a:pathLst>
            </a:custGeom>
            <a:noFill/>
            <a:ln w="0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81" name="Freeform 83">
              <a:extLst>
                <a:ext uri="{FF2B5EF4-FFF2-40B4-BE49-F238E27FC236}">
                  <a16:creationId xmlns:a16="http://schemas.microsoft.com/office/drawing/2014/main" id="{2418E4B2-DE30-07B7-F9EC-B19504C6C9B9}"/>
                </a:ext>
              </a:extLst>
            </p:cNvPr>
            <p:cNvSpPr>
              <a:spLocks/>
            </p:cNvSpPr>
            <p:nvPr/>
          </p:nvSpPr>
          <p:spPr bwMode="auto">
            <a:xfrm>
              <a:off x="2270" y="1724"/>
              <a:ext cx="18" cy="8"/>
            </a:xfrm>
            <a:custGeom>
              <a:avLst/>
              <a:gdLst>
                <a:gd name="T0" fmla="*/ 0 w 107"/>
                <a:gd name="T1" fmla="*/ 0 h 53"/>
                <a:gd name="T2" fmla="*/ 0 w 107"/>
                <a:gd name="T3" fmla="*/ 0 h 53"/>
                <a:gd name="T4" fmla="*/ 0 w 107"/>
                <a:gd name="T5" fmla="*/ 0 h 53"/>
                <a:gd name="T6" fmla="*/ 0 w 107"/>
                <a:gd name="T7" fmla="*/ 0 h 53"/>
                <a:gd name="T8" fmla="*/ 0 w 107"/>
                <a:gd name="T9" fmla="*/ 0 h 53"/>
                <a:gd name="T10" fmla="*/ 0 w 107"/>
                <a:gd name="T11" fmla="*/ 0 h 53"/>
                <a:gd name="T12" fmla="*/ 0 w 107"/>
                <a:gd name="T13" fmla="*/ 0 h 53"/>
                <a:gd name="T14" fmla="*/ 0 w 107"/>
                <a:gd name="T15" fmla="*/ 0 h 53"/>
                <a:gd name="T16" fmla="*/ 0 w 107"/>
                <a:gd name="T17" fmla="*/ 0 h 53"/>
                <a:gd name="T18" fmla="*/ 0 w 107"/>
                <a:gd name="T19" fmla="*/ 0 h 53"/>
                <a:gd name="T20" fmla="*/ 0 w 107"/>
                <a:gd name="T21" fmla="*/ 0 h 53"/>
                <a:gd name="T22" fmla="*/ 0 w 107"/>
                <a:gd name="T23" fmla="*/ 0 h 53"/>
                <a:gd name="T24" fmla="*/ 0 w 107"/>
                <a:gd name="T25" fmla="*/ 0 h 53"/>
                <a:gd name="T26" fmla="*/ 0 w 107"/>
                <a:gd name="T27" fmla="*/ 0 h 53"/>
                <a:gd name="T28" fmla="*/ 0 w 107"/>
                <a:gd name="T29" fmla="*/ 0 h 53"/>
                <a:gd name="T30" fmla="*/ 0 w 107"/>
                <a:gd name="T31" fmla="*/ 0 h 53"/>
                <a:gd name="T32" fmla="*/ 0 w 107"/>
                <a:gd name="T33" fmla="*/ 0 h 53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w 107"/>
                <a:gd name="T52" fmla="*/ 0 h 53"/>
                <a:gd name="T53" fmla="*/ 107 w 107"/>
                <a:gd name="T54" fmla="*/ 53 h 53"/>
              </a:gdLst>
              <a:ahLst/>
              <a:cxnLst>
                <a:cxn ang="T34">
                  <a:pos x="T0" y="T1"/>
                </a:cxn>
                <a:cxn ang="T35">
                  <a:pos x="T2" y="T3"/>
                </a:cxn>
                <a:cxn ang="T36">
                  <a:pos x="T4" y="T5"/>
                </a:cxn>
                <a:cxn ang="T37">
                  <a:pos x="T6" y="T7"/>
                </a:cxn>
                <a:cxn ang="T38">
                  <a:pos x="T8" y="T9"/>
                </a:cxn>
                <a:cxn ang="T39">
                  <a:pos x="T10" y="T11"/>
                </a:cxn>
                <a:cxn ang="T40">
                  <a:pos x="T12" y="T13"/>
                </a:cxn>
                <a:cxn ang="T41">
                  <a:pos x="T14" y="T15"/>
                </a:cxn>
                <a:cxn ang="T42">
                  <a:pos x="T16" y="T17"/>
                </a:cxn>
                <a:cxn ang="T43">
                  <a:pos x="T18" y="T19"/>
                </a:cxn>
                <a:cxn ang="T44">
                  <a:pos x="T20" y="T21"/>
                </a:cxn>
                <a:cxn ang="T45">
                  <a:pos x="T22" y="T23"/>
                </a:cxn>
                <a:cxn ang="T46">
                  <a:pos x="T24" y="T25"/>
                </a:cxn>
                <a:cxn ang="T47">
                  <a:pos x="T26" y="T27"/>
                </a:cxn>
                <a:cxn ang="T48">
                  <a:pos x="T28" y="T29"/>
                </a:cxn>
                <a:cxn ang="T49">
                  <a:pos x="T30" y="T31"/>
                </a:cxn>
                <a:cxn ang="T50">
                  <a:pos x="T32" y="T33"/>
                </a:cxn>
              </a:cxnLst>
              <a:rect l="T51" t="T52" r="T53" b="T54"/>
              <a:pathLst>
                <a:path w="107" h="53">
                  <a:moveTo>
                    <a:pt x="53" y="0"/>
                  </a:moveTo>
                  <a:lnTo>
                    <a:pt x="107" y="0"/>
                  </a:lnTo>
                  <a:lnTo>
                    <a:pt x="105" y="12"/>
                  </a:lnTo>
                  <a:lnTo>
                    <a:pt x="101" y="23"/>
                  </a:lnTo>
                  <a:lnTo>
                    <a:pt x="94" y="33"/>
                  </a:lnTo>
                  <a:lnTo>
                    <a:pt x="86" y="41"/>
                  </a:lnTo>
                  <a:lnTo>
                    <a:pt x="76" y="48"/>
                  </a:lnTo>
                  <a:lnTo>
                    <a:pt x="65" y="52"/>
                  </a:lnTo>
                  <a:lnTo>
                    <a:pt x="53" y="53"/>
                  </a:lnTo>
                  <a:lnTo>
                    <a:pt x="41" y="52"/>
                  </a:lnTo>
                  <a:lnTo>
                    <a:pt x="30" y="48"/>
                  </a:lnTo>
                  <a:lnTo>
                    <a:pt x="20" y="41"/>
                  </a:lnTo>
                  <a:lnTo>
                    <a:pt x="12" y="33"/>
                  </a:lnTo>
                  <a:lnTo>
                    <a:pt x="5" y="23"/>
                  </a:lnTo>
                  <a:lnTo>
                    <a:pt x="1" y="12"/>
                  </a:lnTo>
                  <a:lnTo>
                    <a:pt x="0" y="0"/>
                  </a:lnTo>
                  <a:lnTo>
                    <a:pt x="53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82" name="Freeform 84">
              <a:extLst>
                <a:ext uri="{FF2B5EF4-FFF2-40B4-BE49-F238E27FC236}">
                  <a16:creationId xmlns:a16="http://schemas.microsoft.com/office/drawing/2014/main" id="{68116C78-2A3F-0900-9E56-2425D779B02E}"/>
                </a:ext>
              </a:extLst>
            </p:cNvPr>
            <p:cNvSpPr>
              <a:spLocks/>
            </p:cNvSpPr>
            <p:nvPr/>
          </p:nvSpPr>
          <p:spPr bwMode="auto">
            <a:xfrm>
              <a:off x="2270" y="1724"/>
              <a:ext cx="18" cy="8"/>
            </a:xfrm>
            <a:custGeom>
              <a:avLst/>
              <a:gdLst>
                <a:gd name="T0" fmla="*/ 0 w 107"/>
                <a:gd name="T1" fmla="*/ 0 h 53"/>
                <a:gd name="T2" fmla="*/ 0 w 107"/>
                <a:gd name="T3" fmla="*/ 0 h 53"/>
                <a:gd name="T4" fmla="*/ 0 w 107"/>
                <a:gd name="T5" fmla="*/ 0 h 53"/>
                <a:gd name="T6" fmla="*/ 0 w 107"/>
                <a:gd name="T7" fmla="*/ 0 h 53"/>
                <a:gd name="T8" fmla="*/ 0 w 107"/>
                <a:gd name="T9" fmla="*/ 0 h 53"/>
                <a:gd name="T10" fmla="*/ 0 w 107"/>
                <a:gd name="T11" fmla="*/ 0 h 53"/>
                <a:gd name="T12" fmla="*/ 0 w 107"/>
                <a:gd name="T13" fmla="*/ 0 h 53"/>
                <a:gd name="T14" fmla="*/ 0 w 107"/>
                <a:gd name="T15" fmla="*/ 0 h 53"/>
                <a:gd name="T16" fmla="*/ 0 w 107"/>
                <a:gd name="T17" fmla="*/ 0 h 53"/>
                <a:gd name="T18" fmla="*/ 0 w 107"/>
                <a:gd name="T19" fmla="*/ 0 h 53"/>
                <a:gd name="T20" fmla="*/ 0 w 107"/>
                <a:gd name="T21" fmla="*/ 0 h 53"/>
                <a:gd name="T22" fmla="*/ 0 w 107"/>
                <a:gd name="T23" fmla="*/ 0 h 53"/>
                <a:gd name="T24" fmla="*/ 0 w 107"/>
                <a:gd name="T25" fmla="*/ 0 h 53"/>
                <a:gd name="T26" fmla="*/ 0 w 107"/>
                <a:gd name="T27" fmla="*/ 0 h 53"/>
                <a:gd name="T28" fmla="*/ 0 w 107"/>
                <a:gd name="T29" fmla="*/ 0 h 53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w 107"/>
                <a:gd name="T46" fmla="*/ 0 h 53"/>
                <a:gd name="T47" fmla="*/ 107 w 107"/>
                <a:gd name="T48" fmla="*/ 53 h 53"/>
              </a:gdLst>
              <a:ahLst/>
              <a:cxnLst>
                <a:cxn ang="T30">
                  <a:pos x="T0" y="T1"/>
                </a:cxn>
                <a:cxn ang="T31">
                  <a:pos x="T2" y="T3"/>
                </a:cxn>
                <a:cxn ang="T32">
                  <a:pos x="T4" y="T5"/>
                </a:cxn>
                <a:cxn ang="T33">
                  <a:pos x="T6" y="T7"/>
                </a:cxn>
                <a:cxn ang="T34">
                  <a:pos x="T8" y="T9"/>
                </a:cxn>
                <a:cxn ang="T35">
                  <a:pos x="T10" y="T11"/>
                </a:cxn>
                <a:cxn ang="T36">
                  <a:pos x="T12" y="T13"/>
                </a:cxn>
                <a:cxn ang="T37">
                  <a:pos x="T14" y="T15"/>
                </a:cxn>
                <a:cxn ang="T38">
                  <a:pos x="T16" y="T17"/>
                </a:cxn>
                <a:cxn ang="T39">
                  <a:pos x="T18" y="T19"/>
                </a:cxn>
                <a:cxn ang="T40">
                  <a:pos x="T20" y="T21"/>
                </a:cxn>
                <a:cxn ang="T41">
                  <a:pos x="T22" y="T23"/>
                </a:cxn>
                <a:cxn ang="T42">
                  <a:pos x="T24" y="T25"/>
                </a:cxn>
                <a:cxn ang="T43">
                  <a:pos x="T26" y="T27"/>
                </a:cxn>
                <a:cxn ang="T44">
                  <a:pos x="T28" y="T29"/>
                </a:cxn>
              </a:cxnLst>
              <a:rect l="T45" t="T46" r="T47" b="T48"/>
              <a:pathLst>
                <a:path w="107" h="53">
                  <a:moveTo>
                    <a:pt x="107" y="0"/>
                  </a:moveTo>
                  <a:lnTo>
                    <a:pt x="105" y="12"/>
                  </a:lnTo>
                  <a:lnTo>
                    <a:pt x="101" y="23"/>
                  </a:lnTo>
                  <a:lnTo>
                    <a:pt x="94" y="33"/>
                  </a:lnTo>
                  <a:lnTo>
                    <a:pt x="86" y="41"/>
                  </a:lnTo>
                  <a:lnTo>
                    <a:pt x="76" y="48"/>
                  </a:lnTo>
                  <a:lnTo>
                    <a:pt x="65" y="52"/>
                  </a:lnTo>
                  <a:lnTo>
                    <a:pt x="53" y="53"/>
                  </a:lnTo>
                  <a:lnTo>
                    <a:pt x="41" y="52"/>
                  </a:lnTo>
                  <a:lnTo>
                    <a:pt x="30" y="48"/>
                  </a:lnTo>
                  <a:lnTo>
                    <a:pt x="20" y="41"/>
                  </a:lnTo>
                  <a:lnTo>
                    <a:pt x="12" y="33"/>
                  </a:lnTo>
                  <a:lnTo>
                    <a:pt x="5" y="23"/>
                  </a:lnTo>
                  <a:lnTo>
                    <a:pt x="1" y="12"/>
                  </a:lnTo>
                  <a:lnTo>
                    <a:pt x="0" y="0"/>
                  </a:lnTo>
                </a:path>
              </a:pathLst>
            </a:custGeom>
            <a:noFill/>
            <a:ln w="0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83" name="Freeform 85">
              <a:extLst>
                <a:ext uri="{FF2B5EF4-FFF2-40B4-BE49-F238E27FC236}">
                  <a16:creationId xmlns:a16="http://schemas.microsoft.com/office/drawing/2014/main" id="{6E617FCF-6FC5-B16E-6712-6B699C07C184}"/>
                </a:ext>
              </a:extLst>
            </p:cNvPr>
            <p:cNvSpPr>
              <a:spLocks/>
            </p:cNvSpPr>
            <p:nvPr/>
          </p:nvSpPr>
          <p:spPr bwMode="auto">
            <a:xfrm>
              <a:off x="2270" y="1001"/>
              <a:ext cx="18" cy="723"/>
            </a:xfrm>
            <a:custGeom>
              <a:avLst/>
              <a:gdLst>
                <a:gd name="T0" fmla="*/ 0 w 107"/>
                <a:gd name="T1" fmla="*/ 0 h 4334"/>
                <a:gd name="T2" fmla="*/ 0 w 107"/>
                <a:gd name="T3" fmla="*/ 0 h 4334"/>
                <a:gd name="T4" fmla="*/ 0 w 107"/>
                <a:gd name="T5" fmla="*/ 0 h 4334"/>
                <a:gd name="T6" fmla="*/ 0 w 107"/>
                <a:gd name="T7" fmla="*/ 0 h 4334"/>
                <a:gd name="T8" fmla="*/ 0 w 107"/>
                <a:gd name="T9" fmla="*/ 0 h 4334"/>
                <a:gd name="T10" fmla="*/ 0 w 107"/>
                <a:gd name="T11" fmla="*/ 0 h 4334"/>
                <a:gd name="T12" fmla="*/ 0 w 107"/>
                <a:gd name="T13" fmla="*/ 0 h 4334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107"/>
                <a:gd name="T22" fmla="*/ 0 h 4334"/>
                <a:gd name="T23" fmla="*/ 107 w 107"/>
                <a:gd name="T24" fmla="*/ 4334 h 4334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107" h="4334">
                  <a:moveTo>
                    <a:pt x="0" y="4334"/>
                  </a:moveTo>
                  <a:lnTo>
                    <a:pt x="53" y="4334"/>
                  </a:lnTo>
                  <a:lnTo>
                    <a:pt x="107" y="4334"/>
                  </a:lnTo>
                  <a:lnTo>
                    <a:pt x="107" y="0"/>
                  </a:lnTo>
                  <a:lnTo>
                    <a:pt x="53" y="0"/>
                  </a:lnTo>
                  <a:lnTo>
                    <a:pt x="0" y="0"/>
                  </a:lnTo>
                  <a:lnTo>
                    <a:pt x="0" y="4334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84" name="Freeform 86">
              <a:extLst>
                <a:ext uri="{FF2B5EF4-FFF2-40B4-BE49-F238E27FC236}">
                  <a16:creationId xmlns:a16="http://schemas.microsoft.com/office/drawing/2014/main" id="{E98E663C-BA5D-F8FD-D6D2-6182C4593AB0}"/>
                </a:ext>
              </a:extLst>
            </p:cNvPr>
            <p:cNvSpPr>
              <a:spLocks/>
            </p:cNvSpPr>
            <p:nvPr/>
          </p:nvSpPr>
          <p:spPr bwMode="auto">
            <a:xfrm>
              <a:off x="2270" y="1001"/>
              <a:ext cx="18" cy="723"/>
            </a:xfrm>
            <a:custGeom>
              <a:avLst/>
              <a:gdLst>
                <a:gd name="T0" fmla="*/ 0 w 107"/>
                <a:gd name="T1" fmla="*/ 0 h 4334"/>
                <a:gd name="T2" fmla="*/ 0 w 107"/>
                <a:gd name="T3" fmla="*/ 0 h 4334"/>
                <a:gd name="T4" fmla="*/ 0 w 107"/>
                <a:gd name="T5" fmla="*/ 0 h 4334"/>
                <a:gd name="T6" fmla="*/ 0 w 107"/>
                <a:gd name="T7" fmla="*/ 0 h 4334"/>
                <a:gd name="T8" fmla="*/ 0 w 107"/>
                <a:gd name="T9" fmla="*/ 0 h 4334"/>
                <a:gd name="T10" fmla="*/ 0 w 107"/>
                <a:gd name="T11" fmla="*/ 0 h 4334"/>
                <a:gd name="T12" fmla="*/ 0 w 107"/>
                <a:gd name="T13" fmla="*/ 0 h 4334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107"/>
                <a:gd name="T22" fmla="*/ 0 h 4334"/>
                <a:gd name="T23" fmla="*/ 107 w 107"/>
                <a:gd name="T24" fmla="*/ 4334 h 4334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107" h="4334">
                  <a:moveTo>
                    <a:pt x="0" y="4334"/>
                  </a:moveTo>
                  <a:lnTo>
                    <a:pt x="53" y="4334"/>
                  </a:lnTo>
                  <a:lnTo>
                    <a:pt x="107" y="4334"/>
                  </a:lnTo>
                  <a:lnTo>
                    <a:pt x="107" y="0"/>
                  </a:lnTo>
                  <a:lnTo>
                    <a:pt x="53" y="0"/>
                  </a:lnTo>
                  <a:lnTo>
                    <a:pt x="0" y="0"/>
                  </a:lnTo>
                  <a:lnTo>
                    <a:pt x="0" y="4334"/>
                  </a:lnTo>
                  <a:close/>
                </a:path>
              </a:pathLst>
            </a:custGeom>
            <a:noFill/>
            <a:ln w="0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85" name="Freeform 87">
              <a:extLst>
                <a:ext uri="{FF2B5EF4-FFF2-40B4-BE49-F238E27FC236}">
                  <a16:creationId xmlns:a16="http://schemas.microsoft.com/office/drawing/2014/main" id="{7DDB14DE-FA0C-8961-F7A6-8CCA5747FF1E}"/>
                </a:ext>
              </a:extLst>
            </p:cNvPr>
            <p:cNvSpPr>
              <a:spLocks/>
            </p:cNvSpPr>
            <p:nvPr/>
          </p:nvSpPr>
          <p:spPr bwMode="auto">
            <a:xfrm>
              <a:off x="2270" y="992"/>
              <a:ext cx="18" cy="9"/>
            </a:xfrm>
            <a:custGeom>
              <a:avLst/>
              <a:gdLst>
                <a:gd name="T0" fmla="*/ 0 w 107"/>
                <a:gd name="T1" fmla="*/ 0 h 54"/>
                <a:gd name="T2" fmla="*/ 0 w 107"/>
                <a:gd name="T3" fmla="*/ 0 h 54"/>
                <a:gd name="T4" fmla="*/ 0 w 107"/>
                <a:gd name="T5" fmla="*/ 0 h 54"/>
                <a:gd name="T6" fmla="*/ 0 w 107"/>
                <a:gd name="T7" fmla="*/ 0 h 54"/>
                <a:gd name="T8" fmla="*/ 0 w 107"/>
                <a:gd name="T9" fmla="*/ 0 h 54"/>
                <a:gd name="T10" fmla="*/ 0 w 107"/>
                <a:gd name="T11" fmla="*/ 0 h 54"/>
                <a:gd name="T12" fmla="*/ 0 w 107"/>
                <a:gd name="T13" fmla="*/ 0 h 54"/>
                <a:gd name="T14" fmla="*/ 0 w 107"/>
                <a:gd name="T15" fmla="*/ 0 h 54"/>
                <a:gd name="T16" fmla="*/ 0 w 107"/>
                <a:gd name="T17" fmla="*/ 0 h 54"/>
                <a:gd name="T18" fmla="*/ 0 w 107"/>
                <a:gd name="T19" fmla="*/ 0 h 54"/>
                <a:gd name="T20" fmla="*/ 0 w 107"/>
                <a:gd name="T21" fmla="*/ 0 h 54"/>
                <a:gd name="T22" fmla="*/ 0 w 107"/>
                <a:gd name="T23" fmla="*/ 0 h 54"/>
                <a:gd name="T24" fmla="*/ 0 w 107"/>
                <a:gd name="T25" fmla="*/ 0 h 54"/>
                <a:gd name="T26" fmla="*/ 0 w 107"/>
                <a:gd name="T27" fmla="*/ 0 h 54"/>
                <a:gd name="T28" fmla="*/ 0 w 107"/>
                <a:gd name="T29" fmla="*/ 0 h 54"/>
                <a:gd name="T30" fmla="*/ 0 w 107"/>
                <a:gd name="T31" fmla="*/ 0 h 54"/>
                <a:gd name="T32" fmla="*/ 0 w 107"/>
                <a:gd name="T33" fmla="*/ 0 h 54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w 107"/>
                <a:gd name="T52" fmla="*/ 0 h 54"/>
                <a:gd name="T53" fmla="*/ 107 w 107"/>
                <a:gd name="T54" fmla="*/ 54 h 54"/>
              </a:gdLst>
              <a:ahLst/>
              <a:cxnLst>
                <a:cxn ang="T34">
                  <a:pos x="T0" y="T1"/>
                </a:cxn>
                <a:cxn ang="T35">
                  <a:pos x="T2" y="T3"/>
                </a:cxn>
                <a:cxn ang="T36">
                  <a:pos x="T4" y="T5"/>
                </a:cxn>
                <a:cxn ang="T37">
                  <a:pos x="T6" y="T7"/>
                </a:cxn>
                <a:cxn ang="T38">
                  <a:pos x="T8" y="T9"/>
                </a:cxn>
                <a:cxn ang="T39">
                  <a:pos x="T10" y="T11"/>
                </a:cxn>
                <a:cxn ang="T40">
                  <a:pos x="T12" y="T13"/>
                </a:cxn>
                <a:cxn ang="T41">
                  <a:pos x="T14" y="T15"/>
                </a:cxn>
                <a:cxn ang="T42">
                  <a:pos x="T16" y="T17"/>
                </a:cxn>
                <a:cxn ang="T43">
                  <a:pos x="T18" y="T19"/>
                </a:cxn>
                <a:cxn ang="T44">
                  <a:pos x="T20" y="T21"/>
                </a:cxn>
                <a:cxn ang="T45">
                  <a:pos x="T22" y="T23"/>
                </a:cxn>
                <a:cxn ang="T46">
                  <a:pos x="T24" y="T25"/>
                </a:cxn>
                <a:cxn ang="T47">
                  <a:pos x="T26" y="T27"/>
                </a:cxn>
                <a:cxn ang="T48">
                  <a:pos x="T28" y="T29"/>
                </a:cxn>
                <a:cxn ang="T49">
                  <a:pos x="T30" y="T31"/>
                </a:cxn>
                <a:cxn ang="T50">
                  <a:pos x="T32" y="T33"/>
                </a:cxn>
              </a:cxnLst>
              <a:rect l="T51" t="T52" r="T53" b="T54"/>
              <a:pathLst>
                <a:path w="107" h="54">
                  <a:moveTo>
                    <a:pt x="53" y="54"/>
                  </a:moveTo>
                  <a:lnTo>
                    <a:pt x="0" y="54"/>
                  </a:lnTo>
                  <a:lnTo>
                    <a:pt x="1" y="43"/>
                  </a:lnTo>
                  <a:lnTo>
                    <a:pt x="5" y="31"/>
                  </a:lnTo>
                  <a:lnTo>
                    <a:pt x="12" y="22"/>
                  </a:lnTo>
                  <a:lnTo>
                    <a:pt x="20" y="13"/>
                  </a:lnTo>
                  <a:lnTo>
                    <a:pt x="30" y="7"/>
                  </a:lnTo>
                  <a:lnTo>
                    <a:pt x="41" y="3"/>
                  </a:lnTo>
                  <a:lnTo>
                    <a:pt x="53" y="0"/>
                  </a:lnTo>
                  <a:lnTo>
                    <a:pt x="65" y="3"/>
                  </a:lnTo>
                  <a:lnTo>
                    <a:pt x="76" y="7"/>
                  </a:lnTo>
                  <a:lnTo>
                    <a:pt x="86" y="13"/>
                  </a:lnTo>
                  <a:lnTo>
                    <a:pt x="94" y="22"/>
                  </a:lnTo>
                  <a:lnTo>
                    <a:pt x="101" y="31"/>
                  </a:lnTo>
                  <a:lnTo>
                    <a:pt x="105" y="43"/>
                  </a:lnTo>
                  <a:lnTo>
                    <a:pt x="107" y="54"/>
                  </a:lnTo>
                  <a:lnTo>
                    <a:pt x="53" y="54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86" name="Freeform 88">
              <a:extLst>
                <a:ext uri="{FF2B5EF4-FFF2-40B4-BE49-F238E27FC236}">
                  <a16:creationId xmlns:a16="http://schemas.microsoft.com/office/drawing/2014/main" id="{0DF963E3-9BB9-3075-F84C-4ACC714EC0B4}"/>
                </a:ext>
              </a:extLst>
            </p:cNvPr>
            <p:cNvSpPr>
              <a:spLocks/>
            </p:cNvSpPr>
            <p:nvPr/>
          </p:nvSpPr>
          <p:spPr bwMode="auto">
            <a:xfrm>
              <a:off x="2270" y="992"/>
              <a:ext cx="18" cy="9"/>
            </a:xfrm>
            <a:custGeom>
              <a:avLst/>
              <a:gdLst>
                <a:gd name="T0" fmla="*/ 0 w 107"/>
                <a:gd name="T1" fmla="*/ 0 h 54"/>
                <a:gd name="T2" fmla="*/ 0 w 107"/>
                <a:gd name="T3" fmla="*/ 0 h 54"/>
                <a:gd name="T4" fmla="*/ 0 w 107"/>
                <a:gd name="T5" fmla="*/ 0 h 54"/>
                <a:gd name="T6" fmla="*/ 0 w 107"/>
                <a:gd name="T7" fmla="*/ 0 h 54"/>
                <a:gd name="T8" fmla="*/ 0 w 107"/>
                <a:gd name="T9" fmla="*/ 0 h 54"/>
                <a:gd name="T10" fmla="*/ 0 w 107"/>
                <a:gd name="T11" fmla="*/ 0 h 54"/>
                <a:gd name="T12" fmla="*/ 0 w 107"/>
                <a:gd name="T13" fmla="*/ 0 h 54"/>
                <a:gd name="T14" fmla="*/ 0 w 107"/>
                <a:gd name="T15" fmla="*/ 0 h 54"/>
                <a:gd name="T16" fmla="*/ 0 w 107"/>
                <a:gd name="T17" fmla="*/ 0 h 54"/>
                <a:gd name="T18" fmla="*/ 0 w 107"/>
                <a:gd name="T19" fmla="*/ 0 h 54"/>
                <a:gd name="T20" fmla="*/ 0 w 107"/>
                <a:gd name="T21" fmla="*/ 0 h 54"/>
                <a:gd name="T22" fmla="*/ 0 w 107"/>
                <a:gd name="T23" fmla="*/ 0 h 54"/>
                <a:gd name="T24" fmla="*/ 0 w 107"/>
                <a:gd name="T25" fmla="*/ 0 h 54"/>
                <a:gd name="T26" fmla="*/ 0 w 107"/>
                <a:gd name="T27" fmla="*/ 0 h 54"/>
                <a:gd name="T28" fmla="*/ 0 w 107"/>
                <a:gd name="T29" fmla="*/ 0 h 54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w 107"/>
                <a:gd name="T46" fmla="*/ 0 h 54"/>
                <a:gd name="T47" fmla="*/ 107 w 107"/>
                <a:gd name="T48" fmla="*/ 54 h 54"/>
              </a:gdLst>
              <a:ahLst/>
              <a:cxnLst>
                <a:cxn ang="T30">
                  <a:pos x="T0" y="T1"/>
                </a:cxn>
                <a:cxn ang="T31">
                  <a:pos x="T2" y="T3"/>
                </a:cxn>
                <a:cxn ang="T32">
                  <a:pos x="T4" y="T5"/>
                </a:cxn>
                <a:cxn ang="T33">
                  <a:pos x="T6" y="T7"/>
                </a:cxn>
                <a:cxn ang="T34">
                  <a:pos x="T8" y="T9"/>
                </a:cxn>
                <a:cxn ang="T35">
                  <a:pos x="T10" y="T11"/>
                </a:cxn>
                <a:cxn ang="T36">
                  <a:pos x="T12" y="T13"/>
                </a:cxn>
                <a:cxn ang="T37">
                  <a:pos x="T14" y="T15"/>
                </a:cxn>
                <a:cxn ang="T38">
                  <a:pos x="T16" y="T17"/>
                </a:cxn>
                <a:cxn ang="T39">
                  <a:pos x="T18" y="T19"/>
                </a:cxn>
                <a:cxn ang="T40">
                  <a:pos x="T20" y="T21"/>
                </a:cxn>
                <a:cxn ang="T41">
                  <a:pos x="T22" y="T23"/>
                </a:cxn>
                <a:cxn ang="T42">
                  <a:pos x="T24" y="T25"/>
                </a:cxn>
                <a:cxn ang="T43">
                  <a:pos x="T26" y="T27"/>
                </a:cxn>
                <a:cxn ang="T44">
                  <a:pos x="T28" y="T29"/>
                </a:cxn>
              </a:cxnLst>
              <a:rect l="T45" t="T46" r="T47" b="T48"/>
              <a:pathLst>
                <a:path w="107" h="54">
                  <a:moveTo>
                    <a:pt x="0" y="54"/>
                  </a:moveTo>
                  <a:lnTo>
                    <a:pt x="1" y="43"/>
                  </a:lnTo>
                  <a:lnTo>
                    <a:pt x="5" y="31"/>
                  </a:lnTo>
                  <a:lnTo>
                    <a:pt x="12" y="22"/>
                  </a:lnTo>
                  <a:lnTo>
                    <a:pt x="20" y="13"/>
                  </a:lnTo>
                  <a:lnTo>
                    <a:pt x="30" y="7"/>
                  </a:lnTo>
                  <a:lnTo>
                    <a:pt x="41" y="3"/>
                  </a:lnTo>
                  <a:lnTo>
                    <a:pt x="53" y="0"/>
                  </a:lnTo>
                  <a:lnTo>
                    <a:pt x="65" y="3"/>
                  </a:lnTo>
                  <a:lnTo>
                    <a:pt x="76" y="7"/>
                  </a:lnTo>
                  <a:lnTo>
                    <a:pt x="86" y="13"/>
                  </a:lnTo>
                  <a:lnTo>
                    <a:pt x="94" y="22"/>
                  </a:lnTo>
                  <a:lnTo>
                    <a:pt x="101" y="31"/>
                  </a:lnTo>
                  <a:lnTo>
                    <a:pt x="105" y="43"/>
                  </a:lnTo>
                  <a:lnTo>
                    <a:pt x="107" y="54"/>
                  </a:lnTo>
                </a:path>
              </a:pathLst>
            </a:custGeom>
            <a:noFill/>
            <a:ln w="0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87" name="Freeform 89">
              <a:extLst>
                <a:ext uri="{FF2B5EF4-FFF2-40B4-BE49-F238E27FC236}">
                  <a16:creationId xmlns:a16="http://schemas.microsoft.com/office/drawing/2014/main" id="{06AADCA7-1DD6-0E67-CA00-8E7C74429E67}"/>
                </a:ext>
              </a:extLst>
            </p:cNvPr>
            <p:cNvSpPr>
              <a:spLocks/>
            </p:cNvSpPr>
            <p:nvPr/>
          </p:nvSpPr>
          <p:spPr bwMode="auto">
            <a:xfrm>
              <a:off x="2279" y="992"/>
              <a:ext cx="9" cy="18"/>
            </a:xfrm>
            <a:custGeom>
              <a:avLst/>
              <a:gdLst>
                <a:gd name="T0" fmla="*/ 0 w 54"/>
                <a:gd name="T1" fmla="*/ 0 h 107"/>
                <a:gd name="T2" fmla="*/ 0 w 54"/>
                <a:gd name="T3" fmla="*/ 0 h 107"/>
                <a:gd name="T4" fmla="*/ 0 w 54"/>
                <a:gd name="T5" fmla="*/ 0 h 107"/>
                <a:gd name="T6" fmla="*/ 0 w 54"/>
                <a:gd name="T7" fmla="*/ 0 h 107"/>
                <a:gd name="T8" fmla="*/ 0 w 54"/>
                <a:gd name="T9" fmla="*/ 0 h 107"/>
                <a:gd name="T10" fmla="*/ 0 w 54"/>
                <a:gd name="T11" fmla="*/ 0 h 107"/>
                <a:gd name="T12" fmla="*/ 0 w 54"/>
                <a:gd name="T13" fmla="*/ 0 h 107"/>
                <a:gd name="T14" fmla="*/ 0 w 54"/>
                <a:gd name="T15" fmla="*/ 0 h 107"/>
                <a:gd name="T16" fmla="*/ 0 w 54"/>
                <a:gd name="T17" fmla="*/ 0 h 107"/>
                <a:gd name="T18" fmla="*/ 0 w 54"/>
                <a:gd name="T19" fmla="*/ 0 h 107"/>
                <a:gd name="T20" fmla="*/ 0 w 54"/>
                <a:gd name="T21" fmla="*/ 0 h 107"/>
                <a:gd name="T22" fmla="*/ 0 w 54"/>
                <a:gd name="T23" fmla="*/ 0 h 107"/>
                <a:gd name="T24" fmla="*/ 0 w 54"/>
                <a:gd name="T25" fmla="*/ 0 h 107"/>
                <a:gd name="T26" fmla="*/ 0 w 54"/>
                <a:gd name="T27" fmla="*/ 0 h 107"/>
                <a:gd name="T28" fmla="*/ 0 w 54"/>
                <a:gd name="T29" fmla="*/ 0 h 107"/>
                <a:gd name="T30" fmla="*/ 0 w 54"/>
                <a:gd name="T31" fmla="*/ 0 h 107"/>
                <a:gd name="T32" fmla="*/ 0 w 54"/>
                <a:gd name="T33" fmla="*/ 0 h 107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w 54"/>
                <a:gd name="T52" fmla="*/ 0 h 107"/>
                <a:gd name="T53" fmla="*/ 54 w 54"/>
                <a:gd name="T54" fmla="*/ 107 h 107"/>
              </a:gdLst>
              <a:ahLst/>
              <a:cxnLst>
                <a:cxn ang="T34">
                  <a:pos x="T0" y="T1"/>
                </a:cxn>
                <a:cxn ang="T35">
                  <a:pos x="T2" y="T3"/>
                </a:cxn>
                <a:cxn ang="T36">
                  <a:pos x="T4" y="T5"/>
                </a:cxn>
                <a:cxn ang="T37">
                  <a:pos x="T6" y="T7"/>
                </a:cxn>
                <a:cxn ang="T38">
                  <a:pos x="T8" y="T9"/>
                </a:cxn>
                <a:cxn ang="T39">
                  <a:pos x="T10" y="T11"/>
                </a:cxn>
                <a:cxn ang="T40">
                  <a:pos x="T12" y="T13"/>
                </a:cxn>
                <a:cxn ang="T41">
                  <a:pos x="T14" y="T15"/>
                </a:cxn>
                <a:cxn ang="T42">
                  <a:pos x="T16" y="T17"/>
                </a:cxn>
                <a:cxn ang="T43">
                  <a:pos x="T18" y="T19"/>
                </a:cxn>
                <a:cxn ang="T44">
                  <a:pos x="T20" y="T21"/>
                </a:cxn>
                <a:cxn ang="T45">
                  <a:pos x="T22" y="T23"/>
                </a:cxn>
                <a:cxn ang="T46">
                  <a:pos x="T24" y="T25"/>
                </a:cxn>
                <a:cxn ang="T47">
                  <a:pos x="T26" y="T27"/>
                </a:cxn>
                <a:cxn ang="T48">
                  <a:pos x="T28" y="T29"/>
                </a:cxn>
                <a:cxn ang="T49">
                  <a:pos x="T30" y="T31"/>
                </a:cxn>
                <a:cxn ang="T50">
                  <a:pos x="T32" y="T33"/>
                </a:cxn>
              </a:cxnLst>
              <a:rect l="T51" t="T52" r="T53" b="T54"/>
              <a:pathLst>
                <a:path w="54" h="107">
                  <a:moveTo>
                    <a:pt x="0" y="54"/>
                  </a:moveTo>
                  <a:lnTo>
                    <a:pt x="0" y="0"/>
                  </a:lnTo>
                  <a:lnTo>
                    <a:pt x="12" y="3"/>
                  </a:lnTo>
                  <a:lnTo>
                    <a:pt x="23" y="7"/>
                  </a:lnTo>
                  <a:lnTo>
                    <a:pt x="33" y="13"/>
                  </a:lnTo>
                  <a:lnTo>
                    <a:pt x="41" y="22"/>
                  </a:lnTo>
                  <a:lnTo>
                    <a:pt x="48" y="31"/>
                  </a:lnTo>
                  <a:lnTo>
                    <a:pt x="52" y="43"/>
                  </a:lnTo>
                  <a:lnTo>
                    <a:pt x="54" y="54"/>
                  </a:lnTo>
                  <a:lnTo>
                    <a:pt x="52" y="66"/>
                  </a:lnTo>
                  <a:lnTo>
                    <a:pt x="48" y="78"/>
                  </a:lnTo>
                  <a:lnTo>
                    <a:pt x="41" y="87"/>
                  </a:lnTo>
                  <a:lnTo>
                    <a:pt x="33" y="96"/>
                  </a:lnTo>
                  <a:lnTo>
                    <a:pt x="23" y="102"/>
                  </a:lnTo>
                  <a:lnTo>
                    <a:pt x="12" y="106"/>
                  </a:lnTo>
                  <a:lnTo>
                    <a:pt x="0" y="107"/>
                  </a:lnTo>
                  <a:lnTo>
                    <a:pt x="0" y="54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88" name="Freeform 90">
              <a:extLst>
                <a:ext uri="{FF2B5EF4-FFF2-40B4-BE49-F238E27FC236}">
                  <a16:creationId xmlns:a16="http://schemas.microsoft.com/office/drawing/2014/main" id="{E1D6D4CF-14EA-5D5C-3C18-5F29A7F64F07}"/>
                </a:ext>
              </a:extLst>
            </p:cNvPr>
            <p:cNvSpPr>
              <a:spLocks/>
            </p:cNvSpPr>
            <p:nvPr/>
          </p:nvSpPr>
          <p:spPr bwMode="auto">
            <a:xfrm>
              <a:off x="2279" y="992"/>
              <a:ext cx="9" cy="18"/>
            </a:xfrm>
            <a:custGeom>
              <a:avLst/>
              <a:gdLst>
                <a:gd name="T0" fmla="*/ 0 w 54"/>
                <a:gd name="T1" fmla="*/ 0 h 107"/>
                <a:gd name="T2" fmla="*/ 0 w 54"/>
                <a:gd name="T3" fmla="*/ 0 h 107"/>
                <a:gd name="T4" fmla="*/ 0 w 54"/>
                <a:gd name="T5" fmla="*/ 0 h 107"/>
                <a:gd name="T6" fmla="*/ 0 w 54"/>
                <a:gd name="T7" fmla="*/ 0 h 107"/>
                <a:gd name="T8" fmla="*/ 0 w 54"/>
                <a:gd name="T9" fmla="*/ 0 h 107"/>
                <a:gd name="T10" fmla="*/ 0 w 54"/>
                <a:gd name="T11" fmla="*/ 0 h 107"/>
                <a:gd name="T12" fmla="*/ 0 w 54"/>
                <a:gd name="T13" fmla="*/ 0 h 107"/>
                <a:gd name="T14" fmla="*/ 0 w 54"/>
                <a:gd name="T15" fmla="*/ 0 h 107"/>
                <a:gd name="T16" fmla="*/ 0 w 54"/>
                <a:gd name="T17" fmla="*/ 0 h 107"/>
                <a:gd name="T18" fmla="*/ 0 w 54"/>
                <a:gd name="T19" fmla="*/ 0 h 107"/>
                <a:gd name="T20" fmla="*/ 0 w 54"/>
                <a:gd name="T21" fmla="*/ 0 h 107"/>
                <a:gd name="T22" fmla="*/ 0 w 54"/>
                <a:gd name="T23" fmla="*/ 0 h 107"/>
                <a:gd name="T24" fmla="*/ 0 w 54"/>
                <a:gd name="T25" fmla="*/ 0 h 107"/>
                <a:gd name="T26" fmla="*/ 0 w 54"/>
                <a:gd name="T27" fmla="*/ 0 h 107"/>
                <a:gd name="T28" fmla="*/ 0 w 54"/>
                <a:gd name="T29" fmla="*/ 0 h 107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w 54"/>
                <a:gd name="T46" fmla="*/ 0 h 107"/>
                <a:gd name="T47" fmla="*/ 54 w 54"/>
                <a:gd name="T48" fmla="*/ 107 h 107"/>
              </a:gdLst>
              <a:ahLst/>
              <a:cxnLst>
                <a:cxn ang="T30">
                  <a:pos x="T0" y="T1"/>
                </a:cxn>
                <a:cxn ang="T31">
                  <a:pos x="T2" y="T3"/>
                </a:cxn>
                <a:cxn ang="T32">
                  <a:pos x="T4" y="T5"/>
                </a:cxn>
                <a:cxn ang="T33">
                  <a:pos x="T6" y="T7"/>
                </a:cxn>
                <a:cxn ang="T34">
                  <a:pos x="T8" y="T9"/>
                </a:cxn>
                <a:cxn ang="T35">
                  <a:pos x="T10" y="T11"/>
                </a:cxn>
                <a:cxn ang="T36">
                  <a:pos x="T12" y="T13"/>
                </a:cxn>
                <a:cxn ang="T37">
                  <a:pos x="T14" y="T15"/>
                </a:cxn>
                <a:cxn ang="T38">
                  <a:pos x="T16" y="T17"/>
                </a:cxn>
                <a:cxn ang="T39">
                  <a:pos x="T18" y="T19"/>
                </a:cxn>
                <a:cxn ang="T40">
                  <a:pos x="T20" y="T21"/>
                </a:cxn>
                <a:cxn ang="T41">
                  <a:pos x="T22" y="T23"/>
                </a:cxn>
                <a:cxn ang="T42">
                  <a:pos x="T24" y="T25"/>
                </a:cxn>
                <a:cxn ang="T43">
                  <a:pos x="T26" y="T27"/>
                </a:cxn>
                <a:cxn ang="T44">
                  <a:pos x="T28" y="T29"/>
                </a:cxn>
              </a:cxnLst>
              <a:rect l="T45" t="T46" r="T47" b="T48"/>
              <a:pathLst>
                <a:path w="54" h="107">
                  <a:moveTo>
                    <a:pt x="0" y="0"/>
                  </a:moveTo>
                  <a:lnTo>
                    <a:pt x="12" y="3"/>
                  </a:lnTo>
                  <a:lnTo>
                    <a:pt x="23" y="7"/>
                  </a:lnTo>
                  <a:lnTo>
                    <a:pt x="33" y="13"/>
                  </a:lnTo>
                  <a:lnTo>
                    <a:pt x="41" y="22"/>
                  </a:lnTo>
                  <a:lnTo>
                    <a:pt x="48" y="31"/>
                  </a:lnTo>
                  <a:lnTo>
                    <a:pt x="52" y="43"/>
                  </a:lnTo>
                  <a:lnTo>
                    <a:pt x="54" y="54"/>
                  </a:lnTo>
                  <a:lnTo>
                    <a:pt x="52" y="66"/>
                  </a:lnTo>
                  <a:lnTo>
                    <a:pt x="48" y="78"/>
                  </a:lnTo>
                  <a:lnTo>
                    <a:pt x="41" y="87"/>
                  </a:lnTo>
                  <a:lnTo>
                    <a:pt x="33" y="96"/>
                  </a:lnTo>
                  <a:lnTo>
                    <a:pt x="23" y="102"/>
                  </a:lnTo>
                  <a:lnTo>
                    <a:pt x="12" y="106"/>
                  </a:lnTo>
                  <a:lnTo>
                    <a:pt x="0" y="107"/>
                  </a:lnTo>
                </a:path>
              </a:pathLst>
            </a:custGeom>
            <a:noFill/>
            <a:ln w="0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89" name="Freeform 91">
              <a:extLst>
                <a:ext uri="{FF2B5EF4-FFF2-40B4-BE49-F238E27FC236}">
                  <a16:creationId xmlns:a16="http://schemas.microsoft.com/office/drawing/2014/main" id="{6358475D-059D-B968-ABD1-2BADEC439C6A}"/>
                </a:ext>
              </a:extLst>
            </p:cNvPr>
            <p:cNvSpPr>
              <a:spLocks/>
            </p:cNvSpPr>
            <p:nvPr/>
          </p:nvSpPr>
          <p:spPr bwMode="auto">
            <a:xfrm>
              <a:off x="2062" y="992"/>
              <a:ext cx="217" cy="18"/>
            </a:xfrm>
            <a:custGeom>
              <a:avLst/>
              <a:gdLst>
                <a:gd name="T0" fmla="*/ 0 w 1300"/>
                <a:gd name="T1" fmla="*/ 0 h 107"/>
                <a:gd name="T2" fmla="*/ 0 w 1300"/>
                <a:gd name="T3" fmla="*/ 0 h 107"/>
                <a:gd name="T4" fmla="*/ 0 w 1300"/>
                <a:gd name="T5" fmla="*/ 0 h 107"/>
                <a:gd name="T6" fmla="*/ 0 w 1300"/>
                <a:gd name="T7" fmla="*/ 0 h 107"/>
                <a:gd name="T8" fmla="*/ 0 w 1300"/>
                <a:gd name="T9" fmla="*/ 0 h 107"/>
                <a:gd name="T10" fmla="*/ 0 w 1300"/>
                <a:gd name="T11" fmla="*/ 0 h 107"/>
                <a:gd name="T12" fmla="*/ 0 w 1300"/>
                <a:gd name="T13" fmla="*/ 0 h 107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1300"/>
                <a:gd name="T22" fmla="*/ 0 h 107"/>
                <a:gd name="T23" fmla="*/ 1300 w 1300"/>
                <a:gd name="T24" fmla="*/ 107 h 107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1300" h="107">
                  <a:moveTo>
                    <a:pt x="1300" y="107"/>
                  </a:moveTo>
                  <a:lnTo>
                    <a:pt x="1300" y="54"/>
                  </a:lnTo>
                  <a:lnTo>
                    <a:pt x="1300" y="0"/>
                  </a:lnTo>
                  <a:lnTo>
                    <a:pt x="0" y="0"/>
                  </a:lnTo>
                  <a:lnTo>
                    <a:pt x="0" y="54"/>
                  </a:lnTo>
                  <a:lnTo>
                    <a:pt x="0" y="107"/>
                  </a:lnTo>
                  <a:lnTo>
                    <a:pt x="1300" y="107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90" name="Freeform 92">
              <a:extLst>
                <a:ext uri="{FF2B5EF4-FFF2-40B4-BE49-F238E27FC236}">
                  <a16:creationId xmlns:a16="http://schemas.microsoft.com/office/drawing/2014/main" id="{3805EEBD-FE7F-33B4-742B-537C266904BB}"/>
                </a:ext>
              </a:extLst>
            </p:cNvPr>
            <p:cNvSpPr>
              <a:spLocks/>
            </p:cNvSpPr>
            <p:nvPr/>
          </p:nvSpPr>
          <p:spPr bwMode="auto">
            <a:xfrm>
              <a:off x="2062" y="992"/>
              <a:ext cx="217" cy="18"/>
            </a:xfrm>
            <a:custGeom>
              <a:avLst/>
              <a:gdLst>
                <a:gd name="T0" fmla="*/ 0 w 1300"/>
                <a:gd name="T1" fmla="*/ 0 h 107"/>
                <a:gd name="T2" fmla="*/ 0 w 1300"/>
                <a:gd name="T3" fmla="*/ 0 h 107"/>
                <a:gd name="T4" fmla="*/ 0 w 1300"/>
                <a:gd name="T5" fmla="*/ 0 h 107"/>
                <a:gd name="T6" fmla="*/ 0 w 1300"/>
                <a:gd name="T7" fmla="*/ 0 h 107"/>
                <a:gd name="T8" fmla="*/ 0 w 1300"/>
                <a:gd name="T9" fmla="*/ 0 h 107"/>
                <a:gd name="T10" fmla="*/ 0 w 1300"/>
                <a:gd name="T11" fmla="*/ 0 h 107"/>
                <a:gd name="T12" fmla="*/ 0 w 1300"/>
                <a:gd name="T13" fmla="*/ 0 h 107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1300"/>
                <a:gd name="T22" fmla="*/ 0 h 107"/>
                <a:gd name="T23" fmla="*/ 1300 w 1300"/>
                <a:gd name="T24" fmla="*/ 107 h 107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1300" h="107">
                  <a:moveTo>
                    <a:pt x="1300" y="107"/>
                  </a:moveTo>
                  <a:lnTo>
                    <a:pt x="1300" y="54"/>
                  </a:lnTo>
                  <a:lnTo>
                    <a:pt x="1300" y="0"/>
                  </a:lnTo>
                  <a:lnTo>
                    <a:pt x="0" y="0"/>
                  </a:lnTo>
                  <a:lnTo>
                    <a:pt x="0" y="54"/>
                  </a:lnTo>
                  <a:lnTo>
                    <a:pt x="0" y="107"/>
                  </a:lnTo>
                  <a:lnTo>
                    <a:pt x="1300" y="107"/>
                  </a:lnTo>
                  <a:close/>
                </a:path>
              </a:pathLst>
            </a:custGeom>
            <a:noFill/>
            <a:ln w="0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91" name="Freeform 93">
              <a:extLst>
                <a:ext uri="{FF2B5EF4-FFF2-40B4-BE49-F238E27FC236}">
                  <a16:creationId xmlns:a16="http://schemas.microsoft.com/office/drawing/2014/main" id="{DD6098B0-AC27-F2F5-8467-21EDAB29730B}"/>
                </a:ext>
              </a:extLst>
            </p:cNvPr>
            <p:cNvSpPr>
              <a:spLocks/>
            </p:cNvSpPr>
            <p:nvPr/>
          </p:nvSpPr>
          <p:spPr bwMode="auto">
            <a:xfrm>
              <a:off x="2053" y="992"/>
              <a:ext cx="9" cy="18"/>
            </a:xfrm>
            <a:custGeom>
              <a:avLst/>
              <a:gdLst>
                <a:gd name="T0" fmla="*/ 0 w 53"/>
                <a:gd name="T1" fmla="*/ 0 h 107"/>
                <a:gd name="T2" fmla="*/ 0 w 53"/>
                <a:gd name="T3" fmla="*/ 0 h 107"/>
                <a:gd name="T4" fmla="*/ 0 w 53"/>
                <a:gd name="T5" fmla="*/ 0 h 107"/>
                <a:gd name="T6" fmla="*/ 0 w 53"/>
                <a:gd name="T7" fmla="*/ 0 h 107"/>
                <a:gd name="T8" fmla="*/ 0 w 53"/>
                <a:gd name="T9" fmla="*/ 0 h 107"/>
                <a:gd name="T10" fmla="*/ 0 w 53"/>
                <a:gd name="T11" fmla="*/ 0 h 107"/>
                <a:gd name="T12" fmla="*/ 0 w 53"/>
                <a:gd name="T13" fmla="*/ 0 h 107"/>
                <a:gd name="T14" fmla="*/ 0 w 53"/>
                <a:gd name="T15" fmla="*/ 0 h 107"/>
                <a:gd name="T16" fmla="*/ 0 w 53"/>
                <a:gd name="T17" fmla="*/ 0 h 107"/>
                <a:gd name="T18" fmla="*/ 0 w 53"/>
                <a:gd name="T19" fmla="*/ 0 h 107"/>
                <a:gd name="T20" fmla="*/ 0 w 53"/>
                <a:gd name="T21" fmla="*/ 0 h 107"/>
                <a:gd name="T22" fmla="*/ 0 w 53"/>
                <a:gd name="T23" fmla="*/ 0 h 107"/>
                <a:gd name="T24" fmla="*/ 0 w 53"/>
                <a:gd name="T25" fmla="*/ 0 h 107"/>
                <a:gd name="T26" fmla="*/ 0 w 53"/>
                <a:gd name="T27" fmla="*/ 0 h 107"/>
                <a:gd name="T28" fmla="*/ 0 w 53"/>
                <a:gd name="T29" fmla="*/ 0 h 107"/>
                <a:gd name="T30" fmla="*/ 0 w 53"/>
                <a:gd name="T31" fmla="*/ 0 h 107"/>
                <a:gd name="T32" fmla="*/ 0 w 53"/>
                <a:gd name="T33" fmla="*/ 0 h 107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w 53"/>
                <a:gd name="T52" fmla="*/ 0 h 107"/>
                <a:gd name="T53" fmla="*/ 53 w 53"/>
                <a:gd name="T54" fmla="*/ 107 h 107"/>
              </a:gdLst>
              <a:ahLst/>
              <a:cxnLst>
                <a:cxn ang="T34">
                  <a:pos x="T0" y="T1"/>
                </a:cxn>
                <a:cxn ang="T35">
                  <a:pos x="T2" y="T3"/>
                </a:cxn>
                <a:cxn ang="T36">
                  <a:pos x="T4" y="T5"/>
                </a:cxn>
                <a:cxn ang="T37">
                  <a:pos x="T6" y="T7"/>
                </a:cxn>
                <a:cxn ang="T38">
                  <a:pos x="T8" y="T9"/>
                </a:cxn>
                <a:cxn ang="T39">
                  <a:pos x="T10" y="T11"/>
                </a:cxn>
                <a:cxn ang="T40">
                  <a:pos x="T12" y="T13"/>
                </a:cxn>
                <a:cxn ang="T41">
                  <a:pos x="T14" y="T15"/>
                </a:cxn>
                <a:cxn ang="T42">
                  <a:pos x="T16" y="T17"/>
                </a:cxn>
                <a:cxn ang="T43">
                  <a:pos x="T18" y="T19"/>
                </a:cxn>
                <a:cxn ang="T44">
                  <a:pos x="T20" y="T21"/>
                </a:cxn>
                <a:cxn ang="T45">
                  <a:pos x="T22" y="T23"/>
                </a:cxn>
                <a:cxn ang="T46">
                  <a:pos x="T24" y="T25"/>
                </a:cxn>
                <a:cxn ang="T47">
                  <a:pos x="T26" y="T27"/>
                </a:cxn>
                <a:cxn ang="T48">
                  <a:pos x="T28" y="T29"/>
                </a:cxn>
                <a:cxn ang="T49">
                  <a:pos x="T30" y="T31"/>
                </a:cxn>
                <a:cxn ang="T50">
                  <a:pos x="T32" y="T33"/>
                </a:cxn>
              </a:cxnLst>
              <a:rect l="T51" t="T52" r="T53" b="T54"/>
              <a:pathLst>
                <a:path w="53" h="107">
                  <a:moveTo>
                    <a:pt x="53" y="54"/>
                  </a:moveTo>
                  <a:lnTo>
                    <a:pt x="53" y="107"/>
                  </a:lnTo>
                  <a:lnTo>
                    <a:pt x="41" y="106"/>
                  </a:lnTo>
                  <a:lnTo>
                    <a:pt x="29" y="102"/>
                  </a:lnTo>
                  <a:lnTo>
                    <a:pt x="20" y="96"/>
                  </a:lnTo>
                  <a:lnTo>
                    <a:pt x="11" y="87"/>
                  </a:lnTo>
                  <a:lnTo>
                    <a:pt x="5" y="78"/>
                  </a:lnTo>
                  <a:lnTo>
                    <a:pt x="1" y="66"/>
                  </a:lnTo>
                  <a:lnTo>
                    <a:pt x="0" y="54"/>
                  </a:lnTo>
                  <a:lnTo>
                    <a:pt x="1" y="43"/>
                  </a:lnTo>
                  <a:lnTo>
                    <a:pt x="5" y="31"/>
                  </a:lnTo>
                  <a:lnTo>
                    <a:pt x="11" y="22"/>
                  </a:lnTo>
                  <a:lnTo>
                    <a:pt x="20" y="13"/>
                  </a:lnTo>
                  <a:lnTo>
                    <a:pt x="29" y="7"/>
                  </a:lnTo>
                  <a:lnTo>
                    <a:pt x="41" y="3"/>
                  </a:lnTo>
                  <a:lnTo>
                    <a:pt x="53" y="0"/>
                  </a:lnTo>
                  <a:lnTo>
                    <a:pt x="53" y="54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92" name="Freeform 94">
              <a:extLst>
                <a:ext uri="{FF2B5EF4-FFF2-40B4-BE49-F238E27FC236}">
                  <a16:creationId xmlns:a16="http://schemas.microsoft.com/office/drawing/2014/main" id="{2149056B-36EA-C3B1-60E7-4D4450525A0D}"/>
                </a:ext>
              </a:extLst>
            </p:cNvPr>
            <p:cNvSpPr>
              <a:spLocks/>
            </p:cNvSpPr>
            <p:nvPr/>
          </p:nvSpPr>
          <p:spPr bwMode="auto">
            <a:xfrm>
              <a:off x="2053" y="992"/>
              <a:ext cx="9" cy="18"/>
            </a:xfrm>
            <a:custGeom>
              <a:avLst/>
              <a:gdLst>
                <a:gd name="T0" fmla="*/ 0 w 53"/>
                <a:gd name="T1" fmla="*/ 0 h 107"/>
                <a:gd name="T2" fmla="*/ 0 w 53"/>
                <a:gd name="T3" fmla="*/ 0 h 107"/>
                <a:gd name="T4" fmla="*/ 0 w 53"/>
                <a:gd name="T5" fmla="*/ 0 h 107"/>
                <a:gd name="T6" fmla="*/ 0 w 53"/>
                <a:gd name="T7" fmla="*/ 0 h 107"/>
                <a:gd name="T8" fmla="*/ 0 w 53"/>
                <a:gd name="T9" fmla="*/ 0 h 107"/>
                <a:gd name="T10" fmla="*/ 0 w 53"/>
                <a:gd name="T11" fmla="*/ 0 h 107"/>
                <a:gd name="T12" fmla="*/ 0 w 53"/>
                <a:gd name="T13" fmla="*/ 0 h 107"/>
                <a:gd name="T14" fmla="*/ 0 w 53"/>
                <a:gd name="T15" fmla="*/ 0 h 107"/>
                <a:gd name="T16" fmla="*/ 0 w 53"/>
                <a:gd name="T17" fmla="*/ 0 h 107"/>
                <a:gd name="T18" fmla="*/ 0 w 53"/>
                <a:gd name="T19" fmla="*/ 0 h 107"/>
                <a:gd name="T20" fmla="*/ 0 w 53"/>
                <a:gd name="T21" fmla="*/ 0 h 107"/>
                <a:gd name="T22" fmla="*/ 0 w 53"/>
                <a:gd name="T23" fmla="*/ 0 h 107"/>
                <a:gd name="T24" fmla="*/ 0 w 53"/>
                <a:gd name="T25" fmla="*/ 0 h 107"/>
                <a:gd name="T26" fmla="*/ 0 w 53"/>
                <a:gd name="T27" fmla="*/ 0 h 107"/>
                <a:gd name="T28" fmla="*/ 0 w 53"/>
                <a:gd name="T29" fmla="*/ 0 h 107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w 53"/>
                <a:gd name="T46" fmla="*/ 0 h 107"/>
                <a:gd name="T47" fmla="*/ 53 w 53"/>
                <a:gd name="T48" fmla="*/ 107 h 107"/>
              </a:gdLst>
              <a:ahLst/>
              <a:cxnLst>
                <a:cxn ang="T30">
                  <a:pos x="T0" y="T1"/>
                </a:cxn>
                <a:cxn ang="T31">
                  <a:pos x="T2" y="T3"/>
                </a:cxn>
                <a:cxn ang="T32">
                  <a:pos x="T4" y="T5"/>
                </a:cxn>
                <a:cxn ang="T33">
                  <a:pos x="T6" y="T7"/>
                </a:cxn>
                <a:cxn ang="T34">
                  <a:pos x="T8" y="T9"/>
                </a:cxn>
                <a:cxn ang="T35">
                  <a:pos x="T10" y="T11"/>
                </a:cxn>
                <a:cxn ang="T36">
                  <a:pos x="T12" y="T13"/>
                </a:cxn>
                <a:cxn ang="T37">
                  <a:pos x="T14" y="T15"/>
                </a:cxn>
                <a:cxn ang="T38">
                  <a:pos x="T16" y="T17"/>
                </a:cxn>
                <a:cxn ang="T39">
                  <a:pos x="T18" y="T19"/>
                </a:cxn>
                <a:cxn ang="T40">
                  <a:pos x="T20" y="T21"/>
                </a:cxn>
                <a:cxn ang="T41">
                  <a:pos x="T22" y="T23"/>
                </a:cxn>
                <a:cxn ang="T42">
                  <a:pos x="T24" y="T25"/>
                </a:cxn>
                <a:cxn ang="T43">
                  <a:pos x="T26" y="T27"/>
                </a:cxn>
                <a:cxn ang="T44">
                  <a:pos x="T28" y="T29"/>
                </a:cxn>
              </a:cxnLst>
              <a:rect l="T45" t="T46" r="T47" b="T48"/>
              <a:pathLst>
                <a:path w="53" h="107">
                  <a:moveTo>
                    <a:pt x="53" y="107"/>
                  </a:moveTo>
                  <a:lnTo>
                    <a:pt x="41" y="106"/>
                  </a:lnTo>
                  <a:lnTo>
                    <a:pt x="29" y="102"/>
                  </a:lnTo>
                  <a:lnTo>
                    <a:pt x="20" y="96"/>
                  </a:lnTo>
                  <a:lnTo>
                    <a:pt x="11" y="87"/>
                  </a:lnTo>
                  <a:lnTo>
                    <a:pt x="5" y="78"/>
                  </a:lnTo>
                  <a:lnTo>
                    <a:pt x="1" y="66"/>
                  </a:lnTo>
                  <a:lnTo>
                    <a:pt x="0" y="54"/>
                  </a:lnTo>
                  <a:lnTo>
                    <a:pt x="1" y="43"/>
                  </a:lnTo>
                  <a:lnTo>
                    <a:pt x="5" y="31"/>
                  </a:lnTo>
                  <a:lnTo>
                    <a:pt x="11" y="22"/>
                  </a:lnTo>
                  <a:lnTo>
                    <a:pt x="20" y="13"/>
                  </a:lnTo>
                  <a:lnTo>
                    <a:pt x="29" y="7"/>
                  </a:lnTo>
                  <a:lnTo>
                    <a:pt x="41" y="3"/>
                  </a:lnTo>
                  <a:lnTo>
                    <a:pt x="53" y="0"/>
                  </a:lnTo>
                </a:path>
              </a:pathLst>
            </a:custGeom>
            <a:noFill/>
            <a:ln w="0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93" name="Freeform 95">
              <a:extLst>
                <a:ext uri="{FF2B5EF4-FFF2-40B4-BE49-F238E27FC236}">
                  <a16:creationId xmlns:a16="http://schemas.microsoft.com/office/drawing/2014/main" id="{DC28D84D-89BE-5899-1017-FF14CAE3EE33}"/>
                </a:ext>
              </a:extLst>
            </p:cNvPr>
            <p:cNvSpPr>
              <a:spLocks/>
            </p:cNvSpPr>
            <p:nvPr/>
          </p:nvSpPr>
          <p:spPr bwMode="auto">
            <a:xfrm>
              <a:off x="1349" y="1124"/>
              <a:ext cx="18" cy="9"/>
            </a:xfrm>
            <a:custGeom>
              <a:avLst/>
              <a:gdLst>
                <a:gd name="T0" fmla="*/ 0 w 107"/>
                <a:gd name="T1" fmla="*/ 0 h 54"/>
                <a:gd name="T2" fmla="*/ 0 w 107"/>
                <a:gd name="T3" fmla="*/ 0 h 54"/>
                <a:gd name="T4" fmla="*/ 0 w 107"/>
                <a:gd name="T5" fmla="*/ 0 h 54"/>
                <a:gd name="T6" fmla="*/ 0 w 107"/>
                <a:gd name="T7" fmla="*/ 0 h 54"/>
                <a:gd name="T8" fmla="*/ 0 w 107"/>
                <a:gd name="T9" fmla="*/ 0 h 54"/>
                <a:gd name="T10" fmla="*/ 0 w 107"/>
                <a:gd name="T11" fmla="*/ 0 h 54"/>
                <a:gd name="T12" fmla="*/ 0 w 107"/>
                <a:gd name="T13" fmla="*/ 0 h 54"/>
                <a:gd name="T14" fmla="*/ 0 w 107"/>
                <a:gd name="T15" fmla="*/ 0 h 54"/>
                <a:gd name="T16" fmla="*/ 0 w 107"/>
                <a:gd name="T17" fmla="*/ 0 h 54"/>
                <a:gd name="T18" fmla="*/ 0 w 107"/>
                <a:gd name="T19" fmla="*/ 0 h 54"/>
                <a:gd name="T20" fmla="*/ 0 w 107"/>
                <a:gd name="T21" fmla="*/ 0 h 54"/>
                <a:gd name="T22" fmla="*/ 0 w 107"/>
                <a:gd name="T23" fmla="*/ 0 h 54"/>
                <a:gd name="T24" fmla="*/ 0 w 107"/>
                <a:gd name="T25" fmla="*/ 0 h 54"/>
                <a:gd name="T26" fmla="*/ 0 w 107"/>
                <a:gd name="T27" fmla="*/ 0 h 54"/>
                <a:gd name="T28" fmla="*/ 0 w 107"/>
                <a:gd name="T29" fmla="*/ 0 h 54"/>
                <a:gd name="T30" fmla="*/ 0 w 107"/>
                <a:gd name="T31" fmla="*/ 0 h 54"/>
                <a:gd name="T32" fmla="*/ 0 w 107"/>
                <a:gd name="T33" fmla="*/ 0 h 54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w 107"/>
                <a:gd name="T52" fmla="*/ 0 h 54"/>
                <a:gd name="T53" fmla="*/ 107 w 107"/>
                <a:gd name="T54" fmla="*/ 54 h 54"/>
              </a:gdLst>
              <a:ahLst/>
              <a:cxnLst>
                <a:cxn ang="T34">
                  <a:pos x="T0" y="T1"/>
                </a:cxn>
                <a:cxn ang="T35">
                  <a:pos x="T2" y="T3"/>
                </a:cxn>
                <a:cxn ang="T36">
                  <a:pos x="T4" y="T5"/>
                </a:cxn>
                <a:cxn ang="T37">
                  <a:pos x="T6" y="T7"/>
                </a:cxn>
                <a:cxn ang="T38">
                  <a:pos x="T8" y="T9"/>
                </a:cxn>
                <a:cxn ang="T39">
                  <a:pos x="T10" y="T11"/>
                </a:cxn>
                <a:cxn ang="T40">
                  <a:pos x="T12" y="T13"/>
                </a:cxn>
                <a:cxn ang="T41">
                  <a:pos x="T14" y="T15"/>
                </a:cxn>
                <a:cxn ang="T42">
                  <a:pos x="T16" y="T17"/>
                </a:cxn>
                <a:cxn ang="T43">
                  <a:pos x="T18" y="T19"/>
                </a:cxn>
                <a:cxn ang="T44">
                  <a:pos x="T20" y="T21"/>
                </a:cxn>
                <a:cxn ang="T45">
                  <a:pos x="T22" y="T23"/>
                </a:cxn>
                <a:cxn ang="T46">
                  <a:pos x="T24" y="T25"/>
                </a:cxn>
                <a:cxn ang="T47">
                  <a:pos x="T26" y="T27"/>
                </a:cxn>
                <a:cxn ang="T48">
                  <a:pos x="T28" y="T29"/>
                </a:cxn>
                <a:cxn ang="T49">
                  <a:pos x="T30" y="T31"/>
                </a:cxn>
                <a:cxn ang="T50">
                  <a:pos x="T32" y="T33"/>
                </a:cxn>
              </a:cxnLst>
              <a:rect l="T51" t="T52" r="T53" b="T54"/>
              <a:pathLst>
                <a:path w="107" h="54">
                  <a:moveTo>
                    <a:pt x="53" y="54"/>
                  </a:moveTo>
                  <a:lnTo>
                    <a:pt x="0" y="54"/>
                  </a:lnTo>
                  <a:lnTo>
                    <a:pt x="1" y="43"/>
                  </a:lnTo>
                  <a:lnTo>
                    <a:pt x="5" y="31"/>
                  </a:lnTo>
                  <a:lnTo>
                    <a:pt x="12" y="21"/>
                  </a:lnTo>
                  <a:lnTo>
                    <a:pt x="20" y="13"/>
                  </a:lnTo>
                  <a:lnTo>
                    <a:pt x="30" y="7"/>
                  </a:lnTo>
                  <a:lnTo>
                    <a:pt x="41" y="2"/>
                  </a:lnTo>
                  <a:lnTo>
                    <a:pt x="53" y="0"/>
                  </a:lnTo>
                  <a:lnTo>
                    <a:pt x="65" y="2"/>
                  </a:lnTo>
                  <a:lnTo>
                    <a:pt x="76" y="7"/>
                  </a:lnTo>
                  <a:lnTo>
                    <a:pt x="86" y="13"/>
                  </a:lnTo>
                  <a:lnTo>
                    <a:pt x="94" y="21"/>
                  </a:lnTo>
                  <a:lnTo>
                    <a:pt x="101" y="31"/>
                  </a:lnTo>
                  <a:lnTo>
                    <a:pt x="105" y="43"/>
                  </a:lnTo>
                  <a:lnTo>
                    <a:pt x="107" y="54"/>
                  </a:lnTo>
                  <a:lnTo>
                    <a:pt x="53" y="54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94" name="Freeform 96">
              <a:extLst>
                <a:ext uri="{FF2B5EF4-FFF2-40B4-BE49-F238E27FC236}">
                  <a16:creationId xmlns:a16="http://schemas.microsoft.com/office/drawing/2014/main" id="{F884E9AA-465A-EECC-5A99-6BA68E748DB5}"/>
                </a:ext>
              </a:extLst>
            </p:cNvPr>
            <p:cNvSpPr>
              <a:spLocks/>
            </p:cNvSpPr>
            <p:nvPr/>
          </p:nvSpPr>
          <p:spPr bwMode="auto">
            <a:xfrm>
              <a:off x="1349" y="1124"/>
              <a:ext cx="18" cy="9"/>
            </a:xfrm>
            <a:custGeom>
              <a:avLst/>
              <a:gdLst>
                <a:gd name="T0" fmla="*/ 0 w 107"/>
                <a:gd name="T1" fmla="*/ 0 h 54"/>
                <a:gd name="T2" fmla="*/ 0 w 107"/>
                <a:gd name="T3" fmla="*/ 0 h 54"/>
                <a:gd name="T4" fmla="*/ 0 w 107"/>
                <a:gd name="T5" fmla="*/ 0 h 54"/>
                <a:gd name="T6" fmla="*/ 0 w 107"/>
                <a:gd name="T7" fmla="*/ 0 h 54"/>
                <a:gd name="T8" fmla="*/ 0 w 107"/>
                <a:gd name="T9" fmla="*/ 0 h 54"/>
                <a:gd name="T10" fmla="*/ 0 w 107"/>
                <a:gd name="T11" fmla="*/ 0 h 54"/>
                <a:gd name="T12" fmla="*/ 0 w 107"/>
                <a:gd name="T13" fmla="*/ 0 h 54"/>
                <a:gd name="T14" fmla="*/ 0 w 107"/>
                <a:gd name="T15" fmla="*/ 0 h 54"/>
                <a:gd name="T16" fmla="*/ 0 w 107"/>
                <a:gd name="T17" fmla="*/ 0 h 54"/>
                <a:gd name="T18" fmla="*/ 0 w 107"/>
                <a:gd name="T19" fmla="*/ 0 h 54"/>
                <a:gd name="T20" fmla="*/ 0 w 107"/>
                <a:gd name="T21" fmla="*/ 0 h 54"/>
                <a:gd name="T22" fmla="*/ 0 w 107"/>
                <a:gd name="T23" fmla="*/ 0 h 54"/>
                <a:gd name="T24" fmla="*/ 0 w 107"/>
                <a:gd name="T25" fmla="*/ 0 h 54"/>
                <a:gd name="T26" fmla="*/ 0 w 107"/>
                <a:gd name="T27" fmla="*/ 0 h 54"/>
                <a:gd name="T28" fmla="*/ 0 w 107"/>
                <a:gd name="T29" fmla="*/ 0 h 54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w 107"/>
                <a:gd name="T46" fmla="*/ 0 h 54"/>
                <a:gd name="T47" fmla="*/ 107 w 107"/>
                <a:gd name="T48" fmla="*/ 54 h 54"/>
              </a:gdLst>
              <a:ahLst/>
              <a:cxnLst>
                <a:cxn ang="T30">
                  <a:pos x="T0" y="T1"/>
                </a:cxn>
                <a:cxn ang="T31">
                  <a:pos x="T2" y="T3"/>
                </a:cxn>
                <a:cxn ang="T32">
                  <a:pos x="T4" y="T5"/>
                </a:cxn>
                <a:cxn ang="T33">
                  <a:pos x="T6" y="T7"/>
                </a:cxn>
                <a:cxn ang="T34">
                  <a:pos x="T8" y="T9"/>
                </a:cxn>
                <a:cxn ang="T35">
                  <a:pos x="T10" y="T11"/>
                </a:cxn>
                <a:cxn ang="T36">
                  <a:pos x="T12" y="T13"/>
                </a:cxn>
                <a:cxn ang="T37">
                  <a:pos x="T14" y="T15"/>
                </a:cxn>
                <a:cxn ang="T38">
                  <a:pos x="T16" y="T17"/>
                </a:cxn>
                <a:cxn ang="T39">
                  <a:pos x="T18" y="T19"/>
                </a:cxn>
                <a:cxn ang="T40">
                  <a:pos x="T20" y="T21"/>
                </a:cxn>
                <a:cxn ang="T41">
                  <a:pos x="T22" y="T23"/>
                </a:cxn>
                <a:cxn ang="T42">
                  <a:pos x="T24" y="T25"/>
                </a:cxn>
                <a:cxn ang="T43">
                  <a:pos x="T26" y="T27"/>
                </a:cxn>
                <a:cxn ang="T44">
                  <a:pos x="T28" y="T29"/>
                </a:cxn>
              </a:cxnLst>
              <a:rect l="T45" t="T46" r="T47" b="T48"/>
              <a:pathLst>
                <a:path w="107" h="54">
                  <a:moveTo>
                    <a:pt x="0" y="54"/>
                  </a:moveTo>
                  <a:lnTo>
                    <a:pt x="1" y="43"/>
                  </a:lnTo>
                  <a:lnTo>
                    <a:pt x="5" y="31"/>
                  </a:lnTo>
                  <a:lnTo>
                    <a:pt x="12" y="21"/>
                  </a:lnTo>
                  <a:lnTo>
                    <a:pt x="20" y="13"/>
                  </a:lnTo>
                  <a:lnTo>
                    <a:pt x="30" y="7"/>
                  </a:lnTo>
                  <a:lnTo>
                    <a:pt x="41" y="2"/>
                  </a:lnTo>
                  <a:lnTo>
                    <a:pt x="53" y="0"/>
                  </a:lnTo>
                  <a:lnTo>
                    <a:pt x="65" y="2"/>
                  </a:lnTo>
                  <a:lnTo>
                    <a:pt x="76" y="7"/>
                  </a:lnTo>
                  <a:lnTo>
                    <a:pt x="86" y="13"/>
                  </a:lnTo>
                  <a:lnTo>
                    <a:pt x="94" y="21"/>
                  </a:lnTo>
                  <a:lnTo>
                    <a:pt x="101" y="31"/>
                  </a:lnTo>
                  <a:lnTo>
                    <a:pt x="105" y="43"/>
                  </a:lnTo>
                  <a:lnTo>
                    <a:pt x="107" y="54"/>
                  </a:lnTo>
                </a:path>
              </a:pathLst>
            </a:custGeom>
            <a:noFill/>
            <a:ln w="0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95" name="Freeform 97">
              <a:extLst>
                <a:ext uri="{FF2B5EF4-FFF2-40B4-BE49-F238E27FC236}">
                  <a16:creationId xmlns:a16="http://schemas.microsoft.com/office/drawing/2014/main" id="{51C98F38-7E52-7BF4-9D2B-589EC1B157C8}"/>
                </a:ext>
              </a:extLst>
            </p:cNvPr>
            <p:cNvSpPr>
              <a:spLocks/>
            </p:cNvSpPr>
            <p:nvPr/>
          </p:nvSpPr>
          <p:spPr bwMode="auto">
            <a:xfrm>
              <a:off x="1349" y="1133"/>
              <a:ext cx="18" cy="339"/>
            </a:xfrm>
            <a:custGeom>
              <a:avLst/>
              <a:gdLst>
                <a:gd name="T0" fmla="*/ 0 w 107"/>
                <a:gd name="T1" fmla="*/ 0 h 2033"/>
                <a:gd name="T2" fmla="*/ 0 w 107"/>
                <a:gd name="T3" fmla="*/ 0 h 2033"/>
                <a:gd name="T4" fmla="*/ 0 w 107"/>
                <a:gd name="T5" fmla="*/ 0 h 2033"/>
                <a:gd name="T6" fmla="*/ 0 w 107"/>
                <a:gd name="T7" fmla="*/ 0 h 2033"/>
                <a:gd name="T8" fmla="*/ 0 w 107"/>
                <a:gd name="T9" fmla="*/ 0 h 2033"/>
                <a:gd name="T10" fmla="*/ 0 w 107"/>
                <a:gd name="T11" fmla="*/ 0 h 2033"/>
                <a:gd name="T12" fmla="*/ 0 w 107"/>
                <a:gd name="T13" fmla="*/ 0 h 2033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107"/>
                <a:gd name="T22" fmla="*/ 0 h 2033"/>
                <a:gd name="T23" fmla="*/ 107 w 107"/>
                <a:gd name="T24" fmla="*/ 2033 h 2033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107" h="2033">
                  <a:moveTo>
                    <a:pt x="107" y="0"/>
                  </a:moveTo>
                  <a:lnTo>
                    <a:pt x="53" y="0"/>
                  </a:lnTo>
                  <a:lnTo>
                    <a:pt x="0" y="0"/>
                  </a:lnTo>
                  <a:lnTo>
                    <a:pt x="0" y="2033"/>
                  </a:lnTo>
                  <a:lnTo>
                    <a:pt x="53" y="2033"/>
                  </a:lnTo>
                  <a:lnTo>
                    <a:pt x="107" y="2033"/>
                  </a:lnTo>
                  <a:lnTo>
                    <a:pt x="107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96" name="Freeform 98">
              <a:extLst>
                <a:ext uri="{FF2B5EF4-FFF2-40B4-BE49-F238E27FC236}">
                  <a16:creationId xmlns:a16="http://schemas.microsoft.com/office/drawing/2014/main" id="{F69C2D84-98C8-579F-02FB-5681C2EBA080}"/>
                </a:ext>
              </a:extLst>
            </p:cNvPr>
            <p:cNvSpPr>
              <a:spLocks/>
            </p:cNvSpPr>
            <p:nvPr/>
          </p:nvSpPr>
          <p:spPr bwMode="auto">
            <a:xfrm>
              <a:off x="1349" y="1133"/>
              <a:ext cx="18" cy="339"/>
            </a:xfrm>
            <a:custGeom>
              <a:avLst/>
              <a:gdLst>
                <a:gd name="T0" fmla="*/ 0 w 107"/>
                <a:gd name="T1" fmla="*/ 0 h 2033"/>
                <a:gd name="T2" fmla="*/ 0 w 107"/>
                <a:gd name="T3" fmla="*/ 0 h 2033"/>
                <a:gd name="T4" fmla="*/ 0 w 107"/>
                <a:gd name="T5" fmla="*/ 0 h 2033"/>
                <a:gd name="T6" fmla="*/ 0 w 107"/>
                <a:gd name="T7" fmla="*/ 0 h 2033"/>
                <a:gd name="T8" fmla="*/ 0 w 107"/>
                <a:gd name="T9" fmla="*/ 0 h 2033"/>
                <a:gd name="T10" fmla="*/ 0 w 107"/>
                <a:gd name="T11" fmla="*/ 0 h 2033"/>
                <a:gd name="T12" fmla="*/ 0 w 107"/>
                <a:gd name="T13" fmla="*/ 0 h 2033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107"/>
                <a:gd name="T22" fmla="*/ 0 h 2033"/>
                <a:gd name="T23" fmla="*/ 107 w 107"/>
                <a:gd name="T24" fmla="*/ 2033 h 2033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107" h="2033">
                  <a:moveTo>
                    <a:pt x="107" y="0"/>
                  </a:moveTo>
                  <a:lnTo>
                    <a:pt x="53" y="0"/>
                  </a:lnTo>
                  <a:lnTo>
                    <a:pt x="0" y="0"/>
                  </a:lnTo>
                  <a:lnTo>
                    <a:pt x="0" y="2033"/>
                  </a:lnTo>
                  <a:lnTo>
                    <a:pt x="53" y="2033"/>
                  </a:lnTo>
                  <a:lnTo>
                    <a:pt x="107" y="2033"/>
                  </a:lnTo>
                  <a:lnTo>
                    <a:pt x="107" y="0"/>
                  </a:lnTo>
                  <a:close/>
                </a:path>
              </a:pathLst>
            </a:custGeom>
            <a:noFill/>
            <a:ln w="0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97" name="Freeform 99">
              <a:extLst>
                <a:ext uri="{FF2B5EF4-FFF2-40B4-BE49-F238E27FC236}">
                  <a16:creationId xmlns:a16="http://schemas.microsoft.com/office/drawing/2014/main" id="{56B05505-EECA-0D27-2260-DF4FD3F566F1}"/>
                </a:ext>
              </a:extLst>
            </p:cNvPr>
            <p:cNvSpPr>
              <a:spLocks/>
            </p:cNvSpPr>
            <p:nvPr/>
          </p:nvSpPr>
          <p:spPr bwMode="auto">
            <a:xfrm>
              <a:off x="1349" y="1472"/>
              <a:ext cx="18" cy="9"/>
            </a:xfrm>
            <a:custGeom>
              <a:avLst/>
              <a:gdLst>
                <a:gd name="T0" fmla="*/ 0 w 107"/>
                <a:gd name="T1" fmla="*/ 0 h 53"/>
                <a:gd name="T2" fmla="*/ 0 w 107"/>
                <a:gd name="T3" fmla="*/ 0 h 53"/>
                <a:gd name="T4" fmla="*/ 0 w 107"/>
                <a:gd name="T5" fmla="*/ 0 h 53"/>
                <a:gd name="T6" fmla="*/ 0 w 107"/>
                <a:gd name="T7" fmla="*/ 0 h 53"/>
                <a:gd name="T8" fmla="*/ 0 w 107"/>
                <a:gd name="T9" fmla="*/ 0 h 53"/>
                <a:gd name="T10" fmla="*/ 0 w 107"/>
                <a:gd name="T11" fmla="*/ 0 h 53"/>
                <a:gd name="T12" fmla="*/ 0 w 107"/>
                <a:gd name="T13" fmla="*/ 0 h 53"/>
                <a:gd name="T14" fmla="*/ 0 w 107"/>
                <a:gd name="T15" fmla="*/ 0 h 53"/>
                <a:gd name="T16" fmla="*/ 0 w 107"/>
                <a:gd name="T17" fmla="*/ 0 h 53"/>
                <a:gd name="T18" fmla="*/ 0 w 107"/>
                <a:gd name="T19" fmla="*/ 0 h 53"/>
                <a:gd name="T20" fmla="*/ 0 w 107"/>
                <a:gd name="T21" fmla="*/ 0 h 53"/>
                <a:gd name="T22" fmla="*/ 0 w 107"/>
                <a:gd name="T23" fmla="*/ 0 h 53"/>
                <a:gd name="T24" fmla="*/ 0 w 107"/>
                <a:gd name="T25" fmla="*/ 0 h 53"/>
                <a:gd name="T26" fmla="*/ 0 w 107"/>
                <a:gd name="T27" fmla="*/ 0 h 53"/>
                <a:gd name="T28" fmla="*/ 0 w 107"/>
                <a:gd name="T29" fmla="*/ 0 h 53"/>
                <a:gd name="T30" fmla="*/ 0 w 107"/>
                <a:gd name="T31" fmla="*/ 0 h 53"/>
                <a:gd name="T32" fmla="*/ 0 w 107"/>
                <a:gd name="T33" fmla="*/ 0 h 53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w 107"/>
                <a:gd name="T52" fmla="*/ 0 h 53"/>
                <a:gd name="T53" fmla="*/ 107 w 107"/>
                <a:gd name="T54" fmla="*/ 53 h 53"/>
              </a:gdLst>
              <a:ahLst/>
              <a:cxnLst>
                <a:cxn ang="T34">
                  <a:pos x="T0" y="T1"/>
                </a:cxn>
                <a:cxn ang="T35">
                  <a:pos x="T2" y="T3"/>
                </a:cxn>
                <a:cxn ang="T36">
                  <a:pos x="T4" y="T5"/>
                </a:cxn>
                <a:cxn ang="T37">
                  <a:pos x="T6" y="T7"/>
                </a:cxn>
                <a:cxn ang="T38">
                  <a:pos x="T8" y="T9"/>
                </a:cxn>
                <a:cxn ang="T39">
                  <a:pos x="T10" y="T11"/>
                </a:cxn>
                <a:cxn ang="T40">
                  <a:pos x="T12" y="T13"/>
                </a:cxn>
                <a:cxn ang="T41">
                  <a:pos x="T14" y="T15"/>
                </a:cxn>
                <a:cxn ang="T42">
                  <a:pos x="T16" y="T17"/>
                </a:cxn>
                <a:cxn ang="T43">
                  <a:pos x="T18" y="T19"/>
                </a:cxn>
                <a:cxn ang="T44">
                  <a:pos x="T20" y="T21"/>
                </a:cxn>
                <a:cxn ang="T45">
                  <a:pos x="T22" y="T23"/>
                </a:cxn>
                <a:cxn ang="T46">
                  <a:pos x="T24" y="T25"/>
                </a:cxn>
                <a:cxn ang="T47">
                  <a:pos x="T26" y="T27"/>
                </a:cxn>
                <a:cxn ang="T48">
                  <a:pos x="T28" y="T29"/>
                </a:cxn>
                <a:cxn ang="T49">
                  <a:pos x="T30" y="T31"/>
                </a:cxn>
                <a:cxn ang="T50">
                  <a:pos x="T32" y="T33"/>
                </a:cxn>
              </a:cxnLst>
              <a:rect l="T51" t="T52" r="T53" b="T54"/>
              <a:pathLst>
                <a:path w="107" h="53">
                  <a:moveTo>
                    <a:pt x="53" y="0"/>
                  </a:moveTo>
                  <a:lnTo>
                    <a:pt x="107" y="0"/>
                  </a:lnTo>
                  <a:lnTo>
                    <a:pt x="105" y="12"/>
                  </a:lnTo>
                  <a:lnTo>
                    <a:pt x="101" y="24"/>
                  </a:lnTo>
                  <a:lnTo>
                    <a:pt x="94" y="33"/>
                  </a:lnTo>
                  <a:lnTo>
                    <a:pt x="86" y="42"/>
                  </a:lnTo>
                  <a:lnTo>
                    <a:pt x="76" y="48"/>
                  </a:lnTo>
                  <a:lnTo>
                    <a:pt x="65" y="52"/>
                  </a:lnTo>
                  <a:lnTo>
                    <a:pt x="53" y="53"/>
                  </a:lnTo>
                  <a:lnTo>
                    <a:pt x="41" y="52"/>
                  </a:lnTo>
                  <a:lnTo>
                    <a:pt x="30" y="48"/>
                  </a:lnTo>
                  <a:lnTo>
                    <a:pt x="20" y="42"/>
                  </a:lnTo>
                  <a:lnTo>
                    <a:pt x="12" y="33"/>
                  </a:lnTo>
                  <a:lnTo>
                    <a:pt x="5" y="24"/>
                  </a:lnTo>
                  <a:lnTo>
                    <a:pt x="1" y="12"/>
                  </a:lnTo>
                  <a:lnTo>
                    <a:pt x="0" y="0"/>
                  </a:lnTo>
                  <a:lnTo>
                    <a:pt x="53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98" name="Freeform 100">
              <a:extLst>
                <a:ext uri="{FF2B5EF4-FFF2-40B4-BE49-F238E27FC236}">
                  <a16:creationId xmlns:a16="http://schemas.microsoft.com/office/drawing/2014/main" id="{54961947-0124-B9CB-4C65-A0B637524C09}"/>
                </a:ext>
              </a:extLst>
            </p:cNvPr>
            <p:cNvSpPr>
              <a:spLocks/>
            </p:cNvSpPr>
            <p:nvPr/>
          </p:nvSpPr>
          <p:spPr bwMode="auto">
            <a:xfrm>
              <a:off x="1349" y="1472"/>
              <a:ext cx="18" cy="9"/>
            </a:xfrm>
            <a:custGeom>
              <a:avLst/>
              <a:gdLst>
                <a:gd name="T0" fmla="*/ 0 w 107"/>
                <a:gd name="T1" fmla="*/ 0 h 53"/>
                <a:gd name="T2" fmla="*/ 0 w 107"/>
                <a:gd name="T3" fmla="*/ 0 h 53"/>
                <a:gd name="T4" fmla="*/ 0 w 107"/>
                <a:gd name="T5" fmla="*/ 0 h 53"/>
                <a:gd name="T6" fmla="*/ 0 w 107"/>
                <a:gd name="T7" fmla="*/ 0 h 53"/>
                <a:gd name="T8" fmla="*/ 0 w 107"/>
                <a:gd name="T9" fmla="*/ 0 h 53"/>
                <a:gd name="T10" fmla="*/ 0 w 107"/>
                <a:gd name="T11" fmla="*/ 0 h 53"/>
                <a:gd name="T12" fmla="*/ 0 w 107"/>
                <a:gd name="T13" fmla="*/ 0 h 53"/>
                <a:gd name="T14" fmla="*/ 0 w 107"/>
                <a:gd name="T15" fmla="*/ 0 h 53"/>
                <a:gd name="T16" fmla="*/ 0 w 107"/>
                <a:gd name="T17" fmla="*/ 0 h 53"/>
                <a:gd name="T18" fmla="*/ 0 w 107"/>
                <a:gd name="T19" fmla="*/ 0 h 53"/>
                <a:gd name="T20" fmla="*/ 0 w 107"/>
                <a:gd name="T21" fmla="*/ 0 h 53"/>
                <a:gd name="T22" fmla="*/ 0 w 107"/>
                <a:gd name="T23" fmla="*/ 0 h 53"/>
                <a:gd name="T24" fmla="*/ 0 w 107"/>
                <a:gd name="T25" fmla="*/ 0 h 53"/>
                <a:gd name="T26" fmla="*/ 0 w 107"/>
                <a:gd name="T27" fmla="*/ 0 h 53"/>
                <a:gd name="T28" fmla="*/ 0 w 107"/>
                <a:gd name="T29" fmla="*/ 0 h 53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w 107"/>
                <a:gd name="T46" fmla="*/ 0 h 53"/>
                <a:gd name="T47" fmla="*/ 107 w 107"/>
                <a:gd name="T48" fmla="*/ 53 h 53"/>
              </a:gdLst>
              <a:ahLst/>
              <a:cxnLst>
                <a:cxn ang="T30">
                  <a:pos x="T0" y="T1"/>
                </a:cxn>
                <a:cxn ang="T31">
                  <a:pos x="T2" y="T3"/>
                </a:cxn>
                <a:cxn ang="T32">
                  <a:pos x="T4" y="T5"/>
                </a:cxn>
                <a:cxn ang="T33">
                  <a:pos x="T6" y="T7"/>
                </a:cxn>
                <a:cxn ang="T34">
                  <a:pos x="T8" y="T9"/>
                </a:cxn>
                <a:cxn ang="T35">
                  <a:pos x="T10" y="T11"/>
                </a:cxn>
                <a:cxn ang="T36">
                  <a:pos x="T12" y="T13"/>
                </a:cxn>
                <a:cxn ang="T37">
                  <a:pos x="T14" y="T15"/>
                </a:cxn>
                <a:cxn ang="T38">
                  <a:pos x="T16" y="T17"/>
                </a:cxn>
                <a:cxn ang="T39">
                  <a:pos x="T18" y="T19"/>
                </a:cxn>
                <a:cxn ang="T40">
                  <a:pos x="T20" y="T21"/>
                </a:cxn>
                <a:cxn ang="T41">
                  <a:pos x="T22" y="T23"/>
                </a:cxn>
                <a:cxn ang="T42">
                  <a:pos x="T24" y="T25"/>
                </a:cxn>
                <a:cxn ang="T43">
                  <a:pos x="T26" y="T27"/>
                </a:cxn>
                <a:cxn ang="T44">
                  <a:pos x="T28" y="T29"/>
                </a:cxn>
              </a:cxnLst>
              <a:rect l="T45" t="T46" r="T47" b="T48"/>
              <a:pathLst>
                <a:path w="107" h="53">
                  <a:moveTo>
                    <a:pt x="107" y="0"/>
                  </a:moveTo>
                  <a:lnTo>
                    <a:pt x="105" y="12"/>
                  </a:lnTo>
                  <a:lnTo>
                    <a:pt x="101" y="24"/>
                  </a:lnTo>
                  <a:lnTo>
                    <a:pt x="94" y="33"/>
                  </a:lnTo>
                  <a:lnTo>
                    <a:pt x="86" y="42"/>
                  </a:lnTo>
                  <a:lnTo>
                    <a:pt x="76" y="48"/>
                  </a:lnTo>
                  <a:lnTo>
                    <a:pt x="65" y="52"/>
                  </a:lnTo>
                  <a:lnTo>
                    <a:pt x="53" y="53"/>
                  </a:lnTo>
                  <a:lnTo>
                    <a:pt x="41" y="52"/>
                  </a:lnTo>
                  <a:lnTo>
                    <a:pt x="30" y="48"/>
                  </a:lnTo>
                  <a:lnTo>
                    <a:pt x="20" y="42"/>
                  </a:lnTo>
                  <a:lnTo>
                    <a:pt x="12" y="33"/>
                  </a:lnTo>
                  <a:lnTo>
                    <a:pt x="5" y="24"/>
                  </a:lnTo>
                  <a:lnTo>
                    <a:pt x="1" y="12"/>
                  </a:lnTo>
                  <a:lnTo>
                    <a:pt x="0" y="0"/>
                  </a:lnTo>
                </a:path>
              </a:pathLst>
            </a:custGeom>
            <a:noFill/>
            <a:ln w="0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99" name="Freeform 101">
              <a:extLst>
                <a:ext uri="{FF2B5EF4-FFF2-40B4-BE49-F238E27FC236}">
                  <a16:creationId xmlns:a16="http://schemas.microsoft.com/office/drawing/2014/main" id="{CAE3743D-1688-B900-C3D5-B9BA2944267B}"/>
                </a:ext>
              </a:extLst>
            </p:cNvPr>
            <p:cNvSpPr>
              <a:spLocks/>
            </p:cNvSpPr>
            <p:nvPr/>
          </p:nvSpPr>
          <p:spPr bwMode="auto">
            <a:xfrm>
              <a:off x="1162" y="1463"/>
              <a:ext cx="18" cy="9"/>
            </a:xfrm>
            <a:custGeom>
              <a:avLst/>
              <a:gdLst>
                <a:gd name="T0" fmla="*/ 0 w 107"/>
                <a:gd name="T1" fmla="*/ 0 h 54"/>
                <a:gd name="T2" fmla="*/ 0 w 107"/>
                <a:gd name="T3" fmla="*/ 0 h 54"/>
                <a:gd name="T4" fmla="*/ 0 w 107"/>
                <a:gd name="T5" fmla="*/ 0 h 54"/>
                <a:gd name="T6" fmla="*/ 0 w 107"/>
                <a:gd name="T7" fmla="*/ 0 h 54"/>
                <a:gd name="T8" fmla="*/ 0 w 107"/>
                <a:gd name="T9" fmla="*/ 0 h 54"/>
                <a:gd name="T10" fmla="*/ 0 w 107"/>
                <a:gd name="T11" fmla="*/ 0 h 54"/>
                <a:gd name="T12" fmla="*/ 0 w 107"/>
                <a:gd name="T13" fmla="*/ 0 h 54"/>
                <a:gd name="T14" fmla="*/ 0 w 107"/>
                <a:gd name="T15" fmla="*/ 0 h 54"/>
                <a:gd name="T16" fmla="*/ 0 w 107"/>
                <a:gd name="T17" fmla="*/ 0 h 54"/>
                <a:gd name="T18" fmla="*/ 0 w 107"/>
                <a:gd name="T19" fmla="*/ 0 h 54"/>
                <a:gd name="T20" fmla="*/ 0 w 107"/>
                <a:gd name="T21" fmla="*/ 0 h 54"/>
                <a:gd name="T22" fmla="*/ 0 w 107"/>
                <a:gd name="T23" fmla="*/ 0 h 54"/>
                <a:gd name="T24" fmla="*/ 0 w 107"/>
                <a:gd name="T25" fmla="*/ 0 h 54"/>
                <a:gd name="T26" fmla="*/ 0 w 107"/>
                <a:gd name="T27" fmla="*/ 0 h 54"/>
                <a:gd name="T28" fmla="*/ 0 w 107"/>
                <a:gd name="T29" fmla="*/ 0 h 54"/>
                <a:gd name="T30" fmla="*/ 0 w 107"/>
                <a:gd name="T31" fmla="*/ 0 h 54"/>
                <a:gd name="T32" fmla="*/ 0 w 107"/>
                <a:gd name="T33" fmla="*/ 0 h 54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w 107"/>
                <a:gd name="T52" fmla="*/ 0 h 54"/>
                <a:gd name="T53" fmla="*/ 107 w 107"/>
                <a:gd name="T54" fmla="*/ 54 h 54"/>
              </a:gdLst>
              <a:ahLst/>
              <a:cxnLst>
                <a:cxn ang="T34">
                  <a:pos x="T0" y="T1"/>
                </a:cxn>
                <a:cxn ang="T35">
                  <a:pos x="T2" y="T3"/>
                </a:cxn>
                <a:cxn ang="T36">
                  <a:pos x="T4" y="T5"/>
                </a:cxn>
                <a:cxn ang="T37">
                  <a:pos x="T6" y="T7"/>
                </a:cxn>
                <a:cxn ang="T38">
                  <a:pos x="T8" y="T9"/>
                </a:cxn>
                <a:cxn ang="T39">
                  <a:pos x="T10" y="T11"/>
                </a:cxn>
                <a:cxn ang="T40">
                  <a:pos x="T12" y="T13"/>
                </a:cxn>
                <a:cxn ang="T41">
                  <a:pos x="T14" y="T15"/>
                </a:cxn>
                <a:cxn ang="T42">
                  <a:pos x="T16" y="T17"/>
                </a:cxn>
                <a:cxn ang="T43">
                  <a:pos x="T18" y="T19"/>
                </a:cxn>
                <a:cxn ang="T44">
                  <a:pos x="T20" y="T21"/>
                </a:cxn>
                <a:cxn ang="T45">
                  <a:pos x="T22" y="T23"/>
                </a:cxn>
                <a:cxn ang="T46">
                  <a:pos x="T24" y="T25"/>
                </a:cxn>
                <a:cxn ang="T47">
                  <a:pos x="T26" y="T27"/>
                </a:cxn>
                <a:cxn ang="T48">
                  <a:pos x="T28" y="T29"/>
                </a:cxn>
                <a:cxn ang="T49">
                  <a:pos x="T30" y="T31"/>
                </a:cxn>
                <a:cxn ang="T50">
                  <a:pos x="T32" y="T33"/>
                </a:cxn>
              </a:cxnLst>
              <a:rect l="T51" t="T52" r="T53" b="T54"/>
              <a:pathLst>
                <a:path w="107" h="54">
                  <a:moveTo>
                    <a:pt x="53" y="54"/>
                  </a:moveTo>
                  <a:lnTo>
                    <a:pt x="0" y="54"/>
                  </a:lnTo>
                  <a:lnTo>
                    <a:pt x="1" y="43"/>
                  </a:lnTo>
                  <a:lnTo>
                    <a:pt x="5" y="31"/>
                  </a:lnTo>
                  <a:lnTo>
                    <a:pt x="11" y="21"/>
                  </a:lnTo>
                  <a:lnTo>
                    <a:pt x="20" y="13"/>
                  </a:lnTo>
                  <a:lnTo>
                    <a:pt x="29" y="7"/>
                  </a:lnTo>
                  <a:lnTo>
                    <a:pt x="41" y="2"/>
                  </a:lnTo>
                  <a:lnTo>
                    <a:pt x="53" y="0"/>
                  </a:lnTo>
                  <a:lnTo>
                    <a:pt x="64" y="2"/>
                  </a:lnTo>
                  <a:lnTo>
                    <a:pt x="76" y="7"/>
                  </a:lnTo>
                  <a:lnTo>
                    <a:pt x="85" y="13"/>
                  </a:lnTo>
                  <a:lnTo>
                    <a:pt x="94" y="21"/>
                  </a:lnTo>
                  <a:lnTo>
                    <a:pt x="100" y="31"/>
                  </a:lnTo>
                  <a:lnTo>
                    <a:pt x="105" y="43"/>
                  </a:lnTo>
                  <a:lnTo>
                    <a:pt x="107" y="54"/>
                  </a:lnTo>
                  <a:lnTo>
                    <a:pt x="53" y="54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00" name="Freeform 102">
              <a:extLst>
                <a:ext uri="{FF2B5EF4-FFF2-40B4-BE49-F238E27FC236}">
                  <a16:creationId xmlns:a16="http://schemas.microsoft.com/office/drawing/2014/main" id="{CA3C5E83-ECA2-A1E8-9CBD-24060264B703}"/>
                </a:ext>
              </a:extLst>
            </p:cNvPr>
            <p:cNvSpPr>
              <a:spLocks/>
            </p:cNvSpPr>
            <p:nvPr/>
          </p:nvSpPr>
          <p:spPr bwMode="auto">
            <a:xfrm>
              <a:off x="1162" y="1463"/>
              <a:ext cx="18" cy="9"/>
            </a:xfrm>
            <a:custGeom>
              <a:avLst/>
              <a:gdLst>
                <a:gd name="T0" fmla="*/ 0 w 107"/>
                <a:gd name="T1" fmla="*/ 0 h 54"/>
                <a:gd name="T2" fmla="*/ 0 w 107"/>
                <a:gd name="T3" fmla="*/ 0 h 54"/>
                <a:gd name="T4" fmla="*/ 0 w 107"/>
                <a:gd name="T5" fmla="*/ 0 h 54"/>
                <a:gd name="T6" fmla="*/ 0 w 107"/>
                <a:gd name="T7" fmla="*/ 0 h 54"/>
                <a:gd name="T8" fmla="*/ 0 w 107"/>
                <a:gd name="T9" fmla="*/ 0 h 54"/>
                <a:gd name="T10" fmla="*/ 0 w 107"/>
                <a:gd name="T11" fmla="*/ 0 h 54"/>
                <a:gd name="T12" fmla="*/ 0 w 107"/>
                <a:gd name="T13" fmla="*/ 0 h 54"/>
                <a:gd name="T14" fmla="*/ 0 w 107"/>
                <a:gd name="T15" fmla="*/ 0 h 54"/>
                <a:gd name="T16" fmla="*/ 0 w 107"/>
                <a:gd name="T17" fmla="*/ 0 h 54"/>
                <a:gd name="T18" fmla="*/ 0 w 107"/>
                <a:gd name="T19" fmla="*/ 0 h 54"/>
                <a:gd name="T20" fmla="*/ 0 w 107"/>
                <a:gd name="T21" fmla="*/ 0 h 54"/>
                <a:gd name="T22" fmla="*/ 0 w 107"/>
                <a:gd name="T23" fmla="*/ 0 h 54"/>
                <a:gd name="T24" fmla="*/ 0 w 107"/>
                <a:gd name="T25" fmla="*/ 0 h 54"/>
                <a:gd name="T26" fmla="*/ 0 w 107"/>
                <a:gd name="T27" fmla="*/ 0 h 54"/>
                <a:gd name="T28" fmla="*/ 0 w 107"/>
                <a:gd name="T29" fmla="*/ 0 h 54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w 107"/>
                <a:gd name="T46" fmla="*/ 0 h 54"/>
                <a:gd name="T47" fmla="*/ 107 w 107"/>
                <a:gd name="T48" fmla="*/ 54 h 54"/>
              </a:gdLst>
              <a:ahLst/>
              <a:cxnLst>
                <a:cxn ang="T30">
                  <a:pos x="T0" y="T1"/>
                </a:cxn>
                <a:cxn ang="T31">
                  <a:pos x="T2" y="T3"/>
                </a:cxn>
                <a:cxn ang="T32">
                  <a:pos x="T4" y="T5"/>
                </a:cxn>
                <a:cxn ang="T33">
                  <a:pos x="T6" y="T7"/>
                </a:cxn>
                <a:cxn ang="T34">
                  <a:pos x="T8" y="T9"/>
                </a:cxn>
                <a:cxn ang="T35">
                  <a:pos x="T10" y="T11"/>
                </a:cxn>
                <a:cxn ang="T36">
                  <a:pos x="T12" y="T13"/>
                </a:cxn>
                <a:cxn ang="T37">
                  <a:pos x="T14" y="T15"/>
                </a:cxn>
                <a:cxn ang="T38">
                  <a:pos x="T16" y="T17"/>
                </a:cxn>
                <a:cxn ang="T39">
                  <a:pos x="T18" y="T19"/>
                </a:cxn>
                <a:cxn ang="T40">
                  <a:pos x="T20" y="T21"/>
                </a:cxn>
                <a:cxn ang="T41">
                  <a:pos x="T22" y="T23"/>
                </a:cxn>
                <a:cxn ang="T42">
                  <a:pos x="T24" y="T25"/>
                </a:cxn>
                <a:cxn ang="T43">
                  <a:pos x="T26" y="T27"/>
                </a:cxn>
                <a:cxn ang="T44">
                  <a:pos x="T28" y="T29"/>
                </a:cxn>
              </a:cxnLst>
              <a:rect l="T45" t="T46" r="T47" b="T48"/>
              <a:pathLst>
                <a:path w="107" h="54">
                  <a:moveTo>
                    <a:pt x="0" y="54"/>
                  </a:moveTo>
                  <a:lnTo>
                    <a:pt x="1" y="43"/>
                  </a:lnTo>
                  <a:lnTo>
                    <a:pt x="5" y="31"/>
                  </a:lnTo>
                  <a:lnTo>
                    <a:pt x="11" y="21"/>
                  </a:lnTo>
                  <a:lnTo>
                    <a:pt x="20" y="13"/>
                  </a:lnTo>
                  <a:lnTo>
                    <a:pt x="29" y="7"/>
                  </a:lnTo>
                  <a:lnTo>
                    <a:pt x="41" y="2"/>
                  </a:lnTo>
                  <a:lnTo>
                    <a:pt x="53" y="0"/>
                  </a:lnTo>
                  <a:lnTo>
                    <a:pt x="64" y="2"/>
                  </a:lnTo>
                  <a:lnTo>
                    <a:pt x="76" y="7"/>
                  </a:lnTo>
                  <a:lnTo>
                    <a:pt x="85" y="13"/>
                  </a:lnTo>
                  <a:lnTo>
                    <a:pt x="94" y="21"/>
                  </a:lnTo>
                  <a:lnTo>
                    <a:pt x="100" y="31"/>
                  </a:lnTo>
                  <a:lnTo>
                    <a:pt x="105" y="43"/>
                  </a:lnTo>
                  <a:lnTo>
                    <a:pt x="107" y="54"/>
                  </a:lnTo>
                </a:path>
              </a:pathLst>
            </a:custGeom>
            <a:noFill/>
            <a:ln w="0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01" name="Freeform 103">
              <a:extLst>
                <a:ext uri="{FF2B5EF4-FFF2-40B4-BE49-F238E27FC236}">
                  <a16:creationId xmlns:a16="http://schemas.microsoft.com/office/drawing/2014/main" id="{59A8FF6A-0120-0093-636A-D94FE04FFB3C}"/>
                </a:ext>
              </a:extLst>
            </p:cNvPr>
            <p:cNvSpPr>
              <a:spLocks/>
            </p:cNvSpPr>
            <p:nvPr/>
          </p:nvSpPr>
          <p:spPr bwMode="auto">
            <a:xfrm>
              <a:off x="1162" y="1472"/>
              <a:ext cx="18" cy="252"/>
            </a:xfrm>
            <a:custGeom>
              <a:avLst/>
              <a:gdLst>
                <a:gd name="T0" fmla="*/ 0 w 107"/>
                <a:gd name="T1" fmla="*/ 0 h 1511"/>
                <a:gd name="T2" fmla="*/ 0 w 107"/>
                <a:gd name="T3" fmla="*/ 0 h 1511"/>
                <a:gd name="T4" fmla="*/ 0 w 107"/>
                <a:gd name="T5" fmla="*/ 0 h 1511"/>
                <a:gd name="T6" fmla="*/ 0 w 107"/>
                <a:gd name="T7" fmla="*/ 0 h 1511"/>
                <a:gd name="T8" fmla="*/ 0 w 107"/>
                <a:gd name="T9" fmla="*/ 0 h 1511"/>
                <a:gd name="T10" fmla="*/ 0 w 107"/>
                <a:gd name="T11" fmla="*/ 0 h 1511"/>
                <a:gd name="T12" fmla="*/ 0 w 107"/>
                <a:gd name="T13" fmla="*/ 0 h 1511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107"/>
                <a:gd name="T22" fmla="*/ 0 h 1511"/>
                <a:gd name="T23" fmla="*/ 107 w 107"/>
                <a:gd name="T24" fmla="*/ 1511 h 1511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107" h="1511">
                  <a:moveTo>
                    <a:pt x="107" y="0"/>
                  </a:moveTo>
                  <a:lnTo>
                    <a:pt x="53" y="0"/>
                  </a:lnTo>
                  <a:lnTo>
                    <a:pt x="0" y="0"/>
                  </a:lnTo>
                  <a:lnTo>
                    <a:pt x="0" y="1511"/>
                  </a:lnTo>
                  <a:lnTo>
                    <a:pt x="53" y="1511"/>
                  </a:lnTo>
                  <a:lnTo>
                    <a:pt x="107" y="1511"/>
                  </a:lnTo>
                  <a:lnTo>
                    <a:pt x="107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02" name="Freeform 104">
              <a:extLst>
                <a:ext uri="{FF2B5EF4-FFF2-40B4-BE49-F238E27FC236}">
                  <a16:creationId xmlns:a16="http://schemas.microsoft.com/office/drawing/2014/main" id="{FD88B713-4338-5F55-49EE-327273BC6FF9}"/>
                </a:ext>
              </a:extLst>
            </p:cNvPr>
            <p:cNvSpPr>
              <a:spLocks/>
            </p:cNvSpPr>
            <p:nvPr/>
          </p:nvSpPr>
          <p:spPr bwMode="auto">
            <a:xfrm>
              <a:off x="1162" y="1472"/>
              <a:ext cx="18" cy="252"/>
            </a:xfrm>
            <a:custGeom>
              <a:avLst/>
              <a:gdLst>
                <a:gd name="T0" fmla="*/ 0 w 107"/>
                <a:gd name="T1" fmla="*/ 0 h 1511"/>
                <a:gd name="T2" fmla="*/ 0 w 107"/>
                <a:gd name="T3" fmla="*/ 0 h 1511"/>
                <a:gd name="T4" fmla="*/ 0 w 107"/>
                <a:gd name="T5" fmla="*/ 0 h 1511"/>
                <a:gd name="T6" fmla="*/ 0 w 107"/>
                <a:gd name="T7" fmla="*/ 0 h 1511"/>
                <a:gd name="T8" fmla="*/ 0 w 107"/>
                <a:gd name="T9" fmla="*/ 0 h 1511"/>
                <a:gd name="T10" fmla="*/ 0 w 107"/>
                <a:gd name="T11" fmla="*/ 0 h 1511"/>
                <a:gd name="T12" fmla="*/ 0 w 107"/>
                <a:gd name="T13" fmla="*/ 0 h 1511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107"/>
                <a:gd name="T22" fmla="*/ 0 h 1511"/>
                <a:gd name="T23" fmla="*/ 107 w 107"/>
                <a:gd name="T24" fmla="*/ 1511 h 1511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107" h="1511">
                  <a:moveTo>
                    <a:pt x="107" y="0"/>
                  </a:moveTo>
                  <a:lnTo>
                    <a:pt x="53" y="0"/>
                  </a:lnTo>
                  <a:lnTo>
                    <a:pt x="0" y="0"/>
                  </a:lnTo>
                  <a:lnTo>
                    <a:pt x="0" y="1511"/>
                  </a:lnTo>
                  <a:lnTo>
                    <a:pt x="53" y="1511"/>
                  </a:lnTo>
                  <a:lnTo>
                    <a:pt x="107" y="1511"/>
                  </a:lnTo>
                  <a:lnTo>
                    <a:pt x="107" y="0"/>
                  </a:lnTo>
                  <a:close/>
                </a:path>
              </a:pathLst>
            </a:custGeom>
            <a:noFill/>
            <a:ln w="0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03" name="Freeform 105">
              <a:extLst>
                <a:ext uri="{FF2B5EF4-FFF2-40B4-BE49-F238E27FC236}">
                  <a16:creationId xmlns:a16="http://schemas.microsoft.com/office/drawing/2014/main" id="{B79B8756-E162-5C0F-7CF1-C09052BFBD0C}"/>
                </a:ext>
              </a:extLst>
            </p:cNvPr>
            <p:cNvSpPr>
              <a:spLocks/>
            </p:cNvSpPr>
            <p:nvPr/>
          </p:nvSpPr>
          <p:spPr bwMode="auto">
            <a:xfrm>
              <a:off x="1162" y="1724"/>
              <a:ext cx="18" cy="8"/>
            </a:xfrm>
            <a:custGeom>
              <a:avLst/>
              <a:gdLst>
                <a:gd name="T0" fmla="*/ 0 w 107"/>
                <a:gd name="T1" fmla="*/ 0 h 53"/>
                <a:gd name="T2" fmla="*/ 0 w 107"/>
                <a:gd name="T3" fmla="*/ 0 h 53"/>
                <a:gd name="T4" fmla="*/ 0 w 107"/>
                <a:gd name="T5" fmla="*/ 0 h 53"/>
                <a:gd name="T6" fmla="*/ 0 w 107"/>
                <a:gd name="T7" fmla="*/ 0 h 53"/>
                <a:gd name="T8" fmla="*/ 0 w 107"/>
                <a:gd name="T9" fmla="*/ 0 h 53"/>
                <a:gd name="T10" fmla="*/ 0 w 107"/>
                <a:gd name="T11" fmla="*/ 0 h 53"/>
                <a:gd name="T12" fmla="*/ 0 w 107"/>
                <a:gd name="T13" fmla="*/ 0 h 53"/>
                <a:gd name="T14" fmla="*/ 0 w 107"/>
                <a:gd name="T15" fmla="*/ 0 h 53"/>
                <a:gd name="T16" fmla="*/ 0 w 107"/>
                <a:gd name="T17" fmla="*/ 0 h 53"/>
                <a:gd name="T18" fmla="*/ 0 w 107"/>
                <a:gd name="T19" fmla="*/ 0 h 53"/>
                <a:gd name="T20" fmla="*/ 0 w 107"/>
                <a:gd name="T21" fmla="*/ 0 h 53"/>
                <a:gd name="T22" fmla="*/ 0 w 107"/>
                <a:gd name="T23" fmla="*/ 0 h 53"/>
                <a:gd name="T24" fmla="*/ 0 w 107"/>
                <a:gd name="T25" fmla="*/ 0 h 53"/>
                <a:gd name="T26" fmla="*/ 0 w 107"/>
                <a:gd name="T27" fmla="*/ 0 h 53"/>
                <a:gd name="T28" fmla="*/ 0 w 107"/>
                <a:gd name="T29" fmla="*/ 0 h 53"/>
                <a:gd name="T30" fmla="*/ 0 w 107"/>
                <a:gd name="T31" fmla="*/ 0 h 53"/>
                <a:gd name="T32" fmla="*/ 0 w 107"/>
                <a:gd name="T33" fmla="*/ 0 h 53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w 107"/>
                <a:gd name="T52" fmla="*/ 0 h 53"/>
                <a:gd name="T53" fmla="*/ 107 w 107"/>
                <a:gd name="T54" fmla="*/ 53 h 53"/>
              </a:gdLst>
              <a:ahLst/>
              <a:cxnLst>
                <a:cxn ang="T34">
                  <a:pos x="T0" y="T1"/>
                </a:cxn>
                <a:cxn ang="T35">
                  <a:pos x="T2" y="T3"/>
                </a:cxn>
                <a:cxn ang="T36">
                  <a:pos x="T4" y="T5"/>
                </a:cxn>
                <a:cxn ang="T37">
                  <a:pos x="T6" y="T7"/>
                </a:cxn>
                <a:cxn ang="T38">
                  <a:pos x="T8" y="T9"/>
                </a:cxn>
                <a:cxn ang="T39">
                  <a:pos x="T10" y="T11"/>
                </a:cxn>
                <a:cxn ang="T40">
                  <a:pos x="T12" y="T13"/>
                </a:cxn>
                <a:cxn ang="T41">
                  <a:pos x="T14" y="T15"/>
                </a:cxn>
                <a:cxn ang="T42">
                  <a:pos x="T16" y="T17"/>
                </a:cxn>
                <a:cxn ang="T43">
                  <a:pos x="T18" y="T19"/>
                </a:cxn>
                <a:cxn ang="T44">
                  <a:pos x="T20" y="T21"/>
                </a:cxn>
                <a:cxn ang="T45">
                  <a:pos x="T22" y="T23"/>
                </a:cxn>
                <a:cxn ang="T46">
                  <a:pos x="T24" y="T25"/>
                </a:cxn>
                <a:cxn ang="T47">
                  <a:pos x="T26" y="T27"/>
                </a:cxn>
                <a:cxn ang="T48">
                  <a:pos x="T28" y="T29"/>
                </a:cxn>
                <a:cxn ang="T49">
                  <a:pos x="T30" y="T31"/>
                </a:cxn>
                <a:cxn ang="T50">
                  <a:pos x="T32" y="T33"/>
                </a:cxn>
              </a:cxnLst>
              <a:rect l="T51" t="T52" r="T53" b="T54"/>
              <a:pathLst>
                <a:path w="107" h="53">
                  <a:moveTo>
                    <a:pt x="53" y="0"/>
                  </a:moveTo>
                  <a:lnTo>
                    <a:pt x="107" y="0"/>
                  </a:lnTo>
                  <a:lnTo>
                    <a:pt x="105" y="12"/>
                  </a:lnTo>
                  <a:lnTo>
                    <a:pt x="100" y="23"/>
                  </a:lnTo>
                  <a:lnTo>
                    <a:pt x="94" y="33"/>
                  </a:lnTo>
                  <a:lnTo>
                    <a:pt x="85" y="41"/>
                  </a:lnTo>
                  <a:lnTo>
                    <a:pt x="76" y="48"/>
                  </a:lnTo>
                  <a:lnTo>
                    <a:pt x="64" y="52"/>
                  </a:lnTo>
                  <a:lnTo>
                    <a:pt x="53" y="53"/>
                  </a:lnTo>
                  <a:lnTo>
                    <a:pt x="41" y="52"/>
                  </a:lnTo>
                  <a:lnTo>
                    <a:pt x="29" y="48"/>
                  </a:lnTo>
                  <a:lnTo>
                    <a:pt x="20" y="41"/>
                  </a:lnTo>
                  <a:lnTo>
                    <a:pt x="11" y="33"/>
                  </a:lnTo>
                  <a:lnTo>
                    <a:pt x="5" y="23"/>
                  </a:lnTo>
                  <a:lnTo>
                    <a:pt x="1" y="12"/>
                  </a:lnTo>
                  <a:lnTo>
                    <a:pt x="0" y="0"/>
                  </a:lnTo>
                  <a:lnTo>
                    <a:pt x="53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04" name="Freeform 106">
              <a:extLst>
                <a:ext uri="{FF2B5EF4-FFF2-40B4-BE49-F238E27FC236}">
                  <a16:creationId xmlns:a16="http://schemas.microsoft.com/office/drawing/2014/main" id="{681BD9C1-5F84-2518-D169-2E1AC545DDCE}"/>
                </a:ext>
              </a:extLst>
            </p:cNvPr>
            <p:cNvSpPr>
              <a:spLocks/>
            </p:cNvSpPr>
            <p:nvPr/>
          </p:nvSpPr>
          <p:spPr bwMode="auto">
            <a:xfrm>
              <a:off x="1162" y="1724"/>
              <a:ext cx="18" cy="8"/>
            </a:xfrm>
            <a:custGeom>
              <a:avLst/>
              <a:gdLst>
                <a:gd name="T0" fmla="*/ 0 w 107"/>
                <a:gd name="T1" fmla="*/ 0 h 53"/>
                <a:gd name="T2" fmla="*/ 0 w 107"/>
                <a:gd name="T3" fmla="*/ 0 h 53"/>
                <a:gd name="T4" fmla="*/ 0 w 107"/>
                <a:gd name="T5" fmla="*/ 0 h 53"/>
                <a:gd name="T6" fmla="*/ 0 w 107"/>
                <a:gd name="T7" fmla="*/ 0 h 53"/>
                <a:gd name="T8" fmla="*/ 0 w 107"/>
                <a:gd name="T9" fmla="*/ 0 h 53"/>
                <a:gd name="T10" fmla="*/ 0 w 107"/>
                <a:gd name="T11" fmla="*/ 0 h 53"/>
                <a:gd name="T12" fmla="*/ 0 w 107"/>
                <a:gd name="T13" fmla="*/ 0 h 53"/>
                <a:gd name="T14" fmla="*/ 0 w 107"/>
                <a:gd name="T15" fmla="*/ 0 h 53"/>
                <a:gd name="T16" fmla="*/ 0 w 107"/>
                <a:gd name="T17" fmla="*/ 0 h 53"/>
                <a:gd name="T18" fmla="*/ 0 w 107"/>
                <a:gd name="T19" fmla="*/ 0 h 53"/>
                <a:gd name="T20" fmla="*/ 0 w 107"/>
                <a:gd name="T21" fmla="*/ 0 h 53"/>
                <a:gd name="T22" fmla="*/ 0 w 107"/>
                <a:gd name="T23" fmla="*/ 0 h 53"/>
                <a:gd name="T24" fmla="*/ 0 w 107"/>
                <a:gd name="T25" fmla="*/ 0 h 53"/>
                <a:gd name="T26" fmla="*/ 0 w 107"/>
                <a:gd name="T27" fmla="*/ 0 h 53"/>
                <a:gd name="T28" fmla="*/ 0 w 107"/>
                <a:gd name="T29" fmla="*/ 0 h 53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w 107"/>
                <a:gd name="T46" fmla="*/ 0 h 53"/>
                <a:gd name="T47" fmla="*/ 107 w 107"/>
                <a:gd name="T48" fmla="*/ 53 h 53"/>
              </a:gdLst>
              <a:ahLst/>
              <a:cxnLst>
                <a:cxn ang="T30">
                  <a:pos x="T0" y="T1"/>
                </a:cxn>
                <a:cxn ang="T31">
                  <a:pos x="T2" y="T3"/>
                </a:cxn>
                <a:cxn ang="T32">
                  <a:pos x="T4" y="T5"/>
                </a:cxn>
                <a:cxn ang="T33">
                  <a:pos x="T6" y="T7"/>
                </a:cxn>
                <a:cxn ang="T34">
                  <a:pos x="T8" y="T9"/>
                </a:cxn>
                <a:cxn ang="T35">
                  <a:pos x="T10" y="T11"/>
                </a:cxn>
                <a:cxn ang="T36">
                  <a:pos x="T12" y="T13"/>
                </a:cxn>
                <a:cxn ang="T37">
                  <a:pos x="T14" y="T15"/>
                </a:cxn>
                <a:cxn ang="T38">
                  <a:pos x="T16" y="T17"/>
                </a:cxn>
                <a:cxn ang="T39">
                  <a:pos x="T18" y="T19"/>
                </a:cxn>
                <a:cxn ang="T40">
                  <a:pos x="T20" y="T21"/>
                </a:cxn>
                <a:cxn ang="T41">
                  <a:pos x="T22" y="T23"/>
                </a:cxn>
                <a:cxn ang="T42">
                  <a:pos x="T24" y="T25"/>
                </a:cxn>
                <a:cxn ang="T43">
                  <a:pos x="T26" y="T27"/>
                </a:cxn>
                <a:cxn ang="T44">
                  <a:pos x="T28" y="T29"/>
                </a:cxn>
              </a:cxnLst>
              <a:rect l="T45" t="T46" r="T47" b="T48"/>
              <a:pathLst>
                <a:path w="107" h="53">
                  <a:moveTo>
                    <a:pt x="107" y="0"/>
                  </a:moveTo>
                  <a:lnTo>
                    <a:pt x="105" y="12"/>
                  </a:lnTo>
                  <a:lnTo>
                    <a:pt x="100" y="23"/>
                  </a:lnTo>
                  <a:lnTo>
                    <a:pt x="94" y="33"/>
                  </a:lnTo>
                  <a:lnTo>
                    <a:pt x="85" y="41"/>
                  </a:lnTo>
                  <a:lnTo>
                    <a:pt x="76" y="48"/>
                  </a:lnTo>
                  <a:lnTo>
                    <a:pt x="64" y="52"/>
                  </a:lnTo>
                  <a:lnTo>
                    <a:pt x="53" y="53"/>
                  </a:lnTo>
                  <a:lnTo>
                    <a:pt x="41" y="52"/>
                  </a:lnTo>
                  <a:lnTo>
                    <a:pt x="29" y="48"/>
                  </a:lnTo>
                  <a:lnTo>
                    <a:pt x="20" y="41"/>
                  </a:lnTo>
                  <a:lnTo>
                    <a:pt x="11" y="33"/>
                  </a:lnTo>
                  <a:lnTo>
                    <a:pt x="5" y="23"/>
                  </a:lnTo>
                  <a:lnTo>
                    <a:pt x="1" y="12"/>
                  </a:lnTo>
                  <a:lnTo>
                    <a:pt x="0" y="0"/>
                  </a:lnTo>
                </a:path>
              </a:pathLst>
            </a:custGeom>
            <a:noFill/>
            <a:ln w="0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05" name="Freeform 107">
              <a:extLst>
                <a:ext uri="{FF2B5EF4-FFF2-40B4-BE49-F238E27FC236}">
                  <a16:creationId xmlns:a16="http://schemas.microsoft.com/office/drawing/2014/main" id="{A784A363-451B-D7C0-815B-D1DE1ECA0A56}"/>
                </a:ext>
              </a:extLst>
            </p:cNvPr>
            <p:cNvSpPr>
              <a:spLocks/>
            </p:cNvSpPr>
            <p:nvPr/>
          </p:nvSpPr>
          <p:spPr bwMode="auto">
            <a:xfrm>
              <a:off x="1162" y="1921"/>
              <a:ext cx="18" cy="9"/>
            </a:xfrm>
            <a:custGeom>
              <a:avLst/>
              <a:gdLst>
                <a:gd name="T0" fmla="*/ 0 w 107"/>
                <a:gd name="T1" fmla="*/ 0 h 54"/>
                <a:gd name="T2" fmla="*/ 0 w 107"/>
                <a:gd name="T3" fmla="*/ 0 h 54"/>
                <a:gd name="T4" fmla="*/ 0 w 107"/>
                <a:gd name="T5" fmla="*/ 0 h 54"/>
                <a:gd name="T6" fmla="*/ 0 w 107"/>
                <a:gd name="T7" fmla="*/ 0 h 54"/>
                <a:gd name="T8" fmla="*/ 0 w 107"/>
                <a:gd name="T9" fmla="*/ 0 h 54"/>
                <a:gd name="T10" fmla="*/ 0 w 107"/>
                <a:gd name="T11" fmla="*/ 0 h 54"/>
                <a:gd name="T12" fmla="*/ 0 w 107"/>
                <a:gd name="T13" fmla="*/ 0 h 54"/>
                <a:gd name="T14" fmla="*/ 0 w 107"/>
                <a:gd name="T15" fmla="*/ 0 h 54"/>
                <a:gd name="T16" fmla="*/ 0 w 107"/>
                <a:gd name="T17" fmla="*/ 0 h 54"/>
                <a:gd name="T18" fmla="*/ 0 w 107"/>
                <a:gd name="T19" fmla="*/ 0 h 54"/>
                <a:gd name="T20" fmla="*/ 0 w 107"/>
                <a:gd name="T21" fmla="*/ 0 h 54"/>
                <a:gd name="T22" fmla="*/ 0 w 107"/>
                <a:gd name="T23" fmla="*/ 0 h 54"/>
                <a:gd name="T24" fmla="*/ 0 w 107"/>
                <a:gd name="T25" fmla="*/ 0 h 54"/>
                <a:gd name="T26" fmla="*/ 0 w 107"/>
                <a:gd name="T27" fmla="*/ 0 h 54"/>
                <a:gd name="T28" fmla="*/ 0 w 107"/>
                <a:gd name="T29" fmla="*/ 0 h 54"/>
                <a:gd name="T30" fmla="*/ 0 w 107"/>
                <a:gd name="T31" fmla="*/ 0 h 54"/>
                <a:gd name="T32" fmla="*/ 0 w 107"/>
                <a:gd name="T33" fmla="*/ 0 h 54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w 107"/>
                <a:gd name="T52" fmla="*/ 0 h 54"/>
                <a:gd name="T53" fmla="*/ 107 w 107"/>
                <a:gd name="T54" fmla="*/ 54 h 54"/>
              </a:gdLst>
              <a:ahLst/>
              <a:cxnLst>
                <a:cxn ang="T34">
                  <a:pos x="T0" y="T1"/>
                </a:cxn>
                <a:cxn ang="T35">
                  <a:pos x="T2" y="T3"/>
                </a:cxn>
                <a:cxn ang="T36">
                  <a:pos x="T4" y="T5"/>
                </a:cxn>
                <a:cxn ang="T37">
                  <a:pos x="T6" y="T7"/>
                </a:cxn>
                <a:cxn ang="T38">
                  <a:pos x="T8" y="T9"/>
                </a:cxn>
                <a:cxn ang="T39">
                  <a:pos x="T10" y="T11"/>
                </a:cxn>
                <a:cxn ang="T40">
                  <a:pos x="T12" y="T13"/>
                </a:cxn>
                <a:cxn ang="T41">
                  <a:pos x="T14" y="T15"/>
                </a:cxn>
                <a:cxn ang="T42">
                  <a:pos x="T16" y="T17"/>
                </a:cxn>
                <a:cxn ang="T43">
                  <a:pos x="T18" y="T19"/>
                </a:cxn>
                <a:cxn ang="T44">
                  <a:pos x="T20" y="T21"/>
                </a:cxn>
                <a:cxn ang="T45">
                  <a:pos x="T22" y="T23"/>
                </a:cxn>
                <a:cxn ang="T46">
                  <a:pos x="T24" y="T25"/>
                </a:cxn>
                <a:cxn ang="T47">
                  <a:pos x="T26" y="T27"/>
                </a:cxn>
                <a:cxn ang="T48">
                  <a:pos x="T28" y="T29"/>
                </a:cxn>
                <a:cxn ang="T49">
                  <a:pos x="T30" y="T31"/>
                </a:cxn>
                <a:cxn ang="T50">
                  <a:pos x="T32" y="T33"/>
                </a:cxn>
              </a:cxnLst>
              <a:rect l="T51" t="T52" r="T53" b="T54"/>
              <a:pathLst>
                <a:path w="107" h="54">
                  <a:moveTo>
                    <a:pt x="53" y="54"/>
                  </a:moveTo>
                  <a:lnTo>
                    <a:pt x="0" y="54"/>
                  </a:lnTo>
                  <a:lnTo>
                    <a:pt x="1" y="42"/>
                  </a:lnTo>
                  <a:lnTo>
                    <a:pt x="5" y="31"/>
                  </a:lnTo>
                  <a:lnTo>
                    <a:pt x="11" y="21"/>
                  </a:lnTo>
                  <a:lnTo>
                    <a:pt x="20" y="13"/>
                  </a:lnTo>
                  <a:lnTo>
                    <a:pt x="29" y="6"/>
                  </a:lnTo>
                  <a:lnTo>
                    <a:pt x="41" y="2"/>
                  </a:lnTo>
                  <a:lnTo>
                    <a:pt x="53" y="0"/>
                  </a:lnTo>
                  <a:lnTo>
                    <a:pt x="64" y="2"/>
                  </a:lnTo>
                  <a:lnTo>
                    <a:pt x="76" y="6"/>
                  </a:lnTo>
                  <a:lnTo>
                    <a:pt x="85" y="13"/>
                  </a:lnTo>
                  <a:lnTo>
                    <a:pt x="94" y="21"/>
                  </a:lnTo>
                  <a:lnTo>
                    <a:pt x="100" y="31"/>
                  </a:lnTo>
                  <a:lnTo>
                    <a:pt x="105" y="42"/>
                  </a:lnTo>
                  <a:lnTo>
                    <a:pt x="107" y="54"/>
                  </a:lnTo>
                  <a:lnTo>
                    <a:pt x="53" y="54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06" name="Freeform 108">
              <a:extLst>
                <a:ext uri="{FF2B5EF4-FFF2-40B4-BE49-F238E27FC236}">
                  <a16:creationId xmlns:a16="http://schemas.microsoft.com/office/drawing/2014/main" id="{EBA45477-53F4-23EE-AEE7-A1D0F0F57A97}"/>
                </a:ext>
              </a:extLst>
            </p:cNvPr>
            <p:cNvSpPr>
              <a:spLocks/>
            </p:cNvSpPr>
            <p:nvPr/>
          </p:nvSpPr>
          <p:spPr bwMode="auto">
            <a:xfrm>
              <a:off x="1162" y="1921"/>
              <a:ext cx="18" cy="9"/>
            </a:xfrm>
            <a:custGeom>
              <a:avLst/>
              <a:gdLst>
                <a:gd name="T0" fmla="*/ 0 w 107"/>
                <a:gd name="T1" fmla="*/ 0 h 54"/>
                <a:gd name="T2" fmla="*/ 0 w 107"/>
                <a:gd name="T3" fmla="*/ 0 h 54"/>
                <a:gd name="T4" fmla="*/ 0 w 107"/>
                <a:gd name="T5" fmla="*/ 0 h 54"/>
                <a:gd name="T6" fmla="*/ 0 w 107"/>
                <a:gd name="T7" fmla="*/ 0 h 54"/>
                <a:gd name="T8" fmla="*/ 0 w 107"/>
                <a:gd name="T9" fmla="*/ 0 h 54"/>
                <a:gd name="T10" fmla="*/ 0 w 107"/>
                <a:gd name="T11" fmla="*/ 0 h 54"/>
                <a:gd name="T12" fmla="*/ 0 w 107"/>
                <a:gd name="T13" fmla="*/ 0 h 54"/>
                <a:gd name="T14" fmla="*/ 0 w 107"/>
                <a:gd name="T15" fmla="*/ 0 h 54"/>
                <a:gd name="T16" fmla="*/ 0 w 107"/>
                <a:gd name="T17" fmla="*/ 0 h 54"/>
                <a:gd name="T18" fmla="*/ 0 w 107"/>
                <a:gd name="T19" fmla="*/ 0 h 54"/>
                <a:gd name="T20" fmla="*/ 0 w 107"/>
                <a:gd name="T21" fmla="*/ 0 h 54"/>
                <a:gd name="T22" fmla="*/ 0 w 107"/>
                <a:gd name="T23" fmla="*/ 0 h 54"/>
                <a:gd name="T24" fmla="*/ 0 w 107"/>
                <a:gd name="T25" fmla="*/ 0 h 54"/>
                <a:gd name="T26" fmla="*/ 0 w 107"/>
                <a:gd name="T27" fmla="*/ 0 h 54"/>
                <a:gd name="T28" fmla="*/ 0 w 107"/>
                <a:gd name="T29" fmla="*/ 0 h 54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w 107"/>
                <a:gd name="T46" fmla="*/ 0 h 54"/>
                <a:gd name="T47" fmla="*/ 107 w 107"/>
                <a:gd name="T48" fmla="*/ 54 h 54"/>
              </a:gdLst>
              <a:ahLst/>
              <a:cxnLst>
                <a:cxn ang="T30">
                  <a:pos x="T0" y="T1"/>
                </a:cxn>
                <a:cxn ang="T31">
                  <a:pos x="T2" y="T3"/>
                </a:cxn>
                <a:cxn ang="T32">
                  <a:pos x="T4" y="T5"/>
                </a:cxn>
                <a:cxn ang="T33">
                  <a:pos x="T6" y="T7"/>
                </a:cxn>
                <a:cxn ang="T34">
                  <a:pos x="T8" y="T9"/>
                </a:cxn>
                <a:cxn ang="T35">
                  <a:pos x="T10" y="T11"/>
                </a:cxn>
                <a:cxn ang="T36">
                  <a:pos x="T12" y="T13"/>
                </a:cxn>
                <a:cxn ang="T37">
                  <a:pos x="T14" y="T15"/>
                </a:cxn>
                <a:cxn ang="T38">
                  <a:pos x="T16" y="T17"/>
                </a:cxn>
                <a:cxn ang="T39">
                  <a:pos x="T18" y="T19"/>
                </a:cxn>
                <a:cxn ang="T40">
                  <a:pos x="T20" y="T21"/>
                </a:cxn>
                <a:cxn ang="T41">
                  <a:pos x="T22" y="T23"/>
                </a:cxn>
                <a:cxn ang="T42">
                  <a:pos x="T24" y="T25"/>
                </a:cxn>
                <a:cxn ang="T43">
                  <a:pos x="T26" y="T27"/>
                </a:cxn>
                <a:cxn ang="T44">
                  <a:pos x="T28" y="T29"/>
                </a:cxn>
              </a:cxnLst>
              <a:rect l="T45" t="T46" r="T47" b="T48"/>
              <a:pathLst>
                <a:path w="107" h="54">
                  <a:moveTo>
                    <a:pt x="0" y="54"/>
                  </a:moveTo>
                  <a:lnTo>
                    <a:pt x="1" y="42"/>
                  </a:lnTo>
                  <a:lnTo>
                    <a:pt x="5" y="31"/>
                  </a:lnTo>
                  <a:lnTo>
                    <a:pt x="11" y="21"/>
                  </a:lnTo>
                  <a:lnTo>
                    <a:pt x="20" y="13"/>
                  </a:lnTo>
                  <a:lnTo>
                    <a:pt x="29" y="6"/>
                  </a:lnTo>
                  <a:lnTo>
                    <a:pt x="41" y="2"/>
                  </a:lnTo>
                  <a:lnTo>
                    <a:pt x="53" y="0"/>
                  </a:lnTo>
                  <a:lnTo>
                    <a:pt x="64" y="2"/>
                  </a:lnTo>
                  <a:lnTo>
                    <a:pt x="76" y="6"/>
                  </a:lnTo>
                  <a:lnTo>
                    <a:pt x="85" y="13"/>
                  </a:lnTo>
                  <a:lnTo>
                    <a:pt x="94" y="21"/>
                  </a:lnTo>
                  <a:lnTo>
                    <a:pt x="100" y="31"/>
                  </a:lnTo>
                  <a:lnTo>
                    <a:pt x="105" y="42"/>
                  </a:lnTo>
                  <a:lnTo>
                    <a:pt x="107" y="54"/>
                  </a:lnTo>
                </a:path>
              </a:pathLst>
            </a:custGeom>
            <a:noFill/>
            <a:ln w="0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07" name="Freeform 109">
              <a:extLst>
                <a:ext uri="{FF2B5EF4-FFF2-40B4-BE49-F238E27FC236}">
                  <a16:creationId xmlns:a16="http://schemas.microsoft.com/office/drawing/2014/main" id="{742F42CB-BCFA-843B-DA2C-D232E827DE4A}"/>
                </a:ext>
              </a:extLst>
            </p:cNvPr>
            <p:cNvSpPr>
              <a:spLocks/>
            </p:cNvSpPr>
            <p:nvPr/>
          </p:nvSpPr>
          <p:spPr bwMode="auto">
            <a:xfrm>
              <a:off x="1162" y="1930"/>
              <a:ext cx="18" cy="640"/>
            </a:xfrm>
            <a:custGeom>
              <a:avLst/>
              <a:gdLst>
                <a:gd name="T0" fmla="*/ 0 w 107"/>
                <a:gd name="T1" fmla="*/ 0 h 3841"/>
                <a:gd name="T2" fmla="*/ 0 w 107"/>
                <a:gd name="T3" fmla="*/ 0 h 3841"/>
                <a:gd name="T4" fmla="*/ 0 w 107"/>
                <a:gd name="T5" fmla="*/ 0 h 3841"/>
                <a:gd name="T6" fmla="*/ 0 w 107"/>
                <a:gd name="T7" fmla="*/ 0 h 3841"/>
                <a:gd name="T8" fmla="*/ 0 w 107"/>
                <a:gd name="T9" fmla="*/ 0 h 3841"/>
                <a:gd name="T10" fmla="*/ 0 w 107"/>
                <a:gd name="T11" fmla="*/ 0 h 3841"/>
                <a:gd name="T12" fmla="*/ 0 w 107"/>
                <a:gd name="T13" fmla="*/ 0 h 3841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107"/>
                <a:gd name="T22" fmla="*/ 0 h 3841"/>
                <a:gd name="T23" fmla="*/ 107 w 107"/>
                <a:gd name="T24" fmla="*/ 3841 h 3841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107" h="3841">
                  <a:moveTo>
                    <a:pt x="107" y="0"/>
                  </a:moveTo>
                  <a:lnTo>
                    <a:pt x="53" y="0"/>
                  </a:lnTo>
                  <a:lnTo>
                    <a:pt x="0" y="0"/>
                  </a:lnTo>
                  <a:lnTo>
                    <a:pt x="0" y="3841"/>
                  </a:lnTo>
                  <a:lnTo>
                    <a:pt x="53" y="3841"/>
                  </a:lnTo>
                  <a:lnTo>
                    <a:pt x="107" y="3841"/>
                  </a:lnTo>
                  <a:lnTo>
                    <a:pt x="107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08" name="Freeform 110">
              <a:extLst>
                <a:ext uri="{FF2B5EF4-FFF2-40B4-BE49-F238E27FC236}">
                  <a16:creationId xmlns:a16="http://schemas.microsoft.com/office/drawing/2014/main" id="{8AD80DCD-7F6A-6723-6ECF-5CC1474E36ED}"/>
                </a:ext>
              </a:extLst>
            </p:cNvPr>
            <p:cNvSpPr>
              <a:spLocks/>
            </p:cNvSpPr>
            <p:nvPr/>
          </p:nvSpPr>
          <p:spPr bwMode="auto">
            <a:xfrm>
              <a:off x="1162" y="1930"/>
              <a:ext cx="18" cy="640"/>
            </a:xfrm>
            <a:custGeom>
              <a:avLst/>
              <a:gdLst>
                <a:gd name="T0" fmla="*/ 0 w 107"/>
                <a:gd name="T1" fmla="*/ 0 h 3841"/>
                <a:gd name="T2" fmla="*/ 0 w 107"/>
                <a:gd name="T3" fmla="*/ 0 h 3841"/>
                <a:gd name="T4" fmla="*/ 0 w 107"/>
                <a:gd name="T5" fmla="*/ 0 h 3841"/>
                <a:gd name="T6" fmla="*/ 0 w 107"/>
                <a:gd name="T7" fmla="*/ 0 h 3841"/>
                <a:gd name="T8" fmla="*/ 0 w 107"/>
                <a:gd name="T9" fmla="*/ 0 h 3841"/>
                <a:gd name="T10" fmla="*/ 0 w 107"/>
                <a:gd name="T11" fmla="*/ 0 h 3841"/>
                <a:gd name="T12" fmla="*/ 0 w 107"/>
                <a:gd name="T13" fmla="*/ 0 h 3841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107"/>
                <a:gd name="T22" fmla="*/ 0 h 3841"/>
                <a:gd name="T23" fmla="*/ 107 w 107"/>
                <a:gd name="T24" fmla="*/ 3841 h 3841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107" h="3841">
                  <a:moveTo>
                    <a:pt x="107" y="0"/>
                  </a:moveTo>
                  <a:lnTo>
                    <a:pt x="53" y="0"/>
                  </a:lnTo>
                  <a:lnTo>
                    <a:pt x="0" y="0"/>
                  </a:lnTo>
                  <a:lnTo>
                    <a:pt x="0" y="3841"/>
                  </a:lnTo>
                  <a:lnTo>
                    <a:pt x="53" y="3841"/>
                  </a:lnTo>
                  <a:lnTo>
                    <a:pt x="107" y="3841"/>
                  </a:lnTo>
                  <a:lnTo>
                    <a:pt x="107" y="0"/>
                  </a:lnTo>
                  <a:close/>
                </a:path>
              </a:pathLst>
            </a:custGeom>
            <a:noFill/>
            <a:ln w="0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09" name="Freeform 111">
              <a:extLst>
                <a:ext uri="{FF2B5EF4-FFF2-40B4-BE49-F238E27FC236}">
                  <a16:creationId xmlns:a16="http://schemas.microsoft.com/office/drawing/2014/main" id="{06681573-A71F-F678-0D15-D924F702DDDA}"/>
                </a:ext>
              </a:extLst>
            </p:cNvPr>
            <p:cNvSpPr>
              <a:spLocks/>
            </p:cNvSpPr>
            <p:nvPr/>
          </p:nvSpPr>
          <p:spPr bwMode="auto">
            <a:xfrm>
              <a:off x="1162" y="2570"/>
              <a:ext cx="18" cy="9"/>
            </a:xfrm>
            <a:custGeom>
              <a:avLst/>
              <a:gdLst>
                <a:gd name="T0" fmla="*/ 0 w 107"/>
                <a:gd name="T1" fmla="*/ 0 h 53"/>
                <a:gd name="T2" fmla="*/ 0 w 107"/>
                <a:gd name="T3" fmla="*/ 0 h 53"/>
                <a:gd name="T4" fmla="*/ 0 w 107"/>
                <a:gd name="T5" fmla="*/ 0 h 53"/>
                <a:gd name="T6" fmla="*/ 0 w 107"/>
                <a:gd name="T7" fmla="*/ 0 h 53"/>
                <a:gd name="T8" fmla="*/ 0 w 107"/>
                <a:gd name="T9" fmla="*/ 0 h 53"/>
                <a:gd name="T10" fmla="*/ 0 w 107"/>
                <a:gd name="T11" fmla="*/ 0 h 53"/>
                <a:gd name="T12" fmla="*/ 0 w 107"/>
                <a:gd name="T13" fmla="*/ 0 h 53"/>
                <a:gd name="T14" fmla="*/ 0 w 107"/>
                <a:gd name="T15" fmla="*/ 0 h 53"/>
                <a:gd name="T16" fmla="*/ 0 w 107"/>
                <a:gd name="T17" fmla="*/ 0 h 53"/>
                <a:gd name="T18" fmla="*/ 0 w 107"/>
                <a:gd name="T19" fmla="*/ 0 h 53"/>
                <a:gd name="T20" fmla="*/ 0 w 107"/>
                <a:gd name="T21" fmla="*/ 0 h 53"/>
                <a:gd name="T22" fmla="*/ 0 w 107"/>
                <a:gd name="T23" fmla="*/ 0 h 53"/>
                <a:gd name="T24" fmla="*/ 0 w 107"/>
                <a:gd name="T25" fmla="*/ 0 h 53"/>
                <a:gd name="T26" fmla="*/ 0 w 107"/>
                <a:gd name="T27" fmla="*/ 0 h 53"/>
                <a:gd name="T28" fmla="*/ 0 w 107"/>
                <a:gd name="T29" fmla="*/ 0 h 53"/>
                <a:gd name="T30" fmla="*/ 0 w 107"/>
                <a:gd name="T31" fmla="*/ 0 h 53"/>
                <a:gd name="T32" fmla="*/ 0 w 107"/>
                <a:gd name="T33" fmla="*/ 0 h 53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w 107"/>
                <a:gd name="T52" fmla="*/ 0 h 53"/>
                <a:gd name="T53" fmla="*/ 107 w 107"/>
                <a:gd name="T54" fmla="*/ 53 h 53"/>
              </a:gdLst>
              <a:ahLst/>
              <a:cxnLst>
                <a:cxn ang="T34">
                  <a:pos x="T0" y="T1"/>
                </a:cxn>
                <a:cxn ang="T35">
                  <a:pos x="T2" y="T3"/>
                </a:cxn>
                <a:cxn ang="T36">
                  <a:pos x="T4" y="T5"/>
                </a:cxn>
                <a:cxn ang="T37">
                  <a:pos x="T6" y="T7"/>
                </a:cxn>
                <a:cxn ang="T38">
                  <a:pos x="T8" y="T9"/>
                </a:cxn>
                <a:cxn ang="T39">
                  <a:pos x="T10" y="T11"/>
                </a:cxn>
                <a:cxn ang="T40">
                  <a:pos x="T12" y="T13"/>
                </a:cxn>
                <a:cxn ang="T41">
                  <a:pos x="T14" y="T15"/>
                </a:cxn>
                <a:cxn ang="T42">
                  <a:pos x="T16" y="T17"/>
                </a:cxn>
                <a:cxn ang="T43">
                  <a:pos x="T18" y="T19"/>
                </a:cxn>
                <a:cxn ang="T44">
                  <a:pos x="T20" y="T21"/>
                </a:cxn>
                <a:cxn ang="T45">
                  <a:pos x="T22" y="T23"/>
                </a:cxn>
                <a:cxn ang="T46">
                  <a:pos x="T24" y="T25"/>
                </a:cxn>
                <a:cxn ang="T47">
                  <a:pos x="T26" y="T27"/>
                </a:cxn>
                <a:cxn ang="T48">
                  <a:pos x="T28" y="T29"/>
                </a:cxn>
                <a:cxn ang="T49">
                  <a:pos x="T30" y="T31"/>
                </a:cxn>
                <a:cxn ang="T50">
                  <a:pos x="T32" y="T33"/>
                </a:cxn>
              </a:cxnLst>
              <a:rect l="T51" t="T52" r="T53" b="T54"/>
              <a:pathLst>
                <a:path w="107" h="53">
                  <a:moveTo>
                    <a:pt x="53" y="0"/>
                  </a:moveTo>
                  <a:lnTo>
                    <a:pt x="107" y="0"/>
                  </a:lnTo>
                  <a:lnTo>
                    <a:pt x="105" y="12"/>
                  </a:lnTo>
                  <a:lnTo>
                    <a:pt x="100" y="24"/>
                  </a:lnTo>
                  <a:lnTo>
                    <a:pt x="94" y="33"/>
                  </a:lnTo>
                  <a:lnTo>
                    <a:pt x="85" y="42"/>
                  </a:lnTo>
                  <a:lnTo>
                    <a:pt x="76" y="48"/>
                  </a:lnTo>
                  <a:lnTo>
                    <a:pt x="64" y="52"/>
                  </a:lnTo>
                  <a:lnTo>
                    <a:pt x="53" y="53"/>
                  </a:lnTo>
                  <a:lnTo>
                    <a:pt x="41" y="52"/>
                  </a:lnTo>
                  <a:lnTo>
                    <a:pt x="29" y="48"/>
                  </a:lnTo>
                  <a:lnTo>
                    <a:pt x="20" y="42"/>
                  </a:lnTo>
                  <a:lnTo>
                    <a:pt x="11" y="33"/>
                  </a:lnTo>
                  <a:lnTo>
                    <a:pt x="5" y="24"/>
                  </a:lnTo>
                  <a:lnTo>
                    <a:pt x="1" y="12"/>
                  </a:lnTo>
                  <a:lnTo>
                    <a:pt x="0" y="0"/>
                  </a:lnTo>
                  <a:lnTo>
                    <a:pt x="53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10" name="Freeform 112">
              <a:extLst>
                <a:ext uri="{FF2B5EF4-FFF2-40B4-BE49-F238E27FC236}">
                  <a16:creationId xmlns:a16="http://schemas.microsoft.com/office/drawing/2014/main" id="{9DEE8C6E-47F8-8D4A-0562-B50CD8E013E3}"/>
                </a:ext>
              </a:extLst>
            </p:cNvPr>
            <p:cNvSpPr>
              <a:spLocks/>
            </p:cNvSpPr>
            <p:nvPr/>
          </p:nvSpPr>
          <p:spPr bwMode="auto">
            <a:xfrm>
              <a:off x="1162" y="2570"/>
              <a:ext cx="18" cy="9"/>
            </a:xfrm>
            <a:custGeom>
              <a:avLst/>
              <a:gdLst>
                <a:gd name="T0" fmla="*/ 0 w 107"/>
                <a:gd name="T1" fmla="*/ 0 h 53"/>
                <a:gd name="T2" fmla="*/ 0 w 107"/>
                <a:gd name="T3" fmla="*/ 0 h 53"/>
                <a:gd name="T4" fmla="*/ 0 w 107"/>
                <a:gd name="T5" fmla="*/ 0 h 53"/>
                <a:gd name="T6" fmla="*/ 0 w 107"/>
                <a:gd name="T7" fmla="*/ 0 h 53"/>
                <a:gd name="T8" fmla="*/ 0 w 107"/>
                <a:gd name="T9" fmla="*/ 0 h 53"/>
                <a:gd name="T10" fmla="*/ 0 w 107"/>
                <a:gd name="T11" fmla="*/ 0 h 53"/>
                <a:gd name="T12" fmla="*/ 0 w 107"/>
                <a:gd name="T13" fmla="*/ 0 h 53"/>
                <a:gd name="T14" fmla="*/ 0 w 107"/>
                <a:gd name="T15" fmla="*/ 0 h 53"/>
                <a:gd name="T16" fmla="*/ 0 w 107"/>
                <a:gd name="T17" fmla="*/ 0 h 53"/>
                <a:gd name="T18" fmla="*/ 0 w 107"/>
                <a:gd name="T19" fmla="*/ 0 h 53"/>
                <a:gd name="T20" fmla="*/ 0 w 107"/>
                <a:gd name="T21" fmla="*/ 0 h 53"/>
                <a:gd name="T22" fmla="*/ 0 w 107"/>
                <a:gd name="T23" fmla="*/ 0 h 53"/>
                <a:gd name="T24" fmla="*/ 0 w 107"/>
                <a:gd name="T25" fmla="*/ 0 h 53"/>
                <a:gd name="T26" fmla="*/ 0 w 107"/>
                <a:gd name="T27" fmla="*/ 0 h 53"/>
                <a:gd name="T28" fmla="*/ 0 w 107"/>
                <a:gd name="T29" fmla="*/ 0 h 53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w 107"/>
                <a:gd name="T46" fmla="*/ 0 h 53"/>
                <a:gd name="T47" fmla="*/ 107 w 107"/>
                <a:gd name="T48" fmla="*/ 53 h 53"/>
              </a:gdLst>
              <a:ahLst/>
              <a:cxnLst>
                <a:cxn ang="T30">
                  <a:pos x="T0" y="T1"/>
                </a:cxn>
                <a:cxn ang="T31">
                  <a:pos x="T2" y="T3"/>
                </a:cxn>
                <a:cxn ang="T32">
                  <a:pos x="T4" y="T5"/>
                </a:cxn>
                <a:cxn ang="T33">
                  <a:pos x="T6" y="T7"/>
                </a:cxn>
                <a:cxn ang="T34">
                  <a:pos x="T8" y="T9"/>
                </a:cxn>
                <a:cxn ang="T35">
                  <a:pos x="T10" y="T11"/>
                </a:cxn>
                <a:cxn ang="T36">
                  <a:pos x="T12" y="T13"/>
                </a:cxn>
                <a:cxn ang="T37">
                  <a:pos x="T14" y="T15"/>
                </a:cxn>
                <a:cxn ang="T38">
                  <a:pos x="T16" y="T17"/>
                </a:cxn>
                <a:cxn ang="T39">
                  <a:pos x="T18" y="T19"/>
                </a:cxn>
                <a:cxn ang="T40">
                  <a:pos x="T20" y="T21"/>
                </a:cxn>
                <a:cxn ang="T41">
                  <a:pos x="T22" y="T23"/>
                </a:cxn>
                <a:cxn ang="T42">
                  <a:pos x="T24" y="T25"/>
                </a:cxn>
                <a:cxn ang="T43">
                  <a:pos x="T26" y="T27"/>
                </a:cxn>
                <a:cxn ang="T44">
                  <a:pos x="T28" y="T29"/>
                </a:cxn>
              </a:cxnLst>
              <a:rect l="T45" t="T46" r="T47" b="T48"/>
              <a:pathLst>
                <a:path w="107" h="53">
                  <a:moveTo>
                    <a:pt x="107" y="0"/>
                  </a:moveTo>
                  <a:lnTo>
                    <a:pt x="105" y="12"/>
                  </a:lnTo>
                  <a:lnTo>
                    <a:pt x="100" y="24"/>
                  </a:lnTo>
                  <a:lnTo>
                    <a:pt x="94" y="33"/>
                  </a:lnTo>
                  <a:lnTo>
                    <a:pt x="85" y="42"/>
                  </a:lnTo>
                  <a:lnTo>
                    <a:pt x="76" y="48"/>
                  </a:lnTo>
                  <a:lnTo>
                    <a:pt x="64" y="52"/>
                  </a:lnTo>
                  <a:lnTo>
                    <a:pt x="53" y="53"/>
                  </a:lnTo>
                  <a:lnTo>
                    <a:pt x="41" y="52"/>
                  </a:lnTo>
                  <a:lnTo>
                    <a:pt x="29" y="48"/>
                  </a:lnTo>
                  <a:lnTo>
                    <a:pt x="20" y="42"/>
                  </a:lnTo>
                  <a:lnTo>
                    <a:pt x="11" y="33"/>
                  </a:lnTo>
                  <a:lnTo>
                    <a:pt x="5" y="24"/>
                  </a:lnTo>
                  <a:lnTo>
                    <a:pt x="1" y="12"/>
                  </a:lnTo>
                  <a:lnTo>
                    <a:pt x="0" y="0"/>
                  </a:lnTo>
                </a:path>
              </a:pathLst>
            </a:custGeom>
            <a:noFill/>
            <a:ln w="0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11" name="Freeform 113">
              <a:extLst>
                <a:ext uri="{FF2B5EF4-FFF2-40B4-BE49-F238E27FC236}">
                  <a16:creationId xmlns:a16="http://schemas.microsoft.com/office/drawing/2014/main" id="{614381C9-613D-E9C3-1287-EE97ADE4D618}"/>
                </a:ext>
              </a:extLst>
            </p:cNvPr>
            <p:cNvSpPr>
              <a:spLocks/>
            </p:cNvSpPr>
            <p:nvPr/>
          </p:nvSpPr>
          <p:spPr bwMode="auto">
            <a:xfrm>
              <a:off x="1162" y="1715"/>
              <a:ext cx="9" cy="17"/>
            </a:xfrm>
            <a:custGeom>
              <a:avLst/>
              <a:gdLst>
                <a:gd name="T0" fmla="*/ 0 w 53"/>
                <a:gd name="T1" fmla="*/ 0 h 107"/>
                <a:gd name="T2" fmla="*/ 0 w 53"/>
                <a:gd name="T3" fmla="*/ 0 h 107"/>
                <a:gd name="T4" fmla="*/ 0 w 53"/>
                <a:gd name="T5" fmla="*/ 0 h 107"/>
                <a:gd name="T6" fmla="*/ 0 w 53"/>
                <a:gd name="T7" fmla="*/ 0 h 107"/>
                <a:gd name="T8" fmla="*/ 0 w 53"/>
                <a:gd name="T9" fmla="*/ 0 h 107"/>
                <a:gd name="T10" fmla="*/ 0 w 53"/>
                <a:gd name="T11" fmla="*/ 0 h 107"/>
                <a:gd name="T12" fmla="*/ 0 w 53"/>
                <a:gd name="T13" fmla="*/ 0 h 107"/>
                <a:gd name="T14" fmla="*/ 0 w 53"/>
                <a:gd name="T15" fmla="*/ 0 h 107"/>
                <a:gd name="T16" fmla="*/ 0 w 53"/>
                <a:gd name="T17" fmla="*/ 0 h 107"/>
                <a:gd name="T18" fmla="*/ 0 w 53"/>
                <a:gd name="T19" fmla="*/ 0 h 107"/>
                <a:gd name="T20" fmla="*/ 0 w 53"/>
                <a:gd name="T21" fmla="*/ 0 h 107"/>
                <a:gd name="T22" fmla="*/ 0 w 53"/>
                <a:gd name="T23" fmla="*/ 0 h 107"/>
                <a:gd name="T24" fmla="*/ 0 w 53"/>
                <a:gd name="T25" fmla="*/ 0 h 107"/>
                <a:gd name="T26" fmla="*/ 0 w 53"/>
                <a:gd name="T27" fmla="*/ 0 h 107"/>
                <a:gd name="T28" fmla="*/ 0 w 53"/>
                <a:gd name="T29" fmla="*/ 0 h 107"/>
                <a:gd name="T30" fmla="*/ 0 w 53"/>
                <a:gd name="T31" fmla="*/ 0 h 107"/>
                <a:gd name="T32" fmla="*/ 0 w 53"/>
                <a:gd name="T33" fmla="*/ 0 h 107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w 53"/>
                <a:gd name="T52" fmla="*/ 0 h 107"/>
                <a:gd name="T53" fmla="*/ 53 w 53"/>
                <a:gd name="T54" fmla="*/ 107 h 107"/>
              </a:gdLst>
              <a:ahLst/>
              <a:cxnLst>
                <a:cxn ang="T34">
                  <a:pos x="T0" y="T1"/>
                </a:cxn>
                <a:cxn ang="T35">
                  <a:pos x="T2" y="T3"/>
                </a:cxn>
                <a:cxn ang="T36">
                  <a:pos x="T4" y="T5"/>
                </a:cxn>
                <a:cxn ang="T37">
                  <a:pos x="T6" y="T7"/>
                </a:cxn>
                <a:cxn ang="T38">
                  <a:pos x="T8" y="T9"/>
                </a:cxn>
                <a:cxn ang="T39">
                  <a:pos x="T10" y="T11"/>
                </a:cxn>
                <a:cxn ang="T40">
                  <a:pos x="T12" y="T13"/>
                </a:cxn>
                <a:cxn ang="T41">
                  <a:pos x="T14" y="T15"/>
                </a:cxn>
                <a:cxn ang="T42">
                  <a:pos x="T16" y="T17"/>
                </a:cxn>
                <a:cxn ang="T43">
                  <a:pos x="T18" y="T19"/>
                </a:cxn>
                <a:cxn ang="T44">
                  <a:pos x="T20" y="T21"/>
                </a:cxn>
                <a:cxn ang="T45">
                  <a:pos x="T22" y="T23"/>
                </a:cxn>
                <a:cxn ang="T46">
                  <a:pos x="T24" y="T25"/>
                </a:cxn>
                <a:cxn ang="T47">
                  <a:pos x="T26" y="T27"/>
                </a:cxn>
                <a:cxn ang="T48">
                  <a:pos x="T28" y="T29"/>
                </a:cxn>
                <a:cxn ang="T49">
                  <a:pos x="T30" y="T31"/>
                </a:cxn>
                <a:cxn ang="T50">
                  <a:pos x="T32" y="T33"/>
                </a:cxn>
              </a:cxnLst>
              <a:rect l="T51" t="T52" r="T53" b="T54"/>
              <a:pathLst>
                <a:path w="53" h="107">
                  <a:moveTo>
                    <a:pt x="53" y="54"/>
                  </a:moveTo>
                  <a:lnTo>
                    <a:pt x="53" y="107"/>
                  </a:lnTo>
                  <a:lnTo>
                    <a:pt x="41" y="106"/>
                  </a:lnTo>
                  <a:lnTo>
                    <a:pt x="29" y="102"/>
                  </a:lnTo>
                  <a:lnTo>
                    <a:pt x="20" y="95"/>
                  </a:lnTo>
                  <a:lnTo>
                    <a:pt x="11" y="87"/>
                  </a:lnTo>
                  <a:lnTo>
                    <a:pt x="5" y="77"/>
                  </a:lnTo>
                  <a:lnTo>
                    <a:pt x="1" y="66"/>
                  </a:lnTo>
                  <a:lnTo>
                    <a:pt x="0" y="54"/>
                  </a:lnTo>
                  <a:lnTo>
                    <a:pt x="1" y="43"/>
                  </a:lnTo>
                  <a:lnTo>
                    <a:pt x="5" y="31"/>
                  </a:lnTo>
                  <a:lnTo>
                    <a:pt x="11" y="21"/>
                  </a:lnTo>
                  <a:lnTo>
                    <a:pt x="20" y="13"/>
                  </a:lnTo>
                  <a:lnTo>
                    <a:pt x="29" y="7"/>
                  </a:lnTo>
                  <a:lnTo>
                    <a:pt x="41" y="2"/>
                  </a:lnTo>
                  <a:lnTo>
                    <a:pt x="53" y="0"/>
                  </a:lnTo>
                  <a:lnTo>
                    <a:pt x="53" y="54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12" name="Freeform 114">
              <a:extLst>
                <a:ext uri="{FF2B5EF4-FFF2-40B4-BE49-F238E27FC236}">
                  <a16:creationId xmlns:a16="http://schemas.microsoft.com/office/drawing/2014/main" id="{531448F4-6605-B963-625C-0BFE93BF6BD7}"/>
                </a:ext>
              </a:extLst>
            </p:cNvPr>
            <p:cNvSpPr>
              <a:spLocks/>
            </p:cNvSpPr>
            <p:nvPr/>
          </p:nvSpPr>
          <p:spPr bwMode="auto">
            <a:xfrm>
              <a:off x="1162" y="1715"/>
              <a:ext cx="9" cy="17"/>
            </a:xfrm>
            <a:custGeom>
              <a:avLst/>
              <a:gdLst>
                <a:gd name="T0" fmla="*/ 0 w 53"/>
                <a:gd name="T1" fmla="*/ 0 h 107"/>
                <a:gd name="T2" fmla="*/ 0 w 53"/>
                <a:gd name="T3" fmla="*/ 0 h 107"/>
                <a:gd name="T4" fmla="*/ 0 w 53"/>
                <a:gd name="T5" fmla="*/ 0 h 107"/>
                <a:gd name="T6" fmla="*/ 0 w 53"/>
                <a:gd name="T7" fmla="*/ 0 h 107"/>
                <a:gd name="T8" fmla="*/ 0 w 53"/>
                <a:gd name="T9" fmla="*/ 0 h 107"/>
                <a:gd name="T10" fmla="*/ 0 w 53"/>
                <a:gd name="T11" fmla="*/ 0 h 107"/>
                <a:gd name="T12" fmla="*/ 0 w 53"/>
                <a:gd name="T13" fmla="*/ 0 h 107"/>
                <a:gd name="T14" fmla="*/ 0 w 53"/>
                <a:gd name="T15" fmla="*/ 0 h 107"/>
                <a:gd name="T16" fmla="*/ 0 w 53"/>
                <a:gd name="T17" fmla="*/ 0 h 107"/>
                <a:gd name="T18" fmla="*/ 0 w 53"/>
                <a:gd name="T19" fmla="*/ 0 h 107"/>
                <a:gd name="T20" fmla="*/ 0 w 53"/>
                <a:gd name="T21" fmla="*/ 0 h 107"/>
                <a:gd name="T22" fmla="*/ 0 w 53"/>
                <a:gd name="T23" fmla="*/ 0 h 107"/>
                <a:gd name="T24" fmla="*/ 0 w 53"/>
                <a:gd name="T25" fmla="*/ 0 h 107"/>
                <a:gd name="T26" fmla="*/ 0 w 53"/>
                <a:gd name="T27" fmla="*/ 0 h 107"/>
                <a:gd name="T28" fmla="*/ 0 w 53"/>
                <a:gd name="T29" fmla="*/ 0 h 107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w 53"/>
                <a:gd name="T46" fmla="*/ 0 h 107"/>
                <a:gd name="T47" fmla="*/ 53 w 53"/>
                <a:gd name="T48" fmla="*/ 107 h 107"/>
              </a:gdLst>
              <a:ahLst/>
              <a:cxnLst>
                <a:cxn ang="T30">
                  <a:pos x="T0" y="T1"/>
                </a:cxn>
                <a:cxn ang="T31">
                  <a:pos x="T2" y="T3"/>
                </a:cxn>
                <a:cxn ang="T32">
                  <a:pos x="T4" y="T5"/>
                </a:cxn>
                <a:cxn ang="T33">
                  <a:pos x="T6" y="T7"/>
                </a:cxn>
                <a:cxn ang="T34">
                  <a:pos x="T8" y="T9"/>
                </a:cxn>
                <a:cxn ang="T35">
                  <a:pos x="T10" y="T11"/>
                </a:cxn>
                <a:cxn ang="T36">
                  <a:pos x="T12" y="T13"/>
                </a:cxn>
                <a:cxn ang="T37">
                  <a:pos x="T14" y="T15"/>
                </a:cxn>
                <a:cxn ang="T38">
                  <a:pos x="T16" y="T17"/>
                </a:cxn>
                <a:cxn ang="T39">
                  <a:pos x="T18" y="T19"/>
                </a:cxn>
                <a:cxn ang="T40">
                  <a:pos x="T20" y="T21"/>
                </a:cxn>
                <a:cxn ang="T41">
                  <a:pos x="T22" y="T23"/>
                </a:cxn>
                <a:cxn ang="T42">
                  <a:pos x="T24" y="T25"/>
                </a:cxn>
                <a:cxn ang="T43">
                  <a:pos x="T26" y="T27"/>
                </a:cxn>
                <a:cxn ang="T44">
                  <a:pos x="T28" y="T29"/>
                </a:cxn>
              </a:cxnLst>
              <a:rect l="T45" t="T46" r="T47" b="T48"/>
              <a:pathLst>
                <a:path w="53" h="107">
                  <a:moveTo>
                    <a:pt x="53" y="107"/>
                  </a:moveTo>
                  <a:lnTo>
                    <a:pt x="41" y="106"/>
                  </a:lnTo>
                  <a:lnTo>
                    <a:pt x="29" y="102"/>
                  </a:lnTo>
                  <a:lnTo>
                    <a:pt x="20" y="95"/>
                  </a:lnTo>
                  <a:lnTo>
                    <a:pt x="11" y="87"/>
                  </a:lnTo>
                  <a:lnTo>
                    <a:pt x="5" y="77"/>
                  </a:lnTo>
                  <a:lnTo>
                    <a:pt x="1" y="66"/>
                  </a:lnTo>
                  <a:lnTo>
                    <a:pt x="0" y="54"/>
                  </a:lnTo>
                  <a:lnTo>
                    <a:pt x="1" y="43"/>
                  </a:lnTo>
                  <a:lnTo>
                    <a:pt x="5" y="31"/>
                  </a:lnTo>
                  <a:lnTo>
                    <a:pt x="11" y="21"/>
                  </a:lnTo>
                  <a:lnTo>
                    <a:pt x="20" y="13"/>
                  </a:lnTo>
                  <a:lnTo>
                    <a:pt x="29" y="7"/>
                  </a:lnTo>
                  <a:lnTo>
                    <a:pt x="41" y="2"/>
                  </a:lnTo>
                  <a:lnTo>
                    <a:pt x="53" y="0"/>
                  </a:lnTo>
                </a:path>
              </a:pathLst>
            </a:custGeom>
            <a:noFill/>
            <a:ln w="0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13" name="Freeform 115">
              <a:extLst>
                <a:ext uri="{FF2B5EF4-FFF2-40B4-BE49-F238E27FC236}">
                  <a16:creationId xmlns:a16="http://schemas.microsoft.com/office/drawing/2014/main" id="{0217EE09-0734-06AC-A324-2EAED9B7D50F}"/>
                </a:ext>
              </a:extLst>
            </p:cNvPr>
            <p:cNvSpPr>
              <a:spLocks/>
            </p:cNvSpPr>
            <p:nvPr/>
          </p:nvSpPr>
          <p:spPr bwMode="auto">
            <a:xfrm>
              <a:off x="1171" y="1715"/>
              <a:ext cx="1108" cy="17"/>
            </a:xfrm>
            <a:custGeom>
              <a:avLst/>
              <a:gdLst>
                <a:gd name="T0" fmla="*/ 0 w 6646"/>
                <a:gd name="T1" fmla="*/ 0 h 107"/>
                <a:gd name="T2" fmla="*/ 0 w 6646"/>
                <a:gd name="T3" fmla="*/ 0 h 107"/>
                <a:gd name="T4" fmla="*/ 0 w 6646"/>
                <a:gd name="T5" fmla="*/ 0 h 107"/>
                <a:gd name="T6" fmla="*/ 0 w 6646"/>
                <a:gd name="T7" fmla="*/ 0 h 107"/>
                <a:gd name="T8" fmla="*/ 0 w 6646"/>
                <a:gd name="T9" fmla="*/ 0 h 107"/>
                <a:gd name="T10" fmla="*/ 0 w 6646"/>
                <a:gd name="T11" fmla="*/ 0 h 107"/>
                <a:gd name="T12" fmla="*/ 0 w 6646"/>
                <a:gd name="T13" fmla="*/ 0 h 107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6646"/>
                <a:gd name="T22" fmla="*/ 0 h 107"/>
                <a:gd name="T23" fmla="*/ 6646 w 6646"/>
                <a:gd name="T24" fmla="*/ 107 h 107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6646" h="107">
                  <a:moveTo>
                    <a:pt x="0" y="0"/>
                  </a:moveTo>
                  <a:lnTo>
                    <a:pt x="0" y="54"/>
                  </a:lnTo>
                  <a:lnTo>
                    <a:pt x="0" y="107"/>
                  </a:lnTo>
                  <a:lnTo>
                    <a:pt x="6646" y="107"/>
                  </a:lnTo>
                  <a:lnTo>
                    <a:pt x="6646" y="54"/>
                  </a:lnTo>
                  <a:lnTo>
                    <a:pt x="6646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14" name="Freeform 116">
              <a:extLst>
                <a:ext uri="{FF2B5EF4-FFF2-40B4-BE49-F238E27FC236}">
                  <a16:creationId xmlns:a16="http://schemas.microsoft.com/office/drawing/2014/main" id="{89E09114-04DC-9D54-04CF-087C9A703660}"/>
                </a:ext>
              </a:extLst>
            </p:cNvPr>
            <p:cNvSpPr>
              <a:spLocks/>
            </p:cNvSpPr>
            <p:nvPr/>
          </p:nvSpPr>
          <p:spPr bwMode="auto">
            <a:xfrm>
              <a:off x="1171" y="1715"/>
              <a:ext cx="1108" cy="17"/>
            </a:xfrm>
            <a:custGeom>
              <a:avLst/>
              <a:gdLst>
                <a:gd name="T0" fmla="*/ 0 w 6646"/>
                <a:gd name="T1" fmla="*/ 0 h 107"/>
                <a:gd name="T2" fmla="*/ 0 w 6646"/>
                <a:gd name="T3" fmla="*/ 0 h 107"/>
                <a:gd name="T4" fmla="*/ 0 w 6646"/>
                <a:gd name="T5" fmla="*/ 0 h 107"/>
                <a:gd name="T6" fmla="*/ 0 w 6646"/>
                <a:gd name="T7" fmla="*/ 0 h 107"/>
                <a:gd name="T8" fmla="*/ 0 w 6646"/>
                <a:gd name="T9" fmla="*/ 0 h 107"/>
                <a:gd name="T10" fmla="*/ 0 w 6646"/>
                <a:gd name="T11" fmla="*/ 0 h 107"/>
                <a:gd name="T12" fmla="*/ 0 w 6646"/>
                <a:gd name="T13" fmla="*/ 0 h 107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6646"/>
                <a:gd name="T22" fmla="*/ 0 h 107"/>
                <a:gd name="T23" fmla="*/ 6646 w 6646"/>
                <a:gd name="T24" fmla="*/ 107 h 107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6646" h="107">
                  <a:moveTo>
                    <a:pt x="0" y="0"/>
                  </a:moveTo>
                  <a:lnTo>
                    <a:pt x="0" y="54"/>
                  </a:lnTo>
                  <a:lnTo>
                    <a:pt x="0" y="107"/>
                  </a:lnTo>
                  <a:lnTo>
                    <a:pt x="6646" y="107"/>
                  </a:lnTo>
                  <a:lnTo>
                    <a:pt x="6646" y="54"/>
                  </a:lnTo>
                  <a:lnTo>
                    <a:pt x="6646" y="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15" name="Freeform 117">
              <a:extLst>
                <a:ext uri="{FF2B5EF4-FFF2-40B4-BE49-F238E27FC236}">
                  <a16:creationId xmlns:a16="http://schemas.microsoft.com/office/drawing/2014/main" id="{558AC408-BF58-59C7-E0B1-1665C85DA5F5}"/>
                </a:ext>
              </a:extLst>
            </p:cNvPr>
            <p:cNvSpPr>
              <a:spLocks/>
            </p:cNvSpPr>
            <p:nvPr/>
          </p:nvSpPr>
          <p:spPr bwMode="auto">
            <a:xfrm>
              <a:off x="2279" y="1715"/>
              <a:ext cx="9" cy="17"/>
            </a:xfrm>
            <a:custGeom>
              <a:avLst/>
              <a:gdLst>
                <a:gd name="T0" fmla="*/ 0 w 54"/>
                <a:gd name="T1" fmla="*/ 0 h 107"/>
                <a:gd name="T2" fmla="*/ 0 w 54"/>
                <a:gd name="T3" fmla="*/ 0 h 107"/>
                <a:gd name="T4" fmla="*/ 0 w 54"/>
                <a:gd name="T5" fmla="*/ 0 h 107"/>
                <a:gd name="T6" fmla="*/ 0 w 54"/>
                <a:gd name="T7" fmla="*/ 0 h 107"/>
                <a:gd name="T8" fmla="*/ 0 w 54"/>
                <a:gd name="T9" fmla="*/ 0 h 107"/>
                <a:gd name="T10" fmla="*/ 0 w 54"/>
                <a:gd name="T11" fmla="*/ 0 h 107"/>
                <a:gd name="T12" fmla="*/ 0 w 54"/>
                <a:gd name="T13" fmla="*/ 0 h 107"/>
                <a:gd name="T14" fmla="*/ 0 w 54"/>
                <a:gd name="T15" fmla="*/ 0 h 107"/>
                <a:gd name="T16" fmla="*/ 0 w 54"/>
                <a:gd name="T17" fmla="*/ 0 h 107"/>
                <a:gd name="T18" fmla="*/ 0 w 54"/>
                <a:gd name="T19" fmla="*/ 0 h 107"/>
                <a:gd name="T20" fmla="*/ 0 w 54"/>
                <a:gd name="T21" fmla="*/ 0 h 107"/>
                <a:gd name="T22" fmla="*/ 0 w 54"/>
                <a:gd name="T23" fmla="*/ 0 h 107"/>
                <a:gd name="T24" fmla="*/ 0 w 54"/>
                <a:gd name="T25" fmla="*/ 0 h 107"/>
                <a:gd name="T26" fmla="*/ 0 w 54"/>
                <a:gd name="T27" fmla="*/ 0 h 107"/>
                <a:gd name="T28" fmla="*/ 0 w 54"/>
                <a:gd name="T29" fmla="*/ 0 h 107"/>
                <a:gd name="T30" fmla="*/ 0 w 54"/>
                <a:gd name="T31" fmla="*/ 0 h 107"/>
                <a:gd name="T32" fmla="*/ 0 w 54"/>
                <a:gd name="T33" fmla="*/ 0 h 107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w 54"/>
                <a:gd name="T52" fmla="*/ 0 h 107"/>
                <a:gd name="T53" fmla="*/ 54 w 54"/>
                <a:gd name="T54" fmla="*/ 107 h 107"/>
              </a:gdLst>
              <a:ahLst/>
              <a:cxnLst>
                <a:cxn ang="T34">
                  <a:pos x="T0" y="T1"/>
                </a:cxn>
                <a:cxn ang="T35">
                  <a:pos x="T2" y="T3"/>
                </a:cxn>
                <a:cxn ang="T36">
                  <a:pos x="T4" y="T5"/>
                </a:cxn>
                <a:cxn ang="T37">
                  <a:pos x="T6" y="T7"/>
                </a:cxn>
                <a:cxn ang="T38">
                  <a:pos x="T8" y="T9"/>
                </a:cxn>
                <a:cxn ang="T39">
                  <a:pos x="T10" y="T11"/>
                </a:cxn>
                <a:cxn ang="T40">
                  <a:pos x="T12" y="T13"/>
                </a:cxn>
                <a:cxn ang="T41">
                  <a:pos x="T14" y="T15"/>
                </a:cxn>
                <a:cxn ang="T42">
                  <a:pos x="T16" y="T17"/>
                </a:cxn>
                <a:cxn ang="T43">
                  <a:pos x="T18" y="T19"/>
                </a:cxn>
                <a:cxn ang="T44">
                  <a:pos x="T20" y="T21"/>
                </a:cxn>
                <a:cxn ang="T45">
                  <a:pos x="T22" y="T23"/>
                </a:cxn>
                <a:cxn ang="T46">
                  <a:pos x="T24" y="T25"/>
                </a:cxn>
                <a:cxn ang="T47">
                  <a:pos x="T26" y="T27"/>
                </a:cxn>
                <a:cxn ang="T48">
                  <a:pos x="T28" y="T29"/>
                </a:cxn>
                <a:cxn ang="T49">
                  <a:pos x="T30" y="T31"/>
                </a:cxn>
                <a:cxn ang="T50">
                  <a:pos x="T32" y="T33"/>
                </a:cxn>
              </a:cxnLst>
              <a:rect l="T51" t="T52" r="T53" b="T54"/>
              <a:pathLst>
                <a:path w="54" h="107">
                  <a:moveTo>
                    <a:pt x="0" y="54"/>
                  </a:moveTo>
                  <a:lnTo>
                    <a:pt x="0" y="0"/>
                  </a:lnTo>
                  <a:lnTo>
                    <a:pt x="12" y="2"/>
                  </a:lnTo>
                  <a:lnTo>
                    <a:pt x="23" y="7"/>
                  </a:lnTo>
                  <a:lnTo>
                    <a:pt x="33" y="13"/>
                  </a:lnTo>
                  <a:lnTo>
                    <a:pt x="41" y="21"/>
                  </a:lnTo>
                  <a:lnTo>
                    <a:pt x="48" y="31"/>
                  </a:lnTo>
                  <a:lnTo>
                    <a:pt x="52" y="43"/>
                  </a:lnTo>
                  <a:lnTo>
                    <a:pt x="54" y="54"/>
                  </a:lnTo>
                  <a:lnTo>
                    <a:pt x="52" y="66"/>
                  </a:lnTo>
                  <a:lnTo>
                    <a:pt x="48" y="77"/>
                  </a:lnTo>
                  <a:lnTo>
                    <a:pt x="41" y="87"/>
                  </a:lnTo>
                  <a:lnTo>
                    <a:pt x="33" y="95"/>
                  </a:lnTo>
                  <a:lnTo>
                    <a:pt x="23" y="102"/>
                  </a:lnTo>
                  <a:lnTo>
                    <a:pt x="12" y="106"/>
                  </a:lnTo>
                  <a:lnTo>
                    <a:pt x="0" y="107"/>
                  </a:lnTo>
                  <a:lnTo>
                    <a:pt x="0" y="54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16" name="Freeform 118">
              <a:extLst>
                <a:ext uri="{FF2B5EF4-FFF2-40B4-BE49-F238E27FC236}">
                  <a16:creationId xmlns:a16="http://schemas.microsoft.com/office/drawing/2014/main" id="{DD0E5A2A-F197-4CF4-519B-10E1337C47D7}"/>
                </a:ext>
              </a:extLst>
            </p:cNvPr>
            <p:cNvSpPr>
              <a:spLocks/>
            </p:cNvSpPr>
            <p:nvPr/>
          </p:nvSpPr>
          <p:spPr bwMode="auto">
            <a:xfrm>
              <a:off x="2279" y="1715"/>
              <a:ext cx="9" cy="17"/>
            </a:xfrm>
            <a:custGeom>
              <a:avLst/>
              <a:gdLst>
                <a:gd name="T0" fmla="*/ 0 w 54"/>
                <a:gd name="T1" fmla="*/ 0 h 107"/>
                <a:gd name="T2" fmla="*/ 0 w 54"/>
                <a:gd name="T3" fmla="*/ 0 h 107"/>
                <a:gd name="T4" fmla="*/ 0 w 54"/>
                <a:gd name="T5" fmla="*/ 0 h 107"/>
                <a:gd name="T6" fmla="*/ 0 w 54"/>
                <a:gd name="T7" fmla="*/ 0 h 107"/>
                <a:gd name="T8" fmla="*/ 0 w 54"/>
                <a:gd name="T9" fmla="*/ 0 h 107"/>
                <a:gd name="T10" fmla="*/ 0 w 54"/>
                <a:gd name="T11" fmla="*/ 0 h 107"/>
                <a:gd name="T12" fmla="*/ 0 w 54"/>
                <a:gd name="T13" fmla="*/ 0 h 107"/>
                <a:gd name="T14" fmla="*/ 0 w 54"/>
                <a:gd name="T15" fmla="*/ 0 h 107"/>
                <a:gd name="T16" fmla="*/ 0 w 54"/>
                <a:gd name="T17" fmla="*/ 0 h 107"/>
                <a:gd name="T18" fmla="*/ 0 w 54"/>
                <a:gd name="T19" fmla="*/ 0 h 107"/>
                <a:gd name="T20" fmla="*/ 0 w 54"/>
                <a:gd name="T21" fmla="*/ 0 h 107"/>
                <a:gd name="T22" fmla="*/ 0 w 54"/>
                <a:gd name="T23" fmla="*/ 0 h 107"/>
                <a:gd name="T24" fmla="*/ 0 w 54"/>
                <a:gd name="T25" fmla="*/ 0 h 107"/>
                <a:gd name="T26" fmla="*/ 0 w 54"/>
                <a:gd name="T27" fmla="*/ 0 h 107"/>
                <a:gd name="T28" fmla="*/ 0 w 54"/>
                <a:gd name="T29" fmla="*/ 0 h 107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w 54"/>
                <a:gd name="T46" fmla="*/ 0 h 107"/>
                <a:gd name="T47" fmla="*/ 54 w 54"/>
                <a:gd name="T48" fmla="*/ 107 h 107"/>
              </a:gdLst>
              <a:ahLst/>
              <a:cxnLst>
                <a:cxn ang="T30">
                  <a:pos x="T0" y="T1"/>
                </a:cxn>
                <a:cxn ang="T31">
                  <a:pos x="T2" y="T3"/>
                </a:cxn>
                <a:cxn ang="T32">
                  <a:pos x="T4" y="T5"/>
                </a:cxn>
                <a:cxn ang="T33">
                  <a:pos x="T6" y="T7"/>
                </a:cxn>
                <a:cxn ang="T34">
                  <a:pos x="T8" y="T9"/>
                </a:cxn>
                <a:cxn ang="T35">
                  <a:pos x="T10" y="T11"/>
                </a:cxn>
                <a:cxn ang="T36">
                  <a:pos x="T12" y="T13"/>
                </a:cxn>
                <a:cxn ang="T37">
                  <a:pos x="T14" y="T15"/>
                </a:cxn>
                <a:cxn ang="T38">
                  <a:pos x="T16" y="T17"/>
                </a:cxn>
                <a:cxn ang="T39">
                  <a:pos x="T18" y="T19"/>
                </a:cxn>
                <a:cxn ang="T40">
                  <a:pos x="T20" y="T21"/>
                </a:cxn>
                <a:cxn ang="T41">
                  <a:pos x="T22" y="T23"/>
                </a:cxn>
                <a:cxn ang="T42">
                  <a:pos x="T24" y="T25"/>
                </a:cxn>
                <a:cxn ang="T43">
                  <a:pos x="T26" y="T27"/>
                </a:cxn>
                <a:cxn ang="T44">
                  <a:pos x="T28" y="T29"/>
                </a:cxn>
              </a:cxnLst>
              <a:rect l="T45" t="T46" r="T47" b="T48"/>
              <a:pathLst>
                <a:path w="54" h="107">
                  <a:moveTo>
                    <a:pt x="0" y="0"/>
                  </a:moveTo>
                  <a:lnTo>
                    <a:pt x="12" y="2"/>
                  </a:lnTo>
                  <a:lnTo>
                    <a:pt x="23" y="7"/>
                  </a:lnTo>
                  <a:lnTo>
                    <a:pt x="33" y="13"/>
                  </a:lnTo>
                  <a:lnTo>
                    <a:pt x="41" y="21"/>
                  </a:lnTo>
                  <a:lnTo>
                    <a:pt x="48" y="31"/>
                  </a:lnTo>
                  <a:lnTo>
                    <a:pt x="52" y="43"/>
                  </a:lnTo>
                  <a:lnTo>
                    <a:pt x="54" y="54"/>
                  </a:lnTo>
                  <a:lnTo>
                    <a:pt x="52" y="66"/>
                  </a:lnTo>
                  <a:lnTo>
                    <a:pt x="48" y="77"/>
                  </a:lnTo>
                  <a:lnTo>
                    <a:pt x="41" y="87"/>
                  </a:lnTo>
                  <a:lnTo>
                    <a:pt x="33" y="95"/>
                  </a:lnTo>
                  <a:lnTo>
                    <a:pt x="23" y="102"/>
                  </a:lnTo>
                  <a:lnTo>
                    <a:pt x="12" y="106"/>
                  </a:lnTo>
                  <a:lnTo>
                    <a:pt x="0" y="107"/>
                  </a:lnTo>
                </a:path>
              </a:pathLst>
            </a:custGeom>
            <a:noFill/>
            <a:ln w="0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17" name="Freeform 119">
              <a:extLst>
                <a:ext uri="{FF2B5EF4-FFF2-40B4-BE49-F238E27FC236}">
                  <a16:creationId xmlns:a16="http://schemas.microsoft.com/office/drawing/2014/main" id="{113C4C30-6E7E-7D83-5058-7DF7E92FB0A2}"/>
                </a:ext>
              </a:extLst>
            </p:cNvPr>
            <p:cNvSpPr>
              <a:spLocks/>
            </p:cNvSpPr>
            <p:nvPr/>
          </p:nvSpPr>
          <p:spPr bwMode="auto">
            <a:xfrm>
              <a:off x="1162" y="2561"/>
              <a:ext cx="9" cy="18"/>
            </a:xfrm>
            <a:custGeom>
              <a:avLst/>
              <a:gdLst>
                <a:gd name="T0" fmla="*/ 0 w 53"/>
                <a:gd name="T1" fmla="*/ 0 h 107"/>
                <a:gd name="T2" fmla="*/ 0 w 53"/>
                <a:gd name="T3" fmla="*/ 0 h 107"/>
                <a:gd name="T4" fmla="*/ 0 w 53"/>
                <a:gd name="T5" fmla="*/ 0 h 107"/>
                <a:gd name="T6" fmla="*/ 0 w 53"/>
                <a:gd name="T7" fmla="*/ 0 h 107"/>
                <a:gd name="T8" fmla="*/ 0 w 53"/>
                <a:gd name="T9" fmla="*/ 0 h 107"/>
                <a:gd name="T10" fmla="*/ 0 w 53"/>
                <a:gd name="T11" fmla="*/ 0 h 107"/>
                <a:gd name="T12" fmla="*/ 0 w 53"/>
                <a:gd name="T13" fmla="*/ 0 h 107"/>
                <a:gd name="T14" fmla="*/ 0 w 53"/>
                <a:gd name="T15" fmla="*/ 0 h 107"/>
                <a:gd name="T16" fmla="*/ 0 w 53"/>
                <a:gd name="T17" fmla="*/ 0 h 107"/>
                <a:gd name="T18" fmla="*/ 0 w 53"/>
                <a:gd name="T19" fmla="*/ 0 h 107"/>
                <a:gd name="T20" fmla="*/ 0 w 53"/>
                <a:gd name="T21" fmla="*/ 0 h 107"/>
                <a:gd name="T22" fmla="*/ 0 w 53"/>
                <a:gd name="T23" fmla="*/ 0 h 107"/>
                <a:gd name="T24" fmla="*/ 0 w 53"/>
                <a:gd name="T25" fmla="*/ 0 h 107"/>
                <a:gd name="T26" fmla="*/ 0 w 53"/>
                <a:gd name="T27" fmla="*/ 0 h 107"/>
                <a:gd name="T28" fmla="*/ 0 w 53"/>
                <a:gd name="T29" fmla="*/ 0 h 107"/>
                <a:gd name="T30" fmla="*/ 0 w 53"/>
                <a:gd name="T31" fmla="*/ 0 h 107"/>
                <a:gd name="T32" fmla="*/ 0 w 53"/>
                <a:gd name="T33" fmla="*/ 0 h 107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w 53"/>
                <a:gd name="T52" fmla="*/ 0 h 107"/>
                <a:gd name="T53" fmla="*/ 53 w 53"/>
                <a:gd name="T54" fmla="*/ 107 h 107"/>
              </a:gdLst>
              <a:ahLst/>
              <a:cxnLst>
                <a:cxn ang="T34">
                  <a:pos x="T0" y="T1"/>
                </a:cxn>
                <a:cxn ang="T35">
                  <a:pos x="T2" y="T3"/>
                </a:cxn>
                <a:cxn ang="T36">
                  <a:pos x="T4" y="T5"/>
                </a:cxn>
                <a:cxn ang="T37">
                  <a:pos x="T6" y="T7"/>
                </a:cxn>
                <a:cxn ang="T38">
                  <a:pos x="T8" y="T9"/>
                </a:cxn>
                <a:cxn ang="T39">
                  <a:pos x="T10" y="T11"/>
                </a:cxn>
                <a:cxn ang="T40">
                  <a:pos x="T12" y="T13"/>
                </a:cxn>
                <a:cxn ang="T41">
                  <a:pos x="T14" y="T15"/>
                </a:cxn>
                <a:cxn ang="T42">
                  <a:pos x="T16" y="T17"/>
                </a:cxn>
                <a:cxn ang="T43">
                  <a:pos x="T18" y="T19"/>
                </a:cxn>
                <a:cxn ang="T44">
                  <a:pos x="T20" y="T21"/>
                </a:cxn>
                <a:cxn ang="T45">
                  <a:pos x="T22" y="T23"/>
                </a:cxn>
                <a:cxn ang="T46">
                  <a:pos x="T24" y="T25"/>
                </a:cxn>
                <a:cxn ang="T47">
                  <a:pos x="T26" y="T27"/>
                </a:cxn>
                <a:cxn ang="T48">
                  <a:pos x="T28" y="T29"/>
                </a:cxn>
                <a:cxn ang="T49">
                  <a:pos x="T30" y="T31"/>
                </a:cxn>
                <a:cxn ang="T50">
                  <a:pos x="T32" y="T33"/>
                </a:cxn>
              </a:cxnLst>
              <a:rect l="T51" t="T52" r="T53" b="T54"/>
              <a:pathLst>
                <a:path w="53" h="107">
                  <a:moveTo>
                    <a:pt x="53" y="54"/>
                  </a:moveTo>
                  <a:lnTo>
                    <a:pt x="53" y="107"/>
                  </a:lnTo>
                  <a:lnTo>
                    <a:pt x="41" y="106"/>
                  </a:lnTo>
                  <a:lnTo>
                    <a:pt x="29" y="102"/>
                  </a:lnTo>
                  <a:lnTo>
                    <a:pt x="20" y="96"/>
                  </a:lnTo>
                  <a:lnTo>
                    <a:pt x="11" y="87"/>
                  </a:lnTo>
                  <a:lnTo>
                    <a:pt x="5" y="78"/>
                  </a:lnTo>
                  <a:lnTo>
                    <a:pt x="1" y="66"/>
                  </a:lnTo>
                  <a:lnTo>
                    <a:pt x="0" y="54"/>
                  </a:lnTo>
                  <a:lnTo>
                    <a:pt x="1" y="43"/>
                  </a:lnTo>
                  <a:lnTo>
                    <a:pt x="5" y="31"/>
                  </a:lnTo>
                  <a:lnTo>
                    <a:pt x="11" y="22"/>
                  </a:lnTo>
                  <a:lnTo>
                    <a:pt x="20" y="13"/>
                  </a:lnTo>
                  <a:lnTo>
                    <a:pt x="29" y="7"/>
                  </a:lnTo>
                  <a:lnTo>
                    <a:pt x="41" y="3"/>
                  </a:lnTo>
                  <a:lnTo>
                    <a:pt x="53" y="0"/>
                  </a:lnTo>
                  <a:lnTo>
                    <a:pt x="53" y="54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18" name="Freeform 120">
              <a:extLst>
                <a:ext uri="{FF2B5EF4-FFF2-40B4-BE49-F238E27FC236}">
                  <a16:creationId xmlns:a16="http://schemas.microsoft.com/office/drawing/2014/main" id="{DC562778-3729-C7B3-A416-922958A4973C}"/>
                </a:ext>
              </a:extLst>
            </p:cNvPr>
            <p:cNvSpPr>
              <a:spLocks/>
            </p:cNvSpPr>
            <p:nvPr/>
          </p:nvSpPr>
          <p:spPr bwMode="auto">
            <a:xfrm>
              <a:off x="1162" y="2561"/>
              <a:ext cx="9" cy="18"/>
            </a:xfrm>
            <a:custGeom>
              <a:avLst/>
              <a:gdLst>
                <a:gd name="T0" fmla="*/ 0 w 53"/>
                <a:gd name="T1" fmla="*/ 0 h 107"/>
                <a:gd name="T2" fmla="*/ 0 w 53"/>
                <a:gd name="T3" fmla="*/ 0 h 107"/>
                <a:gd name="T4" fmla="*/ 0 w 53"/>
                <a:gd name="T5" fmla="*/ 0 h 107"/>
                <a:gd name="T6" fmla="*/ 0 w 53"/>
                <a:gd name="T7" fmla="*/ 0 h 107"/>
                <a:gd name="T8" fmla="*/ 0 w 53"/>
                <a:gd name="T9" fmla="*/ 0 h 107"/>
                <a:gd name="T10" fmla="*/ 0 w 53"/>
                <a:gd name="T11" fmla="*/ 0 h 107"/>
                <a:gd name="T12" fmla="*/ 0 w 53"/>
                <a:gd name="T13" fmla="*/ 0 h 107"/>
                <a:gd name="T14" fmla="*/ 0 w 53"/>
                <a:gd name="T15" fmla="*/ 0 h 107"/>
                <a:gd name="T16" fmla="*/ 0 w 53"/>
                <a:gd name="T17" fmla="*/ 0 h 107"/>
                <a:gd name="T18" fmla="*/ 0 w 53"/>
                <a:gd name="T19" fmla="*/ 0 h 107"/>
                <a:gd name="T20" fmla="*/ 0 w 53"/>
                <a:gd name="T21" fmla="*/ 0 h 107"/>
                <a:gd name="T22" fmla="*/ 0 w 53"/>
                <a:gd name="T23" fmla="*/ 0 h 107"/>
                <a:gd name="T24" fmla="*/ 0 w 53"/>
                <a:gd name="T25" fmla="*/ 0 h 107"/>
                <a:gd name="T26" fmla="*/ 0 w 53"/>
                <a:gd name="T27" fmla="*/ 0 h 107"/>
                <a:gd name="T28" fmla="*/ 0 w 53"/>
                <a:gd name="T29" fmla="*/ 0 h 107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w 53"/>
                <a:gd name="T46" fmla="*/ 0 h 107"/>
                <a:gd name="T47" fmla="*/ 53 w 53"/>
                <a:gd name="T48" fmla="*/ 107 h 107"/>
              </a:gdLst>
              <a:ahLst/>
              <a:cxnLst>
                <a:cxn ang="T30">
                  <a:pos x="T0" y="T1"/>
                </a:cxn>
                <a:cxn ang="T31">
                  <a:pos x="T2" y="T3"/>
                </a:cxn>
                <a:cxn ang="T32">
                  <a:pos x="T4" y="T5"/>
                </a:cxn>
                <a:cxn ang="T33">
                  <a:pos x="T6" y="T7"/>
                </a:cxn>
                <a:cxn ang="T34">
                  <a:pos x="T8" y="T9"/>
                </a:cxn>
                <a:cxn ang="T35">
                  <a:pos x="T10" y="T11"/>
                </a:cxn>
                <a:cxn ang="T36">
                  <a:pos x="T12" y="T13"/>
                </a:cxn>
                <a:cxn ang="T37">
                  <a:pos x="T14" y="T15"/>
                </a:cxn>
                <a:cxn ang="T38">
                  <a:pos x="T16" y="T17"/>
                </a:cxn>
                <a:cxn ang="T39">
                  <a:pos x="T18" y="T19"/>
                </a:cxn>
                <a:cxn ang="T40">
                  <a:pos x="T20" y="T21"/>
                </a:cxn>
                <a:cxn ang="T41">
                  <a:pos x="T22" y="T23"/>
                </a:cxn>
                <a:cxn ang="T42">
                  <a:pos x="T24" y="T25"/>
                </a:cxn>
                <a:cxn ang="T43">
                  <a:pos x="T26" y="T27"/>
                </a:cxn>
                <a:cxn ang="T44">
                  <a:pos x="T28" y="T29"/>
                </a:cxn>
              </a:cxnLst>
              <a:rect l="T45" t="T46" r="T47" b="T48"/>
              <a:pathLst>
                <a:path w="53" h="107">
                  <a:moveTo>
                    <a:pt x="53" y="107"/>
                  </a:moveTo>
                  <a:lnTo>
                    <a:pt x="41" y="106"/>
                  </a:lnTo>
                  <a:lnTo>
                    <a:pt x="29" y="102"/>
                  </a:lnTo>
                  <a:lnTo>
                    <a:pt x="20" y="96"/>
                  </a:lnTo>
                  <a:lnTo>
                    <a:pt x="11" y="87"/>
                  </a:lnTo>
                  <a:lnTo>
                    <a:pt x="5" y="78"/>
                  </a:lnTo>
                  <a:lnTo>
                    <a:pt x="1" y="66"/>
                  </a:lnTo>
                  <a:lnTo>
                    <a:pt x="0" y="54"/>
                  </a:lnTo>
                  <a:lnTo>
                    <a:pt x="1" y="43"/>
                  </a:lnTo>
                  <a:lnTo>
                    <a:pt x="5" y="31"/>
                  </a:lnTo>
                  <a:lnTo>
                    <a:pt x="11" y="22"/>
                  </a:lnTo>
                  <a:lnTo>
                    <a:pt x="20" y="13"/>
                  </a:lnTo>
                  <a:lnTo>
                    <a:pt x="29" y="7"/>
                  </a:lnTo>
                  <a:lnTo>
                    <a:pt x="41" y="3"/>
                  </a:lnTo>
                  <a:lnTo>
                    <a:pt x="53" y="0"/>
                  </a:lnTo>
                </a:path>
              </a:pathLst>
            </a:custGeom>
            <a:noFill/>
            <a:ln w="0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19" name="Freeform 121">
              <a:extLst>
                <a:ext uri="{FF2B5EF4-FFF2-40B4-BE49-F238E27FC236}">
                  <a16:creationId xmlns:a16="http://schemas.microsoft.com/office/drawing/2014/main" id="{A9ECDBFB-C902-F9FC-6EFF-9B7044EC9B36}"/>
                </a:ext>
              </a:extLst>
            </p:cNvPr>
            <p:cNvSpPr>
              <a:spLocks/>
            </p:cNvSpPr>
            <p:nvPr/>
          </p:nvSpPr>
          <p:spPr bwMode="auto">
            <a:xfrm>
              <a:off x="1171" y="2561"/>
              <a:ext cx="1108" cy="18"/>
            </a:xfrm>
            <a:custGeom>
              <a:avLst/>
              <a:gdLst>
                <a:gd name="T0" fmla="*/ 0 w 6646"/>
                <a:gd name="T1" fmla="*/ 0 h 107"/>
                <a:gd name="T2" fmla="*/ 0 w 6646"/>
                <a:gd name="T3" fmla="*/ 0 h 107"/>
                <a:gd name="T4" fmla="*/ 0 w 6646"/>
                <a:gd name="T5" fmla="*/ 0 h 107"/>
                <a:gd name="T6" fmla="*/ 0 w 6646"/>
                <a:gd name="T7" fmla="*/ 0 h 107"/>
                <a:gd name="T8" fmla="*/ 0 w 6646"/>
                <a:gd name="T9" fmla="*/ 0 h 107"/>
                <a:gd name="T10" fmla="*/ 0 w 6646"/>
                <a:gd name="T11" fmla="*/ 0 h 107"/>
                <a:gd name="T12" fmla="*/ 0 w 6646"/>
                <a:gd name="T13" fmla="*/ 0 h 107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6646"/>
                <a:gd name="T22" fmla="*/ 0 h 107"/>
                <a:gd name="T23" fmla="*/ 6646 w 6646"/>
                <a:gd name="T24" fmla="*/ 107 h 107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6646" h="107">
                  <a:moveTo>
                    <a:pt x="0" y="0"/>
                  </a:moveTo>
                  <a:lnTo>
                    <a:pt x="0" y="54"/>
                  </a:lnTo>
                  <a:lnTo>
                    <a:pt x="0" y="107"/>
                  </a:lnTo>
                  <a:lnTo>
                    <a:pt x="6646" y="107"/>
                  </a:lnTo>
                  <a:lnTo>
                    <a:pt x="6646" y="54"/>
                  </a:lnTo>
                  <a:lnTo>
                    <a:pt x="6646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20" name="Freeform 122">
              <a:extLst>
                <a:ext uri="{FF2B5EF4-FFF2-40B4-BE49-F238E27FC236}">
                  <a16:creationId xmlns:a16="http://schemas.microsoft.com/office/drawing/2014/main" id="{E63383F8-D49E-10F4-9F14-C720C5D628BC}"/>
                </a:ext>
              </a:extLst>
            </p:cNvPr>
            <p:cNvSpPr>
              <a:spLocks/>
            </p:cNvSpPr>
            <p:nvPr/>
          </p:nvSpPr>
          <p:spPr bwMode="auto">
            <a:xfrm>
              <a:off x="1171" y="2561"/>
              <a:ext cx="1108" cy="18"/>
            </a:xfrm>
            <a:custGeom>
              <a:avLst/>
              <a:gdLst>
                <a:gd name="T0" fmla="*/ 0 w 6646"/>
                <a:gd name="T1" fmla="*/ 0 h 107"/>
                <a:gd name="T2" fmla="*/ 0 w 6646"/>
                <a:gd name="T3" fmla="*/ 0 h 107"/>
                <a:gd name="T4" fmla="*/ 0 w 6646"/>
                <a:gd name="T5" fmla="*/ 0 h 107"/>
                <a:gd name="T6" fmla="*/ 0 w 6646"/>
                <a:gd name="T7" fmla="*/ 0 h 107"/>
                <a:gd name="T8" fmla="*/ 0 w 6646"/>
                <a:gd name="T9" fmla="*/ 0 h 107"/>
                <a:gd name="T10" fmla="*/ 0 w 6646"/>
                <a:gd name="T11" fmla="*/ 0 h 107"/>
                <a:gd name="T12" fmla="*/ 0 w 6646"/>
                <a:gd name="T13" fmla="*/ 0 h 107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6646"/>
                <a:gd name="T22" fmla="*/ 0 h 107"/>
                <a:gd name="T23" fmla="*/ 6646 w 6646"/>
                <a:gd name="T24" fmla="*/ 107 h 107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6646" h="107">
                  <a:moveTo>
                    <a:pt x="0" y="0"/>
                  </a:moveTo>
                  <a:lnTo>
                    <a:pt x="0" y="54"/>
                  </a:lnTo>
                  <a:lnTo>
                    <a:pt x="0" y="107"/>
                  </a:lnTo>
                  <a:lnTo>
                    <a:pt x="6646" y="107"/>
                  </a:lnTo>
                  <a:lnTo>
                    <a:pt x="6646" y="54"/>
                  </a:lnTo>
                  <a:lnTo>
                    <a:pt x="6646" y="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21" name="Freeform 123">
              <a:extLst>
                <a:ext uri="{FF2B5EF4-FFF2-40B4-BE49-F238E27FC236}">
                  <a16:creationId xmlns:a16="http://schemas.microsoft.com/office/drawing/2014/main" id="{5A479BEF-2C63-C067-CE7A-E16DE9BB338E}"/>
                </a:ext>
              </a:extLst>
            </p:cNvPr>
            <p:cNvSpPr>
              <a:spLocks/>
            </p:cNvSpPr>
            <p:nvPr/>
          </p:nvSpPr>
          <p:spPr bwMode="auto">
            <a:xfrm>
              <a:off x="2279" y="2561"/>
              <a:ext cx="9" cy="18"/>
            </a:xfrm>
            <a:custGeom>
              <a:avLst/>
              <a:gdLst>
                <a:gd name="T0" fmla="*/ 0 w 54"/>
                <a:gd name="T1" fmla="*/ 0 h 107"/>
                <a:gd name="T2" fmla="*/ 0 w 54"/>
                <a:gd name="T3" fmla="*/ 0 h 107"/>
                <a:gd name="T4" fmla="*/ 0 w 54"/>
                <a:gd name="T5" fmla="*/ 0 h 107"/>
                <a:gd name="T6" fmla="*/ 0 w 54"/>
                <a:gd name="T7" fmla="*/ 0 h 107"/>
                <a:gd name="T8" fmla="*/ 0 w 54"/>
                <a:gd name="T9" fmla="*/ 0 h 107"/>
                <a:gd name="T10" fmla="*/ 0 w 54"/>
                <a:gd name="T11" fmla="*/ 0 h 107"/>
                <a:gd name="T12" fmla="*/ 0 w 54"/>
                <a:gd name="T13" fmla="*/ 0 h 107"/>
                <a:gd name="T14" fmla="*/ 0 w 54"/>
                <a:gd name="T15" fmla="*/ 0 h 107"/>
                <a:gd name="T16" fmla="*/ 0 w 54"/>
                <a:gd name="T17" fmla="*/ 0 h 107"/>
                <a:gd name="T18" fmla="*/ 0 w 54"/>
                <a:gd name="T19" fmla="*/ 0 h 107"/>
                <a:gd name="T20" fmla="*/ 0 w 54"/>
                <a:gd name="T21" fmla="*/ 0 h 107"/>
                <a:gd name="T22" fmla="*/ 0 w 54"/>
                <a:gd name="T23" fmla="*/ 0 h 107"/>
                <a:gd name="T24" fmla="*/ 0 w 54"/>
                <a:gd name="T25" fmla="*/ 0 h 107"/>
                <a:gd name="T26" fmla="*/ 0 w 54"/>
                <a:gd name="T27" fmla="*/ 0 h 107"/>
                <a:gd name="T28" fmla="*/ 0 w 54"/>
                <a:gd name="T29" fmla="*/ 0 h 107"/>
                <a:gd name="T30" fmla="*/ 0 w 54"/>
                <a:gd name="T31" fmla="*/ 0 h 107"/>
                <a:gd name="T32" fmla="*/ 0 w 54"/>
                <a:gd name="T33" fmla="*/ 0 h 107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w 54"/>
                <a:gd name="T52" fmla="*/ 0 h 107"/>
                <a:gd name="T53" fmla="*/ 54 w 54"/>
                <a:gd name="T54" fmla="*/ 107 h 107"/>
              </a:gdLst>
              <a:ahLst/>
              <a:cxnLst>
                <a:cxn ang="T34">
                  <a:pos x="T0" y="T1"/>
                </a:cxn>
                <a:cxn ang="T35">
                  <a:pos x="T2" y="T3"/>
                </a:cxn>
                <a:cxn ang="T36">
                  <a:pos x="T4" y="T5"/>
                </a:cxn>
                <a:cxn ang="T37">
                  <a:pos x="T6" y="T7"/>
                </a:cxn>
                <a:cxn ang="T38">
                  <a:pos x="T8" y="T9"/>
                </a:cxn>
                <a:cxn ang="T39">
                  <a:pos x="T10" y="T11"/>
                </a:cxn>
                <a:cxn ang="T40">
                  <a:pos x="T12" y="T13"/>
                </a:cxn>
                <a:cxn ang="T41">
                  <a:pos x="T14" y="T15"/>
                </a:cxn>
                <a:cxn ang="T42">
                  <a:pos x="T16" y="T17"/>
                </a:cxn>
                <a:cxn ang="T43">
                  <a:pos x="T18" y="T19"/>
                </a:cxn>
                <a:cxn ang="T44">
                  <a:pos x="T20" y="T21"/>
                </a:cxn>
                <a:cxn ang="T45">
                  <a:pos x="T22" y="T23"/>
                </a:cxn>
                <a:cxn ang="T46">
                  <a:pos x="T24" y="T25"/>
                </a:cxn>
                <a:cxn ang="T47">
                  <a:pos x="T26" y="T27"/>
                </a:cxn>
                <a:cxn ang="T48">
                  <a:pos x="T28" y="T29"/>
                </a:cxn>
                <a:cxn ang="T49">
                  <a:pos x="T30" y="T31"/>
                </a:cxn>
                <a:cxn ang="T50">
                  <a:pos x="T32" y="T33"/>
                </a:cxn>
              </a:cxnLst>
              <a:rect l="T51" t="T52" r="T53" b="T54"/>
              <a:pathLst>
                <a:path w="54" h="107">
                  <a:moveTo>
                    <a:pt x="0" y="54"/>
                  </a:moveTo>
                  <a:lnTo>
                    <a:pt x="0" y="0"/>
                  </a:lnTo>
                  <a:lnTo>
                    <a:pt x="12" y="3"/>
                  </a:lnTo>
                  <a:lnTo>
                    <a:pt x="23" y="7"/>
                  </a:lnTo>
                  <a:lnTo>
                    <a:pt x="33" y="13"/>
                  </a:lnTo>
                  <a:lnTo>
                    <a:pt x="41" y="22"/>
                  </a:lnTo>
                  <a:lnTo>
                    <a:pt x="48" y="31"/>
                  </a:lnTo>
                  <a:lnTo>
                    <a:pt x="52" y="43"/>
                  </a:lnTo>
                  <a:lnTo>
                    <a:pt x="54" y="54"/>
                  </a:lnTo>
                  <a:lnTo>
                    <a:pt x="52" y="66"/>
                  </a:lnTo>
                  <a:lnTo>
                    <a:pt x="48" y="78"/>
                  </a:lnTo>
                  <a:lnTo>
                    <a:pt x="41" y="87"/>
                  </a:lnTo>
                  <a:lnTo>
                    <a:pt x="33" y="96"/>
                  </a:lnTo>
                  <a:lnTo>
                    <a:pt x="23" y="102"/>
                  </a:lnTo>
                  <a:lnTo>
                    <a:pt x="12" y="106"/>
                  </a:lnTo>
                  <a:lnTo>
                    <a:pt x="0" y="107"/>
                  </a:lnTo>
                  <a:lnTo>
                    <a:pt x="0" y="54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22" name="Freeform 124">
              <a:extLst>
                <a:ext uri="{FF2B5EF4-FFF2-40B4-BE49-F238E27FC236}">
                  <a16:creationId xmlns:a16="http://schemas.microsoft.com/office/drawing/2014/main" id="{D9231B6F-71DE-7C0E-C61F-20B87A32B9E9}"/>
                </a:ext>
              </a:extLst>
            </p:cNvPr>
            <p:cNvSpPr>
              <a:spLocks/>
            </p:cNvSpPr>
            <p:nvPr/>
          </p:nvSpPr>
          <p:spPr bwMode="auto">
            <a:xfrm>
              <a:off x="2279" y="2561"/>
              <a:ext cx="9" cy="18"/>
            </a:xfrm>
            <a:custGeom>
              <a:avLst/>
              <a:gdLst>
                <a:gd name="T0" fmla="*/ 0 w 54"/>
                <a:gd name="T1" fmla="*/ 0 h 107"/>
                <a:gd name="T2" fmla="*/ 0 w 54"/>
                <a:gd name="T3" fmla="*/ 0 h 107"/>
                <a:gd name="T4" fmla="*/ 0 w 54"/>
                <a:gd name="T5" fmla="*/ 0 h 107"/>
                <a:gd name="T6" fmla="*/ 0 w 54"/>
                <a:gd name="T7" fmla="*/ 0 h 107"/>
                <a:gd name="T8" fmla="*/ 0 w 54"/>
                <a:gd name="T9" fmla="*/ 0 h 107"/>
                <a:gd name="T10" fmla="*/ 0 w 54"/>
                <a:gd name="T11" fmla="*/ 0 h 107"/>
                <a:gd name="T12" fmla="*/ 0 w 54"/>
                <a:gd name="T13" fmla="*/ 0 h 107"/>
                <a:gd name="T14" fmla="*/ 0 w 54"/>
                <a:gd name="T15" fmla="*/ 0 h 107"/>
                <a:gd name="T16" fmla="*/ 0 w 54"/>
                <a:gd name="T17" fmla="*/ 0 h 107"/>
                <a:gd name="T18" fmla="*/ 0 w 54"/>
                <a:gd name="T19" fmla="*/ 0 h 107"/>
                <a:gd name="T20" fmla="*/ 0 w 54"/>
                <a:gd name="T21" fmla="*/ 0 h 107"/>
                <a:gd name="T22" fmla="*/ 0 w 54"/>
                <a:gd name="T23" fmla="*/ 0 h 107"/>
                <a:gd name="T24" fmla="*/ 0 w 54"/>
                <a:gd name="T25" fmla="*/ 0 h 107"/>
                <a:gd name="T26" fmla="*/ 0 w 54"/>
                <a:gd name="T27" fmla="*/ 0 h 107"/>
                <a:gd name="T28" fmla="*/ 0 w 54"/>
                <a:gd name="T29" fmla="*/ 0 h 107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w 54"/>
                <a:gd name="T46" fmla="*/ 0 h 107"/>
                <a:gd name="T47" fmla="*/ 54 w 54"/>
                <a:gd name="T48" fmla="*/ 107 h 107"/>
              </a:gdLst>
              <a:ahLst/>
              <a:cxnLst>
                <a:cxn ang="T30">
                  <a:pos x="T0" y="T1"/>
                </a:cxn>
                <a:cxn ang="T31">
                  <a:pos x="T2" y="T3"/>
                </a:cxn>
                <a:cxn ang="T32">
                  <a:pos x="T4" y="T5"/>
                </a:cxn>
                <a:cxn ang="T33">
                  <a:pos x="T6" y="T7"/>
                </a:cxn>
                <a:cxn ang="T34">
                  <a:pos x="T8" y="T9"/>
                </a:cxn>
                <a:cxn ang="T35">
                  <a:pos x="T10" y="T11"/>
                </a:cxn>
                <a:cxn ang="T36">
                  <a:pos x="T12" y="T13"/>
                </a:cxn>
                <a:cxn ang="T37">
                  <a:pos x="T14" y="T15"/>
                </a:cxn>
                <a:cxn ang="T38">
                  <a:pos x="T16" y="T17"/>
                </a:cxn>
                <a:cxn ang="T39">
                  <a:pos x="T18" y="T19"/>
                </a:cxn>
                <a:cxn ang="T40">
                  <a:pos x="T20" y="T21"/>
                </a:cxn>
                <a:cxn ang="T41">
                  <a:pos x="T22" y="T23"/>
                </a:cxn>
                <a:cxn ang="T42">
                  <a:pos x="T24" y="T25"/>
                </a:cxn>
                <a:cxn ang="T43">
                  <a:pos x="T26" y="T27"/>
                </a:cxn>
                <a:cxn ang="T44">
                  <a:pos x="T28" y="T29"/>
                </a:cxn>
              </a:cxnLst>
              <a:rect l="T45" t="T46" r="T47" b="T48"/>
              <a:pathLst>
                <a:path w="54" h="107">
                  <a:moveTo>
                    <a:pt x="0" y="0"/>
                  </a:moveTo>
                  <a:lnTo>
                    <a:pt x="12" y="3"/>
                  </a:lnTo>
                  <a:lnTo>
                    <a:pt x="23" y="7"/>
                  </a:lnTo>
                  <a:lnTo>
                    <a:pt x="33" y="13"/>
                  </a:lnTo>
                  <a:lnTo>
                    <a:pt x="41" y="22"/>
                  </a:lnTo>
                  <a:lnTo>
                    <a:pt x="48" y="31"/>
                  </a:lnTo>
                  <a:lnTo>
                    <a:pt x="52" y="43"/>
                  </a:lnTo>
                  <a:lnTo>
                    <a:pt x="54" y="54"/>
                  </a:lnTo>
                  <a:lnTo>
                    <a:pt x="52" y="66"/>
                  </a:lnTo>
                  <a:lnTo>
                    <a:pt x="48" y="78"/>
                  </a:lnTo>
                  <a:lnTo>
                    <a:pt x="41" y="87"/>
                  </a:lnTo>
                  <a:lnTo>
                    <a:pt x="33" y="96"/>
                  </a:lnTo>
                  <a:lnTo>
                    <a:pt x="23" y="102"/>
                  </a:lnTo>
                  <a:lnTo>
                    <a:pt x="12" y="106"/>
                  </a:lnTo>
                  <a:lnTo>
                    <a:pt x="0" y="107"/>
                  </a:lnTo>
                </a:path>
              </a:pathLst>
            </a:custGeom>
            <a:noFill/>
            <a:ln w="0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23" name="Freeform 125">
              <a:extLst>
                <a:ext uri="{FF2B5EF4-FFF2-40B4-BE49-F238E27FC236}">
                  <a16:creationId xmlns:a16="http://schemas.microsoft.com/office/drawing/2014/main" id="{B681E199-3737-B459-2DD6-EAF2012BDD31}"/>
                </a:ext>
              </a:extLst>
            </p:cNvPr>
            <p:cNvSpPr>
              <a:spLocks/>
            </p:cNvSpPr>
            <p:nvPr/>
          </p:nvSpPr>
          <p:spPr bwMode="auto">
            <a:xfrm>
              <a:off x="2279" y="1921"/>
              <a:ext cx="9" cy="18"/>
            </a:xfrm>
            <a:custGeom>
              <a:avLst/>
              <a:gdLst>
                <a:gd name="T0" fmla="*/ 0 w 54"/>
                <a:gd name="T1" fmla="*/ 0 h 107"/>
                <a:gd name="T2" fmla="*/ 0 w 54"/>
                <a:gd name="T3" fmla="*/ 0 h 107"/>
                <a:gd name="T4" fmla="*/ 0 w 54"/>
                <a:gd name="T5" fmla="*/ 0 h 107"/>
                <a:gd name="T6" fmla="*/ 0 w 54"/>
                <a:gd name="T7" fmla="*/ 0 h 107"/>
                <a:gd name="T8" fmla="*/ 0 w 54"/>
                <a:gd name="T9" fmla="*/ 0 h 107"/>
                <a:gd name="T10" fmla="*/ 0 w 54"/>
                <a:gd name="T11" fmla="*/ 0 h 107"/>
                <a:gd name="T12" fmla="*/ 0 w 54"/>
                <a:gd name="T13" fmla="*/ 0 h 107"/>
                <a:gd name="T14" fmla="*/ 0 w 54"/>
                <a:gd name="T15" fmla="*/ 0 h 107"/>
                <a:gd name="T16" fmla="*/ 0 w 54"/>
                <a:gd name="T17" fmla="*/ 0 h 107"/>
                <a:gd name="T18" fmla="*/ 0 w 54"/>
                <a:gd name="T19" fmla="*/ 0 h 107"/>
                <a:gd name="T20" fmla="*/ 0 w 54"/>
                <a:gd name="T21" fmla="*/ 0 h 107"/>
                <a:gd name="T22" fmla="*/ 0 w 54"/>
                <a:gd name="T23" fmla="*/ 0 h 107"/>
                <a:gd name="T24" fmla="*/ 0 w 54"/>
                <a:gd name="T25" fmla="*/ 0 h 107"/>
                <a:gd name="T26" fmla="*/ 0 w 54"/>
                <a:gd name="T27" fmla="*/ 0 h 107"/>
                <a:gd name="T28" fmla="*/ 0 w 54"/>
                <a:gd name="T29" fmla="*/ 0 h 107"/>
                <a:gd name="T30" fmla="*/ 0 w 54"/>
                <a:gd name="T31" fmla="*/ 0 h 107"/>
                <a:gd name="T32" fmla="*/ 0 w 54"/>
                <a:gd name="T33" fmla="*/ 0 h 107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w 54"/>
                <a:gd name="T52" fmla="*/ 0 h 107"/>
                <a:gd name="T53" fmla="*/ 54 w 54"/>
                <a:gd name="T54" fmla="*/ 107 h 107"/>
              </a:gdLst>
              <a:ahLst/>
              <a:cxnLst>
                <a:cxn ang="T34">
                  <a:pos x="T0" y="T1"/>
                </a:cxn>
                <a:cxn ang="T35">
                  <a:pos x="T2" y="T3"/>
                </a:cxn>
                <a:cxn ang="T36">
                  <a:pos x="T4" y="T5"/>
                </a:cxn>
                <a:cxn ang="T37">
                  <a:pos x="T6" y="T7"/>
                </a:cxn>
                <a:cxn ang="T38">
                  <a:pos x="T8" y="T9"/>
                </a:cxn>
                <a:cxn ang="T39">
                  <a:pos x="T10" y="T11"/>
                </a:cxn>
                <a:cxn ang="T40">
                  <a:pos x="T12" y="T13"/>
                </a:cxn>
                <a:cxn ang="T41">
                  <a:pos x="T14" y="T15"/>
                </a:cxn>
                <a:cxn ang="T42">
                  <a:pos x="T16" y="T17"/>
                </a:cxn>
                <a:cxn ang="T43">
                  <a:pos x="T18" y="T19"/>
                </a:cxn>
                <a:cxn ang="T44">
                  <a:pos x="T20" y="T21"/>
                </a:cxn>
                <a:cxn ang="T45">
                  <a:pos x="T22" y="T23"/>
                </a:cxn>
                <a:cxn ang="T46">
                  <a:pos x="T24" y="T25"/>
                </a:cxn>
                <a:cxn ang="T47">
                  <a:pos x="T26" y="T27"/>
                </a:cxn>
                <a:cxn ang="T48">
                  <a:pos x="T28" y="T29"/>
                </a:cxn>
                <a:cxn ang="T49">
                  <a:pos x="T30" y="T31"/>
                </a:cxn>
                <a:cxn ang="T50">
                  <a:pos x="T32" y="T33"/>
                </a:cxn>
              </a:cxnLst>
              <a:rect l="T51" t="T52" r="T53" b="T54"/>
              <a:pathLst>
                <a:path w="54" h="107">
                  <a:moveTo>
                    <a:pt x="0" y="54"/>
                  </a:moveTo>
                  <a:lnTo>
                    <a:pt x="0" y="0"/>
                  </a:lnTo>
                  <a:lnTo>
                    <a:pt x="12" y="2"/>
                  </a:lnTo>
                  <a:lnTo>
                    <a:pt x="23" y="6"/>
                  </a:lnTo>
                  <a:lnTo>
                    <a:pt x="33" y="13"/>
                  </a:lnTo>
                  <a:lnTo>
                    <a:pt x="41" y="21"/>
                  </a:lnTo>
                  <a:lnTo>
                    <a:pt x="48" y="31"/>
                  </a:lnTo>
                  <a:lnTo>
                    <a:pt x="52" y="42"/>
                  </a:lnTo>
                  <a:lnTo>
                    <a:pt x="54" y="54"/>
                  </a:lnTo>
                  <a:lnTo>
                    <a:pt x="52" y="66"/>
                  </a:lnTo>
                  <a:lnTo>
                    <a:pt x="48" y="77"/>
                  </a:lnTo>
                  <a:lnTo>
                    <a:pt x="41" y="87"/>
                  </a:lnTo>
                  <a:lnTo>
                    <a:pt x="33" y="95"/>
                  </a:lnTo>
                  <a:lnTo>
                    <a:pt x="23" y="102"/>
                  </a:lnTo>
                  <a:lnTo>
                    <a:pt x="12" y="106"/>
                  </a:lnTo>
                  <a:lnTo>
                    <a:pt x="0" y="107"/>
                  </a:lnTo>
                  <a:lnTo>
                    <a:pt x="0" y="54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24" name="Freeform 126">
              <a:extLst>
                <a:ext uri="{FF2B5EF4-FFF2-40B4-BE49-F238E27FC236}">
                  <a16:creationId xmlns:a16="http://schemas.microsoft.com/office/drawing/2014/main" id="{49C411BF-60E0-FEA6-8DB2-87B05C6423BA}"/>
                </a:ext>
              </a:extLst>
            </p:cNvPr>
            <p:cNvSpPr>
              <a:spLocks/>
            </p:cNvSpPr>
            <p:nvPr/>
          </p:nvSpPr>
          <p:spPr bwMode="auto">
            <a:xfrm>
              <a:off x="2279" y="1921"/>
              <a:ext cx="9" cy="18"/>
            </a:xfrm>
            <a:custGeom>
              <a:avLst/>
              <a:gdLst>
                <a:gd name="T0" fmla="*/ 0 w 54"/>
                <a:gd name="T1" fmla="*/ 0 h 107"/>
                <a:gd name="T2" fmla="*/ 0 w 54"/>
                <a:gd name="T3" fmla="*/ 0 h 107"/>
                <a:gd name="T4" fmla="*/ 0 w 54"/>
                <a:gd name="T5" fmla="*/ 0 h 107"/>
                <a:gd name="T6" fmla="*/ 0 w 54"/>
                <a:gd name="T7" fmla="*/ 0 h 107"/>
                <a:gd name="T8" fmla="*/ 0 w 54"/>
                <a:gd name="T9" fmla="*/ 0 h 107"/>
                <a:gd name="T10" fmla="*/ 0 w 54"/>
                <a:gd name="T11" fmla="*/ 0 h 107"/>
                <a:gd name="T12" fmla="*/ 0 w 54"/>
                <a:gd name="T13" fmla="*/ 0 h 107"/>
                <a:gd name="T14" fmla="*/ 0 w 54"/>
                <a:gd name="T15" fmla="*/ 0 h 107"/>
                <a:gd name="T16" fmla="*/ 0 w 54"/>
                <a:gd name="T17" fmla="*/ 0 h 107"/>
                <a:gd name="T18" fmla="*/ 0 w 54"/>
                <a:gd name="T19" fmla="*/ 0 h 107"/>
                <a:gd name="T20" fmla="*/ 0 w 54"/>
                <a:gd name="T21" fmla="*/ 0 h 107"/>
                <a:gd name="T22" fmla="*/ 0 w 54"/>
                <a:gd name="T23" fmla="*/ 0 h 107"/>
                <a:gd name="T24" fmla="*/ 0 w 54"/>
                <a:gd name="T25" fmla="*/ 0 h 107"/>
                <a:gd name="T26" fmla="*/ 0 w 54"/>
                <a:gd name="T27" fmla="*/ 0 h 107"/>
                <a:gd name="T28" fmla="*/ 0 w 54"/>
                <a:gd name="T29" fmla="*/ 0 h 107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w 54"/>
                <a:gd name="T46" fmla="*/ 0 h 107"/>
                <a:gd name="T47" fmla="*/ 54 w 54"/>
                <a:gd name="T48" fmla="*/ 107 h 107"/>
              </a:gdLst>
              <a:ahLst/>
              <a:cxnLst>
                <a:cxn ang="T30">
                  <a:pos x="T0" y="T1"/>
                </a:cxn>
                <a:cxn ang="T31">
                  <a:pos x="T2" y="T3"/>
                </a:cxn>
                <a:cxn ang="T32">
                  <a:pos x="T4" y="T5"/>
                </a:cxn>
                <a:cxn ang="T33">
                  <a:pos x="T6" y="T7"/>
                </a:cxn>
                <a:cxn ang="T34">
                  <a:pos x="T8" y="T9"/>
                </a:cxn>
                <a:cxn ang="T35">
                  <a:pos x="T10" y="T11"/>
                </a:cxn>
                <a:cxn ang="T36">
                  <a:pos x="T12" y="T13"/>
                </a:cxn>
                <a:cxn ang="T37">
                  <a:pos x="T14" y="T15"/>
                </a:cxn>
                <a:cxn ang="T38">
                  <a:pos x="T16" y="T17"/>
                </a:cxn>
                <a:cxn ang="T39">
                  <a:pos x="T18" y="T19"/>
                </a:cxn>
                <a:cxn ang="T40">
                  <a:pos x="T20" y="T21"/>
                </a:cxn>
                <a:cxn ang="T41">
                  <a:pos x="T22" y="T23"/>
                </a:cxn>
                <a:cxn ang="T42">
                  <a:pos x="T24" y="T25"/>
                </a:cxn>
                <a:cxn ang="T43">
                  <a:pos x="T26" y="T27"/>
                </a:cxn>
                <a:cxn ang="T44">
                  <a:pos x="T28" y="T29"/>
                </a:cxn>
              </a:cxnLst>
              <a:rect l="T45" t="T46" r="T47" b="T48"/>
              <a:pathLst>
                <a:path w="54" h="107">
                  <a:moveTo>
                    <a:pt x="0" y="0"/>
                  </a:moveTo>
                  <a:lnTo>
                    <a:pt x="12" y="2"/>
                  </a:lnTo>
                  <a:lnTo>
                    <a:pt x="23" y="6"/>
                  </a:lnTo>
                  <a:lnTo>
                    <a:pt x="33" y="13"/>
                  </a:lnTo>
                  <a:lnTo>
                    <a:pt x="41" y="21"/>
                  </a:lnTo>
                  <a:lnTo>
                    <a:pt x="48" y="31"/>
                  </a:lnTo>
                  <a:lnTo>
                    <a:pt x="52" y="42"/>
                  </a:lnTo>
                  <a:lnTo>
                    <a:pt x="54" y="54"/>
                  </a:lnTo>
                  <a:lnTo>
                    <a:pt x="52" y="66"/>
                  </a:lnTo>
                  <a:lnTo>
                    <a:pt x="48" y="77"/>
                  </a:lnTo>
                  <a:lnTo>
                    <a:pt x="41" y="87"/>
                  </a:lnTo>
                  <a:lnTo>
                    <a:pt x="33" y="95"/>
                  </a:lnTo>
                  <a:lnTo>
                    <a:pt x="23" y="102"/>
                  </a:lnTo>
                  <a:lnTo>
                    <a:pt x="12" y="106"/>
                  </a:lnTo>
                  <a:lnTo>
                    <a:pt x="0" y="107"/>
                  </a:lnTo>
                </a:path>
              </a:pathLst>
            </a:custGeom>
            <a:noFill/>
            <a:ln w="0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25" name="Freeform 127">
              <a:extLst>
                <a:ext uri="{FF2B5EF4-FFF2-40B4-BE49-F238E27FC236}">
                  <a16:creationId xmlns:a16="http://schemas.microsoft.com/office/drawing/2014/main" id="{C695433B-8D10-6C23-716E-27600993C5BF}"/>
                </a:ext>
              </a:extLst>
            </p:cNvPr>
            <p:cNvSpPr>
              <a:spLocks/>
            </p:cNvSpPr>
            <p:nvPr/>
          </p:nvSpPr>
          <p:spPr bwMode="auto">
            <a:xfrm>
              <a:off x="1171" y="1921"/>
              <a:ext cx="1108" cy="18"/>
            </a:xfrm>
            <a:custGeom>
              <a:avLst/>
              <a:gdLst>
                <a:gd name="T0" fmla="*/ 0 w 6646"/>
                <a:gd name="T1" fmla="*/ 0 h 107"/>
                <a:gd name="T2" fmla="*/ 0 w 6646"/>
                <a:gd name="T3" fmla="*/ 0 h 107"/>
                <a:gd name="T4" fmla="*/ 0 w 6646"/>
                <a:gd name="T5" fmla="*/ 0 h 107"/>
                <a:gd name="T6" fmla="*/ 0 w 6646"/>
                <a:gd name="T7" fmla="*/ 0 h 107"/>
                <a:gd name="T8" fmla="*/ 0 w 6646"/>
                <a:gd name="T9" fmla="*/ 0 h 107"/>
                <a:gd name="T10" fmla="*/ 0 w 6646"/>
                <a:gd name="T11" fmla="*/ 0 h 107"/>
                <a:gd name="T12" fmla="*/ 0 w 6646"/>
                <a:gd name="T13" fmla="*/ 0 h 107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6646"/>
                <a:gd name="T22" fmla="*/ 0 h 107"/>
                <a:gd name="T23" fmla="*/ 6646 w 6646"/>
                <a:gd name="T24" fmla="*/ 107 h 107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6646" h="107">
                  <a:moveTo>
                    <a:pt x="6646" y="107"/>
                  </a:moveTo>
                  <a:lnTo>
                    <a:pt x="6646" y="54"/>
                  </a:lnTo>
                  <a:lnTo>
                    <a:pt x="6646" y="0"/>
                  </a:lnTo>
                  <a:lnTo>
                    <a:pt x="0" y="0"/>
                  </a:lnTo>
                  <a:lnTo>
                    <a:pt x="0" y="54"/>
                  </a:lnTo>
                  <a:lnTo>
                    <a:pt x="0" y="107"/>
                  </a:lnTo>
                  <a:lnTo>
                    <a:pt x="6646" y="107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26" name="Freeform 128">
              <a:extLst>
                <a:ext uri="{FF2B5EF4-FFF2-40B4-BE49-F238E27FC236}">
                  <a16:creationId xmlns:a16="http://schemas.microsoft.com/office/drawing/2014/main" id="{56780A8E-AC8D-A362-2EE4-58D0EF719E69}"/>
                </a:ext>
              </a:extLst>
            </p:cNvPr>
            <p:cNvSpPr>
              <a:spLocks/>
            </p:cNvSpPr>
            <p:nvPr/>
          </p:nvSpPr>
          <p:spPr bwMode="auto">
            <a:xfrm>
              <a:off x="1171" y="1921"/>
              <a:ext cx="1108" cy="18"/>
            </a:xfrm>
            <a:custGeom>
              <a:avLst/>
              <a:gdLst>
                <a:gd name="T0" fmla="*/ 0 w 6646"/>
                <a:gd name="T1" fmla="*/ 0 h 107"/>
                <a:gd name="T2" fmla="*/ 0 w 6646"/>
                <a:gd name="T3" fmla="*/ 0 h 107"/>
                <a:gd name="T4" fmla="*/ 0 w 6646"/>
                <a:gd name="T5" fmla="*/ 0 h 107"/>
                <a:gd name="T6" fmla="*/ 0 w 6646"/>
                <a:gd name="T7" fmla="*/ 0 h 107"/>
                <a:gd name="T8" fmla="*/ 0 w 6646"/>
                <a:gd name="T9" fmla="*/ 0 h 107"/>
                <a:gd name="T10" fmla="*/ 0 w 6646"/>
                <a:gd name="T11" fmla="*/ 0 h 107"/>
                <a:gd name="T12" fmla="*/ 0 w 6646"/>
                <a:gd name="T13" fmla="*/ 0 h 107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6646"/>
                <a:gd name="T22" fmla="*/ 0 h 107"/>
                <a:gd name="T23" fmla="*/ 6646 w 6646"/>
                <a:gd name="T24" fmla="*/ 107 h 107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6646" h="107">
                  <a:moveTo>
                    <a:pt x="6646" y="107"/>
                  </a:moveTo>
                  <a:lnTo>
                    <a:pt x="6646" y="54"/>
                  </a:lnTo>
                  <a:lnTo>
                    <a:pt x="6646" y="0"/>
                  </a:lnTo>
                  <a:lnTo>
                    <a:pt x="0" y="0"/>
                  </a:lnTo>
                  <a:lnTo>
                    <a:pt x="0" y="54"/>
                  </a:lnTo>
                  <a:lnTo>
                    <a:pt x="0" y="107"/>
                  </a:lnTo>
                  <a:lnTo>
                    <a:pt x="6646" y="107"/>
                  </a:lnTo>
                  <a:close/>
                </a:path>
              </a:pathLst>
            </a:custGeom>
            <a:noFill/>
            <a:ln w="0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27" name="Freeform 129">
              <a:extLst>
                <a:ext uri="{FF2B5EF4-FFF2-40B4-BE49-F238E27FC236}">
                  <a16:creationId xmlns:a16="http://schemas.microsoft.com/office/drawing/2014/main" id="{BA6D96C9-0D29-55E2-6656-0BA379F40179}"/>
                </a:ext>
              </a:extLst>
            </p:cNvPr>
            <p:cNvSpPr>
              <a:spLocks/>
            </p:cNvSpPr>
            <p:nvPr/>
          </p:nvSpPr>
          <p:spPr bwMode="auto">
            <a:xfrm>
              <a:off x="1162" y="1921"/>
              <a:ext cx="9" cy="18"/>
            </a:xfrm>
            <a:custGeom>
              <a:avLst/>
              <a:gdLst>
                <a:gd name="T0" fmla="*/ 0 w 53"/>
                <a:gd name="T1" fmla="*/ 0 h 107"/>
                <a:gd name="T2" fmla="*/ 0 w 53"/>
                <a:gd name="T3" fmla="*/ 0 h 107"/>
                <a:gd name="T4" fmla="*/ 0 w 53"/>
                <a:gd name="T5" fmla="*/ 0 h 107"/>
                <a:gd name="T6" fmla="*/ 0 w 53"/>
                <a:gd name="T7" fmla="*/ 0 h 107"/>
                <a:gd name="T8" fmla="*/ 0 w 53"/>
                <a:gd name="T9" fmla="*/ 0 h 107"/>
                <a:gd name="T10" fmla="*/ 0 w 53"/>
                <a:gd name="T11" fmla="*/ 0 h 107"/>
                <a:gd name="T12" fmla="*/ 0 w 53"/>
                <a:gd name="T13" fmla="*/ 0 h 107"/>
                <a:gd name="T14" fmla="*/ 0 w 53"/>
                <a:gd name="T15" fmla="*/ 0 h 107"/>
                <a:gd name="T16" fmla="*/ 0 w 53"/>
                <a:gd name="T17" fmla="*/ 0 h 107"/>
                <a:gd name="T18" fmla="*/ 0 w 53"/>
                <a:gd name="T19" fmla="*/ 0 h 107"/>
                <a:gd name="T20" fmla="*/ 0 w 53"/>
                <a:gd name="T21" fmla="*/ 0 h 107"/>
                <a:gd name="T22" fmla="*/ 0 w 53"/>
                <a:gd name="T23" fmla="*/ 0 h 107"/>
                <a:gd name="T24" fmla="*/ 0 w 53"/>
                <a:gd name="T25" fmla="*/ 0 h 107"/>
                <a:gd name="T26" fmla="*/ 0 w 53"/>
                <a:gd name="T27" fmla="*/ 0 h 107"/>
                <a:gd name="T28" fmla="*/ 0 w 53"/>
                <a:gd name="T29" fmla="*/ 0 h 107"/>
                <a:gd name="T30" fmla="*/ 0 w 53"/>
                <a:gd name="T31" fmla="*/ 0 h 107"/>
                <a:gd name="T32" fmla="*/ 0 w 53"/>
                <a:gd name="T33" fmla="*/ 0 h 107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w 53"/>
                <a:gd name="T52" fmla="*/ 0 h 107"/>
                <a:gd name="T53" fmla="*/ 53 w 53"/>
                <a:gd name="T54" fmla="*/ 107 h 107"/>
              </a:gdLst>
              <a:ahLst/>
              <a:cxnLst>
                <a:cxn ang="T34">
                  <a:pos x="T0" y="T1"/>
                </a:cxn>
                <a:cxn ang="T35">
                  <a:pos x="T2" y="T3"/>
                </a:cxn>
                <a:cxn ang="T36">
                  <a:pos x="T4" y="T5"/>
                </a:cxn>
                <a:cxn ang="T37">
                  <a:pos x="T6" y="T7"/>
                </a:cxn>
                <a:cxn ang="T38">
                  <a:pos x="T8" y="T9"/>
                </a:cxn>
                <a:cxn ang="T39">
                  <a:pos x="T10" y="T11"/>
                </a:cxn>
                <a:cxn ang="T40">
                  <a:pos x="T12" y="T13"/>
                </a:cxn>
                <a:cxn ang="T41">
                  <a:pos x="T14" y="T15"/>
                </a:cxn>
                <a:cxn ang="T42">
                  <a:pos x="T16" y="T17"/>
                </a:cxn>
                <a:cxn ang="T43">
                  <a:pos x="T18" y="T19"/>
                </a:cxn>
                <a:cxn ang="T44">
                  <a:pos x="T20" y="T21"/>
                </a:cxn>
                <a:cxn ang="T45">
                  <a:pos x="T22" y="T23"/>
                </a:cxn>
                <a:cxn ang="T46">
                  <a:pos x="T24" y="T25"/>
                </a:cxn>
                <a:cxn ang="T47">
                  <a:pos x="T26" y="T27"/>
                </a:cxn>
                <a:cxn ang="T48">
                  <a:pos x="T28" y="T29"/>
                </a:cxn>
                <a:cxn ang="T49">
                  <a:pos x="T30" y="T31"/>
                </a:cxn>
                <a:cxn ang="T50">
                  <a:pos x="T32" y="T33"/>
                </a:cxn>
              </a:cxnLst>
              <a:rect l="T51" t="T52" r="T53" b="T54"/>
              <a:pathLst>
                <a:path w="53" h="107">
                  <a:moveTo>
                    <a:pt x="53" y="54"/>
                  </a:moveTo>
                  <a:lnTo>
                    <a:pt x="53" y="107"/>
                  </a:lnTo>
                  <a:lnTo>
                    <a:pt x="41" y="106"/>
                  </a:lnTo>
                  <a:lnTo>
                    <a:pt x="29" y="102"/>
                  </a:lnTo>
                  <a:lnTo>
                    <a:pt x="20" y="95"/>
                  </a:lnTo>
                  <a:lnTo>
                    <a:pt x="11" y="87"/>
                  </a:lnTo>
                  <a:lnTo>
                    <a:pt x="5" y="77"/>
                  </a:lnTo>
                  <a:lnTo>
                    <a:pt x="1" y="66"/>
                  </a:lnTo>
                  <a:lnTo>
                    <a:pt x="0" y="54"/>
                  </a:lnTo>
                  <a:lnTo>
                    <a:pt x="1" y="42"/>
                  </a:lnTo>
                  <a:lnTo>
                    <a:pt x="5" y="31"/>
                  </a:lnTo>
                  <a:lnTo>
                    <a:pt x="11" y="21"/>
                  </a:lnTo>
                  <a:lnTo>
                    <a:pt x="20" y="13"/>
                  </a:lnTo>
                  <a:lnTo>
                    <a:pt x="29" y="6"/>
                  </a:lnTo>
                  <a:lnTo>
                    <a:pt x="41" y="2"/>
                  </a:lnTo>
                  <a:lnTo>
                    <a:pt x="53" y="0"/>
                  </a:lnTo>
                  <a:lnTo>
                    <a:pt x="53" y="54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28" name="Freeform 130">
              <a:extLst>
                <a:ext uri="{FF2B5EF4-FFF2-40B4-BE49-F238E27FC236}">
                  <a16:creationId xmlns:a16="http://schemas.microsoft.com/office/drawing/2014/main" id="{58DEDA44-FDFE-2482-4556-67A14296AD6A}"/>
                </a:ext>
              </a:extLst>
            </p:cNvPr>
            <p:cNvSpPr>
              <a:spLocks/>
            </p:cNvSpPr>
            <p:nvPr/>
          </p:nvSpPr>
          <p:spPr bwMode="auto">
            <a:xfrm>
              <a:off x="1162" y="1921"/>
              <a:ext cx="9" cy="18"/>
            </a:xfrm>
            <a:custGeom>
              <a:avLst/>
              <a:gdLst>
                <a:gd name="T0" fmla="*/ 0 w 53"/>
                <a:gd name="T1" fmla="*/ 0 h 107"/>
                <a:gd name="T2" fmla="*/ 0 w 53"/>
                <a:gd name="T3" fmla="*/ 0 h 107"/>
                <a:gd name="T4" fmla="*/ 0 w 53"/>
                <a:gd name="T5" fmla="*/ 0 h 107"/>
                <a:gd name="T6" fmla="*/ 0 w 53"/>
                <a:gd name="T7" fmla="*/ 0 h 107"/>
                <a:gd name="T8" fmla="*/ 0 w 53"/>
                <a:gd name="T9" fmla="*/ 0 h 107"/>
                <a:gd name="T10" fmla="*/ 0 w 53"/>
                <a:gd name="T11" fmla="*/ 0 h 107"/>
                <a:gd name="T12" fmla="*/ 0 w 53"/>
                <a:gd name="T13" fmla="*/ 0 h 107"/>
                <a:gd name="T14" fmla="*/ 0 w 53"/>
                <a:gd name="T15" fmla="*/ 0 h 107"/>
                <a:gd name="T16" fmla="*/ 0 w 53"/>
                <a:gd name="T17" fmla="*/ 0 h 107"/>
                <a:gd name="T18" fmla="*/ 0 w 53"/>
                <a:gd name="T19" fmla="*/ 0 h 107"/>
                <a:gd name="T20" fmla="*/ 0 w 53"/>
                <a:gd name="T21" fmla="*/ 0 h 107"/>
                <a:gd name="T22" fmla="*/ 0 w 53"/>
                <a:gd name="T23" fmla="*/ 0 h 107"/>
                <a:gd name="T24" fmla="*/ 0 w 53"/>
                <a:gd name="T25" fmla="*/ 0 h 107"/>
                <a:gd name="T26" fmla="*/ 0 w 53"/>
                <a:gd name="T27" fmla="*/ 0 h 107"/>
                <a:gd name="T28" fmla="*/ 0 w 53"/>
                <a:gd name="T29" fmla="*/ 0 h 107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w 53"/>
                <a:gd name="T46" fmla="*/ 0 h 107"/>
                <a:gd name="T47" fmla="*/ 53 w 53"/>
                <a:gd name="T48" fmla="*/ 107 h 107"/>
              </a:gdLst>
              <a:ahLst/>
              <a:cxnLst>
                <a:cxn ang="T30">
                  <a:pos x="T0" y="T1"/>
                </a:cxn>
                <a:cxn ang="T31">
                  <a:pos x="T2" y="T3"/>
                </a:cxn>
                <a:cxn ang="T32">
                  <a:pos x="T4" y="T5"/>
                </a:cxn>
                <a:cxn ang="T33">
                  <a:pos x="T6" y="T7"/>
                </a:cxn>
                <a:cxn ang="T34">
                  <a:pos x="T8" y="T9"/>
                </a:cxn>
                <a:cxn ang="T35">
                  <a:pos x="T10" y="T11"/>
                </a:cxn>
                <a:cxn ang="T36">
                  <a:pos x="T12" y="T13"/>
                </a:cxn>
                <a:cxn ang="T37">
                  <a:pos x="T14" y="T15"/>
                </a:cxn>
                <a:cxn ang="T38">
                  <a:pos x="T16" y="T17"/>
                </a:cxn>
                <a:cxn ang="T39">
                  <a:pos x="T18" y="T19"/>
                </a:cxn>
                <a:cxn ang="T40">
                  <a:pos x="T20" y="T21"/>
                </a:cxn>
                <a:cxn ang="T41">
                  <a:pos x="T22" y="T23"/>
                </a:cxn>
                <a:cxn ang="T42">
                  <a:pos x="T24" y="T25"/>
                </a:cxn>
                <a:cxn ang="T43">
                  <a:pos x="T26" y="T27"/>
                </a:cxn>
                <a:cxn ang="T44">
                  <a:pos x="T28" y="T29"/>
                </a:cxn>
              </a:cxnLst>
              <a:rect l="T45" t="T46" r="T47" b="T48"/>
              <a:pathLst>
                <a:path w="53" h="107">
                  <a:moveTo>
                    <a:pt x="53" y="107"/>
                  </a:moveTo>
                  <a:lnTo>
                    <a:pt x="41" y="106"/>
                  </a:lnTo>
                  <a:lnTo>
                    <a:pt x="29" y="102"/>
                  </a:lnTo>
                  <a:lnTo>
                    <a:pt x="20" y="95"/>
                  </a:lnTo>
                  <a:lnTo>
                    <a:pt x="11" y="87"/>
                  </a:lnTo>
                  <a:lnTo>
                    <a:pt x="5" y="77"/>
                  </a:lnTo>
                  <a:lnTo>
                    <a:pt x="1" y="66"/>
                  </a:lnTo>
                  <a:lnTo>
                    <a:pt x="0" y="54"/>
                  </a:lnTo>
                  <a:lnTo>
                    <a:pt x="1" y="42"/>
                  </a:lnTo>
                  <a:lnTo>
                    <a:pt x="5" y="31"/>
                  </a:lnTo>
                  <a:lnTo>
                    <a:pt x="11" y="21"/>
                  </a:lnTo>
                  <a:lnTo>
                    <a:pt x="20" y="13"/>
                  </a:lnTo>
                  <a:lnTo>
                    <a:pt x="29" y="6"/>
                  </a:lnTo>
                  <a:lnTo>
                    <a:pt x="41" y="2"/>
                  </a:lnTo>
                  <a:lnTo>
                    <a:pt x="53" y="0"/>
                  </a:lnTo>
                </a:path>
              </a:pathLst>
            </a:custGeom>
            <a:noFill/>
            <a:ln w="0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29" name="Line 131">
              <a:extLst>
                <a:ext uri="{FF2B5EF4-FFF2-40B4-BE49-F238E27FC236}">
                  <a16:creationId xmlns:a16="http://schemas.microsoft.com/office/drawing/2014/main" id="{77C21CFE-9BEC-1957-D861-68226C99290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132" y="2250"/>
              <a:ext cx="155" cy="1"/>
            </a:xfrm>
            <a:prstGeom prst="line">
              <a:avLst/>
            </a:prstGeom>
            <a:noFill/>
            <a:ln w="0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30" name="Line 132">
              <a:extLst>
                <a:ext uri="{FF2B5EF4-FFF2-40B4-BE49-F238E27FC236}">
                  <a16:creationId xmlns:a16="http://schemas.microsoft.com/office/drawing/2014/main" id="{6B23BD18-65EC-7388-9D42-6994F8D960F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316" y="2250"/>
              <a:ext cx="29" cy="1"/>
            </a:xfrm>
            <a:prstGeom prst="line">
              <a:avLst/>
            </a:prstGeom>
            <a:noFill/>
            <a:ln w="0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31" name="Line 133">
              <a:extLst>
                <a:ext uri="{FF2B5EF4-FFF2-40B4-BE49-F238E27FC236}">
                  <a16:creationId xmlns:a16="http://schemas.microsoft.com/office/drawing/2014/main" id="{08881400-7846-CDC9-BF0A-050D467A917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374" y="2250"/>
              <a:ext cx="307" cy="1"/>
            </a:xfrm>
            <a:prstGeom prst="line">
              <a:avLst/>
            </a:prstGeom>
            <a:noFill/>
            <a:ln w="0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32" name="Line 134">
              <a:extLst>
                <a:ext uri="{FF2B5EF4-FFF2-40B4-BE49-F238E27FC236}">
                  <a16:creationId xmlns:a16="http://schemas.microsoft.com/office/drawing/2014/main" id="{383FCA18-9690-1C92-292A-7B16B1667D6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710" y="2250"/>
              <a:ext cx="29" cy="1"/>
            </a:xfrm>
            <a:prstGeom prst="line">
              <a:avLst/>
            </a:prstGeom>
            <a:noFill/>
            <a:ln w="0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33" name="Line 135">
              <a:extLst>
                <a:ext uri="{FF2B5EF4-FFF2-40B4-BE49-F238E27FC236}">
                  <a16:creationId xmlns:a16="http://schemas.microsoft.com/office/drawing/2014/main" id="{72D4B79E-442A-6090-12E1-7B850F75FAD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768" y="2250"/>
              <a:ext cx="308" cy="1"/>
            </a:xfrm>
            <a:prstGeom prst="line">
              <a:avLst/>
            </a:prstGeom>
            <a:noFill/>
            <a:ln w="0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34" name="Line 136">
              <a:extLst>
                <a:ext uri="{FF2B5EF4-FFF2-40B4-BE49-F238E27FC236}">
                  <a16:creationId xmlns:a16="http://schemas.microsoft.com/office/drawing/2014/main" id="{FEF560F9-B988-4E2D-E864-343BCBBB1D9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105" y="2250"/>
              <a:ext cx="28" cy="1"/>
            </a:xfrm>
            <a:prstGeom prst="line">
              <a:avLst/>
            </a:prstGeom>
            <a:noFill/>
            <a:ln w="0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35" name="Line 137">
              <a:extLst>
                <a:ext uri="{FF2B5EF4-FFF2-40B4-BE49-F238E27FC236}">
                  <a16:creationId xmlns:a16="http://schemas.microsoft.com/office/drawing/2014/main" id="{24BD0D45-575F-6256-0941-C8984B102A1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162" y="2250"/>
              <a:ext cx="155" cy="1"/>
            </a:xfrm>
            <a:prstGeom prst="line">
              <a:avLst/>
            </a:prstGeom>
            <a:noFill/>
            <a:ln w="0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36" name="Freeform 138">
              <a:extLst>
                <a:ext uri="{FF2B5EF4-FFF2-40B4-BE49-F238E27FC236}">
                  <a16:creationId xmlns:a16="http://schemas.microsoft.com/office/drawing/2014/main" id="{67F540E9-9321-243F-F73F-AFD32B62BFAF}"/>
                </a:ext>
              </a:extLst>
            </p:cNvPr>
            <p:cNvSpPr>
              <a:spLocks/>
            </p:cNvSpPr>
            <p:nvPr/>
          </p:nvSpPr>
          <p:spPr bwMode="auto">
            <a:xfrm>
              <a:off x="1349" y="1124"/>
              <a:ext cx="9" cy="18"/>
            </a:xfrm>
            <a:custGeom>
              <a:avLst/>
              <a:gdLst>
                <a:gd name="T0" fmla="*/ 0 w 53"/>
                <a:gd name="T1" fmla="*/ 0 h 107"/>
                <a:gd name="T2" fmla="*/ 0 w 53"/>
                <a:gd name="T3" fmla="*/ 0 h 107"/>
                <a:gd name="T4" fmla="*/ 0 w 53"/>
                <a:gd name="T5" fmla="*/ 0 h 107"/>
                <a:gd name="T6" fmla="*/ 0 w 53"/>
                <a:gd name="T7" fmla="*/ 0 h 107"/>
                <a:gd name="T8" fmla="*/ 0 w 53"/>
                <a:gd name="T9" fmla="*/ 0 h 107"/>
                <a:gd name="T10" fmla="*/ 0 w 53"/>
                <a:gd name="T11" fmla="*/ 0 h 107"/>
                <a:gd name="T12" fmla="*/ 0 w 53"/>
                <a:gd name="T13" fmla="*/ 0 h 107"/>
                <a:gd name="T14" fmla="*/ 0 w 53"/>
                <a:gd name="T15" fmla="*/ 0 h 107"/>
                <a:gd name="T16" fmla="*/ 0 w 53"/>
                <a:gd name="T17" fmla="*/ 0 h 107"/>
                <a:gd name="T18" fmla="*/ 0 w 53"/>
                <a:gd name="T19" fmla="*/ 0 h 107"/>
                <a:gd name="T20" fmla="*/ 0 w 53"/>
                <a:gd name="T21" fmla="*/ 0 h 107"/>
                <a:gd name="T22" fmla="*/ 0 w 53"/>
                <a:gd name="T23" fmla="*/ 0 h 107"/>
                <a:gd name="T24" fmla="*/ 0 w 53"/>
                <a:gd name="T25" fmla="*/ 0 h 107"/>
                <a:gd name="T26" fmla="*/ 0 w 53"/>
                <a:gd name="T27" fmla="*/ 0 h 107"/>
                <a:gd name="T28" fmla="*/ 0 w 53"/>
                <a:gd name="T29" fmla="*/ 0 h 107"/>
                <a:gd name="T30" fmla="*/ 0 w 53"/>
                <a:gd name="T31" fmla="*/ 0 h 107"/>
                <a:gd name="T32" fmla="*/ 0 w 53"/>
                <a:gd name="T33" fmla="*/ 0 h 107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w 53"/>
                <a:gd name="T52" fmla="*/ 0 h 107"/>
                <a:gd name="T53" fmla="*/ 53 w 53"/>
                <a:gd name="T54" fmla="*/ 107 h 107"/>
              </a:gdLst>
              <a:ahLst/>
              <a:cxnLst>
                <a:cxn ang="T34">
                  <a:pos x="T0" y="T1"/>
                </a:cxn>
                <a:cxn ang="T35">
                  <a:pos x="T2" y="T3"/>
                </a:cxn>
                <a:cxn ang="T36">
                  <a:pos x="T4" y="T5"/>
                </a:cxn>
                <a:cxn ang="T37">
                  <a:pos x="T6" y="T7"/>
                </a:cxn>
                <a:cxn ang="T38">
                  <a:pos x="T8" y="T9"/>
                </a:cxn>
                <a:cxn ang="T39">
                  <a:pos x="T10" y="T11"/>
                </a:cxn>
                <a:cxn ang="T40">
                  <a:pos x="T12" y="T13"/>
                </a:cxn>
                <a:cxn ang="T41">
                  <a:pos x="T14" y="T15"/>
                </a:cxn>
                <a:cxn ang="T42">
                  <a:pos x="T16" y="T17"/>
                </a:cxn>
                <a:cxn ang="T43">
                  <a:pos x="T18" y="T19"/>
                </a:cxn>
                <a:cxn ang="T44">
                  <a:pos x="T20" y="T21"/>
                </a:cxn>
                <a:cxn ang="T45">
                  <a:pos x="T22" y="T23"/>
                </a:cxn>
                <a:cxn ang="T46">
                  <a:pos x="T24" y="T25"/>
                </a:cxn>
                <a:cxn ang="T47">
                  <a:pos x="T26" y="T27"/>
                </a:cxn>
                <a:cxn ang="T48">
                  <a:pos x="T28" y="T29"/>
                </a:cxn>
                <a:cxn ang="T49">
                  <a:pos x="T30" y="T31"/>
                </a:cxn>
                <a:cxn ang="T50">
                  <a:pos x="T32" y="T33"/>
                </a:cxn>
              </a:cxnLst>
              <a:rect l="T51" t="T52" r="T53" b="T54"/>
              <a:pathLst>
                <a:path w="53" h="107">
                  <a:moveTo>
                    <a:pt x="53" y="54"/>
                  </a:moveTo>
                  <a:lnTo>
                    <a:pt x="53" y="107"/>
                  </a:lnTo>
                  <a:lnTo>
                    <a:pt x="41" y="106"/>
                  </a:lnTo>
                  <a:lnTo>
                    <a:pt x="30" y="102"/>
                  </a:lnTo>
                  <a:lnTo>
                    <a:pt x="20" y="96"/>
                  </a:lnTo>
                  <a:lnTo>
                    <a:pt x="12" y="87"/>
                  </a:lnTo>
                  <a:lnTo>
                    <a:pt x="5" y="78"/>
                  </a:lnTo>
                  <a:lnTo>
                    <a:pt x="1" y="66"/>
                  </a:lnTo>
                  <a:lnTo>
                    <a:pt x="0" y="54"/>
                  </a:lnTo>
                  <a:lnTo>
                    <a:pt x="1" y="43"/>
                  </a:lnTo>
                  <a:lnTo>
                    <a:pt x="5" y="31"/>
                  </a:lnTo>
                  <a:lnTo>
                    <a:pt x="12" y="21"/>
                  </a:lnTo>
                  <a:lnTo>
                    <a:pt x="20" y="13"/>
                  </a:lnTo>
                  <a:lnTo>
                    <a:pt x="30" y="7"/>
                  </a:lnTo>
                  <a:lnTo>
                    <a:pt x="41" y="2"/>
                  </a:lnTo>
                  <a:lnTo>
                    <a:pt x="53" y="0"/>
                  </a:lnTo>
                  <a:lnTo>
                    <a:pt x="53" y="54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37" name="Freeform 139">
              <a:extLst>
                <a:ext uri="{FF2B5EF4-FFF2-40B4-BE49-F238E27FC236}">
                  <a16:creationId xmlns:a16="http://schemas.microsoft.com/office/drawing/2014/main" id="{696BA46C-6EB3-8207-F1B0-FD6DFD953D5F}"/>
                </a:ext>
              </a:extLst>
            </p:cNvPr>
            <p:cNvSpPr>
              <a:spLocks/>
            </p:cNvSpPr>
            <p:nvPr/>
          </p:nvSpPr>
          <p:spPr bwMode="auto">
            <a:xfrm>
              <a:off x="1349" y="1124"/>
              <a:ext cx="9" cy="18"/>
            </a:xfrm>
            <a:custGeom>
              <a:avLst/>
              <a:gdLst>
                <a:gd name="T0" fmla="*/ 0 w 53"/>
                <a:gd name="T1" fmla="*/ 0 h 107"/>
                <a:gd name="T2" fmla="*/ 0 w 53"/>
                <a:gd name="T3" fmla="*/ 0 h 107"/>
                <a:gd name="T4" fmla="*/ 0 w 53"/>
                <a:gd name="T5" fmla="*/ 0 h 107"/>
                <a:gd name="T6" fmla="*/ 0 w 53"/>
                <a:gd name="T7" fmla="*/ 0 h 107"/>
                <a:gd name="T8" fmla="*/ 0 w 53"/>
                <a:gd name="T9" fmla="*/ 0 h 107"/>
                <a:gd name="T10" fmla="*/ 0 w 53"/>
                <a:gd name="T11" fmla="*/ 0 h 107"/>
                <a:gd name="T12" fmla="*/ 0 w 53"/>
                <a:gd name="T13" fmla="*/ 0 h 107"/>
                <a:gd name="T14" fmla="*/ 0 w 53"/>
                <a:gd name="T15" fmla="*/ 0 h 107"/>
                <a:gd name="T16" fmla="*/ 0 w 53"/>
                <a:gd name="T17" fmla="*/ 0 h 107"/>
                <a:gd name="T18" fmla="*/ 0 w 53"/>
                <a:gd name="T19" fmla="*/ 0 h 107"/>
                <a:gd name="T20" fmla="*/ 0 w 53"/>
                <a:gd name="T21" fmla="*/ 0 h 107"/>
                <a:gd name="T22" fmla="*/ 0 w 53"/>
                <a:gd name="T23" fmla="*/ 0 h 107"/>
                <a:gd name="T24" fmla="*/ 0 w 53"/>
                <a:gd name="T25" fmla="*/ 0 h 107"/>
                <a:gd name="T26" fmla="*/ 0 w 53"/>
                <a:gd name="T27" fmla="*/ 0 h 107"/>
                <a:gd name="T28" fmla="*/ 0 w 53"/>
                <a:gd name="T29" fmla="*/ 0 h 107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w 53"/>
                <a:gd name="T46" fmla="*/ 0 h 107"/>
                <a:gd name="T47" fmla="*/ 53 w 53"/>
                <a:gd name="T48" fmla="*/ 107 h 107"/>
              </a:gdLst>
              <a:ahLst/>
              <a:cxnLst>
                <a:cxn ang="T30">
                  <a:pos x="T0" y="T1"/>
                </a:cxn>
                <a:cxn ang="T31">
                  <a:pos x="T2" y="T3"/>
                </a:cxn>
                <a:cxn ang="T32">
                  <a:pos x="T4" y="T5"/>
                </a:cxn>
                <a:cxn ang="T33">
                  <a:pos x="T6" y="T7"/>
                </a:cxn>
                <a:cxn ang="T34">
                  <a:pos x="T8" y="T9"/>
                </a:cxn>
                <a:cxn ang="T35">
                  <a:pos x="T10" y="T11"/>
                </a:cxn>
                <a:cxn ang="T36">
                  <a:pos x="T12" y="T13"/>
                </a:cxn>
                <a:cxn ang="T37">
                  <a:pos x="T14" y="T15"/>
                </a:cxn>
                <a:cxn ang="T38">
                  <a:pos x="T16" y="T17"/>
                </a:cxn>
                <a:cxn ang="T39">
                  <a:pos x="T18" y="T19"/>
                </a:cxn>
                <a:cxn ang="T40">
                  <a:pos x="T20" y="T21"/>
                </a:cxn>
                <a:cxn ang="T41">
                  <a:pos x="T22" y="T23"/>
                </a:cxn>
                <a:cxn ang="T42">
                  <a:pos x="T24" y="T25"/>
                </a:cxn>
                <a:cxn ang="T43">
                  <a:pos x="T26" y="T27"/>
                </a:cxn>
                <a:cxn ang="T44">
                  <a:pos x="T28" y="T29"/>
                </a:cxn>
              </a:cxnLst>
              <a:rect l="T45" t="T46" r="T47" b="T48"/>
              <a:pathLst>
                <a:path w="53" h="107">
                  <a:moveTo>
                    <a:pt x="53" y="107"/>
                  </a:moveTo>
                  <a:lnTo>
                    <a:pt x="41" y="106"/>
                  </a:lnTo>
                  <a:lnTo>
                    <a:pt x="30" y="102"/>
                  </a:lnTo>
                  <a:lnTo>
                    <a:pt x="20" y="96"/>
                  </a:lnTo>
                  <a:lnTo>
                    <a:pt x="12" y="87"/>
                  </a:lnTo>
                  <a:lnTo>
                    <a:pt x="5" y="78"/>
                  </a:lnTo>
                  <a:lnTo>
                    <a:pt x="1" y="66"/>
                  </a:lnTo>
                  <a:lnTo>
                    <a:pt x="0" y="54"/>
                  </a:lnTo>
                  <a:lnTo>
                    <a:pt x="1" y="43"/>
                  </a:lnTo>
                  <a:lnTo>
                    <a:pt x="5" y="31"/>
                  </a:lnTo>
                  <a:lnTo>
                    <a:pt x="12" y="21"/>
                  </a:lnTo>
                  <a:lnTo>
                    <a:pt x="20" y="13"/>
                  </a:lnTo>
                  <a:lnTo>
                    <a:pt x="30" y="7"/>
                  </a:lnTo>
                  <a:lnTo>
                    <a:pt x="41" y="2"/>
                  </a:lnTo>
                  <a:lnTo>
                    <a:pt x="53" y="0"/>
                  </a:lnTo>
                </a:path>
              </a:pathLst>
            </a:custGeom>
            <a:noFill/>
            <a:ln w="0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38" name="Freeform 140">
              <a:extLst>
                <a:ext uri="{FF2B5EF4-FFF2-40B4-BE49-F238E27FC236}">
                  <a16:creationId xmlns:a16="http://schemas.microsoft.com/office/drawing/2014/main" id="{C932F8C1-C6BF-A86B-D267-60C609214847}"/>
                </a:ext>
              </a:extLst>
            </p:cNvPr>
            <p:cNvSpPr>
              <a:spLocks/>
            </p:cNvSpPr>
            <p:nvPr/>
          </p:nvSpPr>
          <p:spPr bwMode="auto">
            <a:xfrm>
              <a:off x="1358" y="1124"/>
              <a:ext cx="571" cy="18"/>
            </a:xfrm>
            <a:custGeom>
              <a:avLst/>
              <a:gdLst>
                <a:gd name="T0" fmla="*/ 0 w 3426"/>
                <a:gd name="T1" fmla="*/ 0 h 107"/>
                <a:gd name="T2" fmla="*/ 0 w 3426"/>
                <a:gd name="T3" fmla="*/ 0 h 107"/>
                <a:gd name="T4" fmla="*/ 0 w 3426"/>
                <a:gd name="T5" fmla="*/ 0 h 107"/>
                <a:gd name="T6" fmla="*/ 0 w 3426"/>
                <a:gd name="T7" fmla="*/ 0 h 107"/>
                <a:gd name="T8" fmla="*/ 0 w 3426"/>
                <a:gd name="T9" fmla="*/ 0 h 107"/>
                <a:gd name="T10" fmla="*/ 0 w 3426"/>
                <a:gd name="T11" fmla="*/ 0 h 107"/>
                <a:gd name="T12" fmla="*/ 0 w 3426"/>
                <a:gd name="T13" fmla="*/ 0 h 107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3426"/>
                <a:gd name="T22" fmla="*/ 0 h 107"/>
                <a:gd name="T23" fmla="*/ 3426 w 3426"/>
                <a:gd name="T24" fmla="*/ 107 h 107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3426" h="107">
                  <a:moveTo>
                    <a:pt x="0" y="0"/>
                  </a:moveTo>
                  <a:lnTo>
                    <a:pt x="0" y="54"/>
                  </a:lnTo>
                  <a:lnTo>
                    <a:pt x="0" y="107"/>
                  </a:lnTo>
                  <a:lnTo>
                    <a:pt x="3426" y="107"/>
                  </a:lnTo>
                  <a:lnTo>
                    <a:pt x="3426" y="54"/>
                  </a:lnTo>
                  <a:lnTo>
                    <a:pt x="3426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39" name="Freeform 141">
              <a:extLst>
                <a:ext uri="{FF2B5EF4-FFF2-40B4-BE49-F238E27FC236}">
                  <a16:creationId xmlns:a16="http://schemas.microsoft.com/office/drawing/2014/main" id="{3D5EF807-FED9-0B10-93F2-1A22A0962BAF}"/>
                </a:ext>
              </a:extLst>
            </p:cNvPr>
            <p:cNvSpPr>
              <a:spLocks/>
            </p:cNvSpPr>
            <p:nvPr/>
          </p:nvSpPr>
          <p:spPr bwMode="auto">
            <a:xfrm>
              <a:off x="1358" y="1124"/>
              <a:ext cx="571" cy="18"/>
            </a:xfrm>
            <a:custGeom>
              <a:avLst/>
              <a:gdLst>
                <a:gd name="T0" fmla="*/ 0 w 3426"/>
                <a:gd name="T1" fmla="*/ 0 h 107"/>
                <a:gd name="T2" fmla="*/ 0 w 3426"/>
                <a:gd name="T3" fmla="*/ 0 h 107"/>
                <a:gd name="T4" fmla="*/ 0 w 3426"/>
                <a:gd name="T5" fmla="*/ 0 h 107"/>
                <a:gd name="T6" fmla="*/ 0 w 3426"/>
                <a:gd name="T7" fmla="*/ 0 h 107"/>
                <a:gd name="T8" fmla="*/ 0 w 3426"/>
                <a:gd name="T9" fmla="*/ 0 h 107"/>
                <a:gd name="T10" fmla="*/ 0 w 3426"/>
                <a:gd name="T11" fmla="*/ 0 h 107"/>
                <a:gd name="T12" fmla="*/ 0 w 3426"/>
                <a:gd name="T13" fmla="*/ 0 h 107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3426"/>
                <a:gd name="T22" fmla="*/ 0 h 107"/>
                <a:gd name="T23" fmla="*/ 3426 w 3426"/>
                <a:gd name="T24" fmla="*/ 107 h 107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3426" h="107">
                  <a:moveTo>
                    <a:pt x="0" y="0"/>
                  </a:moveTo>
                  <a:lnTo>
                    <a:pt x="0" y="54"/>
                  </a:lnTo>
                  <a:lnTo>
                    <a:pt x="0" y="107"/>
                  </a:lnTo>
                  <a:lnTo>
                    <a:pt x="3426" y="107"/>
                  </a:lnTo>
                  <a:lnTo>
                    <a:pt x="3426" y="54"/>
                  </a:lnTo>
                  <a:lnTo>
                    <a:pt x="3426" y="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40" name="Freeform 142">
              <a:extLst>
                <a:ext uri="{FF2B5EF4-FFF2-40B4-BE49-F238E27FC236}">
                  <a16:creationId xmlns:a16="http://schemas.microsoft.com/office/drawing/2014/main" id="{BE8F8DA0-D57A-8215-2365-5FBC02C282B0}"/>
                </a:ext>
              </a:extLst>
            </p:cNvPr>
            <p:cNvSpPr>
              <a:spLocks/>
            </p:cNvSpPr>
            <p:nvPr/>
          </p:nvSpPr>
          <p:spPr bwMode="auto">
            <a:xfrm>
              <a:off x="1929" y="1124"/>
              <a:ext cx="9" cy="18"/>
            </a:xfrm>
            <a:custGeom>
              <a:avLst/>
              <a:gdLst>
                <a:gd name="T0" fmla="*/ 0 w 54"/>
                <a:gd name="T1" fmla="*/ 0 h 107"/>
                <a:gd name="T2" fmla="*/ 0 w 54"/>
                <a:gd name="T3" fmla="*/ 0 h 107"/>
                <a:gd name="T4" fmla="*/ 0 w 54"/>
                <a:gd name="T5" fmla="*/ 0 h 107"/>
                <a:gd name="T6" fmla="*/ 0 w 54"/>
                <a:gd name="T7" fmla="*/ 0 h 107"/>
                <a:gd name="T8" fmla="*/ 0 w 54"/>
                <a:gd name="T9" fmla="*/ 0 h 107"/>
                <a:gd name="T10" fmla="*/ 0 w 54"/>
                <a:gd name="T11" fmla="*/ 0 h 107"/>
                <a:gd name="T12" fmla="*/ 0 w 54"/>
                <a:gd name="T13" fmla="*/ 0 h 107"/>
                <a:gd name="T14" fmla="*/ 0 w 54"/>
                <a:gd name="T15" fmla="*/ 0 h 107"/>
                <a:gd name="T16" fmla="*/ 0 w 54"/>
                <a:gd name="T17" fmla="*/ 0 h 107"/>
                <a:gd name="T18" fmla="*/ 0 w 54"/>
                <a:gd name="T19" fmla="*/ 0 h 107"/>
                <a:gd name="T20" fmla="*/ 0 w 54"/>
                <a:gd name="T21" fmla="*/ 0 h 107"/>
                <a:gd name="T22" fmla="*/ 0 w 54"/>
                <a:gd name="T23" fmla="*/ 0 h 107"/>
                <a:gd name="T24" fmla="*/ 0 w 54"/>
                <a:gd name="T25" fmla="*/ 0 h 107"/>
                <a:gd name="T26" fmla="*/ 0 w 54"/>
                <a:gd name="T27" fmla="*/ 0 h 107"/>
                <a:gd name="T28" fmla="*/ 0 w 54"/>
                <a:gd name="T29" fmla="*/ 0 h 107"/>
                <a:gd name="T30" fmla="*/ 0 w 54"/>
                <a:gd name="T31" fmla="*/ 0 h 107"/>
                <a:gd name="T32" fmla="*/ 0 w 54"/>
                <a:gd name="T33" fmla="*/ 0 h 107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w 54"/>
                <a:gd name="T52" fmla="*/ 0 h 107"/>
                <a:gd name="T53" fmla="*/ 54 w 54"/>
                <a:gd name="T54" fmla="*/ 107 h 107"/>
              </a:gdLst>
              <a:ahLst/>
              <a:cxnLst>
                <a:cxn ang="T34">
                  <a:pos x="T0" y="T1"/>
                </a:cxn>
                <a:cxn ang="T35">
                  <a:pos x="T2" y="T3"/>
                </a:cxn>
                <a:cxn ang="T36">
                  <a:pos x="T4" y="T5"/>
                </a:cxn>
                <a:cxn ang="T37">
                  <a:pos x="T6" y="T7"/>
                </a:cxn>
                <a:cxn ang="T38">
                  <a:pos x="T8" y="T9"/>
                </a:cxn>
                <a:cxn ang="T39">
                  <a:pos x="T10" y="T11"/>
                </a:cxn>
                <a:cxn ang="T40">
                  <a:pos x="T12" y="T13"/>
                </a:cxn>
                <a:cxn ang="T41">
                  <a:pos x="T14" y="T15"/>
                </a:cxn>
                <a:cxn ang="T42">
                  <a:pos x="T16" y="T17"/>
                </a:cxn>
                <a:cxn ang="T43">
                  <a:pos x="T18" y="T19"/>
                </a:cxn>
                <a:cxn ang="T44">
                  <a:pos x="T20" y="T21"/>
                </a:cxn>
                <a:cxn ang="T45">
                  <a:pos x="T22" y="T23"/>
                </a:cxn>
                <a:cxn ang="T46">
                  <a:pos x="T24" y="T25"/>
                </a:cxn>
                <a:cxn ang="T47">
                  <a:pos x="T26" y="T27"/>
                </a:cxn>
                <a:cxn ang="T48">
                  <a:pos x="T28" y="T29"/>
                </a:cxn>
                <a:cxn ang="T49">
                  <a:pos x="T30" y="T31"/>
                </a:cxn>
                <a:cxn ang="T50">
                  <a:pos x="T32" y="T33"/>
                </a:cxn>
              </a:cxnLst>
              <a:rect l="T51" t="T52" r="T53" b="T54"/>
              <a:pathLst>
                <a:path w="54" h="107">
                  <a:moveTo>
                    <a:pt x="0" y="54"/>
                  </a:moveTo>
                  <a:lnTo>
                    <a:pt x="0" y="0"/>
                  </a:lnTo>
                  <a:lnTo>
                    <a:pt x="12" y="2"/>
                  </a:lnTo>
                  <a:lnTo>
                    <a:pt x="24" y="7"/>
                  </a:lnTo>
                  <a:lnTo>
                    <a:pt x="33" y="13"/>
                  </a:lnTo>
                  <a:lnTo>
                    <a:pt x="42" y="21"/>
                  </a:lnTo>
                  <a:lnTo>
                    <a:pt x="48" y="31"/>
                  </a:lnTo>
                  <a:lnTo>
                    <a:pt x="52" y="43"/>
                  </a:lnTo>
                  <a:lnTo>
                    <a:pt x="54" y="54"/>
                  </a:lnTo>
                  <a:lnTo>
                    <a:pt x="52" y="66"/>
                  </a:lnTo>
                  <a:lnTo>
                    <a:pt x="48" y="78"/>
                  </a:lnTo>
                  <a:lnTo>
                    <a:pt x="42" y="87"/>
                  </a:lnTo>
                  <a:lnTo>
                    <a:pt x="33" y="96"/>
                  </a:lnTo>
                  <a:lnTo>
                    <a:pt x="24" y="102"/>
                  </a:lnTo>
                  <a:lnTo>
                    <a:pt x="12" y="106"/>
                  </a:lnTo>
                  <a:lnTo>
                    <a:pt x="0" y="107"/>
                  </a:lnTo>
                  <a:lnTo>
                    <a:pt x="0" y="54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41" name="Freeform 143">
              <a:extLst>
                <a:ext uri="{FF2B5EF4-FFF2-40B4-BE49-F238E27FC236}">
                  <a16:creationId xmlns:a16="http://schemas.microsoft.com/office/drawing/2014/main" id="{1445F26B-B0A6-9DCF-87D1-06D5473026C4}"/>
                </a:ext>
              </a:extLst>
            </p:cNvPr>
            <p:cNvSpPr>
              <a:spLocks/>
            </p:cNvSpPr>
            <p:nvPr/>
          </p:nvSpPr>
          <p:spPr bwMode="auto">
            <a:xfrm>
              <a:off x="1929" y="1124"/>
              <a:ext cx="9" cy="18"/>
            </a:xfrm>
            <a:custGeom>
              <a:avLst/>
              <a:gdLst>
                <a:gd name="T0" fmla="*/ 0 w 54"/>
                <a:gd name="T1" fmla="*/ 0 h 107"/>
                <a:gd name="T2" fmla="*/ 0 w 54"/>
                <a:gd name="T3" fmla="*/ 0 h 107"/>
                <a:gd name="T4" fmla="*/ 0 w 54"/>
                <a:gd name="T5" fmla="*/ 0 h 107"/>
                <a:gd name="T6" fmla="*/ 0 w 54"/>
                <a:gd name="T7" fmla="*/ 0 h 107"/>
                <a:gd name="T8" fmla="*/ 0 w 54"/>
                <a:gd name="T9" fmla="*/ 0 h 107"/>
                <a:gd name="T10" fmla="*/ 0 w 54"/>
                <a:gd name="T11" fmla="*/ 0 h 107"/>
                <a:gd name="T12" fmla="*/ 0 w 54"/>
                <a:gd name="T13" fmla="*/ 0 h 107"/>
                <a:gd name="T14" fmla="*/ 0 w 54"/>
                <a:gd name="T15" fmla="*/ 0 h 107"/>
                <a:gd name="T16" fmla="*/ 0 w 54"/>
                <a:gd name="T17" fmla="*/ 0 h 107"/>
                <a:gd name="T18" fmla="*/ 0 w 54"/>
                <a:gd name="T19" fmla="*/ 0 h 107"/>
                <a:gd name="T20" fmla="*/ 0 w 54"/>
                <a:gd name="T21" fmla="*/ 0 h 107"/>
                <a:gd name="T22" fmla="*/ 0 w 54"/>
                <a:gd name="T23" fmla="*/ 0 h 107"/>
                <a:gd name="T24" fmla="*/ 0 w 54"/>
                <a:gd name="T25" fmla="*/ 0 h 107"/>
                <a:gd name="T26" fmla="*/ 0 w 54"/>
                <a:gd name="T27" fmla="*/ 0 h 107"/>
                <a:gd name="T28" fmla="*/ 0 w 54"/>
                <a:gd name="T29" fmla="*/ 0 h 107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w 54"/>
                <a:gd name="T46" fmla="*/ 0 h 107"/>
                <a:gd name="T47" fmla="*/ 54 w 54"/>
                <a:gd name="T48" fmla="*/ 107 h 107"/>
              </a:gdLst>
              <a:ahLst/>
              <a:cxnLst>
                <a:cxn ang="T30">
                  <a:pos x="T0" y="T1"/>
                </a:cxn>
                <a:cxn ang="T31">
                  <a:pos x="T2" y="T3"/>
                </a:cxn>
                <a:cxn ang="T32">
                  <a:pos x="T4" y="T5"/>
                </a:cxn>
                <a:cxn ang="T33">
                  <a:pos x="T6" y="T7"/>
                </a:cxn>
                <a:cxn ang="T34">
                  <a:pos x="T8" y="T9"/>
                </a:cxn>
                <a:cxn ang="T35">
                  <a:pos x="T10" y="T11"/>
                </a:cxn>
                <a:cxn ang="T36">
                  <a:pos x="T12" y="T13"/>
                </a:cxn>
                <a:cxn ang="T37">
                  <a:pos x="T14" y="T15"/>
                </a:cxn>
                <a:cxn ang="T38">
                  <a:pos x="T16" y="T17"/>
                </a:cxn>
                <a:cxn ang="T39">
                  <a:pos x="T18" y="T19"/>
                </a:cxn>
                <a:cxn ang="T40">
                  <a:pos x="T20" y="T21"/>
                </a:cxn>
                <a:cxn ang="T41">
                  <a:pos x="T22" y="T23"/>
                </a:cxn>
                <a:cxn ang="T42">
                  <a:pos x="T24" y="T25"/>
                </a:cxn>
                <a:cxn ang="T43">
                  <a:pos x="T26" y="T27"/>
                </a:cxn>
                <a:cxn ang="T44">
                  <a:pos x="T28" y="T29"/>
                </a:cxn>
              </a:cxnLst>
              <a:rect l="T45" t="T46" r="T47" b="T48"/>
              <a:pathLst>
                <a:path w="54" h="107">
                  <a:moveTo>
                    <a:pt x="0" y="0"/>
                  </a:moveTo>
                  <a:lnTo>
                    <a:pt x="12" y="2"/>
                  </a:lnTo>
                  <a:lnTo>
                    <a:pt x="24" y="7"/>
                  </a:lnTo>
                  <a:lnTo>
                    <a:pt x="33" y="13"/>
                  </a:lnTo>
                  <a:lnTo>
                    <a:pt x="42" y="21"/>
                  </a:lnTo>
                  <a:lnTo>
                    <a:pt x="48" y="31"/>
                  </a:lnTo>
                  <a:lnTo>
                    <a:pt x="52" y="43"/>
                  </a:lnTo>
                  <a:lnTo>
                    <a:pt x="54" y="54"/>
                  </a:lnTo>
                  <a:lnTo>
                    <a:pt x="52" y="66"/>
                  </a:lnTo>
                  <a:lnTo>
                    <a:pt x="48" y="78"/>
                  </a:lnTo>
                  <a:lnTo>
                    <a:pt x="42" y="87"/>
                  </a:lnTo>
                  <a:lnTo>
                    <a:pt x="33" y="96"/>
                  </a:lnTo>
                  <a:lnTo>
                    <a:pt x="24" y="102"/>
                  </a:lnTo>
                  <a:lnTo>
                    <a:pt x="12" y="106"/>
                  </a:lnTo>
                  <a:lnTo>
                    <a:pt x="0" y="107"/>
                  </a:lnTo>
                </a:path>
              </a:pathLst>
            </a:custGeom>
            <a:noFill/>
            <a:ln w="0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42" name="Freeform 144">
              <a:extLst>
                <a:ext uri="{FF2B5EF4-FFF2-40B4-BE49-F238E27FC236}">
                  <a16:creationId xmlns:a16="http://schemas.microsoft.com/office/drawing/2014/main" id="{8E94DFDD-BF0A-6C8E-CBE1-33DEE9AEDFD4}"/>
                </a:ext>
              </a:extLst>
            </p:cNvPr>
            <p:cNvSpPr>
              <a:spLocks/>
            </p:cNvSpPr>
            <p:nvPr/>
          </p:nvSpPr>
          <p:spPr bwMode="auto">
            <a:xfrm>
              <a:off x="2056" y="992"/>
              <a:ext cx="15" cy="16"/>
            </a:xfrm>
            <a:custGeom>
              <a:avLst/>
              <a:gdLst>
                <a:gd name="T0" fmla="*/ 0 w 91"/>
                <a:gd name="T1" fmla="*/ 0 h 92"/>
                <a:gd name="T2" fmla="*/ 0 w 91"/>
                <a:gd name="T3" fmla="*/ 0 h 92"/>
                <a:gd name="T4" fmla="*/ 0 w 91"/>
                <a:gd name="T5" fmla="*/ 0 h 92"/>
                <a:gd name="T6" fmla="*/ 0 w 91"/>
                <a:gd name="T7" fmla="*/ 0 h 92"/>
                <a:gd name="T8" fmla="*/ 0 w 91"/>
                <a:gd name="T9" fmla="*/ 0 h 92"/>
                <a:gd name="T10" fmla="*/ 0 w 91"/>
                <a:gd name="T11" fmla="*/ 0 h 92"/>
                <a:gd name="T12" fmla="*/ 0 w 91"/>
                <a:gd name="T13" fmla="*/ 0 h 92"/>
                <a:gd name="T14" fmla="*/ 0 w 91"/>
                <a:gd name="T15" fmla="*/ 0 h 92"/>
                <a:gd name="T16" fmla="*/ 0 w 91"/>
                <a:gd name="T17" fmla="*/ 0 h 92"/>
                <a:gd name="T18" fmla="*/ 0 w 91"/>
                <a:gd name="T19" fmla="*/ 0 h 92"/>
                <a:gd name="T20" fmla="*/ 0 w 91"/>
                <a:gd name="T21" fmla="*/ 0 h 92"/>
                <a:gd name="T22" fmla="*/ 0 w 91"/>
                <a:gd name="T23" fmla="*/ 0 h 92"/>
                <a:gd name="T24" fmla="*/ 0 w 91"/>
                <a:gd name="T25" fmla="*/ 0 h 92"/>
                <a:gd name="T26" fmla="*/ 0 w 91"/>
                <a:gd name="T27" fmla="*/ 0 h 92"/>
                <a:gd name="T28" fmla="*/ 0 w 91"/>
                <a:gd name="T29" fmla="*/ 0 h 92"/>
                <a:gd name="T30" fmla="*/ 0 w 91"/>
                <a:gd name="T31" fmla="*/ 0 h 92"/>
                <a:gd name="T32" fmla="*/ 0 w 91"/>
                <a:gd name="T33" fmla="*/ 0 h 92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w 91"/>
                <a:gd name="T52" fmla="*/ 0 h 92"/>
                <a:gd name="T53" fmla="*/ 91 w 91"/>
                <a:gd name="T54" fmla="*/ 92 h 92"/>
              </a:gdLst>
              <a:ahLst/>
              <a:cxnLst>
                <a:cxn ang="T34">
                  <a:pos x="T0" y="T1"/>
                </a:cxn>
                <a:cxn ang="T35">
                  <a:pos x="T2" y="T3"/>
                </a:cxn>
                <a:cxn ang="T36">
                  <a:pos x="T4" y="T5"/>
                </a:cxn>
                <a:cxn ang="T37">
                  <a:pos x="T6" y="T7"/>
                </a:cxn>
                <a:cxn ang="T38">
                  <a:pos x="T8" y="T9"/>
                </a:cxn>
                <a:cxn ang="T39">
                  <a:pos x="T10" y="T11"/>
                </a:cxn>
                <a:cxn ang="T40">
                  <a:pos x="T12" y="T13"/>
                </a:cxn>
                <a:cxn ang="T41">
                  <a:pos x="T14" y="T15"/>
                </a:cxn>
                <a:cxn ang="T42">
                  <a:pos x="T16" y="T17"/>
                </a:cxn>
                <a:cxn ang="T43">
                  <a:pos x="T18" y="T19"/>
                </a:cxn>
                <a:cxn ang="T44">
                  <a:pos x="T20" y="T21"/>
                </a:cxn>
                <a:cxn ang="T45">
                  <a:pos x="T22" y="T23"/>
                </a:cxn>
                <a:cxn ang="T46">
                  <a:pos x="T24" y="T25"/>
                </a:cxn>
                <a:cxn ang="T47">
                  <a:pos x="T26" y="T27"/>
                </a:cxn>
                <a:cxn ang="T48">
                  <a:pos x="T28" y="T29"/>
                </a:cxn>
                <a:cxn ang="T49">
                  <a:pos x="T30" y="T31"/>
                </a:cxn>
                <a:cxn ang="T50">
                  <a:pos x="T32" y="T33"/>
                </a:cxn>
              </a:cxnLst>
              <a:rect l="T51" t="T52" r="T53" b="T54"/>
              <a:pathLst>
                <a:path w="91" h="92">
                  <a:moveTo>
                    <a:pt x="38" y="53"/>
                  </a:moveTo>
                  <a:lnTo>
                    <a:pt x="0" y="15"/>
                  </a:lnTo>
                  <a:lnTo>
                    <a:pt x="9" y="8"/>
                  </a:lnTo>
                  <a:lnTo>
                    <a:pt x="20" y="3"/>
                  </a:lnTo>
                  <a:lnTo>
                    <a:pt x="32" y="0"/>
                  </a:lnTo>
                  <a:lnTo>
                    <a:pt x="44" y="0"/>
                  </a:lnTo>
                  <a:lnTo>
                    <a:pt x="56" y="3"/>
                  </a:lnTo>
                  <a:lnTo>
                    <a:pt x="66" y="8"/>
                  </a:lnTo>
                  <a:lnTo>
                    <a:pt x="76" y="15"/>
                  </a:lnTo>
                  <a:lnTo>
                    <a:pt x="83" y="25"/>
                  </a:lnTo>
                  <a:lnTo>
                    <a:pt x="88" y="35"/>
                  </a:lnTo>
                  <a:lnTo>
                    <a:pt x="91" y="48"/>
                  </a:lnTo>
                  <a:lnTo>
                    <a:pt x="91" y="60"/>
                  </a:lnTo>
                  <a:lnTo>
                    <a:pt x="88" y="71"/>
                  </a:lnTo>
                  <a:lnTo>
                    <a:pt x="83" y="82"/>
                  </a:lnTo>
                  <a:lnTo>
                    <a:pt x="76" y="92"/>
                  </a:lnTo>
                  <a:lnTo>
                    <a:pt x="38" y="53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43" name="Freeform 145">
              <a:extLst>
                <a:ext uri="{FF2B5EF4-FFF2-40B4-BE49-F238E27FC236}">
                  <a16:creationId xmlns:a16="http://schemas.microsoft.com/office/drawing/2014/main" id="{B92B1F48-9415-7992-1BBB-42EAB10EAEB8}"/>
                </a:ext>
              </a:extLst>
            </p:cNvPr>
            <p:cNvSpPr>
              <a:spLocks/>
            </p:cNvSpPr>
            <p:nvPr/>
          </p:nvSpPr>
          <p:spPr bwMode="auto">
            <a:xfrm>
              <a:off x="2056" y="992"/>
              <a:ext cx="15" cy="16"/>
            </a:xfrm>
            <a:custGeom>
              <a:avLst/>
              <a:gdLst>
                <a:gd name="T0" fmla="*/ 0 w 91"/>
                <a:gd name="T1" fmla="*/ 0 h 92"/>
                <a:gd name="T2" fmla="*/ 0 w 91"/>
                <a:gd name="T3" fmla="*/ 0 h 92"/>
                <a:gd name="T4" fmla="*/ 0 w 91"/>
                <a:gd name="T5" fmla="*/ 0 h 92"/>
                <a:gd name="T6" fmla="*/ 0 w 91"/>
                <a:gd name="T7" fmla="*/ 0 h 92"/>
                <a:gd name="T8" fmla="*/ 0 w 91"/>
                <a:gd name="T9" fmla="*/ 0 h 92"/>
                <a:gd name="T10" fmla="*/ 0 w 91"/>
                <a:gd name="T11" fmla="*/ 0 h 92"/>
                <a:gd name="T12" fmla="*/ 0 w 91"/>
                <a:gd name="T13" fmla="*/ 0 h 92"/>
                <a:gd name="T14" fmla="*/ 0 w 91"/>
                <a:gd name="T15" fmla="*/ 0 h 92"/>
                <a:gd name="T16" fmla="*/ 0 w 91"/>
                <a:gd name="T17" fmla="*/ 0 h 92"/>
                <a:gd name="T18" fmla="*/ 0 w 91"/>
                <a:gd name="T19" fmla="*/ 0 h 92"/>
                <a:gd name="T20" fmla="*/ 0 w 91"/>
                <a:gd name="T21" fmla="*/ 0 h 92"/>
                <a:gd name="T22" fmla="*/ 0 w 91"/>
                <a:gd name="T23" fmla="*/ 0 h 92"/>
                <a:gd name="T24" fmla="*/ 0 w 91"/>
                <a:gd name="T25" fmla="*/ 0 h 92"/>
                <a:gd name="T26" fmla="*/ 0 w 91"/>
                <a:gd name="T27" fmla="*/ 0 h 92"/>
                <a:gd name="T28" fmla="*/ 0 w 91"/>
                <a:gd name="T29" fmla="*/ 0 h 92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w 91"/>
                <a:gd name="T46" fmla="*/ 0 h 92"/>
                <a:gd name="T47" fmla="*/ 91 w 91"/>
                <a:gd name="T48" fmla="*/ 92 h 92"/>
              </a:gdLst>
              <a:ahLst/>
              <a:cxnLst>
                <a:cxn ang="T30">
                  <a:pos x="T0" y="T1"/>
                </a:cxn>
                <a:cxn ang="T31">
                  <a:pos x="T2" y="T3"/>
                </a:cxn>
                <a:cxn ang="T32">
                  <a:pos x="T4" y="T5"/>
                </a:cxn>
                <a:cxn ang="T33">
                  <a:pos x="T6" y="T7"/>
                </a:cxn>
                <a:cxn ang="T34">
                  <a:pos x="T8" y="T9"/>
                </a:cxn>
                <a:cxn ang="T35">
                  <a:pos x="T10" y="T11"/>
                </a:cxn>
                <a:cxn ang="T36">
                  <a:pos x="T12" y="T13"/>
                </a:cxn>
                <a:cxn ang="T37">
                  <a:pos x="T14" y="T15"/>
                </a:cxn>
                <a:cxn ang="T38">
                  <a:pos x="T16" y="T17"/>
                </a:cxn>
                <a:cxn ang="T39">
                  <a:pos x="T18" y="T19"/>
                </a:cxn>
                <a:cxn ang="T40">
                  <a:pos x="T20" y="T21"/>
                </a:cxn>
                <a:cxn ang="T41">
                  <a:pos x="T22" y="T23"/>
                </a:cxn>
                <a:cxn ang="T42">
                  <a:pos x="T24" y="T25"/>
                </a:cxn>
                <a:cxn ang="T43">
                  <a:pos x="T26" y="T27"/>
                </a:cxn>
                <a:cxn ang="T44">
                  <a:pos x="T28" y="T29"/>
                </a:cxn>
              </a:cxnLst>
              <a:rect l="T45" t="T46" r="T47" b="T48"/>
              <a:pathLst>
                <a:path w="91" h="92">
                  <a:moveTo>
                    <a:pt x="0" y="15"/>
                  </a:moveTo>
                  <a:lnTo>
                    <a:pt x="9" y="8"/>
                  </a:lnTo>
                  <a:lnTo>
                    <a:pt x="20" y="3"/>
                  </a:lnTo>
                  <a:lnTo>
                    <a:pt x="32" y="0"/>
                  </a:lnTo>
                  <a:lnTo>
                    <a:pt x="44" y="0"/>
                  </a:lnTo>
                  <a:lnTo>
                    <a:pt x="56" y="3"/>
                  </a:lnTo>
                  <a:lnTo>
                    <a:pt x="66" y="8"/>
                  </a:lnTo>
                  <a:lnTo>
                    <a:pt x="76" y="15"/>
                  </a:lnTo>
                  <a:lnTo>
                    <a:pt x="83" y="25"/>
                  </a:lnTo>
                  <a:lnTo>
                    <a:pt x="88" y="35"/>
                  </a:lnTo>
                  <a:lnTo>
                    <a:pt x="91" y="48"/>
                  </a:lnTo>
                  <a:lnTo>
                    <a:pt x="91" y="60"/>
                  </a:lnTo>
                  <a:lnTo>
                    <a:pt x="88" y="71"/>
                  </a:lnTo>
                  <a:lnTo>
                    <a:pt x="83" y="82"/>
                  </a:lnTo>
                  <a:lnTo>
                    <a:pt x="76" y="92"/>
                  </a:lnTo>
                </a:path>
              </a:pathLst>
            </a:custGeom>
            <a:noFill/>
            <a:ln w="0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44" name="Freeform 146">
              <a:extLst>
                <a:ext uri="{FF2B5EF4-FFF2-40B4-BE49-F238E27FC236}">
                  <a16:creationId xmlns:a16="http://schemas.microsoft.com/office/drawing/2014/main" id="{E656602F-175D-954E-1BC4-0BADEC0A76BA}"/>
                </a:ext>
              </a:extLst>
            </p:cNvPr>
            <p:cNvSpPr>
              <a:spLocks/>
            </p:cNvSpPr>
            <p:nvPr/>
          </p:nvSpPr>
          <p:spPr bwMode="auto">
            <a:xfrm>
              <a:off x="1582" y="995"/>
              <a:ext cx="486" cy="483"/>
            </a:xfrm>
            <a:custGeom>
              <a:avLst/>
              <a:gdLst>
                <a:gd name="T0" fmla="*/ 0 w 2919"/>
                <a:gd name="T1" fmla="*/ 0 h 2899"/>
                <a:gd name="T2" fmla="*/ 0 w 2919"/>
                <a:gd name="T3" fmla="*/ 0 h 2899"/>
                <a:gd name="T4" fmla="*/ 0 w 2919"/>
                <a:gd name="T5" fmla="*/ 0 h 2899"/>
                <a:gd name="T6" fmla="*/ 0 w 2919"/>
                <a:gd name="T7" fmla="*/ 0 h 2899"/>
                <a:gd name="T8" fmla="*/ 0 w 2919"/>
                <a:gd name="T9" fmla="*/ 0 h 2899"/>
                <a:gd name="T10" fmla="*/ 0 w 2919"/>
                <a:gd name="T11" fmla="*/ 0 h 2899"/>
                <a:gd name="T12" fmla="*/ 0 w 2919"/>
                <a:gd name="T13" fmla="*/ 0 h 2899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2919"/>
                <a:gd name="T22" fmla="*/ 0 h 2899"/>
                <a:gd name="T23" fmla="*/ 2919 w 2919"/>
                <a:gd name="T24" fmla="*/ 2899 h 2899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2919" h="2899">
                  <a:moveTo>
                    <a:pt x="2919" y="77"/>
                  </a:moveTo>
                  <a:lnTo>
                    <a:pt x="2881" y="38"/>
                  </a:lnTo>
                  <a:lnTo>
                    <a:pt x="2843" y="0"/>
                  </a:lnTo>
                  <a:lnTo>
                    <a:pt x="0" y="2823"/>
                  </a:lnTo>
                  <a:lnTo>
                    <a:pt x="38" y="2861"/>
                  </a:lnTo>
                  <a:lnTo>
                    <a:pt x="76" y="2899"/>
                  </a:lnTo>
                  <a:lnTo>
                    <a:pt x="2919" y="77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45" name="Freeform 147">
              <a:extLst>
                <a:ext uri="{FF2B5EF4-FFF2-40B4-BE49-F238E27FC236}">
                  <a16:creationId xmlns:a16="http://schemas.microsoft.com/office/drawing/2014/main" id="{ABD24F76-4077-D955-E614-E4E1535A07F6}"/>
                </a:ext>
              </a:extLst>
            </p:cNvPr>
            <p:cNvSpPr>
              <a:spLocks/>
            </p:cNvSpPr>
            <p:nvPr/>
          </p:nvSpPr>
          <p:spPr bwMode="auto">
            <a:xfrm>
              <a:off x="1582" y="995"/>
              <a:ext cx="486" cy="483"/>
            </a:xfrm>
            <a:custGeom>
              <a:avLst/>
              <a:gdLst>
                <a:gd name="T0" fmla="*/ 0 w 2919"/>
                <a:gd name="T1" fmla="*/ 0 h 2899"/>
                <a:gd name="T2" fmla="*/ 0 w 2919"/>
                <a:gd name="T3" fmla="*/ 0 h 2899"/>
                <a:gd name="T4" fmla="*/ 0 w 2919"/>
                <a:gd name="T5" fmla="*/ 0 h 2899"/>
                <a:gd name="T6" fmla="*/ 0 w 2919"/>
                <a:gd name="T7" fmla="*/ 0 h 2899"/>
                <a:gd name="T8" fmla="*/ 0 w 2919"/>
                <a:gd name="T9" fmla="*/ 0 h 2899"/>
                <a:gd name="T10" fmla="*/ 0 w 2919"/>
                <a:gd name="T11" fmla="*/ 0 h 2899"/>
                <a:gd name="T12" fmla="*/ 0 w 2919"/>
                <a:gd name="T13" fmla="*/ 0 h 2899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2919"/>
                <a:gd name="T22" fmla="*/ 0 h 2899"/>
                <a:gd name="T23" fmla="*/ 2919 w 2919"/>
                <a:gd name="T24" fmla="*/ 2899 h 2899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2919" h="2899">
                  <a:moveTo>
                    <a:pt x="2919" y="77"/>
                  </a:moveTo>
                  <a:lnTo>
                    <a:pt x="2881" y="38"/>
                  </a:lnTo>
                  <a:lnTo>
                    <a:pt x="2843" y="0"/>
                  </a:lnTo>
                  <a:lnTo>
                    <a:pt x="0" y="2823"/>
                  </a:lnTo>
                  <a:lnTo>
                    <a:pt x="38" y="2861"/>
                  </a:lnTo>
                  <a:lnTo>
                    <a:pt x="76" y="2899"/>
                  </a:lnTo>
                  <a:lnTo>
                    <a:pt x="2919" y="77"/>
                  </a:lnTo>
                  <a:close/>
                </a:path>
              </a:pathLst>
            </a:custGeom>
            <a:noFill/>
            <a:ln w="0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46" name="Freeform 148">
              <a:extLst>
                <a:ext uri="{FF2B5EF4-FFF2-40B4-BE49-F238E27FC236}">
                  <a16:creationId xmlns:a16="http://schemas.microsoft.com/office/drawing/2014/main" id="{E8791DE3-22C9-3D8C-59C5-C2478AFA1371}"/>
                </a:ext>
              </a:extLst>
            </p:cNvPr>
            <p:cNvSpPr>
              <a:spLocks/>
            </p:cNvSpPr>
            <p:nvPr/>
          </p:nvSpPr>
          <p:spPr bwMode="auto">
            <a:xfrm>
              <a:off x="1579" y="1465"/>
              <a:ext cx="15" cy="16"/>
            </a:xfrm>
            <a:custGeom>
              <a:avLst/>
              <a:gdLst>
                <a:gd name="T0" fmla="*/ 0 w 91"/>
                <a:gd name="T1" fmla="*/ 0 h 91"/>
                <a:gd name="T2" fmla="*/ 0 w 91"/>
                <a:gd name="T3" fmla="*/ 0 h 91"/>
                <a:gd name="T4" fmla="*/ 0 w 91"/>
                <a:gd name="T5" fmla="*/ 0 h 91"/>
                <a:gd name="T6" fmla="*/ 0 w 91"/>
                <a:gd name="T7" fmla="*/ 0 h 91"/>
                <a:gd name="T8" fmla="*/ 0 w 91"/>
                <a:gd name="T9" fmla="*/ 0 h 91"/>
                <a:gd name="T10" fmla="*/ 0 w 91"/>
                <a:gd name="T11" fmla="*/ 0 h 91"/>
                <a:gd name="T12" fmla="*/ 0 w 91"/>
                <a:gd name="T13" fmla="*/ 0 h 91"/>
                <a:gd name="T14" fmla="*/ 0 w 91"/>
                <a:gd name="T15" fmla="*/ 0 h 91"/>
                <a:gd name="T16" fmla="*/ 0 w 91"/>
                <a:gd name="T17" fmla="*/ 0 h 91"/>
                <a:gd name="T18" fmla="*/ 0 w 91"/>
                <a:gd name="T19" fmla="*/ 0 h 91"/>
                <a:gd name="T20" fmla="*/ 0 w 91"/>
                <a:gd name="T21" fmla="*/ 0 h 91"/>
                <a:gd name="T22" fmla="*/ 0 w 91"/>
                <a:gd name="T23" fmla="*/ 0 h 91"/>
                <a:gd name="T24" fmla="*/ 0 w 91"/>
                <a:gd name="T25" fmla="*/ 0 h 91"/>
                <a:gd name="T26" fmla="*/ 0 w 91"/>
                <a:gd name="T27" fmla="*/ 0 h 91"/>
                <a:gd name="T28" fmla="*/ 0 w 91"/>
                <a:gd name="T29" fmla="*/ 0 h 91"/>
                <a:gd name="T30" fmla="*/ 0 w 91"/>
                <a:gd name="T31" fmla="*/ 0 h 91"/>
                <a:gd name="T32" fmla="*/ 0 w 91"/>
                <a:gd name="T33" fmla="*/ 0 h 91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w 91"/>
                <a:gd name="T52" fmla="*/ 0 h 91"/>
                <a:gd name="T53" fmla="*/ 91 w 91"/>
                <a:gd name="T54" fmla="*/ 91 h 91"/>
              </a:gdLst>
              <a:ahLst/>
              <a:cxnLst>
                <a:cxn ang="T34">
                  <a:pos x="T0" y="T1"/>
                </a:cxn>
                <a:cxn ang="T35">
                  <a:pos x="T2" y="T3"/>
                </a:cxn>
                <a:cxn ang="T36">
                  <a:pos x="T4" y="T5"/>
                </a:cxn>
                <a:cxn ang="T37">
                  <a:pos x="T6" y="T7"/>
                </a:cxn>
                <a:cxn ang="T38">
                  <a:pos x="T8" y="T9"/>
                </a:cxn>
                <a:cxn ang="T39">
                  <a:pos x="T10" y="T11"/>
                </a:cxn>
                <a:cxn ang="T40">
                  <a:pos x="T12" y="T13"/>
                </a:cxn>
                <a:cxn ang="T41">
                  <a:pos x="T14" y="T15"/>
                </a:cxn>
                <a:cxn ang="T42">
                  <a:pos x="T16" y="T17"/>
                </a:cxn>
                <a:cxn ang="T43">
                  <a:pos x="T18" y="T19"/>
                </a:cxn>
                <a:cxn ang="T44">
                  <a:pos x="T20" y="T21"/>
                </a:cxn>
                <a:cxn ang="T45">
                  <a:pos x="T22" y="T23"/>
                </a:cxn>
                <a:cxn ang="T46">
                  <a:pos x="T24" y="T25"/>
                </a:cxn>
                <a:cxn ang="T47">
                  <a:pos x="T26" y="T27"/>
                </a:cxn>
                <a:cxn ang="T48">
                  <a:pos x="T28" y="T29"/>
                </a:cxn>
                <a:cxn ang="T49">
                  <a:pos x="T30" y="T31"/>
                </a:cxn>
                <a:cxn ang="T50">
                  <a:pos x="T32" y="T33"/>
                </a:cxn>
              </a:cxnLst>
              <a:rect l="T51" t="T52" r="T53" b="T54"/>
              <a:pathLst>
                <a:path w="91" h="91">
                  <a:moveTo>
                    <a:pt x="53" y="38"/>
                  </a:moveTo>
                  <a:lnTo>
                    <a:pt x="91" y="76"/>
                  </a:lnTo>
                  <a:lnTo>
                    <a:pt x="81" y="84"/>
                  </a:lnTo>
                  <a:lnTo>
                    <a:pt x="71" y="89"/>
                  </a:lnTo>
                  <a:lnTo>
                    <a:pt x="58" y="91"/>
                  </a:lnTo>
                  <a:lnTo>
                    <a:pt x="46" y="91"/>
                  </a:lnTo>
                  <a:lnTo>
                    <a:pt x="35" y="89"/>
                  </a:lnTo>
                  <a:lnTo>
                    <a:pt x="24" y="84"/>
                  </a:lnTo>
                  <a:lnTo>
                    <a:pt x="15" y="76"/>
                  </a:lnTo>
                  <a:lnTo>
                    <a:pt x="7" y="67"/>
                  </a:lnTo>
                  <a:lnTo>
                    <a:pt x="2" y="56"/>
                  </a:lnTo>
                  <a:lnTo>
                    <a:pt x="0" y="44"/>
                  </a:lnTo>
                  <a:lnTo>
                    <a:pt x="0" y="32"/>
                  </a:lnTo>
                  <a:lnTo>
                    <a:pt x="2" y="20"/>
                  </a:lnTo>
                  <a:lnTo>
                    <a:pt x="7" y="10"/>
                  </a:lnTo>
                  <a:lnTo>
                    <a:pt x="15" y="0"/>
                  </a:lnTo>
                  <a:lnTo>
                    <a:pt x="53" y="38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47" name="Freeform 149">
              <a:extLst>
                <a:ext uri="{FF2B5EF4-FFF2-40B4-BE49-F238E27FC236}">
                  <a16:creationId xmlns:a16="http://schemas.microsoft.com/office/drawing/2014/main" id="{547E773A-27D1-921C-BA54-7C7A267E8DD4}"/>
                </a:ext>
              </a:extLst>
            </p:cNvPr>
            <p:cNvSpPr>
              <a:spLocks/>
            </p:cNvSpPr>
            <p:nvPr/>
          </p:nvSpPr>
          <p:spPr bwMode="auto">
            <a:xfrm>
              <a:off x="1579" y="1465"/>
              <a:ext cx="15" cy="16"/>
            </a:xfrm>
            <a:custGeom>
              <a:avLst/>
              <a:gdLst>
                <a:gd name="T0" fmla="*/ 0 w 91"/>
                <a:gd name="T1" fmla="*/ 0 h 91"/>
                <a:gd name="T2" fmla="*/ 0 w 91"/>
                <a:gd name="T3" fmla="*/ 0 h 91"/>
                <a:gd name="T4" fmla="*/ 0 w 91"/>
                <a:gd name="T5" fmla="*/ 0 h 91"/>
                <a:gd name="T6" fmla="*/ 0 w 91"/>
                <a:gd name="T7" fmla="*/ 0 h 91"/>
                <a:gd name="T8" fmla="*/ 0 w 91"/>
                <a:gd name="T9" fmla="*/ 0 h 91"/>
                <a:gd name="T10" fmla="*/ 0 w 91"/>
                <a:gd name="T11" fmla="*/ 0 h 91"/>
                <a:gd name="T12" fmla="*/ 0 w 91"/>
                <a:gd name="T13" fmla="*/ 0 h 91"/>
                <a:gd name="T14" fmla="*/ 0 w 91"/>
                <a:gd name="T15" fmla="*/ 0 h 91"/>
                <a:gd name="T16" fmla="*/ 0 w 91"/>
                <a:gd name="T17" fmla="*/ 0 h 91"/>
                <a:gd name="T18" fmla="*/ 0 w 91"/>
                <a:gd name="T19" fmla="*/ 0 h 91"/>
                <a:gd name="T20" fmla="*/ 0 w 91"/>
                <a:gd name="T21" fmla="*/ 0 h 91"/>
                <a:gd name="T22" fmla="*/ 0 w 91"/>
                <a:gd name="T23" fmla="*/ 0 h 91"/>
                <a:gd name="T24" fmla="*/ 0 w 91"/>
                <a:gd name="T25" fmla="*/ 0 h 91"/>
                <a:gd name="T26" fmla="*/ 0 w 91"/>
                <a:gd name="T27" fmla="*/ 0 h 91"/>
                <a:gd name="T28" fmla="*/ 0 w 91"/>
                <a:gd name="T29" fmla="*/ 0 h 91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w 91"/>
                <a:gd name="T46" fmla="*/ 0 h 91"/>
                <a:gd name="T47" fmla="*/ 91 w 91"/>
                <a:gd name="T48" fmla="*/ 91 h 91"/>
              </a:gdLst>
              <a:ahLst/>
              <a:cxnLst>
                <a:cxn ang="T30">
                  <a:pos x="T0" y="T1"/>
                </a:cxn>
                <a:cxn ang="T31">
                  <a:pos x="T2" y="T3"/>
                </a:cxn>
                <a:cxn ang="T32">
                  <a:pos x="T4" y="T5"/>
                </a:cxn>
                <a:cxn ang="T33">
                  <a:pos x="T6" y="T7"/>
                </a:cxn>
                <a:cxn ang="T34">
                  <a:pos x="T8" y="T9"/>
                </a:cxn>
                <a:cxn ang="T35">
                  <a:pos x="T10" y="T11"/>
                </a:cxn>
                <a:cxn ang="T36">
                  <a:pos x="T12" y="T13"/>
                </a:cxn>
                <a:cxn ang="T37">
                  <a:pos x="T14" y="T15"/>
                </a:cxn>
                <a:cxn ang="T38">
                  <a:pos x="T16" y="T17"/>
                </a:cxn>
                <a:cxn ang="T39">
                  <a:pos x="T18" y="T19"/>
                </a:cxn>
                <a:cxn ang="T40">
                  <a:pos x="T20" y="T21"/>
                </a:cxn>
                <a:cxn ang="T41">
                  <a:pos x="T22" y="T23"/>
                </a:cxn>
                <a:cxn ang="T42">
                  <a:pos x="T24" y="T25"/>
                </a:cxn>
                <a:cxn ang="T43">
                  <a:pos x="T26" y="T27"/>
                </a:cxn>
                <a:cxn ang="T44">
                  <a:pos x="T28" y="T29"/>
                </a:cxn>
              </a:cxnLst>
              <a:rect l="T45" t="T46" r="T47" b="T48"/>
              <a:pathLst>
                <a:path w="91" h="91">
                  <a:moveTo>
                    <a:pt x="91" y="76"/>
                  </a:moveTo>
                  <a:lnTo>
                    <a:pt x="81" y="84"/>
                  </a:lnTo>
                  <a:lnTo>
                    <a:pt x="71" y="89"/>
                  </a:lnTo>
                  <a:lnTo>
                    <a:pt x="58" y="91"/>
                  </a:lnTo>
                  <a:lnTo>
                    <a:pt x="46" y="91"/>
                  </a:lnTo>
                  <a:lnTo>
                    <a:pt x="35" y="89"/>
                  </a:lnTo>
                  <a:lnTo>
                    <a:pt x="24" y="84"/>
                  </a:lnTo>
                  <a:lnTo>
                    <a:pt x="15" y="76"/>
                  </a:lnTo>
                  <a:lnTo>
                    <a:pt x="7" y="67"/>
                  </a:lnTo>
                  <a:lnTo>
                    <a:pt x="2" y="56"/>
                  </a:lnTo>
                  <a:lnTo>
                    <a:pt x="0" y="44"/>
                  </a:lnTo>
                  <a:lnTo>
                    <a:pt x="0" y="32"/>
                  </a:lnTo>
                  <a:lnTo>
                    <a:pt x="2" y="20"/>
                  </a:lnTo>
                  <a:lnTo>
                    <a:pt x="7" y="10"/>
                  </a:lnTo>
                  <a:lnTo>
                    <a:pt x="15" y="0"/>
                  </a:lnTo>
                </a:path>
              </a:pathLst>
            </a:custGeom>
            <a:noFill/>
            <a:ln w="0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48" name="Freeform 150">
              <a:extLst>
                <a:ext uri="{FF2B5EF4-FFF2-40B4-BE49-F238E27FC236}">
                  <a16:creationId xmlns:a16="http://schemas.microsoft.com/office/drawing/2014/main" id="{8811C9A7-FE1B-5E30-8073-C581CD399A54}"/>
                </a:ext>
              </a:extLst>
            </p:cNvPr>
            <p:cNvSpPr>
              <a:spLocks/>
            </p:cNvSpPr>
            <p:nvPr/>
          </p:nvSpPr>
          <p:spPr bwMode="auto">
            <a:xfrm>
              <a:off x="1588" y="1463"/>
              <a:ext cx="9" cy="18"/>
            </a:xfrm>
            <a:custGeom>
              <a:avLst/>
              <a:gdLst>
                <a:gd name="T0" fmla="*/ 0 w 54"/>
                <a:gd name="T1" fmla="*/ 0 h 107"/>
                <a:gd name="T2" fmla="*/ 0 w 54"/>
                <a:gd name="T3" fmla="*/ 0 h 107"/>
                <a:gd name="T4" fmla="*/ 0 w 54"/>
                <a:gd name="T5" fmla="*/ 0 h 107"/>
                <a:gd name="T6" fmla="*/ 0 w 54"/>
                <a:gd name="T7" fmla="*/ 0 h 107"/>
                <a:gd name="T8" fmla="*/ 0 w 54"/>
                <a:gd name="T9" fmla="*/ 0 h 107"/>
                <a:gd name="T10" fmla="*/ 0 w 54"/>
                <a:gd name="T11" fmla="*/ 0 h 107"/>
                <a:gd name="T12" fmla="*/ 0 w 54"/>
                <a:gd name="T13" fmla="*/ 0 h 107"/>
                <a:gd name="T14" fmla="*/ 0 w 54"/>
                <a:gd name="T15" fmla="*/ 0 h 107"/>
                <a:gd name="T16" fmla="*/ 0 w 54"/>
                <a:gd name="T17" fmla="*/ 0 h 107"/>
                <a:gd name="T18" fmla="*/ 0 w 54"/>
                <a:gd name="T19" fmla="*/ 0 h 107"/>
                <a:gd name="T20" fmla="*/ 0 w 54"/>
                <a:gd name="T21" fmla="*/ 0 h 107"/>
                <a:gd name="T22" fmla="*/ 0 w 54"/>
                <a:gd name="T23" fmla="*/ 0 h 107"/>
                <a:gd name="T24" fmla="*/ 0 w 54"/>
                <a:gd name="T25" fmla="*/ 0 h 107"/>
                <a:gd name="T26" fmla="*/ 0 w 54"/>
                <a:gd name="T27" fmla="*/ 0 h 107"/>
                <a:gd name="T28" fmla="*/ 0 w 54"/>
                <a:gd name="T29" fmla="*/ 0 h 107"/>
                <a:gd name="T30" fmla="*/ 0 w 54"/>
                <a:gd name="T31" fmla="*/ 0 h 107"/>
                <a:gd name="T32" fmla="*/ 0 w 54"/>
                <a:gd name="T33" fmla="*/ 0 h 107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w 54"/>
                <a:gd name="T52" fmla="*/ 0 h 107"/>
                <a:gd name="T53" fmla="*/ 54 w 54"/>
                <a:gd name="T54" fmla="*/ 107 h 107"/>
              </a:gdLst>
              <a:ahLst/>
              <a:cxnLst>
                <a:cxn ang="T34">
                  <a:pos x="T0" y="T1"/>
                </a:cxn>
                <a:cxn ang="T35">
                  <a:pos x="T2" y="T3"/>
                </a:cxn>
                <a:cxn ang="T36">
                  <a:pos x="T4" y="T5"/>
                </a:cxn>
                <a:cxn ang="T37">
                  <a:pos x="T6" y="T7"/>
                </a:cxn>
                <a:cxn ang="T38">
                  <a:pos x="T8" y="T9"/>
                </a:cxn>
                <a:cxn ang="T39">
                  <a:pos x="T10" y="T11"/>
                </a:cxn>
                <a:cxn ang="T40">
                  <a:pos x="T12" y="T13"/>
                </a:cxn>
                <a:cxn ang="T41">
                  <a:pos x="T14" y="T15"/>
                </a:cxn>
                <a:cxn ang="T42">
                  <a:pos x="T16" y="T17"/>
                </a:cxn>
                <a:cxn ang="T43">
                  <a:pos x="T18" y="T19"/>
                </a:cxn>
                <a:cxn ang="T44">
                  <a:pos x="T20" y="T21"/>
                </a:cxn>
                <a:cxn ang="T45">
                  <a:pos x="T22" y="T23"/>
                </a:cxn>
                <a:cxn ang="T46">
                  <a:pos x="T24" y="T25"/>
                </a:cxn>
                <a:cxn ang="T47">
                  <a:pos x="T26" y="T27"/>
                </a:cxn>
                <a:cxn ang="T48">
                  <a:pos x="T28" y="T29"/>
                </a:cxn>
                <a:cxn ang="T49">
                  <a:pos x="T30" y="T31"/>
                </a:cxn>
                <a:cxn ang="T50">
                  <a:pos x="T32" y="T33"/>
                </a:cxn>
              </a:cxnLst>
              <a:rect l="T51" t="T52" r="T53" b="T54"/>
              <a:pathLst>
                <a:path w="54" h="107">
                  <a:moveTo>
                    <a:pt x="0" y="54"/>
                  </a:moveTo>
                  <a:lnTo>
                    <a:pt x="0" y="0"/>
                  </a:lnTo>
                  <a:lnTo>
                    <a:pt x="11" y="2"/>
                  </a:lnTo>
                  <a:lnTo>
                    <a:pt x="23" y="7"/>
                  </a:lnTo>
                  <a:lnTo>
                    <a:pt x="33" y="13"/>
                  </a:lnTo>
                  <a:lnTo>
                    <a:pt x="41" y="21"/>
                  </a:lnTo>
                  <a:lnTo>
                    <a:pt x="47" y="31"/>
                  </a:lnTo>
                  <a:lnTo>
                    <a:pt x="52" y="43"/>
                  </a:lnTo>
                  <a:lnTo>
                    <a:pt x="54" y="54"/>
                  </a:lnTo>
                  <a:lnTo>
                    <a:pt x="52" y="66"/>
                  </a:lnTo>
                  <a:lnTo>
                    <a:pt x="47" y="78"/>
                  </a:lnTo>
                  <a:lnTo>
                    <a:pt x="41" y="87"/>
                  </a:lnTo>
                  <a:lnTo>
                    <a:pt x="33" y="96"/>
                  </a:lnTo>
                  <a:lnTo>
                    <a:pt x="23" y="102"/>
                  </a:lnTo>
                  <a:lnTo>
                    <a:pt x="11" y="106"/>
                  </a:lnTo>
                  <a:lnTo>
                    <a:pt x="0" y="107"/>
                  </a:lnTo>
                  <a:lnTo>
                    <a:pt x="0" y="54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49" name="Freeform 151">
              <a:extLst>
                <a:ext uri="{FF2B5EF4-FFF2-40B4-BE49-F238E27FC236}">
                  <a16:creationId xmlns:a16="http://schemas.microsoft.com/office/drawing/2014/main" id="{00C47724-4886-E1AB-AF77-771F8035F6F7}"/>
                </a:ext>
              </a:extLst>
            </p:cNvPr>
            <p:cNvSpPr>
              <a:spLocks/>
            </p:cNvSpPr>
            <p:nvPr/>
          </p:nvSpPr>
          <p:spPr bwMode="auto">
            <a:xfrm>
              <a:off x="1588" y="1463"/>
              <a:ext cx="9" cy="18"/>
            </a:xfrm>
            <a:custGeom>
              <a:avLst/>
              <a:gdLst>
                <a:gd name="T0" fmla="*/ 0 w 54"/>
                <a:gd name="T1" fmla="*/ 0 h 107"/>
                <a:gd name="T2" fmla="*/ 0 w 54"/>
                <a:gd name="T3" fmla="*/ 0 h 107"/>
                <a:gd name="T4" fmla="*/ 0 w 54"/>
                <a:gd name="T5" fmla="*/ 0 h 107"/>
                <a:gd name="T6" fmla="*/ 0 w 54"/>
                <a:gd name="T7" fmla="*/ 0 h 107"/>
                <a:gd name="T8" fmla="*/ 0 w 54"/>
                <a:gd name="T9" fmla="*/ 0 h 107"/>
                <a:gd name="T10" fmla="*/ 0 w 54"/>
                <a:gd name="T11" fmla="*/ 0 h 107"/>
                <a:gd name="T12" fmla="*/ 0 w 54"/>
                <a:gd name="T13" fmla="*/ 0 h 107"/>
                <a:gd name="T14" fmla="*/ 0 w 54"/>
                <a:gd name="T15" fmla="*/ 0 h 107"/>
                <a:gd name="T16" fmla="*/ 0 w 54"/>
                <a:gd name="T17" fmla="*/ 0 h 107"/>
                <a:gd name="T18" fmla="*/ 0 w 54"/>
                <a:gd name="T19" fmla="*/ 0 h 107"/>
                <a:gd name="T20" fmla="*/ 0 w 54"/>
                <a:gd name="T21" fmla="*/ 0 h 107"/>
                <a:gd name="T22" fmla="*/ 0 w 54"/>
                <a:gd name="T23" fmla="*/ 0 h 107"/>
                <a:gd name="T24" fmla="*/ 0 w 54"/>
                <a:gd name="T25" fmla="*/ 0 h 107"/>
                <a:gd name="T26" fmla="*/ 0 w 54"/>
                <a:gd name="T27" fmla="*/ 0 h 107"/>
                <a:gd name="T28" fmla="*/ 0 w 54"/>
                <a:gd name="T29" fmla="*/ 0 h 107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w 54"/>
                <a:gd name="T46" fmla="*/ 0 h 107"/>
                <a:gd name="T47" fmla="*/ 54 w 54"/>
                <a:gd name="T48" fmla="*/ 107 h 107"/>
              </a:gdLst>
              <a:ahLst/>
              <a:cxnLst>
                <a:cxn ang="T30">
                  <a:pos x="T0" y="T1"/>
                </a:cxn>
                <a:cxn ang="T31">
                  <a:pos x="T2" y="T3"/>
                </a:cxn>
                <a:cxn ang="T32">
                  <a:pos x="T4" y="T5"/>
                </a:cxn>
                <a:cxn ang="T33">
                  <a:pos x="T6" y="T7"/>
                </a:cxn>
                <a:cxn ang="T34">
                  <a:pos x="T8" y="T9"/>
                </a:cxn>
                <a:cxn ang="T35">
                  <a:pos x="T10" y="T11"/>
                </a:cxn>
                <a:cxn ang="T36">
                  <a:pos x="T12" y="T13"/>
                </a:cxn>
                <a:cxn ang="T37">
                  <a:pos x="T14" y="T15"/>
                </a:cxn>
                <a:cxn ang="T38">
                  <a:pos x="T16" y="T17"/>
                </a:cxn>
                <a:cxn ang="T39">
                  <a:pos x="T18" y="T19"/>
                </a:cxn>
                <a:cxn ang="T40">
                  <a:pos x="T20" y="T21"/>
                </a:cxn>
                <a:cxn ang="T41">
                  <a:pos x="T22" y="T23"/>
                </a:cxn>
                <a:cxn ang="T42">
                  <a:pos x="T24" y="T25"/>
                </a:cxn>
                <a:cxn ang="T43">
                  <a:pos x="T26" y="T27"/>
                </a:cxn>
                <a:cxn ang="T44">
                  <a:pos x="T28" y="T29"/>
                </a:cxn>
              </a:cxnLst>
              <a:rect l="T45" t="T46" r="T47" b="T48"/>
              <a:pathLst>
                <a:path w="54" h="107">
                  <a:moveTo>
                    <a:pt x="0" y="0"/>
                  </a:moveTo>
                  <a:lnTo>
                    <a:pt x="11" y="2"/>
                  </a:lnTo>
                  <a:lnTo>
                    <a:pt x="23" y="7"/>
                  </a:lnTo>
                  <a:lnTo>
                    <a:pt x="33" y="13"/>
                  </a:lnTo>
                  <a:lnTo>
                    <a:pt x="41" y="21"/>
                  </a:lnTo>
                  <a:lnTo>
                    <a:pt x="47" y="31"/>
                  </a:lnTo>
                  <a:lnTo>
                    <a:pt x="52" y="43"/>
                  </a:lnTo>
                  <a:lnTo>
                    <a:pt x="54" y="54"/>
                  </a:lnTo>
                  <a:lnTo>
                    <a:pt x="52" y="66"/>
                  </a:lnTo>
                  <a:lnTo>
                    <a:pt x="47" y="78"/>
                  </a:lnTo>
                  <a:lnTo>
                    <a:pt x="41" y="87"/>
                  </a:lnTo>
                  <a:lnTo>
                    <a:pt x="33" y="96"/>
                  </a:lnTo>
                  <a:lnTo>
                    <a:pt x="23" y="102"/>
                  </a:lnTo>
                  <a:lnTo>
                    <a:pt x="11" y="106"/>
                  </a:lnTo>
                  <a:lnTo>
                    <a:pt x="0" y="107"/>
                  </a:lnTo>
                </a:path>
              </a:pathLst>
            </a:custGeom>
            <a:noFill/>
            <a:ln w="0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50" name="Freeform 152">
              <a:extLst>
                <a:ext uri="{FF2B5EF4-FFF2-40B4-BE49-F238E27FC236}">
                  <a16:creationId xmlns:a16="http://schemas.microsoft.com/office/drawing/2014/main" id="{8C73532F-82A4-F69D-0EDA-97735B562447}"/>
                </a:ext>
              </a:extLst>
            </p:cNvPr>
            <p:cNvSpPr>
              <a:spLocks/>
            </p:cNvSpPr>
            <p:nvPr/>
          </p:nvSpPr>
          <p:spPr bwMode="auto">
            <a:xfrm>
              <a:off x="1171" y="1463"/>
              <a:ext cx="417" cy="18"/>
            </a:xfrm>
            <a:custGeom>
              <a:avLst/>
              <a:gdLst>
                <a:gd name="T0" fmla="*/ 0 w 2503"/>
                <a:gd name="T1" fmla="*/ 0 h 107"/>
                <a:gd name="T2" fmla="*/ 0 w 2503"/>
                <a:gd name="T3" fmla="*/ 0 h 107"/>
                <a:gd name="T4" fmla="*/ 0 w 2503"/>
                <a:gd name="T5" fmla="*/ 0 h 107"/>
                <a:gd name="T6" fmla="*/ 0 w 2503"/>
                <a:gd name="T7" fmla="*/ 0 h 107"/>
                <a:gd name="T8" fmla="*/ 0 w 2503"/>
                <a:gd name="T9" fmla="*/ 0 h 107"/>
                <a:gd name="T10" fmla="*/ 0 w 2503"/>
                <a:gd name="T11" fmla="*/ 0 h 107"/>
                <a:gd name="T12" fmla="*/ 0 w 2503"/>
                <a:gd name="T13" fmla="*/ 0 h 107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2503"/>
                <a:gd name="T22" fmla="*/ 0 h 107"/>
                <a:gd name="T23" fmla="*/ 2503 w 2503"/>
                <a:gd name="T24" fmla="*/ 107 h 107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2503" h="107">
                  <a:moveTo>
                    <a:pt x="2503" y="107"/>
                  </a:moveTo>
                  <a:lnTo>
                    <a:pt x="2503" y="54"/>
                  </a:lnTo>
                  <a:lnTo>
                    <a:pt x="2503" y="0"/>
                  </a:lnTo>
                  <a:lnTo>
                    <a:pt x="0" y="0"/>
                  </a:lnTo>
                  <a:lnTo>
                    <a:pt x="0" y="54"/>
                  </a:lnTo>
                  <a:lnTo>
                    <a:pt x="0" y="107"/>
                  </a:lnTo>
                  <a:lnTo>
                    <a:pt x="2503" y="107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51" name="Freeform 153">
              <a:extLst>
                <a:ext uri="{FF2B5EF4-FFF2-40B4-BE49-F238E27FC236}">
                  <a16:creationId xmlns:a16="http://schemas.microsoft.com/office/drawing/2014/main" id="{D45247DB-56FA-E96E-2560-3340C636AB65}"/>
                </a:ext>
              </a:extLst>
            </p:cNvPr>
            <p:cNvSpPr>
              <a:spLocks/>
            </p:cNvSpPr>
            <p:nvPr/>
          </p:nvSpPr>
          <p:spPr bwMode="auto">
            <a:xfrm>
              <a:off x="1171" y="1463"/>
              <a:ext cx="417" cy="18"/>
            </a:xfrm>
            <a:custGeom>
              <a:avLst/>
              <a:gdLst>
                <a:gd name="T0" fmla="*/ 0 w 2503"/>
                <a:gd name="T1" fmla="*/ 0 h 107"/>
                <a:gd name="T2" fmla="*/ 0 w 2503"/>
                <a:gd name="T3" fmla="*/ 0 h 107"/>
                <a:gd name="T4" fmla="*/ 0 w 2503"/>
                <a:gd name="T5" fmla="*/ 0 h 107"/>
                <a:gd name="T6" fmla="*/ 0 w 2503"/>
                <a:gd name="T7" fmla="*/ 0 h 107"/>
                <a:gd name="T8" fmla="*/ 0 w 2503"/>
                <a:gd name="T9" fmla="*/ 0 h 107"/>
                <a:gd name="T10" fmla="*/ 0 w 2503"/>
                <a:gd name="T11" fmla="*/ 0 h 107"/>
                <a:gd name="T12" fmla="*/ 0 w 2503"/>
                <a:gd name="T13" fmla="*/ 0 h 107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2503"/>
                <a:gd name="T22" fmla="*/ 0 h 107"/>
                <a:gd name="T23" fmla="*/ 2503 w 2503"/>
                <a:gd name="T24" fmla="*/ 107 h 107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2503" h="107">
                  <a:moveTo>
                    <a:pt x="2503" y="107"/>
                  </a:moveTo>
                  <a:lnTo>
                    <a:pt x="2503" y="54"/>
                  </a:lnTo>
                  <a:lnTo>
                    <a:pt x="2503" y="0"/>
                  </a:lnTo>
                  <a:lnTo>
                    <a:pt x="0" y="0"/>
                  </a:lnTo>
                  <a:lnTo>
                    <a:pt x="0" y="54"/>
                  </a:lnTo>
                  <a:lnTo>
                    <a:pt x="0" y="107"/>
                  </a:lnTo>
                  <a:lnTo>
                    <a:pt x="2503" y="107"/>
                  </a:lnTo>
                  <a:close/>
                </a:path>
              </a:pathLst>
            </a:custGeom>
            <a:noFill/>
            <a:ln w="0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52" name="Freeform 154">
              <a:extLst>
                <a:ext uri="{FF2B5EF4-FFF2-40B4-BE49-F238E27FC236}">
                  <a16:creationId xmlns:a16="http://schemas.microsoft.com/office/drawing/2014/main" id="{C716C861-4440-16FD-2602-34A8A6A611DF}"/>
                </a:ext>
              </a:extLst>
            </p:cNvPr>
            <p:cNvSpPr>
              <a:spLocks/>
            </p:cNvSpPr>
            <p:nvPr/>
          </p:nvSpPr>
          <p:spPr bwMode="auto">
            <a:xfrm>
              <a:off x="1162" y="1463"/>
              <a:ext cx="9" cy="18"/>
            </a:xfrm>
            <a:custGeom>
              <a:avLst/>
              <a:gdLst>
                <a:gd name="T0" fmla="*/ 0 w 53"/>
                <a:gd name="T1" fmla="*/ 0 h 107"/>
                <a:gd name="T2" fmla="*/ 0 w 53"/>
                <a:gd name="T3" fmla="*/ 0 h 107"/>
                <a:gd name="T4" fmla="*/ 0 w 53"/>
                <a:gd name="T5" fmla="*/ 0 h 107"/>
                <a:gd name="T6" fmla="*/ 0 w 53"/>
                <a:gd name="T7" fmla="*/ 0 h 107"/>
                <a:gd name="T8" fmla="*/ 0 w 53"/>
                <a:gd name="T9" fmla="*/ 0 h 107"/>
                <a:gd name="T10" fmla="*/ 0 w 53"/>
                <a:gd name="T11" fmla="*/ 0 h 107"/>
                <a:gd name="T12" fmla="*/ 0 w 53"/>
                <a:gd name="T13" fmla="*/ 0 h 107"/>
                <a:gd name="T14" fmla="*/ 0 w 53"/>
                <a:gd name="T15" fmla="*/ 0 h 107"/>
                <a:gd name="T16" fmla="*/ 0 w 53"/>
                <a:gd name="T17" fmla="*/ 0 h 107"/>
                <a:gd name="T18" fmla="*/ 0 w 53"/>
                <a:gd name="T19" fmla="*/ 0 h 107"/>
                <a:gd name="T20" fmla="*/ 0 w 53"/>
                <a:gd name="T21" fmla="*/ 0 h 107"/>
                <a:gd name="T22" fmla="*/ 0 w 53"/>
                <a:gd name="T23" fmla="*/ 0 h 107"/>
                <a:gd name="T24" fmla="*/ 0 w 53"/>
                <a:gd name="T25" fmla="*/ 0 h 107"/>
                <a:gd name="T26" fmla="*/ 0 w 53"/>
                <a:gd name="T27" fmla="*/ 0 h 107"/>
                <a:gd name="T28" fmla="*/ 0 w 53"/>
                <a:gd name="T29" fmla="*/ 0 h 107"/>
                <a:gd name="T30" fmla="*/ 0 w 53"/>
                <a:gd name="T31" fmla="*/ 0 h 107"/>
                <a:gd name="T32" fmla="*/ 0 w 53"/>
                <a:gd name="T33" fmla="*/ 0 h 107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w 53"/>
                <a:gd name="T52" fmla="*/ 0 h 107"/>
                <a:gd name="T53" fmla="*/ 53 w 53"/>
                <a:gd name="T54" fmla="*/ 107 h 107"/>
              </a:gdLst>
              <a:ahLst/>
              <a:cxnLst>
                <a:cxn ang="T34">
                  <a:pos x="T0" y="T1"/>
                </a:cxn>
                <a:cxn ang="T35">
                  <a:pos x="T2" y="T3"/>
                </a:cxn>
                <a:cxn ang="T36">
                  <a:pos x="T4" y="T5"/>
                </a:cxn>
                <a:cxn ang="T37">
                  <a:pos x="T6" y="T7"/>
                </a:cxn>
                <a:cxn ang="T38">
                  <a:pos x="T8" y="T9"/>
                </a:cxn>
                <a:cxn ang="T39">
                  <a:pos x="T10" y="T11"/>
                </a:cxn>
                <a:cxn ang="T40">
                  <a:pos x="T12" y="T13"/>
                </a:cxn>
                <a:cxn ang="T41">
                  <a:pos x="T14" y="T15"/>
                </a:cxn>
                <a:cxn ang="T42">
                  <a:pos x="T16" y="T17"/>
                </a:cxn>
                <a:cxn ang="T43">
                  <a:pos x="T18" y="T19"/>
                </a:cxn>
                <a:cxn ang="T44">
                  <a:pos x="T20" y="T21"/>
                </a:cxn>
                <a:cxn ang="T45">
                  <a:pos x="T22" y="T23"/>
                </a:cxn>
                <a:cxn ang="T46">
                  <a:pos x="T24" y="T25"/>
                </a:cxn>
                <a:cxn ang="T47">
                  <a:pos x="T26" y="T27"/>
                </a:cxn>
                <a:cxn ang="T48">
                  <a:pos x="T28" y="T29"/>
                </a:cxn>
                <a:cxn ang="T49">
                  <a:pos x="T30" y="T31"/>
                </a:cxn>
                <a:cxn ang="T50">
                  <a:pos x="T32" y="T33"/>
                </a:cxn>
              </a:cxnLst>
              <a:rect l="T51" t="T52" r="T53" b="T54"/>
              <a:pathLst>
                <a:path w="53" h="107">
                  <a:moveTo>
                    <a:pt x="53" y="54"/>
                  </a:moveTo>
                  <a:lnTo>
                    <a:pt x="53" y="107"/>
                  </a:lnTo>
                  <a:lnTo>
                    <a:pt x="41" y="106"/>
                  </a:lnTo>
                  <a:lnTo>
                    <a:pt x="29" y="102"/>
                  </a:lnTo>
                  <a:lnTo>
                    <a:pt x="20" y="96"/>
                  </a:lnTo>
                  <a:lnTo>
                    <a:pt x="11" y="87"/>
                  </a:lnTo>
                  <a:lnTo>
                    <a:pt x="5" y="78"/>
                  </a:lnTo>
                  <a:lnTo>
                    <a:pt x="1" y="66"/>
                  </a:lnTo>
                  <a:lnTo>
                    <a:pt x="0" y="54"/>
                  </a:lnTo>
                  <a:lnTo>
                    <a:pt x="1" y="43"/>
                  </a:lnTo>
                  <a:lnTo>
                    <a:pt x="5" y="31"/>
                  </a:lnTo>
                  <a:lnTo>
                    <a:pt x="11" y="21"/>
                  </a:lnTo>
                  <a:lnTo>
                    <a:pt x="20" y="13"/>
                  </a:lnTo>
                  <a:lnTo>
                    <a:pt x="29" y="7"/>
                  </a:lnTo>
                  <a:lnTo>
                    <a:pt x="41" y="2"/>
                  </a:lnTo>
                  <a:lnTo>
                    <a:pt x="53" y="0"/>
                  </a:lnTo>
                  <a:lnTo>
                    <a:pt x="53" y="54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53" name="Freeform 155">
              <a:extLst>
                <a:ext uri="{FF2B5EF4-FFF2-40B4-BE49-F238E27FC236}">
                  <a16:creationId xmlns:a16="http://schemas.microsoft.com/office/drawing/2014/main" id="{E3485FA7-C1AF-CD44-6C22-E7BCFCBD251F}"/>
                </a:ext>
              </a:extLst>
            </p:cNvPr>
            <p:cNvSpPr>
              <a:spLocks/>
            </p:cNvSpPr>
            <p:nvPr/>
          </p:nvSpPr>
          <p:spPr bwMode="auto">
            <a:xfrm>
              <a:off x="1162" y="1463"/>
              <a:ext cx="9" cy="18"/>
            </a:xfrm>
            <a:custGeom>
              <a:avLst/>
              <a:gdLst>
                <a:gd name="T0" fmla="*/ 0 w 53"/>
                <a:gd name="T1" fmla="*/ 0 h 107"/>
                <a:gd name="T2" fmla="*/ 0 w 53"/>
                <a:gd name="T3" fmla="*/ 0 h 107"/>
                <a:gd name="T4" fmla="*/ 0 w 53"/>
                <a:gd name="T5" fmla="*/ 0 h 107"/>
                <a:gd name="T6" fmla="*/ 0 w 53"/>
                <a:gd name="T7" fmla="*/ 0 h 107"/>
                <a:gd name="T8" fmla="*/ 0 w 53"/>
                <a:gd name="T9" fmla="*/ 0 h 107"/>
                <a:gd name="T10" fmla="*/ 0 w 53"/>
                <a:gd name="T11" fmla="*/ 0 h 107"/>
                <a:gd name="T12" fmla="*/ 0 w 53"/>
                <a:gd name="T13" fmla="*/ 0 h 107"/>
                <a:gd name="T14" fmla="*/ 0 w 53"/>
                <a:gd name="T15" fmla="*/ 0 h 107"/>
                <a:gd name="T16" fmla="*/ 0 w 53"/>
                <a:gd name="T17" fmla="*/ 0 h 107"/>
                <a:gd name="T18" fmla="*/ 0 w 53"/>
                <a:gd name="T19" fmla="*/ 0 h 107"/>
                <a:gd name="T20" fmla="*/ 0 w 53"/>
                <a:gd name="T21" fmla="*/ 0 h 107"/>
                <a:gd name="T22" fmla="*/ 0 w 53"/>
                <a:gd name="T23" fmla="*/ 0 h 107"/>
                <a:gd name="T24" fmla="*/ 0 w 53"/>
                <a:gd name="T25" fmla="*/ 0 h 107"/>
                <a:gd name="T26" fmla="*/ 0 w 53"/>
                <a:gd name="T27" fmla="*/ 0 h 107"/>
                <a:gd name="T28" fmla="*/ 0 w 53"/>
                <a:gd name="T29" fmla="*/ 0 h 107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w 53"/>
                <a:gd name="T46" fmla="*/ 0 h 107"/>
                <a:gd name="T47" fmla="*/ 53 w 53"/>
                <a:gd name="T48" fmla="*/ 107 h 107"/>
              </a:gdLst>
              <a:ahLst/>
              <a:cxnLst>
                <a:cxn ang="T30">
                  <a:pos x="T0" y="T1"/>
                </a:cxn>
                <a:cxn ang="T31">
                  <a:pos x="T2" y="T3"/>
                </a:cxn>
                <a:cxn ang="T32">
                  <a:pos x="T4" y="T5"/>
                </a:cxn>
                <a:cxn ang="T33">
                  <a:pos x="T6" y="T7"/>
                </a:cxn>
                <a:cxn ang="T34">
                  <a:pos x="T8" y="T9"/>
                </a:cxn>
                <a:cxn ang="T35">
                  <a:pos x="T10" y="T11"/>
                </a:cxn>
                <a:cxn ang="T36">
                  <a:pos x="T12" y="T13"/>
                </a:cxn>
                <a:cxn ang="T37">
                  <a:pos x="T14" y="T15"/>
                </a:cxn>
                <a:cxn ang="T38">
                  <a:pos x="T16" y="T17"/>
                </a:cxn>
                <a:cxn ang="T39">
                  <a:pos x="T18" y="T19"/>
                </a:cxn>
                <a:cxn ang="T40">
                  <a:pos x="T20" y="T21"/>
                </a:cxn>
                <a:cxn ang="T41">
                  <a:pos x="T22" y="T23"/>
                </a:cxn>
                <a:cxn ang="T42">
                  <a:pos x="T24" y="T25"/>
                </a:cxn>
                <a:cxn ang="T43">
                  <a:pos x="T26" y="T27"/>
                </a:cxn>
                <a:cxn ang="T44">
                  <a:pos x="T28" y="T29"/>
                </a:cxn>
              </a:cxnLst>
              <a:rect l="T45" t="T46" r="T47" b="T48"/>
              <a:pathLst>
                <a:path w="53" h="107">
                  <a:moveTo>
                    <a:pt x="53" y="107"/>
                  </a:moveTo>
                  <a:lnTo>
                    <a:pt x="41" y="106"/>
                  </a:lnTo>
                  <a:lnTo>
                    <a:pt x="29" y="102"/>
                  </a:lnTo>
                  <a:lnTo>
                    <a:pt x="20" y="96"/>
                  </a:lnTo>
                  <a:lnTo>
                    <a:pt x="11" y="87"/>
                  </a:lnTo>
                  <a:lnTo>
                    <a:pt x="5" y="78"/>
                  </a:lnTo>
                  <a:lnTo>
                    <a:pt x="1" y="66"/>
                  </a:lnTo>
                  <a:lnTo>
                    <a:pt x="0" y="54"/>
                  </a:lnTo>
                  <a:lnTo>
                    <a:pt x="1" y="43"/>
                  </a:lnTo>
                  <a:lnTo>
                    <a:pt x="5" y="31"/>
                  </a:lnTo>
                  <a:lnTo>
                    <a:pt x="11" y="21"/>
                  </a:lnTo>
                  <a:lnTo>
                    <a:pt x="20" y="13"/>
                  </a:lnTo>
                  <a:lnTo>
                    <a:pt x="29" y="7"/>
                  </a:lnTo>
                  <a:lnTo>
                    <a:pt x="41" y="2"/>
                  </a:lnTo>
                  <a:lnTo>
                    <a:pt x="53" y="0"/>
                  </a:lnTo>
                </a:path>
              </a:pathLst>
            </a:custGeom>
            <a:noFill/>
            <a:ln w="0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54" name="Freeform 156">
              <a:extLst>
                <a:ext uri="{FF2B5EF4-FFF2-40B4-BE49-F238E27FC236}">
                  <a16:creationId xmlns:a16="http://schemas.microsoft.com/office/drawing/2014/main" id="{49B208F0-9231-EE91-D571-D3FD3AC4F10E}"/>
                </a:ext>
              </a:extLst>
            </p:cNvPr>
            <p:cNvSpPr>
              <a:spLocks/>
            </p:cNvSpPr>
            <p:nvPr/>
          </p:nvSpPr>
          <p:spPr bwMode="auto">
            <a:xfrm>
              <a:off x="1920" y="1978"/>
              <a:ext cx="18" cy="9"/>
            </a:xfrm>
            <a:custGeom>
              <a:avLst/>
              <a:gdLst>
                <a:gd name="T0" fmla="*/ 0 w 107"/>
                <a:gd name="T1" fmla="*/ 0 h 54"/>
                <a:gd name="T2" fmla="*/ 0 w 107"/>
                <a:gd name="T3" fmla="*/ 0 h 54"/>
                <a:gd name="T4" fmla="*/ 0 w 107"/>
                <a:gd name="T5" fmla="*/ 0 h 54"/>
                <a:gd name="T6" fmla="*/ 0 w 107"/>
                <a:gd name="T7" fmla="*/ 0 h 54"/>
                <a:gd name="T8" fmla="*/ 0 w 107"/>
                <a:gd name="T9" fmla="*/ 0 h 54"/>
                <a:gd name="T10" fmla="*/ 0 w 107"/>
                <a:gd name="T11" fmla="*/ 0 h 54"/>
                <a:gd name="T12" fmla="*/ 0 w 107"/>
                <a:gd name="T13" fmla="*/ 0 h 54"/>
                <a:gd name="T14" fmla="*/ 0 w 107"/>
                <a:gd name="T15" fmla="*/ 0 h 54"/>
                <a:gd name="T16" fmla="*/ 0 w 107"/>
                <a:gd name="T17" fmla="*/ 0 h 54"/>
                <a:gd name="T18" fmla="*/ 0 w 107"/>
                <a:gd name="T19" fmla="*/ 0 h 54"/>
                <a:gd name="T20" fmla="*/ 0 w 107"/>
                <a:gd name="T21" fmla="*/ 0 h 54"/>
                <a:gd name="T22" fmla="*/ 0 w 107"/>
                <a:gd name="T23" fmla="*/ 0 h 54"/>
                <a:gd name="T24" fmla="*/ 0 w 107"/>
                <a:gd name="T25" fmla="*/ 0 h 54"/>
                <a:gd name="T26" fmla="*/ 0 w 107"/>
                <a:gd name="T27" fmla="*/ 0 h 54"/>
                <a:gd name="T28" fmla="*/ 0 w 107"/>
                <a:gd name="T29" fmla="*/ 0 h 54"/>
                <a:gd name="T30" fmla="*/ 0 w 107"/>
                <a:gd name="T31" fmla="*/ 0 h 54"/>
                <a:gd name="T32" fmla="*/ 0 w 107"/>
                <a:gd name="T33" fmla="*/ 0 h 54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w 107"/>
                <a:gd name="T52" fmla="*/ 0 h 54"/>
                <a:gd name="T53" fmla="*/ 107 w 107"/>
                <a:gd name="T54" fmla="*/ 54 h 54"/>
              </a:gdLst>
              <a:ahLst/>
              <a:cxnLst>
                <a:cxn ang="T34">
                  <a:pos x="T0" y="T1"/>
                </a:cxn>
                <a:cxn ang="T35">
                  <a:pos x="T2" y="T3"/>
                </a:cxn>
                <a:cxn ang="T36">
                  <a:pos x="T4" y="T5"/>
                </a:cxn>
                <a:cxn ang="T37">
                  <a:pos x="T6" y="T7"/>
                </a:cxn>
                <a:cxn ang="T38">
                  <a:pos x="T8" y="T9"/>
                </a:cxn>
                <a:cxn ang="T39">
                  <a:pos x="T10" y="T11"/>
                </a:cxn>
                <a:cxn ang="T40">
                  <a:pos x="T12" y="T13"/>
                </a:cxn>
                <a:cxn ang="T41">
                  <a:pos x="T14" y="T15"/>
                </a:cxn>
                <a:cxn ang="T42">
                  <a:pos x="T16" y="T17"/>
                </a:cxn>
                <a:cxn ang="T43">
                  <a:pos x="T18" y="T19"/>
                </a:cxn>
                <a:cxn ang="T44">
                  <a:pos x="T20" y="T21"/>
                </a:cxn>
                <a:cxn ang="T45">
                  <a:pos x="T22" y="T23"/>
                </a:cxn>
                <a:cxn ang="T46">
                  <a:pos x="T24" y="T25"/>
                </a:cxn>
                <a:cxn ang="T47">
                  <a:pos x="T26" y="T27"/>
                </a:cxn>
                <a:cxn ang="T48">
                  <a:pos x="T28" y="T29"/>
                </a:cxn>
                <a:cxn ang="T49">
                  <a:pos x="T30" y="T31"/>
                </a:cxn>
                <a:cxn ang="T50">
                  <a:pos x="T32" y="T33"/>
                </a:cxn>
              </a:cxnLst>
              <a:rect l="T51" t="T52" r="T53" b="T54"/>
              <a:pathLst>
                <a:path w="107" h="54">
                  <a:moveTo>
                    <a:pt x="53" y="54"/>
                  </a:moveTo>
                  <a:lnTo>
                    <a:pt x="0" y="54"/>
                  </a:lnTo>
                  <a:lnTo>
                    <a:pt x="2" y="42"/>
                  </a:lnTo>
                  <a:lnTo>
                    <a:pt x="6" y="31"/>
                  </a:lnTo>
                  <a:lnTo>
                    <a:pt x="12" y="21"/>
                  </a:lnTo>
                  <a:lnTo>
                    <a:pt x="21" y="13"/>
                  </a:lnTo>
                  <a:lnTo>
                    <a:pt x="30" y="6"/>
                  </a:lnTo>
                  <a:lnTo>
                    <a:pt x="42" y="2"/>
                  </a:lnTo>
                  <a:lnTo>
                    <a:pt x="53" y="0"/>
                  </a:lnTo>
                  <a:lnTo>
                    <a:pt x="65" y="2"/>
                  </a:lnTo>
                  <a:lnTo>
                    <a:pt x="77" y="6"/>
                  </a:lnTo>
                  <a:lnTo>
                    <a:pt x="86" y="13"/>
                  </a:lnTo>
                  <a:lnTo>
                    <a:pt x="95" y="21"/>
                  </a:lnTo>
                  <a:lnTo>
                    <a:pt x="101" y="31"/>
                  </a:lnTo>
                  <a:lnTo>
                    <a:pt x="105" y="42"/>
                  </a:lnTo>
                  <a:lnTo>
                    <a:pt x="107" y="54"/>
                  </a:lnTo>
                  <a:lnTo>
                    <a:pt x="53" y="54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55" name="Freeform 157">
              <a:extLst>
                <a:ext uri="{FF2B5EF4-FFF2-40B4-BE49-F238E27FC236}">
                  <a16:creationId xmlns:a16="http://schemas.microsoft.com/office/drawing/2014/main" id="{9188A2D1-8B9E-960D-BC5F-F81D96974D13}"/>
                </a:ext>
              </a:extLst>
            </p:cNvPr>
            <p:cNvSpPr>
              <a:spLocks/>
            </p:cNvSpPr>
            <p:nvPr/>
          </p:nvSpPr>
          <p:spPr bwMode="auto">
            <a:xfrm>
              <a:off x="1920" y="1978"/>
              <a:ext cx="18" cy="9"/>
            </a:xfrm>
            <a:custGeom>
              <a:avLst/>
              <a:gdLst>
                <a:gd name="T0" fmla="*/ 0 w 107"/>
                <a:gd name="T1" fmla="*/ 0 h 54"/>
                <a:gd name="T2" fmla="*/ 0 w 107"/>
                <a:gd name="T3" fmla="*/ 0 h 54"/>
                <a:gd name="T4" fmla="*/ 0 w 107"/>
                <a:gd name="T5" fmla="*/ 0 h 54"/>
                <a:gd name="T6" fmla="*/ 0 w 107"/>
                <a:gd name="T7" fmla="*/ 0 h 54"/>
                <a:gd name="T8" fmla="*/ 0 w 107"/>
                <a:gd name="T9" fmla="*/ 0 h 54"/>
                <a:gd name="T10" fmla="*/ 0 w 107"/>
                <a:gd name="T11" fmla="*/ 0 h 54"/>
                <a:gd name="T12" fmla="*/ 0 w 107"/>
                <a:gd name="T13" fmla="*/ 0 h 54"/>
                <a:gd name="T14" fmla="*/ 0 w 107"/>
                <a:gd name="T15" fmla="*/ 0 h 54"/>
                <a:gd name="T16" fmla="*/ 0 w 107"/>
                <a:gd name="T17" fmla="*/ 0 h 54"/>
                <a:gd name="T18" fmla="*/ 0 w 107"/>
                <a:gd name="T19" fmla="*/ 0 h 54"/>
                <a:gd name="T20" fmla="*/ 0 w 107"/>
                <a:gd name="T21" fmla="*/ 0 h 54"/>
                <a:gd name="T22" fmla="*/ 0 w 107"/>
                <a:gd name="T23" fmla="*/ 0 h 54"/>
                <a:gd name="T24" fmla="*/ 0 w 107"/>
                <a:gd name="T25" fmla="*/ 0 h 54"/>
                <a:gd name="T26" fmla="*/ 0 w 107"/>
                <a:gd name="T27" fmla="*/ 0 h 54"/>
                <a:gd name="T28" fmla="*/ 0 w 107"/>
                <a:gd name="T29" fmla="*/ 0 h 54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w 107"/>
                <a:gd name="T46" fmla="*/ 0 h 54"/>
                <a:gd name="T47" fmla="*/ 107 w 107"/>
                <a:gd name="T48" fmla="*/ 54 h 54"/>
              </a:gdLst>
              <a:ahLst/>
              <a:cxnLst>
                <a:cxn ang="T30">
                  <a:pos x="T0" y="T1"/>
                </a:cxn>
                <a:cxn ang="T31">
                  <a:pos x="T2" y="T3"/>
                </a:cxn>
                <a:cxn ang="T32">
                  <a:pos x="T4" y="T5"/>
                </a:cxn>
                <a:cxn ang="T33">
                  <a:pos x="T6" y="T7"/>
                </a:cxn>
                <a:cxn ang="T34">
                  <a:pos x="T8" y="T9"/>
                </a:cxn>
                <a:cxn ang="T35">
                  <a:pos x="T10" y="T11"/>
                </a:cxn>
                <a:cxn ang="T36">
                  <a:pos x="T12" y="T13"/>
                </a:cxn>
                <a:cxn ang="T37">
                  <a:pos x="T14" y="T15"/>
                </a:cxn>
                <a:cxn ang="T38">
                  <a:pos x="T16" y="T17"/>
                </a:cxn>
                <a:cxn ang="T39">
                  <a:pos x="T18" y="T19"/>
                </a:cxn>
                <a:cxn ang="T40">
                  <a:pos x="T20" y="T21"/>
                </a:cxn>
                <a:cxn ang="T41">
                  <a:pos x="T22" y="T23"/>
                </a:cxn>
                <a:cxn ang="T42">
                  <a:pos x="T24" y="T25"/>
                </a:cxn>
                <a:cxn ang="T43">
                  <a:pos x="T26" y="T27"/>
                </a:cxn>
                <a:cxn ang="T44">
                  <a:pos x="T28" y="T29"/>
                </a:cxn>
              </a:cxnLst>
              <a:rect l="T45" t="T46" r="T47" b="T48"/>
              <a:pathLst>
                <a:path w="107" h="54">
                  <a:moveTo>
                    <a:pt x="0" y="54"/>
                  </a:moveTo>
                  <a:lnTo>
                    <a:pt x="2" y="42"/>
                  </a:lnTo>
                  <a:lnTo>
                    <a:pt x="6" y="31"/>
                  </a:lnTo>
                  <a:lnTo>
                    <a:pt x="12" y="21"/>
                  </a:lnTo>
                  <a:lnTo>
                    <a:pt x="21" y="13"/>
                  </a:lnTo>
                  <a:lnTo>
                    <a:pt x="30" y="6"/>
                  </a:lnTo>
                  <a:lnTo>
                    <a:pt x="42" y="2"/>
                  </a:lnTo>
                  <a:lnTo>
                    <a:pt x="53" y="0"/>
                  </a:lnTo>
                  <a:lnTo>
                    <a:pt x="65" y="2"/>
                  </a:lnTo>
                  <a:lnTo>
                    <a:pt x="77" y="6"/>
                  </a:lnTo>
                  <a:lnTo>
                    <a:pt x="86" y="13"/>
                  </a:lnTo>
                  <a:lnTo>
                    <a:pt x="95" y="21"/>
                  </a:lnTo>
                  <a:lnTo>
                    <a:pt x="101" y="31"/>
                  </a:lnTo>
                  <a:lnTo>
                    <a:pt x="105" y="42"/>
                  </a:lnTo>
                  <a:lnTo>
                    <a:pt x="107" y="54"/>
                  </a:lnTo>
                </a:path>
              </a:pathLst>
            </a:custGeom>
            <a:noFill/>
            <a:ln w="0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56" name="Freeform 158">
              <a:extLst>
                <a:ext uri="{FF2B5EF4-FFF2-40B4-BE49-F238E27FC236}">
                  <a16:creationId xmlns:a16="http://schemas.microsoft.com/office/drawing/2014/main" id="{52CAAD1D-A47E-DB78-A01A-414604BF6BE7}"/>
                </a:ext>
              </a:extLst>
            </p:cNvPr>
            <p:cNvSpPr>
              <a:spLocks/>
            </p:cNvSpPr>
            <p:nvPr/>
          </p:nvSpPr>
          <p:spPr bwMode="auto">
            <a:xfrm>
              <a:off x="1920" y="1987"/>
              <a:ext cx="18" cy="527"/>
            </a:xfrm>
            <a:custGeom>
              <a:avLst/>
              <a:gdLst>
                <a:gd name="T0" fmla="*/ 0 w 107"/>
                <a:gd name="T1" fmla="*/ 0 h 3162"/>
                <a:gd name="T2" fmla="*/ 0 w 107"/>
                <a:gd name="T3" fmla="*/ 0 h 3162"/>
                <a:gd name="T4" fmla="*/ 0 w 107"/>
                <a:gd name="T5" fmla="*/ 0 h 3162"/>
                <a:gd name="T6" fmla="*/ 0 w 107"/>
                <a:gd name="T7" fmla="*/ 0 h 3162"/>
                <a:gd name="T8" fmla="*/ 0 w 107"/>
                <a:gd name="T9" fmla="*/ 0 h 3162"/>
                <a:gd name="T10" fmla="*/ 0 w 107"/>
                <a:gd name="T11" fmla="*/ 0 h 3162"/>
                <a:gd name="T12" fmla="*/ 0 w 107"/>
                <a:gd name="T13" fmla="*/ 0 h 3162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107"/>
                <a:gd name="T22" fmla="*/ 0 h 3162"/>
                <a:gd name="T23" fmla="*/ 107 w 107"/>
                <a:gd name="T24" fmla="*/ 3162 h 3162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107" h="3162">
                  <a:moveTo>
                    <a:pt x="107" y="0"/>
                  </a:moveTo>
                  <a:lnTo>
                    <a:pt x="53" y="0"/>
                  </a:lnTo>
                  <a:lnTo>
                    <a:pt x="0" y="0"/>
                  </a:lnTo>
                  <a:lnTo>
                    <a:pt x="0" y="3162"/>
                  </a:lnTo>
                  <a:lnTo>
                    <a:pt x="53" y="3162"/>
                  </a:lnTo>
                  <a:lnTo>
                    <a:pt x="107" y="3162"/>
                  </a:lnTo>
                  <a:lnTo>
                    <a:pt x="107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57" name="Freeform 159">
              <a:extLst>
                <a:ext uri="{FF2B5EF4-FFF2-40B4-BE49-F238E27FC236}">
                  <a16:creationId xmlns:a16="http://schemas.microsoft.com/office/drawing/2014/main" id="{10390AB1-8C4D-1CC8-585D-C30E3CF04F43}"/>
                </a:ext>
              </a:extLst>
            </p:cNvPr>
            <p:cNvSpPr>
              <a:spLocks/>
            </p:cNvSpPr>
            <p:nvPr/>
          </p:nvSpPr>
          <p:spPr bwMode="auto">
            <a:xfrm>
              <a:off x="1920" y="1987"/>
              <a:ext cx="18" cy="527"/>
            </a:xfrm>
            <a:custGeom>
              <a:avLst/>
              <a:gdLst>
                <a:gd name="T0" fmla="*/ 0 w 107"/>
                <a:gd name="T1" fmla="*/ 0 h 3162"/>
                <a:gd name="T2" fmla="*/ 0 w 107"/>
                <a:gd name="T3" fmla="*/ 0 h 3162"/>
                <a:gd name="T4" fmla="*/ 0 w 107"/>
                <a:gd name="T5" fmla="*/ 0 h 3162"/>
                <a:gd name="T6" fmla="*/ 0 w 107"/>
                <a:gd name="T7" fmla="*/ 0 h 3162"/>
                <a:gd name="T8" fmla="*/ 0 w 107"/>
                <a:gd name="T9" fmla="*/ 0 h 3162"/>
                <a:gd name="T10" fmla="*/ 0 w 107"/>
                <a:gd name="T11" fmla="*/ 0 h 3162"/>
                <a:gd name="T12" fmla="*/ 0 w 107"/>
                <a:gd name="T13" fmla="*/ 0 h 3162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107"/>
                <a:gd name="T22" fmla="*/ 0 h 3162"/>
                <a:gd name="T23" fmla="*/ 107 w 107"/>
                <a:gd name="T24" fmla="*/ 3162 h 3162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107" h="3162">
                  <a:moveTo>
                    <a:pt x="107" y="0"/>
                  </a:moveTo>
                  <a:lnTo>
                    <a:pt x="53" y="0"/>
                  </a:lnTo>
                  <a:lnTo>
                    <a:pt x="0" y="0"/>
                  </a:lnTo>
                  <a:lnTo>
                    <a:pt x="0" y="3162"/>
                  </a:lnTo>
                  <a:lnTo>
                    <a:pt x="53" y="3162"/>
                  </a:lnTo>
                  <a:lnTo>
                    <a:pt x="107" y="3162"/>
                  </a:lnTo>
                  <a:lnTo>
                    <a:pt x="107" y="0"/>
                  </a:lnTo>
                  <a:close/>
                </a:path>
              </a:pathLst>
            </a:custGeom>
            <a:noFill/>
            <a:ln w="0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58" name="Freeform 160">
              <a:extLst>
                <a:ext uri="{FF2B5EF4-FFF2-40B4-BE49-F238E27FC236}">
                  <a16:creationId xmlns:a16="http://schemas.microsoft.com/office/drawing/2014/main" id="{DA53F07A-7464-3129-C593-3D52107323CB}"/>
                </a:ext>
              </a:extLst>
            </p:cNvPr>
            <p:cNvSpPr>
              <a:spLocks/>
            </p:cNvSpPr>
            <p:nvPr/>
          </p:nvSpPr>
          <p:spPr bwMode="auto">
            <a:xfrm>
              <a:off x="1920" y="2514"/>
              <a:ext cx="18" cy="9"/>
            </a:xfrm>
            <a:custGeom>
              <a:avLst/>
              <a:gdLst>
                <a:gd name="T0" fmla="*/ 0 w 107"/>
                <a:gd name="T1" fmla="*/ 0 h 53"/>
                <a:gd name="T2" fmla="*/ 0 w 107"/>
                <a:gd name="T3" fmla="*/ 0 h 53"/>
                <a:gd name="T4" fmla="*/ 0 w 107"/>
                <a:gd name="T5" fmla="*/ 0 h 53"/>
                <a:gd name="T6" fmla="*/ 0 w 107"/>
                <a:gd name="T7" fmla="*/ 0 h 53"/>
                <a:gd name="T8" fmla="*/ 0 w 107"/>
                <a:gd name="T9" fmla="*/ 0 h 53"/>
                <a:gd name="T10" fmla="*/ 0 w 107"/>
                <a:gd name="T11" fmla="*/ 0 h 53"/>
                <a:gd name="T12" fmla="*/ 0 w 107"/>
                <a:gd name="T13" fmla="*/ 0 h 53"/>
                <a:gd name="T14" fmla="*/ 0 w 107"/>
                <a:gd name="T15" fmla="*/ 0 h 53"/>
                <a:gd name="T16" fmla="*/ 0 w 107"/>
                <a:gd name="T17" fmla="*/ 0 h 53"/>
                <a:gd name="T18" fmla="*/ 0 w 107"/>
                <a:gd name="T19" fmla="*/ 0 h 53"/>
                <a:gd name="T20" fmla="*/ 0 w 107"/>
                <a:gd name="T21" fmla="*/ 0 h 53"/>
                <a:gd name="T22" fmla="*/ 0 w 107"/>
                <a:gd name="T23" fmla="*/ 0 h 53"/>
                <a:gd name="T24" fmla="*/ 0 w 107"/>
                <a:gd name="T25" fmla="*/ 0 h 53"/>
                <a:gd name="T26" fmla="*/ 0 w 107"/>
                <a:gd name="T27" fmla="*/ 0 h 53"/>
                <a:gd name="T28" fmla="*/ 0 w 107"/>
                <a:gd name="T29" fmla="*/ 0 h 53"/>
                <a:gd name="T30" fmla="*/ 0 w 107"/>
                <a:gd name="T31" fmla="*/ 0 h 53"/>
                <a:gd name="T32" fmla="*/ 0 w 107"/>
                <a:gd name="T33" fmla="*/ 0 h 53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w 107"/>
                <a:gd name="T52" fmla="*/ 0 h 53"/>
                <a:gd name="T53" fmla="*/ 107 w 107"/>
                <a:gd name="T54" fmla="*/ 53 h 53"/>
              </a:gdLst>
              <a:ahLst/>
              <a:cxnLst>
                <a:cxn ang="T34">
                  <a:pos x="T0" y="T1"/>
                </a:cxn>
                <a:cxn ang="T35">
                  <a:pos x="T2" y="T3"/>
                </a:cxn>
                <a:cxn ang="T36">
                  <a:pos x="T4" y="T5"/>
                </a:cxn>
                <a:cxn ang="T37">
                  <a:pos x="T6" y="T7"/>
                </a:cxn>
                <a:cxn ang="T38">
                  <a:pos x="T8" y="T9"/>
                </a:cxn>
                <a:cxn ang="T39">
                  <a:pos x="T10" y="T11"/>
                </a:cxn>
                <a:cxn ang="T40">
                  <a:pos x="T12" y="T13"/>
                </a:cxn>
                <a:cxn ang="T41">
                  <a:pos x="T14" y="T15"/>
                </a:cxn>
                <a:cxn ang="T42">
                  <a:pos x="T16" y="T17"/>
                </a:cxn>
                <a:cxn ang="T43">
                  <a:pos x="T18" y="T19"/>
                </a:cxn>
                <a:cxn ang="T44">
                  <a:pos x="T20" y="T21"/>
                </a:cxn>
                <a:cxn ang="T45">
                  <a:pos x="T22" y="T23"/>
                </a:cxn>
                <a:cxn ang="T46">
                  <a:pos x="T24" y="T25"/>
                </a:cxn>
                <a:cxn ang="T47">
                  <a:pos x="T26" y="T27"/>
                </a:cxn>
                <a:cxn ang="T48">
                  <a:pos x="T28" y="T29"/>
                </a:cxn>
                <a:cxn ang="T49">
                  <a:pos x="T30" y="T31"/>
                </a:cxn>
                <a:cxn ang="T50">
                  <a:pos x="T32" y="T33"/>
                </a:cxn>
              </a:cxnLst>
              <a:rect l="T51" t="T52" r="T53" b="T54"/>
              <a:pathLst>
                <a:path w="107" h="53">
                  <a:moveTo>
                    <a:pt x="53" y="0"/>
                  </a:moveTo>
                  <a:lnTo>
                    <a:pt x="107" y="0"/>
                  </a:lnTo>
                  <a:lnTo>
                    <a:pt x="105" y="11"/>
                  </a:lnTo>
                  <a:lnTo>
                    <a:pt x="101" y="23"/>
                  </a:lnTo>
                  <a:lnTo>
                    <a:pt x="95" y="32"/>
                  </a:lnTo>
                  <a:lnTo>
                    <a:pt x="86" y="41"/>
                  </a:lnTo>
                  <a:lnTo>
                    <a:pt x="77" y="47"/>
                  </a:lnTo>
                  <a:lnTo>
                    <a:pt x="65" y="51"/>
                  </a:lnTo>
                  <a:lnTo>
                    <a:pt x="53" y="53"/>
                  </a:lnTo>
                  <a:lnTo>
                    <a:pt x="42" y="51"/>
                  </a:lnTo>
                  <a:lnTo>
                    <a:pt x="30" y="47"/>
                  </a:lnTo>
                  <a:lnTo>
                    <a:pt x="21" y="41"/>
                  </a:lnTo>
                  <a:lnTo>
                    <a:pt x="12" y="32"/>
                  </a:lnTo>
                  <a:lnTo>
                    <a:pt x="6" y="23"/>
                  </a:lnTo>
                  <a:lnTo>
                    <a:pt x="2" y="11"/>
                  </a:lnTo>
                  <a:lnTo>
                    <a:pt x="0" y="0"/>
                  </a:lnTo>
                  <a:lnTo>
                    <a:pt x="53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59" name="Freeform 161">
              <a:extLst>
                <a:ext uri="{FF2B5EF4-FFF2-40B4-BE49-F238E27FC236}">
                  <a16:creationId xmlns:a16="http://schemas.microsoft.com/office/drawing/2014/main" id="{29F2314A-C2AA-C03E-CBB0-D08128005703}"/>
                </a:ext>
              </a:extLst>
            </p:cNvPr>
            <p:cNvSpPr>
              <a:spLocks/>
            </p:cNvSpPr>
            <p:nvPr/>
          </p:nvSpPr>
          <p:spPr bwMode="auto">
            <a:xfrm>
              <a:off x="1920" y="2514"/>
              <a:ext cx="18" cy="9"/>
            </a:xfrm>
            <a:custGeom>
              <a:avLst/>
              <a:gdLst>
                <a:gd name="T0" fmla="*/ 0 w 107"/>
                <a:gd name="T1" fmla="*/ 0 h 53"/>
                <a:gd name="T2" fmla="*/ 0 w 107"/>
                <a:gd name="T3" fmla="*/ 0 h 53"/>
                <a:gd name="T4" fmla="*/ 0 w 107"/>
                <a:gd name="T5" fmla="*/ 0 h 53"/>
                <a:gd name="T6" fmla="*/ 0 w 107"/>
                <a:gd name="T7" fmla="*/ 0 h 53"/>
                <a:gd name="T8" fmla="*/ 0 w 107"/>
                <a:gd name="T9" fmla="*/ 0 h 53"/>
                <a:gd name="T10" fmla="*/ 0 w 107"/>
                <a:gd name="T11" fmla="*/ 0 h 53"/>
                <a:gd name="T12" fmla="*/ 0 w 107"/>
                <a:gd name="T13" fmla="*/ 0 h 53"/>
                <a:gd name="T14" fmla="*/ 0 w 107"/>
                <a:gd name="T15" fmla="*/ 0 h 53"/>
                <a:gd name="T16" fmla="*/ 0 w 107"/>
                <a:gd name="T17" fmla="*/ 0 h 53"/>
                <a:gd name="T18" fmla="*/ 0 w 107"/>
                <a:gd name="T19" fmla="*/ 0 h 53"/>
                <a:gd name="T20" fmla="*/ 0 w 107"/>
                <a:gd name="T21" fmla="*/ 0 h 53"/>
                <a:gd name="T22" fmla="*/ 0 w 107"/>
                <a:gd name="T23" fmla="*/ 0 h 53"/>
                <a:gd name="T24" fmla="*/ 0 w 107"/>
                <a:gd name="T25" fmla="*/ 0 h 53"/>
                <a:gd name="T26" fmla="*/ 0 w 107"/>
                <a:gd name="T27" fmla="*/ 0 h 53"/>
                <a:gd name="T28" fmla="*/ 0 w 107"/>
                <a:gd name="T29" fmla="*/ 0 h 53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w 107"/>
                <a:gd name="T46" fmla="*/ 0 h 53"/>
                <a:gd name="T47" fmla="*/ 107 w 107"/>
                <a:gd name="T48" fmla="*/ 53 h 53"/>
              </a:gdLst>
              <a:ahLst/>
              <a:cxnLst>
                <a:cxn ang="T30">
                  <a:pos x="T0" y="T1"/>
                </a:cxn>
                <a:cxn ang="T31">
                  <a:pos x="T2" y="T3"/>
                </a:cxn>
                <a:cxn ang="T32">
                  <a:pos x="T4" y="T5"/>
                </a:cxn>
                <a:cxn ang="T33">
                  <a:pos x="T6" y="T7"/>
                </a:cxn>
                <a:cxn ang="T34">
                  <a:pos x="T8" y="T9"/>
                </a:cxn>
                <a:cxn ang="T35">
                  <a:pos x="T10" y="T11"/>
                </a:cxn>
                <a:cxn ang="T36">
                  <a:pos x="T12" y="T13"/>
                </a:cxn>
                <a:cxn ang="T37">
                  <a:pos x="T14" y="T15"/>
                </a:cxn>
                <a:cxn ang="T38">
                  <a:pos x="T16" y="T17"/>
                </a:cxn>
                <a:cxn ang="T39">
                  <a:pos x="T18" y="T19"/>
                </a:cxn>
                <a:cxn ang="T40">
                  <a:pos x="T20" y="T21"/>
                </a:cxn>
                <a:cxn ang="T41">
                  <a:pos x="T22" y="T23"/>
                </a:cxn>
                <a:cxn ang="T42">
                  <a:pos x="T24" y="T25"/>
                </a:cxn>
                <a:cxn ang="T43">
                  <a:pos x="T26" y="T27"/>
                </a:cxn>
                <a:cxn ang="T44">
                  <a:pos x="T28" y="T29"/>
                </a:cxn>
              </a:cxnLst>
              <a:rect l="T45" t="T46" r="T47" b="T48"/>
              <a:pathLst>
                <a:path w="107" h="53">
                  <a:moveTo>
                    <a:pt x="107" y="0"/>
                  </a:moveTo>
                  <a:lnTo>
                    <a:pt x="105" y="11"/>
                  </a:lnTo>
                  <a:lnTo>
                    <a:pt x="101" y="23"/>
                  </a:lnTo>
                  <a:lnTo>
                    <a:pt x="95" y="32"/>
                  </a:lnTo>
                  <a:lnTo>
                    <a:pt x="86" y="41"/>
                  </a:lnTo>
                  <a:lnTo>
                    <a:pt x="77" y="47"/>
                  </a:lnTo>
                  <a:lnTo>
                    <a:pt x="65" y="51"/>
                  </a:lnTo>
                  <a:lnTo>
                    <a:pt x="53" y="53"/>
                  </a:lnTo>
                  <a:lnTo>
                    <a:pt x="42" y="51"/>
                  </a:lnTo>
                  <a:lnTo>
                    <a:pt x="30" y="47"/>
                  </a:lnTo>
                  <a:lnTo>
                    <a:pt x="21" y="41"/>
                  </a:lnTo>
                  <a:lnTo>
                    <a:pt x="12" y="32"/>
                  </a:lnTo>
                  <a:lnTo>
                    <a:pt x="6" y="23"/>
                  </a:lnTo>
                  <a:lnTo>
                    <a:pt x="2" y="11"/>
                  </a:lnTo>
                  <a:lnTo>
                    <a:pt x="0" y="0"/>
                  </a:lnTo>
                </a:path>
              </a:pathLst>
            </a:custGeom>
            <a:noFill/>
            <a:ln w="0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60" name="Freeform 162">
              <a:extLst>
                <a:ext uri="{FF2B5EF4-FFF2-40B4-BE49-F238E27FC236}">
                  <a16:creationId xmlns:a16="http://schemas.microsoft.com/office/drawing/2014/main" id="{8EC657DE-84D4-BF35-617A-C3EBFE523EFC}"/>
                </a:ext>
              </a:extLst>
            </p:cNvPr>
            <p:cNvSpPr>
              <a:spLocks/>
            </p:cNvSpPr>
            <p:nvPr/>
          </p:nvSpPr>
          <p:spPr bwMode="auto">
            <a:xfrm>
              <a:off x="1579" y="1921"/>
              <a:ext cx="18" cy="9"/>
            </a:xfrm>
            <a:custGeom>
              <a:avLst/>
              <a:gdLst>
                <a:gd name="T0" fmla="*/ 0 w 107"/>
                <a:gd name="T1" fmla="*/ 0 h 54"/>
                <a:gd name="T2" fmla="*/ 0 w 107"/>
                <a:gd name="T3" fmla="*/ 0 h 54"/>
                <a:gd name="T4" fmla="*/ 0 w 107"/>
                <a:gd name="T5" fmla="*/ 0 h 54"/>
                <a:gd name="T6" fmla="*/ 0 w 107"/>
                <a:gd name="T7" fmla="*/ 0 h 54"/>
                <a:gd name="T8" fmla="*/ 0 w 107"/>
                <a:gd name="T9" fmla="*/ 0 h 54"/>
                <a:gd name="T10" fmla="*/ 0 w 107"/>
                <a:gd name="T11" fmla="*/ 0 h 54"/>
                <a:gd name="T12" fmla="*/ 0 w 107"/>
                <a:gd name="T13" fmla="*/ 0 h 54"/>
                <a:gd name="T14" fmla="*/ 0 w 107"/>
                <a:gd name="T15" fmla="*/ 0 h 54"/>
                <a:gd name="T16" fmla="*/ 0 w 107"/>
                <a:gd name="T17" fmla="*/ 0 h 54"/>
                <a:gd name="T18" fmla="*/ 0 w 107"/>
                <a:gd name="T19" fmla="*/ 0 h 54"/>
                <a:gd name="T20" fmla="*/ 0 w 107"/>
                <a:gd name="T21" fmla="*/ 0 h 54"/>
                <a:gd name="T22" fmla="*/ 0 w 107"/>
                <a:gd name="T23" fmla="*/ 0 h 54"/>
                <a:gd name="T24" fmla="*/ 0 w 107"/>
                <a:gd name="T25" fmla="*/ 0 h 54"/>
                <a:gd name="T26" fmla="*/ 0 w 107"/>
                <a:gd name="T27" fmla="*/ 0 h 54"/>
                <a:gd name="T28" fmla="*/ 0 w 107"/>
                <a:gd name="T29" fmla="*/ 0 h 54"/>
                <a:gd name="T30" fmla="*/ 0 w 107"/>
                <a:gd name="T31" fmla="*/ 0 h 54"/>
                <a:gd name="T32" fmla="*/ 0 w 107"/>
                <a:gd name="T33" fmla="*/ 0 h 54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w 107"/>
                <a:gd name="T52" fmla="*/ 0 h 54"/>
                <a:gd name="T53" fmla="*/ 107 w 107"/>
                <a:gd name="T54" fmla="*/ 54 h 54"/>
              </a:gdLst>
              <a:ahLst/>
              <a:cxnLst>
                <a:cxn ang="T34">
                  <a:pos x="T0" y="T1"/>
                </a:cxn>
                <a:cxn ang="T35">
                  <a:pos x="T2" y="T3"/>
                </a:cxn>
                <a:cxn ang="T36">
                  <a:pos x="T4" y="T5"/>
                </a:cxn>
                <a:cxn ang="T37">
                  <a:pos x="T6" y="T7"/>
                </a:cxn>
                <a:cxn ang="T38">
                  <a:pos x="T8" y="T9"/>
                </a:cxn>
                <a:cxn ang="T39">
                  <a:pos x="T10" y="T11"/>
                </a:cxn>
                <a:cxn ang="T40">
                  <a:pos x="T12" y="T13"/>
                </a:cxn>
                <a:cxn ang="T41">
                  <a:pos x="T14" y="T15"/>
                </a:cxn>
                <a:cxn ang="T42">
                  <a:pos x="T16" y="T17"/>
                </a:cxn>
                <a:cxn ang="T43">
                  <a:pos x="T18" y="T19"/>
                </a:cxn>
                <a:cxn ang="T44">
                  <a:pos x="T20" y="T21"/>
                </a:cxn>
                <a:cxn ang="T45">
                  <a:pos x="T22" y="T23"/>
                </a:cxn>
                <a:cxn ang="T46">
                  <a:pos x="T24" y="T25"/>
                </a:cxn>
                <a:cxn ang="T47">
                  <a:pos x="T26" y="T27"/>
                </a:cxn>
                <a:cxn ang="T48">
                  <a:pos x="T28" y="T29"/>
                </a:cxn>
                <a:cxn ang="T49">
                  <a:pos x="T30" y="T31"/>
                </a:cxn>
                <a:cxn ang="T50">
                  <a:pos x="T32" y="T33"/>
                </a:cxn>
              </a:cxnLst>
              <a:rect l="T51" t="T52" r="T53" b="T54"/>
              <a:pathLst>
                <a:path w="107" h="54">
                  <a:moveTo>
                    <a:pt x="53" y="54"/>
                  </a:moveTo>
                  <a:lnTo>
                    <a:pt x="0" y="54"/>
                  </a:lnTo>
                  <a:lnTo>
                    <a:pt x="1" y="42"/>
                  </a:lnTo>
                  <a:lnTo>
                    <a:pt x="5" y="31"/>
                  </a:lnTo>
                  <a:lnTo>
                    <a:pt x="11" y="21"/>
                  </a:lnTo>
                  <a:lnTo>
                    <a:pt x="20" y="13"/>
                  </a:lnTo>
                  <a:lnTo>
                    <a:pt x="29" y="6"/>
                  </a:lnTo>
                  <a:lnTo>
                    <a:pt x="41" y="2"/>
                  </a:lnTo>
                  <a:lnTo>
                    <a:pt x="53" y="0"/>
                  </a:lnTo>
                  <a:lnTo>
                    <a:pt x="64" y="2"/>
                  </a:lnTo>
                  <a:lnTo>
                    <a:pt x="76" y="6"/>
                  </a:lnTo>
                  <a:lnTo>
                    <a:pt x="86" y="13"/>
                  </a:lnTo>
                  <a:lnTo>
                    <a:pt x="94" y="21"/>
                  </a:lnTo>
                  <a:lnTo>
                    <a:pt x="100" y="31"/>
                  </a:lnTo>
                  <a:lnTo>
                    <a:pt x="105" y="42"/>
                  </a:lnTo>
                  <a:lnTo>
                    <a:pt x="107" y="54"/>
                  </a:lnTo>
                  <a:lnTo>
                    <a:pt x="53" y="54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61" name="Freeform 163">
              <a:extLst>
                <a:ext uri="{FF2B5EF4-FFF2-40B4-BE49-F238E27FC236}">
                  <a16:creationId xmlns:a16="http://schemas.microsoft.com/office/drawing/2014/main" id="{11B8661D-DF1C-8912-B31E-2AEE47995E4F}"/>
                </a:ext>
              </a:extLst>
            </p:cNvPr>
            <p:cNvSpPr>
              <a:spLocks/>
            </p:cNvSpPr>
            <p:nvPr/>
          </p:nvSpPr>
          <p:spPr bwMode="auto">
            <a:xfrm>
              <a:off x="1579" y="1921"/>
              <a:ext cx="18" cy="9"/>
            </a:xfrm>
            <a:custGeom>
              <a:avLst/>
              <a:gdLst>
                <a:gd name="T0" fmla="*/ 0 w 107"/>
                <a:gd name="T1" fmla="*/ 0 h 54"/>
                <a:gd name="T2" fmla="*/ 0 w 107"/>
                <a:gd name="T3" fmla="*/ 0 h 54"/>
                <a:gd name="T4" fmla="*/ 0 w 107"/>
                <a:gd name="T5" fmla="*/ 0 h 54"/>
                <a:gd name="T6" fmla="*/ 0 w 107"/>
                <a:gd name="T7" fmla="*/ 0 h 54"/>
                <a:gd name="T8" fmla="*/ 0 w 107"/>
                <a:gd name="T9" fmla="*/ 0 h 54"/>
                <a:gd name="T10" fmla="*/ 0 w 107"/>
                <a:gd name="T11" fmla="*/ 0 h 54"/>
                <a:gd name="T12" fmla="*/ 0 w 107"/>
                <a:gd name="T13" fmla="*/ 0 h 54"/>
                <a:gd name="T14" fmla="*/ 0 w 107"/>
                <a:gd name="T15" fmla="*/ 0 h 54"/>
                <a:gd name="T16" fmla="*/ 0 w 107"/>
                <a:gd name="T17" fmla="*/ 0 h 54"/>
                <a:gd name="T18" fmla="*/ 0 w 107"/>
                <a:gd name="T19" fmla="*/ 0 h 54"/>
                <a:gd name="T20" fmla="*/ 0 w 107"/>
                <a:gd name="T21" fmla="*/ 0 h 54"/>
                <a:gd name="T22" fmla="*/ 0 w 107"/>
                <a:gd name="T23" fmla="*/ 0 h 54"/>
                <a:gd name="T24" fmla="*/ 0 w 107"/>
                <a:gd name="T25" fmla="*/ 0 h 54"/>
                <a:gd name="T26" fmla="*/ 0 w 107"/>
                <a:gd name="T27" fmla="*/ 0 h 54"/>
                <a:gd name="T28" fmla="*/ 0 w 107"/>
                <a:gd name="T29" fmla="*/ 0 h 54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w 107"/>
                <a:gd name="T46" fmla="*/ 0 h 54"/>
                <a:gd name="T47" fmla="*/ 107 w 107"/>
                <a:gd name="T48" fmla="*/ 54 h 54"/>
              </a:gdLst>
              <a:ahLst/>
              <a:cxnLst>
                <a:cxn ang="T30">
                  <a:pos x="T0" y="T1"/>
                </a:cxn>
                <a:cxn ang="T31">
                  <a:pos x="T2" y="T3"/>
                </a:cxn>
                <a:cxn ang="T32">
                  <a:pos x="T4" y="T5"/>
                </a:cxn>
                <a:cxn ang="T33">
                  <a:pos x="T6" y="T7"/>
                </a:cxn>
                <a:cxn ang="T34">
                  <a:pos x="T8" y="T9"/>
                </a:cxn>
                <a:cxn ang="T35">
                  <a:pos x="T10" y="T11"/>
                </a:cxn>
                <a:cxn ang="T36">
                  <a:pos x="T12" y="T13"/>
                </a:cxn>
                <a:cxn ang="T37">
                  <a:pos x="T14" y="T15"/>
                </a:cxn>
                <a:cxn ang="T38">
                  <a:pos x="T16" y="T17"/>
                </a:cxn>
                <a:cxn ang="T39">
                  <a:pos x="T18" y="T19"/>
                </a:cxn>
                <a:cxn ang="T40">
                  <a:pos x="T20" y="T21"/>
                </a:cxn>
                <a:cxn ang="T41">
                  <a:pos x="T22" y="T23"/>
                </a:cxn>
                <a:cxn ang="T42">
                  <a:pos x="T24" y="T25"/>
                </a:cxn>
                <a:cxn ang="T43">
                  <a:pos x="T26" y="T27"/>
                </a:cxn>
                <a:cxn ang="T44">
                  <a:pos x="T28" y="T29"/>
                </a:cxn>
              </a:cxnLst>
              <a:rect l="T45" t="T46" r="T47" b="T48"/>
              <a:pathLst>
                <a:path w="107" h="54">
                  <a:moveTo>
                    <a:pt x="0" y="54"/>
                  </a:moveTo>
                  <a:lnTo>
                    <a:pt x="1" y="42"/>
                  </a:lnTo>
                  <a:lnTo>
                    <a:pt x="5" y="31"/>
                  </a:lnTo>
                  <a:lnTo>
                    <a:pt x="11" y="21"/>
                  </a:lnTo>
                  <a:lnTo>
                    <a:pt x="20" y="13"/>
                  </a:lnTo>
                  <a:lnTo>
                    <a:pt x="29" y="6"/>
                  </a:lnTo>
                  <a:lnTo>
                    <a:pt x="41" y="2"/>
                  </a:lnTo>
                  <a:lnTo>
                    <a:pt x="53" y="0"/>
                  </a:lnTo>
                  <a:lnTo>
                    <a:pt x="64" y="2"/>
                  </a:lnTo>
                  <a:lnTo>
                    <a:pt x="76" y="6"/>
                  </a:lnTo>
                  <a:lnTo>
                    <a:pt x="86" y="13"/>
                  </a:lnTo>
                  <a:lnTo>
                    <a:pt x="94" y="21"/>
                  </a:lnTo>
                  <a:lnTo>
                    <a:pt x="100" y="31"/>
                  </a:lnTo>
                  <a:lnTo>
                    <a:pt x="105" y="42"/>
                  </a:lnTo>
                  <a:lnTo>
                    <a:pt x="107" y="54"/>
                  </a:lnTo>
                </a:path>
              </a:pathLst>
            </a:custGeom>
            <a:noFill/>
            <a:ln w="0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62" name="Freeform 164">
              <a:extLst>
                <a:ext uri="{FF2B5EF4-FFF2-40B4-BE49-F238E27FC236}">
                  <a16:creationId xmlns:a16="http://schemas.microsoft.com/office/drawing/2014/main" id="{8785A133-37D4-BE02-0EA3-CE36592CBE5E}"/>
                </a:ext>
              </a:extLst>
            </p:cNvPr>
            <p:cNvSpPr>
              <a:spLocks/>
            </p:cNvSpPr>
            <p:nvPr/>
          </p:nvSpPr>
          <p:spPr bwMode="auto">
            <a:xfrm>
              <a:off x="1579" y="1930"/>
              <a:ext cx="18" cy="195"/>
            </a:xfrm>
            <a:custGeom>
              <a:avLst/>
              <a:gdLst>
                <a:gd name="T0" fmla="*/ 0 w 107"/>
                <a:gd name="T1" fmla="*/ 0 h 1169"/>
                <a:gd name="T2" fmla="*/ 0 w 107"/>
                <a:gd name="T3" fmla="*/ 0 h 1169"/>
                <a:gd name="T4" fmla="*/ 0 w 107"/>
                <a:gd name="T5" fmla="*/ 0 h 1169"/>
                <a:gd name="T6" fmla="*/ 0 w 107"/>
                <a:gd name="T7" fmla="*/ 0 h 1169"/>
                <a:gd name="T8" fmla="*/ 0 w 107"/>
                <a:gd name="T9" fmla="*/ 0 h 1169"/>
                <a:gd name="T10" fmla="*/ 0 w 107"/>
                <a:gd name="T11" fmla="*/ 0 h 1169"/>
                <a:gd name="T12" fmla="*/ 0 w 107"/>
                <a:gd name="T13" fmla="*/ 0 h 1169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107"/>
                <a:gd name="T22" fmla="*/ 0 h 1169"/>
                <a:gd name="T23" fmla="*/ 107 w 107"/>
                <a:gd name="T24" fmla="*/ 1169 h 1169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107" h="1169">
                  <a:moveTo>
                    <a:pt x="107" y="0"/>
                  </a:moveTo>
                  <a:lnTo>
                    <a:pt x="53" y="0"/>
                  </a:lnTo>
                  <a:lnTo>
                    <a:pt x="0" y="0"/>
                  </a:lnTo>
                  <a:lnTo>
                    <a:pt x="0" y="1169"/>
                  </a:lnTo>
                  <a:lnTo>
                    <a:pt x="53" y="1169"/>
                  </a:lnTo>
                  <a:lnTo>
                    <a:pt x="107" y="1169"/>
                  </a:lnTo>
                  <a:lnTo>
                    <a:pt x="107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63" name="Freeform 165">
              <a:extLst>
                <a:ext uri="{FF2B5EF4-FFF2-40B4-BE49-F238E27FC236}">
                  <a16:creationId xmlns:a16="http://schemas.microsoft.com/office/drawing/2014/main" id="{E31B8403-6A10-5C24-9F25-A56F85B36F08}"/>
                </a:ext>
              </a:extLst>
            </p:cNvPr>
            <p:cNvSpPr>
              <a:spLocks/>
            </p:cNvSpPr>
            <p:nvPr/>
          </p:nvSpPr>
          <p:spPr bwMode="auto">
            <a:xfrm>
              <a:off x="1579" y="1930"/>
              <a:ext cx="18" cy="195"/>
            </a:xfrm>
            <a:custGeom>
              <a:avLst/>
              <a:gdLst>
                <a:gd name="T0" fmla="*/ 0 w 107"/>
                <a:gd name="T1" fmla="*/ 0 h 1169"/>
                <a:gd name="T2" fmla="*/ 0 w 107"/>
                <a:gd name="T3" fmla="*/ 0 h 1169"/>
                <a:gd name="T4" fmla="*/ 0 w 107"/>
                <a:gd name="T5" fmla="*/ 0 h 1169"/>
                <a:gd name="T6" fmla="*/ 0 w 107"/>
                <a:gd name="T7" fmla="*/ 0 h 1169"/>
                <a:gd name="T8" fmla="*/ 0 w 107"/>
                <a:gd name="T9" fmla="*/ 0 h 1169"/>
                <a:gd name="T10" fmla="*/ 0 w 107"/>
                <a:gd name="T11" fmla="*/ 0 h 1169"/>
                <a:gd name="T12" fmla="*/ 0 w 107"/>
                <a:gd name="T13" fmla="*/ 0 h 1169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107"/>
                <a:gd name="T22" fmla="*/ 0 h 1169"/>
                <a:gd name="T23" fmla="*/ 107 w 107"/>
                <a:gd name="T24" fmla="*/ 1169 h 1169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107" h="1169">
                  <a:moveTo>
                    <a:pt x="107" y="0"/>
                  </a:moveTo>
                  <a:lnTo>
                    <a:pt x="53" y="0"/>
                  </a:lnTo>
                  <a:lnTo>
                    <a:pt x="0" y="0"/>
                  </a:lnTo>
                  <a:lnTo>
                    <a:pt x="0" y="1169"/>
                  </a:lnTo>
                  <a:lnTo>
                    <a:pt x="53" y="1169"/>
                  </a:lnTo>
                  <a:lnTo>
                    <a:pt x="107" y="1169"/>
                  </a:lnTo>
                  <a:lnTo>
                    <a:pt x="107" y="0"/>
                  </a:lnTo>
                  <a:close/>
                </a:path>
              </a:pathLst>
            </a:custGeom>
            <a:noFill/>
            <a:ln w="0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64" name="Freeform 166">
              <a:extLst>
                <a:ext uri="{FF2B5EF4-FFF2-40B4-BE49-F238E27FC236}">
                  <a16:creationId xmlns:a16="http://schemas.microsoft.com/office/drawing/2014/main" id="{E99DBA10-FA5A-C299-A0A6-7DA6A7CBE0D0}"/>
                </a:ext>
              </a:extLst>
            </p:cNvPr>
            <p:cNvSpPr>
              <a:spLocks/>
            </p:cNvSpPr>
            <p:nvPr/>
          </p:nvSpPr>
          <p:spPr bwMode="auto">
            <a:xfrm>
              <a:off x="1579" y="2125"/>
              <a:ext cx="18" cy="9"/>
            </a:xfrm>
            <a:custGeom>
              <a:avLst/>
              <a:gdLst>
                <a:gd name="T0" fmla="*/ 0 w 107"/>
                <a:gd name="T1" fmla="*/ 0 h 53"/>
                <a:gd name="T2" fmla="*/ 0 w 107"/>
                <a:gd name="T3" fmla="*/ 0 h 53"/>
                <a:gd name="T4" fmla="*/ 0 w 107"/>
                <a:gd name="T5" fmla="*/ 0 h 53"/>
                <a:gd name="T6" fmla="*/ 0 w 107"/>
                <a:gd name="T7" fmla="*/ 0 h 53"/>
                <a:gd name="T8" fmla="*/ 0 w 107"/>
                <a:gd name="T9" fmla="*/ 0 h 53"/>
                <a:gd name="T10" fmla="*/ 0 w 107"/>
                <a:gd name="T11" fmla="*/ 0 h 53"/>
                <a:gd name="T12" fmla="*/ 0 w 107"/>
                <a:gd name="T13" fmla="*/ 0 h 53"/>
                <a:gd name="T14" fmla="*/ 0 w 107"/>
                <a:gd name="T15" fmla="*/ 0 h 53"/>
                <a:gd name="T16" fmla="*/ 0 w 107"/>
                <a:gd name="T17" fmla="*/ 0 h 53"/>
                <a:gd name="T18" fmla="*/ 0 w 107"/>
                <a:gd name="T19" fmla="*/ 0 h 53"/>
                <a:gd name="T20" fmla="*/ 0 w 107"/>
                <a:gd name="T21" fmla="*/ 0 h 53"/>
                <a:gd name="T22" fmla="*/ 0 w 107"/>
                <a:gd name="T23" fmla="*/ 0 h 53"/>
                <a:gd name="T24" fmla="*/ 0 w 107"/>
                <a:gd name="T25" fmla="*/ 0 h 53"/>
                <a:gd name="T26" fmla="*/ 0 w 107"/>
                <a:gd name="T27" fmla="*/ 0 h 53"/>
                <a:gd name="T28" fmla="*/ 0 w 107"/>
                <a:gd name="T29" fmla="*/ 0 h 53"/>
                <a:gd name="T30" fmla="*/ 0 w 107"/>
                <a:gd name="T31" fmla="*/ 0 h 53"/>
                <a:gd name="T32" fmla="*/ 0 w 107"/>
                <a:gd name="T33" fmla="*/ 0 h 53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w 107"/>
                <a:gd name="T52" fmla="*/ 0 h 53"/>
                <a:gd name="T53" fmla="*/ 107 w 107"/>
                <a:gd name="T54" fmla="*/ 53 h 53"/>
              </a:gdLst>
              <a:ahLst/>
              <a:cxnLst>
                <a:cxn ang="T34">
                  <a:pos x="T0" y="T1"/>
                </a:cxn>
                <a:cxn ang="T35">
                  <a:pos x="T2" y="T3"/>
                </a:cxn>
                <a:cxn ang="T36">
                  <a:pos x="T4" y="T5"/>
                </a:cxn>
                <a:cxn ang="T37">
                  <a:pos x="T6" y="T7"/>
                </a:cxn>
                <a:cxn ang="T38">
                  <a:pos x="T8" y="T9"/>
                </a:cxn>
                <a:cxn ang="T39">
                  <a:pos x="T10" y="T11"/>
                </a:cxn>
                <a:cxn ang="T40">
                  <a:pos x="T12" y="T13"/>
                </a:cxn>
                <a:cxn ang="T41">
                  <a:pos x="T14" y="T15"/>
                </a:cxn>
                <a:cxn ang="T42">
                  <a:pos x="T16" y="T17"/>
                </a:cxn>
                <a:cxn ang="T43">
                  <a:pos x="T18" y="T19"/>
                </a:cxn>
                <a:cxn ang="T44">
                  <a:pos x="T20" y="T21"/>
                </a:cxn>
                <a:cxn ang="T45">
                  <a:pos x="T22" y="T23"/>
                </a:cxn>
                <a:cxn ang="T46">
                  <a:pos x="T24" y="T25"/>
                </a:cxn>
                <a:cxn ang="T47">
                  <a:pos x="T26" y="T27"/>
                </a:cxn>
                <a:cxn ang="T48">
                  <a:pos x="T28" y="T29"/>
                </a:cxn>
                <a:cxn ang="T49">
                  <a:pos x="T30" y="T31"/>
                </a:cxn>
                <a:cxn ang="T50">
                  <a:pos x="T32" y="T33"/>
                </a:cxn>
              </a:cxnLst>
              <a:rect l="T51" t="T52" r="T53" b="T54"/>
              <a:pathLst>
                <a:path w="107" h="53">
                  <a:moveTo>
                    <a:pt x="53" y="0"/>
                  </a:moveTo>
                  <a:lnTo>
                    <a:pt x="107" y="0"/>
                  </a:lnTo>
                  <a:lnTo>
                    <a:pt x="105" y="12"/>
                  </a:lnTo>
                  <a:lnTo>
                    <a:pt x="100" y="23"/>
                  </a:lnTo>
                  <a:lnTo>
                    <a:pt x="94" y="33"/>
                  </a:lnTo>
                  <a:lnTo>
                    <a:pt x="86" y="41"/>
                  </a:lnTo>
                  <a:lnTo>
                    <a:pt x="76" y="48"/>
                  </a:lnTo>
                  <a:lnTo>
                    <a:pt x="64" y="52"/>
                  </a:lnTo>
                  <a:lnTo>
                    <a:pt x="53" y="53"/>
                  </a:lnTo>
                  <a:lnTo>
                    <a:pt x="41" y="52"/>
                  </a:lnTo>
                  <a:lnTo>
                    <a:pt x="29" y="48"/>
                  </a:lnTo>
                  <a:lnTo>
                    <a:pt x="20" y="41"/>
                  </a:lnTo>
                  <a:lnTo>
                    <a:pt x="11" y="33"/>
                  </a:lnTo>
                  <a:lnTo>
                    <a:pt x="5" y="23"/>
                  </a:lnTo>
                  <a:lnTo>
                    <a:pt x="1" y="12"/>
                  </a:lnTo>
                  <a:lnTo>
                    <a:pt x="0" y="0"/>
                  </a:lnTo>
                  <a:lnTo>
                    <a:pt x="53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65" name="Freeform 167">
              <a:extLst>
                <a:ext uri="{FF2B5EF4-FFF2-40B4-BE49-F238E27FC236}">
                  <a16:creationId xmlns:a16="http://schemas.microsoft.com/office/drawing/2014/main" id="{8427EF51-627F-7B3D-7D7E-DF4B7F996CA5}"/>
                </a:ext>
              </a:extLst>
            </p:cNvPr>
            <p:cNvSpPr>
              <a:spLocks/>
            </p:cNvSpPr>
            <p:nvPr/>
          </p:nvSpPr>
          <p:spPr bwMode="auto">
            <a:xfrm>
              <a:off x="1579" y="2125"/>
              <a:ext cx="18" cy="9"/>
            </a:xfrm>
            <a:custGeom>
              <a:avLst/>
              <a:gdLst>
                <a:gd name="T0" fmla="*/ 0 w 107"/>
                <a:gd name="T1" fmla="*/ 0 h 53"/>
                <a:gd name="T2" fmla="*/ 0 w 107"/>
                <a:gd name="T3" fmla="*/ 0 h 53"/>
                <a:gd name="T4" fmla="*/ 0 w 107"/>
                <a:gd name="T5" fmla="*/ 0 h 53"/>
                <a:gd name="T6" fmla="*/ 0 w 107"/>
                <a:gd name="T7" fmla="*/ 0 h 53"/>
                <a:gd name="T8" fmla="*/ 0 w 107"/>
                <a:gd name="T9" fmla="*/ 0 h 53"/>
                <a:gd name="T10" fmla="*/ 0 w 107"/>
                <a:gd name="T11" fmla="*/ 0 h 53"/>
                <a:gd name="T12" fmla="*/ 0 w 107"/>
                <a:gd name="T13" fmla="*/ 0 h 53"/>
                <a:gd name="T14" fmla="*/ 0 w 107"/>
                <a:gd name="T15" fmla="*/ 0 h 53"/>
                <a:gd name="T16" fmla="*/ 0 w 107"/>
                <a:gd name="T17" fmla="*/ 0 h 53"/>
                <a:gd name="T18" fmla="*/ 0 w 107"/>
                <a:gd name="T19" fmla="*/ 0 h 53"/>
                <a:gd name="T20" fmla="*/ 0 w 107"/>
                <a:gd name="T21" fmla="*/ 0 h 53"/>
                <a:gd name="T22" fmla="*/ 0 w 107"/>
                <a:gd name="T23" fmla="*/ 0 h 53"/>
                <a:gd name="T24" fmla="*/ 0 w 107"/>
                <a:gd name="T25" fmla="*/ 0 h 53"/>
                <a:gd name="T26" fmla="*/ 0 w 107"/>
                <a:gd name="T27" fmla="*/ 0 h 53"/>
                <a:gd name="T28" fmla="*/ 0 w 107"/>
                <a:gd name="T29" fmla="*/ 0 h 53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w 107"/>
                <a:gd name="T46" fmla="*/ 0 h 53"/>
                <a:gd name="T47" fmla="*/ 107 w 107"/>
                <a:gd name="T48" fmla="*/ 53 h 53"/>
              </a:gdLst>
              <a:ahLst/>
              <a:cxnLst>
                <a:cxn ang="T30">
                  <a:pos x="T0" y="T1"/>
                </a:cxn>
                <a:cxn ang="T31">
                  <a:pos x="T2" y="T3"/>
                </a:cxn>
                <a:cxn ang="T32">
                  <a:pos x="T4" y="T5"/>
                </a:cxn>
                <a:cxn ang="T33">
                  <a:pos x="T6" y="T7"/>
                </a:cxn>
                <a:cxn ang="T34">
                  <a:pos x="T8" y="T9"/>
                </a:cxn>
                <a:cxn ang="T35">
                  <a:pos x="T10" y="T11"/>
                </a:cxn>
                <a:cxn ang="T36">
                  <a:pos x="T12" y="T13"/>
                </a:cxn>
                <a:cxn ang="T37">
                  <a:pos x="T14" y="T15"/>
                </a:cxn>
                <a:cxn ang="T38">
                  <a:pos x="T16" y="T17"/>
                </a:cxn>
                <a:cxn ang="T39">
                  <a:pos x="T18" y="T19"/>
                </a:cxn>
                <a:cxn ang="T40">
                  <a:pos x="T20" y="T21"/>
                </a:cxn>
                <a:cxn ang="T41">
                  <a:pos x="T22" y="T23"/>
                </a:cxn>
                <a:cxn ang="T42">
                  <a:pos x="T24" y="T25"/>
                </a:cxn>
                <a:cxn ang="T43">
                  <a:pos x="T26" y="T27"/>
                </a:cxn>
                <a:cxn ang="T44">
                  <a:pos x="T28" y="T29"/>
                </a:cxn>
              </a:cxnLst>
              <a:rect l="T45" t="T46" r="T47" b="T48"/>
              <a:pathLst>
                <a:path w="107" h="53">
                  <a:moveTo>
                    <a:pt x="107" y="0"/>
                  </a:moveTo>
                  <a:lnTo>
                    <a:pt x="105" y="12"/>
                  </a:lnTo>
                  <a:lnTo>
                    <a:pt x="100" y="23"/>
                  </a:lnTo>
                  <a:lnTo>
                    <a:pt x="94" y="33"/>
                  </a:lnTo>
                  <a:lnTo>
                    <a:pt x="86" y="41"/>
                  </a:lnTo>
                  <a:lnTo>
                    <a:pt x="76" y="48"/>
                  </a:lnTo>
                  <a:lnTo>
                    <a:pt x="64" y="52"/>
                  </a:lnTo>
                  <a:lnTo>
                    <a:pt x="53" y="53"/>
                  </a:lnTo>
                  <a:lnTo>
                    <a:pt x="41" y="52"/>
                  </a:lnTo>
                  <a:lnTo>
                    <a:pt x="29" y="48"/>
                  </a:lnTo>
                  <a:lnTo>
                    <a:pt x="20" y="41"/>
                  </a:lnTo>
                  <a:lnTo>
                    <a:pt x="11" y="33"/>
                  </a:lnTo>
                  <a:lnTo>
                    <a:pt x="5" y="23"/>
                  </a:lnTo>
                  <a:lnTo>
                    <a:pt x="1" y="12"/>
                  </a:lnTo>
                  <a:lnTo>
                    <a:pt x="0" y="0"/>
                  </a:lnTo>
                </a:path>
              </a:pathLst>
            </a:custGeom>
            <a:noFill/>
            <a:ln w="0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66" name="Freeform 168">
              <a:extLst>
                <a:ext uri="{FF2B5EF4-FFF2-40B4-BE49-F238E27FC236}">
                  <a16:creationId xmlns:a16="http://schemas.microsoft.com/office/drawing/2014/main" id="{13503980-E734-823E-6EB9-D67BE9A46D3A}"/>
                </a:ext>
              </a:extLst>
            </p:cNvPr>
            <p:cNvSpPr>
              <a:spLocks/>
            </p:cNvSpPr>
            <p:nvPr/>
          </p:nvSpPr>
          <p:spPr bwMode="auto">
            <a:xfrm>
              <a:off x="2053" y="1921"/>
              <a:ext cx="18" cy="9"/>
            </a:xfrm>
            <a:custGeom>
              <a:avLst/>
              <a:gdLst>
                <a:gd name="T0" fmla="*/ 0 w 107"/>
                <a:gd name="T1" fmla="*/ 0 h 54"/>
                <a:gd name="T2" fmla="*/ 0 w 107"/>
                <a:gd name="T3" fmla="*/ 0 h 54"/>
                <a:gd name="T4" fmla="*/ 0 w 107"/>
                <a:gd name="T5" fmla="*/ 0 h 54"/>
                <a:gd name="T6" fmla="*/ 0 w 107"/>
                <a:gd name="T7" fmla="*/ 0 h 54"/>
                <a:gd name="T8" fmla="*/ 0 w 107"/>
                <a:gd name="T9" fmla="*/ 0 h 54"/>
                <a:gd name="T10" fmla="*/ 0 w 107"/>
                <a:gd name="T11" fmla="*/ 0 h 54"/>
                <a:gd name="T12" fmla="*/ 0 w 107"/>
                <a:gd name="T13" fmla="*/ 0 h 54"/>
                <a:gd name="T14" fmla="*/ 0 w 107"/>
                <a:gd name="T15" fmla="*/ 0 h 54"/>
                <a:gd name="T16" fmla="*/ 0 w 107"/>
                <a:gd name="T17" fmla="*/ 0 h 54"/>
                <a:gd name="T18" fmla="*/ 0 w 107"/>
                <a:gd name="T19" fmla="*/ 0 h 54"/>
                <a:gd name="T20" fmla="*/ 0 w 107"/>
                <a:gd name="T21" fmla="*/ 0 h 54"/>
                <a:gd name="T22" fmla="*/ 0 w 107"/>
                <a:gd name="T23" fmla="*/ 0 h 54"/>
                <a:gd name="T24" fmla="*/ 0 w 107"/>
                <a:gd name="T25" fmla="*/ 0 h 54"/>
                <a:gd name="T26" fmla="*/ 0 w 107"/>
                <a:gd name="T27" fmla="*/ 0 h 54"/>
                <a:gd name="T28" fmla="*/ 0 w 107"/>
                <a:gd name="T29" fmla="*/ 0 h 54"/>
                <a:gd name="T30" fmla="*/ 0 w 107"/>
                <a:gd name="T31" fmla="*/ 0 h 54"/>
                <a:gd name="T32" fmla="*/ 0 w 107"/>
                <a:gd name="T33" fmla="*/ 0 h 54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w 107"/>
                <a:gd name="T52" fmla="*/ 0 h 54"/>
                <a:gd name="T53" fmla="*/ 107 w 107"/>
                <a:gd name="T54" fmla="*/ 54 h 54"/>
              </a:gdLst>
              <a:ahLst/>
              <a:cxnLst>
                <a:cxn ang="T34">
                  <a:pos x="T0" y="T1"/>
                </a:cxn>
                <a:cxn ang="T35">
                  <a:pos x="T2" y="T3"/>
                </a:cxn>
                <a:cxn ang="T36">
                  <a:pos x="T4" y="T5"/>
                </a:cxn>
                <a:cxn ang="T37">
                  <a:pos x="T6" y="T7"/>
                </a:cxn>
                <a:cxn ang="T38">
                  <a:pos x="T8" y="T9"/>
                </a:cxn>
                <a:cxn ang="T39">
                  <a:pos x="T10" y="T11"/>
                </a:cxn>
                <a:cxn ang="T40">
                  <a:pos x="T12" y="T13"/>
                </a:cxn>
                <a:cxn ang="T41">
                  <a:pos x="T14" y="T15"/>
                </a:cxn>
                <a:cxn ang="T42">
                  <a:pos x="T16" y="T17"/>
                </a:cxn>
                <a:cxn ang="T43">
                  <a:pos x="T18" y="T19"/>
                </a:cxn>
                <a:cxn ang="T44">
                  <a:pos x="T20" y="T21"/>
                </a:cxn>
                <a:cxn ang="T45">
                  <a:pos x="T22" y="T23"/>
                </a:cxn>
                <a:cxn ang="T46">
                  <a:pos x="T24" y="T25"/>
                </a:cxn>
                <a:cxn ang="T47">
                  <a:pos x="T26" y="T27"/>
                </a:cxn>
                <a:cxn ang="T48">
                  <a:pos x="T28" y="T29"/>
                </a:cxn>
                <a:cxn ang="T49">
                  <a:pos x="T30" y="T31"/>
                </a:cxn>
                <a:cxn ang="T50">
                  <a:pos x="T32" y="T33"/>
                </a:cxn>
              </a:cxnLst>
              <a:rect l="T51" t="T52" r="T53" b="T54"/>
              <a:pathLst>
                <a:path w="107" h="54">
                  <a:moveTo>
                    <a:pt x="53" y="54"/>
                  </a:moveTo>
                  <a:lnTo>
                    <a:pt x="0" y="54"/>
                  </a:lnTo>
                  <a:lnTo>
                    <a:pt x="1" y="42"/>
                  </a:lnTo>
                  <a:lnTo>
                    <a:pt x="5" y="31"/>
                  </a:lnTo>
                  <a:lnTo>
                    <a:pt x="11" y="21"/>
                  </a:lnTo>
                  <a:lnTo>
                    <a:pt x="20" y="13"/>
                  </a:lnTo>
                  <a:lnTo>
                    <a:pt x="29" y="6"/>
                  </a:lnTo>
                  <a:lnTo>
                    <a:pt x="41" y="2"/>
                  </a:lnTo>
                  <a:lnTo>
                    <a:pt x="53" y="0"/>
                  </a:lnTo>
                  <a:lnTo>
                    <a:pt x="64" y="2"/>
                  </a:lnTo>
                  <a:lnTo>
                    <a:pt x="76" y="6"/>
                  </a:lnTo>
                  <a:lnTo>
                    <a:pt x="85" y="13"/>
                  </a:lnTo>
                  <a:lnTo>
                    <a:pt x="94" y="21"/>
                  </a:lnTo>
                  <a:lnTo>
                    <a:pt x="100" y="31"/>
                  </a:lnTo>
                  <a:lnTo>
                    <a:pt x="105" y="42"/>
                  </a:lnTo>
                  <a:lnTo>
                    <a:pt x="107" y="54"/>
                  </a:lnTo>
                  <a:lnTo>
                    <a:pt x="53" y="54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67" name="Freeform 169">
              <a:extLst>
                <a:ext uri="{FF2B5EF4-FFF2-40B4-BE49-F238E27FC236}">
                  <a16:creationId xmlns:a16="http://schemas.microsoft.com/office/drawing/2014/main" id="{7C7E9B56-ABCD-88E2-B3D6-423508766E62}"/>
                </a:ext>
              </a:extLst>
            </p:cNvPr>
            <p:cNvSpPr>
              <a:spLocks/>
            </p:cNvSpPr>
            <p:nvPr/>
          </p:nvSpPr>
          <p:spPr bwMode="auto">
            <a:xfrm>
              <a:off x="2053" y="1921"/>
              <a:ext cx="18" cy="9"/>
            </a:xfrm>
            <a:custGeom>
              <a:avLst/>
              <a:gdLst>
                <a:gd name="T0" fmla="*/ 0 w 107"/>
                <a:gd name="T1" fmla="*/ 0 h 54"/>
                <a:gd name="T2" fmla="*/ 0 w 107"/>
                <a:gd name="T3" fmla="*/ 0 h 54"/>
                <a:gd name="T4" fmla="*/ 0 w 107"/>
                <a:gd name="T5" fmla="*/ 0 h 54"/>
                <a:gd name="T6" fmla="*/ 0 w 107"/>
                <a:gd name="T7" fmla="*/ 0 h 54"/>
                <a:gd name="T8" fmla="*/ 0 w 107"/>
                <a:gd name="T9" fmla="*/ 0 h 54"/>
                <a:gd name="T10" fmla="*/ 0 w 107"/>
                <a:gd name="T11" fmla="*/ 0 h 54"/>
                <a:gd name="T12" fmla="*/ 0 w 107"/>
                <a:gd name="T13" fmla="*/ 0 h 54"/>
                <a:gd name="T14" fmla="*/ 0 w 107"/>
                <a:gd name="T15" fmla="*/ 0 h 54"/>
                <a:gd name="T16" fmla="*/ 0 w 107"/>
                <a:gd name="T17" fmla="*/ 0 h 54"/>
                <a:gd name="T18" fmla="*/ 0 w 107"/>
                <a:gd name="T19" fmla="*/ 0 h 54"/>
                <a:gd name="T20" fmla="*/ 0 w 107"/>
                <a:gd name="T21" fmla="*/ 0 h 54"/>
                <a:gd name="T22" fmla="*/ 0 w 107"/>
                <a:gd name="T23" fmla="*/ 0 h 54"/>
                <a:gd name="T24" fmla="*/ 0 w 107"/>
                <a:gd name="T25" fmla="*/ 0 h 54"/>
                <a:gd name="T26" fmla="*/ 0 w 107"/>
                <a:gd name="T27" fmla="*/ 0 h 54"/>
                <a:gd name="T28" fmla="*/ 0 w 107"/>
                <a:gd name="T29" fmla="*/ 0 h 54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w 107"/>
                <a:gd name="T46" fmla="*/ 0 h 54"/>
                <a:gd name="T47" fmla="*/ 107 w 107"/>
                <a:gd name="T48" fmla="*/ 54 h 54"/>
              </a:gdLst>
              <a:ahLst/>
              <a:cxnLst>
                <a:cxn ang="T30">
                  <a:pos x="T0" y="T1"/>
                </a:cxn>
                <a:cxn ang="T31">
                  <a:pos x="T2" y="T3"/>
                </a:cxn>
                <a:cxn ang="T32">
                  <a:pos x="T4" y="T5"/>
                </a:cxn>
                <a:cxn ang="T33">
                  <a:pos x="T6" y="T7"/>
                </a:cxn>
                <a:cxn ang="T34">
                  <a:pos x="T8" y="T9"/>
                </a:cxn>
                <a:cxn ang="T35">
                  <a:pos x="T10" y="T11"/>
                </a:cxn>
                <a:cxn ang="T36">
                  <a:pos x="T12" y="T13"/>
                </a:cxn>
                <a:cxn ang="T37">
                  <a:pos x="T14" y="T15"/>
                </a:cxn>
                <a:cxn ang="T38">
                  <a:pos x="T16" y="T17"/>
                </a:cxn>
                <a:cxn ang="T39">
                  <a:pos x="T18" y="T19"/>
                </a:cxn>
                <a:cxn ang="T40">
                  <a:pos x="T20" y="T21"/>
                </a:cxn>
                <a:cxn ang="T41">
                  <a:pos x="T22" y="T23"/>
                </a:cxn>
                <a:cxn ang="T42">
                  <a:pos x="T24" y="T25"/>
                </a:cxn>
                <a:cxn ang="T43">
                  <a:pos x="T26" y="T27"/>
                </a:cxn>
                <a:cxn ang="T44">
                  <a:pos x="T28" y="T29"/>
                </a:cxn>
              </a:cxnLst>
              <a:rect l="T45" t="T46" r="T47" b="T48"/>
              <a:pathLst>
                <a:path w="107" h="54">
                  <a:moveTo>
                    <a:pt x="0" y="54"/>
                  </a:moveTo>
                  <a:lnTo>
                    <a:pt x="1" y="42"/>
                  </a:lnTo>
                  <a:lnTo>
                    <a:pt x="5" y="31"/>
                  </a:lnTo>
                  <a:lnTo>
                    <a:pt x="11" y="21"/>
                  </a:lnTo>
                  <a:lnTo>
                    <a:pt x="20" y="13"/>
                  </a:lnTo>
                  <a:lnTo>
                    <a:pt x="29" y="6"/>
                  </a:lnTo>
                  <a:lnTo>
                    <a:pt x="41" y="2"/>
                  </a:lnTo>
                  <a:lnTo>
                    <a:pt x="53" y="0"/>
                  </a:lnTo>
                  <a:lnTo>
                    <a:pt x="64" y="2"/>
                  </a:lnTo>
                  <a:lnTo>
                    <a:pt x="76" y="6"/>
                  </a:lnTo>
                  <a:lnTo>
                    <a:pt x="85" y="13"/>
                  </a:lnTo>
                  <a:lnTo>
                    <a:pt x="94" y="21"/>
                  </a:lnTo>
                  <a:lnTo>
                    <a:pt x="100" y="31"/>
                  </a:lnTo>
                  <a:lnTo>
                    <a:pt x="105" y="42"/>
                  </a:lnTo>
                  <a:lnTo>
                    <a:pt x="107" y="54"/>
                  </a:lnTo>
                </a:path>
              </a:pathLst>
            </a:custGeom>
            <a:noFill/>
            <a:ln w="0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68" name="Freeform 170">
              <a:extLst>
                <a:ext uri="{FF2B5EF4-FFF2-40B4-BE49-F238E27FC236}">
                  <a16:creationId xmlns:a16="http://schemas.microsoft.com/office/drawing/2014/main" id="{7617C802-553C-B22E-FDCB-A97B5E6D46AD}"/>
                </a:ext>
              </a:extLst>
            </p:cNvPr>
            <p:cNvSpPr>
              <a:spLocks/>
            </p:cNvSpPr>
            <p:nvPr/>
          </p:nvSpPr>
          <p:spPr bwMode="auto">
            <a:xfrm>
              <a:off x="2053" y="1930"/>
              <a:ext cx="18" cy="640"/>
            </a:xfrm>
            <a:custGeom>
              <a:avLst/>
              <a:gdLst>
                <a:gd name="T0" fmla="*/ 0 w 107"/>
                <a:gd name="T1" fmla="*/ 0 h 3841"/>
                <a:gd name="T2" fmla="*/ 0 w 107"/>
                <a:gd name="T3" fmla="*/ 0 h 3841"/>
                <a:gd name="T4" fmla="*/ 0 w 107"/>
                <a:gd name="T5" fmla="*/ 0 h 3841"/>
                <a:gd name="T6" fmla="*/ 0 w 107"/>
                <a:gd name="T7" fmla="*/ 0 h 3841"/>
                <a:gd name="T8" fmla="*/ 0 w 107"/>
                <a:gd name="T9" fmla="*/ 0 h 3841"/>
                <a:gd name="T10" fmla="*/ 0 w 107"/>
                <a:gd name="T11" fmla="*/ 0 h 3841"/>
                <a:gd name="T12" fmla="*/ 0 w 107"/>
                <a:gd name="T13" fmla="*/ 0 h 3841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107"/>
                <a:gd name="T22" fmla="*/ 0 h 3841"/>
                <a:gd name="T23" fmla="*/ 107 w 107"/>
                <a:gd name="T24" fmla="*/ 3841 h 3841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107" h="3841">
                  <a:moveTo>
                    <a:pt x="107" y="0"/>
                  </a:moveTo>
                  <a:lnTo>
                    <a:pt x="53" y="0"/>
                  </a:lnTo>
                  <a:lnTo>
                    <a:pt x="0" y="0"/>
                  </a:lnTo>
                  <a:lnTo>
                    <a:pt x="0" y="3841"/>
                  </a:lnTo>
                  <a:lnTo>
                    <a:pt x="53" y="3841"/>
                  </a:lnTo>
                  <a:lnTo>
                    <a:pt x="107" y="3841"/>
                  </a:lnTo>
                  <a:lnTo>
                    <a:pt x="107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69" name="Freeform 171">
              <a:extLst>
                <a:ext uri="{FF2B5EF4-FFF2-40B4-BE49-F238E27FC236}">
                  <a16:creationId xmlns:a16="http://schemas.microsoft.com/office/drawing/2014/main" id="{1A93D7FD-34B3-0FED-5844-F6CD02FD98C5}"/>
                </a:ext>
              </a:extLst>
            </p:cNvPr>
            <p:cNvSpPr>
              <a:spLocks/>
            </p:cNvSpPr>
            <p:nvPr/>
          </p:nvSpPr>
          <p:spPr bwMode="auto">
            <a:xfrm>
              <a:off x="2053" y="1930"/>
              <a:ext cx="18" cy="640"/>
            </a:xfrm>
            <a:custGeom>
              <a:avLst/>
              <a:gdLst>
                <a:gd name="T0" fmla="*/ 0 w 107"/>
                <a:gd name="T1" fmla="*/ 0 h 3841"/>
                <a:gd name="T2" fmla="*/ 0 w 107"/>
                <a:gd name="T3" fmla="*/ 0 h 3841"/>
                <a:gd name="T4" fmla="*/ 0 w 107"/>
                <a:gd name="T5" fmla="*/ 0 h 3841"/>
                <a:gd name="T6" fmla="*/ 0 w 107"/>
                <a:gd name="T7" fmla="*/ 0 h 3841"/>
                <a:gd name="T8" fmla="*/ 0 w 107"/>
                <a:gd name="T9" fmla="*/ 0 h 3841"/>
                <a:gd name="T10" fmla="*/ 0 w 107"/>
                <a:gd name="T11" fmla="*/ 0 h 3841"/>
                <a:gd name="T12" fmla="*/ 0 w 107"/>
                <a:gd name="T13" fmla="*/ 0 h 3841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107"/>
                <a:gd name="T22" fmla="*/ 0 h 3841"/>
                <a:gd name="T23" fmla="*/ 107 w 107"/>
                <a:gd name="T24" fmla="*/ 3841 h 3841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107" h="3841">
                  <a:moveTo>
                    <a:pt x="107" y="0"/>
                  </a:moveTo>
                  <a:lnTo>
                    <a:pt x="53" y="0"/>
                  </a:lnTo>
                  <a:lnTo>
                    <a:pt x="0" y="0"/>
                  </a:lnTo>
                  <a:lnTo>
                    <a:pt x="0" y="3841"/>
                  </a:lnTo>
                  <a:lnTo>
                    <a:pt x="53" y="3841"/>
                  </a:lnTo>
                  <a:lnTo>
                    <a:pt x="107" y="3841"/>
                  </a:lnTo>
                  <a:lnTo>
                    <a:pt x="107" y="0"/>
                  </a:lnTo>
                  <a:close/>
                </a:path>
              </a:pathLst>
            </a:custGeom>
            <a:noFill/>
            <a:ln w="0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70" name="Freeform 172">
              <a:extLst>
                <a:ext uri="{FF2B5EF4-FFF2-40B4-BE49-F238E27FC236}">
                  <a16:creationId xmlns:a16="http://schemas.microsoft.com/office/drawing/2014/main" id="{C404D19E-BF5A-123E-EF5B-92C330D979DB}"/>
                </a:ext>
              </a:extLst>
            </p:cNvPr>
            <p:cNvSpPr>
              <a:spLocks/>
            </p:cNvSpPr>
            <p:nvPr/>
          </p:nvSpPr>
          <p:spPr bwMode="auto">
            <a:xfrm>
              <a:off x="2053" y="2570"/>
              <a:ext cx="18" cy="9"/>
            </a:xfrm>
            <a:custGeom>
              <a:avLst/>
              <a:gdLst>
                <a:gd name="T0" fmla="*/ 0 w 107"/>
                <a:gd name="T1" fmla="*/ 0 h 53"/>
                <a:gd name="T2" fmla="*/ 0 w 107"/>
                <a:gd name="T3" fmla="*/ 0 h 53"/>
                <a:gd name="T4" fmla="*/ 0 w 107"/>
                <a:gd name="T5" fmla="*/ 0 h 53"/>
                <a:gd name="T6" fmla="*/ 0 w 107"/>
                <a:gd name="T7" fmla="*/ 0 h 53"/>
                <a:gd name="T8" fmla="*/ 0 w 107"/>
                <a:gd name="T9" fmla="*/ 0 h 53"/>
                <a:gd name="T10" fmla="*/ 0 w 107"/>
                <a:gd name="T11" fmla="*/ 0 h 53"/>
                <a:gd name="T12" fmla="*/ 0 w 107"/>
                <a:gd name="T13" fmla="*/ 0 h 53"/>
                <a:gd name="T14" fmla="*/ 0 w 107"/>
                <a:gd name="T15" fmla="*/ 0 h 53"/>
                <a:gd name="T16" fmla="*/ 0 w 107"/>
                <a:gd name="T17" fmla="*/ 0 h 53"/>
                <a:gd name="T18" fmla="*/ 0 w 107"/>
                <a:gd name="T19" fmla="*/ 0 h 53"/>
                <a:gd name="T20" fmla="*/ 0 w 107"/>
                <a:gd name="T21" fmla="*/ 0 h 53"/>
                <a:gd name="T22" fmla="*/ 0 w 107"/>
                <a:gd name="T23" fmla="*/ 0 h 53"/>
                <a:gd name="T24" fmla="*/ 0 w 107"/>
                <a:gd name="T25" fmla="*/ 0 h 53"/>
                <a:gd name="T26" fmla="*/ 0 w 107"/>
                <a:gd name="T27" fmla="*/ 0 h 53"/>
                <a:gd name="T28" fmla="*/ 0 w 107"/>
                <a:gd name="T29" fmla="*/ 0 h 53"/>
                <a:gd name="T30" fmla="*/ 0 w 107"/>
                <a:gd name="T31" fmla="*/ 0 h 53"/>
                <a:gd name="T32" fmla="*/ 0 w 107"/>
                <a:gd name="T33" fmla="*/ 0 h 53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w 107"/>
                <a:gd name="T52" fmla="*/ 0 h 53"/>
                <a:gd name="T53" fmla="*/ 107 w 107"/>
                <a:gd name="T54" fmla="*/ 53 h 53"/>
              </a:gdLst>
              <a:ahLst/>
              <a:cxnLst>
                <a:cxn ang="T34">
                  <a:pos x="T0" y="T1"/>
                </a:cxn>
                <a:cxn ang="T35">
                  <a:pos x="T2" y="T3"/>
                </a:cxn>
                <a:cxn ang="T36">
                  <a:pos x="T4" y="T5"/>
                </a:cxn>
                <a:cxn ang="T37">
                  <a:pos x="T6" y="T7"/>
                </a:cxn>
                <a:cxn ang="T38">
                  <a:pos x="T8" y="T9"/>
                </a:cxn>
                <a:cxn ang="T39">
                  <a:pos x="T10" y="T11"/>
                </a:cxn>
                <a:cxn ang="T40">
                  <a:pos x="T12" y="T13"/>
                </a:cxn>
                <a:cxn ang="T41">
                  <a:pos x="T14" y="T15"/>
                </a:cxn>
                <a:cxn ang="T42">
                  <a:pos x="T16" y="T17"/>
                </a:cxn>
                <a:cxn ang="T43">
                  <a:pos x="T18" y="T19"/>
                </a:cxn>
                <a:cxn ang="T44">
                  <a:pos x="T20" y="T21"/>
                </a:cxn>
                <a:cxn ang="T45">
                  <a:pos x="T22" y="T23"/>
                </a:cxn>
                <a:cxn ang="T46">
                  <a:pos x="T24" y="T25"/>
                </a:cxn>
                <a:cxn ang="T47">
                  <a:pos x="T26" y="T27"/>
                </a:cxn>
                <a:cxn ang="T48">
                  <a:pos x="T28" y="T29"/>
                </a:cxn>
                <a:cxn ang="T49">
                  <a:pos x="T30" y="T31"/>
                </a:cxn>
                <a:cxn ang="T50">
                  <a:pos x="T32" y="T33"/>
                </a:cxn>
              </a:cxnLst>
              <a:rect l="T51" t="T52" r="T53" b="T54"/>
              <a:pathLst>
                <a:path w="107" h="53">
                  <a:moveTo>
                    <a:pt x="53" y="0"/>
                  </a:moveTo>
                  <a:lnTo>
                    <a:pt x="107" y="0"/>
                  </a:lnTo>
                  <a:lnTo>
                    <a:pt x="105" y="12"/>
                  </a:lnTo>
                  <a:lnTo>
                    <a:pt x="100" y="24"/>
                  </a:lnTo>
                  <a:lnTo>
                    <a:pt x="94" y="33"/>
                  </a:lnTo>
                  <a:lnTo>
                    <a:pt x="85" y="42"/>
                  </a:lnTo>
                  <a:lnTo>
                    <a:pt x="76" y="48"/>
                  </a:lnTo>
                  <a:lnTo>
                    <a:pt x="64" y="52"/>
                  </a:lnTo>
                  <a:lnTo>
                    <a:pt x="53" y="53"/>
                  </a:lnTo>
                  <a:lnTo>
                    <a:pt x="41" y="52"/>
                  </a:lnTo>
                  <a:lnTo>
                    <a:pt x="29" y="48"/>
                  </a:lnTo>
                  <a:lnTo>
                    <a:pt x="20" y="42"/>
                  </a:lnTo>
                  <a:lnTo>
                    <a:pt x="11" y="33"/>
                  </a:lnTo>
                  <a:lnTo>
                    <a:pt x="5" y="24"/>
                  </a:lnTo>
                  <a:lnTo>
                    <a:pt x="1" y="12"/>
                  </a:lnTo>
                  <a:lnTo>
                    <a:pt x="0" y="0"/>
                  </a:lnTo>
                  <a:lnTo>
                    <a:pt x="53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71" name="Freeform 173">
              <a:extLst>
                <a:ext uri="{FF2B5EF4-FFF2-40B4-BE49-F238E27FC236}">
                  <a16:creationId xmlns:a16="http://schemas.microsoft.com/office/drawing/2014/main" id="{7FA7380B-C5F9-A824-5391-5D0B7A73C0AC}"/>
                </a:ext>
              </a:extLst>
            </p:cNvPr>
            <p:cNvSpPr>
              <a:spLocks/>
            </p:cNvSpPr>
            <p:nvPr/>
          </p:nvSpPr>
          <p:spPr bwMode="auto">
            <a:xfrm>
              <a:off x="2053" y="2570"/>
              <a:ext cx="18" cy="9"/>
            </a:xfrm>
            <a:custGeom>
              <a:avLst/>
              <a:gdLst>
                <a:gd name="T0" fmla="*/ 0 w 107"/>
                <a:gd name="T1" fmla="*/ 0 h 53"/>
                <a:gd name="T2" fmla="*/ 0 w 107"/>
                <a:gd name="T3" fmla="*/ 0 h 53"/>
                <a:gd name="T4" fmla="*/ 0 w 107"/>
                <a:gd name="T5" fmla="*/ 0 h 53"/>
                <a:gd name="T6" fmla="*/ 0 w 107"/>
                <a:gd name="T7" fmla="*/ 0 h 53"/>
                <a:gd name="T8" fmla="*/ 0 w 107"/>
                <a:gd name="T9" fmla="*/ 0 h 53"/>
                <a:gd name="T10" fmla="*/ 0 w 107"/>
                <a:gd name="T11" fmla="*/ 0 h 53"/>
                <a:gd name="T12" fmla="*/ 0 w 107"/>
                <a:gd name="T13" fmla="*/ 0 h 53"/>
                <a:gd name="T14" fmla="*/ 0 w 107"/>
                <a:gd name="T15" fmla="*/ 0 h 53"/>
                <a:gd name="T16" fmla="*/ 0 w 107"/>
                <a:gd name="T17" fmla="*/ 0 h 53"/>
                <a:gd name="T18" fmla="*/ 0 w 107"/>
                <a:gd name="T19" fmla="*/ 0 h 53"/>
                <a:gd name="T20" fmla="*/ 0 w 107"/>
                <a:gd name="T21" fmla="*/ 0 h 53"/>
                <a:gd name="T22" fmla="*/ 0 w 107"/>
                <a:gd name="T23" fmla="*/ 0 h 53"/>
                <a:gd name="T24" fmla="*/ 0 w 107"/>
                <a:gd name="T25" fmla="*/ 0 h 53"/>
                <a:gd name="T26" fmla="*/ 0 w 107"/>
                <a:gd name="T27" fmla="*/ 0 h 53"/>
                <a:gd name="T28" fmla="*/ 0 w 107"/>
                <a:gd name="T29" fmla="*/ 0 h 53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w 107"/>
                <a:gd name="T46" fmla="*/ 0 h 53"/>
                <a:gd name="T47" fmla="*/ 107 w 107"/>
                <a:gd name="T48" fmla="*/ 53 h 53"/>
              </a:gdLst>
              <a:ahLst/>
              <a:cxnLst>
                <a:cxn ang="T30">
                  <a:pos x="T0" y="T1"/>
                </a:cxn>
                <a:cxn ang="T31">
                  <a:pos x="T2" y="T3"/>
                </a:cxn>
                <a:cxn ang="T32">
                  <a:pos x="T4" y="T5"/>
                </a:cxn>
                <a:cxn ang="T33">
                  <a:pos x="T6" y="T7"/>
                </a:cxn>
                <a:cxn ang="T34">
                  <a:pos x="T8" y="T9"/>
                </a:cxn>
                <a:cxn ang="T35">
                  <a:pos x="T10" y="T11"/>
                </a:cxn>
                <a:cxn ang="T36">
                  <a:pos x="T12" y="T13"/>
                </a:cxn>
                <a:cxn ang="T37">
                  <a:pos x="T14" y="T15"/>
                </a:cxn>
                <a:cxn ang="T38">
                  <a:pos x="T16" y="T17"/>
                </a:cxn>
                <a:cxn ang="T39">
                  <a:pos x="T18" y="T19"/>
                </a:cxn>
                <a:cxn ang="T40">
                  <a:pos x="T20" y="T21"/>
                </a:cxn>
                <a:cxn ang="T41">
                  <a:pos x="T22" y="T23"/>
                </a:cxn>
                <a:cxn ang="T42">
                  <a:pos x="T24" y="T25"/>
                </a:cxn>
                <a:cxn ang="T43">
                  <a:pos x="T26" y="T27"/>
                </a:cxn>
                <a:cxn ang="T44">
                  <a:pos x="T28" y="T29"/>
                </a:cxn>
              </a:cxnLst>
              <a:rect l="T45" t="T46" r="T47" b="T48"/>
              <a:pathLst>
                <a:path w="107" h="53">
                  <a:moveTo>
                    <a:pt x="107" y="0"/>
                  </a:moveTo>
                  <a:lnTo>
                    <a:pt x="105" y="12"/>
                  </a:lnTo>
                  <a:lnTo>
                    <a:pt x="100" y="24"/>
                  </a:lnTo>
                  <a:lnTo>
                    <a:pt x="94" y="33"/>
                  </a:lnTo>
                  <a:lnTo>
                    <a:pt x="85" y="42"/>
                  </a:lnTo>
                  <a:lnTo>
                    <a:pt x="76" y="48"/>
                  </a:lnTo>
                  <a:lnTo>
                    <a:pt x="64" y="52"/>
                  </a:lnTo>
                  <a:lnTo>
                    <a:pt x="53" y="53"/>
                  </a:lnTo>
                  <a:lnTo>
                    <a:pt x="41" y="52"/>
                  </a:lnTo>
                  <a:lnTo>
                    <a:pt x="29" y="48"/>
                  </a:lnTo>
                  <a:lnTo>
                    <a:pt x="20" y="42"/>
                  </a:lnTo>
                  <a:lnTo>
                    <a:pt x="11" y="33"/>
                  </a:lnTo>
                  <a:lnTo>
                    <a:pt x="5" y="24"/>
                  </a:lnTo>
                  <a:lnTo>
                    <a:pt x="1" y="12"/>
                  </a:lnTo>
                  <a:lnTo>
                    <a:pt x="0" y="0"/>
                  </a:lnTo>
                </a:path>
              </a:pathLst>
            </a:custGeom>
            <a:noFill/>
            <a:ln w="0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72" name="Freeform 174">
              <a:extLst>
                <a:ext uri="{FF2B5EF4-FFF2-40B4-BE49-F238E27FC236}">
                  <a16:creationId xmlns:a16="http://schemas.microsoft.com/office/drawing/2014/main" id="{D039549E-0362-E0F9-81FD-4DF9B7DB2C64}"/>
                </a:ext>
              </a:extLst>
            </p:cNvPr>
            <p:cNvSpPr>
              <a:spLocks/>
            </p:cNvSpPr>
            <p:nvPr/>
          </p:nvSpPr>
          <p:spPr bwMode="auto">
            <a:xfrm>
              <a:off x="1349" y="2242"/>
              <a:ext cx="13" cy="17"/>
            </a:xfrm>
            <a:custGeom>
              <a:avLst/>
              <a:gdLst>
                <a:gd name="T0" fmla="*/ 0 w 75"/>
                <a:gd name="T1" fmla="*/ 0 h 102"/>
                <a:gd name="T2" fmla="*/ 0 w 75"/>
                <a:gd name="T3" fmla="*/ 0 h 102"/>
                <a:gd name="T4" fmla="*/ 0 w 75"/>
                <a:gd name="T5" fmla="*/ 0 h 102"/>
                <a:gd name="T6" fmla="*/ 0 w 75"/>
                <a:gd name="T7" fmla="*/ 0 h 102"/>
                <a:gd name="T8" fmla="*/ 0 w 75"/>
                <a:gd name="T9" fmla="*/ 0 h 102"/>
                <a:gd name="T10" fmla="*/ 0 w 75"/>
                <a:gd name="T11" fmla="*/ 0 h 102"/>
                <a:gd name="T12" fmla="*/ 0 w 75"/>
                <a:gd name="T13" fmla="*/ 0 h 102"/>
                <a:gd name="T14" fmla="*/ 0 w 75"/>
                <a:gd name="T15" fmla="*/ 0 h 102"/>
                <a:gd name="T16" fmla="*/ 0 w 75"/>
                <a:gd name="T17" fmla="*/ 0 h 102"/>
                <a:gd name="T18" fmla="*/ 0 w 75"/>
                <a:gd name="T19" fmla="*/ 0 h 102"/>
                <a:gd name="T20" fmla="*/ 0 w 75"/>
                <a:gd name="T21" fmla="*/ 0 h 102"/>
                <a:gd name="T22" fmla="*/ 0 w 75"/>
                <a:gd name="T23" fmla="*/ 0 h 102"/>
                <a:gd name="T24" fmla="*/ 0 w 75"/>
                <a:gd name="T25" fmla="*/ 0 h 102"/>
                <a:gd name="T26" fmla="*/ 0 w 75"/>
                <a:gd name="T27" fmla="*/ 0 h 102"/>
                <a:gd name="T28" fmla="*/ 0 w 75"/>
                <a:gd name="T29" fmla="*/ 0 h 102"/>
                <a:gd name="T30" fmla="*/ 0 w 75"/>
                <a:gd name="T31" fmla="*/ 0 h 102"/>
                <a:gd name="T32" fmla="*/ 0 w 75"/>
                <a:gd name="T33" fmla="*/ 0 h 102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w 75"/>
                <a:gd name="T52" fmla="*/ 0 h 102"/>
                <a:gd name="T53" fmla="*/ 75 w 75"/>
                <a:gd name="T54" fmla="*/ 102 h 102"/>
              </a:gdLst>
              <a:ahLst/>
              <a:cxnLst>
                <a:cxn ang="T34">
                  <a:pos x="T0" y="T1"/>
                </a:cxn>
                <a:cxn ang="T35">
                  <a:pos x="T2" y="T3"/>
                </a:cxn>
                <a:cxn ang="T36">
                  <a:pos x="T4" y="T5"/>
                </a:cxn>
                <a:cxn ang="T37">
                  <a:pos x="T6" y="T7"/>
                </a:cxn>
                <a:cxn ang="T38">
                  <a:pos x="T8" y="T9"/>
                </a:cxn>
                <a:cxn ang="T39">
                  <a:pos x="T10" y="T11"/>
                </a:cxn>
                <a:cxn ang="T40">
                  <a:pos x="T12" y="T13"/>
                </a:cxn>
                <a:cxn ang="T41">
                  <a:pos x="T14" y="T15"/>
                </a:cxn>
                <a:cxn ang="T42">
                  <a:pos x="T16" y="T17"/>
                </a:cxn>
                <a:cxn ang="T43">
                  <a:pos x="T18" y="T19"/>
                </a:cxn>
                <a:cxn ang="T44">
                  <a:pos x="T20" y="T21"/>
                </a:cxn>
                <a:cxn ang="T45">
                  <a:pos x="T22" y="T23"/>
                </a:cxn>
                <a:cxn ang="T46">
                  <a:pos x="T24" y="T25"/>
                </a:cxn>
                <a:cxn ang="T47">
                  <a:pos x="T26" y="T27"/>
                </a:cxn>
                <a:cxn ang="T48">
                  <a:pos x="T28" y="T29"/>
                </a:cxn>
                <a:cxn ang="T49">
                  <a:pos x="T30" y="T31"/>
                </a:cxn>
                <a:cxn ang="T50">
                  <a:pos x="T32" y="T33"/>
                </a:cxn>
              </a:cxnLst>
              <a:rect l="T51" t="T52" r="T53" b="T54"/>
              <a:pathLst>
                <a:path w="75" h="102">
                  <a:moveTo>
                    <a:pt x="53" y="49"/>
                  </a:moveTo>
                  <a:lnTo>
                    <a:pt x="75" y="97"/>
                  </a:lnTo>
                  <a:lnTo>
                    <a:pt x="64" y="101"/>
                  </a:lnTo>
                  <a:lnTo>
                    <a:pt x="52" y="102"/>
                  </a:lnTo>
                  <a:lnTo>
                    <a:pt x="40" y="101"/>
                  </a:lnTo>
                  <a:lnTo>
                    <a:pt x="29" y="96"/>
                  </a:lnTo>
                  <a:lnTo>
                    <a:pt x="19" y="90"/>
                  </a:lnTo>
                  <a:lnTo>
                    <a:pt x="11" y="82"/>
                  </a:lnTo>
                  <a:lnTo>
                    <a:pt x="4" y="71"/>
                  </a:lnTo>
                  <a:lnTo>
                    <a:pt x="1" y="59"/>
                  </a:lnTo>
                  <a:lnTo>
                    <a:pt x="0" y="48"/>
                  </a:lnTo>
                  <a:lnTo>
                    <a:pt x="1" y="36"/>
                  </a:lnTo>
                  <a:lnTo>
                    <a:pt x="5" y="24"/>
                  </a:lnTo>
                  <a:lnTo>
                    <a:pt x="12" y="15"/>
                  </a:lnTo>
                  <a:lnTo>
                    <a:pt x="20" y="6"/>
                  </a:lnTo>
                  <a:lnTo>
                    <a:pt x="31" y="0"/>
                  </a:lnTo>
                  <a:lnTo>
                    <a:pt x="53" y="49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73" name="Freeform 175">
              <a:extLst>
                <a:ext uri="{FF2B5EF4-FFF2-40B4-BE49-F238E27FC236}">
                  <a16:creationId xmlns:a16="http://schemas.microsoft.com/office/drawing/2014/main" id="{F1C7B0CC-EDA9-3451-072B-C01757B362A3}"/>
                </a:ext>
              </a:extLst>
            </p:cNvPr>
            <p:cNvSpPr>
              <a:spLocks/>
            </p:cNvSpPr>
            <p:nvPr/>
          </p:nvSpPr>
          <p:spPr bwMode="auto">
            <a:xfrm>
              <a:off x="1349" y="2242"/>
              <a:ext cx="13" cy="17"/>
            </a:xfrm>
            <a:custGeom>
              <a:avLst/>
              <a:gdLst>
                <a:gd name="T0" fmla="*/ 0 w 75"/>
                <a:gd name="T1" fmla="*/ 0 h 102"/>
                <a:gd name="T2" fmla="*/ 0 w 75"/>
                <a:gd name="T3" fmla="*/ 0 h 102"/>
                <a:gd name="T4" fmla="*/ 0 w 75"/>
                <a:gd name="T5" fmla="*/ 0 h 102"/>
                <a:gd name="T6" fmla="*/ 0 w 75"/>
                <a:gd name="T7" fmla="*/ 0 h 102"/>
                <a:gd name="T8" fmla="*/ 0 w 75"/>
                <a:gd name="T9" fmla="*/ 0 h 102"/>
                <a:gd name="T10" fmla="*/ 0 w 75"/>
                <a:gd name="T11" fmla="*/ 0 h 102"/>
                <a:gd name="T12" fmla="*/ 0 w 75"/>
                <a:gd name="T13" fmla="*/ 0 h 102"/>
                <a:gd name="T14" fmla="*/ 0 w 75"/>
                <a:gd name="T15" fmla="*/ 0 h 102"/>
                <a:gd name="T16" fmla="*/ 0 w 75"/>
                <a:gd name="T17" fmla="*/ 0 h 102"/>
                <a:gd name="T18" fmla="*/ 0 w 75"/>
                <a:gd name="T19" fmla="*/ 0 h 102"/>
                <a:gd name="T20" fmla="*/ 0 w 75"/>
                <a:gd name="T21" fmla="*/ 0 h 102"/>
                <a:gd name="T22" fmla="*/ 0 w 75"/>
                <a:gd name="T23" fmla="*/ 0 h 102"/>
                <a:gd name="T24" fmla="*/ 0 w 75"/>
                <a:gd name="T25" fmla="*/ 0 h 102"/>
                <a:gd name="T26" fmla="*/ 0 w 75"/>
                <a:gd name="T27" fmla="*/ 0 h 102"/>
                <a:gd name="T28" fmla="*/ 0 w 75"/>
                <a:gd name="T29" fmla="*/ 0 h 102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w 75"/>
                <a:gd name="T46" fmla="*/ 0 h 102"/>
                <a:gd name="T47" fmla="*/ 75 w 75"/>
                <a:gd name="T48" fmla="*/ 102 h 102"/>
              </a:gdLst>
              <a:ahLst/>
              <a:cxnLst>
                <a:cxn ang="T30">
                  <a:pos x="T0" y="T1"/>
                </a:cxn>
                <a:cxn ang="T31">
                  <a:pos x="T2" y="T3"/>
                </a:cxn>
                <a:cxn ang="T32">
                  <a:pos x="T4" y="T5"/>
                </a:cxn>
                <a:cxn ang="T33">
                  <a:pos x="T6" y="T7"/>
                </a:cxn>
                <a:cxn ang="T34">
                  <a:pos x="T8" y="T9"/>
                </a:cxn>
                <a:cxn ang="T35">
                  <a:pos x="T10" y="T11"/>
                </a:cxn>
                <a:cxn ang="T36">
                  <a:pos x="T12" y="T13"/>
                </a:cxn>
                <a:cxn ang="T37">
                  <a:pos x="T14" y="T15"/>
                </a:cxn>
                <a:cxn ang="T38">
                  <a:pos x="T16" y="T17"/>
                </a:cxn>
                <a:cxn ang="T39">
                  <a:pos x="T18" y="T19"/>
                </a:cxn>
                <a:cxn ang="T40">
                  <a:pos x="T20" y="T21"/>
                </a:cxn>
                <a:cxn ang="T41">
                  <a:pos x="T22" y="T23"/>
                </a:cxn>
                <a:cxn ang="T42">
                  <a:pos x="T24" y="T25"/>
                </a:cxn>
                <a:cxn ang="T43">
                  <a:pos x="T26" y="T27"/>
                </a:cxn>
                <a:cxn ang="T44">
                  <a:pos x="T28" y="T29"/>
                </a:cxn>
              </a:cxnLst>
              <a:rect l="T45" t="T46" r="T47" b="T48"/>
              <a:pathLst>
                <a:path w="75" h="102">
                  <a:moveTo>
                    <a:pt x="75" y="97"/>
                  </a:moveTo>
                  <a:lnTo>
                    <a:pt x="64" y="101"/>
                  </a:lnTo>
                  <a:lnTo>
                    <a:pt x="52" y="102"/>
                  </a:lnTo>
                  <a:lnTo>
                    <a:pt x="40" y="101"/>
                  </a:lnTo>
                  <a:lnTo>
                    <a:pt x="29" y="96"/>
                  </a:lnTo>
                  <a:lnTo>
                    <a:pt x="19" y="90"/>
                  </a:lnTo>
                  <a:lnTo>
                    <a:pt x="11" y="82"/>
                  </a:lnTo>
                  <a:lnTo>
                    <a:pt x="4" y="71"/>
                  </a:lnTo>
                  <a:lnTo>
                    <a:pt x="1" y="59"/>
                  </a:lnTo>
                  <a:lnTo>
                    <a:pt x="0" y="48"/>
                  </a:lnTo>
                  <a:lnTo>
                    <a:pt x="1" y="36"/>
                  </a:lnTo>
                  <a:lnTo>
                    <a:pt x="5" y="24"/>
                  </a:lnTo>
                  <a:lnTo>
                    <a:pt x="12" y="15"/>
                  </a:lnTo>
                  <a:lnTo>
                    <a:pt x="20" y="6"/>
                  </a:lnTo>
                  <a:lnTo>
                    <a:pt x="31" y="0"/>
                  </a:lnTo>
                </a:path>
              </a:pathLst>
            </a:custGeom>
            <a:noFill/>
            <a:ln w="0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74" name="Freeform 176">
              <a:extLst>
                <a:ext uri="{FF2B5EF4-FFF2-40B4-BE49-F238E27FC236}">
                  <a16:creationId xmlns:a16="http://schemas.microsoft.com/office/drawing/2014/main" id="{07278D30-B958-F605-DCFA-AB197F9452FB}"/>
                </a:ext>
              </a:extLst>
            </p:cNvPr>
            <p:cNvSpPr>
              <a:spLocks/>
            </p:cNvSpPr>
            <p:nvPr/>
          </p:nvSpPr>
          <p:spPr bwMode="auto">
            <a:xfrm>
              <a:off x="1354" y="2144"/>
              <a:ext cx="220" cy="114"/>
            </a:xfrm>
            <a:custGeom>
              <a:avLst/>
              <a:gdLst>
                <a:gd name="T0" fmla="*/ 0 w 1319"/>
                <a:gd name="T1" fmla="*/ 0 h 685"/>
                <a:gd name="T2" fmla="*/ 0 w 1319"/>
                <a:gd name="T3" fmla="*/ 0 h 685"/>
                <a:gd name="T4" fmla="*/ 0 w 1319"/>
                <a:gd name="T5" fmla="*/ 0 h 685"/>
                <a:gd name="T6" fmla="*/ 0 w 1319"/>
                <a:gd name="T7" fmla="*/ 0 h 685"/>
                <a:gd name="T8" fmla="*/ 0 w 1319"/>
                <a:gd name="T9" fmla="*/ 0 h 685"/>
                <a:gd name="T10" fmla="*/ 0 w 1319"/>
                <a:gd name="T11" fmla="*/ 0 h 685"/>
                <a:gd name="T12" fmla="*/ 0 w 1319"/>
                <a:gd name="T13" fmla="*/ 0 h 685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1319"/>
                <a:gd name="T22" fmla="*/ 0 h 685"/>
                <a:gd name="T23" fmla="*/ 1319 w 1319"/>
                <a:gd name="T24" fmla="*/ 685 h 685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1319" h="685">
                  <a:moveTo>
                    <a:pt x="0" y="588"/>
                  </a:moveTo>
                  <a:lnTo>
                    <a:pt x="22" y="637"/>
                  </a:lnTo>
                  <a:lnTo>
                    <a:pt x="44" y="685"/>
                  </a:lnTo>
                  <a:lnTo>
                    <a:pt x="1319" y="98"/>
                  </a:lnTo>
                  <a:lnTo>
                    <a:pt x="1297" y="49"/>
                  </a:lnTo>
                  <a:lnTo>
                    <a:pt x="1275" y="0"/>
                  </a:lnTo>
                  <a:lnTo>
                    <a:pt x="0" y="588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75" name="Freeform 177">
              <a:extLst>
                <a:ext uri="{FF2B5EF4-FFF2-40B4-BE49-F238E27FC236}">
                  <a16:creationId xmlns:a16="http://schemas.microsoft.com/office/drawing/2014/main" id="{93D8A275-0716-3C53-EADD-EAE1884A78FE}"/>
                </a:ext>
              </a:extLst>
            </p:cNvPr>
            <p:cNvSpPr>
              <a:spLocks/>
            </p:cNvSpPr>
            <p:nvPr/>
          </p:nvSpPr>
          <p:spPr bwMode="auto">
            <a:xfrm>
              <a:off x="1354" y="2144"/>
              <a:ext cx="220" cy="114"/>
            </a:xfrm>
            <a:custGeom>
              <a:avLst/>
              <a:gdLst>
                <a:gd name="T0" fmla="*/ 0 w 1319"/>
                <a:gd name="T1" fmla="*/ 0 h 685"/>
                <a:gd name="T2" fmla="*/ 0 w 1319"/>
                <a:gd name="T3" fmla="*/ 0 h 685"/>
                <a:gd name="T4" fmla="*/ 0 w 1319"/>
                <a:gd name="T5" fmla="*/ 0 h 685"/>
                <a:gd name="T6" fmla="*/ 0 w 1319"/>
                <a:gd name="T7" fmla="*/ 0 h 685"/>
                <a:gd name="T8" fmla="*/ 0 w 1319"/>
                <a:gd name="T9" fmla="*/ 0 h 685"/>
                <a:gd name="T10" fmla="*/ 0 w 1319"/>
                <a:gd name="T11" fmla="*/ 0 h 685"/>
                <a:gd name="T12" fmla="*/ 0 w 1319"/>
                <a:gd name="T13" fmla="*/ 0 h 685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1319"/>
                <a:gd name="T22" fmla="*/ 0 h 685"/>
                <a:gd name="T23" fmla="*/ 1319 w 1319"/>
                <a:gd name="T24" fmla="*/ 685 h 685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1319" h="685">
                  <a:moveTo>
                    <a:pt x="0" y="588"/>
                  </a:moveTo>
                  <a:lnTo>
                    <a:pt x="22" y="637"/>
                  </a:lnTo>
                  <a:lnTo>
                    <a:pt x="44" y="685"/>
                  </a:lnTo>
                  <a:lnTo>
                    <a:pt x="1319" y="98"/>
                  </a:lnTo>
                  <a:lnTo>
                    <a:pt x="1297" y="49"/>
                  </a:lnTo>
                  <a:lnTo>
                    <a:pt x="1275" y="0"/>
                  </a:lnTo>
                  <a:lnTo>
                    <a:pt x="0" y="588"/>
                  </a:lnTo>
                  <a:close/>
                </a:path>
              </a:pathLst>
            </a:custGeom>
            <a:noFill/>
            <a:ln w="0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76" name="Freeform 178">
              <a:extLst>
                <a:ext uri="{FF2B5EF4-FFF2-40B4-BE49-F238E27FC236}">
                  <a16:creationId xmlns:a16="http://schemas.microsoft.com/office/drawing/2014/main" id="{D83D9DAC-046D-767C-BF1E-B293E18C3517}"/>
                </a:ext>
              </a:extLst>
            </p:cNvPr>
            <p:cNvSpPr>
              <a:spLocks/>
            </p:cNvSpPr>
            <p:nvPr/>
          </p:nvSpPr>
          <p:spPr bwMode="auto">
            <a:xfrm>
              <a:off x="1567" y="2144"/>
              <a:ext cx="12" cy="16"/>
            </a:xfrm>
            <a:custGeom>
              <a:avLst/>
              <a:gdLst>
                <a:gd name="T0" fmla="*/ 0 w 75"/>
                <a:gd name="T1" fmla="*/ 0 h 102"/>
                <a:gd name="T2" fmla="*/ 0 w 75"/>
                <a:gd name="T3" fmla="*/ 0 h 102"/>
                <a:gd name="T4" fmla="*/ 0 w 75"/>
                <a:gd name="T5" fmla="*/ 0 h 102"/>
                <a:gd name="T6" fmla="*/ 0 w 75"/>
                <a:gd name="T7" fmla="*/ 0 h 102"/>
                <a:gd name="T8" fmla="*/ 0 w 75"/>
                <a:gd name="T9" fmla="*/ 0 h 102"/>
                <a:gd name="T10" fmla="*/ 0 w 75"/>
                <a:gd name="T11" fmla="*/ 0 h 102"/>
                <a:gd name="T12" fmla="*/ 0 w 75"/>
                <a:gd name="T13" fmla="*/ 0 h 102"/>
                <a:gd name="T14" fmla="*/ 0 w 75"/>
                <a:gd name="T15" fmla="*/ 0 h 102"/>
                <a:gd name="T16" fmla="*/ 0 w 75"/>
                <a:gd name="T17" fmla="*/ 0 h 102"/>
                <a:gd name="T18" fmla="*/ 0 w 75"/>
                <a:gd name="T19" fmla="*/ 0 h 102"/>
                <a:gd name="T20" fmla="*/ 0 w 75"/>
                <a:gd name="T21" fmla="*/ 0 h 102"/>
                <a:gd name="T22" fmla="*/ 0 w 75"/>
                <a:gd name="T23" fmla="*/ 0 h 102"/>
                <a:gd name="T24" fmla="*/ 0 w 75"/>
                <a:gd name="T25" fmla="*/ 0 h 102"/>
                <a:gd name="T26" fmla="*/ 0 w 75"/>
                <a:gd name="T27" fmla="*/ 0 h 102"/>
                <a:gd name="T28" fmla="*/ 0 w 75"/>
                <a:gd name="T29" fmla="*/ 0 h 102"/>
                <a:gd name="T30" fmla="*/ 0 w 75"/>
                <a:gd name="T31" fmla="*/ 0 h 102"/>
                <a:gd name="T32" fmla="*/ 0 w 75"/>
                <a:gd name="T33" fmla="*/ 0 h 102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w 75"/>
                <a:gd name="T52" fmla="*/ 0 h 102"/>
                <a:gd name="T53" fmla="*/ 75 w 75"/>
                <a:gd name="T54" fmla="*/ 102 h 102"/>
              </a:gdLst>
              <a:ahLst/>
              <a:cxnLst>
                <a:cxn ang="T34">
                  <a:pos x="T0" y="T1"/>
                </a:cxn>
                <a:cxn ang="T35">
                  <a:pos x="T2" y="T3"/>
                </a:cxn>
                <a:cxn ang="T36">
                  <a:pos x="T4" y="T5"/>
                </a:cxn>
                <a:cxn ang="T37">
                  <a:pos x="T6" y="T7"/>
                </a:cxn>
                <a:cxn ang="T38">
                  <a:pos x="T8" y="T9"/>
                </a:cxn>
                <a:cxn ang="T39">
                  <a:pos x="T10" y="T11"/>
                </a:cxn>
                <a:cxn ang="T40">
                  <a:pos x="T12" y="T13"/>
                </a:cxn>
                <a:cxn ang="T41">
                  <a:pos x="T14" y="T15"/>
                </a:cxn>
                <a:cxn ang="T42">
                  <a:pos x="T16" y="T17"/>
                </a:cxn>
                <a:cxn ang="T43">
                  <a:pos x="T18" y="T19"/>
                </a:cxn>
                <a:cxn ang="T44">
                  <a:pos x="T20" y="T21"/>
                </a:cxn>
                <a:cxn ang="T45">
                  <a:pos x="T22" y="T23"/>
                </a:cxn>
                <a:cxn ang="T46">
                  <a:pos x="T24" y="T25"/>
                </a:cxn>
                <a:cxn ang="T47">
                  <a:pos x="T26" y="T27"/>
                </a:cxn>
                <a:cxn ang="T48">
                  <a:pos x="T28" y="T29"/>
                </a:cxn>
                <a:cxn ang="T49">
                  <a:pos x="T30" y="T31"/>
                </a:cxn>
                <a:cxn ang="T50">
                  <a:pos x="T32" y="T33"/>
                </a:cxn>
              </a:cxnLst>
              <a:rect l="T51" t="T52" r="T53" b="T54"/>
              <a:pathLst>
                <a:path w="75" h="102">
                  <a:moveTo>
                    <a:pt x="22" y="53"/>
                  </a:moveTo>
                  <a:lnTo>
                    <a:pt x="0" y="4"/>
                  </a:lnTo>
                  <a:lnTo>
                    <a:pt x="11" y="1"/>
                  </a:lnTo>
                  <a:lnTo>
                    <a:pt x="23" y="0"/>
                  </a:lnTo>
                  <a:lnTo>
                    <a:pt x="35" y="1"/>
                  </a:lnTo>
                  <a:lnTo>
                    <a:pt x="46" y="5"/>
                  </a:lnTo>
                  <a:lnTo>
                    <a:pt x="56" y="12"/>
                  </a:lnTo>
                  <a:lnTo>
                    <a:pt x="64" y="20"/>
                  </a:lnTo>
                  <a:lnTo>
                    <a:pt x="71" y="31"/>
                  </a:lnTo>
                  <a:lnTo>
                    <a:pt x="74" y="43"/>
                  </a:lnTo>
                  <a:lnTo>
                    <a:pt x="75" y="54"/>
                  </a:lnTo>
                  <a:lnTo>
                    <a:pt x="74" y="66"/>
                  </a:lnTo>
                  <a:lnTo>
                    <a:pt x="70" y="77"/>
                  </a:lnTo>
                  <a:lnTo>
                    <a:pt x="63" y="87"/>
                  </a:lnTo>
                  <a:lnTo>
                    <a:pt x="55" y="95"/>
                  </a:lnTo>
                  <a:lnTo>
                    <a:pt x="44" y="102"/>
                  </a:lnTo>
                  <a:lnTo>
                    <a:pt x="22" y="53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77" name="Freeform 179">
              <a:extLst>
                <a:ext uri="{FF2B5EF4-FFF2-40B4-BE49-F238E27FC236}">
                  <a16:creationId xmlns:a16="http://schemas.microsoft.com/office/drawing/2014/main" id="{DD186C33-1320-3311-895D-06DEE0EEDCB5}"/>
                </a:ext>
              </a:extLst>
            </p:cNvPr>
            <p:cNvSpPr>
              <a:spLocks/>
            </p:cNvSpPr>
            <p:nvPr/>
          </p:nvSpPr>
          <p:spPr bwMode="auto">
            <a:xfrm>
              <a:off x="1567" y="2144"/>
              <a:ext cx="12" cy="16"/>
            </a:xfrm>
            <a:custGeom>
              <a:avLst/>
              <a:gdLst>
                <a:gd name="T0" fmla="*/ 0 w 75"/>
                <a:gd name="T1" fmla="*/ 0 h 102"/>
                <a:gd name="T2" fmla="*/ 0 w 75"/>
                <a:gd name="T3" fmla="*/ 0 h 102"/>
                <a:gd name="T4" fmla="*/ 0 w 75"/>
                <a:gd name="T5" fmla="*/ 0 h 102"/>
                <a:gd name="T6" fmla="*/ 0 w 75"/>
                <a:gd name="T7" fmla="*/ 0 h 102"/>
                <a:gd name="T8" fmla="*/ 0 w 75"/>
                <a:gd name="T9" fmla="*/ 0 h 102"/>
                <a:gd name="T10" fmla="*/ 0 w 75"/>
                <a:gd name="T11" fmla="*/ 0 h 102"/>
                <a:gd name="T12" fmla="*/ 0 w 75"/>
                <a:gd name="T13" fmla="*/ 0 h 102"/>
                <a:gd name="T14" fmla="*/ 0 w 75"/>
                <a:gd name="T15" fmla="*/ 0 h 102"/>
                <a:gd name="T16" fmla="*/ 0 w 75"/>
                <a:gd name="T17" fmla="*/ 0 h 102"/>
                <a:gd name="T18" fmla="*/ 0 w 75"/>
                <a:gd name="T19" fmla="*/ 0 h 102"/>
                <a:gd name="T20" fmla="*/ 0 w 75"/>
                <a:gd name="T21" fmla="*/ 0 h 102"/>
                <a:gd name="T22" fmla="*/ 0 w 75"/>
                <a:gd name="T23" fmla="*/ 0 h 102"/>
                <a:gd name="T24" fmla="*/ 0 w 75"/>
                <a:gd name="T25" fmla="*/ 0 h 102"/>
                <a:gd name="T26" fmla="*/ 0 w 75"/>
                <a:gd name="T27" fmla="*/ 0 h 102"/>
                <a:gd name="T28" fmla="*/ 0 w 75"/>
                <a:gd name="T29" fmla="*/ 0 h 102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w 75"/>
                <a:gd name="T46" fmla="*/ 0 h 102"/>
                <a:gd name="T47" fmla="*/ 75 w 75"/>
                <a:gd name="T48" fmla="*/ 102 h 102"/>
              </a:gdLst>
              <a:ahLst/>
              <a:cxnLst>
                <a:cxn ang="T30">
                  <a:pos x="T0" y="T1"/>
                </a:cxn>
                <a:cxn ang="T31">
                  <a:pos x="T2" y="T3"/>
                </a:cxn>
                <a:cxn ang="T32">
                  <a:pos x="T4" y="T5"/>
                </a:cxn>
                <a:cxn ang="T33">
                  <a:pos x="T6" y="T7"/>
                </a:cxn>
                <a:cxn ang="T34">
                  <a:pos x="T8" y="T9"/>
                </a:cxn>
                <a:cxn ang="T35">
                  <a:pos x="T10" y="T11"/>
                </a:cxn>
                <a:cxn ang="T36">
                  <a:pos x="T12" y="T13"/>
                </a:cxn>
                <a:cxn ang="T37">
                  <a:pos x="T14" y="T15"/>
                </a:cxn>
                <a:cxn ang="T38">
                  <a:pos x="T16" y="T17"/>
                </a:cxn>
                <a:cxn ang="T39">
                  <a:pos x="T18" y="T19"/>
                </a:cxn>
                <a:cxn ang="T40">
                  <a:pos x="T20" y="T21"/>
                </a:cxn>
                <a:cxn ang="T41">
                  <a:pos x="T22" y="T23"/>
                </a:cxn>
                <a:cxn ang="T42">
                  <a:pos x="T24" y="T25"/>
                </a:cxn>
                <a:cxn ang="T43">
                  <a:pos x="T26" y="T27"/>
                </a:cxn>
                <a:cxn ang="T44">
                  <a:pos x="T28" y="T29"/>
                </a:cxn>
              </a:cxnLst>
              <a:rect l="T45" t="T46" r="T47" b="T48"/>
              <a:pathLst>
                <a:path w="75" h="102">
                  <a:moveTo>
                    <a:pt x="0" y="4"/>
                  </a:moveTo>
                  <a:lnTo>
                    <a:pt x="11" y="1"/>
                  </a:lnTo>
                  <a:lnTo>
                    <a:pt x="23" y="0"/>
                  </a:lnTo>
                  <a:lnTo>
                    <a:pt x="35" y="1"/>
                  </a:lnTo>
                  <a:lnTo>
                    <a:pt x="46" y="5"/>
                  </a:lnTo>
                  <a:lnTo>
                    <a:pt x="56" y="12"/>
                  </a:lnTo>
                  <a:lnTo>
                    <a:pt x="64" y="20"/>
                  </a:lnTo>
                  <a:lnTo>
                    <a:pt x="71" y="31"/>
                  </a:lnTo>
                  <a:lnTo>
                    <a:pt x="74" y="43"/>
                  </a:lnTo>
                  <a:lnTo>
                    <a:pt x="75" y="54"/>
                  </a:lnTo>
                  <a:lnTo>
                    <a:pt x="74" y="66"/>
                  </a:lnTo>
                  <a:lnTo>
                    <a:pt x="70" y="77"/>
                  </a:lnTo>
                  <a:lnTo>
                    <a:pt x="63" y="87"/>
                  </a:lnTo>
                  <a:lnTo>
                    <a:pt x="55" y="95"/>
                  </a:lnTo>
                  <a:lnTo>
                    <a:pt x="44" y="102"/>
                  </a:lnTo>
                </a:path>
              </a:pathLst>
            </a:custGeom>
            <a:noFill/>
            <a:ln w="0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78" name="Freeform 180">
              <a:extLst>
                <a:ext uri="{FF2B5EF4-FFF2-40B4-BE49-F238E27FC236}">
                  <a16:creationId xmlns:a16="http://schemas.microsoft.com/office/drawing/2014/main" id="{3727D8C8-952E-51D0-D408-DDDFB81C34BF}"/>
                </a:ext>
              </a:extLst>
            </p:cNvPr>
            <p:cNvSpPr>
              <a:spLocks/>
            </p:cNvSpPr>
            <p:nvPr/>
          </p:nvSpPr>
          <p:spPr bwMode="auto">
            <a:xfrm>
              <a:off x="1349" y="2241"/>
              <a:ext cx="13" cy="17"/>
            </a:xfrm>
            <a:custGeom>
              <a:avLst/>
              <a:gdLst>
                <a:gd name="T0" fmla="*/ 0 w 75"/>
                <a:gd name="T1" fmla="*/ 0 h 101"/>
                <a:gd name="T2" fmla="*/ 0 w 75"/>
                <a:gd name="T3" fmla="*/ 0 h 101"/>
                <a:gd name="T4" fmla="*/ 0 w 75"/>
                <a:gd name="T5" fmla="*/ 0 h 101"/>
                <a:gd name="T6" fmla="*/ 0 w 75"/>
                <a:gd name="T7" fmla="*/ 0 h 101"/>
                <a:gd name="T8" fmla="*/ 0 w 75"/>
                <a:gd name="T9" fmla="*/ 0 h 101"/>
                <a:gd name="T10" fmla="*/ 0 w 75"/>
                <a:gd name="T11" fmla="*/ 0 h 101"/>
                <a:gd name="T12" fmla="*/ 0 w 75"/>
                <a:gd name="T13" fmla="*/ 0 h 101"/>
                <a:gd name="T14" fmla="*/ 0 w 75"/>
                <a:gd name="T15" fmla="*/ 0 h 101"/>
                <a:gd name="T16" fmla="*/ 0 w 75"/>
                <a:gd name="T17" fmla="*/ 0 h 101"/>
                <a:gd name="T18" fmla="*/ 0 w 75"/>
                <a:gd name="T19" fmla="*/ 0 h 101"/>
                <a:gd name="T20" fmla="*/ 0 w 75"/>
                <a:gd name="T21" fmla="*/ 0 h 101"/>
                <a:gd name="T22" fmla="*/ 0 w 75"/>
                <a:gd name="T23" fmla="*/ 0 h 101"/>
                <a:gd name="T24" fmla="*/ 0 w 75"/>
                <a:gd name="T25" fmla="*/ 0 h 101"/>
                <a:gd name="T26" fmla="*/ 0 w 75"/>
                <a:gd name="T27" fmla="*/ 0 h 101"/>
                <a:gd name="T28" fmla="*/ 0 w 75"/>
                <a:gd name="T29" fmla="*/ 0 h 101"/>
                <a:gd name="T30" fmla="*/ 0 w 75"/>
                <a:gd name="T31" fmla="*/ 0 h 101"/>
                <a:gd name="T32" fmla="*/ 0 w 75"/>
                <a:gd name="T33" fmla="*/ 0 h 101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w 75"/>
                <a:gd name="T52" fmla="*/ 0 h 101"/>
                <a:gd name="T53" fmla="*/ 75 w 75"/>
                <a:gd name="T54" fmla="*/ 101 h 101"/>
              </a:gdLst>
              <a:ahLst/>
              <a:cxnLst>
                <a:cxn ang="T34">
                  <a:pos x="T0" y="T1"/>
                </a:cxn>
                <a:cxn ang="T35">
                  <a:pos x="T2" y="T3"/>
                </a:cxn>
                <a:cxn ang="T36">
                  <a:pos x="T4" y="T5"/>
                </a:cxn>
                <a:cxn ang="T37">
                  <a:pos x="T6" y="T7"/>
                </a:cxn>
                <a:cxn ang="T38">
                  <a:pos x="T8" y="T9"/>
                </a:cxn>
                <a:cxn ang="T39">
                  <a:pos x="T10" y="T11"/>
                </a:cxn>
                <a:cxn ang="T40">
                  <a:pos x="T12" y="T13"/>
                </a:cxn>
                <a:cxn ang="T41">
                  <a:pos x="T14" y="T15"/>
                </a:cxn>
                <a:cxn ang="T42">
                  <a:pos x="T16" y="T17"/>
                </a:cxn>
                <a:cxn ang="T43">
                  <a:pos x="T18" y="T19"/>
                </a:cxn>
                <a:cxn ang="T44">
                  <a:pos x="T20" y="T21"/>
                </a:cxn>
                <a:cxn ang="T45">
                  <a:pos x="T22" y="T23"/>
                </a:cxn>
                <a:cxn ang="T46">
                  <a:pos x="T24" y="T25"/>
                </a:cxn>
                <a:cxn ang="T47">
                  <a:pos x="T26" y="T27"/>
                </a:cxn>
                <a:cxn ang="T48">
                  <a:pos x="T28" y="T29"/>
                </a:cxn>
                <a:cxn ang="T49">
                  <a:pos x="T30" y="T31"/>
                </a:cxn>
                <a:cxn ang="T50">
                  <a:pos x="T32" y="T33"/>
                </a:cxn>
              </a:cxnLst>
              <a:rect l="T51" t="T52" r="T53" b="T54"/>
              <a:pathLst>
                <a:path w="75" h="101">
                  <a:moveTo>
                    <a:pt x="53" y="53"/>
                  </a:moveTo>
                  <a:lnTo>
                    <a:pt x="31" y="101"/>
                  </a:lnTo>
                  <a:lnTo>
                    <a:pt x="20" y="95"/>
                  </a:lnTo>
                  <a:lnTo>
                    <a:pt x="12" y="87"/>
                  </a:lnTo>
                  <a:lnTo>
                    <a:pt x="5" y="77"/>
                  </a:lnTo>
                  <a:lnTo>
                    <a:pt x="1" y="65"/>
                  </a:lnTo>
                  <a:lnTo>
                    <a:pt x="0" y="54"/>
                  </a:lnTo>
                  <a:lnTo>
                    <a:pt x="1" y="42"/>
                  </a:lnTo>
                  <a:lnTo>
                    <a:pt x="4" y="31"/>
                  </a:lnTo>
                  <a:lnTo>
                    <a:pt x="11" y="20"/>
                  </a:lnTo>
                  <a:lnTo>
                    <a:pt x="19" y="11"/>
                  </a:lnTo>
                  <a:lnTo>
                    <a:pt x="29" y="5"/>
                  </a:lnTo>
                  <a:lnTo>
                    <a:pt x="40" y="1"/>
                  </a:lnTo>
                  <a:lnTo>
                    <a:pt x="52" y="0"/>
                  </a:lnTo>
                  <a:lnTo>
                    <a:pt x="64" y="1"/>
                  </a:lnTo>
                  <a:lnTo>
                    <a:pt x="75" y="4"/>
                  </a:lnTo>
                  <a:lnTo>
                    <a:pt x="53" y="53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79" name="Freeform 181">
              <a:extLst>
                <a:ext uri="{FF2B5EF4-FFF2-40B4-BE49-F238E27FC236}">
                  <a16:creationId xmlns:a16="http://schemas.microsoft.com/office/drawing/2014/main" id="{14FFB17F-8EA7-8294-F1FC-58D144A3D15B}"/>
                </a:ext>
              </a:extLst>
            </p:cNvPr>
            <p:cNvSpPr>
              <a:spLocks/>
            </p:cNvSpPr>
            <p:nvPr/>
          </p:nvSpPr>
          <p:spPr bwMode="auto">
            <a:xfrm>
              <a:off x="1349" y="2241"/>
              <a:ext cx="13" cy="17"/>
            </a:xfrm>
            <a:custGeom>
              <a:avLst/>
              <a:gdLst>
                <a:gd name="T0" fmla="*/ 0 w 75"/>
                <a:gd name="T1" fmla="*/ 0 h 101"/>
                <a:gd name="T2" fmla="*/ 0 w 75"/>
                <a:gd name="T3" fmla="*/ 0 h 101"/>
                <a:gd name="T4" fmla="*/ 0 w 75"/>
                <a:gd name="T5" fmla="*/ 0 h 101"/>
                <a:gd name="T6" fmla="*/ 0 w 75"/>
                <a:gd name="T7" fmla="*/ 0 h 101"/>
                <a:gd name="T8" fmla="*/ 0 w 75"/>
                <a:gd name="T9" fmla="*/ 0 h 101"/>
                <a:gd name="T10" fmla="*/ 0 w 75"/>
                <a:gd name="T11" fmla="*/ 0 h 101"/>
                <a:gd name="T12" fmla="*/ 0 w 75"/>
                <a:gd name="T13" fmla="*/ 0 h 101"/>
                <a:gd name="T14" fmla="*/ 0 w 75"/>
                <a:gd name="T15" fmla="*/ 0 h 101"/>
                <a:gd name="T16" fmla="*/ 0 w 75"/>
                <a:gd name="T17" fmla="*/ 0 h 101"/>
                <a:gd name="T18" fmla="*/ 0 w 75"/>
                <a:gd name="T19" fmla="*/ 0 h 101"/>
                <a:gd name="T20" fmla="*/ 0 w 75"/>
                <a:gd name="T21" fmla="*/ 0 h 101"/>
                <a:gd name="T22" fmla="*/ 0 w 75"/>
                <a:gd name="T23" fmla="*/ 0 h 101"/>
                <a:gd name="T24" fmla="*/ 0 w 75"/>
                <a:gd name="T25" fmla="*/ 0 h 101"/>
                <a:gd name="T26" fmla="*/ 0 w 75"/>
                <a:gd name="T27" fmla="*/ 0 h 101"/>
                <a:gd name="T28" fmla="*/ 0 w 75"/>
                <a:gd name="T29" fmla="*/ 0 h 101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w 75"/>
                <a:gd name="T46" fmla="*/ 0 h 101"/>
                <a:gd name="T47" fmla="*/ 75 w 75"/>
                <a:gd name="T48" fmla="*/ 101 h 101"/>
              </a:gdLst>
              <a:ahLst/>
              <a:cxnLst>
                <a:cxn ang="T30">
                  <a:pos x="T0" y="T1"/>
                </a:cxn>
                <a:cxn ang="T31">
                  <a:pos x="T2" y="T3"/>
                </a:cxn>
                <a:cxn ang="T32">
                  <a:pos x="T4" y="T5"/>
                </a:cxn>
                <a:cxn ang="T33">
                  <a:pos x="T6" y="T7"/>
                </a:cxn>
                <a:cxn ang="T34">
                  <a:pos x="T8" y="T9"/>
                </a:cxn>
                <a:cxn ang="T35">
                  <a:pos x="T10" y="T11"/>
                </a:cxn>
                <a:cxn ang="T36">
                  <a:pos x="T12" y="T13"/>
                </a:cxn>
                <a:cxn ang="T37">
                  <a:pos x="T14" y="T15"/>
                </a:cxn>
                <a:cxn ang="T38">
                  <a:pos x="T16" y="T17"/>
                </a:cxn>
                <a:cxn ang="T39">
                  <a:pos x="T18" y="T19"/>
                </a:cxn>
                <a:cxn ang="T40">
                  <a:pos x="T20" y="T21"/>
                </a:cxn>
                <a:cxn ang="T41">
                  <a:pos x="T22" y="T23"/>
                </a:cxn>
                <a:cxn ang="T42">
                  <a:pos x="T24" y="T25"/>
                </a:cxn>
                <a:cxn ang="T43">
                  <a:pos x="T26" y="T27"/>
                </a:cxn>
                <a:cxn ang="T44">
                  <a:pos x="T28" y="T29"/>
                </a:cxn>
              </a:cxnLst>
              <a:rect l="T45" t="T46" r="T47" b="T48"/>
              <a:pathLst>
                <a:path w="75" h="101">
                  <a:moveTo>
                    <a:pt x="31" y="101"/>
                  </a:moveTo>
                  <a:lnTo>
                    <a:pt x="20" y="95"/>
                  </a:lnTo>
                  <a:lnTo>
                    <a:pt x="12" y="87"/>
                  </a:lnTo>
                  <a:lnTo>
                    <a:pt x="5" y="77"/>
                  </a:lnTo>
                  <a:lnTo>
                    <a:pt x="1" y="65"/>
                  </a:lnTo>
                  <a:lnTo>
                    <a:pt x="0" y="54"/>
                  </a:lnTo>
                  <a:lnTo>
                    <a:pt x="1" y="42"/>
                  </a:lnTo>
                  <a:lnTo>
                    <a:pt x="4" y="31"/>
                  </a:lnTo>
                  <a:lnTo>
                    <a:pt x="11" y="20"/>
                  </a:lnTo>
                  <a:lnTo>
                    <a:pt x="19" y="11"/>
                  </a:lnTo>
                  <a:lnTo>
                    <a:pt x="29" y="5"/>
                  </a:lnTo>
                  <a:lnTo>
                    <a:pt x="40" y="1"/>
                  </a:lnTo>
                  <a:lnTo>
                    <a:pt x="52" y="0"/>
                  </a:lnTo>
                  <a:lnTo>
                    <a:pt x="64" y="1"/>
                  </a:lnTo>
                  <a:lnTo>
                    <a:pt x="75" y="4"/>
                  </a:lnTo>
                </a:path>
              </a:pathLst>
            </a:custGeom>
            <a:noFill/>
            <a:ln w="0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80" name="Freeform 182">
              <a:extLst>
                <a:ext uri="{FF2B5EF4-FFF2-40B4-BE49-F238E27FC236}">
                  <a16:creationId xmlns:a16="http://schemas.microsoft.com/office/drawing/2014/main" id="{96F78821-E8DD-CF72-2EDE-6291E15699D3}"/>
                </a:ext>
              </a:extLst>
            </p:cNvPr>
            <p:cNvSpPr>
              <a:spLocks/>
            </p:cNvSpPr>
            <p:nvPr/>
          </p:nvSpPr>
          <p:spPr bwMode="auto">
            <a:xfrm>
              <a:off x="1354" y="2242"/>
              <a:ext cx="220" cy="114"/>
            </a:xfrm>
            <a:custGeom>
              <a:avLst/>
              <a:gdLst>
                <a:gd name="T0" fmla="*/ 0 w 1319"/>
                <a:gd name="T1" fmla="*/ 0 h 685"/>
                <a:gd name="T2" fmla="*/ 0 w 1319"/>
                <a:gd name="T3" fmla="*/ 0 h 685"/>
                <a:gd name="T4" fmla="*/ 0 w 1319"/>
                <a:gd name="T5" fmla="*/ 0 h 685"/>
                <a:gd name="T6" fmla="*/ 0 w 1319"/>
                <a:gd name="T7" fmla="*/ 0 h 685"/>
                <a:gd name="T8" fmla="*/ 0 w 1319"/>
                <a:gd name="T9" fmla="*/ 0 h 685"/>
                <a:gd name="T10" fmla="*/ 0 w 1319"/>
                <a:gd name="T11" fmla="*/ 0 h 685"/>
                <a:gd name="T12" fmla="*/ 0 w 1319"/>
                <a:gd name="T13" fmla="*/ 0 h 685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1319"/>
                <a:gd name="T22" fmla="*/ 0 h 685"/>
                <a:gd name="T23" fmla="*/ 1319 w 1319"/>
                <a:gd name="T24" fmla="*/ 685 h 685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1319" h="685">
                  <a:moveTo>
                    <a:pt x="44" y="0"/>
                  </a:moveTo>
                  <a:lnTo>
                    <a:pt x="22" y="49"/>
                  </a:lnTo>
                  <a:lnTo>
                    <a:pt x="0" y="97"/>
                  </a:lnTo>
                  <a:lnTo>
                    <a:pt x="1275" y="685"/>
                  </a:lnTo>
                  <a:lnTo>
                    <a:pt x="1297" y="636"/>
                  </a:lnTo>
                  <a:lnTo>
                    <a:pt x="1319" y="588"/>
                  </a:lnTo>
                  <a:lnTo>
                    <a:pt x="44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81" name="Freeform 183">
              <a:extLst>
                <a:ext uri="{FF2B5EF4-FFF2-40B4-BE49-F238E27FC236}">
                  <a16:creationId xmlns:a16="http://schemas.microsoft.com/office/drawing/2014/main" id="{F0791DDD-081C-8BB1-49A2-A895309DECBC}"/>
                </a:ext>
              </a:extLst>
            </p:cNvPr>
            <p:cNvSpPr>
              <a:spLocks/>
            </p:cNvSpPr>
            <p:nvPr/>
          </p:nvSpPr>
          <p:spPr bwMode="auto">
            <a:xfrm>
              <a:off x="1354" y="2242"/>
              <a:ext cx="220" cy="114"/>
            </a:xfrm>
            <a:custGeom>
              <a:avLst/>
              <a:gdLst>
                <a:gd name="T0" fmla="*/ 0 w 1319"/>
                <a:gd name="T1" fmla="*/ 0 h 685"/>
                <a:gd name="T2" fmla="*/ 0 w 1319"/>
                <a:gd name="T3" fmla="*/ 0 h 685"/>
                <a:gd name="T4" fmla="*/ 0 w 1319"/>
                <a:gd name="T5" fmla="*/ 0 h 685"/>
                <a:gd name="T6" fmla="*/ 0 w 1319"/>
                <a:gd name="T7" fmla="*/ 0 h 685"/>
                <a:gd name="T8" fmla="*/ 0 w 1319"/>
                <a:gd name="T9" fmla="*/ 0 h 685"/>
                <a:gd name="T10" fmla="*/ 0 w 1319"/>
                <a:gd name="T11" fmla="*/ 0 h 685"/>
                <a:gd name="T12" fmla="*/ 0 w 1319"/>
                <a:gd name="T13" fmla="*/ 0 h 685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1319"/>
                <a:gd name="T22" fmla="*/ 0 h 685"/>
                <a:gd name="T23" fmla="*/ 1319 w 1319"/>
                <a:gd name="T24" fmla="*/ 685 h 685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1319" h="685">
                  <a:moveTo>
                    <a:pt x="44" y="0"/>
                  </a:moveTo>
                  <a:lnTo>
                    <a:pt x="22" y="49"/>
                  </a:lnTo>
                  <a:lnTo>
                    <a:pt x="0" y="97"/>
                  </a:lnTo>
                  <a:lnTo>
                    <a:pt x="1275" y="685"/>
                  </a:lnTo>
                  <a:lnTo>
                    <a:pt x="1297" y="636"/>
                  </a:lnTo>
                  <a:lnTo>
                    <a:pt x="1319" y="588"/>
                  </a:lnTo>
                  <a:lnTo>
                    <a:pt x="44" y="0"/>
                  </a:lnTo>
                  <a:close/>
                </a:path>
              </a:pathLst>
            </a:custGeom>
            <a:noFill/>
            <a:ln w="0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82" name="Freeform 184">
              <a:extLst>
                <a:ext uri="{FF2B5EF4-FFF2-40B4-BE49-F238E27FC236}">
                  <a16:creationId xmlns:a16="http://schemas.microsoft.com/office/drawing/2014/main" id="{47A8B262-BB8B-03B6-45C0-CA9DC56CB9BA}"/>
                </a:ext>
              </a:extLst>
            </p:cNvPr>
            <p:cNvSpPr>
              <a:spLocks/>
            </p:cNvSpPr>
            <p:nvPr/>
          </p:nvSpPr>
          <p:spPr bwMode="auto">
            <a:xfrm>
              <a:off x="1567" y="2340"/>
              <a:ext cx="12" cy="17"/>
            </a:xfrm>
            <a:custGeom>
              <a:avLst/>
              <a:gdLst>
                <a:gd name="T0" fmla="*/ 0 w 75"/>
                <a:gd name="T1" fmla="*/ 0 h 101"/>
                <a:gd name="T2" fmla="*/ 0 w 75"/>
                <a:gd name="T3" fmla="*/ 0 h 101"/>
                <a:gd name="T4" fmla="*/ 0 w 75"/>
                <a:gd name="T5" fmla="*/ 0 h 101"/>
                <a:gd name="T6" fmla="*/ 0 w 75"/>
                <a:gd name="T7" fmla="*/ 0 h 101"/>
                <a:gd name="T8" fmla="*/ 0 w 75"/>
                <a:gd name="T9" fmla="*/ 0 h 101"/>
                <a:gd name="T10" fmla="*/ 0 w 75"/>
                <a:gd name="T11" fmla="*/ 0 h 101"/>
                <a:gd name="T12" fmla="*/ 0 w 75"/>
                <a:gd name="T13" fmla="*/ 0 h 101"/>
                <a:gd name="T14" fmla="*/ 0 w 75"/>
                <a:gd name="T15" fmla="*/ 0 h 101"/>
                <a:gd name="T16" fmla="*/ 0 w 75"/>
                <a:gd name="T17" fmla="*/ 0 h 101"/>
                <a:gd name="T18" fmla="*/ 0 w 75"/>
                <a:gd name="T19" fmla="*/ 0 h 101"/>
                <a:gd name="T20" fmla="*/ 0 w 75"/>
                <a:gd name="T21" fmla="*/ 0 h 101"/>
                <a:gd name="T22" fmla="*/ 0 w 75"/>
                <a:gd name="T23" fmla="*/ 0 h 101"/>
                <a:gd name="T24" fmla="*/ 0 w 75"/>
                <a:gd name="T25" fmla="*/ 0 h 101"/>
                <a:gd name="T26" fmla="*/ 0 w 75"/>
                <a:gd name="T27" fmla="*/ 0 h 101"/>
                <a:gd name="T28" fmla="*/ 0 w 75"/>
                <a:gd name="T29" fmla="*/ 0 h 101"/>
                <a:gd name="T30" fmla="*/ 0 w 75"/>
                <a:gd name="T31" fmla="*/ 0 h 101"/>
                <a:gd name="T32" fmla="*/ 0 w 75"/>
                <a:gd name="T33" fmla="*/ 0 h 101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w 75"/>
                <a:gd name="T52" fmla="*/ 0 h 101"/>
                <a:gd name="T53" fmla="*/ 75 w 75"/>
                <a:gd name="T54" fmla="*/ 101 h 101"/>
              </a:gdLst>
              <a:ahLst/>
              <a:cxnLst>
                <a:cxn ang="T34">
                  <a:pos x="T0" y="T1"/>
                </a:cxn>
                <a:cxn ang="T35">
                  <a:pos x="T2" y="T3"/>
                </a:cxn>
                <a:cxn ang="T36">
                  <a:pos x="T4" y="T5"/>
                </a:cxn>
                <a:cxn ang="T37">
                  <a:pos x="T6" y="T7"/>
                </a:cxn>
                <a:cxn ang="T38">
                  <a:pos x="T8" y="T9"/>
                </a:cxn>
                <a:cxn ang="T39">
                  <a:pos x="T10" y="T11"/>
                </a:cxn>
                <a:cxn ang="T40">
                  <a:pos x="T12" y="T13"/>
                </a:cxn>
                <a:cxn ang="T41">
                  <a:pos x="T14" y="T15"/>
                </a:cxn>
                <a:cxn ang="T42">
                  <a:pos x="T16" y="T17"/>
                </a:cxn>
                <a:cxn ang="T43">
                  <a:pos x="T18" y="T19"/>
                </a:cxn>
                <a:cxn ang="T44">
                  <a:pos x="T20" y="T21"/>
                </a:cxn>
                <a:cxn ang="T45">
                  <a:pos x="T22" y="T23"/>
                </a:cxn>
                <a:cxn ang="T46">
                  <a:pos x="T24" y="T25"/>
                </a:cxn>
                <a:cxn ang="T47">
                  <a:pos x="T26" y="T27"/>
                </a:cxn>
                <a:cxn ang="T48">
                  <a:pos x="T28" y="T29"/>
                </a:cxn>
                <a:cxn ang="T49">
                  <a:pos x="T30" y="T31"/>
                </a:cxn>
                <a:cxn ang="T50">
                  <a:pos x="T32" y="T33"/>
                </a:cxn>
              </a:cxnLst>
              <a:rect l="T51" t="T52" r="T53" b="T54"/>
              <a:pathLst>
                <a:path w="75" h="101">
                  <a:moveTo>
                    <a:pt x="22" y="48"/>
                  </a:moveTo>
                  <a:lnTo>
                    <a:pt x="44" y="0"/>
                  </a:lnTo>
                  <a:lnTo>
                    <a:pt x="55" y="6"/>
                  </a:lnTo>
                  <a:lnTo>
                    <a:pt x="63" y="15"/>
                  </a:lnTo>
                  <a:lnTo>
                    <a:pt x="70" y="24"/>
                  </a:lnTo>
                  <a:lnTo>
                    <a:pt x="74" y="36"/>
                  </a:lnTo>
                  <a:lnTo>
                    <a:pt x="75" y="47"/>
                  </a:lnTo>
                  <a:lnTo>
                    <a:pt x="74" y="59"/>
                  </a:lnTo>
                  <a:lnTo>
                    <a:pt x="71" y="71"/>
                  </a:lnTo>
                  <a:lnTo>
                    <a:pt x="64" y="81"/>
                  </a:lnTo>
                  <a:lnTo>
                    <a:pt x="56" y="90"/>
                  </a:lnTo>
                  <a:lnTo>
                    <a:pt x="46" y="96"/>
                  </a:lnTo>
                  <a:lnTo>
                    <a:pt x="35" y="100"/>
                  </a:lnTo>
                  <a:lnTo>
                    <a:pt x="23" y="101"/>
                  </a:lnTo>
                  <a:lnTo>
                    <a:pt x="11" y="100"/>
                  </a:lnTo>
                  <a:lnTo>
                    <a:pt x="0" y="97"/>
                  </a:lnTo>
                  <a:lnTo>
                    <a:pt x="22" y="48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83" name="Freeform 185">
              <a:extLst>
                <a:ext uri="{FF2B5EF4-FFF2-40B4-BE49-F238E27FC236}">
                  <a16:creationId xmlns:a16="http://schemas.microsoft.com/office/drawing/2014/main" id="{540D31C4-3A86-6535-E66D-7D7B27F9CBA6}"/>
                </a:ext>
              </a:extLst>
            </p:cNvPr>
            <p:cNvSpPr>
              <a:spLocks/>
            </p:cNvSpPr>
            <p:nvPr/>
          </p:nvSpPr>
          <p:spPr bwMode="auto">
            <a:xfrm>
              <a:off x="1567" y="2340"/>
              <a:ext cx="12" cy="17"/>
            </a:xfrm>
            <a:custGeom>
              <a:avLst/>
              <a:gdLst>
                <a:gd name="T0" fmla="*/ 0 w 75"/>
                <a:gd name="T1" fmla="*/ 0 h 101"/>
                <a:gd name="T2" fmla="*/ 0 w 75"/>
                <a:gd name="T3" fmla="*/ 0 h 101"/>
                <a:gd name="T4" fmla="*/ 0 w 75"/>
                <a:gd name="T5" fmla="*/ 0 h 101"/>
                <a:gd name="T6" fmla="*/ 0 w 75"/>
                <a:gd name="T7" fmla="*/ 0 h 101"/>
                <a:gd name="T8" fmla="*/ 0 w 75"/>
                <a:gd name="T9" fmla="*/ 0 h 101"/>
                <a:gd name="T10" fmla="*/ 0 w 75"/>
                <a:gd name="T11" fmla="*/ 0 h 101"/>
                <a:gd name="T12" fmla="*/ 0 w 75"/>
                <a:gd name="T13" fmla="*/ 0 h 101"/>
                <a:gd name="T14" fmla="*/ 0 w 75"/>
                <a:gd name="T15" fmla="*/ 0 h 101"/>
                <a:gd name="T16" fmla="*/ 0 w 75"/>
                <a:gd name="T17" fmla="*/ 0 h 101"/>
                <a:gd name="T18" fmla="*/ 0 w 75"/>
                <a:gd name="T19" fmla="*/ 0 h 101"/>
                <a:gd name="T20" fmla="*/ 0 w 75"/>
                <a:gd name="T21" fmla="*/ 0 h 101"/>
                <a:gd name="T22" fmla="*/ 0 w 75"/>
                <a:gd name="T23" fmla="*/ 0 h 101"/>
                <a:gd name="T24" fmla="*/ 0 w 75"/>
                <a:gd name="T25" fmla="*/ 0 h 101"/>
                <a:gd name="T26" fmla="*/ 0 w 75"/>
                <a:gd name="T27" fmla="*/ 0 h 101"/>
                <a:gd name="T28" fmla="*/ 0 w 75"/>
                <a:gd name="T29" fmla="*/ 0 h 101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w 75"/>
                <a:gd name="T46" fmla="*/ 0 h 101"/>
                <a:gd name="T47" fmla="*/ 75 w 75"/>
                <a:gd name="T48" fmla="*/ 101 h 101"/>
              </a:gdLst>
              <a:ahLst/>
              <a:cxnLst>
                <a:cxn ang="T30">
                  <a:pos x="T0" y="T1"/>
                </a:cxn>
                <a:cxn ang="T31">
                  <a:pos x="T2" y="T3"/>
                </a:cxn>
                <a:cxn ang="T32">
                  <a:pos x="T4" y="T5"/>
                </a:cxn>
                <a:cxn ang="T33">
                  <a:pos x="T6" y="T7"/>
                </a:cxn>
                <a:cxn ang="T34">
                  <a:pos x="T8" y="T9"/>
                </a:cxn>
                <a:cxn ang="T35">
                  <a:pos x="T10" y="T11"/>
                </a:cxn>
                <a:cxn ang="T36">
                  <a:pos x="T12" y="T13"/>
                </a:cxn>
                <a:cxn ang="T37">
                  <a:pos x="T14" y="T15"/>
                </a:cxn>
                <a:cxn ang="T38">
                  <a:pos x="T16" y="T17"/>
                </a:cxn>
                <a:cxn ang="T39">
                  <a:pos x="T18" y="T19"/>
                </a:cxn>
                <a:cxn ang="T40">
                  <a:pos x="T20" y="T21"/>
                </a:cxn>
                <a:cxn ang="T41">
                  <a:pos x="T22" y="T23"/>
                </a:cxn>
                <a:cxn ang="T42">
                  <a:pos x="T24" y="T25"/>
                </a:cxn>
                <a:cxn ang="T43">
                  <a:pos x="T26" y="T27"/>
                </a:cxn>
                <a:cxn ang="T44">
                  <a:pos x="T28" y="T29"/>
                </a:cxn>
              </a:cxnLst>
              <a:rect l="T45" t="T46" r="T47" b="T48"/>
              <a:pathLst>
                <a:path w="75" h="101">
                  <a:moveTo>
                    <a:pt x="44" y="0"/>
                  </a:moveTo>
                  <a:lnTo>
                    <a:pt x="55" y="6"/>
                  </a:lnTo>
                  <a:lnTo>
                    <a:pt x="63" y="15"/>
                  </a:lnTo>
                  <a:lnTo>
                    <a:pt x="70" y="24"/>
                  </a:lnTo>
                  <a:lnTo>
                    <a:pt x="74" y="36"/>
                  </a:lnTo>
                  <a:lnTo>
                    <a:pt x="75" y="47"/>
                  </a:lnTo>
                  <a:lnTo>
                    <a:pt x="74" y="59"/>
                  </a:lnTo>
                  <a:lnTo>
                    <a:pt x="71" y="71"/>
                  </a:lnTo>
                  <a:lnTo>
                    <a:pt x="64" y="81"/>
                  </a:lnTo>
                  <a:lnTo>
                    <a:pt x="56" y="90"/>
                  </a:lnTo>
                  <a:lnTo>
                    <a:pt x="46" y="96"/>
                  </a:lnTo>
                  <a:lnTo>
                    <a:pt x="35" y="100"/>
                  </a:lnTo>
                  <a:lnTo>
                    <a:pt x="23" y="101"/>
                  </a:lnTo>
                  <a:lnTo>
                    <a:pt x="11" y="100"/>
                  </a:lnTo>
                  <a:lnTo>
                    <a:pt x="0" y="97"/>
                  </a:lnTo>
                </a:path>
              </a:pathLst>
            </a:custGeom>
            <a:noFill/>
            <a:ln w="0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84" name="Freeform 186">
              <a:extLst>
                <a:ext uri="{FF2B5EF4-FFF2-40B4-BE49-F238E27FC236}">
                  <a16:creationId xmlns:a16="http://schemas.microsoft.com/office/drawing/2014/main" id="{640C9D4A-AF0C-A2B4-8843-098721519DAB}"/>
                </a:ext>
              </a:extLst>
            </p:cNvPr>
            <p:cNvSpPr>
              <a:spLocks/>
            </p:cNvSpPr>
            <p:nvPr/>
          </p:nvSpPr>
          <p:spPr bwMode="auto">
            <a:xfrm>
              <a:off x="1579" y="2367"/>
              <a:ext cx="18" cy="9"/>
            </a:xfrm>
            <a:custGeom>
              <a:avLst/>
              <a:gdLst>
                <a:gd name="T0" fmla="*/ 0 w 107"/>
                <a:gd name="T1" fmla="*/ 0 h 54"/>
                <a:gd name="T2" fmla="*/ 0 w 107"/>
                <a:gd name="T3" fmla="*/ 0 h 54"/>
                <a:gd name="T4" fmla="*/ 0 w 107"/>
                <a:gd name="T5" fmla="*/ 0 h 54"/>
                <a:gd name="T6" fmla="*/ 0 w 107"/>
                <a:gd name="T7" fmla="*/ 0 h 54"/>
                <a:gd name="T8" fmla="*/ 0 w 107"/>
                <a:gd name="T9" fmla="*/ 0 h 54"/>
                <a:gd name="T10" fmla="*/ 0 w 107"/>
                <a:gd name="T11" fmla="*/ 0 h 54"/>
                <a:gd name="T12" fmla="*/ 0 w 107"/>
                <a:gd name="T13" fmla="*/ 0 h 54"/>
                <a:gd name="T14" fmla="*/ 0 w 107"/>
                <a:gd name="T15" fmla="*/ 0 h 54"/>
                <a:gd name="T16" fmla="*/ 0 w 107"/>
                <a:gd name="T17" fmla="*/ 0 h 54"/>
                <a:gd name="T18" fmla="*/ 0 w 107"/>
                <a:gd name="T19" fmla="*/ 0 h 54"/>
                <a:gd name="T20" fmla="*/ 0 w 107"/>
                <a:gd name="T21" fmla="*/ 0 h 54"/>
                <a:gd name="T22" fmla="*/ 0 w 107"/>
                <a:gd name="T23" fmla="*/ 0 h 54"/>
                <a:gd name="T24" fmla="*/ 0 w 107"/>
                <a:gd name="T25" fmla="*/ 0 h 54"/>
                <a:gd name="T26" fmla="*/ 0 w 107"/>
                <a:gd name="T27" fmla="*/ 0 h 54"/>
                <a:gd name="T28" fmla="*/ 0 w 107"/>
                <a:gd name="T29" fmla="*/ 0 h 54"/>
                <a:gd name="T30" fmla="*/ 0 w 107"/>
                <a:gd name="T31" fmla="*/ 0 h 54"/>
                <a:gd name="T32" fmla="*/ 0 w 107"/>
                <a:gd name="T33" fmla="*/ 0 h 54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w 107"/>
                <a:gd name="T52" fmla="*/ 0 h 54"/>
                <a:gd name="T53" fmla="*/ 107 w 107"/>
                <a:gd name="T54" fmla="*/ 54 h 54"/>
              </a:gdLst>
              <a:ahLst/>
              <a:cxnLst>
                <a:cxn ang="T34">
                  <a:pos x="T0" y="T1"/>
                </a:cxn>
                <a:cxn ang="T35">
                  <a:pos x="T2" y="T3"/>
                </a:cxn>
                <a:cxn ang="T36">
                  <a:pos x="T4" y="T5"/>
                </a:cxn>
                <a:cxn ang="T37">
                  <a:pos x="T6" y="T7"/>
                </a:cxn>
                <a:cxn ang="T38">
                  <a:pos x="T8" y="T9"/>
                </a:cxn>
                <a:cxn ang="T39">
                  <a:pos x="T10" y="T11"/>
                </a:cxn>
                <a:cxn ang="T40">
                  <a:pos x="T12" y="T13"/>
                </a:cxn>
                <a:cxn ang="T41">
                  <a:pos x="T14" y="T15"/>
                </a:cxn>
                <a:cxn ang="T42">
                  <a:pos x="T16" y="T17"/>
                </a:cxn>
                <a:cxn ang="T43">
                  <a:pos x="T18" y="T19"/>
                </a:cxn>
                <a:cxn ang="T44">
                  <a:pos x="T20" y="T21"/>
                </a:cxn>
                <a:cxn ang="T45">
                  <a:pos x="T22" y="T23"/>
                </a:cxn>
                <a:cxn ang="T46">
                  <a:pos x="T24" y="T25"/>
                </a:cxn>
                <a:cxn ang="T47">
                  <a:pos x="T26" y="T27"/>
                </a:cxn>
                <a:cxn ang="T48">
                  <a:pos x="T28" y="T29"/>
                </a:cxn>
                <a:cxn ang="T49">
                  <a:pos x="T30" y="T31"/>
                </a:cxn>
                <a:cxn ang="T50">
                  <a:pos x="T32" y="T33"/>
                </a:cxn>
              </a:cxnLst>
              <a:rect l="T51" t="T52" r="T53" b="T54"/>
              <a:pathLst>
                <a:path w="107" h="54">
                  <a:moveTo>
                    <a:pt x="53" y="54"/>
                  </a:moveTo>
                  <a:lnTo>
                    <a:pt x="0" y="54"/>
                  </a:lnTo>
                  <a:lnTo>
                    <a:pt x="1" y="42"/>
                  </a:lnTo>
                  <a:lnTo>
                    <a:pt x="5" y="30"/>
                  </a:lnTo>
                  <a:lnTo>
                    <a:pt x="11" y="21"/>
                  </a:lnTo>
                  <a:lnTo>
                    <a:pt x="20" y="12"/>
                  </a:lnTo>
                  <a:lnTo>
                    <a:pt x="29" y="6"/>
                  </a:lnTo>
                  <a:lnTo>
                    <a:pt x="41" y="2"/>
                  </a:lnTo>
                  <a:lnTo>
                    <a:pt x="53" y="0"/>
                  </a:lnTo>
                  <a:lnTo>
                    <a:pt x="64" y="2"/>
                  </a:lnTo>
                  <a:lnTo>
                    <a:pt x="76" y="6"/>
                  </a:lnTo>
                  <a:lnTo>
                    <a:pt x="86" y="12"/>
                  </a:lnTo>
                  <a:lnTo>
                    <a:pt x="94" y="21"/>
                  </a:lnTo>
                  <a:lnTo>
                    <a:pt x="100" y="30"/>
                  </a:lnTo>
                  <a:lnTo>
                    <a:pt x="105" y="42"/>
                  </a:lnTo>
                  <a:lnTo>
                    <a:pt x="107" y="54"/>
                  </a:lnTo>
                  <a:lnTo>
                    <a:pt x="53" y="54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85" name="Freeform 187">
              <a:extLst>
                <a:ext uri="{FF2B5EF4-FFF2-40B4-BE49-F238E27FC236}">
                  <a16:creationId xmlns:a16="http://schemas.microsoft.com/office/drawing/2014/main" id="{D9CBA66E-A456-0621-848F-42D5089DB3FE}"/>
                </a:ext>
              </a:extLst>
            </p:cNvPr>
            <p:cNvSpPr>
              <a:spLocks/>
            </p:cNvSpPr>
            <p:nvPr/>
          </p:nvSpPr>
          <p:spPr bwMode="auto">
            <a:xfrm>
              <a:off x="1579" y="2367"/>
              <a:ext cx="18" cy="9"/>
            </a:xfrm>
            <a:custGeom>
              <a:avLst/>
              <a:gdLst>
                <a:gd name="T0" fmla="*/ 0 w 107"/>
                <a:gd name="T1" fmla="*/ 0 h 54"/>
                <a:gd name="T2" fmla="*/ 0 w 107"/>
                <a:gd name="T3" fmla="*/ 0 h 54"/>
                <a:gd name="T4" fmla="*/ 0 w 107"/>
                <a:gd name="T5" fmla="*/ 0 h 54"/>
                <a:gd name="T6" fmla="*/ 0 w 107"/>
                <a:gd name="T7" fmla="*/ 0 h 54"/>
                <a:gd name="T8" fmla="*/ 0 w 107"/>
                <a:gd name="T9" fmla="*/ 0 h 54"/>
                <a:gd name="T10" fmla="*/ 0 w 107"/>
                <a:gd name="T11" fmla="*/ 0 h 54"/>
                <a:gd name="T12" fmla="*/ 0 w 107"/>
                <a:gd name="T13" fmla="*/ 0 h 54"/>
                <a:gd name="T14" fmla="*/ 0 w 107"/>
                <a:gd name="T15" fmla="*/ 0 h 54"/>
                <a:gd name="T16" fmla="*/ 0 w 107"/>
                <a:gd name="T17" fmla="*/ 0 h 54"/>
                <a:gd name="T18" fmla="*/ 0 w 107"/>
                <a:gd name="T19" fmla="*/ 0 h 54"/>
                <a:gd name="T20" fmla="*/ 0 w 107"/>
                <a:gd name="T21" fmla="*/ 0 h 54"/>
                <a:gd name="T22" fmla="*/ 0 w 107"/>
                <a:gd name="T23" fmla="*/ 0 h 54"/>
                <a:gd name="T24" fmla="*/ 0 w 107"/>
                <a:gd name="T25" fmla="*/ 0 h 54"/>
                <a:gd name="T26" fmla="*/ 0 w 107"/>
                <a:gd name="T27" fmla="*/ 0 h 54"/>
                <a:gd name="T28" fmla="*/ 0 w 107"/>
                <a:gd name="T29" fmla="*/ 0 h 54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w 107"/>
                <a:gd name="T46" fmla="*/ 0 h 54"/>
                <a:gd name="T47" fmla="*/ 107 w 107"/>
                <a:gd name="T48" fmla="*/ 54 h 54"/>
              </a:gdLst>
              <a:ahLst/>
              <a:cxnLst>
                <a:cxn ang="T30">
                  <a:pos x="T0" y="T1"/>
                </a:cxn>
                <a:cxn ang="T31">
                  <a:pos x="T2" y="T3"/>
                </a:cxn>
                <a:cxn ang="T32">
                  <a:pos x="T4" y="T5"/>
                </a:cxn>
                <a:cxn ang="T33">
                  <a:pos x="T6" y="T7"/>
                </a:cxn>
                <a:cxn ang="T34">
                  <a:pos x="T8" y="T9"/>
                </a:cxn>
                <a:cxn ang="T35">
                  <a:pos x="T10" y="T11"/>
                </a:cxn>
                <a:cxn ang="T36">
                  <a:pos x="T12" y="T13"/>
                </a:cxn>
                <a:cxn ang="T37">
                  <a:pos x="T14" y="T15"/>
                </a:cxn>
                <a:cxn ang="T38">
                  <a:pos x="T16" y="T17"/>
                </a:cxn>
                <a:cxn ang="T39">
                  <a:pos x="T18" y="T19"/>
                </a:cxn>
                <a:cxn ang="T40">
                  <a:pos x="T20" y="T21"/>
                </a:cxn>
                <a:cxn ang="T41">
                  <a:pos x="T22" y="T23"/>
                </a:cxn>
                <a:cxn ang="T42">
                  <a:pos x="T24" y="T25"/>
                </a:cxn>
                <a:cxn ang="T43">
                  <a:pos x="T26" y="T27"/>
                </a:cxn>
                <a:cxn ang="T44">
                  <a:pos x="T28" y="T29"/>
                </a:cxn>
              </a:cxnLst>
              <a:rect l="T45" t="T46" r="T47" b="T48"/>
              <a:pathLst>
                <a:path w="107" h="54">
                  <a:moveTo>
                    <a:pt x="0" y="54"/>
                  </a:moveTo>
                  <a:lnTo>
                    <a:pt x="1" y="42"/>
                  </a:lnTo>
                  <a:lnTo>
                    <a:pt x="5" y="30"/>
                  </a:lnTo>
                  <a:lnTo>
                    <a:pt x="11" y="21"/>
                  </a:lnTo>
                  <a:lnTo>
                    <a:pt x="20" y="12"/>
                  </a:lnTo>
                  <a:lnTo>
                    <a:pt x="29" y="6"/>
                  </a:lnTo>
                  <a:lnTo>
                    <a:pt x="41" y="2"/>
                  </a:lnTo>
                  <a:lnTo>
                    <a:pt x="53" y="0"/>
                  </a:lnTo>
                  <a:lnTo>
                    <a:pt x="64" y="2"/>
                  </a:lnTo>
                  <a:lnTo>
                    <a:pt x="76" y="6"/>
                  </a:lnTo>
                  <a:lnTo>
                    <a:pt x="86" y="12"/>
                  </a:lnTo>
                  <a:lnTo>
                    <a:pt x="94" y="21"/>
                  </a:lnTo>
                  <a:lnTo>
                    <a:pt x="100" y="30"/>
                  </a:lnTo>
                  <a:lnTo>
                    <a:pt x="105" y="42"/>
                  </a:lnTo>
                  <a:lnTo>
                    <a:pt x="107" y="54"/>
                  </a:lnTo>
                </a:path>
              </a:pathLst>
            </a:custGeom>
            <a:noFill/>
            <a:ln w="0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86" name="Freeform 188">
              <a:extLst>
                <a:ext uri="{FF2B5EF4-FFF2-40B4-BE49-F238E27FC236}">
                  <a16:creationId xmlns:a16="http://schemas.microsoft.com/office/drawing/2014/main" id="{A0520BD7-928B-2573-6DA5-BC1B757E0E91}"/>
                </a:ext>
              </a:extLst>
            </p:cNvPr>
            <p:cNvSpPr>
              <a:spLocks/>
            </p:cNvSpPr>
            <p:nvPr/>
          </p:nvSpPr>
          <p:spPr bwMode="auto">
            <a:xfrm>
              <a:off x="1579" y="2376"/>
              <a:ext cx="18" cy="194"/>
            </a:xfrm>
            <a:custGeom>
              <a:avLst/>
              <a:gdLst>
                <a:gd name="T0" fmla="*/ 0 w 107"/>
                <a:gd name="T1" fmla="*/ 0 h 1168"/>
                <a:gd name="T2" fmla="*/ 0 w 107"/>
                <a:gd name="T3" fmla="*/ 0 h 1168"/>
                <a:gd name="T4" fmla="*/ 0 w 107"/>
                <a:gd name="T5" fmla="*/ 0 h 1168"/>
                <a:gd name="T6" fmla="*/ 0 w 107"/>
                <a:gd name="T7" fmla="*/ 0 h 1168"/>
                <a:gd name="T8" fmla="*/ 0 w 107"/>
                <a:gd name="T9" fmla="*/ 0 h 1168"/>
                <a:gd name="T10" fmla="*/ 0 w 107"/>
                <a:gd name="T11" fmla="*/ 0 h 1168"/>
                <a:gd name="T12" fmla="*/ 0 w 107"/>
                <a:gd name="T13" fmla="*/ 0 h 1168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107"/>
                <a:gd name="T22" fmla="*/ 0 h 1168"/>
                <a:gd name="T23" fmla="*/ 107 w 107"/>
                <a:gd name="T24" fmla="*/ 1168 h 1168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107" h="1168">
                  <a:moveTo>
                    <a:pt x="107" y="0"/>
                  </a:moveTo>
                  <a:lnTo>
                    <a:pt x="53" y="0"/>
                  </a:lnTo>
                  <a:lnTo>
                    <a:pt x="0" y="0"/>
                  </a:lnTo>
                  <a:lnTo>
                    <a:pt x="0" y="1168"/>
                  </a:lnTo>
                  <a:lnTo>
                    <a:pt x="53" y="1168"/>
                  </a:lnTo>
                  <a:lnTo>
                    <a:pt x="107" y="1168"/>
                  </a:lnTo>
                  <a:lnTo>
                    <a:pt x="107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87" name="Freeform 189">
              <a:extLst>
                <a:ext uri="{FF2B5EF4-FFF2-40B4-BE49-F238E27FC236}">
                  <a16:creationId xmlns:a16="http://schemas.microsoft.com/office/drawing/2014/main" id="{F98965ED-E2DB-A06C-1841-6135F23B05E9}"/>
                </a:ext>
              </a:extLst>
            </p:cNvPr>
            <p:cNvSpPr>
              <a:spLocks/>
            </p:cNvSpPr>
            <p:nvPr/>
          </p:nvSpPr>
          <p:spPr bwMode="auto">
            <a:xfrm>
              <a:off x="1579" y="2376"/>
              <a:ext cx="18" cy="194"/>
            </a:xfrm>
            <a:custGeom>
              <a:avLst/>
              <a:gdLst>
                <a:gd name="T0" fmla="*/ 0 w 107"/>
                <a:gd name="T1" fmla="*/ 0 h 1168"/>
                <a:gd name="T2" fmla="*/ 0 w 107"/>
                <a:gd name="T3" fmla="*/ 0 h 1168"/>
                <a:gd name="T4" fmla="*/ 0 w 107"/>
                <a:gd name="T5" fmla="*/ 0 h 1168"/>
                <a:gd name="T6" fmla="*/ 0 w 107"/>
                <a:gd name="T7" fmla="*/ 0 h 1168"/>
                <a:gd name="T8" fmla="*/ 0 w 107"/>
                <a:gd name="T9" fmla="*/ 0 h 1168"/>
                <a:gd name="T10" fmla="*/ 0 w 107"/>
                <a:gd name="T11" fmla="*/ 0 h 1168"/>
                <a:gd name="T12" fmla="*/ 0 w 107"/>
                <a:gd name="T13" fmla="*/ 0 h 1168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107"/>
                <a:gd name="T22" fmla="*/ 0 h 1168"/>
                <a:gd name="T23" fmla="*/ 107 w 107"/>
                <a:gd name="T24" fmla="*/ 1168 h 1168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107" h="1168">
                  <a:moveTo>
                    <a:pt x="107" y="0"/>
                  </a:moveTo>
                  <a:lnTo>
                    <a:pt x="53" y="0"/>
                  </a:lnTo>
                  <a:lnTo>
                    <a:pt x="0" y="0"/>
                  </a:lnTo>
                  <a:lnTo>
                    <a:pt x="0" y="1168"/>
                  </a:lnTo>
                  <a:lnTo>
                    <a:pt x="53" y="1168"/>
                  </a:lnTo>
                  <a:lnTo>
                    <a:pt x="107" y="1168"/>
                  </a:lnTo>
                  <a:lnTo>
                    <a:pt x="107" y="0"/>
                  </a:lnTo>
                  <a:close/>
                </a:path>
              </a:pathLst>
            </a:custGeom>
            <a:noFill/>
            <a:ln w="0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88" name="Freeform 190">
              <a:extLst>
                <a:ext uri="{FF2B5EF4-FFF2-40B4-BE49-F238E27FC236}">
                  <a16:creationId xmlns:a16="http://schemas.microsoft.com/office/drawing/2014/main" id="{8D664080-0B02-F710-8DC6-14EB481DC922}"/>
                </a:ext>
              </a:extLst>
            </p:cNvPr>
            <p:cNvSpPr>
              <a:spLocks/>
            </p:cNvSpPr>
            <p:nvPr/>
          </p:nvSpPr>
          <p:spPr bwMode="auto">
            <a:xfrm>
              <a:off x="1579" y="2570"/>
              <a:ext cx="18" cy="9"/>
            </a:xfrm>
            <a:custGeom>
              <a:avLst/>
              <a:gdLst>
                <a:gd name="T0" fmla="*/ 0 w 107"/>
                <a:gd name="T1" fmla="*/ 0 h 53"/>
                <a:gd name="T2" fmla="*/ 0 w 107"/>
                <a:gd name="T3" fmla="*/ 0 h 53"/>
                <a:gd name="T4" fmla="*/ 0 w 107"/>
                <a:gd name="T5" fmla="*/ 0 h 53"/>
                <a:gd name="T6" fmla="*/ 0 w 107"/>
                <a:gd name="T7" fmla="*/ 0 h 53"/>
                <a:gd name="T8" fmla="*/ 0 w 107"/>
                <a:gd name="T9" fmla="*/ 0 h 53"/>
                <a:gd name="T10" fmla="*/ 0 w 107"/>
                <a:gd name="T11" fmla="*/ 0 h 53"/>
                <a:gd name="T12" fmla="*/ 0 w 107"/>
                <a:gd name="T13" fmla="*/ 0 h 53"/>
                <a:gd name="T14" fmla="*/ 0 w 107"/>
                <a:gd name="T15" fmla="*/ 0 h 53"/>
                <a:gd name="T16" fmla="*/ 0 w 107"/>
                <a:gd name="T17" fmla="*/ 0 h 53"/>
                <a:gd name="T18" fmla="*/ 0 w 107"/>
                <a:gd name="T19" fmla="*/ 0 h 53"/>
                <a:gd name="T20" fmla="*/ 0 w 107"/>
                <a:gd name="T21" fmla="*/ 0 h 53"/>
                <a:gd name="T22" fmla="*/ 0 w 107"/>
                <a:gd name="T23" fmla="*/ 0 h 53"/>
                <a:gd name="T24" fmla="*/ 0 w 107"/>
                <a:gd name="T25" fmla="*/ 0 h 53"/>
                <a:gd name="T26" fmla="*/ 0 w 107"/>
                <a:gd name="T27" fmla="*/ 0 h 53"/>
                <a:gd name="T28" fmla="*/ 0 w 107"/>
                <a:gd name="T29" fmla="*/ 0 h 53"/>
                <a:gd name="T30" fmla="*/ 0 w 107"/>
                <a:gd name="T31" fmla="*/ 0 h 53"/>
                <a:gd name="T32" fmla="*/ 0 w 107"/>
                <a:gd name="T33" fmla="*/ 0 h 53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w 107"/>
                <a:gd name="T52" fmla="*/ 0 h 53"/>
                <a:gd name="T53" fmla="*/ 107 w 107"/>
                <a:gd name="T54" fmla="*/ 53 h 53"/>
              </a:gdLst>
              <a:ahLst/>
              <a:cxnLst>
                <a:cxn ang="T34">
                  <a:pos x="T0" y="T1"/>
                </a:cxn>
                <a:cxn ang="T35">
                  <a:pos x="T2" y="T3"/>
                </a:cxn>
                <a:cxn ang="T36">
                  <a:pos x="T4" y="T5"/>
                </a:cxn>
                <a:cxn ang="T37">
                  <a:pos x="T6" y="T7"/>
                </a:cxn>
                <a:cxn ang="T38">
                  <a:pos x="T8" y="T9"/>
                </a:cxn>
                <a:cxn ang="T39">
                  <a:pos x="T10" y="T11"/>
                </a:cxn>
                <a:cxn ang="T40">
                  <a:pos x="T12" y="T13"/>
                </a:cxn>
                <a:cxn ang="T41">
                  <a:pos x="T14" y="T15"/>
                </a:cxn>
                <a:cxn ang="T42">
                  <a:pos x="T16" y="T17"/>
                </a:cxn>
                <a:cxn ang="T43">
                  <a:pos x="T18" y="T19"/>
                </a:cxn>
                <a:cxn ang="T44">
                  <a:pos x="T20" y="T21"/>
                </a:cxn>
                <a:cxn ang="T45">
                  <a:pos x="T22" y="T23"/>
                </a:cxn>
                <a:cxn ang="T46">
                  <a:pos x="T24" y="T25"/>
                </a:cxn>
                <a:cxn ang="T47">
                  <a:pos x="T26" y="T27"/>
                </a:cxn>
                <a:cxn ang="T48">
                  <a:pos x="T28" y="T29"/>
                </a:cxn>
                <a:cxn ang="T49">
                  <a:pos x="T30" y="T31"/>
                </a:cxn>
                <a:cxn ang="T50">
                  <a:pos x="T32" y="T33"/>
                </a:cxn>
              </a:cxnLst>
              <a:rect l="T51" t="T52" r="T53" b="T54"/>
              <a:pathLst>
                <a:path w="107" h="53">
                  <a:moveTo>
                    <a:pt x="53" y="0"/>
                  </a:moveTo>
                  <a:lnTo>
                    <a:pt x="107" y="0"/>
                  </a:lnTo>
                  <a:lnTo>
                    <a:pt x="105" y="12"/>
                  </a:lnTo>
                  <a:lnTo>
                    <a:pt x="100" y="24"/>
                  </a:lnTo>
                  <a:lnTo>
                    <a:pt x="94" y="33"/>
                  </a:lnTo>
                  <a:lnTo>
                    <a:pt x="86" y="42"/>
                  </a:lnTo>
                  <a:lnTo>
                    <a:pt x="76" y="48"/>
                  </a:lnTo>
                  <a:lnTo>
                    <a:pt x="64" y="52"/>
                  </a:lnTo>
                  <a:lnTo>
                    <a:pt x="53" y="53"/>
                  </a:lnTo>
                  <a:lnTo>
                    <a:pt x="41" y="52"/>
                  </a:lnTo>
                  <a:lnTo>
                    <a:pt x="29" y="48"/>
                  </a:lnTo>
                  <a:lnTo>
                    <a:pt x="20" y="42"/>
                  </a:lnTo>
                  <a:lnTo>
                    <a:pt x="11" y="33"/>
                  </a:lnTo>
                  <a:lnTo>
                    <a:pt x="5" y="24"/>
                  </a:lnTo>
                  <a:lnTo>
                    <a:pt x="1" y="12"/>
                  </a:lnTo>
                  <a:lnTo>
                    <a:pt x="0" y="0"/>
                  </a:lnTo>
                  <a:lnTo>
                    <a:pt x="53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89" name="Freeform 191">
              <a:extLst>
                <a:ext uri="{FF2B5EF4-FFF2-40B4-BE49-F238E27FC236}">
                  <a16:creationId xmlns:a16="http://schemas.microsoft.com/office/drawing/2014/main" id="{25ADB521-2EB8-0F9C-1A21-9FC282F0D176}"/>
                </a:ext>
              </a:extLst>
            </p:cNvPr>
            <p:cNvSpPr>
              <a:spLocks/>
            </p:cNvSpPr>
            <p:nvPr/>
          </p:nvSpPr>
          <p:spPr bwMode="auto">
            <a:xfrm>
              <a:off x="1579" y="2570"/>
              <a:ext cx="18" cy="9"/>
            </a:xfrm>
            <a:custGeom>
              <a:avLst/>
              <a:gdLst>
                <a:gd name="T0" fmla="*/ 0 w 107"/>
                <a:gd name="T1" fmla="*/ 0 h 53"/>
                <a:gd name="T2" fmla="*/ 0 w 107"/>
                <a:gd name="T3" fmla="*/ 0 h 53"/>
                <a:gd name="T4" fmla="*/ 0 w 107"/>
                <a:gd name="T5" fmla="*/ 0 h 53"/>
                <a:gd name="T6" fmla="*/ 0 w 107"/>
                <a:gd name="T7" fmla="*/ 0 h 53"/>
                <a:gd name="T8" fmla="*/ 0 w 107"/>
                <a:gd name="T9" fmla="*/ 0 h 53"/>
                <a:gd name="T10" fmla="*/ 0 w 107"/>
                <a:gd name="T11" fmla="*/ 0 h 53"/>
                <a:gd name="T12" fmla="*/ 0 w 107"/>
                <a:gd name="T13" fmla="*/ 0 h 53"/>
                <a:gd name="T14" fmla="*/ 0 w 107"/>
                <a:gd name="T15" fmla="*/ 0 h 53"/>
                <a:gd name="T16" fmla="*/ 0 w 107"/>
                <a:gd name="T17" fmla="*/ 0 h 53"/>
                <a:gd name="T18" fmla="*/ 0 w 107"/>
                <a:gd name="T19" fmla="*/ 0 h 53"/>
                <a:gd name="T20" fmla="*/ 0 w 107"/>
                <a:gd name="T21" fmla="*/ 0 h 53"/>
                <a:gd name="T22" fmla="*/ 0 w 107"/>
                <a:gd name="T23" fmla="*/ 0 h 53"/>
                <a:gd name="T24" fmla="*/ 0 w 107"/>
                <a:gd name="T25" fmla="*/ 0 h 53"/>
                <a:gd name="T26" fmla="*/ 0 w 107"/>
                <a:gd name="T27" fmla="*/ 0 h 53"/>
                <a:gd name="T28" fmla="*/ 0 w 107"/>
                <a:gd name="T29" fmla="*/ 0 h 53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w 107"/>
                <a:gd name="T46" fmla="*/ 0 h 53"/>
                <a:gd name="T47" fmla="*/ 107 w 107"/>
                <a:gd name="T48" fmla="*/ 53 h 53"/>
              </a:gdLst>
              <a:ahLst/>
              <a:cxnLst>
                <a:cxn ang="T30">
                  <a:pos x="T0" y="T1"/>
                </a:cxn>
                <a:cxn ang="T31">
                  <a:pos x="T2" y="T3"/>
                </a:cxn>
                <a:cxn ang="T32">
                  <a:pos x="T4" y="T5"/>
                </a:cxn>
                <a:cxn ang="T33">
                  <a:pos x="T6" y="T7"/>
                </a:cxn>
                <a:cxn ang="T34">
                  <a:pos x="T8" y="T9"/>
                </a:cxn>
                <a:cxn ang="T35">
                  <a:pos x="T10" y="T11"/>
                </a:cxn>
                <a:cxn ang="T36">
                  <a:pos x="T12" y="T13"/>
                </a:cxn>
                <a:cxn ang="T37">
                  <a:pos x="T14" y="T15"/>
                </a:cxn>
                <a:cxn ang="T38">
                  <a:pos x="T16" y="T17"/>
                </a:cxn>
                <a:cxn ang="T39">
                  <a:pos x="T18" y="T19"/>
                </a:cxn>
                <a:cxn ang="T40">
                  <a:pos x="T20" y="T21"/>
                </a:cxn>
                <a:cxn ang="T41">
                  <a:pos x="T22" y="T23"/>
                </a:cxn>
                <a:cxn ang="T42">
                  <a:pos x="T24" y="T25"/>
                </a:cxn>
                <a:cxn ang="T43">
                  <a:pos x="T26" y="T27"/>
                </a:cxn>
                <a:cxn ang="T44">
                  <a:pos x="T28" y="T29"/>
                </a:cxn>
              </a:cxnLst>
              <a:rect l="T45" t="T46" r="T47" b="T48"/>
              <a:pathLst>
                <a:path w="107" h="53">
                  <a:moveTo>
                    <a:pt x="107" y="0"/>
                  </a:moveTo>
                  <a:lnTo>
                    <a:pt x="105" y="12"/>
                  </a:lnTo>
                  <a:lnTo>
                    <a:pt x="100" y="24"/>
                  </a:lnTo>
                  <a:lnTo>
                    <a:pt x="94" y="33"/>
                  </a:lnTo>
                  <a:lnTo>
                    <a:pt x="86" y="42"/>
                  </a:lnTo>
                  <a:lnTo>
                    <a:pt x="76" y="48"/>
                  </a:lnTo>
                  <a:lnTo>
                    <a:pt x="64" y="52"/>
                  </a:lnTo>
                  <a:lnTo>
                    <a:pt x="53" y="53"/>
                  </a:lnTo>
                  <a:lnTo>
                    <a:pt x="41" y="52"/>
                  </a:lnTo>
                  <a:lnTo>
                    <a:pt x="29" y="48"/>
                  </a:lnTo>
                  <a:lnTo>
                    <a:pt x="20" y="42"/>
                  </a:lnTo>
                  <a:lnTo>
                    <a:pt x="11" y="33"/>
                  </a:lnTo>
                  <a:lnTo>
                    <a:pt x="5" y="24"/>
                  </a:lnTo>
                  <a:lnTo>
                    <a:pt x="1" y="12"/>
                  </a:lnTo>
                  <a:lnTo>
                    <a:pt x="0" y="0"/>
                  </a:lnTo>
                </a:path>
              </a:pathLst>
            </a:custGeom>
            <a:noFill/>
            <a:ln w="0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90" name="Freeform 192">
              <a:extLst>
                <a:ext uri="{FF2B5EF4-FFF2-40B4-BE49-F238E27FC236}">
                  <a16:creationId xmlns:a16="http://schemas.microsoft.com/office/drawing/2014/main" id="{40881CF9-7FA3-CB9A-3707-6998351D43BB}"/>
                </a:ext>
              </a:extLst>
            </p:cNvPr>
            <p:cNvSpPr>
              <a:spLocks/>
            </p:cNvSpPr>
            <p:nvPr/>
          </p:nvSpPr>
          <p:spPr bwMode="auto">
            <a:xfrm>
              <a:off x="1569" y="2125"/>
              <a:ext cx="38" cy="38"/>
            </a:xfrm>
            <a:custGeom>
              <a:avLst/>
              <a:gdLst>
                <a:gd name="T0" fmla="*/ 0 w 231"/>
                <a:gd name="T1" fmla="*/ 0 h 231"/>
                <a:gd name="T2" fmla="*/ 0 w 231"/>
                <a:gd name="T3" fmla="*/ 0 h 231"/>
                <a:gd name="T4" fmla="*/ 0 w 231"/>
                <a:gd name="T5" fmla="*/ 0 h 231"/>
                <a:gd name="T6" fmla="*/ 0 w 231"/>
                <a:gd name="T7" fmla="*/ 0 h 231"/>
                <a:gd name="T8" fmla="*/ 0 w 231"/>
                <a:gd name="T9" fmla="*/ 0 h 231"/>
                <a:gd name="T10" fmla="*/ 0 w 231"/>
                <a:gd name="T11" fmla="*/ 0 h 231"/>
                <a:gd name="T12" fmla="*/ 0 w 231"/>
                <a:gd name="T13" fmla="*/ 0 h 231"/>
                <a:gd name="T14" fmla="*/ 0 w 231"/>
                <a:gd name="T15" fmla="*/ 0 h 231"/>
                <a:gd name="T16" fmla="*/ 0 w 231"/>
                <a:gd name="T17" fmla="*/ 0 h 231"/>
                <a:gd name="T18" fmla="*/ 0 w 231"/>
                <a:gd name="T19" fmla="*/ 0 h 231"/>
                <a:gd name="T20" fmla="*/ 0 w 231"/>
                <a:gd name="T21" fmla="*/ 0 h 231"/>
                <a:gd name="T22" fmla="*/ 0 w 231"/>
                <a:gd name="T23" fmla="*/ 0 h 231"/>
                <a:gd name="T24" fmla="*/ 0 w 231"/>
                <a:gd name="T25" fmla="*/ 0 h 231"/>
                <a:gd name="T26" fmla="*/ 0 w 231"/>
                <a:gd name="T27" fmla="*/ 0 h 231"/>
                <a:gd name="T28" fmla="*/ 0 w 231"/>
                <a:gd name="T29" fmla="*/ 0 h 231"/>
                <a:gd name="T30" fmla="*/ 0 w 231"/>
                <a:gd name="T31" fmla="*/ 0 h 231"/>
                <a:gd name="T32" fmla="*/ 0 w 231"/>
                <a:gd name="T33" fmla="*/ 0 h 231"/>
                <a:gd name="T34" fmla="*/ 0 w 231"/>
                <a:gd name="T35" fmla="*/ 0 h 231"/>
                <a:gd name="T36" fmla="*/ 0 w 231"/>
                <a:gd name="T37" fmla="*/ 0 h 231"/>
                <a:gd name="T38" fmla="*/ 0 w 231"/>
                <a:gd name="T39" fmla="*/ 0 h 231"/>
                <a:gd name="T40" fmla="*/ 0 w 231"/>
                <a:gd name="T41" fmla="*/ 0 h 231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w 231"/>
                <a:gd name="T64" fmla="*/ 0 h 231"/>
                <a:gd name="T65" fmla="*/ 231 w 231"/>
                <a:gd name="T66" fmla="*/ 231 h 231"/>
              </a:gdLst>
              <a:ahLst/>
              <a:cxnLst>
                <a:cxn ang="T42">
                  <a:pos x="T0" y="T1"/>
                </a:cxn>
                <a:cxn ang="T43">
                  <a:pos x="T2" y="T3"/>
                </a:cxn>
                <a:cxn ang="T44">
                  <a:pos x="T4" y="T5"/>
                </a:cxn>
                <a:cxn ang="T45">
                  <a:pos x="T6" y="T7"/>
                </a:cxn>
                <a:cxn ang="T46">
                  <a:pos x="T8" y="T9"/>
                </a:cxn>
                <a:cxn ang="T47">
                  <a:pos x="T10" y="T11"/>
                </a:cxn>
                <a:cxn ang="T48">
                  <a:pos x="T12" y="T13"/>
                </a:cxn>
                <a:cxn ang="T49">
                  <a:pos x="T14" y="T15"/>
                </a:cxn>
                <a:cxn ang="T50">
                  <a:pos x="T16" y="T17"/>
                </a:cxn>
                <a:cxn ang="T51">
                  <a:pos x="T18" y="T19"/>
                </a:cxn>
                <a:cxn ang="T52">
                  <a:pos x="T20" y="T21"/>
                </a:cxn>
                <a:cxn ang="T53">
                  <a:pos x="T22" y="T23"/>
                </a:cxn>
                <a:cxn ang="T54">
                  <a:pos x="T24" y="T25"/>
                </a:cxn>
                <a:cxn ang="T55">
                  <a:pos x="T26" y="T27"/>
                </a:cxn>
                <a:cxn ang="T56">
                  <a:pos x="T28" y="T29"/>
                </a:cxn>
                <a:cxn ang="T57">
                  <a:pos x="T30" y="T31"/>
                </a:cxn>
                <a:cxn ang="T58">
                  <a:pos x="T32" y="T33"/>
                </a:cxn>
                <a:cxn ang="T59">
                  <a:pos x="T34" y="T35"/>
                </a:cxn>
                <a:cxn ang="T60">
                  <a:pos x="T36" y="T37"/>
                </a:cxn>
                <a:cxn ang="T61">
                  <a:pos x="T38" y="T39"/>
                </a:cxn>
                <a:cxn ang="T62">
                  <a:pos x="T40" y="T41"/>
                </a:cxn>
              </a:cxnLst>
              <a:rect l="T63" t="T64" r="T65" b="T66"/>
              <a:pathLst>
                <a:path w="231" h="231">
                  <a:moveTo>
                    <a:pt x="231" y="115"/>
                  </a:moveTo>
                  <a:lnTo>
                    <a:pt x="225" y="80"/>
                  </a:lnTo>
                  <a:lnTo>
                    <a:pt x="209" y="48"/>
                  </a:lnTo>
                  <a:lnTo>
                    <a:pt x="183" y="22"/>
                  </a:lnTo>
                  <a:lnTo>
                    <a:pt x="151" y="6"/>
                  </a:lnTo>
                  <a:lnTo>
                    <a:pt x="116" y="0"/>
                  </a:lnTo>
                  <a:lnTo>
                    <a:pt x="80" y="6"/>
                  </a:lnTo>
                  <a:lnTo>
                    <a:pt x="48" y="22"/>
                  </a:lnTo>
                  <a:lnTo>
                    <a:pt x="21" y="48"/>
                  </a:lnTo>
                  <a:lnTo>
                    <a:pt x="6" y="80"/>
                  </a:lnTo>
                  <a:lnTo>
                    <a:pt x="0" y="115"/>
                  </a:lnTo>
                  <a:lnTo>
                    <a:pt x="6" y="151"/>
                  </a:lnTo>
                  <a:lnTo>
                    <a:pt x="21" y="183"/>
                  </a:lnTo>
                  <a:lnTo>
                    <a:pt x="48" y="210"/>
                  </a:lnTo>
                  <a:lnTo>
                    <a:pt x="80" y="226"/>
                  </a:lnTo>
                  <a:lnTo>
                    <a:pt x="116" y="231"/>
                  </a:lnTo>
                  <a:lnTo>
                    <a:pt x="151" y="226"/>
                  </a:lnTo>
                  <a:lnTo>
                    <a:pt x="183" y="210"/>
                  </a:lnTo>
                  <a:lnTo>
                    <a:pt x="209" y="183"/>
                  </a:lnTo>
                  <a:lnTo>
                    <a:pt x="225" y="151"/>
                  </a:lnTo>
                  <a:lnTo>
                    <a:pt x="231" y="115"/>
                  </a:lnTo>
                  <a:close/>
                </a:path>
              </a:pathLst>
            </a:custGeom>
            <a:noFill/>
            <a:ln w="0">
              <a:solidFill>
                <a:srgbClr val="0000FF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91" name="Freeform 193">
              <a:extLst>
                <a:ext uri="{FF2B5EF4-FFF2-40B4-BE49-F238E27FC236}">
                  <a16:creationId xmlns:a16="http://schemas.microsoft.com/office/drawing/2014/main" id="{C8D2229C-9F7B-013A-808E-A8E5DCEE63B2}"/>
                </a:ext>
              </a:extLst>
            </p:cNvPr>
            <p:cNvSpPr>
              <a:spLocks/>
            </p:cNvSpPr>
            <p:nvPr/>
          </p:nvSpPr>
          <p:spPr bwMode="auto">
            <a:xfrm>
              <a:off x="1569" y="2337"/>
              <a:ext cx="38" cy="39"/>
            </a:xfrm>
            <a:custGeom>
              <a:avLst/>
              <a:gdLst>
                <a:gd name="T0" fmla="*/ 0 w 231"/>
                <a:gd name="T1" fmla="*/ 0 h 231"/>
                <a:gd name="T2" fmla="*/ 0 w 231"/>
                <a:gd name="T3" fmla="*/ 0 h 231"/>
                <a:gd name="T4" fmla="*/ 0 w 231"/>
                <a:gd name="T5" fmla="*/ 0 h 231"/>
                <a:gd name="T6" fmla="*/ 0 w 231"/>
                <a:gd name="T7" fmla="*/ 0 h 231"/>
                <a:gd name="T8" fmla="*/ 0 w 231"/>
                <a:gd name="T9" fmla="*/ 0 h 231"/>
                <a:gd name="T10" fmla="*/ 0 w 231"/>
                <a:gd name="T11" fmla="*/ 0 h 231"/>
                <a:gd name="T12" fmla="*/ 0 w 231"/>
                <a:gd name="T13" fmla="*/ 0 h 231"/>
                <a:gd name="T14" fmla="*/ 0 w 231"/>
                <a:gd name="T15" fmla="*/ 0 h 231"/>
                <a:gd name="T16" fmla="*/ 0 w 231"/>
                <a:gd name="T17" fmla="*/ 0 h 231"/>
                <a:gd name="T18" fmla="*/ 0 w 231"/>
                <a:gd name="T19" fmla="*/ 0 h 231"/>
                <a:gd name="T20" fmla="*/ 0 w 231"/>
                <a:gd name="T21" fmla="*/ 0 h 231"/>
                <a:gd name="T22" fmla="*/ 0 w 231"/>
                <a:gd name="T23" fmla="*/ 0 h 231"/>
                <a:gd name="T24" fmla="*/ 0 w 231"/>
                <a:gd name="T25" fmla="*/ 0 h 231"/>
                <a:gd name="T26" fmla="*/ 0 w 231"/>
                <a:gd name="T27" fmla="*/ 0 h 231"/>
                <a:gd name="T28" fmla="*/ 0 w 231"/>
                <a:gd name="T29" fmla="*/ 0 h 231"/>
                <a:gd name="T30" fmla="*/ 0 w 231"/>
                <a:gd name="T31" fmla="*/ 0 h 231"/>
                <a:gd name="T32" fmla="*/ 0 w 231"/>
                <a:gd name="T33" fmla="*/ 0 h 231"/>
                <a:gd name="T34" fmla="*/ 0 w 231"/>
                <a:gd name="T35" fmla="*/ 0 h 231"/>
                <a:gd name="T36" fmla="*/ 0 w 231"/>
                <a:gd name="T37" fmla="*/ 0 h 231"/>
                <a:gd name="T38" fmla="*/ 0 w 231"/>
                <a:gd name="T39" fmla="*/ 0 h 231"/>
                <a:gd name="T40" fmla="*/ 0 w 231"/>
                <a:gd name="T41" fmla="*/ 0 h 231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w 231"/>
                <a:gd name="T64" fmla="*/ 0 h 231"/>
                <a:gd name="T65" fmla="*/ 231 w 231"/>
                <a:gd name="T66" fmla="*/ 231 h 231"/>
              </a:gdLst>
              <a:ahLst/>
              <a:cxnLst>
                <a:cxn ang="T42">
                  <a:pos x="T0" y="T1"/>
                </a:cxn>
                <a:cxn ang="T43">
                  <a:pos x="T2" y="T3"/>
                </a:cxn>
                <a:cxn ang="T44">
                  <a:pos x="T4" y="T5"/>
                </a:cxn>
                <a:cxn ang="T45">
                  <a:pos x="T6" y="T7"/>
                </a:cxn>
                <a:cxn ang="T46">
                  <a:pos x="T8" y="T9"/>
                </a:cxn>
                <a:cxn ang="T47">
                  <a:pos x="T10" y="T11"/>
                </a:cxn>
                <a:cxn ang="T48">
                  <a:pos x="T12" y="T13"/>
                </a:cxn>
                <a:cxn ang="T49">
                  <a:pos x="T14" y="T15"/>
                </a:cxn>
                <a:cxn ang="T50">
                  <a:pos x="T16" y="T17"/>
                </a:cxn>
                <a:cxn ang="T51">
                  <a:pos x="T18" y="T19"/>
                </a:cxn>
                <a:cxn ang="T52">
                  <a:pos x="T20" y="T21"/>
                </a:cxn>
                <a:cxn ang="T53">
                  <a:pos x="T22" y="T23"/>
                </a:cxn>
                <a:cxn ang="T54">
                  <a:pos x="T24" y="T25"/>
                </a:cxn>
                <a:cxn ang="T55">
                  <a:pos x="T26" y="T27"/>
                </a:cxn>
                <a:cxn ang="T56">
                  <a:pos x="T28" y="T29"/>
                </a:cxn>
                <a:cxn ang="T57">
                  <a:pos x="T30" y="T31"/>
                </a:cxn>
                <a:cxn ang="T58">
                  <a:pos x="T32" y="T33"/>
                </a:cxn>
                <a:cxn ang="T59">
                  <a:pos x="T34" y="T35"/>
                </a:cxn>
                <a:cxn ang="T60">
                  <a:pos x="T36" y="T37"/>
                </a:cxn>
                <a:cxn ang="T61">
                  <a:pos x="T38" y="T39"/>
                </a:cxn>
                <a:cxn ang="T62">
                  <a:pos x="T40" y="T41"/>
                </a:cxn>
              </a:cxnLst>
              <a:rect l="T63" t="T64" r="T65" b="T66"/>
              <a:pathLst>
                <a:path w="231" h="231">
                  <a:moveTo>
                    <a:pt x="231" y="115"/>
                  </a:moveTo>
                  <a:lnTo>
                    <a:pt x="225" y="79"/>
                  </a:lnTo>
                  <a:lnTo>
                    <a:pt x="209" y="47"/>
                  </a:lnTo>
                  <a:lnTo>
                    <a:pt x="183" y="22"/>
                  </a:lnTo>
                  <a:lnTo>
                    <a:pt x="151" y="5"/>
                  </a:lnTo>
                  <a:lnTo>
                    <a:pt x="116" y="0"/>
                  </a:lnTo>
                  <a:lnTo>
                    <a:pt x="80" y="5"/>
                  </a:lnTo>
                  <a:lnTo>
                    <a:pt x="48" y="22"/>
                  </a:lnTo>
                  <a:lnTo>
                    <a:pt x="21" y="47"/>
                  </a:lnTo>
                  <a:lnTo>
                    <a:pt x="6" y="79"/>
                  </a:lnTo>
                  <a:lnTo>
                    <a:pt x="0" y="115"/>
                  </a:lnTo>
                  <a:lnTo>
                    <a:pt x="6" y="150"/>
                  </a:lnTo>
                  <a:lnTo>
                    <a:pt x="21" y="183"/>
                  </a:lnTo>
                  <a:lnTo>
                    <a:pt x="48" y="208"/>
                  </a:lnTo>
                  <a:lnTo>
                    <a:pt x="80" y="225"/>
                  </a:lnTo>
                  <a:lnTo>
                    <a:pt x="116" y="231"/>
                  </a:lnTo>
                  <a:lnTo>
                    <a:pt x="151" y="225"/>
                  </a:lnTo>
                  <a:lnTo>
                    <a:pt x="183" y="208"/>
                  </a:lnTo>
                  <a:lnTo>
                    <a:pt x="209" y="183"/>
                  </a:lnTo>
                  <a:lnTo>
                    <a:pt x="225" y="150"/>
                  </a:lnTo>
                  <a:lnTo>
                    <a:pt x="231" y="115"/>
                  </a:lnTo>
                  <a:close/>
                </a:path>
              </a:pathLst>
            </a:custGeom>
            <a:noFill/>
            <a:ln w="0">
              <a:solidFill>
                <a:srgbClr val="0000FF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92" name="Freeform 194">
              <a:extLst>
                <a:ext uri="{FF2B5EF4-FFF2-40B4-BE49-F238E27FC236}">
                  <a16:creationId xmlns:a16="http://schemas.microsoft.com/office/drawing/2014/main" id="{1C9DA1D2-ADF1-DC7F-FA9D-90FD871246AE}"/>
                </a:ext>
              </a:extLst>
            </p:cNvPr>
            <p:cNvSpPr>
              <a:spLocks/>
            </p:cNvSpPr>
            <p:nvPr/>
          </p:nvSpPr>
          <p:spPr bwMode="auto">
            <a:xfrm>
              <a:off x="1597" y="2355"/>
              <a:ext cx="12" cy="17"/>
            </a:xfrm>
            <a:custGeom>
              <a:avLst/>
              <a:gdLst>
                <a:gd name="T0" fmla="*/ 0 w 75"/>
                <a:gd name="T1" fmla="*/ 0 h 101"/>
                <a:gd name="T2" fmla="*/ 0 w 75"/>
                <a:gd name="T3" fmla="*/ 0 h 101"/>
                <a:gd name="T4" fmla="*/ 0 w 75"/>
                <a:gd name="T5" fmla="*/ 0 h 101"/>
                <a:gd name="T6" fmla="*/ 0 w 75"/>
                <a:gd name="T7" fmla="*/ 0 h 101"/>
                <a:gd name="T8" fmla="*/ 0 w 75"/>
                <a:gd name="T9" fmla="*/ 0 h 101"/>
                <a:gd name="T10" fmla="*/ 0 w 75"/>
                <a:gd name="T11" fmla="*/ 0 h 101"/>
                <a:gd name="T12" fmla="*/ 0 w 75"/>
                <a:gd name="T13" fmla="*/ 0 h 101"/>
                <a:gd name="T14" fmla="*/ 0 w 75"/>
                <a:gd name="T15" fmla="*/ 0 h 101"/>
                <a:gd name="T16" fmla="*/ 0 w 75"/>
                <a:gd name="T17" fmla="*/ 0 h 101"/>
                <a:gd name="T18" fmla="*/ 0 w 75"/>
                <a:gd name="T19" fmla="*/ 0 h 101"/>
                <a:gd name="T20" fmla="*/ 0 w 75"/>
                <a:gd name="T21" fmla="*/ 0 h 101"/>
                <a:gd name="T22" fmla="*/ 0 w 75"/>
                <a:gd name="T23" fmla="*/ 0 h 101"/>
                <a:gd name="T24" fmla="*/ 0 w 75"/>
                <a:gd name="T25" fmla="*/ 0 h 101"/>
                <a:gd name="T26" fmla="*/ 0 w 75"/>
                <a:gd name="T27" fmla="*/ 0 h 101"/>
                <a:gd name="T28" fmla="*/ 0 w 75"/>
                <a:gd name="T29" fmla="*/ 0 h 101"/>
                <a:gd name="T30" fmla="*/ 0 w 75"/>
                <a:gd name="T31" fmla="*/ 0 h 101"/>
                <a:gd name="T32" fmla="*/ 0 w 75"/>
                <a:gd name="T33" fmla="*/ 0 h 101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w 75"/>
                <a:gd name="T52" fmla="*/ 0 h 101"/>
                <a:gd name="T53" fmla="*/ 75 w 75"/>
                <a:gd name="T54" fmla="*/ 101 h 101"/>
              </a:gdLst>
              <a:ahLst/>
              <a:cxnLst>
                <a:cxn ang="T34">
                  <a:pos x="T0" y="T1"/>
                </a:cxn>
                <a:cxn ang="T35">
                  <a:pos x="T2" y="T3"/>
                </a:cxn>
                <a:cxn ang="T36">
                  <a:pos x="T4" y="T5"/>
                </a:cxn>
                <a:cxn ang="T37">
                  <a:pos x="T6" y="T7"/>
                </a:cxn>
                <a:cxn ang="T38">
                  <a:pos x="T8" y="T9"/>
                </a:cxn>
                <a:cxn ang="T39">
                  <a:pos x="T10" y="T11"/>
                </a:cxn>
                <a:cxn ang="T40">
                  <a:pos x="T12" y="T13"/>
                </a:cxn>
                <a:cxn ang="T41">
                  <a:pos x="T14" y="T15"/>
                </a:cxn>
                <a:cxn ang="T42">
                  <a:pos x="T16" y="T17"/>
                </a:cxn>
                <a:cxn ang="T43">
                  <a:pos x="T18" y="T19"/>
                </a:cxn>
                <a:cxn ang="T44">
                  <a:pos x="T20" y="T21"/>
                </a:cxn>
                <a:cxn ang="T45">
                  <a:pos x="T22" y="T23"/>
                </a:cxn>
                <a:cxn ang="T46">
                  <a:pos x="T24" y="T25"/>
                </a:cxn>
                <a:cxn ang="T47">
                  <a:pos x="T26" y="T27"/>
                </a:cxn>
                <a:cxn ang="T48">
                  <a:pos x="T28" y="T29"/>
                </a:cxn>
                <a:cxn ang="T49">
                  <a:pos x="T30" y="T31"/>
                </a:cxn>
                <a:cxn ang="T50">
                  <a:pos x="T32" y="T33"/>
                </a:cxn>
              </a:cxnLst>
              <a:rect l="T51" t="T52" r="T53" b="T54"/>
              <a:pathLst>
                <a:path w="75" h="101">
                  <a:moveTo>
                    <a:pt x="53" y="53"/>
                  </a:moveTo>
                  <a:lnTo>
                    <a:pt x="30" y="101"/>
                  </a:lnTo>
                  <a:lnTo>
                    <a:pt x="20" y="95"/>
                  </a:lnTo>
                  <a:lnTo>
                    <a:pt x="11" y="87"/>
                  </a:lnTo>
                  <a:lnTo>
                    <a:pt x="5" y="77"/>
                  </a:lnTo>
                  <a:lnTo>
                    <a:pt x="1" y="65"/>
                  </a:lnTo>
                  <a:lnTo>
                    <a:pt x="0" y="54"/>
                  </a:lnTo>
                  <a:lnTo>
                    <a:pt x="1" y="42"/>
                  </a:lnTo>
                  <a:lnTo>
                    <a:pt x="4" y="31"/>
                  </a:lnTo>
                  <a:lnTo>
                    <a:pt x="10" y="20"/>
                  </a:lnTo>
                  <a:lnTo>
                    <a:pt x="19" y="11"/>
                  </a:lnTo>
                  <a:lnTo>
                    <a:pt x="28" y="5"/>
                  </a:lnTo>
                  <a:lnTo>
                    <a:pt x="40" y="1"/>
                  </a:lnTo>
                  <a:lnTo>
                    <a:pt x="51" y="0"/>
                  </a:lnTo>
                  <a:lnTo>
                    <a:pt x="63" y="1"/>
                  </a:lnTo>
                  <a:lnTo>
                    <a:pt x="75" y="4"/>
                  </a:lnTo>
                  <a:lnTo>
                    <a:pt x="53" y="53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93" name="Freeform 195">
              <a:extLst>
                <a:ext uri="{FF2B5EF4-FFF2-40B4-BE49-F238E27FC236}">
                  <a16:creationId xmlns:a16="http://schemas.microsoft.com/office/drawing/2014/main" id="{43D1B145-9490-1602-4875-17D8042FBAE7}"/>
                </a:ext>
              </a:extLst>
            </p:cNvPr>
            <p:cNvSpPr>
              <a:spLocks/>
            </p:cNvSpPr>
            <p:nvPr/>
          </p:nvSpPr>
          <p:spPr bwMode="auto">
            <a:xfrm>
              <a:off x="1597" y="2355"/>
              <a:ext cx="12" cy="17"/>
            </a:xfrm>
            <a:custGeom>
              <a:avLst/>
              <a:gdLst>
                <a:gd name="T0" fmla="*/ 0 w 75"/>
                <a:gd name="T1" fmla="*/ 0 h 101"/>
                <a:gd name="T2" fmla="*/ 0 w 75"/>
                <a:gd name="T3" fmla="*/ 0 h 101"/>
                <a:gd name="T4" fmla="*/ 0 w 75"/>
                <a:gd name="T5" fmla="*/ 0 h 101"/>
                <a:gd name="T6" fmla="*/ 0 w 75"/>
                <a:gd name="T7" fmla="*/ 0 h 101"/>
                <a:gd name="T8" fmla="*/ 0 w 75"/>
                <a:gd name="T9" fmla="*/ 0 h 101"/>
                <a:gd name="T10" fmla="*/ 0 w 75"/>
                <a:gd name="T11" fmla="*/ 0 h 101"/>
                <a:gd name="T12" fmla="*/ 0 w 75"/>
                <a:gd name="T13" fmla="*/ 0 h 101"/>
                <a:gd name="T14" fmla="*/ 0 w 75"/>
                <a:gd name="T15" fmla="*/ 0 h 101"/>
                <a:gd name="T16" fmla="*/ 0 w 75"/>
                <a:gd name="T17" fmla="*/ 0 h 101"/>
                <a:gd name="T18" fmla="*/ 0 w 75"/>
                <a:gd name="T19" fmla="*/ 0 h 101"/>
                <a:gd name="T20" fmla="*/ 0 w 75"/>
                <a:gd name="T21" fmla="*/ 0 h 101"/>
                <a:gd name="T22" fmla="*/ 0 w 75"/>
                <a:gd name="T23" fmla="*/ 0 h 101"/>
                <a:gd name="T24" fmla="*/ 0 w 75"/>
                <a:gd name="T25" fmla="*/ 0 h 101"/>
                <a:gd name="T26" fmla="*/ 0 w 75"/>
                <a:gd name="T27" fmla="*/ 0 h 101"/>
                <a:gd name="T28" fmla="*/ 0 w 75"/>
                <a:gd name="T29" fmla="*/ 0 h 101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w 75"/>
                <a:gd name="T46" fmla="*/ 0 h 101"/>
                <a:gd name="T47" fmla="*/ 75 w 75"/>
                <a:gd name="T48" fmla="*/ 101 h 101"/>
              </a:gdLst>
              <a:ahLst/>
              <a:cxnLst>
                <a:cxn ang="T30">
                  <a:pos x="T0" y="T1"/>
                </a:cxn>
                <a:cxn ang="T31">
                  <a:pos x="T2" y="T3"/>
                </a:cxn>
                <a:cxn ang="T32">
                  <a:pos x="T4" y="T5"/>
                </a:cxn>
                <a:cxn ang="T33">
                  <a:pos x="T6" y="T7"/>
                </a:cxn>
                <a:cxn ang="T34">
                  <a:pos x="T8" y="T9"/>
                </a:cxn>
                <a:cxn ang="T35">
                  <a:pos x="T10" y="T11"/>
                </a:cxn>
                <a:cxn ang="T36">
                  <a:pos x="T12" y="T13"/>
                </a:cxn>
                <a:cxn ang="T37">
                  <a:pos x="T14" y="T15"/>
                </a:cxn>
                <a:cxn ang="T38">
                  <a:pos x="T16" y="T17"/>
                </a:cxn>
                <a:cxn ang="T39">
                  <a:pos x="T18" y="T19"/>
                </a:cxn>
                <a:cxn ang="T40">
                  <a:pos x="T20" y="T21"/>
                </a:cxn>
                <a:cxn ang="T41">
                  <a:pos x="T22" y="T23"/>
                </a:cxn>
                <a:cxn ang="T42">
                  <a:pos x="T24" y="T25"/>
                </a:cxn>
                <a:cxn ang="T43">
                  <a:pos x="T26" y="T27"/>
                </a:cxn>
                <a:cxn ang="T44">
                  <a:pos x="T28" y="T29"/>
                </a:cxn>
              </a:cxnLst>
              <a:rect l="T45" t="T46" r="T47" b="T48"/>
              <a:pathLst>
                <a:path w="75" h="101">
                  <a:moveTo>
                    <a:pt x="30" y="101"/>
                  </a:moveTo>
                  <a:lnTo>
                    <a:pt x="20" y="95"/>
                  </a:lnTo>
                  <a:lnTo>
                    <a:pt x="11" y="87"/>
                  </a:lnTo>
                  <a:lnTo>
                    <a:pt x="5" y="77"/>
                  </a:lnTo>
                  <a:lnTo>
                    <a:pt x="1" y="65"/>
                  </a:lnTo>
                  <a:lnTo>
                    <a:pt x="0" y="54"/>
                  </a:lnTo>
                  <a:lnTo>
                    <a:pt x="1" y="42"/>
                  </a:lnTo>
                  <a:lnTo>
                    <a:pt x="4" y="31"/>
                  </a:lnTo>
                  <a:lnTo>
                    <a:pt x="10" y="20"/>
                  </a:lnTo>
                  <a:lnTo>
                    <a:pt x="19" y="11"/>
                  </a:lnTo>
                  <a:lnTo>
                    <a:pt x="28" y="5"/>
                  </a:lnTo>
                  <a:lnTo>
                    <a:pt x="40" y="1"/>
                  </a:lnTo>
                  <a:lnTo>
                    <a:pt x="51" y="0"/>
                  </a:lnTo>
                  <a:lnTo>
                    <a:pt x="63" y="1"/>
                  </a:lnTo>
                  <a:lnTo>
                    <a:pt x="75" y="4"/>
                  </a:lnTo>
                </a:path>
              </a:pathLst>
            </a:custGeom>
            <a:noFill/>
            <a:ln w="0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94" name="Freeform 196">
              <a:extLst>
                <a:ext uri="{FF2B5EF4-FFF2-40B4-BE49-F238E27FC236}">
                  <a16:creationId xmlns:a16="http://schemas.microsoft.com/office/drawing/2014/main" id="{B3FDC6BB-67E4-29B3-EFFE-5C60DA115E23}"/>
                </a:ext>
              </a:extLst>
            </p:cNvPr>
            <p:cNvSpPr>
              <a:spLocks/>
            </p:cNvSpPr>
            <p:nvPr/>
          </p:nvSpPr>
          <p:spPr bwMode="auto">
            <a:xfrm>
              <a:off x="1602" y="2356"/>
              <a:ext cx="331" cy="166"/>
            </a:xfrm>
            <a:custGeom>
              <a:avLst/>
              <a:gdLst>
                <a:gd name="T0" fmla="*/ 0 w 1987"/>
                <a:gd name="T1" fmla="*/ 0 h 994"/>
                <a:gd name="T2" fmla="*/ 0 w 1987"/>
                <a:gd name="T3" fmla="*/ 0 h 994"/>
                <a:gd name="T4" fmla="*/ 0 w 1987"/>
                <a:gd name="T5" fmla="*/ 0 h 994"/>
                <a:gd name="T6" fmla="*/ 0 w 1987"/>
                <a:gd name="T7" fmla="*/ 0 h 994"/>
                <a:gd name="T8" fmla="*/ 0 w 1987"/>
                <a:gd name="T9" fmla="*/ 0 h 994"/>
                <a:gd name="T10" fmla="*/ 0 w 1987"/>
                <a:gd name="T11" fmla="*/ 0 h 994"/>
                <a:gd name="T12" fmla="*/ 0 w 1987"/>
                <a:gd name="T13" fmla="*/ 0 h 994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1987"/>
                <a:gd name="T22" fmla="*/ 0 h 994"/>
                <a:gd name="T23" fmla="*/ 1987 w 1987"/>
                <a:gd name="T24" fmla="*/ 994 h 994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1987" h="994">
                  <a:moveTo>
                    <a:pt x="45" y="0"/>
                  </a:moveTo>
                  <a:lnTo>
                    <a:pt x="23" y="49"/>
                  </a:lnTo>
                  <a:lnTo>
                    <a:pt x="0" y="97"/>
                  </a:lnTo>
                  <a:lnTo>
                    <a:pt x="1942" y="994"/>
                  </a:lnTo>
                  <a:lnTo>
                    <a:pt x="1964" y="946"/>
                  </a:lnTo>
                  <a:lnTo>
                    <a:pt x="1987" y="897"/>
                  </a:lnTo>
                  <a:lnTo>
                    <a:pt x="45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95" name="Freeform 197">
              <a:extLst>
                <a:ext uri="{FF2B5EF4-FFF2-40B4-BE49-F238E27FC236}">
                  <a16:creationId xmlns:a16="http://schemas.microsoft.com/office/drawing/2014/main" id="{65433F62-F347-CE39-975B-202A6547C31E}"/>
                </a:ext>
              </a:extLst>
            </p:cNvPr>
            <p:cNvSpPr>
              <a:spLocks/>
            </p:cNvSpPr>
            <p:nvPr/>
          </p:nvSpPr>
          <p:spPr bwMode="auto">
            <a:xfrm>
              <a:off x="1602" y="2356"/>
              <a:ext cx="331" cy="166"/>
            </a:xfrm>
            <a:custGeom>
              <a:avLst/>
              <a:gdLst>
                <a:gd name="T0" fmla="*/ 0 w 1987"/>
                <a:gd name="T1" fmla="*/ 0 h 994"/>
                <a:gd name="T2" fmla="*/ 0 w 1987"/>
                <a:gd name="T3" fmla="*/ 0 h 994"/>
                <a:gd name="T4" fmla="*/ 0 w 1987"/>
                <a:gd name="T5" fmla="*/ 0 h 994"/>
                <a:gd name="T6" fmla="*/ 0 w 1987"/>
                <a:gd name="T7" fmla="*/ 0 h 994"/>
                <a:gd name="T8" fmla="*/ 0 w 1987"/>
                <a:gd name="T9" fmla="*/ 0 h 994"/>
                <a:gd name="T10" fmla="*/ 0 w 1987"/>
                <a:gd name="T11" fmla="*/ 0 h 994"/>
                <a:gd name="T12" fmla="*/ 0 w 1987"/>
                <a:gd name="T13" fmla="*/ 0 h 994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1987"/>
                <a:gd name="T22" fmla="*/ 0 h 994"/>
                <a:gd name="T23" fmla="*/ 1987 w 1987"/>
                <a:gd name="T24" fmla="*/ 994 h 994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1987" h="994">
                  <a:moveTo>
                    <a:pt x="45" y="0"/>
                  </a:moveTo>
                  <a:lnTo>
                    <a:pt x="23" y="49"/>
                  </a:lnTo>
                  <a:lnTo>
                    <a:pt x="0" y="97"/>
                  </a:lnTo>
                  <a:lnTo>
                    <a:pt x="1942" y="994"/>
                  </a:lnTo>
                  <a:lnTo>
                    <a:pt x="1964" y="946"/>
                  </a:lnTo>
                  <a:lnTo>
                    <a:pt x="1987" y="897"/>
                  </a:lnTo>
                  <a:lnTo>
                    <a:pt x="45" y="0"/>
                  </a:lnTo>
                  <a:close/>
                </a:path>
              </a:pathLst>
            </a:custGeom>
            <a:noFill/>
            <a:ln w="0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96" name="Freeform 198">
              <a:extLst>
                <a:ext uri="{FF2B5EF4-FFF2-40B4-BE49-F238E27FC236}">
                  <a16:creationId xmlns:a16="http://schemas.microsoft.com/office/drawing/2014/main" id="{9163E51B-CE5E-E227-CD30-6B60E0C17994}"/>
                </a:ext>
              </a:extLst>
            </p:cNvPr>
            <p:cNvSpPr>
              <a:spLocks/>
            </p:cNvSpPr>
            <p:nvPr/>
          </p:nvSpPr>
          <p:spPr bwMode="auto">
            <a:xfrm>
              <a:off x="1926" y="2506"/>
              <a:ext cx="12" cy="17"/>
            </a:xfrm>
            <a:custGeom>
              <a:avLst/>
              <a:gdLst>
                <a:gd name="T0" fmla="*/ 0 w 75"/>
                <a:gd name="T1" fmla="*/ 0 h 102"/>
                <a:gd name="T2" fmla="*/ 0 w 75"/>
                <a:gd name="T3" fmla="*/ 0 h 102"/>
                <a:gd name="T4" fmla="*/ 0 w 75"/>
                <a:gd name="T5" fmla="*/ 0 h 102"/>
                <a:gd name="T6" fmla="*/ 0 w 75"/>
                <a:gd name="T7" fmla="*/ 0 h 102"/>
                <a:gd name="T8" fmla="*/ 0 w 75"/>
                <a:gd name="T9" fmla="*/ 0 h 102"/>
                <a:gd name="T10" fmla="*/ 0 w 75"/>
                <a:gd name="T11" fmla="*/ 0 h 102"/>
                <a:gd name="T12" fmla="*/ 0 w 75"/>
                <a:gd name="T13" fmla="*/ 0 h 102"/>
                <a:gd name="T14" fmla="*/ 0 w 75"/>
                <a:gd name="T15" fmla="*/ 0 h 102"/>
                <a:gd name="T16" fmla="*/ 0 w 75"/>
                <a:gd name="T17" fmla="*/ 0 h 102"/>
                <a:gd name="T18" fmla="*/ 0 w 75"/>
                <a:gd name="T19" fmla="*/ 0 h 102"/>
                <a:gd name="T20" fmla="*/ 0 w 75"/>
                <a:gd name="T21" fmla="*/ 0 h 102"/>
                <a:gd name="T22" fmla="*/ 0 w 75"/>
                <a:gd name="T23" fmla="*/ 0 h 102"/>
                <a:gd name="T24" fmla="*/ 0 w 75"/>
                <a:gd name="T25" fmla="*/ 0 h 102"/>
                <a:gd name="T26" fmla="*/ 0 w 75"/>
                <a:gd name="T27" fmla="*/ 0 h 102"/>
                <a:gd name="T28" fmla="*/ 0 w 75"/>
                <a:gd name="T29" fmla="*/ 0 h 102"/>
                <a:gd name="T30" fmla="*/ 0 w 75"/>
                <a:gd name="T31" fmla="*/ 0 h 102"/>
                <a:gd name="T32" fmla="*/ 0 w 75"/>
                <a:gd name="T33" fmla="*/ 0 h 102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w 75"/>
                <a:gd name="T52" fmla="*/ 0 h 102"/>
                <a:gd name="T53" fmla="*/ 75 w 75"/>
                <a:gd name="T54" fmla="*/ 102 h 102"/>
              </a:gdLst>
              <a:ahLst/>
              <a:cxnLst>
                <a:cxn ang="T34">
                  <a:pos x="T0" y="T1"/>
                </a:cxn>
                <a:cxn ang="T35">
                  <a:pos x="T2" y="T3"/>
                </a:cxn>
                <a:cxn ang="T36">
                  <a:pos x="T4" y="T5"/>
                </a:cxn>
                <a:cxn ang="T37">
                  <a:pos x="T6" y="T7"/>
                </a:cxn>
                <a:cxn ang="T38">
                  <a:pos x="T8" y="T9"/>
                </a:cxn>
                <a:cxn ang="T39">
                  <a:pos x="T10" y="T11"/>
                </a:cxn>
                <a:cxn ang="T40">
                  <a:pos x="T12" y="T13"/>
                </a:cxn>
                <a:cxn ang="T41">
                  <a:pos x="T14" y="T15"/>
                </a:cxn>
                <a:cxn ang="T42">
                  <a:pos x="T16" y="T17"/>
                </a:cxn>
                <a:cxn ang="T43">
                  <a:pos x="T18" y="T19"/>
                </a:cxn>
                <a:cxn ang="T44">
                  <a:pos x="T20" y="T21"/>
                </a:cxn>
                <a:cxn ang="T45">
                  <a:pos x="T22" y="T23"/>
                </a:cxn>
                <a:cxn ang="T46">
                  <a:pos x="T24" y="T25"/>
                </a:cxn>
                <a:cxn ang="T47">
                  <a:pos x="T26" y="T27"/>
                </a:cxn>
                <a:cxn ang="T48">
                  <a:pos x="T28" y="T29"/>
                </a:cxn>
                <a:cxn ang="T49">
                  <a:pos x="T30" y="T31"/>
                </a:cxn>
                <a:cxn ang="T50">
                  <a:pos x="T32" y="T33"/>
                </a:cxn>
              </a:cxnLst>
              <a:rect l="T51" t="T52" r="T53" b="T54"/>
              <a:pathLst>
                <a:path w="75" h="102">
                  <a:moveTo>
                    <a:pt x="22" y="49"/>
                  </a:moveTo>
                  <a:lnTo>
                    <a:pt x="45" y="0"/>
                  </a:lnTo>
                  <a:lnTo>
                    <a:pt x="55" y="6"/>
                  </a:lnTo>
                  <a:lnTo>
                    <a:pt x="64" y="15"/>
                  </a:lnTo>
                  <a:lnTo>
                    <a:pt x="70" y="24"/>
                  </a:lnTo>
                  <a:lnTo>
                    <a:pt x="74" y="36"/>
                  </a:lnTo>
                  <a:lnTo>
                    <a:pt x="75" y="48"/>
                  </a:lnTo>
                  <a:lnTo>
                    <a:pt x="74" y="59"/>
                  </a:lnTo>
                  <a:lnTo>
                    <a:pt x="71" y="71"/>
                  </a:lnTo>
                  <a:lnTo>
                    <a:pt x="65" y="81"/>
                  </a:lnTo>
                  <a:lnTo>
                    <a:pt x="56" y="90"/>
                  </a:lnTo>
                  <a:lnTo>
                    <a:pt x="47" y="96"/>
                  </a:lnTo>
                  <a:lnTo>
                    <a:pt x="35" y="100"/>
                  </a:lnTo>
                  <a:lnTo>
                    <a:pt x="23" y="102"/>
                  </a:lnTo>
                  <a:lnTo>
                    <a:pt x="12" y="100"/>
                  </a:lnTo>
                  <a:lnTo>
                    <a:pt x="0" y="97"/>
                  </a:lnTo>
                  <a:lnTo>
                    <a:pt x="22" y="49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97" name="Freeform 199">
              <a:extLst>
                <a:ext uri="{FF2B5EF4-FFF2-40B4-BE49-F238E27FC236}">
                  <a16:creationId xmlns:a16="http://schemas.microsoft.com/office/drawing/2014/main" id="{22CC116E-8287-08DE-DB8B-CC8E50CF6506}"/>
                </a:ext>
              </a:extLst>
            </p:cNvPr>
            <p:cNvSpPr>
              <a:spLocks/>
            </p:cNvSpPr>
            <p:nvPr/>
          </p:nvSpPr>
          <p:spPr bwMode="auto">
            <a:xfrm>
              <a:off x="1926" y="2506"/>
              <a:ext cx="12" cy="17"/>
            </a:xfrm>
            <a:custGeom>
              <a:avLst/>
              <a:gdLst>
                <a:gd name="T0" fmla="*/ 0 w 75"/>
                <a:gd name="T1" fmla="*/ 0 h 102"/>
                <a:gd name="T2" fmla="*/ 0 w 75"/>
                <a:gd name="T3" fmla="*/ 0 h 102"/>
                <a:gd name="T4" fmla="*/ 0 w 75"/>
                <a:gd name="T5" fmla="*/ 0 h 102"/>
                <a:gd name="T6" fmla="*/ 0 w 75"/>
                <a:gd name="T7" fmla="*/ 0 h 102"/>
                <a:gd name="T8" fmla="*/ 0 w 75"/>
                <a:gd name="T9" fmla="*/ 0 h 102"/>
                <a:gd name="T10" fmla="*/ 0 w 75"/>
                <a:gd name="T11" fmla="*/ 0 h 102"/>
                <a:gd name="T12" fmla="*/ 0 w 75"/>
                <a:gd name="T13" fmla="*/ 0 h 102"/>
                <a:gd name="T14" fmla="*/ 0 w 75"/>
                <a:gd name="T15" fmla="*/ 0 h 102"/>
                <a:gd name="T16" fmla="*/ 0 w 75"/>
                <a:gd name="T17" fmla="*/ 0 h 102"/>
                <a:gd name="T18" fmla="*/ 0 w 75"/>
                <a:gd name="T19" fmla="*/ 0 h 102"/>
                <a:gd name="T20" fmla="*/ 0 w 75"/>
                <a:gd name="T21" fmla="*/ 0 h 102"/>
                <a:gd name="T22" fmla="*/ 0 w 75"/>
                <a:gd name="T23" fmla="*/ 0 h 102"/>
                <a:gd name="T24" fmla="*/ 0 w 75"/>
                <a:gd name="T25" fmla="*/ 0 h 102"/>
                <a:gd name="T26" fmla="*/ 0 w 75"/>
                <a:gd name="T27" fmla="*/ 0 h 102"/>
                <a:gd name="T28" fmla="*/ 0 w 75"/>
                <a:gd name="T29" fmla="*/ 0 h 102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w 75"/>
                <a:gd name="T46" fmla="*/ 0 h 102"/>
                <a:gd name="T47" fmla="*/ 75 w 75"/>
                <a:gd name="T48" fmla="*/ 102 h 102"/>
              </a:gdLst>
              <a:ahLst/>
              <a:cxnLst>
                <a:cxn ang="T30">
                  <a:pos x="T0" y="T1"/>
                </a:cxn>
                <a:cxn ang="T31">
                  <a:pos x="T2" y="T3"/>
                </a:cxn>
                <a:cxn ang="T32">
                  <a:pos x="T4" y="T5"/>
                </a:cxn>
                <a:cxn ang="T33">
                  <a:pos x="T6" y="T7"/>
                </a:cxn>
                <a:cxn ang="T34">
                  <a:pos x="T8" y="T9"/>
                </a:cxn>
                <a:cxn ang="T35">
                  <a:pos x="T10" y="T11"/>
                </a:cxn>
                <a:cxn ang="T36">
                  <a:pos x="T12" y="T13"/>
                </a:cxn>
                <a:cxn ang="T37">
                  <a:pos x="T14" y="T15"/>
                </a:cxn>
                <a:cxn ang="T38">
                  <a:pos x="T16" y="T17"/>
                </a:cxn>
                <a:cxn ang="T39">
                  <a:pos x="T18" y="T19"/>
                </a:cxn>
                <a:cxn ang="T40">
                  <a:pos x="T20" y="T21"/>
                </a:cxn>
                <a:cxn ang="T41">
                  <a:pos x="T22" y="T23"/>
                </a:cxn>
                <a:cxn ang="T42">
                  <a:pos x="T24" y="T25"/>
                </a:cxn>
                <a:cxn ang="T43">
                  <a:pos x="T26" y="T27"/>
                </a:cxn>
                <a:cxn ang="T44">
                  <a:pos x="T28" y="T29"/>
                </a:cxn>
              </a:cxnLst>
              <a:rect l="T45" t="T46" r="T47" b="T48"/>
              <a:pathLst>
                <a:path w="75" h="102">
                  <a:moveTo>
                    <a:pt x="45" y="0"/>
                  </a:moveTo>
                  <a:lnTo>
                    <a:pt x="55" y="6"/>
                  </a:lnTo>
                  <a:lnTo>
                    <a:pt x="64" y="15"/>
                  </a:lnTo>
                  <a:lnTo>
                    <a:pt x="70" y="24"/>
                  </a:lnTo>
                  <a:lnTo>
                    <a:pt x="74" y="36"/>
                  </a:lnTo>
                  <a:lnTo>
                    <a:pt x="75" y="48"/>
                  </a:lnTo>
                  <a:lnTo>
                    <a:pt x="74" y="59"/>
                  </a:lnTo>
                  <a:lnTo>
                    <a:pt x="71" y="71"/>
                  </a:lnTo>
                  <a:lnTo>
                    <a:pt x="65" y="81"/>
                  </a:lnTo>
                  <a:lnTo>
                    <a:pt x="56" y="90"/>
                  </a:lnTo>
                  <a:lnTo>
                    <a:pt x="47" y="96"/>
                  </a:lnTo>
                  <a:lnTo>
                    <a:pt x="35" y="100"/>
                  </a:lnTo>
                  <a:lnTo>
                    <a:pt x="23" y="102"/>
                  </a:lnTo>
                  <a:lnTo>
                    <a:pt x="12" y="100"/>
                  </a:lnTo>
                  <a:lnTo>
                    <a:pt x="0" y="97"/>
                  </a:lnTo>
                </a:path>
              </a:pathLst>
            </a:custGeom>
            <a:noFill/>
            <a:ln w="0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98" name="Freeform 200">
              <a:extLst>
                <a:ext uri="{FF2B5EF4-FFF2-40B4-BE49-F238E27FC236}">
                  <a16:creationId xmlns:a16="http://schemas.microsoft.com/office/drawing/2014/main" id="{AB550B6D-498F-8CEE-7D33-E967FDF0E6C9}"/>
                </a:ext>
              </a:extLst>
            </p:cNvPr>
            <p:cNvSpPr>
              <a:spLocks/>
            </p:cNvSpPr>
            <p:nvPr/>
          </p:nvSpPr>
          <p:spPr bwMode="auto">
            <a:xfrm>
              <a:off x="1597" y="2128"/>
              <a:ext cx="12" cy="17"/>
            </a:xfrm>
            <a:custGeom>
              <a:avLst/>
              <a:gdLst>
                <a:gd name="T0" fmla="*/ 0 w 75"/>
                <a:gd name="T1" fmla="*/ 0 h 102"/>
                <a:gd name="T2" fmla="*/ 0 w 75"/>
                <a:gd name="T3" fmla="*/ 0 h 102"/>
                <a:gd name="T4" fmla="*/ 0 w 75"/>
                <a:gd name="T5" fmla="*/ 0 h 102"/>
                <a:gd name="T6" fmla="*/ 0 w 75"/>
                <a:gd name="T7" fmla="*/ 0 h 102"/>
                <a:gd name="T8" fmla="*/ 0 w 75"/>
                <a:gd name="T9" fmla="*/ 0 h 102"/>
                <a:gd name="T10" fmla="*/ 0 w 75"/>
                <a:gd name="T11" fmla="*/ 0 h 102"/>
                <a:gd name="T12" fmla="*/ 0 w 75"/>
                <a:gd name="T13" fmla="*/ 0 h 102"/>
                <a:gd name="T14" fmla="*/ 0 w 75"/>
                <a:gd name="T15" fmla="*/ 0 h 102"/>
                <a:gd name="T16" fmla="*/ 0 w 75"/>
                <a:gd name="T17" fmla="*/ 0 h 102"/>
                <a:gd name="T18" fmla="*/ 0 w 75"/>
                <a:gd name="T19" fmla="*/ 0 h 102"/>
                <a:gd name="T20" fmla="*/ 0 w 75"/>
                <a:gd name="T21" fmla="*/ 0 h 102"/>
                <a:gd name="T22" fmla="*/ 0 w 75"/>
                <a:gd name="T23" fmla="*/ 0 h 102"/>
                <a:gd name="T24" fmla="*/ 0 w 75"/>
                <a:gd name="T25" fmla="*/ 0 h 102"/>
                <a:gd name="T26" fmla="*/ 0 w 75"/>
                <a:gd name="T27" fmla="*/ 0 h 102"/>
                <a:gd name="T28" fmla="*/ 0 w 75"/>
                <a:gd name="T29" fmla="*/ 0 h 102"/>
                <a:gd name="T30" fmla="*/ 0 w 75"/>
                <a:gd name="T31" fmla="*/ 0 h 102"/>
                <a:gd name="T32" fmla="*/ 0 w 75"/>
                <a:gd name="T33" fmla="*/ 0 h 102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w 75"/>
                <a:gd name="T52" fmla="*/ 0 h 102"/>
                <a:gd name="T53" fmla="*/ 75 w 75"/>
                <a:gd name="T54" fmla="*/ 102 h 102"/>
              </a:gdLst>
              <a:ahLst/>
              <a:cxnLst>
                <a:cxn ang="T34">
                  <a:pos x="T0" y="T1"/>
                </a:cxn>
                <a:cxn ang="T35">
                  <a:pos x="T2" y="T3"/>
                </a:cxn>
                <a:cxn ang="T36">
                  <a:pos x="T4" y="T5"/>
                </a:cxn>
                <a:cxn ang="T37">
                  <a:pos x="T6" y="T7"/>
                </a:cxn>
                <a:cxn ang="T38">
                  <a:pos x="T8" y="T9"/>
                </a:cxn>
                <a:cxn ang="T39">
                  <a:pos x="T10" y="T11"/>
                </a:cxn>
                <a:cxn ang="T40">
                  <a:pos x="T12" y="T13"/>
                </a:cxn>
                <a:cxn ang="T41">
                  <a:pos x="T14" y="T15"/>
                </a:cxn>
                <a:cxn ang="T42">
                  <a:pos x="T16" y="T17"/>
                </a:cxn>
                <a:cxn ang="T43">
                  <a:pos x="T18" y="T19"/>
                </a:cxn>
                <a:cxn ang="T44">
                  <a:pos x="T20" y="T21"/>
                </a:cxn>
                <a:cxn ang="T45">
                  <a:pos x="T22" y="T23"/>
                </a:cxn>
                <a:cxn ang="T46">
                  <a:pos x="T24" y="T25"/>
                </a:cxn>
                <a:cxn ang="T47">
                  <a:pos x="T26" y="T27"/>
                </a:cxn>
                <a:cxn ang="T48">
                  <a:pos x="T28" y="T29"/>
                </a:cxn>
                <a:cxn ang="T49">
                  <a:pos x="T30" y="T31"/>
                </a:cxn>
                <a:cxn ang="T50">
                  <a:pos x="T32" y="T33"/>
                </a:cxn>
              </a:cxnLst>
              <a:rect l="T51" t="T52" r="T53" b="T54"/>
              <a:pathLst>
                <a:path w="75" h="102">
                  <a:moveTo>
                    <a:pt x="53" y="49"/>
                  </a:moveTo>
                  <a:lnTo>
                    <a:pt x="75" y="97"/>
                  </a:lnTo>
                  <a:lnTo>
                    <a:pt x="63" y="101"/>
                  </a:lnTo>
                  <a:lnTo>
                    <a:pt x="51" y="102"/>
                  </a:lnTo>
                  <a:lnTo>
                    <a:pt x="40" y="101"/>
                  </a:lnTo>
                  <a:lnTo>
                    <a:pt x="28" y="96"/>
                  </a:lnTo>
                  <a:lnTo>
                    <a:pt x="19" y="90"/>
                  </a:lnTo>
                  <a:lnTo>
                    <a:pt x="10" y="82"/>
                  </a:lnTo>
                  <a:lnTo>
                    <a:pt x="4" y="71"/>
                  </a:lnTo>
                  <a:lnTo>
                    <a:pt x="1" y="59"/>
                  </a:lnTo>
                  <a:lnTo>
                    <a:pt x="0" y="48"/>
                  </a:lnTo>
                  <a:lnTo>
                    <a:pt x="1" y="36"/>
                  </a:lnTo>
                  <a:lnTo>
                    <a:pt x="5" y="24"/>
                  </a:lnTo>
                  <a:lnTo>
                    <a:pt x="11" y="15"/>
                  </a:lnTo>
                  <a:lnTo>
                    <a:pt x="20" y="6"/>
                  </a:lnTo>
                  <a:lnTo>
                    <a:pt x="30" y="0"/>
                  </a:lnTo>
                  <a:lnTo>
                    <a:pt x="53" y="49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99" name="Freeform 201">
              <a:extLst>
                <a:ext uri="{FF2B5EF4-FFF2-40B4-BE49-F238E27FC236}">
                  <a16:creationId xmlns:a16="http://schemas.microsoft.com/office/drawing/2014/main" id="{C00EACA6-745D-9254-8B96-334B398D61CC}"/>
                </a:ext>
              </a:extLst>
            </p:cNvPr>
            <p:cNvSpPr>
              <a:spLocks/>
            </p:cNvSpPr>
            <p:nvPr/>
          </p:nvSpPr>
          <p:spPr bwMode="auto">
            <a:xfrm>
              <a:off x="1597" y="2128"/>
              <a:ext cx="12" cy="17"/>
            </a:xfrm>
            <a:custGeom>
              <a:avLst/>
              <a:gdLst>
                <a:gd name="T0" fmla="*/ 0 w 75"/>
                <a:gd name="T1" fmla="*/ 0 h 102"/>
                <a:gd name="T2" fmla="*/ 0 w 75"/>
                <a:gd name="T3" fmla="*/ 0 h 102"/>
                <a:gd name="T4" fmla="*/ 0 w 75"/>
                <a:gd name="T5" fmla="*/ 0 h 102"/>
                <a:gd name="T6" fmla="*/ 0 w 75"/>
                <a:gd name="T7" fmla="*/ 0 h 102"/>
                <a:gd name="T8" fmla="*/ 0 w 75"/>
                <a:gd name="T9" fmla="*/ 0 h 102"/>
                <a:gd name="T10" fmla="*/ 0 w 75"/>
                <a:gd name="T11" fmla="*/ 0 h 102"/>
                <a:gd name="T12" fmla="*/ 0 w 75"/>
                <a:gd name="T13" fmla="*/ 0 h 102"/>
                <a:gd name="T14" fmla="*/ 0 w 75"/>
                <a:gd name="T15" fmla="*/ 0 h 102"/>
                <a:gd name="T16" fmla="*/ 0 w 75"/>
                <a:gd name="T17" fmla="*/ 0 h 102"/>
                <a:gd name="T18" fmla="*/ 0 w 75"/>
                <a:gd name="T19" fmla="*/ 0 h 102"/>
                <a:gd name="T20" fmla="*/ 0 w 75"/>
                <a:gd name="T21" fmla="*/ 0 h 102"/>
                <a:gd name="T22" fmla="*/ 0 w 75"/>
                <a:gd name="T23" fmla="*/ 0 h 102"/>
                <a:gd name="T24" fmla="*/ 0 w 75"/>
                <a:gd name="T25" fmla="*/ 0 h 102"/>
                <a:gd name="T26" fmla="*/ 0 w 75"/>
                <a:gd name="T27" fmla="*/ 0 h 102"/>
                <a:gd name="T28" fmla="*/ 0 w 75"/>
                <a:gd name="T29" fmla="*/ 0 h 102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w 75"/>
                <a:gd name="T46" fmla="*/ 0 h 102"/>
                <a:gd name="T47" fmla="*/ 75 w 75"/>
                <a:gd name="T48" fmla="*/ 102 h 102"/>
              </a:gdLst>
              <a:ahLst/>
              <a:cxnLst>
                <a:cxn ang="T30">
                  <a:pos x="T0" y="T1"/>
                </a:cxn>
                <a:cxn ang="T31">
                  <a:pos x="T2" y="T3"/>
                </a:cxn>
                <a:cxn ang="T32">
                  <a:pos x="T4" y="T5"/>
                </a:cxn>
                <a:cxn ang="T33">
                  <a:pos x="T6" y="T7"/>
                </a:cxn>
                <a:cxn ang="T34">
                  <a:pos x="T8" y="T9"/>
                </a:cxn>
                <a:cxn ang="T35">
                  <a:pos x="T10" y="T11"/>
                </a:cxn>
                <a:cxn ang="T36">
                  <a:pos x="T12" y="T13"/>
                </a:cxn>
                <a:cxn ang="T37">
                  <a:pos x="T14" y="T15"/>
                </a:cxn>
                <a:cxn ang="T38">
                  <a:pos x="T16" y="T17"/>
                </a:cxn>
                <a:cxn ang="T39">
                  <a:pos x="T18" y="T19"/>
                </a:cxn>
                <a:cxn ang="T40">
                  <a:pos x="T20" y="T21"/>
                </a:cxn>
                <a:cxn ang="T41">
                  <a:pos x="T22" y="T23"/>
                </a:cxn>
                <a:cxn ang="T42">
                  <a:pos x="T24" y="T25"/>
                </a:cxn>
                <a:cxn ang="T43">
                  <a:pos x="T26" y="T27"/>
                </a:cxn>
                <a:cxn ang="T44">
                  <a:pos x="T28" y="T29"/>
                </a:cxn>
              </a:cxnLst>
              <a:rect l="T45" t="T46" r="T47" b="T48"/>
              <a:pathLst>
                <a:path w="75" h="102">
                  <a:moveTo>
                    <a:pt x="75" y="97"/>
                  </a:moveTo>
                  <a:lnTo>
                    <a:pt x="63" y="101"/>
                  </a:lnTo>
                  <a:lnTo>
                    <a:pt x="51" y="102"/>
                  </a:lnTo>
                  <a:lnTo>
                    <a:pt x="40" y="101"/>
                  </a:lnTo>
                  <a:lnTo>
                    <a:pt x="28" y="96"/>
                  </a:lnTo>
                  <a:lnTo>
                    <a:pt x="19" y="90"/>
                  </a:lnTo>
                  <a:lnTo>
                    <a:pt x="10" y="82"/>
                  </a:lnTo>
                  <a:lnTo>
                    <a:pt x="4" y="71"/>
                  </a:lnTo>
                  <a:lnTo>
                    <a:pt x="1" y="59"/>
                  </a:lnTo>
                  <a:lnTo>
                    <a:pt x="0" y="48"/>
                  </a:lnTo>
                  <a:lnTo>
                    <a:pt x="1" y="36"/>
                  </a:lnTo>
                  <a:lnTo>
                    <a:pt x="5" y="24"/>
                  </a:lnTo>
                  <a:lnTo>
                    <a:pt x="11" y="15"/>
                  </a:lnTo>
                  <a:lnTo>
                    <a:pt x="20" y="6"/>
                  </a:lnTo>
                  <a:lnTo>
                    <a:pt x="30" y="0"/>
                  </a:lnTo>
                </a:path>
              </a:pathLst>
            </a:custGeom>
            <a:noFill/>
            <a:ln w="0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200" name="Freeform 202">
              <a:extLst>
                <a:ext uri="{FF2B5EF4-FFF2-40B4-BE49-F238E27FC236}">
                  <a16:creationId xmlns:a16="http://schemas.microsoft.com/office/drawing/2014/main" id="{29291B89-3478-09D4-5CCD-2BE5D8AA0F1A}"/>
                </a:ext>
              </a:extLst>
            </p:cNvPr>
            <p:cNvSpPr>
              <a:spLocks/>
            </p:cNvSpPr>
            <p:nvPr/>
          </p:nvSpPr>
          <p:spPr bwMode="auto">
            <a:xfrm>
              <a:off x="1602" y="1979"/>
              <a:ext cx="331" cy="165"/>
            </a:xfrm>
            <a:custGeom>
              <a:avLst/>
              <a:gdLst>
                <a:gd name="T0" fmla="*/ 0 w 1987"/>
                <a:gd name="T1" fmla="*/ 0 h 994"/>
                <a:gd name="T2" fmla="*/ 0 w 1987"/>
                <a:gd name="T3" fmla="*/ 0 h 994"/>
                <a:gd name="T4" fmla="*/ 0 w 1987"/>
                <a:gd name="T5" fmla="*/ 0 h 994"/>
                <a:gd name="T6" fmla="*/ 0 w 1987"/>
                <a:gd name="T7" fmla="*/ 0 h 994"/>
                <a:gd name="T8" fmla="*/ 0 w 1987"/>
                <a:gd name="T9" fmla="*/ 0 h 994"/>
                <a:gd name="T10" fmla="*/ 0 w 1987"/>
                <a:gd name="T11" fmla="*/ 0 h 994"/>
                <a:gd name="T12" fmla="*/ 0 w 1987"/>
                <a:gd name="T13" fmla="*/ 0 h 994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1987"/>
                <a:gd name="T22" fmla="*/ 0 h 994"/>
                <a:gd name="T23" fmla="*/ 1987 w 1987"/>
                <a:gd name="T24" fmla="*/ 994 h 994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1987" h="994">
                  <a:moveTo>
                    <a:pt x="0" y="897"/>
                  </a:moveTo>
                  <a:lnTo>
                    <a:pt x="23" y="946"/>
                  </a:lnTo>
                  <a:lnTo>
                    <a:pt x="45" y="994"/>
                  </a:lnTo>
                  <a:lnTo>
                    <a:pt x="1987" y="98"/>
                  </a:lnTo>
                  <a:lnTo>
                    <a:pt x="1964" y="49"/>
                  </a:lnTo>
                  <a:lnTo>
                    <a:pt x="1942" y="0"/>
                  </a:lnTo>
                  <a:lnTo>
                    <a:pt x="0" y="897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201" name="Freeform 203">
              <a:extLst>
                <a:ext uri="{FF2B5EF4-FFF2-40B4-BE49-F238E27FC236}">
                  <a16:creationId xmlns:a16="http://schemas.microsoft.com/office/drawing/2014/main" id="{E47CC271-CFFA-BFD7-683A-20EF0067B163}"/>
                </a:ext>
              </a:extLst>
            </p:cNvPr>
            <p:cNvSpPr>
              <a:spLocks/>
            </p:cNvSpPr>
            <p:nvPr/>
          </p:nvSpPr>
          <p:spPr bwMode="auto">
            <a:xfrm>
              <a:off x="1602" y="1979"/>
              <a:ext cx="331" cy="165"/>
            </a:xfrm>
            <a:custGeom>
              <a:avLst/>
              <a:gdLst>
                <a:gd name="T0" fmla="*/ 0 w 1987"/>
                <a:gd name="T1" fmla="*/ 0 h 994"/>
                <a:gd name="T2" fmla="*/ 0 w 1987"/>
                <a:gd name="T3" fmla="*/ 0 h 994"/>
                <a:gd name="T4" fmla="*/ 0 w 1987"/>
                <a:gd name="T5" fmla="*/ 0 h 994"/>
                <a:gd name="T6" fmla="*/ 0 w 1987"/>
                <a:gd name="T7" fmla="*/ 0 h 994"/>
                <a:gd name="T8" fmla="*/ 0 w 1987"/>
                <a:gd name="T9" fmla="*/ 0 h 994"/>
                <a:gd name="T10" fmla="*/ 0 w 1987"/>
                <a:gd name="T11" fmla="*/ 0 h 994"/>
                <a:gd name="T12" fmla="*/ 0 w 1987"/>
                <a:gd name="T13" fmla="*/ 0 h 994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1987"/>
                <a:gd name="T22" fmla="*/ 0 h 994"/>
                <a:gd name="T23" fmla="*/ 1987 w 1987"/>
                <a:gd name="T24" fmla="*/ 994 h 994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1987" h="994">
                  <a:moveTo>
                    <a:pt x="0" y="897"/>
                  </a:moveTo>
                  <a:lnTo>
                    <a:pt x="23" y="946"/>
                  </a:lnTo>
                  <a:lnTo>
                    <a:pt x="45" y="994"/>
                  </a:lnTo>
                  <a:lnTo>
                    <a:pt x="1987" y="98"/>
                  </a:lnTo>
                  <a:lnTo>
                    <a:pt x="1964" y="49"/>
                  </a:lnTo>
                  <a:lnTo>
                    <a:pt x="1942" y="0"/>
                  </a:lnTo>
                  <a:lnTo>
                    <a:pt x="0" y="897"/>
                  </a:lnTo>
                  <a:close/>
                </a:path>
              </a:pathLst>
            </a:custGeom>
            <a:noFill/>
            <a:ln w="0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202" name="Freeform 204">
              <a:extLst>
                <a:ext uri="{FF2B5EF4-FFF2-40B4-BE49-F238E27FC236}">
                  <a16:creationId xmlns:a16="http://schemas.microsoft.com/office/drawing/2014/main" id="{22E00462-39BC-370A-6B03-D29243326745}"/>
                </a:ext>
              </a:extLst>
            </p:cNvPr>
            <p:cNvSpPr>
              <a:spLocks/>
            </p:cNvSpPr>
            <p:nvPr/>
          </p:nvSpPr>
          <p:spPr bwMode="auto">
            <a:xfrm>
              <a:off x="1926" y="1978"/>
              <a:ext cx="12" cy="17"/>
            </a:xfrm>
            <a:custGeom>
              <a:avLst/>
              <a:gdLst>
                <a:gd name="T0" fmla="*/ 0 w 75"/>
                <a:gd name="T1" fmla="*/ 0 h 102"/>
                <a:gd name="T2" fmla="*/ 0 w 75"/>
                <a:gd name="T3" fmla="*/ 0 h 102"/>
                <a:gd name="T4" fmla="*/ 0 w 75"/>
                <a:gd name="T5" fmla="*/ 0 h 102"/>
                <a:gd name="T6" fmla="*/ 0 w 75"/>
                <a:gd name="T7" fmla="*/ 0 h 102"/>
                <a:gd name="T8" fmla="*/ 0 w 75"/>
                <a:gd name="T9" fmla="*/ 0 h 102"/>
                <a:gd name="T10" fmla="*/ 0 w 75"/>
                <a:gd name="T11" fmla="*/ 0 h 102"/>
                <a:gd name="T12" fmla="*/ 0 w 75"/>
                <a:gd name="T13" fmla="*/ 0 h 102"/>
                <a:gd name="T14" fmla="*/ 0 w 75"/>
                <a:gd name="T15" fmla="*/ 0 h 102"/>
                <a:gd name="T16" fmla="*/ 0 w 75"/>
                <a:gd name="T17" fmla="*/ 0 h 102"/>
                <a:gd name="T18" fmla="*/ 0 w 75"/>
                <a:gd name="T19" fmla="*/ 0 h 102"/>
                <a:gd name="T20" fmla="*/ 0 w 75"/>
                <a:gd name="T21" fmla="*/ 0 h 102"/>
                <a:gd name="T22" fmla="*/ 0 w 75"/>
                <a:gd name="T23" fmla="*/ 0 h 102"/>
                <a:gd name="T24" fmla="*/ 0 w 75"/>
                <a:gd name="T25" fmla="*/ 0 h 102"/>
                <a:gd name="T26" fmla="*/ 0 w 75"/>
                <a:gd name="T27" fmla="*/ 0 h 102"/>
                <a:gd name="T28" fmla="*/ 0 w 75"/>
                <a:gd name="T29" fmla="*/ 0 h 102"/>
                <a:gd name="T30" fmla="*/ 0 w 75"/>
                <a:gd name="T31" fmla="*/ 0 h 102"/>
                <a:gd name="T32" fmla="*/ 0 w 75"/>
                <a:gd name="T33" fmla="*/ 0 h 102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w 75"/>
                <a:gd name="T52" fmla="*/ 0 h 102"/>
                <a:gd name="T53" fmla="*/ 75 w 75"/>
                <a:gd name="T54" fmla="*/ 102 h 102"/>
              </a:gdLst>
              <a:ahLst/>
              <a:cxnLst>
                <a:cxn ang="T34">
                  <a:pos x="T0" y="T1"/>
                </a:cxn>
                <a:cxn ang="T35">
                  <a:pos x="T2" y="T3"/>
                </a:cxn>
                <a:cxn ang="T36">
                  <a:pos x="T4" y="T5"/>
                </a:cxn>
                <a:cxn ang="T37">
                  <a:pos x="T6" y="T7"/>
                </a:cxn>
                <a:cxn ang="T38">
                  <a:pos x="T8" y="T9"/>
                </a:cxn>
                <a:cxn ang="T39">
                  <a:pos x="T10" y="T11"/>
                </a:cxn>
                <a:cxn ang="T40">
                  <a:pos x="T12" y="T13"/>
                </a:cxn>
                <a:cxn ang="T41">
                  <a:pos x="T14" y="T15"/>
                </a:cxn>
                <a:cxn ang="T42">
                  <a:pos x="T16" y="T17"/>
                </a:cxn>
                <a:cxn ang="T43">
                  <a:pos x="T18" y="T19"/>
                </a:cxn>
                <a:cxn ang="T44">
                  <a:pos x="T20" y="T21"/>
                </a:cxn>
                <a:cxn ang="T45">
                  <a:pos x="T22" y="T23"/>
                </a:cxn>
                <a:cxn ang="T46">
                  <a:pos x="T24" y="T25"/>
                </a:cxn>
                <a:cxn ang="T47">
                  <a:pos x="T26" y="T27"/>
                </a:cxn>
                <a:cxn ang="T48">
                  <a:pos x="T28" y="T29"/>
                </a:cxn>
                <a:cxn ang="T49">
                  <a:pos x="T30" y="T31"/>
                </a:cxn>
                <a:cxn ang="T50">
                  <a:pos x="T32" y="T33"/>
                </a:cxn>
              </a:cxnLst>
              <a:rect l="T51" t="T52" r="T53" b="T54"/>
              <a:pathLst>
                <a:path w="75" h="102">
                  <a:moveTo>
                    <a:pt x="22" y="53"/>
                  </a:moveTo>
                  <a:lnTo>
                    <a:pt x="0" y="4"/>
                  </a:lnTo>
                  <a:lnTo>
                    <a:pt x="12" y="1"/>
                  </a:lnTo>
                  <a:lnTo>
                    <a:pt x="23" y="0"/>
                  </a:lnTo>
                  <a:lnTo>
                    <a:pt x="35" y="1"/>
                  </a:lnTo>
                  <a:lnTo>
                    <a:pt x="47" y="5"/>
                  </a:lnTo>
                  <a:lnTo>
                    <a:pt x="56" y="12"/>
                  </a:lnTo>
                  <a:lnTo>
                    <a:pt x="65" y="20"/>
                  </a:lnTo>
                  <a:lnTo>
                    <a:pt x="71" y="31"/>
                  </a:lnTo>
                  <a:lnTo>
                    <a:pt x="74" y="42"/>
                  </a:lnTo>
                  <a:lnTo>
                    <a:pt x="75" y="54"/>
                  </a:lnTo>
                  <a:lnTo>
                    <a:pt x="74" y="66"/>
                  </a:lnTo>
                  <a:lnTo>
                    <a:pt x="70" y="77"/>
                  </a:lnTo>
                  <a:lnTo>
                    <a:pt x="64" y="87"/>
                  </a:lnTo>
                  <a:lnTo>
                    <a:pt x="55" y="95"/>
                  </a:lnTo>
                  <a:lnTo>
                    <a:pt x="45" y="102"/>
                  </a:lnTo>
                  <a:lnTo>
                    <a:pt x="22" y="53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203" name="Freeform 205">
              <a:extLst>
                <a:ext uri="{FF2B5EF4-FFF2-40B4-BE49-F238E27FC236}">
                  <a16:creationId xmlns:a16="http://schemas.microsoft.com/office/drawing/2014/main" id="{AABB8EF0-E85F-62E9-588B-F1B57E574220}"/>
                </a:ext>
              </a:extLst>
            </p:cNvPr>
            <p:cNvSpPr>
              <a:spLocks/>
            </p:cNvSpPr>
            <p:nvPr/>
          </p:nvSpPr>
          <p:spPr bwMode="auto">
            <a:xfrm>
              <a:off x="1926" y="1978"/>
              <a:ext cx="12" cy="17"/>
            </a:xfrm>
            <a:custGeom>
              <a:avLst/>
              <a:gdLst>
                <a:gd name="T0" fmla="*/ 0 w 75"/>
                <a:gd name="T1" fmla="*/ 0 h 102"/>
                <a:gd name="T2" fmla="*/ 0 w 75"/>
                <a:gd name="T3" fmla="*/ 0 h 102"/>
                <a:gd name="T4" fmla="*/ 0 w 75"/>
                <a:gd name="T5" fmla="*/ 0 h 102"/>
                <a:gd name="T6" fmla="*/ 0 w 75"/>
                <a:gd name="T7" fmla="*/ 0 h 102"/>
                <a:gd name="T8" fmla="*/ 0 w 75"/>
                <a:gd name="T9" fmla="*/ 0 h 102"/>
                <a:gd name="T10" fmla="*/ 0 w 75"/>
                <a:gd name="T11" fmla="*/ 0 h 102"/>
                <a:gd name="T12" fmla="*/ 0 w 75"/>
                <a:gd name="T13" fmla="*/ 0 h 102"/>
                <a:gd name="T14" fmla="*/ 0 w 75"/>
                <a:gd name="T15" fmla="*/ 0 h 102"/>
                <a:gd name="T16" fmla="*/ 0 w 75"/>
                <a:gd name="T17" fmla="*/ 0 h 102"/>
                <a:gd name="T18" fmla="*/ 0 w 75"/>
                <a:gd name="T19" fmla="*/ 0 h 102"/>
                <a:gd name="T20" fmla="*/ 0 w 75"/>
                <a:gd name="T21" fmla="*/ 0 h 102"/>
                <a:gd name="T22" fmla="*/ 0 w 75"/>
                <a:gd name="T23" fmla="*/ 0 h 102"/>
                <a:gd name="T24" fmla="*/ 0 w 75"/>
                <a:gd name="T25" fmla="*/ 0 h 102"/>
                <a:gd name="T26" fmla="*/ 0 w 75"/>
                <a:gd name="T27" fmla="*/ 0 h 102"/>
                <a:gd name="T28" fmla="*/ 0 w 75"/>
                <a:gd name="T29" fmla="*/ 0 h 102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w 75"/>
                <a:gd name="T46" fmla="*/ 0 h 102"/>
                <a:gd name="T47" fmla="*/ 75 w 75"/>
                <a:gd name="T48" fmla="*/ 102 h 102"/>
              </a:gdLst>
              <a:ahLst/>
              <a:cxnLst>
                <a:cxn ang="T30">
                  <a:pos x="T0" y="T1"/>
                </a:cxn>
                <a:cxn ang="T31">
                  <a:pos x="T2" y="T3"/>
                </a:cxn>
                <a:cxn ang="T32">
                  <a:pos x="T4" y="T5"/>
                </a:cxn>
                <a:cxn ang="T33">
                  <a:pos x="T6" y="T7"/>
                </a:cxn>
                <a:cxn ang="T34">
                  <a:pos x="T8" y="T9"/>
                </a:cxn>
                <a:cxn ang="T35">
                  <a:pos x="T10" y="T11"/>
                </a:cxn>
                <a:cxn ang="T36">
                  <a:pos x="T12" y="T13"/>
                </a:cxn>
                <a:cxn ang="T37">
                  <a:pos x="T14" y="T15"/>
                </a:cxn>
                <a:cxn ang="T38">
                  <a:pos x="T16" y="T17"/>
                </a:cxn>
                <a:cxn ang="T39">
                  <a:pos x="T18" y="T19"/>
                </a:cxn>
                <a:cxn ang="T40">
                  <a:pos x="T20" y="T21"/>
                </a:cxn>
                <a:cxn ang="T41">
                  <a:pos x="T22" y="T23"/>
                </a:cxn>
                <a:cxn ang="T42">
                  <a:pos x="T24" y="T25"/>
                </a:cxn>
                <a:cxn ang="T43">
                  <a:pos x="T26" y="T27"/>
                </a:cxn>
                <a:cxn ang="T44">
                  <a:pos x="T28" y="T29"/>
                </a:cxn>
              </a:cxnLst>
              <a:rect l="T45" t="T46" r="T47" b="T48"/>
              <a:pathLst>
                <a:path w="75" h="102">
                  <a:moveTo>
                    <a:pt x="0" y="4"/>
                  </a:moveTo>
                  <a:lnTo>
                    <a:pt x="12" y="1"/>
                  </a:lnTo>
                  <a:lnTo>
                    <a:pt x="23" y="0"/>
                  </a:lnTo>
                  <a:lnTo>
                    <a:pt x="35" y="1"/>
                  </a:lnTo>
                  <a:lnTo>
                    <a:pt x="47" y="5"/>
                  </a:lnTo>
                  <a:lnTo>
                    <a:pt x="56" y="12"/>
                  </a:lnTo>
                  <a:lnTo>
                    <a:pt x="65" y="20"/>
                  </a:lnTo>
                  <a:lnTo>
                    <a:pt x="71" y="31"/>
                  </a:lnTo>
                  <a:lnTo>
                    <a:pt x="74" y="42"/>
                  </a:lnTo>
                  <a:lnTo>
                    <a:pt x="75" y="54"/>
                  </a:lnTo>
                  <a:lnTo>
                    <a:pt x="74" y="66"/>
                  </a:lnTo>
                  <a:lnTo>
                    <a:pt x="70" y="77"/>
                  </a:lnTo>
                  <a:lnTo>
                    <a:pt x="64" y="87"/>
                  </a:lnTo>
                  <a:lnTo>
                    <a:pt x="55" y="95"/>
                  </a:lnTo>
                  <a:lnTo>
                    <a:pt x="45" y="102"/>
                  </a:lnTo>
                </a:path>
              </a:pathLst>
            </a:custGeom>
            <a:noFill/>
            <a:ln w="0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</p:grpSp>
      <p:grpSp>
        <p:nvGrpSpPr>
          <p:cNvPr id="204" name="Group 206">
            <a:extLst>
              <a:ext uri="{FF2B5EF4-FFF2-40B4-BE49-F238E27FC236}">
                <a16:creationId xmlns:a16="http://schemas.microsoft.com/office/drawing/2014/main" id="{78B0A723-11A5-6010-2241-373470AE4ACE}"/>
              </a:ext>
            </a:extLst>
          </p:cNvPr>
          <p:cNvGrpSpPr>
            <a:grpSpLocks/>
          </p:cNvGrpSpPr>
          <p:nvPr/>
        </p:nvGrpSpPr>
        <p:grpSpPr bwMode="auto">
          <a:xfrm>
            <a:off x="14790314" y="1954638"/>
            <a:ext cx="2085976" cy="2536824"/>
            <a:chOff x="3044" y="891"/>
            <a:chExt cx="657" cy="799"/>
          </a:xfrm>
        </p:grpSpPr>
        <p:sp>
          <p:nvSpPr>
            <p:cNvPr id="205" name="Freeform 207">
              <a:extLst>
                <a:ext uri="{FF2B5EF4-FFF2-40B4-BE49-F238E27FC236}">
                  <a16:creationId xmlns:a16="http://schemas.microsoft.com/office/drawing/2014/main" id="{0AE3555C-B6D8-3B54-3C68-2EDC807FDF07}"/>
                </a:ext>
              </a:extLst>
            </p:cNvPr>
            <p:cNvSpPr>
              <a:spLocks/>
            </p:cNvSpPr>
            <p:nvPr/>
          </p:nvSpPr>
          <p:spPr bwMode="auto">
            <a:xfrm>
              <a:off x="3044" y="920"/>
              <a:ext cx="9" cy="18"/>
            </a:xfrm>
            <a:custGeom>
              <a:avLst/>
              <a:gdLst>
                <a:gd name="T0" fmla="*/ 0 w 53"/>
                <a:gd name="T1" fmla="*/ 0 h 107"/>
                <a:gd name="T2" fmla="*/ 0 w 53"/>
                <a:gd name="T3" fmla="*/ 0 h 107"/>
                <a:gd name="T4" fmla="*/ 0 w 53"/>
                <a:gd name="T5" fmla="*/ 0 h 107"/>
                <a:gd name="T6" fmla="*/ 0 w 53"/>
                <a:gd name="T7" fmla="*/ 0 h 107"/>
                <a:gd name="T8" fmla="*/ 0 w 53"/>
                <a:gd name="T9" fmla="*/ 0 h 107"/>
                <a:gd name="T10" fmla="*/ 0 w 53"/>
                <a:gd name="T11" fmla="*/ 0 h 107"/>
                <a:gd name="T12" fmla="*/ 0 w 53"/>
                <a:gd name="T13" fmla="*/ 0 h 107"/>
                <a:gd name="T14" fmla="*/ 0 w 53"/>
                <a:gd name="T15" fmla="*/ 0 h 107"/>
                <a:gd name="T16" fmla="*/ 0 w 53"/>
                <a:gd name="T17" fmla="*/ 0 h 107"/>
                <a:gd name="T18" fmla="*/ 0 w 53"/>
                <a:gd name="T19" fmla="*/ 0 h 107"/>
                <a:gd name="T20" fmla="*/ 0 w 53"/>
                <a:gd name="T21" fmla="*/ 0 h 107"/>
                <a:gd name="T22" fmla="*/ 0 w 53"/>
                <a:gd name="T23" fmla="*/ 0 h 107"/>
                <a:gd name="T24" fmla="*/ 0 w 53"/>
                <a:gd name="T25" fmla="*/ 0 h 107"/>
                <a:gd name="T26" fmla="*/ 0 w 53"/>
                <a:gd name="T27" fmla="*/ 0 h 107"/>
                <a:gd name="T28" fmla="*/ 0 w 53"/>
                <a:gd name="T29" fmla="*/ 0 h 107"/>
                <a:gd name="T30" fmla="*/ 0 w 53"/>
                <a:gd name="T31" fmla="*/ 0 h 107"/>
                <a:gd name="T32" fmla="*/ 0 w 53"/>
                <a:gd name="T33" fmla="*/ 0 h 107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w 53"/>
                <a:gd name="T52" fmla="*/ 0 h 107"/>
                <a:gd name="T53" fmla="*/ 53 w 53"/>
                <a:gd name="T54" fmla="*/ 107 h 107"/>
              </a:gdLst>
              <a:ahLst/>
              <a:cxnLst>
                <a:cxn ang="T34">
                  <a:pos x="T0" y="T1"/>
                </a:cxn>
                <a:cxn ang="T35">
                  <a:pos x="T2" y="T3"/>
                </a:cxn>
                <a:cxn ang="T36">
                  <a:pos x="T4" y="T5"/>
                </a:cxn>
                <a:cxn ang="T37">
                  <a:pos x="T6" y="T7"/>
                </a:cxn>
                <a:cxn ang="T38">
                  <a:pos x="T8" y="T9"/>
                </a:cxn>
                <a:cxn ang="T39">
                  <a:pos x="T10" y="T11"/>
                </a:cxn>
                <a:cxn ang="T40">
                  <a:pos x="T12" y="T13"/>
                </a:cxn>
                <a:cxn ang="T41">
                  <a:pos x="T14" y="T15"/>
                </a:cxn>
                <a:cxn ang="T42">
                  <a:pos x="T16" y="T17"/>
                </a:cxn>
                <a:cxn ang="T43">
                  <a:pos x="T18" y="T19"/>
                </a:cxn>
                <a:cxn ang="T44">
                  <a:pos x="T20" y="T21"/>
                </a:cxn>
                <a:cxn ang="T45">
                  <a:pos x="T22" y="T23"/>
                </a:cxn>
                <a:cxn ang="T46">
                  <a:pos x="T24" y="T25"/>
                </a:cxn>
                <a:cxn ang="T47">
                  <a:pos x="T26" y="T27"/>
                </a:cxn>
                <a:cxn ang="T48">
                  <a:pos x="T28" y="T29"/>
                </a:cxn>
                <a:cxn ang="T49">
                  <a:pos x="T30" y="T31"/>
                </a:cxn>
                <a:cxn ang="T50">
                  <a:pos x="T32" y="T33"/>
                </a:cxn>
              </a:cxnLst>
              <a:rect l="T51" t="T52" r="T53" b="T54"/>
              <a:pathLst>
                <a:path w="53" h="107">
                  <a:moveTo>
                    <a:pt x="53" y="54"/>
                  </a:moveTo>
                  <a:lnTo>
                    <a:pt x="53" y="107"/>
                  </a:lnTo>
                  <a:lnTo>
                    <a:pt x="41" y="106"/>
                  </a:lnTo>
                  <a:lnTo>
                    <a:pt x="29" y="102"/>
                  </a:lnTo>
                  <a:lnTo>
                    <a:pt x="20" y="96"/>
                  </a:lnTo>
                  <a:lnTo>
                    <a:pt x="11" y="87"/>
                  </a:lnTo>
                  <a:lnTo>
                    <a:pt x="5" y="78"/>
                  </a:lnTo>
                  <a:lnTo>
                    <a:pt x="1" y="66"/>
                  </a:lnTo>
                  <a:lnTo>
                    <a:pt x="0" y="54"/>
                  </a:lnTo>
                  <a:lnTo>
                    <a:pt x="1" y="43"/>
                  </a:lnTo>
                  <a:lnTo>
                    <a:pt x="5" y="31"/>
                  </a:lnTo>
                  <a:lnTo>
                    <a:pt x="11" y="22"/>
                  </a:lnTo>
                  <a:lnTo>
                    <a:pt x="20" y="13"/>
                  </a:lnTo>
                  <a:lnTo>
                    <a:pt x="29" y="7"/>
                  </a:lnTo>
                  <a:lnTo>
                    <a:pt x="41" y="3"/>
                  </a:lnTo>
                  <a:lnTo>
                    <a:pt x="53" y="0"/>
                  </a:lnTo>
                  <a:lnTo>
                    <a:pt x="53" y="54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206" name="Freeform 208">
              <a:extLst>
                <a:ext uri="{FF2B5EF4-FFF2-40B4-BE49-F238E27FC236}">
                  <a16:creationId xmlns:a16="http://schemas.microsoft.com/office/drawing/2014/main" id="{F4721034-1E33-F979-6AEF-78C7B3E0FCAD}"/>
                </a:ext>
              </a:extLst>
            </p:cNvPr>
            <p:cNvSpPr>
              <a:spLocks/>
            </p:cNvSpPr>
            <p:nvPr/>
          </p:nvSpPr>
          <p:spPr bwMode="auto">
            <a:xfrm>
              <a:off x="3044" y="920"/>
              <a:ext cx="9" cy="18"/>
            </a:xfrm>
            <a:custGeom>
              <a:avLst/>
              <a:gdLst>
                <a:gd name="T0" fmla="*/ 0 w 53"/>
                <a:gd name="T1" fmla="*/ 0 h 107"/>
                <a:gd name="T2" fmla="*/ 0 w 53"/>
                <a:gd name="T3" fmla="*/ 0 h 107"/>
                <a:gd name="T4" fmla="*/ 0 w 53"/>
                <a:gd name="T5" fmla="*/ 0 h 107"/>
                <a:gd name="T6" fmla="*/ 0 w 53"/>
                <a:gd name="T7" fmla="*/ 0 h 107"/>
                <a:gd name="T8" fmla="*/ 0 w 53"/>
                <a:gd name="T9" fmla="*/ 0 h 107"/>
                <a:gd name="T10" fmla="*/ 0 w 53"/>
                <a:gd name="T11" fmla="*/ 0 h 107"/>
                <a:gd name="T12" fmla="*/ 0 w 53"/>
                <a:gd name="T13" fmla="*/ 0 h 107"/>
                <a:gd name="T14" fmla="*/ 0 w 53"/>
                <a:gd name="T15" fmla="*/ 0 h 107"/>
                <a:gd name="T16" fmla="*/ 0 w 53"/>
                <a:gd name="T17" fmla="*/ 0 h 107"/>
                <a:gd name="T18" fmla="*/ 0 w 53"/>
                <a:gd name="T19" fmla="*/ 0 h 107"/>
                <a:gd name="T20" fmla="*/ 0 w 53"/>
                <a:gd name="T21" fmla="*/ 0 h 107"/>
                <a:gd name="T22" fmla="*/ 0 w 53"/>
                <a:gd name="T23" fmla="*/ 0 h 107"/>
                <a:gd name="T24" fmla="*/ 0 w 53"/>
                <a:gd name="T25" fmla="*/ 0 h 107"/>
                <a:gd name="T26" fmla="*/ 0 w 53"/>
                <a:gd name="T27" fmla="*/ 0 h 107"/>
                <a:gd name="T28" fmla="*/ 0 w 53"/>
                <a:gd name="T29" fmla="*/ 0 h 107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w 53"/>
                <a:gd name="T46" fmla="*/ 0 h 107"/>
                <a:gd name="T47" fmla="*/ 53 w 53"/>
                <a:gd name="T48" fmla="*/ 107 h 107"/>
              </a:gdLst>
              <a:ahLst/>
              <a:cxnLst>
                <a:cxn ang="T30">
                  <a:pos x="T0" y="T1"/>
                </a:cxn>
                <a:cxn ang="T31">
                  <a:pos x="T2" y="T3"/>
                </a:cxn>
                <a:cxn ang="T32">
                  <a:pos x="T4" y="T5"/>
                </a:cxn>
                <a:cxn ang="T33">
                  <a:pos x="T6" y="T7"/>
                </a:cxn>
                <a:cxn ang="T34">
                  <a:pos x="T8" y="T9"/>
                </a:cxn>
                <a:cxn ang="T35">
                  <a:pos x="T10" y="T11"/>
                </a:cxn>
                <a:cxn ang="T36">
                  <a:pos x="T12" y="T13"/>
                </a:cxn>
                <a:cxn ang="T37">
                  <a:pos x="T14" y="T15"/>
                </a:cxn>
                <a:cxn ang="T38">
                  <a:pos x="T16" y="T17"/>
                </a:cxn>
                <a:cxn ang="T39">
                  <a:pos x="T18" y="T19"/>
                </a:cxn>
                <a:cxn ang="T40">
                  <a:pos x="T20" y="T21"/>
                </a:cxn>
                <a:cxn ang="T41">
                  <a:pos x="T22" y="T23"/>
                </a:cxn>
                <a:cxn ang="T42">
                  <a:pos x="T24" y="T25"/>
                </a:cxn>
                <a:cxn ang="T43">
                  <a:pos x="T26" y="T27"/>
                </a:cxn>
                <a:cxn ang="T44">
                  <a:pos x="T28" y="T29"/>
                </a:cxn>
              </a:cxnLst>
              <a:rect l="T45" t="T46" r="T47" b="T48"/>
              <a:pathLst>
                <a:path w="53" h="107">
                  <a:moveTo>
                    <a:pt x="53" y="107"/>
                  </a:moveTo>
                  <a:lnTo>
                    <a:pt x="41" y="106"/>
                  </a:lnTo>
                  <a:lnTo>
                    <a:pt x="29" y="102"/>
                  </a:lnTo>
                  <a:lnTo>
                    <a:pt x="20" y="96"/>
                  </a:lnTo>
                  <a:lnTo>
                    <a:pt x="11" y="87"/>
                  </a:lnTo>
                  <a:lnTo>
                    <a:pt x="5" y="78"/>
                  </a:lnTo>
                  <a:lnTo>
                    <a:pt x="1" y="66"/>
                  </a:lnTo>
                  <a:lnTo>
                    <a:pt x="0" y="54"/>
                  </a:lnTo>
                  <a:lnTo>
                    <a:pt x="1" y="43"/>
                  </a:lnTo>
                  <a:lnTo>
                    <a:pt x="5" y="31"/>
                  </a:lnTo>
                  <a:lnTo>
                    <a:pt x="11" y="22"/>
                  </a:lnTo>
                  <a:lnTo>
                    <a:pt x="20" y="13"/>
                  </a:lnTo>
                  <a:lnTo>
                    <a:pt x="29" y="7"/>
                  </a:lnTo>
                  <a:lnTo>
                    <a:pt x="41" y="3"/>
                  </a:lnTo>
                  <a:lnTo>
                    <a:pt x="53" y="0"/>
                  </a:lnTo>
                </a:path>
              </a:pathLst>
            </a:custGeom>
            <a:noFill/>
            <a:ln w="0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207" name="Freeform 209">
              <a:extLst>
                <a:ext uri="{FF2B5EF4-FFF2-40B4-BE49-F238E27FC236}">
                  <a16:creationId xmlns:a16="http://schemas.microsoft.com/office/drawing/2014/main" id="{287B633A-3D7F-6BE7-F8EE-BD9ADD78E42C}"/>
                </a:ext>
              </a:extLst>
            </p:cNvPr>
            <p:cNvSpPr>
              <a:spLocks/>
            </p:cNvSpPr>
            <p:nvPr/>
          </p:nvSpPr>
          <p:spPr bwMode="auto">
            <a:xfrm>
              <a:off x="3053" y="920"/>
              <a:ext cx="639" cy="18"/>
            </a:xfrm>
            <a:custGeom>
              <a:avLst/>
              <a:gdLst>
                <a:gd name="T0" fmla="*/ 0 w 3836"/>
                <a:gd name="T1" fmla="*/ 0 h 107"/>
                <a:gd name="T2" fmla="*/ 0 w 3836"/>
                <a:gd name="T3" fmla="*/ 0 h 107"/>
                <a:gd name="T4" fmla="*/ 0 w 3836"/>
                <a:gd name="T5" fmla="*/ 0 h 107"/>
                <a:gd name="T6" fmla="*/ 0 w 3836"/>
                <a:gd name="T7" fmla="*/ 0 h 107"/>
                <a:gd name="T8" fmla="*/ 0 w 3836"/>
                <a:gd name="T9" fmla="*/ 0 h 107"/>
                <a:gd name="T10" fmla="*/ 0 w 3836"/>
                <a:gd name="T11" fmla="*/ 0 h 107"/>
                <a:gd name="T12" fmla="*/ 0 w 3836"/>
                <a:gd name="T13" fmla="*/ 0 h 107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3836"/>
                <a:gd name="T22" fmla="*/ 0 h 107"/>
                <a:gd name="T23" fmla="*/ 3836 w 3836"/>
                <a:gd name="T24" fmla="*/ 107 h 107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3836" h="107">
                  <a:moveTo>
                    <a:pt x="0" y="0"/>
                  </a:moveTo>
                  <a:lnTo>
                    <a:pt x="0" y="54"/>
                  </a:lnTo>
                  <a:lnTo>
                    <a:pt x="0" y="107"/>
                  </a:lnTo>
                  <a:lnTo>
                    <a:pt x="3836" y="107"/>
                  </a:lnTo>
                  <a:lnTo>
                    <a:pt x="3836" y="54"/>
                  </a:lnTo>
                  <a:lnTo>
                    <a:pt x="3836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208" name="Freeform 210">
              <a:extLst>
                <a:ext uri="{FF2B5EF4-FFF2-40B4-BE49-F238E27FC236}">
                  <a16:creationId xmlns:a16="http://schemas.microsoft.com/office/drawing/2014/main" id="{94FBC540-340E-F979-A139-7DE2BA402CFA}"/>
                </a:ext>
              </a:extLst>
            </p:cNvPr>
            <p:cNvSpPr>
              <a:spLocks/>
            </p:cNvSpPr>
            <p:nvPr/>
          </p:nvSpPr>
          <p:spPr bwMode="auto">
            <a:xfrm>
              <a:off x="3053" y="920"/>
              <a:ext cx="639" cy="18"/>
            </a:xfrm>
            <a:custGeom>
              <a:avLst/>
              <a:gdLst>
                <a:gd name="T0" fmla="*/ 0 w 3836"/>
                <a:gd name="T1" fmla="*/ 0 h 107"/>
                <a:gd name="T2" fmla="*/ 0 w 3836"/>
                <a:gd name="T3" fmla="*/ 0 h 107"/>
                <a:gd name="T4" fmla="*/ 0 w 3836"/>
                <a:gd name="T5" fmla="*/ 0 h 107"/>
                <a:gd name="T6" fmla="*/ 0 w 3836"/>
                <a:gd name="T7" fmla="*/ 0 h 107"/>
                <a:gd name="T8" fmla="*/ 0 w 3836"/>
                <a:gd name="T9" fmla="*/ 0 h 107"/>
                <a:gd name="T10" fmla="*/ 0 w 3836"/>
                <a:gd name="T11" fmla="*/ 0 h 107"/>
                <a:gd name="T12" fmla="*/ 0 w 3836"/>
                <a:gd name="T13" fmla="*/ 0 h 107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3836"/>
                <a:gd name="T22" fmla="*/ 0 h 107"/>
                <a:gd name="T23" fmla="*/ 3836 w 3836"/>
                <a:gd name="T24" fmla="*/ 107 h 107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3836" h="107">
                  <a:moveTo>
                    <a:pt x="0" y="0"/>
                  </a:moveTo>
                  <a:lnTo>
                    <a:pt x="0" y="54"/>
                  </a:lnTo>
                  <a:lnTo>
                    <a:pt x="0" y="107"/>
                  </a:lnTo>
                  <a:lnTo>
                    <a:pt x="3836" y="107"/>
                  </a:lnTo>
                  <a:lnTo>
                    <a:pt x="3836" y="54"/>
                  </a:lnTo>
                  <a:lnTo>
                    <a:pt x="3836" y="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209" name="Freeform 211">
              <a:extLst>
                <a:ext uri="{FF2B5EF4-FFF2-40B4-BE49-F238E27FC236}">
                  <a16:creationId xmlns:a16="http://schemas.microsoft.com/office/drawing/2014/main" id="{6949EAC1-D4BA-B953-9055-64C981761DF7}"/>
                </a:ext>
              </a:extLst>
            </p:cNvPr>
            <p:cNvSpPr>
              <a:spLocks/>
            </p:cNvSpPr>
            <p:nvPr/>
          </p:nvSpPr>
          <p:spPr bwMode="auto">
            <a:xfrm>
              <a:off x="3692" y="920"/>
              <a:ext cx="9" cy="18"/>
            </a:xfrm>
            <a:custGeom>
              <a:avLst/>
              <a:gdLst>
                <a:gd name="T0" fmla="*/ 0 w 54"/>
                <a:gd name="T1" fmla="*/ 0 h 107"/>
                <a:gd name="T2" fmla="*/ 0 w 54"/>
                <a:gd name="T3" fmla="*/ 0 h 107"/>
                <a:gd name="T4" fmla="*/ 0 w 54"/>
                <a:gd name="T5" fmla="*/ 0 h 107"/>
                <a:gd name="T6" fmla="*/ 0 w 54"/>
                <a:gd name="T7" fmla="*/ 0 h 107"/>
                <a:gd name="T8" fmla="*/ 0 w 54"/>
                <a:gd name="T9" fmla="*/ 0 h 107"/>
                <a:gd name="T10" fmla="*/ 0 w 54"/>
                <a:gd name="T11" fmla="*/ 0 h 107"/>
                <a:gd name="T12" fmla="*/ 0 w 54"/>
                <a:gd name="T13" fmla="*/ 0 h 107"/>
                <a:gd name="T14" fmla="*/ 0 w 54"/>
                <a:gd name="T15" fmla="*/ 0 h 107"/>
                <a:gd name="T16" fmla="*/ 0 w 54"/>
                <a:gd name="T17" fmla="*/ 0 h 107"/>
                <a:gd name="T18" fmla="*/ 0 w 54"/>
                <a:gd name="T19" fmla="*/ 0 h 107"/>
                <a:gd name="T20" fmla="*/ 0 w 54"/>
                <a:gd name="T21" fmla="*/ 0 h 107"/>
                <a:gd name="T22" fmla="*/ 0 w 54"/>
                <a:gd name="T23" fmla="*/ 0 h 107"/>
                <a:gd name="T24" fmla="*/ 0 w 54"/>
                <a:gd name="T25" fmla="*/ 0 h 107"/>
                <a:gd name="T26" fmla="*/ 0 w 54"/>
                <a:gd name="T27" fmla="*/ 0 h 107"/>
                <a:gd name="T28" fmla="*/ 0 w 54"/>
                <a:gd name="T29" fmla="*/ 0 h 107"/>
                <a:gd name="T30" fmla="*/ 0 w 54"/>
                <a:gd name="T31" fmla="*/ 0 h 107"/>
                <a:gd name="T32" fmla="*/ 0 w 54"/>
                <a:gd name="T33" fmla="*/ 0 h 107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w 54"/>
                <a:gd name="T52" fmla="*/ 0 h 107"/>
                <a:gd name="T53" fmla="*/ 54 w 54"/>
                <a:gd name="T54" fmla="*/ 107 h 107"/>
              </a:gdLst>
              <a:ahLst/>
              <a:cxnLst>
                <a:cxn ang="T34">
                  <a:pos x="T0" y="T1"/>
                </a:cxn>
                <a:cxn ang="T35">
                  <a:pos x="T2" y="T3"/>
                </a:cxn>
                <a:cxn ang="T36">
                  <a:pos x="T4" y="T5"/>
                </a:cxn>
                <a:cxn ang="T37">
                  <a:pos x="T6" y="T7"/>
                </a:cxn>
                <a:cxn ang="T38">
                  <a:pos x="T8" y="T9"/>
                </a:cxn>
                <a:cxn ang="T39">
                  <a:pos x="T10" y="T11"/>
                </a:cxn>
                <a:cxn ang="T40">
                  <a:pos x="T12" y="T13"/>
                </a:cxn>
                <a:cxn ang="T41">
                  <a:pos x="T14" y="T15"/>
                </a:cxn>
                <a:cxn ang="T42">
                  <a:pos x="T16" y="T17"/>
                </a:cxn>
                <a:cxn ang="T43">
                  <a:pos x="T18" y="T19"/>
                </a:cxn>
                <a:cxn ang="T44">
                  <a:pos x="T20" y="T21"/>
                </a:cxn>
                <a:cxn ang="T45">
                  <a:pos x="T22" y="T23"/>
                </a:cxn>
                <a:cxn ang="T46">
                  <a:pos x="T24" y="T25"/>
                </a:cxn>
                <a:cxn ang="T47">
                  <a:pos x="T26" y="T27"/>
                </a:cxn>
                <a:cxn ang="T48">
                  <a:pos x="T28" y="T29"/>
                </a:cxn>
                <a:cxn ang="T49">
                  <a:pos x="T30" y="T31"/>
                </a:cxn>
                <a:cxn ang="T50">
                  <a:pos x="T32" y="T33"/>
                </a:cxn>
              </a:cxnLst>
              <a:rect l="T51" t="T52" r="T53" b="T54"/>
              <a:pathLst>
                <a:path w="54" h="107">
                  <a:moveTo>
                    <a:pt x="0" y="54"/>
                  </a:moveTo>
                  <a:lnTo>
                    <a:pt x="0" y="0"/>
                  </a:lnTo>
                  <a:lnTo>
                    <a:pt x="11" y="3"/>
                  </a:lnTo>
                  <a:lnTo>
                    <a:pt x="23" y="7"/>
                  </a:lnTo>
                  <a:lnTo>
                    <a:pt x="32" y="13"/>
                  </a:lnTo>
                  <a:lnTo>
                    <a:pt x="41" y="22"/>
                  </a:lnTo>
                  <a:lnTo>
                    <a:pt x="47" y="31"/>
                  </a:lnTo>
                  <a:lnTo>
                    <a:pt x="52" y="43"/>
                  </a:lnTo>
                  <a:lnTo>
                    <a:pt x="54" y="54"/>
                  </a:lnTo>
                  <a:lnTo>
                    <a:pt x="52" y="66"/>
                  </a:lnTo>
                  <a:lnTo>
                    <a:pt x="47" y="78"/>
                  </a:lnTo>
                  <a:lnTo>
                    <a:pt x="41" y="87"/>
                  </a:lnTo>
                  <a:lnTo>
                    <a:pt x="32" y="96"/>
                  </a:lnTo>
                  <a:lnTo>
                    <a:pt x="23" y="102"/>
                  </a:lnTo>
                  <a:lnTo>
                    <a:pt x="11" y="106"/>
                  </a:lnTo>
                  <a:lnTo>
                    <a:pt x="0" y="107"/>
                  </a:lnTo>
                  <a:lnTo>
                    <a:pt x="0" y="54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210" name="Freeform 212">
              <a:extLst>
                <a:ext uri="{FF2B5EF4-FFF2-40B4-BE49-F238E27FC236}">
                  <a16:creationId xmlns:a16="http://schemas.microsoft.com/office/drawing/2014/main" id="{FB175293-21A1-88C5-1664-E0B2C2459AA9}"/>
                </a:ext>
              </a:extLst>
            </p:cNvPr>
            <p:cNvSpPr>
              <a:spLocks/>
            </p:cNvSpPr>
            <p:nvPr/>
          </p:nvSpPr>
          <p:spPr bwMode="auto">
            <a:xfrm>
              <a:off x="3692" y="920"/>
              <a:ext cx="9" cy="18"/>
            </a:xfrm>
            <a:custGeom>
              <a:avLst/>
              <a:gdLst>
                <a:gd name="T0" fmla="*/ 0 w 54"/>
                <a:gd name="T1" fmla="*/ 0 h 107"/>
                <a:gd name="T2" fmla="*/ 0 w 54"/>
                <a:gd name="T3" fmla="*/ 0 h 107"/>
                <a:gd name="T4" fmla="*/ 0 w 54"/>
                <a:gd name="T5" fmla="*/ 0 h 107"/>
                <a:gd name="T6" fmla="*/ 0 w 54"/>
                <a:gd name="T7" fmla="*/ 0 h 107"/>
                <a:gd name="T8" fmla="*/ 0 w 54"/>
                <a:gd name="T9" fmla="*/ 0 h 107"/>
                <a:gd name="T10" fmla="*/ 0 w 54"/>
                <a:gd name="T11" fmla="*/ 0 h 107"/>
                <a:gd name="T12" fmla="*/ 0 w 54"/>
                <a:gd name="T13" fmla="*/ 0 h 107"/>
                <a:gd name="T14" fmla="*/ 0 w 54"/>
                <a:gd name="T15" fmla="*/ 0 h 107"/>
                <a:gd name="T16" fmla="*/ 0 w 54"/>
                <a:gd name="T17" fmla="*/ 0 h 107"/>
                <a:gd name="T18" fmla="*/ 0 w 54"/>
                <a:gd name="T19" fmla="*/ 0 h 107"/>
                <a:gd name="T20" fmla="*/ 0 w 54"/>
                <a:gd name="T21" fmla="*/ 0 h 107"/>
                <a:gd name="T22" fmla="*/ 0 w 54"/>
                <a:gd name="T23" fmla="*/ 0 h 107"/>
                <a:gd name="T24" fmla="*/ 0 w 54"/>
                <a:gd name="T25" fmla="*/ 0 h 107"/>
                <a:gd name="T26" fmla="*/ 0 w 54"/>
                <a:gd name="T27" fmla="*/ 0 h 107"/>
                <a:gd name="T28" fmla="*/ 0 w 54"/>
                <a:gd name="T29" fmla="*/ 0 h 107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w 54"/>
                <a:gd name="T46" fmla="*/ 0 h 107"/>
                <a:gd name="T47" fmla="*/ 54 w 54"/>
                <a:gd name="T48" fmla="*/ 107 h 107"/>
              </a:gdLst>
              <a:ahLst/>
              <a:cxnLst>
                <a:cxn ang="T30">
                  <a:pos x="T0" y="T1"/>
                </a:cxn>
                <a:cxn ang="T31">
                  <a:pos x="T2" y="T3"/>
                </a:cxn>
                <a:cxn ang="T32">
                  <a:pos x="T4" y="T5"/>
                </a:cxn>
                <a:cxn ang="T33">
                  <a:pos x="T6" y="T7"/>
                </a:cxn>
                <a:cxn ang="T34">
                  <a:pos x="T8" y="T9"/>
                </a:cxn>
                <a:cxn ang="T35">
                  <a:pos x="T10" y="T11"/>
                </a:cxn>
                <a:cxn ang="T36">
                  <a:pos x="T12" y="T13"/>
                </a:cxn>
                <a:cxn ang="T37">
                  <a:pos x="T14" y="T15"/>
                </a:cxn>
                <a:cxn ang="T38">
                  <a:pos x="T16" y="T17"/>
                </a:cxn>
                <a:cxn ang="T39">
                  <a:pos x="T18" y="T19"/>
                </a:cxn>
                <a:cxn ang="T40">
                  <a:pos x="T20" y="T21"/>
                </a:cxn>
                <a:cxn ang="T41">
                  <a:pos x="T22" y="T23"/>
                </a:cxn>
                <a:cxn ang="T42">
                  <a:pos x="T24" y="T25"/>
                </a:cxn>
                <a:cxn ang="T43">
                  <a:pos x="T26" y="T27"/>
                </a:cxn>
                <a:cxn ang="T44">
                  <a:pos x="T28" y="T29"/>
                </a:cxn>
              </a:cxnLst>
              <a:rect l="T45" t="T46" r="T47" b="T48"/>
              <a:pathLst>
                <a:path w="54" h="107">
                  <a:moveTo>
                    <a:pt x="0" y="0"/>
                  </a:moveTo>
                  <a:lnTo>
                    <a:pt x="11" y="3"/>
                  </a:lnTo>
                  <a:lnTo>
                    <a:pt x="23" y="7"/>
                  </a:lnTo>
                  <a:lnTo>
                    <a:pt x="32" y="13"/>
                  </a:lnTo>
                  <a:lnTo>
                    <a:pt x="41" y="22"/>
                  </a:lnTo>
                  <a:lnTo>
                    <a:pt x="47" y="31"/>
                  </a:lnTo>
                  <a:lnTo>
                    <a:pt x="52" y="43"/>
                  </a:lnTo>
                  <a:lnTo>
                    <a:pt x="54" y="54"/>
                  </a:lnTo>
                  <a:lnTo>
                    <a:pt x="52" y="66"/>
                  </a:lnTo>
                  <a:lnTo>
                    <a:pt x="47" y="78"/>
                  </a:lnTo>
                  <a:lnTo>
                    <a:pt x="41" y="87"/>
                  </a:lnTo>
                  <a:lnTo>
                    <a:pt x="32" y="96"/>
                  </a:lnTo>
                  <a:lnTo>
                    <a:pt x="23" y="102"/>
                  </a:lnTo>
                  <a:lnTo>
                    <a:pt x="11" y="106"/>
                  </a:lnTo>
                  <a:lnTo>
                    <a:pt x="0" y="107"/>
                  </a:lnTo>
                </a:path>
              </a:pathLst>
            </a:custGeom>
            <a:noFill/>
            <a:ln w="0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211" name="Freeform 213">
              <a:extLst>
                <a:ext uri="{FF2B5EF4-FFF2-40B4-BE49-F238E27FC236}">
                  <a16:creationId xmlns:a16="http://schemas.microsoft.com/office/drawing/2014/main" id="{08F21561-6D67-7D9A-3CC5-43F38129EBC4}"/>
                </a:ext>
              </a:extLst>
            </p:cNvPr>
            <p:cNvSpPr>
              <a:spLocks/>
            </p:cNvSpPr>
            <p:nvPr/>
          </p:nvSpPr>
          <p:spPr bwMode="auto">
            <a:xfrm>
              <a:off x="3044" y="1643"/>
              <a:ext cx="9" cy="17"/>
            </a:xfrm>
            <a:custGeom>
              <a:avLst/>
              <a:gdLst>
                <a:gd name="T0" fmla="*/ 0 w 53"/>
                <a:gd name="T1" fmla="*/ 0 h 107"/>
                <a:gd name="T2" fmla="*/ 0 w 53"/>
                <a:gd name="T3" fmla="*/ 0 h 107"/>
                <a:gd name="T4" fmla="*/ 0 w 53"/>
                <a:gd name="T5" fmla="*/ 0 h 107"/>
                <a:gd name="T6" fmla="*/ 0 w 53"/>
                <a:gd name="T7" fmla="*/ 0 h 107"/>
                <a:gd name="T8" fmla="*/ 0 w 53"/>
                <a:gd name="T9" fmla="*/ 0 h 107"/>
                <a:gd name="T10" fmla="*/ 0 w 53"/>
                <a:gd name="T11" fmla="*/ 0 h 107"/>
                <a:gd name="T12" fmla="*/ 0 w 53"/>
                <a:gd name="T13" fmla="*/ 0 h 107"/>
                <a:gd name="T14" fmla="*/ 0 w 53"/>
                <a:gd name="T15" fmla="*/ 0 h 107"/>
                <a:gd name="T16" fmla="*/ 0 w 53"/>
                <a:gd name="T17" fmla="*/ 0 h 107"/>
                <a:gd name="T18" fmla="*/ 0 w 53"/>
                <a:gd name="T19" fmla="*/ 0 h 107"/>
                <a:gd name="T20" fmla="*/ 0 w 53"/>
                <a:gd name="T21" fmla="*/ 0 h 107"/>
                <a:gd name="T22" fmla="*/ 0 w 53"/>
                <a:gd name="T23" fmla="*/ 0 h 107"/>
                <a:gd name="T24" fmla="*/ 0 w 53"/>
                <a:gd name="T25" fmla="*/ 0 h 107"/>
                <a:gd name="T26" fmla="*/ 0 w 53"/>
                <a:gd name="T27" fmla="*/ 0 h 107"/>
                <a:gd name="T28" fmla="*/ 0 w 53"/>
                <a:gd name="T29" fmla="*/ 0 h 107"/>
                <a:gd name="T30" fmla="*/ 0 w 53"/>
                <a:gd name="T31" fmla="*/ 0 h 107"/>
                <a:gd name="T32" fmla="*/ 0 w 53"/>
                <a:gd name="T33" fmla="*/ 0 h 107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w 53"/>
                <a:gd name="T52" fmla="*/ 0 h 107"/>
                <a:gd name="T53" fmla="*/ 53 w 53"/>
                <a:gd name="T54" fmla="*/ 107 h 107"/>
              </a:gdLst>
              <a:ahLst/>
              <a:cxnLst>
                <a:cxn ang="T34">
                  <a:pos x="T0" y="T1"/>
                </a:cxn>
                <a:cxn ang="T35">
                  <a:pos x="T2" y="T3"/>
                </a:cxn>
                <a:cxn ang="T36">
                  <a:pos x="T4" y="T5"/>
                </a:cxn>
                <a:cxn ang="T37">
                  <a:pos x="T6" y="T7"/>
                </a:cxn>
                <a:cxn ang="T38">
                  <a:pos x="T8" y="T9"/>
                </a:cxn>
                <a:cxn ang="T39">
                  <a:pos x="T10" y="T11"/>
                </a:cxn>
                <a:cxn ang="T40">
                  <a:pos x="T12" y="T13"/>
                </a:cxn>
                <a:cxn ang="T41">
                  <a:pos x="T14" y="T15"/>
                </a:cxn>
                <a:cxn ang="T42">
                  <a:pos x="T16" y="T17"/>
                </a:cxn>
                <a:cxn ang="T43">
                  <a:pos x="T18" y="T19"/>
                </a:cxn>
                <a:cxn ang="T44">
                  <a:pos x="T20" y="T21"/>
                </a:cxn>
                <a:cxn ang="T45">
                  <a:pos x="T22" y="T23"/>
                </a:cxn>
                <a:cxn ang="T46">
                  <a:pos x="T24" y="T25"/>
                </a:cxn>
                <a:cxn ang="T47">
                  <a:pos x="T26" y="T27"/>
                </a:cxn>
                <a:cxn ang="T48">
                  <a:pos x="T28" y="T29"/>
                </a:cxn>
                <a:cxn ang="T49">
                  <a:pos x="T30" y="T31"/>
                </a:cxn>
                <a:cxn ang="T50">
                  <a:pos x="T32" y="T33"/>
                </a:cxn>
              </a:cxnLst>
              <a:rect l="T51" t="T52" r="T53" b="T54"/>
              <a:pathLst>
                <a:path w="53" h="107">
                  <a:moveTo>
                    <a:pt x="53" y="54"/>
                  </a:moveTo>
                  <a:lnTo>
                    <a:pt x="53" y="107"/>
                  </a:lnTo>
                  <a:lnTo>
                    <a:pt x="41" y="106"/>
                  </a:lnTo>
                  <a:lnTo>
                    <a:pt x="29" y="102"/>
                  </a:lnTo>
                  <a:lnTo>
                    <a:pt x="20" y="95"/>
                  </a:lnTo>
                  <a:lnTo>
                    <a:pt x="11" y="87"/>
                  </a:lnTo>
                  <a:lnTo>
                    <a:pt x="5" y="77"/>
                  </a:lnTo>
                  <a:lnTo>
                    <a:pt x="1" y="66"/>
                  </a:lnTo>
                  <a:lnTo>
                    <a:pt x="0" y="54"/>
                  </a:lnTo>
                  <a:lnTo>
                    <a:pt x="1" y="43"/>
                  </a:lnTo>
                  <a:lnTo>
                    <a:pt x="5" y="31"/>
                  </a:lnTo>
                  <a:lnTo>
                    <a:pt x="11" y="21"/>
                  </a:lnTo>
                  <a:lnTo>
                    <a:pt x="20" y="13"/>
                  </a:lnTo>
                  <a:lnTo>
                    <a:pt x="29" y="7"/>
                  </a:lnTo>
                  <a:lnTo>
                    <a:pt x="41" y="2"/>
                  </a:lnTo>
                  <a:lnTo>
                    <a:pt x="53" y="0"/>
                  </a:lnTo>
                  <a:lnTo>
                    <a:pt x="53" y="54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212" name="Freeform 214">
              <a:extLst>
                <a:ext uri="{FF2B5EF4-FFF2-40B4-BE49-F238E27FC236}">
                  <a16:creationId xmlns:a16="http://schemas.microsoft.com/office/drawing/2014/main" id="{8312CB9E-604B-F74E-5A16-D331154973BA}"/>
                </a:ext>
              </a:extLst>
            </p:cNvPr>
            <p:cNvSpPr>
              <a:spLocks/>
            </p:cNvSpPr>
            <p:nvPr/>
          </p:nvSpPr>
          <p:spPr bwMode="auto">
            <a:xfrm>
              <a:off x="3044" y="1643"/>
              <a:ext cx="9" cy="17"/>
            </a:xfrm>
            <a:custGeom>
              <a:avLst/>
              <a:gdLst>
                <a:gd name="T0" fmla="*/ 0 w 53"/>
                <a:gd name="T1" fmla="*/ 0 h 107"/>
                <a:gd name="T2" fmla="*/ 0 w 53"/>
                <a:gd name="T3" fmla="*/ 0 h 107"/>
                <a:gd name="T4" fmla="*/ 0 w 53"/>
                <a:gd name="T5" fmla="*/ 0 h 107"/>
                <a:gd name="T6" fmla="*/ 0 w 53"/>
                <a:gd name="T7" fmla="*/ 0 h 107"/>
                <a:gd name="T8" fmla="*/ 0 w 53"/>
                <a:gd name="T9" fmla="*/ 0 h 107"/>
                <a:gd name="T10" fmla="*/ 0 w 53"/>
                <a:gd name="T11" fmla="*/ 0 h 107"/>
                <a:gd name="T12" fmla="*/ 0 w 53"/>
                <a:gd name="T13" fmla="*/ 0 h 107"/>
                <a:gd name="T14" fmla="*/ 0 w 53"/>
                <a:gd name="T15" fmla="*/ 0 h 107"/>
                <a:gd name="T16" fmla="*/ 0 w 53"/>
                <a:gd name="T17" fmla="*/ 0 h 107"/>
                <a:gd name="T18" fmla="*/ 0 w 53"/>
                <a:gd name="T19" fmla="*/ 0 h 107"/>
                <a:gd name="T20" fmla="*/ 0 w 53"/>
                <a:gd name="T21" fmla="*/ 0 h 107"/>
                <a:gd name="T22" fmla="*/ 0 w 53"/>
                <a:gd name="T23" fmla="*/ 0 h 107"/>
                <a:gd name="T24" fmla="*/ 0 w 53"/>
                <a:gd name="T25" fmla="*/ 0 h 107"/>
                <a:gd name="T26" fmla="*/ 0 w 53"/>
                <a:gd name="T27" fmla="*/ 0 h 107"/>
                <a:gd name="T28" fmla="*/ 0 w 53"/>
                <a:gd name="T29" fmla="*/ 0 h 107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w 53"/>
                <a:gd name="T46" fmla="*/ 0 h 107"/>
                <a:gd name="T47" fmla="*/ 53 w 53"/>
                <a:gd name="T48" fmla="*/ 107 h 107"/>
              </a:gdLst>
              <a:ahLst/>
              <a:cxnLst>
                <a:cxn ang="T30">
                  <a:pos x="T0" y="T1"/>
                </a:cxn>
                <a:cxn ang="T31">
                  <a:pos x="T2" y="T3"/>
                </a:cxn>
                <a:cxn ang="T32">
                  <a:pos x="T4" y="T5"/>
                </a:cxn>
                <a:cxn ang="T33">
                  <a:pos x="T6" y="T7"/>
                </a:cxn>
                <a:cxn ang="T34">
                  <a:pos x="T8" y="T9"/>
                </a:cxn>
                <a:cxn ang="T35">
                  <a:pos x="T10" y="T11"/>
                </a:cxn>
                <a:cxn ang="T36">
                  <a:pos x="T12" y="T13"/>
                </a:cxn>
                <a:cxn ang="T37">
                  <a:pos x="T14" y="T15"/>
                </a:cxn>
                <a:cxn ang="T38">
                  <a:pos x="T16" y="T17"/>
                </a:cxn>
                <a:cxn ang="T39">
                  <a:pos x="T18" y="T19"/>
                </a:cxn>
                <a:cxn ang="T40">
                  <a:pos x="T20" y="T21"/>
                </a:cxn>
                <a:cxn ang="T41">
                  <a:pos x="T22" y="T23"/>
                </a:cxn>
                <a:cxn ang="T42">
                  <a:pos x="T24" y="T25"/>
                </a:cxn>
                <a:cxn ang="T43">
                  <a:pos x="T26" y="T27"/>
                </a:cxn>
                <a:cxn ang="T44">
                  <a:pos x="T28" y="T29"/>
                </a:cxn>
              </a:cxnLst>
              <a:rect l="T45" t="T46" r="T47" b="T48"/>
              <a:pathLst>
                <a:path w="53" h="107">
                  <a:moveTo>
                    <a:pt x="53" y="107"/>
                  </a:moveTo>
                  <a:lnTo>
                    <a:pt x="41" y="106"/>
                  </a:lnTo>
                  <a:lnTo>
                    <a:pt x="29" y="102"/>
                  </a:lnTo>
                  <a:lnTo>
                    <a:pt x="20" y="95"/>
                  </a:lnTo>
                  <a:lnTo>
                    <a:pt x="11" y="87"/>
                  </a:lnTo>
                  <a:lnTo>
                    <a:pt x="5" y="77"/>
                  </a:lnTo>
                  <a:lnTo>
                    <a:pt x="1" y="66"/>
                  </a:lnTo>
                  <a:lnTo>
                    <a:pt x="0" y="54"/>
                  </a:lnTo>
                  <a:lnTo>
                    <a:pt x="1" y="43"/>
                  </a:lnTo>
                  <a:lnTo>
                    <a:pt x="5" y="31"/>
                  </a:lnTo>
                  <a:lnTo>
                    <a:pt x="11" y="21"/>
                  </a:lnTo>
                  <a:lnTo>
                    <a:pt x="20" y="13"/>
                  </a:lnTo>
                  <a:lnTo>
                    <a:pt x="29" y="7"/>
                  </a:lnTo>
                  <a:lnTo>
                    <a:pt x="41" y="2"/>
                  </a:lnTo>
                  <a:lnTo>
                    <a:pt x="53" y="0"/>
                  </a:lnTo>
                </a:path>
              </a:pathLst>
            </a:custGeom>
            <a:noFill/>
            <a:ln w="0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213" name="Freeform 215">
              <a:extLst>
                <a:ext uri="{FF2B5EF4-FFF2-40B4-BE49-F238E27FC236}">
                  <a16:creationId xmlns:a16="http://schemas.microsoft.com/office/drawing/2014/main" id="{26E213D2-2EEA-579A-710D-F4387664F284}"/>
                </a:ext>
              </a:extLst>
            </p:cNvPr>
            <p:cNvSpPr>
              <a:spLocks/>
            </p:cNvSpPr>
            <p:nvPr/>
          </p:nvSpPr>
          <p:spPr bwMode="auto">
            <a:xfrm>
              <a:off x="3053" y="1643"/>
              <a:ext cx="639" cy="17"/>
            </a:xfrm>
            <a:custGeom>
              <a:avLst/>
              <a:gdLst>
                <a:gd name="T0" fmla="*/ 0 w 3836"/>
                <a:gd name="T1" fmla="*/ 0 h 107"/>
                <a:gd name="T2" fmla="*/ 0 w 3836"/>
                <a:gd name="T3" fmla="*/ 0 h 107"/>
                <a:gd name="T4" fmla="*/ 0 w 3836"/>
                <a:gd name="T5" fmla="*/ 0 h 107"/>
                <a:gd name="T6" fmla="*/ 0 w 3836"/>
                <a:gd name="T7" fmla="*/ 0 h 107"/>
                <a:gd name="T8" fmla="*/ 0 w 3836"/>
                <a:gd name="T9" fmla="*/ 0 h 107"/>
                <a:gd name="T10" fmla="*/ 0 w 3836"/>
                <a:gd name="T11" fmla="*/ 0 h 107"/>
                <a:gd name="T12" fmla="*/ 0 w 3836"/>
                <a:gd name="T13" fmla="*/ 0 h 107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3836"/>
                <a:gd name="T22" fmla="*/ 0 h 107"/>
                <a:gd name="T23" fmla="*/ 3836 w 3836"/>
                <a:gd name="T24" fmla="*/ 107 h 107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3836" h="107">
                  <a:moveTo>
                    <a:pt x="0" y="0"/>
                  </a:moveTo>
                  <a:lnTo>
                    <a:pt x="0" y="54"/>
                  </a:lnTo>
                  <a:lnTo>
                    <a:pt x="0" y="107"/>
                  </a:lnTo>
                  <a:lnTo>
                    <a:pt x="3836" y="107"/>
                  </a:lnTo>
                  <a:lnTo>
                    <a:pt x="3836" y="54"/>
                  </a:lnTo>
                  <a:lnTo>
                    <a:pt x="3836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214" name="Freeform 216">
              <a:extLst>
                <a:ext uri="{FF2B5EF4-FFF2-40B4-BE49-F238E27FC236}">
                  <a16:creationId xmlns:a16="http://schemas.microsoft.com/office/drawing/2014/main" id="{1EBDA466-22B5-671D-A461-28B7F96647FA}"/>
                </a:ext>
              </a:extLst>
            </p:cNvPr>
            <p:cNvSpPr>
              <a:spLocks/>
            </p:cNvSpPr>
            <p:nvPr/>
          </p:nvSpPr>
          <p:spPr bwMode="auto">
            <a:xfrm>
              <a:off x="3053" y="1643"/>
              <a:ext cx="639" cy="17"/>
            </a:xfrm>
            <a:custGeom>
              <a:avLst/>
              <a:gdLst>
                <a:gd name="T0" fmla="*/ 0 w 3836"/>
                <a:gd name="T1" fmla="*/ 0 h 107"/>
                <a:gd name="T2" fmla="*/ 0 w 3836"/>
                <a:gd name="T3" fmla="*/ 0 h 107"/>
                <a:gd name="T4" fmla="*/ 0 w 3836"/>
                <a:gd name="T5" fmla="*/ 0 h 107"/>
                <a:gd name="T6" fmla="*/ 0 w 3836"/>
                <a:gd name="T7" fmla="*/ 0 h 107"/>
                <a:gd name="T8" fmla="*/ 0 w 3836"/>
                <a:gd name="T9" fmla="*/ 0 h 107"/>
                <a:gd name="T10" fmla="*/ 0 w 3836"/>
                <a:gd name="T11" fmla="*/ 0 h 107"/>
                <a:gd name="T12" fmla="*/ 0 w 3836"/>
                <a:gd name="T13" fmla="*/ 0 h 107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3836"/>
                <a:gd name="T22" fmla="*/ 0 h 107"/>
                <a:gd name="T23" fmla="*/ 3836 w 3836"/>
                <a:gd name="T24" fmla="*/ 107 h 107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3836" h="107">
                  <a:moveTo>
                    <a:pt x="0" y="0"/>
                  </a:moveTo>
                  <a:lnTo>
                    <a:pt x="0" y="54"/>
                  </a:lnTo>
                  <a:lnTo>
                    <a:pt x="0" y="107"/>
                  </a:lnTo>
                  <a:lnTo>
                    <a:pt x="3836" y="107"/>
                  </a:lnTo>
                  <a:lnTo>
                    <a:pt x="3836" y="54"/>
                  </a:lnTo>
                  <a:lnTo>
                    <a:pt x="3836" y="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215" name="Freeform 217">
              <a:extLst>
                <a:ext uri="{FF2B5EF4-FFF2-40B4-BE49-F238E27FC236}">
                  <a16:creationId xmlns:a16="http://schemas.microsoft.com/office/drawing/2014/main" id="{ECC32436-4886-F70C-26B9-34100BDC4A06}"/>
                </a:ext>
              </a:extLst>
            </p:cNvPr>
            <p:cNvSpPr>
              <a:spLocks/>
            </p:cNvSpPr>
            <p:nvPr/>
          </p:nvSpPr>
          <p:spPr bwMode="auto">
            <a:xfrm>
              <a:off x="3692" y="1643"/>
              <a:ext cx="9" cy="17"/>
            </a:xfrm>
            <a:custGeom>
              <a:avLst/>
              <a:gdLst>
                <a:gd name="T0" fmla="*/ 0 w 54"/>
                <a:gd name="T1" fmla="*/ 0 h 107"/>
                <a:gd name="T2" fmla="*/ 0 w 54"/>
                <a:gd name="T3" fmla="*/ 0 h 107"/>
                <a:gd name="T4" fmla="*/ 0 w 54"/>
                <a:gd name="T5" fmla="*/ 0 h 107"/>
                <a:gd name="T6" fmla="*/ 0 w 54"/>
                <a:gd name="T7" fmla="*/ 0 h 107"/>
                <a:gd name="T8" fmla="*/ 0 w 54"/>
                <a:gd name="T9" fmla="*/ 0 h 107"/>
                <a:gd name="T10" fmla="*/ 0 w 54"/>
                <a:gd name="T11" fmla="*/ 0 h 107"/>
                <a:gd name="T12" fmla="*/ 0 w 54"/>
                <a:gd name="T13" fmla="*/ 0 h 107"/>
                <a:gd name="T14" fmla="*/ 0 w 54"/>
                <a:gd name="T15" fmla="*/ 0 h 107"/>
                <a:gd name="T16" fmla="*/ 0 w 54"/>
                <a:gd name="T17" fmla="*/ 0 h 107"/>
                <a:gd name="T18" fmla="*/ 0 w 54"/>
                <a:gd name="T19" fmla="*/ 0 h 107"/>
                <a:gd name="T20" fmla="*/ 0 w 54"/>
                <a:gd name="T21" fmla="*/ 0 h 107"/>
                <a:gd name="T22" fmla="*/ 0 w 54"/>
                <a:gd name="T23" fmla="*/ 0 h 107"/>
                <a:gd name="T24" fmla="*/ 0 w 54"/>
                <a:gd name="T25" fmla="*/ 0 h 107"/>
                <a:gd name="T26" fmla="*/ 0 w 54"/>
                <a:gd name="T27" fmla="*/ 0 h 107"/>
                <a:gd name="T28" fmla="*/ 0 w 54"/>
                <a:gd name="T29" fmla="*/ 0 h 107"/>
                <a:gd name="T30" fmla="*/ 0 w 54"/>
                <a:gd name="T31" fmla="*/ 0 h 107"/>
                <a:gd name="T32" fmla="*/ 0 w 54"/>
                <a:gd name="T33" fmla="*/ 0 h 107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w 54"/>
                <a:gd name="T52" fmla="*/ 0 h 107"/>
                <a:gd name="T53" fmla="*/ 54 w 54"/>
                <a:gd name="T54" fmla="*/ 107 h 107"/>
              </a:gdLst>
              <a:ahLst/>
              <a:cxnLst>
                <a:cxn ang="T34">
                  <a:pos x="T0" y="T1"/>
                </a:cxn>
                <a:cxn ang="T35">
                  <a:pos x="T2" y="T3"/>
                </a:cxn>
                <a:cxn ang="T36">
                  <a:pos x="T4" y="T5"/>
                </a:cxn>
                <a:cxn ang="T37">
                  <a:pos x="T6" y="T7"/>
                </a:cxn>
                <a:cxn ang="T38">
                  <a:pos x="T8" y="T9"/>
                </a:cxn>
                <a:cxn ang="T39">
                  <a:pos x="T10" y="T11"/>
                </a:cxn>
                <a:cxn ang="T40">
                  <a:pos x="T12" y="T13"/>
                </a:cxn>
                <a:cxn ang="T41">
                  <a:pos x="T14" y="T15"/>
                </a:cxn>
                <a:cxn ang="T42">
                  <a:pos x="T16" y="T17"/>
                </a:cxn>
                <a:cxn ang="T43">
                  <a:pos x="T18" y="T19"/>
                </a:cxn>
                <a:cxn ang="T44">
                  <a:pos x="T20" y="T21"/>
                </a:cxn>
                <a:cxn ang="T45">
                  <a:pos x="T22" y="T23"/>
                </a:cxn>
                <a:cxn ang="T46">
                  <a:pos x="T24" y="T25"/>
                </a:cxn>
                <a:cxn ang="T47">
                  <a:pos x="T26" y="T27"/>
                </a:cxn>
                <a:cxn ang="T48">
                  <a:pos x="T28" y="T29"/>
                </a:cxn>
                <a:cxn ang="T49">
                  <a:pos x="T30" y="T31"/>
                </a:cxn>
                <a:cxn ang="T50">
                  <a:pos x="T32" y="T33"/>
                </a:cxn>
              </a:cxnLst>
              <a:rect l="T51" t="T52" r="T53" b="T54"/>
              <a:pathLst>
                <a:path w="54" h="107">
                  <a:moveTo>
                    <a:pt x="0" y="54"/>
                  </a:moveTo>
                  <a:lnTo>
                    <a:pt x="0" y="0"/>
                  </a:lnTo>
                  <a:lnTo>
                    <a:pt x="11" y="2"/>
                  </a:lnTo>
                  <a:lnTo>
                    <a:pt x="23" y="7"/>
                  </a:lnTo>
                  <a:lnTo>
                    <a:pt x="32" y="13"/>
                  </a:lnTo>
                  <a:lnTo>
                    <a:pt x="41" y="21"/>
                  </a:lnTo>
                  <a:lnTo>
                    <a:pt x="47" y="31"/>
                  </a:lnTo>
                  <a:lnTo>
                    <a:pt x="52" y="43"/>
                  </a:lnTo>
                  <a:lnTo>
                    <a:pt x="54" y="54"/>
                  </a:lnTo>
                  <a:lnTo>
                    <a:pt x="52" y="66"/>
                  </a:lnTo>
                  <a:lnTo>
                    <a:pt x="47" y="77"/>
                  </a:lnTo>
                  <a:lnTo>
                    <a:pt x="41" y="87"/>
                  </a:lnTo>
                  <a:lnTo>
                    <a:pt x="32" y="95"/>
                  </a:lnTo>
                  <a:lnTo>
                    <a:pt x="23" y="102"/>
                  </a:lnTo>
                  <a:lnTo>
                    <a:pt x="11" y="106"/>
                  </a:lnTo>
                  <a:lnTo>
                    <a:pt x="0" y="107"/>
                  </a:lnTo>
                  <a:lnTo>
                    <a:pt x="0" y="54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216" name="Freeform 218">
              <a:extLst>
                <a:ext uri="{FF2B5EF4-FFF2-40B4-BE49-F238E27FC236}">
                  <a16:creationId xmlns:a16="http://schemas.microsoft.com/office/drawing/2014/main" id="{2E703EFA-969A-2590-BB5A-B5438A11E20C}"/>
                </a:ext>
              </a:extLst>
            </p:cNvPr>
            <p:cNvSpPr>
              <a:spLocks/>
            </p:cNvSpPr>
            <p:nvPr/>
          </p:nvSpPr>
          <p:spPr bwMode="auto">
            <a:xfrm>
              <a:off x="3692" y="1643"/>
              <a:ext cx="9" cy="17"/>
            </a:xfrm>
            <a:custGeom>
              <a:avLst/>
              <a:gdLst>
                <a:gd name="T0" fmla="*/ 0 w 54"/>
                <a:gd name="T1" fmla="*/ 0 h 107"/>
                <a:gd name="T2" fmla="*/ 0 w 54"/>
                <a:gd name="T3" fmla="*/ 0 h 107"/>
                <a:gd name="T4" fmla="*/ 0 w 54"/>
                <a:gd name="T5" fmla="*/ 0 h 107"/>
                <a:gd name="T6" fmla="*/ 0 w 54"/>
                <a:gd name="T7" fmla="*/ 0 h 107"/>
                <a:gd name="T8" fmla="*/ 0 w 54"/>
                <a:gd name="T9" fmla="*/ 0 h 107"/>
                <a:gd name="T10" fmla="*/ 0 w 54"/>
                <a:gd name="T11" fmla="*/ 0 h 107"/>
                <a:gd name="T12" fmla="*/ 0 w 54"/>
                <a:gd name="T13" fmla="*/ 0 h 107"/>
                <a:gd name="T14" fmla="*/ 0 w 54"/>
                <a:gd name="T15" fmla="*/ 0 h 107"/>
                <a:gd name="T16" fmla="*/ 0 w 54"/>
                <a:gd name="T17" fmla="*/ 0 h 107"/>
                <a:gd name="T18" fmla="*/ 0 w 54"/>
                <a:gd name="T19" fmla="*/ 0 h 107"/>
                <a:gd name="T20" fmla="*/ 0 w 54"/>
                <a:gd name="T21" fmla="*/ 0 h 107"/>
                <a:gd name="T22" fmla="*/ 0 w 54"/>
                <a:gd name="T23" fmla="*/ 0 h 107"/>
                <a:gd name="T24" fmla="*/ 0 w 54"/>
                <a:gd name="T25" fmla="*/ 0 h 107"/>
                <a:gd name="T26" fmla="*/ 0 w 54"/>
                <a:gd name="T27" fmla="*/ 0 h 107"/>
                <a:gd name="T28" fmla="*/ 0 w 54"/>
                <a:gd name="T29" fmla="*/ 0 h 107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w 54"/>
                <a:gd name="T46" fmla="*/ 0 h 107"/>
                <a:gd name="T47" fmla="*/ 54 w 54"/>
                <a:gd name="T48" fmla="*/ 107 h 107"/>
              </a:gdLst>
              <a:ahLst/>
              <a:cxnLst>
                <a:cxn ang="T30">
                  <a:pos x="T0" y="T1"/>
                </a:cxn>
                <a:cxn ang="T31">
                  <a:pos x="T2" y="T3"/>
                </a:cxn>
                <a:cxn ang="T32">
                  <a:pos x="T4" y="T5"/>
                </a:cxn>
                <a:cxn ang="T33">
                  <a:pos x="T6" y="T7"/>
                </a:cxn>
                <a:cxn ang="T34">
                  <a:pos x="T8" y="T9"/>
                </a:cxn>
                <a:cxn ang="T35">
                  <a:pos x="T10" y="T11"/>
                </a:cxn>
                <a:cxn ang="T36">
                  <a:pos x="T12" y="T13"/>
                </a:cxn>
                <a:cxn ang="T37">
                  <a:pos x="T14" y="T15"/>
                </a:cxn>
                <a:cxn ang="T38">
                  <a:pos x="T16" y="T17"/>
                </a:cxn>
                <a:cxn ang="T39">
                  <a:pos x="T18" y="T19"/>
                </a:cxn>
                <a:cxn ang="T40">
                  <a:pos x="T20" y="T21"/>
                </a:cxn>
                <a:cxn ang="T41">
                  <a:pos x="T22" y="T23"/>
                </a:cxn>
                <a:cxn ang="T42">
                  <a:pos x="T24" y="T25"/>
                </a:cxn>
                <a:cxn ang="T43">
                  <a:pos x="T26" y="T27"/>
                </a:cxn>
                <a:cxn ang="T44">
                  <a:pos x="T28" y="T29"/>
                </a:cxn>
              </a:cxnLst>
              <a:rect l="T45" t="T46" r="T47" b="T48"/>
              <a:pathLst>
                <a:path w="54" h="107">
                  <a:moveTo>
                    <a:pt x="0" y="0"/>
                  </a:moveTo>
                  <a:lnTo>
                    <a:pt x="11" y="2"/>
                  </a:lnTo>
                  <a:lnTo>
                    <a:pt x="23" y="7"/>
                  </a:lnTo>
                  <a:lnTo>
                    <a:pt x="32" y="13"/>
                  </a:lnTo>
                  <a:lnTo>
                    <a:pt x="41" y="21"/>
                  </a:lnTo>
                  <a:lnTo>
                    <a:pt x="47" y="31"/>
                  </a:lnTo>
                  <a:lnTo>
                    <a:pt x="52" y="43"/>
                  </a:lnTo>
                  <a:lnTo>
                    <a:pt x="54" y="54"/>
                  </a:lnTo>
                  <a:lnTo>
                    <a:pt x="52" y="66"/>
                  </a:lnTo>
                  <a:lnTo>
                    <a:pt x="47" y="77"/>
                  </a:lnTo>
                  <a:lnTo>
                    <a:pt x="41" y="87"/>
                  </a:lnTo>
                  <a:lnTo>
                    <a:pt x="32" y="95"/>
                  </a:lnTo>
                  <a:lnTo>
                    <a:pt x="23" y="102"/>
                  </a:lnTo>
                  <a:lnTo>
                    <a:pt x="11" y="106"/>
                  </a:lnTo>
                  <a:lnTo>
                    <a:pt x="0" y="107"/>
                  </a:lnTo>
                </a:path>
              </a:pathLst>
            </a:custGeom>
            <a:noFill/>
            <a:ln w="0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217" name="Freeform 219">
              <a:extLst>
                <a:ext uri="{FF2B5EF4-FFF2-40B4-BE49-F238E27FC236}">
                  <a16:creationId xmlns:a16="http://schemas.microsoft.com/office/drawing/2014/main" id="{62C6464A-504F-46E7-8E70-58E47A0EC8E2}"/>
                </a:ext>
              </a:extLst>
            </p:cNvPr>
            <p:cNvSpPr>
              <a:spLocks/>
            </p:cNvSpPr>
            <p:nvPr/>
          </p:nvSpPr>
          <p:spPr bwMode="auto">
            <a:xfrm>
              <a:off x="3683" y="1652"/>
              <a:ext cx="18" cy="8"/>
            </a:xfrm>
            <a:custGeom>
              <a:avLst/>
              <a:gdLst>
                <a:gd name="T0" fmla="*/ 0 w 107"/>
                <a:gd name="T1" fmla="*/ 0 h 53"/>
                <a:gd name="T2" fmla="*/ 0 w 107"/>
                <a:gd name="T3" fmla="*/ 0 h 53"/>
                <a:gd name="T4" fmla="*/ 0 w 107"/>
                <a:gd name="T5" fmla="*/ 0 h 53"/>
                <a:gd name="T6" fmla="*/ 0 w 107"/>
                <a:gd name="T7" fmla="*/ 0 h 53"/>
                <a:gd name="T8" fmla="*/ 0 w 107"/>
                <a:gd name="T9" fmla="*/ 0 h 53"/>
                <a:gd name="T10" fmla="*/ 0 w 107"/>
                <a:gd name="T11" fmla="*/ 0 h 53"/>
                <a:gd name="T12" fmla="*/ 0 w 107"/>
                <a:gd name="T13" fmla="*/ 0 h 53"/>
                <a:gd name="T14" fmla="*/ 0 w 107"/>
                <a:gd name="T15" fmla="*/ 0 h 53"/>
                <a:gd name="T16" fmla="*/ 0 w 107"/>
                <a:gd name="T17" fmla="*/ 0 h 53"/>
                <a:gd name="T18" fmla="*/ 0 w 107"/>
                <a:gd name="T19" fmla="*/ 0 h 53"/>
                <a:gd name="T20" fmla="*/ 0 w 107"/>
                <a:gd name="T21" fmla="*/ 0 h 53"/>
                <a:gd name="T22" fmla="*/ 0 w 107"/>
                <a:gd name="T23" fmla="*/ 0 h 53"/>
                <a:gd name="T24" fmla="*/ 0 w 107"/>
                <a:gd name="T25" fmla="*/ 0 h 53"/>
                <a:gd name="T26" fmla="*/ 0 w 107"/>
                <a:gd name="T27" fmla="*/ 0 h 53"/>
                <a:gd name="T28" fmla="*/ 0 w 107"/>
                <a:gd name="T29" fmla="*/ 0 h 53"/>
                <a:gd name="T30" fmla="*/ 0 w 107"/>
                <a:gd name="T31" fmla="*/ 0 h 53"/>
                <a:gd name="T32" fmla="*/ 0 w 107"/>
                <a:gd name="T33" fmla="*/ 0 h 53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w 107"/>
                <a:gd name="T52" fmla="*/ 0 h 53"/>
                <a:gd name="T53" fmla="*/ 107 w 107"/>
                <a:gd name="T54" fmla="*/ 53 h 53"/>
              </a:gdLst>
              <a:ahLst/>
              <a:cxnLst>
                <a:cxn ang="T34">
                  <a:pos x="T0" y="T1"/>
                </a:cxn>
                <a:cxn ang="T35">
                  <a:pos x="T2" y="T3"/>
                </a:cxn>
                <a:cxn ang="T36">
                  <a:pos x="T4" y="T5"/>
                </a:cxn>
                <a:cxn ang="T37">
                  <a:pos x="T6" y="T7"/>
                </a:cxn>
                <a:cxn ang="T38">
                  <a:pos x="T8" y="T9"/>
                </a:cxn>
                <a:cxn ang="T39">
                  <a:pos x="T10" y="T11"/>
                </a:cxn>
                <a:cxn ang="T40">
                  <a:pos x="T12" y="T13"/>
                </a:cxn>
                <a:cxn ang="T41">
                  <a:pos x="T14" y="T15"/>
                </a:cxn>
                <a:cxn ang="T42">
                  <a:pos x="T16" y="T17"/>
                </a:cxn>
                <a:cxn ang="T43">
                  <a:pos x="T18" y="T19"/>
                </a:cxn>
                <a:cxn ang="T44">
                  <a:pos x="T20" y="T21"/>
                </a:cxn>
                <a:cxn ang="T45">
                  <a:pos x="T22" y="T23"/>
                </a:cxn>
                <a:cxn ang="T46">
                  <a:pos x="T24" y="T25"/>
                </a:cxn>
                <a:cxn ang="T47">
                  <a:pos x="T26" y="T27"/>
                </a:cxn>
                <a:cxn ang="T48">
                  <a:pos x="T28" y="T29"/>
                </a:cxn>
                <a:cxn ang="T49">
                  <a:pos x="T30" y="T31"/>
                </a:cxn>
                <a:cxn ang="T50">
                  <a:pos x="T32" y="T33"/>
                </a:cxn>
              </a:cxnLst>
              <a:rect l="T51" t="T52" r="T53" b="T54"/>
              <a:pathLst>
                <a:path w="107" h="53">
                  <a:moveTo>
                    <a:pt x="53" y="0"/>
                  </a:moveTo>
                  <a:lnTo>
                    <a:pt x="107" y="0"/>
                  </a:lnTo>
                  <a:lnTo>
                    <a:pt x="105" y="12"/>
                  </a:lnTo>
                  <a:lnTo>
                    <a:pt x="100" y="23"/>
                  </a:lnTo>
                  <a:lnTo>
                    <a:pt x="94" y="33"/>
                  </a:lnTo>
                  <a:lnTo>
                    <a:pt x="85" y="41"/>
                  </a:lnTo>
                  <a:lnTo>
                    <a:pt x="76" y="48"/>
                  </a:lnTo>
                  <a:lnTo>
                    <a:pt x="64" y="52"/>
                  </a:lnTo>
                  <a:lnTo>
                    <a:pt x="53" y="53"/>
                  </a:lnTo>
                  <a:lnTo>
                    <a:pt x="41" y="52"/>
                  </a:lnTo>
                  <a:lnTo>
                    <a:pt x="29" y="48"/>
                  </a:lnTo>
                  <a:lnTo>
                    <a:pt x="20" y="41"/>
                  </a:lnTo>
                  <a:lnTo>
                    <a:pt x="11" y="33"/>
                  </a:lnTo>
                  <a:lnTo>
                    <a:pt x="5" y="23"/>
                  </a:lnTo>
                  <a:lnTo>
                    <a:pt x="1" y="12"/>
                  </a:lnTo>
                  <a:lnTo>
                    <a:pt x="0" y="0"/>
                  </a:lnTo>
                  <a:lnTo>
                    <a:pt x="53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218" name="Freeform 220">
              <a:extLst>
                <a:ext uri="{FF2B5EF4-FFF2-40B4-BE49-F238E27FC236}">
                  <a16:creationId xmlns:a16="http://schemas.microsoft.com/office/drawing/2014/main" id="{2062319F-A337-2416-4610-ED296FBACFC9}"/>
                </a:ext>
              </a:extLst>
            </p:cNvPr>
            <p:cNvSpPr>
              <a:spLocks/>
            </p:cNvSpPr>
            <p:nvPr/>
          </p:nvSpPr>
          <p:spPr bwMode="auto">
            <a:xfrm>
              <a:off x="3683" y="1652"/>
              <a:ext cx="18" cy="8"/>
            </a:xfrm>
            <a:custGeom>
              <a:avLst/>
              <a:gdLst>
                <a:gd name="T0" fmla="*/ 0 w 107"/>
                <a:gd name="T1" fmla="*/ 0 h 53"/>
                <a:gd name="T2" fmla="*/ 0 w 107"/>
                <a:gd name="T3" fmla="*/ 0 h 53"/>
                <a:gd name="T4" fmla="*/ 0 w 107"/>
                <a:gd name="T5" fmla="*/ 0 h 53"/>
                <a:gd name="T6" fmla="*/ 0 w 107"/>
                <a:gd name="T7" fmla="*/ 0 h 53"/>
                <a:gd name="T8" fmla="*/ 0 w 107"/>
                <a:gd name="T9" fmla="*/ 0 h 53"/>
                <a:gd name="T10" fmla="*/ 0 w 107"/>
                <a:gd name="T11" fmla="*/ 0 h 53"/>
                <a:gd name="T12" fmla="*/ 0 w 107"/>
                <a:gd name="T13" fmla="*/ 0 h 53"/>
                <a:gd name="T14" fmla="*/ 0 w 107"/>
                <a:gd name="T15" fmla="*/ 0 h 53"/>
                <a:gd name="T16" fmla="*/ 0 w 107"/>
                <a:gd name="T17" fmla="*/ 0 h 53"/>
                <a:gd name="T18" fmla="*/ 0 w 107"/>
                <a:gd name="T19" fmla="*/ 0 h 53"/>
                <a:gd name="T20" fmla="*/ 0 w 107"/>
                <a:gd name="T21" fmla="*/ 0 h 53"/>
                <a:gd name="T22" fmla="*/ 0 w 107"/>
                <a:gd name="T23" fmla="*/ 0 h 53"/>
                <a:gd name="T24" fmla="*/ 0 w 107"/>
                <a:gd name="T25" fmla="*/ 0 h 53"/>
                <a:gd name="T26" fmla="*/ 0 w 107"/>
                <a:gd name="T27" fmla="*/ 0 h 53"/>
                <a:gd name="T28" fmla="*/ 0 w 107"/>
                <a:gd name="T29" fmla="*/ 0 h 53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w 107"/>
                <a:gd name="T46" fmla="*/ 0 h 53"/>
                <a:gd name="T47" fmla="*/ 107 w 107"/>
                <a:gd name="T48" fmla="*/ 53 h 53"/>
              </a:gdLst>
              <a:ahLst/>
              <a:cxnLst>
                <a:cxn ang="T30">
                  <a:pos x="T0" y="T1"/>
                </a:cxn>
                <a:cxn ang="T31">
                  <a:pos x="T2" y="T3"/>
                </a:cxn>
                <a:cxn ang="T32">
                  <a:pos x="T4" y="T5"/>
                </a:cxn>
                <a:cxn ang="T33">
                  <a:pos x="T6" y="T7"/>
                </a:cxn>
                <a:cxn ang="T34">
                  <a:pos x="T8" y="T9"/>
                </a:cxn>
                <a:cxn ang="T35">
                  <a:pos x="T10" y="T11"/>
                </a:cxn>
                <a:cxn ang="T36">
                  <a:pos x="T12" y="T13"/>
                </a:cxn>
                <a:cxn ang="T37">
                  <a:pos x="T14" y="T15"/>
                </a:cxn>
                <a:cxn ang="T38">
                  <a:pos x="T16" y="T17"/>
                </a:cxn>
                <a:cxn ang="T39">
                  <a:pos x="T18" y="T19"/>
                </a:cxn>
                <a:cxn ang="T40">
                  <a:pos x="T20" y="T21"/>
                </a:cxn>
                <a:cxn ang="T41">
                  <a:pos x="T22" y="T23"/>
                </a:cxn>
                <a:cxn ang="T42">
                  <a:pos x="T24" y="T25"/>
                </a:cxn>
                <a:cxn ang="T43">
                  <a:pos x="T26" y="T27"/>
                </a:cxn>
                <a:cxn ang="T44">
                  <a:pos x="T28" y="T29"/>
                </a:cxn>
              </a:cxnLst>
              <a:rect l="T45" t="T46" r="T47" b="T48"/>
              <a:pathLst>
                <a:path w="107" h="53">
                  <a:moveTo>
                    <a:pt x="107" y="0"/>
                  </a:moveTo>
                  <a:lnTo>
                    <a:pt x="105" y="12"/>
                  </a:lnTo>
                  <a:lnTo>
                    <a:pt x="100" y="23"/>
                  </a:lnTo>
                  <a:lnTo>
                    <a:pt x="94" y="33"/>
                  </a:lnTo>
                  <a:lnTo>
                    <a:pt x="85" y="41"/>
                  </a:lnTo>
                  <a:lnTo>
                    <a:pt x="76" y="48"/>
                  </a:lnTo>
                  <a:lnTo>
                    <a:pt x="64" y="52"/>
                  </a:lnTo>
                  <a:lnTo>
                    <a:pt x="53" y="53"/>
                  </a:lnTo>
                  <a:lnTo>
                    <a:pt x="41" y="52"/>
                  </a:lnTo>
                  <a:lnTo>
                    <a:pt x="29" y="48"/>
                  </a:lnTo>
                  <a:lnTo>
                    <a:pt x="20" y="41"/>
                  </a:lnTo>
                  <a:lnTo>
                    <a:pt x="11" y="33"/>
                  </a:lnTo>
                  <a:lnTo>
                    <a:pt x="5" y="23"/>
                  </a:lnTo>
                  <a:lnTo>
                    <a:pt x="1" y="12"/>
                  </a:lnTo>
                  <a:lnTo>
                    <a:pt x="0" y="0"/>
                  </a:lnTo>
                </a:path>
              </a:pathLst>
            </a:custGeom>
            <a:noFill/>
            <a:ln w="0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219" name="Freeform 221">
              <a:extLst>
                <a:ext uri="{FF2B5EF4-FFF2-40B4-BE49-F238E27FC236}">
                  <a16:creationId xmlns:a16="http://schemas.microsoft.com/office/drawing/2014/main" id="{4CF68C81-BE14-F934-4842-40DC6BC3C2A4}"/>
                </a:ext>
              </a:extLst>
            </p:cNvPr>
            <p:cNvSpPr>
              <a:spLocks/>
            </p:cNvSpPr>
            <p:nvPr/>
          </p:nvSpPr>
          <p:spPr bwMode="auto">
            <a:xfrm>
              <a:off x="3683" y="929"/>
              <a:ext cx="18" cy="723"/>
            </a:xfrm>
            <a:custGeom>
              <a:avLst/>
              <a:gdLst>
                <a:gd name="T0" fmla="*/ 0 w 107"/>
                <a:gd name="T1" fmla="*/ 0 h 4334"/>
                <a:gd name="T2" fmla="*/ 0 w 107"/>
                <a:gd name="T3" fmla="*/ 0 h 4334"/>
                <a:gd name="T4" fmla="*/ 0 w 107"/>
                <a:gd name="T5" fmla="*/ 0 h 4334"/>
                <a:gd name="T6" fmla="*/ 0 w 107"/>
                <a:gd name="T7" fmla="*/ 0 h 4334"/>
                <a:gd name="T8" fmla="*/ 0 w 107"/>
                <a:gd name="T9" fmla="*/ 0 h 4334"/>
                <a:gd name="T10" fmla="*/ 0 w 107"/>
                <a:gd name="T11" fmla="*/ 0 h 4334"/>
                <a:gd name="T12" fmla="*/ 0 w 107"/>
                <a:gd name="T13" fmla="*/ 0 h 4334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107"/>
                <a:gd name="T22" fmla="*/ 0 h 4334"/>
                <a:gd name="T23" fmla="*/ 107 w 107"/>
                <a:gd name="T24" fmla="*/ 4334 h 4334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107" h="4334">
                  <a:moveTo>
                    <a:pt x="0" y="4334"/>
                  </a:moveTo>
                  <a:lnTo>
                    <a:pt x="53" y="4334"/>
                  </a:lnTo>
                  <a:lnTo>
                    <a:pt x="107" y="4334"/>
                  </a:lnTo>
                  <a:lnTo>
                    <a:pt x="107" y="0"/>
                  </a:lnTo>
                  <a:lnTo>
                    <a:pt x="53" y="0"/>
                  </a:lnTo>
                  <a:lnTo>
                    <a:pt x="0" y="0"/>
                  </a:lnTo>
                  <a:lnTo>
                    <a:pt x="0" y="4334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220" name="Freeform 222">
              <a:extLst>
                <a:ext uri="{FF2B5EF4-FFF2-40B4-BE49-F238E27FC236}">
                  <a16:creationId xmlns:a16="http://schemas.microsoft.com/office/drawing/2014/main" id="{8E80FDF2-8C71-8101-892E-AE56E0C73C08}"/>
                </a:ext>
              </a:extLst>
            </p:cNvPr>
            <p:cNvSpPr>
              <a:spLocks/>
            </p:cNvSpPr>
            <p:nvPr/>
          </p:nvSpPr>
          <p:spPr bwMode="auto">
            <a:xfrm>
              <a:off x="3683" y="929"/>
              <a:ext cx="18" cy="723"/>
            </a:xfrm>
            <a:custGeom>
              <a:avLst/>
              <a:gdLst>
                <a:gd name="T0" fmla="*/ 0 w 107"/>
                <a:gd name="T1" fmla="*/ 0 h 4334"/>
                <a:gd name="T2" fmla="*/ 0 w 107"/>
                <a:gd name="T3" fmla="*/ 0 h 4334"/>
                <a:gd name="T4" fmla="*/ 0 w 107"/>
                <a:gd name="T5" fmla="*/ 0 h 4334"/>
                <a:gd name="T6" fmla="*/ 0 w 107"/>
                <a:gd name="T7" fmla="*/ 0 h 4334"/>
                <a:gd name="T8" fmla="*/ 0 w 107"/>
                <a:gd name="T9" fmla="*/ 0 h 4334"/>
                <a:gd name="T10" fmla="*/ 0 w 107"/>
                <a:gd name="T11" fmla="*/ 0 h 4334"/>
                <a:gd name="T12" fmla="*/ 0 w 107"/>
                <a:gd name="T13" fmla="*/ 0 h 4334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107"/>
                <a:gd name="T22" fmla="*/ 0 h 4334"/>
                <a:gd name="T23" fmla="*/ 107 w 107"/>
                <a:gd name="T24" fmla="*/ 4334 h 4334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107" h="4334">
                  <a:moveTo>
                    <a:pt x="0" y="4334"/>
                  </a:moveTo>
                  <a:lnTo>
                    <a:pt x="53" y="4334"/>
                  </a:lnTo>
                  <a:lnTo>
                    <a:pt x="107" y="4334"/>
                  </a:lnTo>
                  <a:lnTo>
                    <a:pt x="107" y="0"/>
                  </a:lnTo>
                  <a:lnTo>
                    <a:pt x="53" y="0"/>
                  </a:lnTo>
                  <a:lnTo>
                    <a:pt x="0" y="0"/>
                  </a:lnTo>
                  <a:lnTo>
                    <a:pt x="0" y="4334"/>
                  </a:lnTo>
                  <a:close/>
                </a:path>
              </a:pathLst>
            </a:custGeom>
            <a:noFill/>
            <a:ln w="0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221" name="Freeform 223">
              <a:extLst>
                <a:ext uri="{FF2B5EF4-FFF2-40B4-BE49-F238E27FC236}">
                  <a16:creationId xmlns:a16="http://schemas.microsoft.com/office/drawing/2014/main" id="{E8D4CA3B-230D-7BCC-9D58-C41D85DF52B4}"/>
                </a:ext>
              </a:extLst>
            </p:cNvPr>
            <p:cNvSpPr>
              <a:spLocks/>
            </p:cNvSpPr>
            <p:nvPr/>
          </p:nvSpPr>
          <p:spPr bwMode="auto">
            <a:xfrm>
              <a:off x="3683" y="920"/>
              <a:ext cx="18" cy="9"/>
            </a:xfrm>
            <a:custGeom>
              <a:avLst/>
              <a:gdLst>
                <a:gd name="T0" fmla="*/ 0 w 107"/>
                <a:gd name="T1" fmla="*/ 0 h 54"/>
                <a:gd name="T2" fmla="*/ 0 w 107"/>
                <a:gd name="T3" fmla="*/ 0 h 54"/>
                <a:gd name="T4" fmla="*/ 0 w 107"/>
                <a:gd name="T5" fmla="*/ 0 h 54"/>
                <a:gd name="T6" fmla="*/ 0 w 107"/>
                <a:gd name="T7" fmla="*/ 0 h 54"/>
                <a:gd name="T8" fmla="*/ 0 w 107"/>
                <a:gd name="T9" fmla="*/ 0 h 54"/>
                <a:gd name="T10" fmla="*/ 0 w 107"/>
                <a:gd name="T11" fmla="*/ 0 h 54"/>
                <a:gd name="T12" fmla="*/ 0 w 107"/>
                <a:gd name="T13" fmla="*/ 0 h 54"/>
                <a:gd name="T14" fmla="*/ 0 w 107"/>
                <a:gd name="T15" fmla="*/ 0 h 54"/>
                <a:gd name="T16" fmla="*/ 0 w 107"/>
                <a:gd name="T17" fmla="*/ 0 h 54"/>
                <a:gd name="T18" fmla="*/ 0 w 107"/>
                <a:gd name="T19" fmla="*/ 0 h 54"/>
                <a:gd name="T20" fmla="*/ 0 w 107"/>
                <a:gd name="T21" fmla="*/ 0 h 54"/>
                <a:gd name="T22" fmla="*/ 0 w 107"/>
                <a:gd name="T23" fmla="*/ 0 h 54"/>
                <a:gd name="T24" fmla="*/ 0 w 107"/>
                <a:gd name="T25" fmla="*/ 0 h 54"/>
                <a:gd name="T26" fmla="*/ 0 w 107"/>
                <a:gd name="T27" fmla="*/ 0 h 54"/>
                <a:gd name="T28" fmla="*/ 0 w 107"/>
                <a:gd name="T29" fmla="*/ 0 h 54"/>
                <a:gd name="T30" fmla="*/ 0 w 107"/>
                <a:gd name="T31" fmla="*/ 0 h 54"/>
                <a:gd name="T32" fmla="*/ 0 w 107"/>
                <a:gd name="T33" fmla="*/ 0 h 54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w 107"/>
                <a:gd name="T52" fmla="*/ 0 h 54"/>
                <a:gd name="T53" fmla="*/ 107 w 107"/>
                <a:gd name="T54" fmla="*/ 54 h 54"/>
              </a:gdLst>
              <a:ahLst/>
              <a:cxnLst>
                <a:cxn ang="T34">
                  <a:pos x="T0" y="T1"/>
                </a:cxn>
                <a:cxn ang="T35">
                  <a:pos x="T2" y="T3"/>
                </a:cxn>
                <a:cxn ang="T36">
                  <a:pos x="T4" y="T5"/>
                </a:cxn>
                <a:cxn ang="T37">
                  <a:pos x="T6" y="T7"/>
                </a:cxn>
                <a:cxn ang="T38">
                  <a:pos x="T8" y="T9"/>
                </a:cxn>
                <a:cxn ang="T39">
                  <a:pos x="T10" y="T11"/>
                </a:cxn>
                <a:cxn ang="T40">
                  <a:pos x="T12" y="T13"/>
                </a:cxn>
                <a:cxn ang="T41">
                  <a:pos x="T14" y="T15"/>
                </a:cxn>
                <a:cxn ang="T42">
                  <a:pos x="T16" y="T17"/>
                </a:cxn>
                <a:cxn ang="T43">
                  <a:pos x="T18" y="T19"/>
                </a:cxn>
                <a:cxn ang="T44">
                  <a:pos x="T20" y="T21"/>
                </a:cxn>
                <a:cxn ang="T45">
                  <a:pos x="T22" y="T23"/>
                </a:cxn>
                <a:cxn ang="T46">
                  <a:pos x="T24" y="T25"/>
                </a:cxn>
                <a:cxn ang="T47">
                  <a:pos x="T26" y="T27"/>
                </a:cxn>
                <a:cxn ang="T48">
                  <a:pos x="T28" y="T29"/>
                </a:cxn>
                <a:cxn ang="T49">
                  <a:pos x="T30" y="T31"/>
                </a:cxn>
                <a:cxn ang="T50">
                  <a:pos x="T32" y="T33"/>
                </a:cxn>
              </a:cxnLst>
              <a:rect l="T51" t="T52" r="T53" b="T54"/>
              <a:pathLst>
                <a:path w="107" h="54">
                  <a:moveTo>
                    <a:pt x="53" y="54"/>
                  </a:moveTo>
                  <a:lnTo>
                    <a:pt x="0" y="54"/>
                  </a:lnTo>
                  <a:lnTo>
                    <a:pt x="1" y="43"/>
                  </a:lnTo>
                  <a:lnTo>
                    <a:pt x="5" y="31"/>
                  </a:lnTo>
                  <a:lnTo>
                    <a:pt x="11" y="22"/>
                  </a:lnTo>
                  <a:lnTo>
                    <a:pt x="20" y="13"/>
                  </a:lnTo>
                  <a:lnTo>
                    <a:pt x="29" y="7"/>
                  </a:lnTo>
                  <a:lnTo>
                    <a:pt x="41" y="3"/>
                  </a:lnTo>
                  <a:lnTo>
                    <a:pt x="53" y="0"/>
                  </a:lnTo>
                  <a:lnTo>
                    <a:pt x="64" y="3"/>
                  </a:lnTo>
                  <a:lnTo>
                    <a:pt x="76" y="7"/>
                  </a:lnTo>
                  <a:lnTo>
                    <a:pt x="85" y="13"/>
                  </a:lnTo>
                  <a:lnTo>
                    <a:pt x="94" y="22"/>
                  </a:lnTo>
                  <a:lnTo>
                    <a:pt x="100" y="31"/>
                  </a:lnTo>
                  <a:lnTo>
                    <a:pt x="105" y="43"/>
                  </a:lnTo>
                  <a:lnTo>
                    <a:pt x="107" y="54"/>
                  </a:lnTo>
                  <a:lnTo>
                    <a:pt x="53" y="54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222" name="Freeform 224">
              <a:extLst>
                <a:ext uri="{FF2B5EF4-FFF2-40B4-BE49-F238E27FC236}">
                  <a16:creationId xmlns:a16="http://schemas.microsoft.com/office/drawing/2014/main" id="{26550D3E-B8B2-2846-AC82-E43191C39879}"/>
                </a:ext>
              </a:extLst>
            </p:cNvPr>
            <p:cNvSpPr>
              <a:spLocks/>
            </p:cNvSpPr>
            <p:nvPr/>
          </p:nvSpPr>
          <p:spPr bwMode="auto">
            <a:xfrm>
              <a:off x="3683" y="920"/>
              <a:ext cx="18" cy="9"/>
            </a:xfrm>
            <a:custGeom>
              <a:avLst/>
              <a:gdLst>
                <a:gd name="T0" fmla="*/ 0 w 107"/>
                <a:gd name="T1" fmla="*/ 0 h 54"/>
                <a:gd name="T2" fmla="*/ 0 w 107"/>
                <a:gd name="T3" fmla="*/ 0 h 54"/>
                <a:gd name="T4" fmla="*/ 0 w 107"/>
                <a:gd name="T5" fmla="*/ 0 h 54"/>
                <a:gd name="T6" fmla="*/ 0 w 107"/>
                <a:gd name="T7" fmla="*/ 0 h 54"/>
                <a:gd name="T8" fmla="*/ 0 w 107"/>
                <a:gd name="T9" fmla="*/ 0 h 54"/>
                <a:gd name="T10" fmla="*/ 0 w 107"/>
                <a:gd name="T11" fmla="*/ 0 h 54"/>
                <a:gd name="T12" fmla="*/ 0 w 107"/>
                <a:gd name="T13" fmla="*/ 0 h 54"/>
                <a:gd name="T14" fmla="*/ 0 w 107"/>
                <a:gd name="T15" fmla="*/ 0 h 54"/>
                <a:gd name="T16" fmla="*/ 0 w 107"/>
                <a:gd name="T17" fmla="*/ 0 h 54"/>
                <a:gd name="T18" fmla="*/ 0 w 107"/>
                <a:gd name="T19" fmla="*/ 0 h 54"/>
                <a:gd name="T20" fmla="*/ 0 w 107"/>
                <a:gd name="T21" fmla="*/ 0 h 54"/>
                <a:gd name="T22" fmla="*/ 0 w 107"/>
                <a:gd name="T23" fmla="*/ 0 h 54"/>
                <a:gd name="T24" fmla="*/ 0 w 107"/>
                <a:gd name="T25" fmla="*/ 0 h 54"/>
                <a:gd name="T26" fmla="*/ 0 w 107"/>
                <a:gd name="T27" fmla="*/ 0 h 54"/>
                <a:gd name="T28" fmla="*/ 0 w 107"/>
                <a:gd name="T29" fmla="*/ 0 h 54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w 107"/>
                <a:gd name="T46" fmla="*/ 0 h 54"/>
                <a:gd name="T47" fmla="*/ 107 w 107"/>
                <a:gd name="T48" fmla="*/ 54 h 54"/>
              </a:gdLst>
              <a:ahLst/>
              <a:cxnLst>
                <a:cxn ang="T30">
                  <a:pos x="T0" y="T1"/>
                </a:cxn>
                <a:cxn ang="T31">
                  <a:pos x="T2" y="T3"/>
                </a:cxn>
                <a:cxn ang="T32">
                  <a:pos x="T4" y="T5"/>
                </a:cxn>
                <a:cxn ang="T33">
                  <a:pos x="T6" y="T7"/>
                </a:cxn>
                <a:cxn ang="T34">
                  <a:pos x="T8" y="T9"/>
                </a:cxn>
                <a:cxn ang="T35">
                  <a:pos x="T10" y="T11"/>
                </a:cxn>
                <a:cxn ang="T36">
                  <a:pos x="T12" y="T13"/>
                </a:cxn>
                <a:cxn ang="T37">
                  <a:pos x="T14" y="T15"/>
                </a:cxn>
                <a:cxn ang="T38">
                  <a:pos x="T16" y="T17"/>
                </a:cxn>
                <a:cxn ang="T39">
                  <a:pos x="T18" y="T19"/>
                </a:cxn>
                <a:cxn ang="T40">
                  <a:pos x="T20" y="T21"/>
                </a:cxn>
                <a:cxn ang="T41">
                  <a:pos x="T22" y="T23"/>
                </a:cxn>
                <a:cxn ang="T42">
                  <a:pos x="T24" y="T25"/>
                </a:cxn>
                <a:cxn ang="T43">
                  <a:pos x="T26" y="T27"/>
                </a:cxn>
                <a:cxn ang="T44">
                  <a:pos x="T28" y="T29"/>
                </a:cxn>
              </a:cxnLst>
              <a:rect l="T45" t="T46" r="T47" b="T48"/>
              <a:pathLst>
                <a:path w="107" h="54">
                  <a:moveTo>
                    <a:pt x="0" y="54"/>
                  </a:moveTo>
                  <a:lnTo>
                    <a:pt x="1" y="43"/>
                  </a:lnTo>
                  <a:lnTo>
                    <a:pt x="5" y="31"/>
                  </a:lnTo>
                  <a:lnTo>
                    <a:pt x="11" y="22"/>
                  </a:lnTo>
                  <a:lnTo>
                    <a:pt x="20" y="13"/>
                  </a:lnTo>
                  <a:lnTo>
                    <a:pt x="29" y="7"/>
                  </a:lnTo>
                  <a:lnTo>
                    <a:pt x="41" y="3"/>
                  </a:lnTo>
                  <a:lnTo>
                    <a:pt x="53" y="0"/>
                  </a:lnTo>
                  <a:lnTo>
                    <a:pt x="64" y="3"/>
                  </a:lnTo>
                  <a:lnTo>
                    <a:pt x="76" y="7"/>
                  </a:lnTo>
                  <a:lnTo>
                    <a:pt x="85" y="13"/>
                  </a:lnTo>
                  <a:lnTo>
                    <a:pt x="94" y="22"/>
                  </a:lnTo>
                  <a:lnTo>
                    <a:pt x="100" y="31"/>
                  </a:lnTo>
                  <a:lnTo>
                    <a:pt x="105" y="43"/>
                  </a:lnTo>
                  <a:lnTo>
                    <a:pt x="107" y="54"/>
                  </a:lnTo>
                </a:path>
              </a:pathLst>
            </a:custGeom>
            <a:noFill/>
            <a:ln w="0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223" name="Freeform 225">
              <a:extLst>
                <a:ext uri="{FF2B5EF4-FFF2-40B4-BE49-F238E27FC236}">
                  <a16:creationId xmlns:a16="http://schemas.microsoft.com/office/drawing/2014/main" id="{611283A8-9B77-B54A-1F52-1B5E998B5C8A}"/>
                </a:ext>
              </a:extLst>
            </p:cNvPr>
            <p:cNvSpPr>
              <a:spLocks/>
            </p:cNvSpPr>
            <p:nvPr/>
          </p:nvSpPr>
          <p:spPr bwMode="auto">
            <a:xfrm>
              <a:off x="3044" y="920"/>
              <a:ext cx="18" cy="9"/>
            </a:xfrm>
            <a:custGeom>
              <a:avLst/>
              <a:gdLst>
                <a:gd name="T0" fmla="*/ 0 w 107"/>
                <a:gd name="T1" fmla="*/ 0 h 54"/>
                <a:gd name="T2" fmla="*/ 0 w 107"/>
                <a:gd name="T3" fmla="*/ 0 h 54"/>
                <a:gd name="T4" fmla="*/ 0 w 107"/>
                <a:gd name="T5" fmla="*/ 0 h 54"/>
                <a:gd name="T6" fmla="*/ 0 w 107"/>
                <a:gd name="T7" fmla="*/ 0 h 54"/>
                <a:gd name="T8" fmla="*/ 0 w 107"/>
                <a:gd name="T9" fmla="*/ 0 h 54"/>
                <a:gd name="T10" fmla="*/ 0 w 107"/>
                <a:gd name="T11" fmla="*/ 0 h 54"/>
                <a:gd name="T12" fmla="*/ 0 w 107"/>
                <a:gd name="T13" fmla="*/ 0 h 54"/>
                <a:gd name="T14" fmla="*/ 0 w 107"/>
                <a:gd name="T15" fmla="*/ 0 h 54"/>
                <a:gd name="T16" fmla="*/ 0 w 107"/>
                <a:gd name="T17" fmla="*/ 0 h 54"/>
                <a:gd name="T18" fmla="*/ 0 w 107"/>
                <a:gd name="T19" fmla="*/ 0 h 54"/>
                <a:gd name="T20" fmla="*/ 0 w 107"/>
                <a:gd name="T21" fmla="*/ 0 h 54"/>
                <a:gd name="T22" fmla="*/ 0 w 107"/>
                <a:gd name="T23" fmla="*/ 0 h 54"/>
                <a:gd name="T24" fmla="*/ 0 w 107"/>
                <a:gd name="T25" fmla="*/ 0 h 54"/>
                <a:gd name="T26" fmla="*/ 0 w 107"/>
                <a:gd name="T27" fmla="*/ 0 h 54"/>
                <a:gd name="T28" fmla="*/ 0 w 107"/>
                <a:gd name="T29" fmla="*/ 0 h 54"/>
                <a:gd name="T30" fmla="*/ 0 w 107"/>
                <a:gd name="T31" fmla="*/ 0 h 54"/>
                <a:gd name="T32" fmla="*/ 0 w 107"/>
                <a:gd name="T33" fmla="*/ 0 h 54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w 107"/>
                <a:gd name="T52" fmla="*/ 0 h 54"/>
                <a:gd name="T53" fmla="*/ 107 w 107"/>
                <a:gd name="T54" fmla="*/ 54 h 54"/>
              </a:gdLst>
              <a:ahLst/>
              <a:cxnLst>
                <a:cxn ang="T34">
                  <a:pos x="T0" y="T1"/>
                </a:cxn>
                <a:cxn ang="T35">
                  <a:pos x="T2" y="T3"/>
                </a:cxn>
                <a:cxn ang="T36">
                  <a:pos x="T4" y="T5"/>
                </a:cxn>
                <a:cxn ang="T37">
                  <a:pos x="T6" y="T7"/>
                </a:cxn>
                <a:cxn ang="T38">
                  <a:pos x="T8" y="T9"/>
                </a:cxn>
                <a:cxn ang="T39">
                  <a:pos x="T10" y="T11"/>
                </a:cxn>
                <a:cxn ang="T40">
                  <a:pos x="T12" y="T13"/>
                </a:cxn>
                <a:cxn ang="T41">
                  <a:pos x="T14" y="T15"/>
                </a:cxn>
                <a:cxn ang="T42">
                  <a:pos x="T16" y="T17"/>
                </a:cxn>
                <a:cxn ang="T43">
                  <a:pos x="T18" y="T19"/>
                </a:cxn>
                <a:cxn ang="T44">
                  <a:pos x="T20" y="T21"/>
                </a:cxn>
                <a:cxn ang="T45">
                  <a:pos x="T22" y="T23"/>
                </a:cxn>
                <a:cxn ang="T46">
                  <a:pos x="T24" y="T25"/>
                </a:cxn>
                <a:cxn ang="T47">
                  <a:pos x="T26" y="T27"/>
                </a:cxn>
                <a:cxn ang="T48">
                  <a:pos x="T28" y="T29"/>
                </a:cxn>
                <a:cxn ang="T49">
                  <a:pos x="T30" y="T31"/>
                </a:cxn>
                <a:cxn ang="T50">
                  <a:pos x="T32" y="T33"/>
                </a:cxn>
              </a:cxnLst>
              <a:rect l="T51" t="T52" r="T53" b="T54"/>
              <a:pathLst>
                <a:path w="107" h="54">
                  <a:moveTo>
                    <a:pt x="53" y="54"/>
                  </a:moveTo>
                  <a:lnTo>
                    <a:pt x="0" y="54"/>
                  </a:lnTo>
                  <a:lnTo>
                    <a:pt x="1" y="43"/>
                  </a:lnTo>
                  <a:lnTo>
                    <a:pt x="5" y="31"/>
                  </a:lnTo>
                  <a:lnTo>
                    <a:pt x="11" y="22"/>
                  </a:lnTo>
                  <a:lnTo>
                    <a:pt x="20" y="13"/>
                  </a:lnTo>
                  <a:lnTo>
                    <a:pt x="29" y="7"/>
                  </a:lnTo>
                  <a:lnTo>
                    <a:pt x="41" y="3"/>
                  </a:lnTo>
                  <a:lnTo>
                    <a:pt x="53" y="0"/>
                  </a:lnTo>
                  <a:lnTo>
                    <a:pt x="64" y="3"/>
                  </a:lnTo>
                  <a:lnTo>
                    <a:pt x="76" y="7"/>
                  </a:lnTo>
                  <a:lnTo>
                    <a:pt x="85" y="13"/>
                  </a:lnTo>
                  <a:lnTo>
                    <a:pt x="94" y="22"/>
                  </a:lnTo>
                  <a:lnTo>
                    <a:pt x="100" y="31"/>
                  </a:lnTo>
                  <a:lnTo>
                    <a:pt x="104" y="43"/>
                  </a:lnTo>
                  <a:lnTo>
                    <a:pt x="107" y="54"/>
                  </a:lnTo>
                  <a:lnTo>
                    <a:pt x="53" y="54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224" name="Freeform 226">
              <a:extLst>
                <a:ext uri="{FF2B5EF4-FFF2-40B4-BE49-F238E27FC236}">
                  <a16:creationId xmlns:a16="http://schemas.microsoft.com/office/drawing/2014/main" id="{F67ED0CA-EF5E-0ACF-86B7-91C13BAEFA3A}"/>
                </a:ext>
              </a:extLst>
            </p:cNvPr>
            <p:cNvSpPr>
              <a:spLocks/>
            </p:cNvSpPr>
            <p:nvPr/>
          </p:nvSpPr>
          <p:spPr bwMode="auto">
            <a:xfrm>
              <a:off x="3044" y="920"/>
              <a:ext cx="18" cy="9"/>
            </a:xfrm>
            <a:custGeom>
              <a:avLst/>
              <a:gdLst>
                <a:gd name="T0" fmla="*/ 0 w 107"/>
                <a:gd name="T1" fmla="*/ 0 h 54"/>
                <a:gd name="T2" fmla="*/ 0 w 107"/>
                <a:gd name="T3" fmla="*/ 0 h 54"/>
                <a:gd name="T4" fmla="*/ 0 w 107"/>
                <a:gd name="T5" fmla="*/ 0 h 54"/>
                <a:gd name="T6" fmla="*/ 0 w 107"/>
                <a:gd name="T7" fmla="*/ 0 h 54"/>
                <a:gd name="T8" fmla="*/ 0 w 107"/>
                <a:gd name="T9" fmla="*/ 0 h 54"/>
                <a:gd name="T10" fmla="*/ 0 w 107"/>
                <a:gd name="T11" fmla="*/ 0 h 54"/>
                <a:gd name="T12" fmla="*/ 0 w 107"/>
                <a:gd name="T13" fmla="*/ 0 h 54"/>
                <a:gd name="T14" fmla="*/ 0 w 107"/>
                <a:gd name="T15" fmla="*/ 0 h 54"/>
                <a:gd name="T16" fmla="*/ 0 w 107"/>
                <a:gd name="T17" fmla="*/ 0 h 54"/>
                <a:gd name="T18" fmla="*/ 0 w 107"/>
                <a:gd name="T19" fmla="*/ 0 h 54"/>
                <a:gd name="T20" fmla="*/ 0 w 107"/>
                <a:gd name="T21" fmla="*/ 0 h 54"/>
                <a:gd name="T22" fmla="*/ 0 w 107"/>
                <a:gd name="T23" fmla="*/ 0 h 54"/>
                <a:gd name="T24" fmla="*/ 0 w 107"/>
                <a:gd name="T25" fmla="*/ 0 h 54"/>
                <a:gd name="T26" fmla="*/ 0 w 107"/>
                <a:gd name="T27" fmla="*/ 0 h 54"/>
                <a:gd name="T28" fmla="*/ 0 w 107"/>
                <a:gd name="T29" fmla="*/ 0 h 54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w 107"/>
                <a:gd name="T46" fmla="*/ 0 h 54"/>
                <a:gd name="T47" fmla="*/ 107 w 107"/>
                <a:gd name="T48" fmla="*/ 54 h 54"/>
              </a:gdLst>
              <a:ahLst/>
              <a:cxnLst>
                <a:cxn ang="T30">
                  <a:pos x="T0" y="T1"/>
                </a:cxn>
                <a:cxn ang="T31">
                  <a:pos x="T2" y="T3"/>
                </a:cxn>
                <a:cxn ang="T32">
                  <a:pos x="T4" y="T5"/>
                </a:cxn>
                <a:cxn ang="T33">
                  <a:pos x="T6" y="T7"/>
                </a:cxn>
                <a:cxn ang="T34">
                  <a:pos x="T8" y="T9"/>
                </a:cxn>
                <a:cxn ang="T35">
                  <a:pos x="T10" y="T11"/>
                </a:cxn>
                <a:cxn ang="T36">
                  <a:pos x="T12" y="T13"/>
                </a:cxn>
                <a:cxn ang="T37">
                  <a:pos x="T14" y="T15"/>
                </a:cxn>
                <a:cxn ang="T38">
                  <a:pos x="T16" y="T17"/>
                </a:cxn>
                <a:cxn ang="T39">
                  <a:pos x="T18" y="T19"/>
                </a:cxn>
                <a:cxn ang="T40">
                  <a:pos x="T20" y="T21"/>
                </a:cxn>
                <a:cxn ang="T41">
                  <a:pos x="T22" y="T23"/>
                </a:cxn>
                <a:cxn ang="T42">
                  <a:pos x="T24" y="T25"/>
                </a:cxn>
                <a:cxn ang="T43">
                  <a:pos x="T26" y="T27"/>
                </a:cxn>
                <a:cxn ang="T44">
                  <a:pos x="T28" y="T29"/>
                </a:cxn>
              </a:cxnLst>
              <a:rect l="T45" t="T46" r="T47" b="T48"/>
              <a:pathLst>
                <a:path w="107" h="54">
                  <a:moveTo>
                    <a:pt x="0" y="54"/>
                  </a:moveTo>
                  <a:lnTo>
                    <a:pt x="1" y="43"/>
                  </a:lnTo>
                  <a:lnTo>
                    <a:pt x="5" y="31"/>
                  </a:lnTo>
                  <a:lnTo>
                    <a:pt x="11" y="22"/>
                  </a:lnTo>
                  <a:lnTo>
                    <a:pt x="20" y="13"/>
                  </a:lnTo>
                  <a:lnTo>
                    <a:pt x="29" y="7"/>
                  </a:lnTo>
                  <a:lnTo>
                    <a:pt x="41" y="3"/>
                  </a:lnTo>
                  <a:lnTo>
                    <a:pt x="53" y="0"/>
                  </a:lnTo>
                  <a:lnTo>
                    <a:pt x="64" y="3"/>
                  </a:lnTo>
                  <a:lnTo>
                    <a:pt x="76" y="7"/>
                  </a:lnTo>
                  <a:lnTo>
                    <a:pt x="85" y="13"/>
                  </a:lnTo>
                  <a:lnTo>
                    <a:pt x="94" y="22"/>
                  </a:lnTo>
                  <a:lnTo>
                    <a:pt x="100" y="31"/>
                  </a:lnTo>
                  <a:lnTo>
                    <a:pt x="104" y="43"/>
                  </a:lnTo>
                  <a:lnTo>
                    <a:pt x="107" y="54"/>
                  </a:lnTo>
                </a:path>
              </a:pathLst>
            </a:custGeom>
            <a:noFill/>
            <a:ln w="0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225" name="Freeform 227">
              <a:extLst>
                <a:ext uri="{FF2B5EF4-FFF2-40B4-BE49-F238E27FC236}">
                  <a16:creationId xmlns:a16="http://schemas.microsoft.com/office/drawing/2014/main" id="{8E2EE992-F8A8-38C7-732F-3F1BD4B0A7BB}"/>
                </a:ext>
              </a:extLst>
            </p:cNvPr>
            <p:cNvSpPr>
              <a:spLocks/>
            </p:cNvSpPr>
            <p:nvPr/>
          </p:nvSpPr>
          <p:spPr bwMode="auto">
            <a:xfrm>
              <a:off x="3044" y="929"/>
              <a:ext cx="18" cy="723"/>
            </a:xfrm>
            <a:custGeom>
              <a:avLst/>
              <a:gdLst>
                <a:gd name="T0" fmla="*/ 0 w 107"/>
                <a:gd name="T1" fmla="*/ 0 h 4334"/>
                <a:gd name="T2" fmla="*/ 0 w 107"/>
                <a:gd name="T3" fmla="*/ 0 h 4334"/>
                <a:gd name="T4" fmla="*/ 0 w 107"/>
                <a:gd name="T5" fmla="*/ 0 h 4334"/>
                <a:gd name="T6" fmla="*/ 0 w 107"/>
                <a:gd name="T7" fmla="*/ 0 h 4334"/>
                <a:gd name="T8" fmla="*/ 0 w 107"/>
                <a:gd name="T9" fmla="*/ 0 h 4334"/>
                <a:gd name="T10" fmla="*/ 0 w 107"/>
                <a:gd name="T11" fmla="*/ 0 h 4334"/>
                <a:gd name="T12" fmla="*/ 0 w 107"/>
                <a:gd name="T13" fmla="*/ 0 h 4334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107"/>
                <a:gd name="T22" fmla="*/ 0 h 4334"/>
                <a:gd name="T23" fmla="*/ 107 w 107"/>
                <a:gd name="T24" fmla="*/ 4334 h 4334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107" h="4334">
                  <a:moveTo>
                    <a:pt x="107" y="0"/>
                  </a:moveTo>
                  <a:lnTo>
                    <a:pt x="53" y="0"/>
                  </a:lnTo>
                  <a:lnTo>
                    <a:pt x="0" y="0"/>
                  </a:lnTo>
                  <a:lnTo>
                    <a:pt x="0" y="4334"/>
                  </a:lnTo>
                  <a:lnTo>
                    <a:pt x="53" y="4334"/>
                  </a:lnTo>
                  <a:lnTo>
                    <a:pt x="107" y="4334"/>
                  </a:lnTo>
                  <a:lnTo>
                    <a:pt x="107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226" name="Freeform 228">
              <a:extLst>
                <a:ext uri="{FF2B5EF4-FFF2-40B4-BE49-F238E27FC236}">
                  <a16:creationId xmlns:a16="http://schemas.microsoft.com/office/drawing/2014/main" id="{1B5BA98D-6480-C82A-0BB8-62A092377592}"/>
                </a:ext>
              </a:extLst>
            </p:cNvPr>
            <p:cNvSpPr>
              <a:spLocks/>
            </p:cNvSpPr>
            <p:nvPr/>
          </p:nvSpPr>
          <p:spPr bwMode="auto">
            <a:xfrm>
              <a:off x="3044" y="929"/>
              <a:ext cx="18" cy="723"/>
            </a:xfrm>
            <a:custGeom>
              <a:avLst/>
              <a:gdLst>
                <a:gd name="T0" fmla="*/ 0 w 107"/>
                <a:gd name="T1" fmla="*/ 0 h 4334"/>
                <a:gd name="T2" fmla="*/ 0 w 107"/>
                <a:gd name="T3" fmla="*/ 0 h 4334"/>
                <a:gd name="T4" fmla="*/ 0 w 107"/>
                <a:gd name="T5" fmla="*/ 0 h 4334"/>
                <a:gd name="T6" fmla="*/ 0 w 107"/>
                <a:gd name="T7" fmla="*/ 0 h 4334"/>
                <a:gd name="T8" fmla="*/ 0 w 107"/>
                <a:gd name="T9" fmla="*/ 0 h 4334"/>
                <a:gd name="T10" fmla="*/ 0 w 107"/>
                <a:gd name="T11" fmla="*/ 0 h 4334"/>
                <a:gd name="T12" fmla="*/ 0 w 107"/>
                <a:gd name="T13" fmla="*/ 0 h 4334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107"/>
                <a:gd name="T22" fmla="*/ 0 h 4334"/>
                <a:gd name="T23" fmla="*/ 107 w 107"/>
                <a:gd name="T24" fmla="*/ 4334 h 4334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107" h="4334">
                  <a:moveTo>
                    <a:pt x="107" y="0"/>
                  </a:moveTo>
                  <a:lnTo>
                    <a:pt x="53" y="0"/>
                  </a:lnTo>
                  <a:lnTo>
                    <a:pt x="0" y="0"/>
                  </a:lnTo>
                  <a:lnTo>
                    <a:pt x="0" y="4334"/>
                  </a:lnTo>
                  <a:lnTo>
                    <a:pt x="53" y="4334"/>
                  </a:lnTo>
                  <a:lnTo>
                    <a:pt x="107" y="4334"/>
                  </a:lnTo>
                  <a:lnTo>
                    <a:pt x="107" y="0"/>
                  </a:lnTo>
                  <a:close/>
                </a:path>
              </a:pathLst>
            </a:custGeom>
            <a:noFill/>
            <a:ln w="0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227" name="Freeform 229">
              <a:extLst>
                <a:ext uri="{FF2B5EF4-FFF2-40B4-BE49-F238E27FC236}">
                  <a16:creationId xmlns:a16="http://schemas.microsoft.com/office/drawing/2014/main" id="{1A27189C-378B-9D63-76CA-D90977136253}"/>
                </a:ext>
              </a:extLst>
            </p:cNvPr>
            <p:cNvSpPr>
              <a:spLocks/>
            </p:cNvSpPr>
            <p:nvPr/>
          </p:nvSpPr>
          <p:spPr bwMode="auto">
            <a:xfrm>
              <a:off x="3044" y="1652"/>
              <a:ext cx="18" cy="8"/>
            </a:xfrm>
            <a:custGeom>
              <a:avLst/>
              <a:gdLst>
                <a:gd name="T0" fmla="*/ 0 w 107"/>
                <a:gd name="T1" fmla="*/ 0 h 53"/>
                <a:gd name="T2" fmla="*/ 0 w 107"/>
                <a:gd name="T3" fmla="*/ 0 h 53"/>
                <a:gd name="T4" fmla="*/ 0 w 107"/>
                <a:gd name="T5" fmla="*/ 0 h 53"/>
                <a:gd name="T6" fmla="*/ 0 w 107"/>
                <a:gd name="T7" fmla="*/ 0 h 53"/>
                <a:gd name="T8" fmla="*/ 0 w 107"/>
                <a:gd name="T9" fmla="*/ 0 h 53"/>
                <a:gd name="T10" fmla="*/ 0 w 107"/>
                <a:gd name="T11" fmla="*/ 0 h 53"/>
                <a:gd name="T12" fmla="*/ 0 w 107"/>
                <a:gd name="T13" fmla="*/ 0 h 53"/>
                <a:gd name="T14" fmla="*/ 0 w 107"/>
                <a:gd name="T15" fmla="*/ 0 h 53"/>
                <a:gd name="T16" fmla="*/ 0 w 107"/>
                <a:gd name="T17" fmla="*/ 0 h 53"/>
                <a:gd name="T18" fmla="*/ 0 w 107"/>
                <a:gd name="T19" fmla="*/ 0 h 53"/>
                <a:gd name="T20" fmla="*/ 0 w 107"/>
                <a:gd name="T21" fmla="*/ 0 h 53"/>
                <a:gd name="T22" fmla="*/ 0 w 107"/>
                <a:gd name="T23" fmla="*/ 0 h 53"/>
                <a:gd name="T24" fmla="*/ 0 w 107"/>
                <a:gd name="T25" fmla="*/ 0 h 53"/>
                <a:gd name="T26" fmla="*/ 0 w 107"/>
                <a:gd name="T27" fmla="*/ 0 h 53"/>
                <a:gd name="T28" fmla="*/ 0 w 107"/>
                <a:gd name="T29" fmla="*/ 0 h 53"/>
                <a:gd name="T30" fmla="*/ 0 w 107"/>
                <a:gd name="T31" fmla="*/ 0 h 53"/>
                <a:gd name="T32" fmla="*/ 0 w 107"/>
                <a:gd name="T33" fmla="*/ 0 h 53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w 107"/>
                <a:gd name="T52" fmla="*/ 0 h 53"/>
                <a:gd name="T53" fmla="*/ 107 w 107"/>
                <a:gd name="T54" fmla="*/ 53 h 53"/>
              </a:gdLst>
              <a:ahLst/>
              <a:cxnLst>
                <a:cxn ang="T34">
                  <a:pos x="T0" y="T1"/>
                </a:cxn>
                <a:cxn ang="T35">
                  <a:pos x="T2" y="T3"/>
                </a:cxn>
                <a:cxn ang="T36">
                  <a:pos x="T4" y="T5"/>
                </a:cxn>
                <a:cxn ang="T37">
                  <a:pos x="T6" y="T7"/>
                </a:cxn>
                <a:cxn ang="T38">
                  <a:pos x="T8" y="T9"/>
                </a:cxn>
                <a:cxn ang="T39">
                  <a:pos x="T10" y="T11"/>
                </a:cxn>
                <a:cxn ang="T40">
                  <a:pos x="T12" y="T13"/>
                </a:cxn>
                <a:cxn ang="T41">
                  <a:pos x="T14" y="T15"/>
                </a:cxn>
                <a:cxn ang="T42">
                  <a:pos x="T16" y="T17"/>
                </a:cxn>
                <a:cxn ang="T43">
                  <a:pos x="T18" y="T19"/>
                </a:cxn>
                <a:cxn ang="T44">
                  <a:pos x="T20" y="T21"/>
                </a:cxn>
                <a:cxn ang="T45">
                  <a:pos x="T22" y="T23"/>
                </a:cxn>
                <a:cxn ang="T46">
                  <a:pos x="T24" y="T25"/>
                </a:cxn>
                <a:cxn ang="T47">
                  <a:pos x="T26" y="T27"/>
                </a:cxn>
                <a:cxn ang="T48">
                  <a:pos x="T28" y="T29"/>
                </a:cxn>
                <a:cxn ang="T49">
                  <a:pos x="T30" y="T31"/>
                </a:cxn>
                <a:cxn ang="T50">
                  <a:pos x="T32" y="T33"/>
                </a:cxn>
              </a:cxnLst>
              <a:rect l="T51" t="T52" r="T53" b="T54"/>
              <a:pathLst>
                <a:path w="107" h="53">
                  <a:moveTo>
                    <a:pt x="53" y="0"/>
                  </a:moveTo>
                  <a:lnTo>
                    <a:pt x="107" y="0"/>
                  </a:lnTo>
                  <a:lnTo>
                    <a:pt x="104" y="12"/>
                  </a:lnTo>
                  <a:lnTo>
                    <a:pt x="100" y="23"/>
                  </a:lnTo>
                  <a:lnTo>
                    <a:pt x="94" y="33"/>
                  </a:lnTo>
                  <a:lnTo>
                    <a:pt x="85" y="41"/>
                  </a:lnTo>
                  <a:lnTo>
                    <a:pt x="76" y="48"/>
                  </a:lnTo>
                  <a:lnTo>
                    <a:pt x="64" y="52"/>
                  </a:lnTo>
                  <a:lnTo>
                    <a:pt x="53" y="53"/>
                  </a:lnTo>
                  <a:lnTo>
                    <a:pt x="41" y="52"/>
                  </a:lnTo>
                  <a:lnTo>
                    <a:pt x="29" y="48"/>
                  </a:lnTo>
                  <a:lnTo>
                    <a:pt x="20" y="41"/>
                  </a:lnTo>
                  <a:lnTo>
                    <a:pt x="11" y="33"/>
                  </a:lnTo>
                  <a:lnTo>
                    <a:pt x="5" y="23"/>
                  </a:lnTo>
                  <a:lnTo>
                    <a:pt x="1" y="12"/>
                  </a:lnTo>
                  <a:lnTo>
                    <a:pt x="0" y="0"/>
                  </a:lnTo>
                  <a:lnTo>
                    <a:pt x="53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228" name="Freeform 230">
              <a:extLst>
                <a:ext uri="{FF2B5EF4-FFF2-40B4-BE49-F238E27FC236}">
                  <a16:creationId xmlns:a16="http://schemas.microsoft.com/office/drawing/2014/main" id="{5EA4B0F6-C02D-2067-98A8-771146894D28}"/>
                </a:ext>
              </a:extLst>
            </p:cNvPr>
            <p:cNvSpPr>
              <a:spLocks/>
            </p:cNvSpPr>
            <p:nvPr/>
          </p:nvSpPr>
          <p:spPr bwMode="auto">
            <a:xfrm>
              <a:off x="3044" y="1652"/>
              <a:ext cx="18" cy="8"/>
            </a:xfrm>
            <a:custGeom>
              <a:avLst/>
              <a:gdLst>
                <a:gd name="T0" fmla="*/ 0 w 107"/>
                <a:gd name="T1" fmla="*/ 0 h 53"/>
                <a:gd name="T2" fmla="*/ 0 w 107"/>
                <a:gd name="T3" fmla="*/ 0 h 53"/>
                <a:gd name="T4" fmla="*/ 0 w 107"/>
                <a:gd name="T5" fmla="*/ 0 h 53"/>
                <a:gd name="T6" fmla="*/ 0 w 107"/>
                <a:gd name="T7" fmla="*/ 0 h 53"/>
                <a:gd name="T8" fmla="*/ 0 w 107"/>
                <a:gd name="T9" fmla="*/ 0 h 53"/>
                <a:gd name="T10" fmla="*/ 0 w 107"/>
                <a:gd name="T11" fmla="*/ 0 h 53"/>
                <a:gd name="T12" fmla="*/ 0 w 107"/>
                <a:gd name="T13" fmla="*/ 0 h 53"/>
                <a:gd name="T14" fmla="*/ 0 w 107"/>
                <a:gd name="T15" fmla="*/ 0 h 53"/>
                <a:gd name="T16" fmla="*/ 0 w 107"/>
                <a:gd name="T17" fmla="*/ 0 h 53"/>
                <a:gd name="T18" fmla="*/ 0 w 107"/>
                <a:gd name="T19" fmla="*/ 0 h 53"/>
                <a:gd name="T20" fmla="*/ 0 w 107"/>
                <a:gd name="T21" fmla="*/ 0 h 53"/>
                <a:gd name="T22" fmla="*/ 0 w 107"/>
                <a:gd name="T23" fmla="*/ 0 h 53"/>
                <a:gd name="T24" fmla="*/ 0 w 107"/>
                <a:gd name="T25" fmla="*/ 0 h 53"/>
                <a:gd name="T26" fmla="*/ 0 w 107"/>
                <a:gd name="T27" fmla="*/ 0 h 53"/>
                <a:gd name="T28" fmla="*/ 0 w 107"/>
                <a:gd name="T29" fmla="*/ 0 h 53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w 107"/>
                <a:gd name="T46" fmla="*/ 0 h 53"/>
                <a:gd name="T47" fmla="*/ 107 w 107"/>
                <a:gd name="T48" fmla="*/ 53 h 53"/>
              </a:gdLst>
              <a:ahLst/>
              <a:cxnLst>
                <a:cxn ang="T30">
                  <a:pos x="T0" y="T1"/>
                </a:cxn>
                <a:cxn ang="T31">
                  <a:pos x="T2" y="T3"/>
                </a:cxn>
                <a:cxn ang="T32">
                  <a:pos x="T4" y="T5"/>
                </a:cxn>
                <a:cxn ang="T33">
                  <a:pos x="T6" y="T7"/>
                </a:cxn>
                <a:cxn ang="T34">
                  <a:pos x="T8" y="T9"/>
                </a:cxn>
                <a:cxn ang="T35">
                  <a:pos x="T10" y="T11"/>
                </a:cxn>
                <a:cxn ang="T36">
                  <a:pos x="T12" y="T13"/>
                </a:cxn>
                <a:cxn ang="T37">
                  <a:pos x="T14" y="T15"/>
                </a:cxn>
                <a:cxn ang="T38">
                  <a:pos x="T16" y="T17"/>
                </a:cxn>
                <a:cxn ang="T39">
                  <a:pos x="T18" y="T19"/>
                </a:cxn>
                <a:cxn ang="T40">
                  <a:pos x="T20" y="T21"/>
                </a:cxn>
                <a:cxn ang="T41">
                  <a:pos x="T22" y="T23"/>
                </a:cxn>
                <a:cxn ang="T42">
                  <a:pos x="T24" y="T25"/>
                </a:cxn>
                <a:cxn ang="T43">
                  <a:pos x="T26" y="T27"/>
                </a:cxn>
                <a:cxn ang="T44">
                  <a:pos x="T28" y="T29"/>
                </a:cxn>
              </a:cxnLst>
              <a:rect l="T45" t="T46" r="T47" b="T48"/>
              <a:pathLst>
                <a:path w="107" h="53">
                  <a:moveTo>
                    <a:pt x="107" y="0"/>
                  </a:moveTo>
                  <a:lnTo>
                    <a:pt x="104" y="12"/>
                  </a:lnTo>
                  <a:lnTo>
                    <a:pt x="100" y="23"/>
                  </a:lnTo>
                  <a:lnTo>
                    <a:pt x="94" y="33"/>
                  </a:lnTo>
                  <a:lnTo>
                    <a:pt x="85" y="41"/>
                  </a:lnTo>
                  <a:lnTo>
                    <a:pt x="76" y="48"/>
                  </a:lnTo>
                  <a:lnTo>
                    <a:pt x="64" y="52"/>
                  </a:lnTo>
                  <a:lnTo>
                    <a:pt x="53" y="53"/>
                  </a:lnTo>
                  <a:lnTo>
                    <a:pt x="41" y="52"/>
                  </a:lnTo>
                  <a:lnTo>
                    <a:pt x="29" y="48"/>
                  </a:lnTo>
                  <a:lnTo>
                    <a:pt x="20" y="41"/>
                  </a:lnTo>
                  <a:lnTo>
                    <a:pt x="11" y="33"/>
                  </a:lnTo>
                  <a:lnTo>
                    <a:pt x="5" y="23"/>
                  </a:lnTo>
                  <a:lnTo>
                    <a:pt x="1" y="12"/>
                  </a:lnTo>
                  <a:lnTo>
                    <a:pt x="0" y="0"/>
                  </a:lnTo>
                </a:path>
              </a:pathLst>
            </a:custGeom>
            <a:noFill/>
            <a:ln w="0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229" name="Line 231">
              <a:extLst>
                <a:ext uri="{FF2B5EF4-FFF2-40B4-BE49-F238E27FC236}">
                  <a16:creationId xmlns:a16="http://schemas.microsoft.com/office/drawing/2014/main" id="{6FD6DDE2-C106-2F6C-CF1C-283A0B021B9A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372" y="1531"/>
              <a:ext cx="1" cy="159"/>
            </a:xfrm>
            <a:prstGeom prst="line">
              <a:avLst/>
            </a:prstGeom>
            <a:noFill/>
            <a:ln w="0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230" name="Line 232">
              <a:extLst>
                <a:ext uri="{FF2B5EF4-FFF2-40B4-BE49-F238E27FC236}">
                  <a16:creationId xmlns:a16="http://schemas.microsoft.com/office/drawing/2014/main" id="{73F81A96-86E4-1CD5-1E63-5E816A9B5B06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372" y="1473"/>
              <a:ext cx="1" cy="29"/>
            </a:xfrm>
            <a:prstGeom prst="line">
              <a:avLst/>
            </a:prstGeom>
            <a:noFill/>
            <a:ln w="0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231" name="Line 233">
              <a:extLst>
                <a:ext uri="{FF2B5EF4-FFF2-40B4-BE49-F238E27FC236}">
                  <a16:creationId xmlns:a16="http://schemas.microsoft.com/office/drawing/2014/main" id="{79C0D36B-04EF-41E6-0AFB-15BFB8D7D364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372" y="1136"/>
              <a:ext cx="1" cy="308"/>
            </a:xfrm>
            <a:prstGeom prst="line">
              <a:avLst/>
            </a:prstGeom>
            <a:noFill/>
            <a:ln w="0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232" name="Line 234">
              <a:extLst>
                <a:ext uri="{FF2B5EF4-FFF2-40B4-BE49-F238E27FC236}">
                  <a16:creationId xmlns:a16="http://schemas.microsoft.com/office/drawing/2014/main" id="{3B6F0974-C330-9982-6A94-6200E9C0EBE4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372" y="1079"/>
              <a:ext cx="1" cy="29"/>
            </a:xfrm>
            <a:prstGeom prst="line">
              <a:avLst/>
            </a:prstGeom>
            <a:noFill/>
            <a:ln w="0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233" name="Line 235">
              <a:extLst>
                <a:ext uri="{FF2B5EF4-FFF2-40B4-BE49-F238E27FC236}">
                  <a16:creationId xmlns:a16="http://schemas.microsoft.com/office/drawing/2014/main" id="{ACD9D611-74C0-9E55-25B7-6A862AF87089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372" y="891"/>
              <a:ext cx="1" cy="159"/>
            </a:xfrm>
            <a:prstGeom prst="line">
              <a:avLst/>
            </a:prstGeom>
            <a:noFill/>
            <a:ln w="0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234" name="Freeform 236">
              <a:extLst>
                <a:ext uri="{FF2B5EF4-FFF2-40B4-BE49-F238E27FC236}">
                  <a16:creationId xmlns:a16="http://schemas.microsoft.com/office/drawing/2014/main" id="{44DE054D-6912-2F65-7F9E-B9B477D3FA45}"/>
                </a:ext>
              </a:extLst>
            </p:cNvPr>
            <p:cNvSpPr>
              <a:spLocks/>
            </p:cNvSpPr>
            <p:nvPr/>
          </p:nvSpPr>
          <p:spPr bwMode="auto">
            <a:xfrm>
              <a:off x="3044" y="1391"/>
              <a:ext cx="9" cy="18"/>
            </a:xfrm>
            <a:custGeom>
              <a:avLst/>
              <a:gdLst>
                <a:gd name="T0" fmla="*/ 0 w 53"/>
                <a:gd name="T1" fmla="*/ 0 h 107"/>
                <a:gd name="T2" fmla="*/ 0 w 53"/>
                <a:gd name="T3" fmla="*/ 0 h 107"/>
                <a:gd name="T4" fmla="*/ 0 w 53"/>
                <a:gd name="T5" fmla="*/ 0 h 107"/>
                <a:gd name="T6" fmla="*/ 0 w 53"/>
                <a:gd name="T7" fmla="*/ 0 h 107"/>
                <a:gd name="T8" fmla="*/ 0 w 53"/>
                <a:gd name="T9" fmla="*/ 0 h 107"/>
                <a:gd name="T10" fmla="*/ 0 w 53"/>
                <a:gd name="T11" fmla="*/ 0 h 107"/>
                <a:gd name="T12" fmla="*/ 0 w 53"/>
                <a:gd name="T13" fmla="*/ 0 h 107"/>
                <a:gd name="T14" fmla="*/ 0 w 53"/>
                <a:gd name="T15" fmla="*/ 0 h 107"/>
                <a:gd name="T16" fmla="*/ 0 w 53"/>
                <a:gd name="T17" fmla="*/ 0 h 107"/>
                <a:gd name="T18" fmla="*/ 0 w 53"/>
                <a:gd name="T19" fmla="*/ 0 h 107"/>
                <a:gd name="T20" fmla="*/ 0 w 53"/>
                <a:gd name="T21" fmla="*/ 0 h 107"/>
                <a:gd name="T22" fmla="*/ 0 w 53"/>
                <a:gd name="T23" fmla="*/ 0 h 107"/>
                <a:gd name="T24" fmla="*/ 0 w 53"/>
                <a:gd name="T25" fmla="*/ 0 h 107"/>
                <a:gd name="T26" fmla="*/ 0 w 53"/>
                <a:gd name="T27" fmla="*/ 0 h 107"/>
                <a:gd name="T28" fmla="*/ 0 w 53"/>
                <a:gd name="T29" fmla="*/ 0 h 107"/>
                <a:gd name="T30" fmla="*/ 0 w 53"/>
                <a:gd name="T31" fmla="*/ 0 h 107"/>
                <a:gd name="T32" fmla="*/ 0 w 53"/>
                <a:gd name="T33" fmla="*/ 0 h 107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w 53"/>
                <a:gd name="T52" fmla="*/ 0 h 107"/>
                <a:gd name="T53" fmla="*/ 53 w 53"/>
                <a:gd name="T54" fmla="*/ 107 h 107"/>
              </a:gdLst>
              <a:ahLst/>
              <a:cxnLst>
                <a:cxn ang="T34">
                  <a:pos x="T0" y="T1"/>
                </a:cxn>
                <a:cxn ang="T35">
                  <a:pos x="T2" y="T3"/>
                </a:cxn>
                <a:cxn ang="T36">
                  <a:pos x="T4" y="T5"/>
                </a:cxn>
                <a:cxn ang="T37">
                  <a:pos x="T6" y="T7"/>
                </a:cxn>
                <a:cxn ang="T38">
                  <a:pos x="T8" y="T9"/>
                </a:cxn>
                <a:cxn ang="T39">
                  <a:pos x="T10" y="T11"/>
                </a:cxn>
                <a:cxn ang="T40">
                  <a:pos x="T12" y="T13"/>
                </a:cxn>
                <a:cxn ang="T41">
                  <a:pos x="T14" y="T15"/>
                </a:cxn>
                <a:cxn ang="T42">
                  <a:pos x="T16" y="T17"/>
                </a:cxn>
                <a:cxn ang="T43">
                  <a:pos x="T18" y="T19"/>
                </a:cxn>
                <a:cxn ang="T44">
                  <a:pos x="T20" y="T21"/>
                </a:cxn>
                <a:cxn ang="T45">
                  <a:pos x="T22" y="T23"/>
                </a:cxn>
                <a:cxn ang="T46">
                  <a:pos x="T24" y="T25"/>
                </a:cxn>
                <a:cxn ang="T47">
                  <a:pos x="T26" y="T27"/>
                </a:cxn>
                <a:cxn ang="T48">
                  <a:pos x="T28" y="T29"/>
                </a:cxn>
                <a:cxn ang="T49">
                  <a:pos x="T30" y="T31"/>
                </a:cxn>
                <a:cxn ang="T50">
                  <a:pos x="T32" y="T33"/>
                </a:cxn>
              </a:cxnLst>
              <a:rect l="T51" t="T52" r="T53" b="T54"/>
              <a:pathLst>
                <a:path w="53" h="107">
                  <a:moveTo>
                    <a:pt x="53" y="54"/>
                  </a:moveTo>
                  <a:lnTo>
                    <a:pt x="53" y="107"/>
                  </a:lnTo>
                  <a:lnTo>
                    <a:pt x="41" y="106"/>
                  </a:lnTo>
                  <a:lnTo>
                    <a:pt x="29" y="102"/>
                  </a:lnTo>
                  <a:lnTo>
                    <a:pt x="20" y="96"/>
                  </a:lnTo>
                  <a:lnTo>
                    <a:pt x="11" y="87"/>
                  </a:lnTo>
                  <a:lnTo>
                    <a:pt x="5" y="78"/>
                  </a:lnTo>
                  <a:lnTo>
                    <a:pt x="1" y="66"/>
                  </a:lnTo>
                  <a:lnTo>
                    <a:pt x="0" y="54"/>
                  </a:lnTo>
                  <a:lnTo>
                    <a:pt x="1" y="43"/>
                  </a:lnTo>
                  <a:lnTo>
                    <a:pt x="5" y="31"/>
                  </a:lnTo>
                  <a:lnTo>
                    <a:pt x="11" y="21"/>
                  </a:lnTo>
                  <a:lnTo>
                    <a:pt x="20" y="13"/>
                  </a:lnTo>
                  <a:lnTo>
                    <a:pt x="29" y="7"/>
                  </a:lnTo>
                  <a:lnTo>
                    <a:pt x="41" y="2"/>
                  </a:lnTo>
                  <a:lnTo>
                    <a:pt x="53" y="0"/>
                  </a:lnTo>
                  <a:lnTo>
                    <a:pt x="53" y="54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235" name="Freeform 237">
              <a:extLst>
                <a:ext uri="{FF2B5EF4-FFF2-40B4-BE49-F238E27FC236}">
                  <a16:creationId xmlns:a16="http://schemas.microsoft.com/office/drawing/2014/main" id="{9C7AA0B5-0644-E0D1-CF01-30644488CB95}"/>
                </a:ext>
              </a:extLst>
            </p:cNvPr>
            <p:cNvSpPr>
              <a:spLocks/>
            </p:cNvSpPr>
            <p:nvPr/>
          </p:nvSpPr>
          <p:spPr bwMode="auto">
            <a:xfrm>
              <a:off x="3044" y="1391"/>
              <a:ext cx="9" cy="18"/>
            </a:xfrm>
            <a:custGeom>
              <a:avLst/>
              <a:gdLst>
                <a:gd name="T0" fmla="*/ 0 w 53"/>
                <a:gd name="T1" fmla="*/ 0 h 107"/>
                <a:gd name="T2" fmla="*/ 0 w 53"/>
                <a:gd name="T3" fmla="*/ 0 h 107"/>
                <a:gd name="T4" fmla="*/ 0 w 53"/>
                <a:gd name="T5" fmla="*/ 0 h 107"/>
                <a:gd name="T6" fmla="*/ 0 w 53"/>
                <a:gd name="T7" fmla="*/ 0 h 107"/>
                <a:gd name="T8" fmla="*/ 0 w 53"/>
                <a:gd name="T9" fmla="*/ 0 h 107"/>
                <a:gd name="T10" fmla="*/ 0 w 53"/>
                <a:gd name="T11" fmla="*/ 0 h 107"/>
                <a:gd name="T12" fmla="*/ 0 w 53"/>
                <a:gd name="T13" fmla="*/ 0 h 107"/>
                <a:gd name="T14" fmla="*/ 0 w 53"/>
                <a:gd name="T15" fmla="*/ 0 h 107"/>
                <a:gd name="T16" fmla="*/ 0 w 53"/>
                <a:gd name="T17" fmla="*/ 0 h 107"/>
                <a:gd name="T18" fmla="*/ 0 w 53"/>
                <a:gd name="T19" fmla="*/ 0 h 107"/>
                <a:gd name="T20" fmla="*/ 0 w 53"/>
                <a:gd name="T21" fmla="*/ 0 h 107"/>
                <a:gd name="T22" fmla="*/ 0 w 53"/>
                <a:gd name="T23" fmla="*/ 0 h 107"/>
                <a:gd name="T24" fmla="*/ 0 w 53"/>
                <a:gd name="T25" fmla="*/ 0 h 107"/>
                <a:gd name="T26" fmla="*/ 0 w 53"/>
                <a:gd name="T27" fmla="*/ 0 h 107"/>
                <a:gd name="T28" fmla="*/ 0 w 53"/>
                <a:gd name="T29" fmla="*/ 0 h 107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w 53"/>
                <a:gd name="T46" fmla="*/ 0 h 107"/>
                <a:gd name="T47" fmla="*/ 53 w 53"/>
                <a:gd name="T48" fmla="*/ 107 h 107"/>
              </a:gdLst>
              <a:ahLst/>
              <a:cxnLst>
                <a:cxn ang="T30">
                  <a:pos x="T0" y="T1"/>
                </a:cxn>
                <a:cxn ang="T31">
                  <a:pos x="T2" y="T3"/>
                </a:cxn>
                <a:cxn ang="T32">
                  <a:pos x="T4" y="T5"/>
                </a:cxn>
                <a:cxn ang="T33">
                  <a:pos x="T6" y="T7"/>
                </a:cxn>
                <a:cxn ang="T34">
                  <a:pos x="T8" y="T9"/>
                </a:cxn>
                <a:cxn ang="T35">
                  <a:pos x="T10" y="T11"/>
                </a:cxn>
                <a:cxn ang="T36">
                  <a:pos x="T12" y="T13"/>
                </a:cxn>
                <a:cxn ang="T37">
                  <a:pos x="T14" y="T15"/>
                </a:cxn>
                <a:cxn ang="T38">
                  <a:pos x="T16" y="T17"/>
                </a:cxn>
                <a:cxn ang="T39">
                  <a:pos x="T18" y="T19"/>
                </a:cxn>
                <a:cxn ang="T40">
                  <a:pos x="T20" y="T21"/>
                </a:cxn>
                <a:cxn ang="T41">
                  <a:pos x="T22" y="T23"/>
                </a:cxn>
                <a:cxn ang="T42">
                  <a:pos x="T24" y="T25"/>
                </a:cxn>
                <a:cxn ang="T43">
                  <a:pos x="T26" y="T27"/>
                </a:cxn>
                <a:cxn ang="T44">
                  <a:pos x="T28" y="T29"/>
                </a:cxn>
              </a:cxnLst>
              <a:rect l="T45" t="T46" r="T47" b="T48"/>
              <a:pathLst>
                <a:path w="53" h="107">
                  <a:moveTo>
                    <a:pt x="53" y="107"/>
                  </a:moveTo>
                  <a:lnTo>
                    <a:pt x="41" y="106"/>
                  </a:lnTo>
                  <a:lnTo>
                    <a:pt x="29" y="102"/>
                  </a:lnTo>
                  <a:lnTo>
                    <a:pt x="20" y="96"/>
                  </a:lnTo>
                  <a:lnTo>
                    <a:pt x="11" y="87"/>
                  </a:lnTo>
                  <a:lnTo>
                    <a:pt x="5" y="78"/>
                  </a:lnTo>
                  <a:lnTo>
                    <a:pt x="1" y="66"/>
                  </a:lnTo>
                  <a:lnTo>
                    <a:pt x="0" y="54"/>
                  </a:lnTo>
                  <a:lnTo>
                    <a:pt x="1" y="43"/>
                  </a:lnTo>
                  <a:lnTo>
                    <a:pt x="5" y="31"/>
                  </a:lnTo>
                  <a:lnTo>
                    <a:pt x="11" y="21"/>
                  </a:lnTo>
                  <a:lnTo>
                    <a:pt x="20" y="13"/>
                  </a:lnTo>
                  <a:lnTo>
                    <a:pt x="29" y="7"/>
                  </a:lnTo>
                  <a:lnTo>
                    <a:pt x="41" y="2"/>
                  </a:lnTo>
                  <a:lnTo>
                    <a:pt x="53" y="0"/>
                  </a:lnTo>
                </a:path>
              </a:pathLst>
            </a:custGeom>
            <a:noFill/>
            <a:ln w="0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236" name="Freeform 238">
              <a:extLst>
                <a:ext uri="{FF2B5EF4-FFF2-40B4-BE49-F238E27FC236}">
                  <a16:creationId xmlns:a16="http://schemas.microsoft.com/office/drawing/2014/main" id="{479D77C1-053F-A3A2-B31B-3910DCC7F7D2}"/>
                </a:ext>
              </a:extLst>
            </p:cNvPr>
            <p:cNvSpPr>
              <a:spLocks/>
            </p:cNvSpPr>
            <p:nvPr/>
          </p:nvSpPr>
          <p:spPr bwMode="auto">
            <a:xfrm>
              <a:off x="3053" y="1391"/>
              <a:ext cx="194" cy="18"/>
            </a:xfrm>
            <a:custGeom>
              <a:avLst/>
              <a:gdLst>
                <a:gd name="T0" fmla="*/ 0 w 1166"/>
                <a:gd name="T1" fmla="*/ 0 h 107"/>
                <a:gd name="T2" fmla="*/ 0 w 1166"/>
                <a:gd name="T3" fmla="*/ 0 h 107"/>
                <a:gd name="T4" fmla="*/ 0 w 1166"/>
                <a:gd name="T5" fmla="*/ 0 h 107"/>
                <a:gd name="T6" fmla="*/ 0 w 1166"/>
                <a:gd name="T7" fmla="*/ 0 h 107"/>
                <a:gd name="T8" fmla="*/ 0 w 1166"/>
                <a:gd name="T9" fmla="*/ 0 h 107"/>
                <a:gd name="T10" fmla="*/ 0 w 1166"/>
                <a:gd name="T11" fmla="*/ 0 h 107"/>
                <a:gd name="T12" fmla="*/ 0 w 1166"/>
                <a:gd name="T13" fmla="*/ 0 h 107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1166"/>
                <a:gd name="T22" fmla="*/ 0 h 107"/>
                <a:gd name="T23" fmla="*/ 1166 w 1166"/>
                <a:gd name="T24" fmla="*/ 107 h 107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1166" h="107">
                  <a:moveTo>
                    <a:pt x="0" y="0"/>
                  </a:moveTo>
                  <a:lnTo>
                    <a:pt x="0" y="54"/>
                  </a:lnTo>
                  <a:lnTo>
                    <a:pt x="0" y="107"/>
                  </a:lnTo>
                  <a:lnTo>
                    <a:pt x="1166" y="107"/>
                  </a:lnTo>
                  <a:lnTo>
                    <a:pt x="1166" y="54"/>
                  </a:lnTo>
                  <a:lnTo>
                    <a:pt x="1166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237" name="Freeform 239">
              <a:extLst>
                <a:ext uri="{FF2B5EF4-FFF2-40B4-BE49-F238E27FC236}">
                  <a16:creationId xmlns:a16="http://schemas.microsoft.com/office/drawing/2014/main" id="{EA9748BB-CABC-78B4-6C9D-276BF4C160BE}"/>
                </a:ext>
              </a:extLst>
            </p:cNvPr>
            <p:cNvSpPr>
              <a:spLocks/>
            </p:cNvSpPr>
            <p:nvPr/>
          </p:nvSpPr>
          <p:spPr bwMode="auto">
            <a:xfrm>
              <a:off x="3053" y="1391"/>
              <a:ext cx="194" cy="18"/>
            </a:xfrm>
            <a:custGeom>
              <a:avLst/>
              <a:gdLst>
                <a:gd name="T0" fmla="*/ 0 w 1166"/>
                <a:gd name="T1" fmla="*/ 0 h 107"/>
                <a:gd name="T2" fmla="*/ 0 w 1166"/>
                <a:gd name="T3" fmla="*/ 0 h 107"/>
                <a:gd name="T4" fmla="*/ 0 w 1166"/>
                <a:gd name="T5" fmla="*/ 0 h 107"/>
                <a:gd name="T6" fmla="*/ 0 w 1166"/>
                <a:gd name="T7" fmla="*/ 0 h 107"/>
                <a:gd name="T8" fmla="*/ 0 w 1166"/>
                <a:gd name="T9" fmla="*/ 0 h 107"/>
                <a:gd name="T10" fmla="*/ 0 w 1166"/>
                <a:gd name="T11" fmla="*/ 0 h 107"/>
                <a:gd name="T12" fmla="*/ 0 w 1166"/>
                <a:gd name="T13" fmla="*/ 0 h 107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1166"/>
                <a:gd name="T22" fmla="*/ 0 h 107"/>
                <a:gd name="T23" fmla="*/ 1166 w 1166"/>
                <a:gd name="T24" fmla="*/ 107 h 107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1166" h="107">
                  <a:moveTo>
                    <a:pt x="0" y="0"/>
                  </a:moveTo>
                  <a:lnTo>
                    <a:pt x="0" y="54"/>
                  </a:lnTo>
                  <a:lnTo>
                    <a:pt x="0" y="107"/>
                  </a:lnTo>
                  <a:lnTo>
                    <a:pt x="1166" y="107"/>
                  </a:lnTo>
                  <a:lnTo>
                    <a:pt x="1166" y="54"/>
                  </a:lnTo>
                  <a:lnTo>
                    <a:pt x="1166" y="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238" name="Freeform 240">
              <a:extLst>
                <a:ext uri="{FF2B5EF4-FFF2-40B4-BE49-F238E27FC236}">
                  <a16:creationId xmlns:a16="http://schemas.microsoft.com/office/drawing/2014/main" id="{9135C9D4-8BC4-AC25-67FD-387970DBC155}"/>
                </a:ext>
              </a:extLst>
            </p:cNvPr>
            <p:cNvSpPr>
              <a:spLocks/>
            </p:cNvSpPr>
            <p:nvPr/>
          </p:nvSpPr>
          <p:spPr bwMode="auto">
            <a:xfrm>
              <a:off x="3247" y="1391"/>
              <a:ext cx="9" cy="18"/>
            </a:xfrm>
            <a:custGeom>
              <a:avLst/>
              <a:gdLst>
                <a:gd name="T0" fmla="*/ 0 w 54"/>
                <a:gd name="T1" fmla="*/ 0 h 107"/>
                <a:gd name="T2" fmla="*/ 0 w 54"/>
                <a:gd name="T3" fmla="*/ 0 h 107"/>
                <a:gd name="T4" fmla="*/ 0 w 54"/>
                <a:gd name="T5" fmla="*/ 0 h 107"/>
                <a:gd name="T6" fmla="*/ 0 w 54"/>
                <a:gd name="T7" fmla="*/ 0 h 107"/>
                <a:gd name="T8" fmla="*/ 0 w 54"/>
                <a:gd name="T9" fmla="*/ 0 h 107"/>
                <a:gd name="T10" fmla="*/ 0 w 54"/>
                <a:gd name="T11" fmla="*/ 0 h 107"/>
                <a:gd name="T12" fmla="*/ 0 w 54"/>
                <a:gd name="T13" fmla="*/ 0 h 107"/>
                <a:gd name="T14" fmla="*/ 0 w 54"/>
                <a:gd name="T15" fmla="*/ 0 h 107"/>
                <a:gd name="T16" fmla="*/ 0 w 54"/>
                <a:gd name="T17" fmla="*/ 0 h 107"/>
                <a:gd name="T18" fmla="*/ 0 w 54"/>
                <a:gd name="T19" fmla="*/ 0 h 107"/>
                <a:gd name="T20" fmla="*/ 0 w 54"/>
                <a:gd name="T21" fmla="*/ 0 h 107"/>
                <a:gd name="T22" fmla="*/ 0 w 54"/>
                <a:gd name="T23" fmla="*/ 0 h 107"/>
                <a:gd name="T24" fmla="*/ 0 w 54"/>
                <a:gd name="T25" fmla="*/ 0 h 107"/>
                <a:gd name="T26" fmla="*/ 0 w 54"/>
                <a:gd name="T27" fmla="*/ 0 h 107"/>
                <a:gd name="T28" fmla="*/ 0 w 54"/>
                <a:gd name="T29" fmla="*/ 0 h 107"/>
                <a:gd name="T30" fmla="*/ 0 w 54"/>
                <a:gd name="T31" fmla="*/ 0 h 107"/>
                <a:gd name="T32" fmla="*/ 0 w 54"/>
                <a:gd name="T33" fmla="*/ 0 h 107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w 54"/>
                <a:gd name="T52" fmla="*/ 0 h 107"/>
                <a:gd name="T53" fmla="*/ 54 w 54"/>
                <a:gd name="T54" fmla="*/ 107 h 107"/>
              </a:gdLst>
              <a:ahLst/>
              <a:cxnLst>
                <a:cxn ang="T34">
                  <a:pos x="T0" y="T1"/>
                </a:cxn>
                <a:cxn ang="T35">
                  <a:pos x="T2" y="T3"/>
                </a:cxn>
                <a:cxn ang="T36">
                  <a:pos x="T4" y="T5"/>
                </a:cxn>
                <a:cxn ang="T37">
                  <a:pos x="T6" y="T7"/>
                </a:cxn>
                <a:cxn ang="T38">
                  <a:pos x="T8" y="T9"/>
                </a:cxn>
                <a:cxn ang="T39">
                  <a:pos x="T10" y="T11"/>
                </a:cxn>
                <a:cxn ang="T40">
                  <a:pos x="T12" y="T13"/>
                </a:cxn>
                <a:cxn ang="T41">
                  <a:pos x="T14" y="T15"/>
                </a:cxn>
                <a:cxn ang="T42">
                  <a:pos x="T16" y="T17"/>
                </a:cxn>
                <a:cxn ang="T43">
                  <a:pos x="T18" y="T19"/>
                </a:cxn>
                <a:cxn ang="T44">
                  <a:pos x="T20" y="T21"/>
                </a:cxn>
                <a:cxn ang="T45">
                  <a:pos x="T22" y="T23"/>
                </a:cxn>
                <a:cxn ang="T46">
                  <a:pos x="T24" y="T25"/>
                </a:cxn>
                <a:cxn ang="T47">
                  <a:pos x="T26" y="T27"/>
                </a:cxn>
                <a:cxn ang="T48">
                  <a:pos x="T28" y="T29"/>
                </a:cxn>
                <a:cxn ang="T49">
                  <a:pos x="T30" y="T31"/>
                </a:cxn>
                <a:cxn ang="T50">
                  <a:pos x="T32" y="T33"/>
                </a:cxn>
              </a:cxnLst>
              <a:rect l="T51" t="T52" r="T53" b="T54"/>
              <a:pathLst>
                <a:path w="54" h="107">
                  <a:moveTo>
                    <a:pt x="0" y="54"/>
                  </a:moveTo>
                  <a:lnTo>
                    <a:pt x="0" y="0"/>
                  </a:lnTo>
                  <a:lnTo>
                    <a:pt x="12" y="2"/>
                  </a:lnTo>
                  <a:lnTo>
                    <a:pt x="24" y="7"/>
                  </a:lnTo>
                  <a:lnTo>
                    <a:pt x="33" y="13"/>
                  </a:lnTo>
                  <a:lnTo>
                    <a:pt x="42" y="21"/>
                  </a:lnTo>
                  <a:lnTo>
                    <a:pt x="48" y="31"/>
                  </a:lnTo>
                  <a:lnTo>
                    <a:pt x="52" y="43"/>
                  </a:lnTo>
                  <a:lnTo>
                    <a:pt x="54" y="54"/>
                  </a:lnTo>
                  <a:lnTo>
                    <a:pt x="52" y="66"/>
                  </a:lnTo>
                  <a:lnTo>
                    <a:pt x="48" y="78"/>
                  </a:lnTo>
                  <a:lnTo>
                    <a:pt x="42" y="87"/>
                  </a:lnTo>
                  <a:lnTo>
                    <a:pt x="33" y="96"/>
                  </a:lnTo>
                  <a:lnTo>
                    <a:pt x="24" y="102"/>
                  </a:lnTo>
                  <a:lnTo>
                    <a:pt x="12" y="106"/>
                  </a:lnTo>
                  <a:lnTo>
                    <a:pt x="0" y="107"/>
                  </a:lnTo>
                  <a:lnTo>
                    <a:pt x="0" y="54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239" name="Freeform 241">
              <a:extLst>
                <a:ext uri="{FF2B5EF4-FFF2-40B4-BE49-F238E27FC236}">
                  <a16:creationId xmlns:a16="http://schemas.microsoft.com/office/drawing/2014/main" id="{4F511E5A-7FBC-E104-E27E-F9456DD08F2A}"/>
                </a:ext>
              </a:extLst>
            </p:cNvPr>
            <p:cNvSpPr>
              <a:spLocks/>
            </p:cNvSpPr>
            <p:nvPr/>
          </p:nvSpPr>
          <p:spPr bwMode="auto">
            <a:xfrm>
              <a:off x="3247" y="1391"/>
              <a:ext cx="9" cy="18"/>
            </a:xfrm>
            <a:custGeom>
              <a:avLst/>
              <a:gdLst>
                <a:gd name="T0" fmla="*/ 0 w 54"/>
                <a:gd name="T1" fmla="*/ 0 h 107"/>
                <a:gd name="T2" fmla="*/ 0 w 54"/>
                <a:gd name="T3" fmla="*/ 0 h 107"/>
                <a:gd name="T4" fmla="*/ 0 w 54"/>
                <a:gd name="T5" fmla="*/ 0 h 107"/>
                <a:gd name="T6" fmla="*/ 0 w 54"/>
                <a:gd name="T7" fmla="*/ 0 h 107"/>
                <a:gd name="T8" fmla="*/ 0 w 54"/>
                <a:gd name="T9" fmla="*/ 0 h 107"/>
                <a:gd name="T10" fmla="*/ 0 w 54"/>
                <a:gd name="T11" fmla="*/ 0 h 107"/>
                <a:gd name="T12" fmla="*/ 0 w 54"/>
                <a:gd name="T13" fmla="*/ 0 h 107"/>
                <a:gd name="T14" fmla="*/ 0 w 54"/>
                <a:gd name="T15" fmla="*/ 0 h 107"/>
                <a:gd name="T16" fmla="*/ 0 w 54"/>
                <a:gd name="T17" fmla="*/ 0 h 107"/>
                <a:gd name="T18" fmla="*/ 0 w 54"/>
                <a:gd name="T19" fmla="*/ 0 h 107"/>
                <a:gd name="T20" fmla="*/ 0 w 54"/>
                <a:gd name="T21" fmla="*/ 0 h 107"/>
                <a:gd name="T22" fmla="*/ 0 w 54"/>
                <a:gd name="T23" fmla="*/ 0 h 107"/>
                <a:gd name="T24" fmla="*/ 0 w 54"/>
                <a:gd name="T25" fmla="*/ 0 h 107"/>
                <a:gd name="T26" fmla="*/ 0 w 54"/>
                <a:gd name="T27" fmla="*/ 0 h 107"/>
                <a:gd name="T28" fmla="*/ 0 w 54"/>
                <a:gd name="T29" fmla="*/ 0 h 107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w 54"/>
                <a:gd name="T46" fmla="*/ 0 h 107"/>
                <a:gd name="T47" fmla="*/ 54 w 54"/>
                <a:gd name="T48" fmla="*/ 107 h 107"/>
              </a:gdLst>
              <a:ahLst/>
              <a:cxnLst>
                <a:cxn ang="T30">
                  <a:pos x="T0" y="T1"/>
                </a:cxn>
                <a:cxn ang="T31">
                  <a:pos x="T2" y="T3"/>
                </a:cxn>
                <a:cxn ang="T32">
                  <a:pos x="T4" y="T5"/>
                </a:cxn>
                <a:cxn ang="T33">
                  <a:pos x="T6" y="T7"/>
                </a:cxn>
                <a:cxn ang="T34">
                  <a:pos x="T8" y="T9"/>
                </a:cxn>
                <a:cxn ang="T35">
                  <a:pos x="T10" y="T11"/>
                </a:cxn>
                <a:cxn ang="T36">
                  <a:pos x="T12" y="T13"/>
                </a:cxn>
                <a:cxn ang="T37">
                  <a:pos x="T14" y="T15"/>
                </a:cxn>
                <a:cxn ang="T38">
                  <a:pos x="T16" y="T17"/>
                </a:cxn>
                <a:cxn ang="T39">
                  <a:pos x="T18" y="T19"/>
                </a:cxn>
                <a:cxn ang="T40">
                  <a:pos x="T20" y="T21"/>
                </a:cxn>
                <a:cxn ang="T41">
                  <a:pos x="T22" y="T23"/>
                </a:cxn>
                <a:cxn ang="T42">
                  <a:pos x="T24" y="T25"/>
                </a:cxn>
                <a:cxn ang="T43">
                  <a:pos x="T26" y="T27"/>
                </a:cxn>
                <a:cxn ang="T44">
                  <a:pos x="T28" y="T29"/>
                </a:cxn>
              </a:cxnLst>
              <a:rect l="T45" t="T46" r="T47" b="T48"/>
              <a:pathLst>
                <a:path w="54" h="107">
                  <a:moveTo>
                    <a:pt x="0" y="0"/>
                  </a:moveTo>
                  <a:lnTo>
                    <a:pt x="12" y="2"/>
                  </a:lnTo>
                  <a:lnTo>
                    <a:pt x="24" y="7"/>
                  </a:lnTo>
                  <a:lnTo>
                    <a:pt x="33" y="13"/>
                  </a:lnTo>
                  <a:lnTo>
                    <a:pt x="42" y="21"/>
                  </a:lnTo>
                  <a:lnTo>
                    <a:pt x="48" y="31"/>
                  </a:lnTo>
                  <a:lnTo>
                    <a:pt x="52" y="43"/>
                  </a:lnTo>
                  <a:lnTo>
                    <a:pt x="54" y="54"/>
                  </a:lnTo>
                  <a:lnTo>
                    <a:pt x="52" y="66"/>
                  </a:lnTo>
                  <a:lnTo>
                    <a:pt x="48" y="78"/>
                  </a:lnTo>
                  <a:lnTo>
                    <a:pt x="42" y="87"/>
                  </a:lnTo>
                  <a:lnTo>
                    <a:pt x="33" y="96"/>
                  </a:lnTo>
                  <a:lnTo>
                    <a:pt x="24" y="102"/>
                  </a:lnTo>
                  <a:lnTo>
                    <a:pt x="12" y="106"/>
                  </a:lnTo>
                  <a:lnTo>
                    <a:pt x="0" y="107"/>
                  </a:lnTo>
                </a:path>
              </a:pathLst>
            </a:custGeom>
            <a:noFill/>
            <a:ln w="0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240" name="Freeform 242">
              <a:extLst>
                <a:ext uri="{FF2B5EF4-FFF2-40B4-BE49-F238E27FC236}">
                  <a16:creationId xmlns:a16="http://schemas.microsoft.com/office/drawing/2014/main" id="{8402FE27-3E72-58C2-726B-1A9B2258A75D}"/>
                </a:ext>
              </a:extLst>
            </p:cNvPr>
            <p:cNvSpPr>
              <a:spLocks/>
            </p:cNvSpPr>
            <p:nvPr/>
          </p:nvSpPr>
          <p:spPr bwMode="auto">
            <a:xfrm>
              <a:off x="3100" y="1052"/>
              <a:ext cx="9" cy="18"/>
            </a:xfrm>
            <a:custGeom>
              <a:avLst/>
              <a:gdLst>
                <a:gd name="T0" fmla="*/ 0 w 53"/>
                <a:gd name="T1" fmla="*/ 0 h 107"/>
                <a:gd name="T2" fmla="*/ 0 w 53"/>
                <a:gd name="T3" fmla="*/ 0 h 107"/>
                <a:gd name="T4" fmla="*/ 0 w 53"/>
                <a:gd name="T5" fmla="*/ 0 h 107"/>
                <a:gd name="T6" fmla="*/ 0 w 53"/>
                <a:gd name="T7" fmla="*/ 0 h 107"/>
                <a:gd name="T8" fmla="*/ 0 w 53"/>
                <a:gd name="T9" fmla="*/ 0 h 107"/>
                <a:gd name="T10" fmla="*/ 0 w 53"/>
                <a:gd name="T11" fmla="*/ 0 h 107"/>
                <a:gd name="T12" fmla="*/ 0 w 53"/>
                <a:gd name="T13" fmla="*/ 0 h 107"/>
                <a:gd name="T14" fmla="*/ 0 w 53"/>
                <a:gd name="T15" fmla="*/ 0 h 107"/>
                <a:gd name="T16" fmla="*/ 0 w 53"/>
                <a:gd name="T17" fmla="*/ 0 h 107"/>
                <a:gd name="T18" fmla="*/ 0 w 53"/>
                <a:gd name="T19" fmla="*/ 0 h 107"/>
                <a:gd name="T20" fmla="*/ 0 w 53"/>
                <a:gd name="T21" fmla="*/ 0 h 107"/>
                <a:gd name="T22" fmla="*/ 0 w 53"/>
                <a:gd name="T23" fmla="*/ 0 h 107"/>
                <a:gd name="T24" fmla="*/ 0 w 53"/>
                <a:gd name="T25" fmla="*/ 0 h 107"/>
                <a:gd name="T26" fmla="*/ 0 w 53"/>
                <a:gd name="T27" fmla="*/ 0 h 107"/>
                <a:gd name="T28" fmla="*/ 0 w 53"/>
                <a:gd name="T29" fmla="*/ 0 h 107"/>
                <a:gd name="T30" fmla="*/ 0 w 53"/>
                <a:gd name="T31" fmla="*/ 0 h 107"/>
                <a:gd name="T32" fmla="*/ 0 w 53"/>
                <a:gd name="T33" fmla="*/ 0 h 107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w 53"/>
                <a:gd name="T52" fmla="*/ 0 h 107"/>
                <a:gd name="T53" fmla="*/ 53 w 53"/>
                <a:gd name="T54" fmla="*/ 107 h 107"/>
              </a:gdLst>
              <a:ahLst/>
              <a:cxnLst>
                <a:cxn ang="T34">
                  <a:pos x="T0" y="T1"/>
                </a:cxn>
                <a:cxn ang="T35">
                  <a:pos x="T2" y="T3"/>
                </a:cxn>
                <a:cxn ang="T36">
                  <a:pos x="T4" y="T5"/>
                </a:cxn>
                <a:cxn ang="T37">
                  <a:pos x="T6" y="T7"/>
                </a:cxn>
                <a:cxn ang="T38">
                  <a:pos x="T8" y="T9"/>
                </a:cxn>
                <a:cxn ang="T39">
                  <a:pos x="T10" y="T11"/>
                </a:cxn>
                <a:cxn ang="T40">
                  <a:pos x="T12" y="T13"/>
                </a:cxn>
                <a:cxn ang="T41">
                  <a:pos x="T14" y="T15"/>
                </a:cxn>
                <a:cxn ang="T42">
                  <a:pos x="T16" y="T17"/>
                </a:cxn>
                <a:cxn ang="T43">
                  <a:pos x="T18" y="T19"/>
                </a:cxn>
                <a:cxn ang="T44">
                  <a:pos x="T20" y="T21"/>
                </a:cxn>
                <a:cxn ang="T45">
                  <a:pos x="T22" y="T23"/>
                </a:cxn>
                <a:cxn ang="T46">
                  <a:pos x="T24" y="T25"/>
                </a:cxn>
                <a:cxn ang="T47">
                  <a:pos x="T26" y="T27"/>
                </a:cxn>
                <a:cxn ang="T48">
                  <a:pos x="T28" y="T29"/>
                </a:cxn>
                <a:cxn ang="T49">
                  <a:pos x="T30" y="T31"/>
                </a:cxn>
                <a:cxn ang="T50">
                  <a:pos x="T32" y="T33"/>
                </a:cxn>
              </a:cxnLst>
              <a:rect l="T51" t="T52" r="T53" b="T54"/>
              <a:pathLst>
                <a:path w="53" h="107">
                  <a:moveTo>
                    <a:pt x="53" y="54"/>
                  </a:moveTo>
                  <a:lnTo>
                    <a:pt x="53" y="107"/>
                  </a:lnTo>
                  <a:lnTo>
                    <a:pt x="42" y="106"/>
                  </a:lnTo>
                  <a:lnTo>
                    <a:pt x="30" y="102"/>
                  </a:lnTo>
                  <a:lnTo>
                    <a:pt x="21" y="96"/>
                  </a:lnTo>
                  <a:lnTo>
                    <a:pt x="12" y="87"/>
                  </a:lnTo>
                  <a:lnTo>
                    <a:pt x="6" y="78"/>
                  </a:lnTo>
                  <a:lnTo>
                    <a:pt x="1" y="66"/>
                  </a:lnTo>
                  <a:lnTo>
                    <a:pt x="0" y="54"/>
                  </a:lnTo>
                  <a:lnTo>
                    <a:pt x="1" y="43"/>
                  </a:lnTo>
                  <a:lnTo>
                    <a:pt x="6" y="31"/>
                  </a:lnTo>
                  <a:lnTo>
                    <a:pt x="12" y="21"/>
                  </a:lnTo>
                  <a:lnTo>
                    <a:pt x="21" y="13"/>
                  </a:lnTo>
                  <a:lnTo>
                    <a:pt x="30" y="7"/>
                  </a:lnTo>
                  <a:lnTo>
                    <a:pt x="42" y="2"/>
                  </a:lnTo>
                  <a:lnTo>
                    <a:pt x="53" y="0"/>
                  </a:lnTo>
                  <a:lnTo>
                    <a:pt x="53" y="54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241" name="Freeform 243">
              <a:extLst>
                <a:ext uri="{FF2B5EF4-FFF2-40B4-BE49-F238E27FC236}">
                  <a16:creationId xmlns:a16="http://schemas.microsoft.com/office/drawing/2014/main" id="{F18E7DDA-9879-EF18-C847-8B59E1DBC18C}"/>
                </a:ext>
              </a:extLst>
            </p:cNvPr>
            <p:cNvSpPr>
              <a:spLocks/>
            </p:cNvSpPr>
            <p:nvPr/>
          </p:nvSpPr>
          <p:spPr bwMode="auto">
            <a:xfrm>
              <a:off x="3100" y="1052"/>
              <a:ext cx="9" cy="18"/>
            </a:xfrm>
            <a:custGeom>
              <a:avLst/>
              <a:gdLst>
                <a:gd name="T0" fmla="*/ 0 w 53"/>
                <a:gd name="T1" fmla="*/ 0 h 107"/>
                <a:gd name="T2" fmla="*/ 0 w 53"/>
                <a:gd name="T3" fmla="*/ 0 h 107"/>
                <a:gd name="T4" fmla="*/ 0 w 53"/>
                <a:gd name="T5" fmla="*/ 0 h 107"/>
                <a:gd name="T6" fmla="*/ 0 w 53"/>
                <a:gd name="T7" fmla="*/ 0 h 107"/>
                <a:gd name="T8" fmla="*/ 0 w 53"/>
                <a:gd name="T9" fmla="*/ 0 h 107"/>
                <a:gd name="T10" fmla="*/ 0 w 53"/>
                <a:gd name="T11" fmla="*/ 0 h 107"/>
                <a:gd name="T12" fmla="*/ 0 w 53"/>
                <a:gd name="T13" fmla="*/ 0 h 107"/>
                <a:gd name="T14" fmla="*/ 0 w 53"/>
                <a:gd name="T15" fmla="*/ 0 h 107"/>
                <a:gd name="T16" fmla="*/ 0 w 53"/>
                <a:gd name="T17" fmla="*/ 0 h 107"/>
                <a:gd name="T18" fmla="*/ 0 w 53"/>
                <a:gd name="T19" fmla="*/ 0 h 107"/>
                <a:gd name="T20" fmla="*/ 0 w 53"/>
                <a:gd name="T21" fmla="*/ 0 h 107"/>
                <a:gd name="T22" fmla="*/ 0 w 53"/>
                <a:gd name="T23" fmla="*/ 0 h 107"/>
                <a:gd name="T24" fmla="*/ 0 w 53"/>
                <a:gd name="T25" fmla="*/ 0 h 107"/>
                <a:gd name="T26" fmla="*/ 0 w 53"/>
                <a:gd name="T27" fmla="*/ 0 h 107"/>
                <a:gd name="T28" fmla="*/ 0 w 53"/>
                <a:gd name="T29" fmla="*/ 0 h 107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w 53"/>
                <a:gd name="T46" fmla="*/ 0 h 107"/>
                <a:gd name="T47" fmla="*/ 53 w 53"/>
                <a:gd name="T48" fmla="*/ 107 h 107"/>
              </a:gdLst>
              <a:ahLst/>
              <a:cxnLst>
                <a:cxn ang="T30">
                  <a:pos x="T0" y="T1"/>
                </a:cxn>
                <a:cxn ang="T31">
                  <a:pos x="T2" y="T3"/>
                </a:cxn>
                <a:cxn ang="T32">
                  <a:pos x="T4" y="T5"/>
                </a:cxn>
                <a:cxn ang="T33">
                  <a:pos x="T6" y="T7"/>
                </a:cxn>
                <a:cxn ang="T34">
                  <a:pos x="T8" y="T9"/>
                </a:cxn>
                <a:cxn ang="T35">
                  <a:pos x="T10" y="T11"/>
                </a:cxn>
                <a:cxn ang="T36">
                  <a:pos x="T12" y="T13"/>
                </a:cxn>
                <a:cxn ang="T37">
                  <a:pos x="T14" y="T15"/>
                </a:cxn>
                <a:cxn ang="T38">
                  <a:pos x="T16" y="T17"/>
                </a:cxn>
                <a:cxn ang="T39">
                  <a:pos x="T18" y="T19"/>
                </a:cxn>
                <a:cxn ang="T40">
                  <a:pos x="T20" y="T21"/>
                </a:cxn>
                <a:cxn ang="T41">
                  <a:pos x="T22" y="T23"/>
                </a:cxn>
                <a:cxn ang="T42">
                  <a:pos x="T24" y="T25"/>
                </a:cxn>
                <a:cxn ang="T43">
                  <a:pos x="T26" y="T27"/>
                </a:cxn>
                <a:cxn ang="T44">
                  <a:pos x="T28" y="T29"/>
                </a:cxn>
              </a:cxnLst>
              <a:rect l="T45" t="T46" r="T47" b="T48"/>
              <a:pathLst>
                <a:path w="53" h="107">
                  <a:moveTo>
                    <a:pt x="53" y="107"/>
                  </a:moveTo>
                  <a:lnTo>
                    <a:pt x="42" y="106"/>
                  </a:lnTo>
                  <a:lnTo>
                    <a:pt x="30" y="102"/>
                  </a:lnTo>
                  <a:lnTo>
                    <a:pt x="21" y="96"/>
                  </a:lnTo>
                  <a:lnTo>
                    <a:pt x="12" y="87"/>
                  </a:lnTo>
                  <a:lnTo>
                    <a:pt x="6" y="78"/>
                  </a:lnTo>
                  <a:lnTo>
                    <a:pt x="1" y="66"/>
                  </a:lnTo>
                  <a:lnTo>
                    <a:pt x="0" y="54"/>
                  </a:lnTo>
                  <a:lnTo>
                    <a:pt x="1" y="43"/>
                  </a:lnTo>
                  <a:lnTo>
                    <a:pt x="6" y="31"/>
                  </a:lnTo>
                  <a:lnTo>
                    <a:pt x="12" y="21"/>
                  </a:lnTo>
                  <a:lnTo>
                    <a:pt x="21" y="13"/>
                  </a:lnTo>
                  <a:lnTo>
                    <a:pt x="30" y="7"/>
                  </a:lnTo>
                  <a:lnTo>
                    <a:pt x="42" y="2"/>
                  </a:lnTo>
                  <a:lnTo>
                    <a:pt x="53" y="0"/>
                  </a:lnTo>
                </a:path>
              </a:pathLst>
            </a:custGeom>
            <a:noFill/>
            <a:ln w="0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242" name="Freeform 244">
              <a:extLst>
                <a:ext uri="{FF2B5EF4-FFF2-40B4-BE49-F238E27FC236}">
                  <a16:creationId xmlns:a16="http://schemas.microsoft.com/office/drawing/2014/main" id="{45DEEE59-816D-71B3-8C4D-E7E9AD5EE5AD}"/>
                </a:ext>
              </a:extLst>
            </p:cNvPr>
            <p:cNvSpPr>
              <a:spLocks/>
            </p:cNvSpPr>
            <p:nvPr/>
          </p:nvSpPr>
          <p:spPr bwMode="auto">
            <a:xfrm>
              <a:off x="3109" y="1052"/>
              <a:ext cx="526" cy="18"/>
            </a:xfrm>
            <a:custGeom>
              <a:avLst/>
              <a:gdLst>
                <a:gd name="T0" fmla="*/ 0 w 3159"/>
                <a:gd name="T1" fmla="*/ 0 h 107"/>
                <a:gd name="T2" fmla="*/ 0 w 3159"/>
                <a:gd name="T3" fmla="*/ 0 h 107"/>
                <a:gd name="T4" fmla="*/ 0 w 3159"/>
                <a:gd name="T5" fmla="*/ 0 h 107"/>
                <a:gd name="T6" fmla="*/ 0 w 3159"/>
                <a:gd name="T7" fmla="*/ 0 h 107"/>
                <a:gd name="T8" fmla="*/ 0 w 3159"/>
                <a:gd name="T9" fmla="*/ 0 h 107"/>
                <a:gd name="T10" fmla="*/ 0 w 3159"/>
                <a:gd name="T11" fmla="*/ 0 h 107"/>
                <a:gd name="T12" fmla="*/ 0 w 3159"/>
                <a:gd name="T13" fmla="*/ 0 h 107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3159"/>
                <a:gd name="T22" fmla="*/ 0 h 107"/>
                <a:gd name="T23" fmla="*/ 3159 w 3159"/>
                <a:gd name="T24" fmla="*/ 107 h 107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3159" h="107">
                  <a:moveTo>
                    <a:pt x="0" y="0"/>
                  </a:moveTo>
                  <a:lnTo>
                    <a:pt x="0" y="54"/>
                  </a:lnTo>
                  <a:lnTo>
                    <a:pt x="0" y="107"/>
                  </a:lnTo>
                  <a:lnTo>
                    <a:pt x="3159" y="107"/>
                  </a:lnTo>
                  <a:lnTo>
                    <a:pt x="3159" y="54"/>
                  </a:lnTo>
                  <a:lnTo>
                    <a:pt x="3159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243" name="Freeform 245">
              <a:extLst>
                <a:ext uri="{FF2B5EF4-FFF2-40B4-BE49-F238E27FC236}">
                  <a16:creationId xmlns:a16="http://schemas.microsoft.com/office/drawing/2014/main" id="{20C43CF1-7A60-606A-A303-7D4BCFCAC0E4}"/>
                </a:ext>
              </a:extLst>
            </p:cNvPr>
            <p:cNvSpPr>
              <a:spLocks/>
            </p:cNvSpPr>
            <p:nvPr/>
          </p:nvSpPr>
          <p:spPr bwMode="auto">
            <a:xfrm>
              <a:off x="3109" y="1052"/>
              <a:ext cx="526" cy="18"/>
            </a:xfrm>
            <a:custGeom>
              <a:avLst/>
              <a:gdLst>
                <a:gd name="T0" fmla="*/ 0 w 3159"/>
                <a:gd name="T1" fmla="*/ 0 h 107"/>
                <a:gd name="T2" fmla="*/ 0 w 3159"/>
                <a:gd name="T3" fmla="*/ 0 h 107"/>
                <a:gd name="T4" fmla="*/ 0 w 3159"/>
                <a:gd name="T5" fmla="*/ 0 h 107"/>
                <a:gd name="T6" fmla="*/ 0 w 3159"/>
                <a:gd name="T7" fmla="*/ 0 h 107"/>
                <a:gd name="T8" fmla="*/ 0 w 3159"/>
                <a:gd name="T9" fmla="*/ 0 h 107"/>
                <a:gd name="T10" fmla="*/ 0 w 3159"/>
                <a:gd name="T11" fmla="*/ 0 h 107"/>
                <a:gd name="T12" fmla="*/ 0 w 3159"/>
                <a:gd name="T13" fmla="*/ 0 h 107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3159"/>
                <a:gd name="T22" fmla="*/ 0 h 107"/>
                <a:gd name="T23" fmla="*/ 3159 w 3159"/>
                <a:gd name="T24" fmla="*/ 107 h 107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3159" h="107">
                  <a:moveTo>
                    <a:pt x="0" y="0"/>
                  </a:moveTo>
                  <a:lnTo>
                    <a:pt x="0" y="54"/>
                  </a:lnTo>
                  <a:lnTo>
                    <a:pt x="0" y="107"/>
                  </a:lnTo>
                  <a:lnTo>
                    <a:pt x="3159" y="107"/>
                  </a:lnTo>
                  <a:lnTo>
                    <a:pt x="3159" y="54"/>
                  </a:lnTo>
                  <a:lnTo>
                    <a:pt x="3159" y="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244" name="Freeform 246">
              <a:extLst>
                <a:ext uri="{FF2B5EF4-FFF2-40B4-BE49-F238E27FC236}">
                  <a16:creationId xmlns:a16="http://schemas.microsoft.com/office/drawing/2014/main" id="{F1A14107-341E-1764-EC2B-F52607702B1D}"/>
                </a:ext>
              </a:extLst>
            </p:cNvPr>
            <p:cNvSpPr>
              <a:spLocks/>
            </p:cNvSpPr>
            <p:nvPr/>
          </p:nvSpPr>
          <p:spPr bwMode="auto">
            <a:xfrm>
              <a:off x="3635" y="1052"/>
              <a:ext cx="9" cy="18"/>
            </a:xfrm>
            <a:custGeom>
              <a:avLst/>
              <a:gdLst>
                <a:gd name="T0" fmla="*/ 0 w 54"/>
                <a:gd name="T1" fmla="*/ 0 h 107"/>
                <a:gd name="T2" fmla="*/ 0 w 54"/>
                <a:gd name="T3" fmla="*/ 0 h 107"/>
                <a:gd name="T4" fmla="*/ 0 w 54"/>
                <a:gd name="T5" fmla="*/ 0 h 107"/>
                <a:gd name="T6" fmla="*/ 0 w 54"/>
                <a:gd name="T7" fmla="*/ 0 h 107"/>
                <a:gd name="T8" fmla="*/ 0 w 54"/>
                <a:gd name="T9" fmla="*/ 0 h 107"/>
                <a:gd name="T10" fmla="*/ 0 w 54"/>
                <a:gd name="T11" fmla="*/ 0 h 107"/>
                <a:gd name="T12" fmla="*/ 0 w 54"/>
                <a:gd name="T13" fmla="*/ 0 h 107"/>
                <a:gd name="T14" fmla="*/ 0 w 54"/>
                <a:gd name="T15" fmla="*/ 0 h 107"/>
                <a:gd name="T16" fmla="*/ 0 w 54"/>
                <a:gd name="T17" fmla="*/ 0 h 107"/>
                <a:gd name="T18" fmla="*/ 0 w 54"/>
                <a:gd name="T19" fmla="*/ 0 h 107"/>
                <a:gd name="T20" fmla="*/ 0 w 54"/>
                <a:gd name="T21" fmla="*/ 0 h 107"/>
                <a:gd name="T22" fmla="*/ 0 w 54"/>
                <a:gd name="T23" fmla="*/ 0 h 107"/>
                <a:gd name="T24" fmla="*/ 0 w 54"/>
                <a:gd name="T25" fmla="*/ 0 h 107"/>
                <a:gd name="T26" fmla="*/ 0 w 54"/>
                <a:gd name="T27" fmla="*/ 0 h 107"/>
                <a:gd name="T28" fmla="*/ 0 w 54"/>
                <a:gd name="T29" fmla="*/ 0 h 107"/>
                <a:gd name="T30" fmla="*/ 0 w 54"/>
                <a:gd name="T31" fmla="*/ 0 h 107"/>
                <a:gd name="T32" fmla="*/ 0 w 54"/>
                <a:gd name="T33" fmla="*/ 0 h 107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w 54"/>
                <a:gd name="T52" fmla="*/ 0 h 107"/>
                <a:gd name="T53" fmla="*/ 54 w 54"/>
                <a:gd name="T54" fmla="*/ 107 h 107"/>
              </a:gdLst>
              <a:ahLst/>
              <a:cxnLst>
                <a:cxn ang="T34">
                  <a:pos x="T0" y="T1"/>
                </a:cxn>
                <a:cxn ang="T35">
                  <a:pos x="T2" y="T3"/>
                </a:cxn>
                <a:cxn ang="T36">
                  <a:pos x="T4" y="T5"/>
                </a:cxn>
                <a:cxn ang="T37">
                  <a:pos x="T6" y="T7"/>
                </a:cxn>
                <a:cxn ang="T38">
                  <a:pos x="T8" y="T9"/>
                </a:cxn>
                <a:cxn ang="T39">
                  <a:pos x="T10" y="T11"/>
                </a:cxn>
                <a:cxn ang="T40">
                  <a:pos x="T12" y="T13"/>
                </a:cxn>
                <a:cxn ang="T41">
                  <a:pos x="T14" y="T15"/>
                </a:cxn>
                <a:cxn ang="T42">
                  <a:pos x="T16" y="T17"/>
                </a:cxn>
                <a:cxn ang="T43">
                  <a:pos x="T18" y="T19"/>
                </a:cxn>
                <a:cxn ang="T44">
                  <a:pos x="T20" y="T21"/>
                </a:cxn>
                <a:cxn ang="T45">
                  <a:pos x="T22" y="T23"/>
                </a:cxn>
                <a:cxn ang="T46">
                  <a:pos x="T24" y="T25"/>
                </a:cxn>
                <a:cxn ang="T47">
                  <a:pos x="T26" y="T27"/>
                </a:cxn>
                <a:cxn ang="T48">
                  <a:pos x="T28" y="T29"/>
                </a:cxn>
                <a:cxn ang="T49">
                  <a:pos x="T30" y="T31"/>
                </a:cxn>
                <a:cxn ang="T50">
                  <a:pos x="T32" y="T33"/>
                </a:cxn>
              </a:cxnLst>
              <a:rect l="T51" t="T52" r="T53" b="T54"/>
              <a:pathLst>
                <a:path w="54" h="107">
                  <a:moveTo>
                    <a:pt x="0" y="54"/>
                  </a:moveTo>
                  <a:lnTo>
                    <a:pt x="0" y="0"/>
                  </a:lnTo>
                  <a:lnTo>
                    <a:pt x="11" y="2"/>
                  </a:lnTo>
                  <a:lnTo>
                    <a:pt x="23" y="7"/>
                  </a:lnTo>
                  <a:lnTo>
                    <a:pt x="33" y="13"/>
                  </a:lnTo>
                  <a:lnTo>
                    <a:pt x="41" y="21"/>
                  </a:lnTo>
                  <a:lnTo>
                    <a:pt x="47" y="31"/>
                  </a:lnTo>
                  <a:lnTo>
                    <a:pt x="52" y="43"/>
                  </a:lnTo>
                  <a:lnTo>
                    <a:pt x="54" y="54"/>
                  </a:lnTo>
                  <a:lnTo>
                    <a:pt x="52" y="66"/>
                  </a:lnTo>
                  <a:lnTo>
                    <a:pt x="47" y="78"/>
                  </a:lnTo>
                  <a:lnTo>
                    <a:pt x="41" y="87"/>
                  </a:lnTo>
                  <a:lnTo>
                    <a:pt x="33" y="96"/>
                  </a:lnTo>
                  <a:lnTo>
                    <a:pt x="23" y="102"/>
                  </a:lnTo>
                  <a:lnTo>
                    <a:pt x="11" y="106"/>
                  </a:lnTo>
                  <a:lnTo>
                    <a:pt x="0" y="107"/>
                  </a:lnTo>
                  <a:lnTo>
                    <a:pt x="0" y="54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245" name="Freeform 247">
              <a:extLst>
                <a:ext uri="{FF2B5EF4-FFF2-40B4-BE49-F238E27FC236}">
                  <a16:creationId xmlns:a16="http://schemas.microsoft.com/office/drawing/2014/main" id="{8FC17EA5-E31C-2FB8-56F9-563520A568B3}"/>
                </a:ext>
              </a:extLst>
            </p:cNvPr>
            <p:cNvSpPr>
              <a:spLocks/>
            </p:cNvSpPr>
            <p:nvPr/>
          </p:nvSpPr>
          <p:spPr bwMode="auto">
            <a:xfrm>
              <a:off x="3635" y="1052"/>
              <a:ext cx="9" cy="18"/>
            </a:xfrm>
            <a:custGeom>
              <a:avLst/>
              <a:gdLst>
                <a:gd name="T0" fmla="*/ 0 w 54"/>
                <a:gd name="T1" fmla="*/ 0 h 107"/>
                <a:gd name="T2" fmla="*/ 0 w 54"/>
                <a:gd name="T3" fmla="*/ 0 h 107"/>
                <a:gd name="T4" fmla="*/ 0 w 54"/>
                <a:gd name="T5" fmla="*/ 0 h 107"/>
                <a:gd name="T6" fmla="*/ 0 w 54"/>
                <a:gd name="T7" fmla="*/ 0 h 107"/>
                <a:gd name="T8" fmla="*/ 0 w 54"/>
                <a:gd name="T9" fmla="*/ 0 h 107"/>
                <a:gd name="T10" fmla="*/ 0 w 54"/>
                <a:gd name="T11" fmla="*/ 0 h 107"/>
                <a:gd name="T12" fmla="*/ 0 w 54"/>
                <a:gd name="T13" fmla="*/ 0 h 107"/>
                <a:gd name="T14" fmla="*/ 0 w 54"/>
                <a:gd name="T15" fmla="*/ 0 h 107"/>
                <a:gd name="T16" fmla="*/ 0 w 54"/>
                <a:gd name="T17" fmla="*/ 0 h 107"/>
                <a:gd name="T18" fmla="*/ 0 w 54"/>
                <a:gd name="T19" fmla="*/ 0 h 107"/>
                <a:gd name="T20" fmla="*/ 0 w 54"/>
                <a:gd name="T21" fmla="*/ 0 h 107"/>
                <a:gd name="T22" fmla="*/ 0 w 54"/>
                <a:gd name="T23" fmla="*/ 0 h 107"/>
                <a:gd name="T24" fmla="*/ 0 w 54"/>
                <a:gd name="T25" fmla="*/ 0 h 107"/>
                <a:gd name="T26" fmla="*/ 0 w 54"/>
                <a:gd name="T27" fmla="*/ 0 h 107"/>
                <a:gd name="T28" fmla="*/ 0 w 54"/>
                <a:gd name="T29" fmla="*/ 0 h 107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w 54"/>
                <a:gd name="T46" fmla="*/ 0 h 107"/>
                <a:gd name="T47" fmla="*/ 54 w 54"/>
                <a:gd name="T48" fmla="*/ 107 h 107"/>
              </a:gdLst>
              <a:ahLst/>
              <a:cxnLst>
                <a:cxn ang="T30">
                  <a:pos x="T0" y="T1"/>
                </a:cxn>
                <a:cxn ang="T31">
                  <a:pos x="T2" y="T3"/>
                </a:cxn>
                <a:cxn ang="T32">
                  <a:pos x="T4" y="T5"/>
                </a:cxn>
                <a:cxn ang="T33">
                  <a:pos x="T6" y="T7"/>
                </a:cxn>
                <a:cxn ang="T34">
                  <a:pos x="T8" y="T9"/>
                </a:cxn>
                <a:cxn ang="T35">
                  <a:pos x="T10" y="T11"/>
                </a:cxn>
                <a:cxn ang="T36">
                  <a:pos x="T12" y="T13"/>
                </a:cxn>
                <a:cxn ang="T37">
                  <a:pos x="T14" y="T15"/>
                </a:cxn>
                <a:cxn ang="T38">
                  <a:pos x="T16" y="T17"/>
                </a:cxn>
                <a:cxn ang="T39">
                  <a:pos x="T18" y="T19"/>
                </a:cxn>
                <a:cxn ang="T40">
                  <a:pos x="T20" y="T21"/>
                </a:cxn>
                <a:cxn ang="T41">
                  <a:pos x="T22" y="T23"/>
                </a:cxn>
                <a:cxn ang="T42">
                  <a:pos x="T24" y="T25"/>
                </a:cxn>
                <a:cxn ang="T43">
                  <a:pos x="T26" y="T27"/>
                </a:cxn>
                <a:cxn ang="T44">
                  <a:pos x="T28" y="T29"/>
                </a:cxn>
              </a:cxnLst>
              <a:rect l="T45" t="T46" r="T47" b="T48"/>
              <a:pathLst>
                <a:path w="54" h="107">
                  <a:moveTo>
                    <a:pt x="0" y="0"/>
                  </a:moveTo>
                  <a:lnTo>
                    <a:pt x="11" y="2"/>
                  </a:lnTo>
                  <a:lnTo>
                    <a:pt x="23" y="7"/>
                  </a:lnTo>
                  <a:lnTo>
                    <a:pt x="33" y="13"/>
                  </a:lnTo>
                  <a:lnTo>
                    <a:pt x="41" y="21"/>
                  </a:lnTo>
                  <a:lnTo>
                    <a:pt x="47" y="31"/>
                  </a:lnTo>
                  <a:lnTo>
                    <a:pt x="52" y="43"/>
                  </a:lnTo>
                  <a:lnTo>
                    <a:pt x="54" y="54"/>
                  </a:lnTo>
                  <a:lnTo>
                    <a:pt x="52" y="66"/>
                  </a:lnTo>
                  <a:lnTo>
                    <a:pt x="47" y="78"/>
                  </a:lnTo>
                  <a:lnTo>
                    <a:pt x="41" y="87"/>
                  </a:lnTo>
                  <a:lnTo>
                    <a:pt x="33" y="96"/>
                  </a:lnTo>
                  <a:lnTo>
                    <a:pt x="23" y="102"/>
                  </a:lnTo>
                  <a:lnTo>
                    <a:pt x="11" y="106"/>
                  </a:lnTo>
                  <a:lnTo>
                    <a:pt x="0" y="107"/>
                  </a:lnTo>
                </a:path>
              </a:pathLst>
            </a:custGeom>
            <a:noFill/>
            <a:ln w="0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246" name="Freeform 248">
              <a:extLst>
                <a:ext uri="{FF2B5EF4-FFF2-40B4-BE49-F238E27FC236}">
                  <a16:creationId xmlns:a16="http://schemas.microsoft.com/office/drawing/2014/main" id="{38856EFC-50CE-2B82-4A18-F40A8FA69B00}"/>
                </a:ext>
              </a:extLst>
            </p:cNvPr>
            <p:cNvSpPr>
              <a:spLocks/>
            </p:cNvSpPr>
            <p:nvPr/>
          </p:nvSpPr>
          <p:spPr bwMode="auto">
            <a:xfrm>
              <a:off x="3100" y="1052"/>
              <a:ext cx="17" cy="13"/>
            </a:xfrm>
            <a:custGeom>
              <a:avLst/>
              <a:gdLst>
                <a:gd name="T0" fmla="*/ 0 w 102"/>
                <a:gd name="T1" fmla="*/ 0 h 76"/>
                <a:gd name="T2" fmla="*/ 0 w 102"/>
                <a:gd name="T3" fmla="*/ 0 h 76"/>
                <a:gd name="T4" fmla="*/ 0 w 102"/>
                <a:gd name="T5" fmla="*/ 0 h 76"/>
                <a:gd name="T6" fmla="*/ 0 w 102"/>
                <a:gd name="T7" fmla="*/ 0 h 76"/>
                <a:gd name="T8" fmla="*/ 0 w 102"/>
                <a:gd name="T9" fmla="*/ 0 h 76"/>
                <a:gd name="T10" fmla="*/ 0 w 102"/>
                <a:gd name="T11" fmla="*/ 0 h 76"/>
                <a:gd name="T12" fmla="*/ 0 w 102"/>
                <a:gd name="T13" fmla="*/ 0 h 76"/>
                <a:gd name="T14" fmla="*/ 0 w 102"/>
                <a:gd name="T15" fmla="*/ 0 h 76"/>
                <a:gd name="T16" fmla="*/ 0 w 102"/>
                <a:gd name="T17" fmla="*/ 0 h 76"/>
                <a:gd name="T18" fmla="*/ 0 w 102"/>
                <a:gd name="T19" fmla="*/ 0 h 76"/>
                <a:gd name="T20" fmla="*/ 0 w 102"/>
                <a:gd name="T21" fmla="*/ 0 h 76"/>
                <a:gd name="T22" fmla="*/ 0 w 102"/>
                <a:gd name="T23" fmla="*/ 0 h 76"/>
                <a:gd name="T24" fmla="*/ 0 w 102"/>
                <a:gd name="T25" fmla="*/ 0 h 76"/>
                <a:gd name="T26" fmla="*/ 0 w 102"/>
                <a:gd name="T27" fmla="*/ 0 h 76"/>
                <a:gd name="T28" fmla="*/ 0 w 102"/>
                <a:gd name="T29" fmla="*/ 0 h 76"/>
                <a:gd name="T30" fmla="*/ 0 w 102"/>
                <a:gd name="T31" fmla="*/ 0 h 76"/>
                <a:gd name="T32" fmla="*/ 0 w 102"/>
                <a:gd name="T33" fmla="*/ 0 h 7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w 102"/>
                <a:gd name="T52" fmla="*/ 0 h 76"/>
                <a:gd name="T53" fmla="*/ 102 w 102"/>
                <a:gd name="T54" fmla="*/ 76 h 76"/>
              </a:gdLst>
              <a:ahLst/>
              <a:cxnLst>
                <a:cxn ang="T34">
                  <a:pos x="T0" y="T1"/>
                </a:cxn>
                <a:cxn ang="T35">
                  <a:pos x="T2" y="T3"/>
                </a:cxn>
                <a:cxn ang="T36">
                  <a:pos x="T4" y="T5"/>
                </a:cxn>
                <a:cxn ang="T37">
                  <a:pos x="T6" y="T7"/>
                </a:cxn>
                <a:cxn ang="T38">
                  <a:pos x="T8" y="T9"/>
                </a:cxn>
                <a:cxn ang="T39">
                  <a:pos x="T10" y="T11"/>
                </a:cxn>
                <a:cxn ang="T40">
                  <a:pos x="T12" y="T13"/>
                </a:cxn>
                <a:cxn ang="T41">
                  <a:pos x="T14" y="T15"/>
                </a:cxn>
                <a:cxn ang="T42">
                  <a:pos x="T16" y="T17"/>
                </a:cxn>
                <a:cxn ang="T43">
                  <a:pos x="T18" y="T19"/>
                </a:cxn>
                <a:cxn ang="T44">
                  <a:pos x="T20" y="T21"/>
                </a:cxn>
                <a:cxn ang="T45">
                  <a:pos x="T22" y="T23"/>
                </a:cxn>
                <a:cxn ang="T46">
                  <a:pos x="T24" y="T25"/>
                </a:cxn>
                <a:cxn ang="T47">
                  <a:pos x="T26" y="T27"/>
                </a:cxn>
                <a:cxn ang="T48">
                  <a:pos x="T28" y="T29"/>
                </a:cxn>
                <a:cxn ang="T49">
                  <a:pos x="T30" y="T31"/>
                </a:cxn>
                <a:cxn ang="T50">
                  <a:pos x="T32" y="T33"/>
                </a:cxn>
              </a:cxnLst>
              <a:rect l="T51" t="T52" r="T53" b="T54"/>
              <a:pathLst>
                <a:path w="102" h="76">
                  <a:moveTo>
                    <a:pt x="53" y="53"/>
                  </a:moveTo>
                  <a:lnTo>
                    <a:pt x="5" y="76"/>
                  </a:lnTo>
                  <a:lnTo>
                    <a:pt x="1" y="65"/>
                  </a:lnTo>
                  <a:lnTo>
                    <a:pt x="0" y="52"/>
                  </a:lnTo>
                  <a:lnTo>
                    <a:pt x="1" y="41"/>
                  </a:lnTo>
                  <a:lnTo>
                    <a:pt x="6" y="29"/>
                  </a:lnTo>
                  <a:lnTo>
                    <a:pt x="12" y="19"/>
                  </a:lnTo>
                  <a:lnTo>
                    <a:pt x="21" y="11"/>
                  </a:lnTo>
                  <a:lnTo>
                    <a:pt x="31" y="5"/>
                  </a:lnTo>
                  <a:lnTo>
                    <a:pt x="42" y="1"/>
                  </a:lnTo>
                  <a:lnTo>
                    <a:pt x="54" y="0"/>
                  </a:lnTo>
                  <a:lnTo>
                    <a:pt x="66" y="1"/>
                  </a:lnTo>
                  <a:lnTo>
                    <a:pt x="78" y="6"/>
                  </a:lnTo>
                  <a:lnTo>
                    <a:pt x="87" y="12"/>
                  </a:lnTo>
                  <a:lnTo>
                    <a:pt x="96" y="20"/>
                  </a:lnTo>
                  <a:lnTo>
                    <a:pt x="102" y="31"/>
                  </a:lnTo>
                  <a:lnTo>
                    <a:pt x="53" y="53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247" name="Freeform 249">
              <a:extLst>
                <a:ext uri="{FF2B5EF4-FFF2-40B4-BE49-F238E27FC236}">
                  <a16:creationId xmlns:a16="http://schemas.microsoft.com/office/drawing/2014/main" id="{A34D1331-CF6F-8DCC-D243-7E502B2F113C}"/>
                </a:ext>
              </a:extLst>
            </p:cNvPr>
            <p:cNvSpPr>
              <a:spLocks/>
            </p:cNvSpPr>
            <p:nvPr/>
          </p:nvSpPr>
          <p:spPr bwMode="auto">
            <a:xfrm>
              <a:off x="3100" y="1052"/>
              <a:ext cx="17" cy="13"/>
            </a:xfrm>
            <a:custGeom>
              <a:avLst/>
              <a:gdLst>
                <a:gd name="T0" fmla="*/ 0 w 102"/>
                <a:gd name="T1" fmla="*/ 0 h 76"/>
                <a:gd name="T2" fmla="*/ 0 w 102"/>
                <a:gd name="T3" fmla="*/ 0 h 76"/>
                <a:gd name="T4" fmla="*/ 0 w 102"/>
                <a:gd name="T5" fmla="*/ 0 h 76"/>
                <a:gd name="T6" fmla="*/ 0 w 102"/>
                <a:gd name="T7" fmla="*/ 0 h 76"/>
                <a:gd name="T8" fmla="*/ 0 w 102"/>
                <a:gd name="T9" fmla="*/ 0 h 76"/>
                <a:gd name="T10" fmla="*/ 0 w 102"/>
                <a:gd name="T11" fmla="*/ 0 h 76"/>
                <a:gd name="T12" fmla="*/ 0 w 102"/>
                <a:gd name="T13" fmla="*/ 0 h 76"/>
                <a:gd name="T14" fmla="*/ 0 w 102"/>
                <a:gd name="T15" fmla="*/ 0 h 76"/>
                <a:gd name="T16" fmla="*/ 0 w 102"/>
                <a:gd name="T17" fmla="*/ 0 h 76"/>
                <a:gd name="T18" fmla="*/ 0 w 102"/>
                <a:gd name="T19" fmla="*/ 0 h 76"/>
                <a:gd name="T20" fmla="*/ 0 w 102"/>
                <a:gd name="T21" fmla="*/ 0 h 76"/>
                <a:gd name="T22" fmla="*/ 0 w 102"/>
                <a:gd name="T23" fmla="*/ 0 h 76"/>
                <a:gd name="T24" fmla="*/ 0 w 102"/>
                <a:gd name="T25" fmla="*/ 0 h 76"/>
                <a:gd name="T26" fmla="*/ 0 w 102"/>
                <a:gd name="T27" fmla="*/ 0 h 76"/>
                <a:gd name="T28" fmla="*/ 0 w 102"/>
                <a:gd name="T29" fmla="*/ 0 h 7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w 102"/>
                <a:gd name="T46" fmla="*/ 0 h 76"/>
                <a:gd name="T47" fmla="*/ 102 w 102"/>
                <a:gd name="T48" fmla="*/ 76 h 76"/>
              </a:gdLst>
              <a:ahLst/>
              <a:cxnLst>
                <a:cxn ang="T30">
                  <a:pos x="T0" y="T1"/>
                </a:cxn>
                <a:cxn ang="T31">
                  <a:pos x="T2" y="T3"/>
                </a:cxn>
                <a:cxn ang="T32">
                  <a:pos x="T4" y="T5"/>
                </a:cxn>
                <a:cxn ang="T33">
                  <a:pos x="T6" y="T7"/>
                </a:cxn>
                <a:cxn ang="T34">
                  <a:pos x="T8" y="T9"/>
                </a:cxn>
                <a:cxn ang="T35">
                  <a:pos x="T10" y="T11"/>
                </a:cxn>
                <a:cxn ang="T36">
                  <a:pos x="T12" y="T13"/>
                </a:cxn>
                <a:cxn ang="T37">
                  <a:pos x="T14" y="T15"/>
                </a:cxn>
                <a:cxn ang="T38">
                  <a:pos x="T16" y="T17"/>
                </a:cxn>
                <a:cxn ang="T39">
                  <a:pos x="T18" y="T19"/>
                </a:cxn>
                <a:cxn ang="T40">
                  <a:pos x="T20" y="T21"/>
                </a:cxn>
                <a:cxn ang="T41">
                  <a:pos x="T22" y="T23"/>
                </a:cxn>
                <a:cxn ang="T42">
                  <a:pos x="T24" y="T25"/>
                </a:cxn>
                <a:cxn ang="T43">
                  <a:pos x="T26" y="T27"/>
                </a:cxn>
                <a:cxn ang="T44">
                  <a:pos x="T28" y="T29"/>
                </a:cxn>
              </a:cxnLst>
              <a:rect l="T45" t="T46" r="T47" b="T48"/>
              <a:pathLst>
                <a:path w="102" h="76">
                  <a:moveTo>
                    <a:pt x="5" y="76"/>
                  </a:moveTo>
                  <a:lnTo>
                    <a:pt x="1" y="65"/>
                  </a:lnTo>
                  <a:lnTo>
                    <a:pt x="0" y="52"/>
                  </a:lnTo>
                  <a:lnTo>
                    <a:pt x="1" y="41"/>
                  </a:lnTo>
                  <a:lnTo>
                    <a:pt x="6" y="29"/>
                  </a:lnTo>
                  <a:lnTo>
                    <a:pt x="12" y="19"/>
                  </a:lnTo>
                  <a:lnTo>
                    <a:pt x="21" y="11"/>
                  </a:lnTo>
                  <a:lnTo>
                    <a:pt x="31" y="5"/>
                  </a:lnTo>
                  <a:lnTo>
                    <a:pt x="42" y="1"/>
                  </a:lnTo>
                  <a:lnTo>
                    <a:pt x="54" y="0"/>
                  </a:lnTo>
                  <a:lnTo>
                    <a:pt x="66" y="1"/>
                  </a:lnTo>
                  <a:lnTo>
                    <a:pt x="78" y="6"/>
                  </a:lnTo>
                  <a:lnTo>
                    <a:pt x="87" y="12"/>
                  </a:lnTo>
                  <a:lnTo>
                    <a:pt x="96" y="20"/>
                  </a:lnTo>
                  <a:lnTo>
                    <a:pt x="102" y="31"/>
                  </a:lnTo>
                </a:path>
              </a:pathLst>
            </a:custGeom>
            <a:noFill/>
            <a:ln w="0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248" name="Freeform 250">
              <a:extLst>
                <a:ext uri="{FF2B5EF4-FFF2-40B4-BE49-F238E27FC236}">
                  <a16:creationId xmlns:a16="http://schemas.microsoft.com/office/drawing/2014/main" id="{9ED857D3-B28F-82EB-351B-B7E5A21E834F}"/>
                </a:ext>
              </a:extLst>
            </p:cNvPr>
            <p:cNvSpPr>
              <a:spLocks/>
            </p:cNvSpPr>
            <p:nvPr/>
          </p:nvSpPr>
          <p:spPr bwMode="auto">
            <a:xfrm>
              <a:off x="3101" y="1057"/>
              <a:ext cx="165" cy="329"/>
            </a:xfrm>
            <a:custGeom>
              <a:avLst/>
              <a:gdLst>
                <a:gd name="T0" fmla="*/ 0 w 992"/>
                <a:gd name="T1" fmla="*/ 0 h 1973"/>
                <a:gd name="T2" fmla="*/ 0 w 992"/>
                <a:gd name="T3" fmla="*/ 0 h 1973"/>
                <a:gd name="T4" fmla="*/ 0 w 992"/>
                <a:gd name="T5" fmla="*/ 0 h 1973"/>
                <a:gd name="T6" fmla="*/ 0 w 992"/>
                <a:gd name="T7" fmla="*/ 0 h 1973"/>
                <a:gd name="T8" fmla="*/ 0 w 992"/>
                <a:gd name="T9" fmla="*/ 0 h 1973"/>
                <a:gd name="T10" fmla="*/ 0 w 992"/>
                <a:gd name="T11" fmla="*/ 0 h 1973"/>
                <a:gd name="T12" fmla="*/ 0 w 992"/>
                <a:gd name="T13" fmla="*/ 0 h 1973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992"/>
                <a:gd name="T22" fmla="*/ 0 h 1973"/>
                <a:gd name="T23" fmla="*/ 992 w 992"/>
                <a:gd name="T24" fmla="*/ 1973 h 1973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992" h="1973">
                  <a:moveTo>
                    <a:pt x="97" y="0"/>
                  </a:moveTo>
                  <a:lnTo>
                    <a:pt x="48" y="22"/>
                  </a:lnTo>
                  <a:lnTo>
                    <a:pt x="0" y="45"/>
                  </a:lnTo>
                  <a:lnTo>
                    <a:pt x="894" y="1973"/>
                  </a:lnTo>
                  <a:lnTo>
                    <a:pt x="943" y="1950"/>
                  </a:lnTo>
                  <a:lnTo>
                    <a:pt x="992" y="1928"/>
                  </a:lnTo>
                  <a:lnTo>
                    <a:pt x="97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249" name="Freeform 251">
              <a:extLst>
                <a:ext uri="{FF2B5EF4-FFF2-40B4-BE49-F238E27FC236}">
                  <a16:creationId xmlns:a16="http://schemas.microsoft.com/office/drawing/2014/main" id="{AAD10D51-74AF-E495-D90D-06FA42FE82D4}"/>
                </a:ext>
              </a:extLst>
            </p:cNvPr>
            <p:cNvSpPr>
              <a:spLocks/>
            </p:cNvSpPr>
            <p:nvPr/>
          </p:nvSpPr>
          <p:spPr bwMode="auto">
            <a:xfrm>
              <a:off x="3101" y="1057"/>
              <a:ext cx="165" cy="329"/>
            </a:xfrm>
            <a:custGeom>
              <a:avLst/>
              <a:gdLst>
                <a:gd name="T0" fmla="*/ 0 w 992"/>
                <a:gd name="T1" fmla="*/ 0 h 1973"/>
                <a:gd name="T2" fmla="*/ 0 w 992"/>
                <a:gd name="T3" fmla="*/ 0 h 1973"/>
                <a:gd name="T4" fmla="*/ 0 w 992"/>
                <a:gd name="T5" fmla="*/ 0 h 1973"/>
                <a:gd name="T6" fmla="*/ 0 w 992"/>
                <a:gd name="T7" fmla="*/ 0 h 1973"/>
                <a:gd name="T8" fmla="*/ 0 w 992"/>
                <a:gd name="T9" fmla="*/ 0 h 1973"/>
                <a:gd name="T10" fmla="*/ 0 w 992"/>
                <a:gd name="T11" fmla="*/ 0 h 1973"/>
                <a:gd name="T12" fmla="*/ 0 w 992"/>
                <a:gd name="T13" fmla="*/ 0 h 1973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992"/>
                <a:gd name="T22" fmla="*/ 0 h 1973"/>
                <a:gd name="T23" fmla="*/ 992 w 992"/>
                <a:gd name="T24" fmla="*/ 1973 h 1973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992" h="1973">
                  <a:moveTo>
                    <a:pt x="97" y="0"/>
                  </a:moveTo>
                  <a:lnTo>
                    <a:pt x="48" y="22"/>
                  </a:lnTo>
                  <a:lnTo>
                    <a:pt x="0" y="45"/>
                  </a:lnTo>
                  <a:lnTo>
                    <a:pt x="894" y="1973"/>
                  </a:lnTo>
                  <a:lnTo>
                    <a:pt x="943" y="1950"/>
                  </a:lnTo>
                  <a:lnTo>
                    <a:pt x="992" y="1928"/>
                  </a:lnTo>
                  <a:lnTo>
                    <a:pt x="97" y="0"/>
                  </a:lnTo>
                  <a:close/>
                </a:path>
              </a:pathLst>
            </a:custGeom>
            <a:noFill/>
            <a:ln w="0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250" name="Freeform 252">
              <a:extLst>
                <a:ext uri="{FF2B5EF4-FFF2-40B4-BE49-F238E27FC236}">
                  <a16:creationId xmlns:a16="http://schemas.microsoft.com/office/drawing/2014/main" id="{5593C9A3-FD97-1FC9-26CB-760E29766ECE}"/>
                </a:ext>
              </a:extLst>
            </p:cNvPr>
            <p:cNvSpPr>
              <a:spLocks/>
            </p:cNvSpPr>
            <p:nvPr/>
          </p:nvSpPr>
          <p:spPr bwMode="auto">
            <a:xfrm>
              <a:off x="3250" y="1379"/>
              <a:ext cx="17" cy="12"/>
            </a:xfrm>
            <a:custGeom>
              <a:avLst/>
              <a:gdLst>
                <a:gd name="T0" fmla="*/ 0 w 102"/>
                <a:gd name="T1" fmla="*/ 0 h 75"/>
                <a:gd name="T2" fmla="*/ 0 w 102"/>
                <a:gd name="T3" fmla="*/ 0 h 75"/>
                <a:gd name="T4" fmla="*/ 0 w 102"/>
                <a:gd name="T5" fmla="*/ 0 h 75"/>
                <a:gd name="T6" fmla="*/ 0 w 102"/>
                <a:gd name="T7" fmla="*/ 0 h 75"/>
                <a:gd name="T8" fmla="*/ 0 w 102"/>
                <a:gd name="T9" fmla="*/ 0 h 75"/>
                <a:gd name="T10" fmla="*/ 0 w 102"/>
                <a:gd name="T11" fmla="*/ 0 h 75"/>
                <a:gd name="T12" fmla="*/ 0 w 102"/>
                <a:gd name="T13" fmla="*/ 0 h 75"/>
                <a:gd name="T14" fmla="*/ 0 w 102"/>
                <a:gd name="T15" fmla="*/ 0 h 75"/>
                <a:gd name="T16" fmla="*/ 0 w 102"/>
                <a:gd name="T17" fmla="*/ 0 h 75"/>
                <a:gd name="T18" fmla="*/ 0 w 102"/>
                <a:gd name="T19" fmla="*/ 0 h 75"/>
                <a:gd name="T20" fmla="*/ 0 w 102"/>
                <a:gd name="T21" fmla="*/ 0 h 75"/>
                <a:gd name="T22" fmla="*/ 0 w 102"/>
                <a:gd name="T23" fmla="*/ 0 h 75"/>
                <a:gd name="T24" fmla="*/ 0 w 102"/>
                <a:gd name="T25" fmla="*/ 0 h 75"/>
                <a:gd name="T26" fmla="*/ 0 w 102"/>
                <a:gd name="T27" fmla="*/ 0 h 75"/>
                <a:gd name="T28" fmla="*/ 0 w 102"/>
                <a:gd name="T29" fmla="*/ 0 h 75"/>
                <a:gd name="T30" fmla="*/ 0 w 102"/>
                <a:gd name="T31" fmla="*/ 0 h 75"/>
                <a:gd name="T32" fmla="*/ 0 w 102"/>
                <a:gd name="T33" fmla="*/ 0 h 75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w 102"/>
                <a:gd name="T52" fmla="*/ 0 h 75"/>
                <a:gd name="T53" fmla="*/ 102 w 102"/>
                <a:gd name="T54" fmla="*/ 75 h 75"/>
              </a:gdLst>
              <a:ahLst/>
              <a:cxnLst>
                <a:cxn ang="T34">
                  <a:pos x="T0" y="T1"/>
                </a:cxn>
                <a:cxn ang="T35">
                  <a:pos x="T2" y="T3"/>
                </a:cxn>
                <a:cxn ang="T36">
                  <a:pos x="T4" y="T5"/>
                </a:cxn>
                <a:cxn ang="T37">
                  <a:pos x="T6" y="T7"/>
                </a:cxn>
                <a:cxn ang="T38">
                  <a:pos x="T8" y="T9"/>
                </a:cxn>
                <a:cxn ang="T39">
                  <a:pos x="T10" y="T11"/>
                </a:cxn>
                <a:cxn ang="T40">
                  <a:pos x="T12" y="T13"/>
                </a:cxn>
                <a:cxn ang="T41">
                  <a:pos x="T14" y="T15"/>
                </a:cxn>
                <a:cxn ang="T42">
                  <a:pos x="T16" y="T17"/>
                </a:cxn>
                <a:cxn ang="T43">
                  <a:pos x="T18" y="T19"/>
                </a:cxn>
                <a:cxn ang="T44">
                  <a:pos x="T20" y="T21"/>
                </a:cxn>
                <a:cxn ang="T45">
                  <a:pos x="T22" y="T23"/>
                </a:cxn>
                <a:cxn ang="T46">
                  <a:pos x="T24" y="T25"/>
                </a:cxn>
                <a:cxn ang="T47">
                  <a:pos x="T26" y="T27"/>
                </a:cxn>
                <a:cxn ang="T48">
                  <a:pos x="T28" y="T29"/>
                </a:cxn>
                <a:cxn ang="T49">
                  <a:pos x="T30" y="T31"/>
                </a:cxn>
                <a:cxn ang="T50">
                  <a:pos x="T32" y="T33"/>
                </a:cxn>
              </a:cxnLst>
              <a:rect l="T51" t="T52" r="T53" b="T54"/>
              <a:pathLst>
                <a:path w="102" h="75">
                  <a:moveTo>
                    <a:pt x="49" y="22"/>
                  </a:moveTo>
                  <a:lnTo>
                    <a:pt x="98" y="0"/>
                  </a:lnTo>
                  <a:lnTo>
                    <a:pt x="101" y="11"/>
                  </a:lnTo>
                  <a:lnTo>
                    <a:pt x="102" y="23"/>
                  </a:lnTo>
                  <a:lnTo>
                    <a:pt x="101" y="35"/>
                  </a:lnTo>
                  <a:lnTo>
                    <a:pt x="97" y="47"/>
                  </a:lnTo>
                  <a:lnTo>
                    <a:pt x="90" y="56"/>
                  </a:lnTo>
                  <a:lnTo>
                    <a:pt x="82" y="65"/>
                  </a:lnTo>
                  <a:lnTo>
                    <a:pt x="71" y="71"/>
                  </a:lnTo>
                  <a:lnTo>
                    <a:pt x="61" y="74"/>
                  </a:lnTo>
                  <a:lnTo>
                    <a:pt x="48" y="75"/>
                  </a:lnTo>
                  <a:lnTo>
                    <a:pt x="36" y="74"/>
                  </a:lnTo>
                  <a:lnTo>
                    <a:pt x="25" y="70"/>
                  </a:lnTo>
                  <a:lnTo>
                    <a:pt x="15" y="64"/>
                  </a:lnTo>
                  <a:lnTo>
                    <a:pt x="7" y="55"/>
                  </a:lnTo>
                  <a:lnTo>
                    <a:pt x="0" y="45"/>
                  </a:lnTo>
                  <a:lnTo>
                    <a:pt x="49" y="22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251" name="Freeform 253">
              <a:extLst>
                <a:ext uri="{FF2B5EF4-FFF2-40B4-BE49-F238E27FC236}">
                  <a16:creationId xmlns:a16="http://schemas.microsoft.com/office/drawing/2014/main" id="{83F684E4-4F6A-0975-2A40-80DB6E4799E7}"/>
                </a:ext>
              </a:extLst>
            </p:cNvPr>
            <p:cNvSpPr>
              <a:spLocks/>
            </p:cNvSpPr>
            <p:nvPr/>
          </p:nvSpPr>
          <p:spPr bwMode="auto">
            <a:xfrm>
              <a:off x="3250" y="1379"/>
              <a:ext cx="17" cy="12"/>
            </a:xfrm>
            <a:custGeom>
              <a:avLst/>
              <a:gdLst>
                <a:gd name="T0" fmla="*/ 0 w 102"/>
                <a:gd name="T1" fmla="*/ 0 h 75"/>
                <a:gd name="T2" fmla="*/ 0 w 102"/>
                <a:gd name="T3" fmla="*/ 0 h 75"/>
                <a:gd name="T4" fmla="*/ 0 w 102"/>
                <a:gd name="T5" fmla="*/ 0 h 75"/>
                <a:gd name="T6" fmla="*/ 0 w 102"/>
                <a:gd name="T7" fmla="*/ 0 h 75"/>
                <a:gd name="T8" fmla="*/ 0 w 102"/>
                <a:gd name="T9" fmla="*/ 0 h 75"/>
                <a:gd name="T10" fmla="*/ 0 w 102"/>
                <a:gd name="T11" fmla="*/ 0 h 75"/>
                <a:gd name="T12" fmla="*/ 0 w 102"/>
                <a:gd name="T13" fmla="*/ 0 h 75"/>
                <a:gd name="T14" fmla="*/ 0 w 102"/>
                <a:gd name="T15" fmla="*/ 0 h 75"/>
                <a:gd name="T16" fmla="*/ 0 w 102"/>
                <a:gd name="T17" fmla="*/ 0 h 75"/>
                <a:gd name="T18" fmla="*/ 0 w 102"/>
                <a:gd name="T19" fmla="*/ 0 h 75"/>
                <a:gd name="T20" fmla="*/ 0 w 102"/>
                <a:gd name="T21" fmla="*/ 0 h 75"/>
                <a:gd name="T22" fmla="*/ 0 w 102"/>
                <a:gd name="T23" fmla="*/ 0 h 75"/>
                <a:gd name="T24" fmla="*/ 0 w 102"/>
                <a:gd name="T25" fmla="*/ 0 h 75"/>
                <a:gd name="T26" fmla="*/ 0 w 102"/>
                <a:gd name="T27" fmla="*/ 0 h 75"/>
                <a:gd name="T28" fmla="*/ 0 w 102"/>
                <a:gd name="T29" fmla="*/ 0 h 75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w 102"/>
                <a:gd name="T46" fmla="*/ 0 h 75"/>
                <a:gd name="T47" fmla="*/ 102 w 102"/>
                <a:gd name="T48" fmla="*/ 75 h 75"/>
              </a:gdLst>
              <a:ahLst/>
              <a:cxnLst>
                <a:cxn ang="T30">
                  <a:pos x="T0" y="T1"/>
                </a:cxn>
                <a:cxn ang="T31">
                  <a:pos x="T2" y="T3"/>
                </a:cxn>
                <a:cxn ang="T32">
                  <a:pos x="T4" y="T5"/>
                </a:cxn>
                <a:cxn ang="T33">
                  <a:pos x="T6" y="T7"/>
                </a:cxn>
                <a:cxn ang="T34">
                  <a:pos x="T8" y="T9"/>
                </a:cxn>
                <a:cxn ang="T35">
                  <a:pos x="T10" y="T11"/>
                </a:cxn>
                <a:cxn ang="T36">
                  <a:pos x="T12" y="T13"/>
                </a:cxn>
                <a:cxn ang="T37">
                  <a:pos x="T14" y="T15"/>
                </a:cxn>
                <a:cxn ang="T38">
                  <a:pos x="T16" y="T17"/>
                </a:cxn>
                <a:cxn ang="T39">
                  <a:pos x="T18" y="T19"/>
                </a:cxn>
                <a:cxn ang="T40">
                  <a:pos x="T20" y="T21"/>
                </a:cxn>
                <a:cxn ang="T41">
                  <a:pos x="T22" y="T23"/>
                </a:cxn>
                <a:cxn ang="T42">
                  <a:pos x="T24" y="T25"/>
                </a:cxn>
                <a:cxn ang="T43">
                  <a:pos x="T26" y="T27"/>
                </a:cxn>
                <a:cxn ang="T44">
                  <a:pos x="T28" y="T29"/>
                </a:cxn>
              </a:cxnLst>
              <a:rect l="T45" t="T46" r="T47" b="T48"/>
              <a:pathLst>
                <a:path w="102" h="75">
                  <a:moveTo>
                    <a:pt x="98" y="0"/>
                  </a:moveTo>
                  <a:lnTo>
                    <a:pt x="101" y="11"/>
                  </a:lnTo>
                  <a:lnTo>
                    <a:pt x="102" y="23"/>
                  </a:lnTo>
                  <a:lnTo>
                    <a:pt x="101" y="35"/>
                  </a:lnTo>
                  <a:lnTo>
                    <a:pt x="97" y="47"/>
                  </a:lnTo>
                  <a:lnTo>
                    <a:pt x="90" y="56"/>
                  </a:lnTo>
                  <a:lnTo>
                    <a:pt x="82" y="65"/>
                  </a:lnTo>
                  <a:lnTo>
                    <a:pt x="71" y="71"/>
                  </a:lnTo>
                  <a:lnTo>
                    <a:pt x="61" y="74"/>
                  </a:lnTo>
                  <a:lnTo>
                    <a:pt x="48" y="75"/>
                  </a:lnTo>
                  <a:lnTo>
                    <a:pt x="36" y="74"/>
                  </a:lnTo>
                  <a:lnTo>
                    <a:pt x="25" y="70"/>
                  </a:lnTo>
                  <a:lnTo>
                    <a:pt x="15" y="64"/>
                  </a:lnTo>
                  <a:lnTo>
                    <a:pt x="7" y="55"/>
                  </a:lnTo>
                  <a:lnTo>
                    <a:pt x="0" y="45"/>
                  </a:lnTo>
                </a:path>
              </a:pathLst>
            </a:custGeom>
            <a:noFill/>
            <a:ln w="0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252" name="Freeform 254">
              <a:extLst>
                <a:ext uri="{FF2B5EF4-FFF2-40B4-BE49-F238E27FC236}">
                  <a16:creationId xmlns:a16="http://schemas.microsoft.com/office/drawing/2014/main" id="{8B353269-6B0F-FA09-0CB8-5241FB1ECCEB}"/>
                </a:ext>
              </a:extLst>
            </p:cNvPr>
            <p:cNvSpPr>
              <a:spLocks/>
            </p:cNvSpPr>
            <p:nvPr/>
          </p:nvSpPr>
          <p:spPr bwMode="auto">
            <a:xfrm>
              <a:off x="3627" y="1052"/>
              <a:ext cx="17" cy="13"/>
            </a:xfrm>
            <a:custGeom>
              <a:avLst/>
              <a:gdLst>
                <a:gd name="T0" fmla="*/ 0 w 102"/>
                <a:gd name="T1" fmla="*/ 0 h 76"/>
                <a:gd name="T2" fmla="*/ 0 w 102"/>
                <a:gd name="T3" fmla="*/ 0 h 76"/>
                <a:gd name="T4" fmla="*/ 0 w 102"/>
                <a:gd name="T5" fmla="*/ 0 h 76"/>
                <a:gd name="T6" fmla="*/ 0 w 102"/>
                <a:gd name="T7" fmla="*/ 0 h 76"/>
                <a:gd name="T8" fmla="*/ 0 w 102"/>
                <a:gd name="T9" fmla="*/ 0 h 76"/>
                <a:gd name="T10" fmla="*/ 0 w 102"/>
                <a:gd name="T11" fmla="*/ 0 h 76"/>
                <a:gd name="T12" fmla="*/ 0 w 102"/>
                <a:gd name="T13" fmla="*/ 0 h 76"/>
                <a:gd name="T14" fmla="*/ 0 w 102"/>
                <a:gd name="T15" fmla="*/ 0 h 76"/>
                <a:gd name="T16" fmla="*/ 0 w 102"/>
                <a:gd name="T17" fmla="*/ 0 h 76"/>
                <a:gd name="T18" fmla="*/ 0 w 102"/>
                <a:gd name="T19" fmla="*/ 0 h 76"/>
                <a:gd name="T20" fmla="*/ 0 w 102"/>
                <a:gd name="T21" fmla="*/ 0 h 76"/>
                <a:gd name="T22" fmla="*/ 0 w 102"/>
                <a:gd name="T23" fmla="*/ 0 h 76"/>
                <a:gd name="T24" fmla="*/ 0 w 102"/>
                <a:gd name="T25" fmla="*/ 0 h 76"/>
                <a:gd name="T26" fmla="*/ 0 w 102"/>
                <a:gd name="T27" fmla="*/ 0 h 76"/>
                <a:gd name="T28" fmla="*/ 0 w 102"/>
                <a:gd name="T29" fmla="*/ 0 h 76"/>
                <a:gd name="T30" fmla="*/ 0 w 102"/>
                <a:gd name="T31" fmla="*/ 0 h 76"/>
                <a:gd name="T32" fmla="*/ 0 w 102"/>
                <a:gd name="T33" fmla="*/ 0 h 7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w 102"/>
                <a:gd name="T52" fmla="*/ 0 h 76"/>
                <a:gd name="T53" fmla="*/ 102 w 102"/>
                <a:gd name="T54" fmla="*/ 76 h 76"/>
              </a:gdLst>
              <a:ahLst/>
              <a:cxnLst>
                <a:cxn ang="T34">
                  <a:pos x="T0" y="T1"/>
                </a:cxn>
                <a:cxn ang="T35">
                  <a:pos x="T2" y="T3"/>
                </a:cxn>
                <a:cxn ang="T36">
                  <a:pos x="T4" y="T5"/>
                </a:cxn>
                <a:cxn ang="T37">
                  <a:pos x="T6" y="T7"/>
                </a:cxn>
                <a:cxn ang="T38">
                  <a:pos x="T8" y="T9"/>
                </a:cxn>
                <a:cxn ang="T39">
                  <a:pos x="T10" y="T11"/>
                </a:cxn>
                <a:cxn ang="T40">
                  <a:pos x="T12" y="T13"/>
                </a:cxn>
                <a:cxn ang="T41">
                  <a:pos x="T14" y="T15"/>
                </a:cxn>
                <a:cxn ang="T42">
                  <a:pos x="T16" y="T17"/>
                </a:cxn>
                <a:cxn ang="T43">
                  <a:pos x="T18" y="T19"/>
                </a:cxn>
                <a:cxn ang="T44">
                  <a:pos x="T20" y="T21"/>
                </a:cxn>
                <a:cxn ang="T45">
                  <a:pos x="T22" y="T23"/>
                </a:cxn>
                <a:cxn ang="T46">
                  <a:pos x="T24" y="T25"/>
                </a:cxn>
                <a:cxn ang="T47">
                  <a:pos x="T26" y="T27"/>
                </a:cxn>
                <a:cxn ang="T48">
                  <a:pos x="T28" y="T29"/>
                </a:cxn>
                <a:cxn ang="T49">
                  <a:pos x="T30" y="T31"/>
                </a:cxn>
                <a:cxn ang="T50">
                  <a:pos x="T32" y="T33"/>
                </a:cxn>
              </a:cxnLst>
              <a:rect l="T51" t="T52" r="T53" b="T54"/>
              <a:pathLst>
                <a:path w="102" h="76">
                  <a:moveTo>
                    <a:pt x="49" y="53"/>
                  </a:moveTo>
                  <a:lnTo>
                    <a:pt x="0" y="31"/>
                  </a:lnTo>
                  <a:lnTo>
                    <a:pt x="6" y="20"/>
                  </a:lnTo>
                  <a:lnTo>
                    <a:pt x="15" y="12"/>
                  </a:lnTo>
                  <a:lnTo>
                    <a:pt x="24" y="6"/>
                  </a:lnTo>
                  <a:lnTo>
                    <a:pt x="36" y="1"/>
                  </a:lnTo>
                  <a:lnTo>
                    <a:pt x="48" y="0"/>
                  </a:lnTo>
                  <a:lnTo>
                    <a:pt x="60" y="1"/>
                  </a:lnTo>
                  <a:lnTo>
                    <a:pt x="71" y="5"/>
                  </a:lnTo>
                  <a:lnTo>
                    <a:pt x="82" y="11"/>
                  </a:lnTo>
                  <a:lnTo>
                    <a:pt x="90" y="19"/>
                  </a:lnTo>
                  <a:lnTo>
                    <a:pt x="96" y="29"/>
                  </a:lnTo>
                  <a:lnTo>
                    <a:pt x="101" y="41"/>
                  </a:lnTo>
                  <a:lnTo>
                    <a:pt x="102" y="52"/>
                  </a:lnTo>
                  <a:lnTo>
                    <a:pt x="101" y="65"/>
                  </a:lnTo>
                  <a:lnTo>
                    <a:pt x="98" y="76"/>
                  </a:lnTo>
                  <a:lnTo>
                    <a:pt x="49" y="53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253" name="Freeform 255">
              <a:extLst>
                <a:ext uri="{FF2B5EF4-FFF2-40B4-BE49-F238E27FC236}">
                  <a16:creationId xmlns:a16="http://schemas.microsoft.com/office/drawing/2014/main" id="{2E5EC791-787F-245F-419D-2D56E8F80F4B}"/>
                </a:ext>
              </a:extLst>
            </p:cNvPr>
            <p:cNvSpPr>
              <a:spLocks/>
            </p:cNvSpPr>
            <p:nvPr/>
          </p:nvSpPr>
          <p:spPr bwMode="auto">
            <a:xfrm>
              <a:off x="3627" y="1052"/>
              <a:ext cx="17" cy="13"/>
            </a:xfrm>
            <a:custGeom>
              <a:avLst/>
              <a:gdLst>
                <a:gd name="T0" fmla="*/ 0 w 102"/>
                <a:gd name="T1" fmla="*/ 0 h 76"/>
                <a:gd name="T2" fmla="*/ 0 w 102"/>
                <a:gd name="T3" fmla="*/ 0 h 76"/>
                <a:gd name="T4" fmla="*/ 0 w 102"/>
                <a:gd name="T5" fmla="*/ 0 h 76"/>
                <a:gd name="T6" fmla="*/ 0 w 102"/>
                <a:gd name="T7" fmla="*/ 0 h 76"/>
                <a:gd name="T8" fmla="*/ 0 w 102"/>
                <a:gd name="T9" fmla="*/ 0 h 76"/>
                <a:gd name="T10" fmla="*/ 0 w 102"/>
                <a:gd name="T11" fmla="*/ 0 h 76"/>
                <a:gd name="T12" fmla="*/ 0 w 102"/>
                <a:gd name="T13" fmla="*/ 0 h 76"/>
                <a:gd name="T14" fmla="*/ 0 w 102"/>
                <a:gd name="T15" fmla="*/ 0 h 76"/>
                <a:gd name="T16" fmla="*/ 0 w 102"/>
                <a:gd name="T17" fmla="*/ 0 h 76"/>
                <a:gd name="T18" fmla="*/ 0 w 102"/>
                <a:gd name="T19" fmla="*/ 0 h 76"/>
                <a:gd name="T20" fmla="*/ 0 w 102"/>
                <a:gd name="T21" fmla="*/ 0 h 76"/>
                <a:gd name="T22" fmla="*/ 0 w 102"/>
                <a:gd name="T23" fmla="*/ 0 h 76"/>
                <a:gd name="T24" fmla="*/ 0 w 102"/>
                <a:gd name="T25" fmla="*/ 0 h 76"/>
                <a:gd name="T26" fmla="*/ 0 w 102"/>
                <a:gd name="T27" fmla="*/ 0 h 76"/>
                <a:gd name="T28" fmla="*/ 0 w 102"/>
                <a:gd name="T29" fmla="*/ 0 h 7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w 102"/>
                <a:gd name="T46" fmla="*/ 0 h 76"/>
                <a:gd name="T47" fmla="*/ 102 w 102"/>
                <a:gd name="T48" fmla="*/ 76 h 76"/>
              </a:gdLst>
              <a:ahLst/>
              <a:cxnLst>
                <a:cxn ang="T30">
                  <a:pos x="T0" y="T1"/>
                </a:cxn>
                <a:cxn ang="T31">
                  <a:pos x="T2" y="T3"/>
                </a:cxn>
                <a:cxn ang="T32">
                  <a:pos x="T4" y="T5"/>
                </a:cxn>
                <a:cxn ang="T33">
                  <a:pos x="T6" y="T7"/>
                </a:cxn>
                <a:cxn ang="T34">
                  <a:pos x="T8" y="T9"/>
                </a:cxn>
                <a:cxn ang="T35">
                  <a:pos x="T10" y="T11"/>
                </a:cxn>
                <a:cxn ang="T36">
                  <a:pos x="T12" y="T13"/>
                </a:cxn>
                <a:cxn ang="T37">
                  <a:pos x="T14" y="T15"/>
                </a:cxn>
                <a:cxn ang="T38">
                  <a:pos x="T16" y="T17"/>
                </a:cxn>
                <a:cxn ang="T39">
                  <a:pos x="T18" y="T19"/>
                </a:cxn>
                <a:cxn ang="T40">
                  <a:pos x="T20" y="T21"/>
                </a:cxn>
                <a:cxn ang="T41">
                  <a:pos x="T22" y="T23"/>
                </a:cxn>
                <a:cxn ang="T42">
                  <a:pos x="T24" y="T25"/>
                </a:cxn>
                <a:cxn ang="T43">
                  <a:pos x="T26" y="T27"/>
                </a:cxn>
                <a:cxn ang="T44">
                  <a:pos x="T28" y="T29"/>
                </a:cxn>
              </a:cxnLst>
              <a:rect l="T45" t="T46" r="T47" b="T48"/>
              <a:pathLst>
                <a:path w="102" h="76">
                  <a:moveTo>
                    <a:pt x="0" y="31"/>
                  </a:moveTo>
                  <a:lnTo>
                    <a:pt x="6" y="20"/>
                  </a:lnTo>
                  <a:lnTo>
                    <a:pt x="15" y="12"/>
                  </a:lnTo>
                  <a:lnTo>
                    <a:pt x="24" y="6"/>
                  </a:lnTo>
                  <a:lnTo>
                    <a:pt x="36" y="1"/>
                  </a:lnTo>
                  <a:lnTo>
                    <a:pt x="48" y="0"/>
                  </a:lnTo>
                  <a:lnTo>
                    <a:pt x="60" y="1"/>
                  </a:lnTo>
                  <a:lnTo>
                    <a:pt x="71" y="5"/>
                  </a:lnTo>
                  <a:lnTo>
                    <a:pt x="82" y="11"/>
                  </a:lnTo>
                  <a:lnTo>
                    <a:pt x="90" y="19"/>
                  </a:lnTo>
                  <a:lnTo>
                    <a:pt x="96" y="29"/>
                  </a:lnTo>
                  <a:lnTo>
                    <a:pt x="101" y="41"/>
                  </a:lnTo>
                  <a:lnTo>
                    <a:pt x="102" y="52"/>
                  </a:lnTo>
                  <a:lnTo>
                    <a:pt x="101" y="65"/>
                  </a:lnTo>
                  <a:lnTo>
                    <a:pt x="98" y="76"/>
                  </a:lnTo>
                </a:path>
              </a:pathLst>
            </a:custGeom>
            <a:noFill/>
            <a:ln w="0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254" name="Freeform 256">
              <a:extLst>
                <a:ext uri="{FF2B5EF4-FFF2-40B4-BE49-F238E27FC236}">
                  <a16:creationId xmlns:a16="http://schemas.microsoft.com/office/drawing/2014/main" id="{D5849AAC-6101-1BDD-AB9B-DBE08407819D}"/>
                </a:ext>
              </a:extLst>
            </p:cNvPr>
            <p:cNvSpPr>
              <a:spLocks/>
            </p:cNvSpPr>
            <p:nvPr/>
          </p:nvSpPr>
          <p:spPr bwMode="auto">
            <a:xfrm>
              <a:off x="3478" y="1057"/>
              <a:ext cx="166" cy="329"/>
            </a:xfrm>
            <a:custGeom>
              <a:avLst/>
              <a:gdLst>
                <a:gd name="T0" fmla="*/ 0 w 993"/>
                <a:gd name="T1" fmla="*/ 0 h 1973"/>
                <a:gd name="T2" fmla="*/ 0 w 993"/>
                <a:gd name="T3" fmla="*/ 0 h 1973"/>
                <a:gd name="T4" fmla="*/ 0 w 993"/>
                <a:gd name="T5" fmla="*/ 0 h 1973"/>
                <a:gd name="T6" fmla="*/ 0 w 993"/>
                <a:gd name="T7" fmla="*/ 0 h 1973"/>
                <a:gd name="T8" fmla="*/ 0 w 993"/>
                <a:gd name="T9" fmla="*/ 0 h 1973"/>
                <a:gd name="T10" fmla="*/ 0 w 993"/>
                <a:gd name="T11" fmla="*/ 0 h 1973"/>
                <a:gd name="T12" fmla="*/ 0 w 993"/>
                <a:gd name="T13" fmla="*/ 0 h 1973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993"/>
                <a:gd name="T22" fmla="*/ 0 h 1973"/>
                <a:gd name="T23" fmla="*/ 993 w 993"/>
                <a:gd name="T24" fmla="*/ 1973 h 1973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993" h="1973">
                  <a:moveTo>
                    <a:pt x="993" y="45"/>
                  </a:moveTo>
                  <a:lnTo>
                    <a:pt x="944" y="22"/>
                  </a:lnTo>
                  <a:lnTo>
                    <a:pt x="895" y="0"/>
                  </a:lnTo>
                  <a:lnTo>
                    <a:pt x="0" y="1928"/>
                  </a:lnTo>
                  <a:lnTo>
                    <a:pt x="49" y="1950"/>
                  </a:lnTo>
                  <a:lnTo>
                    <a:pt x="98" y="1973"/>
                  </a:lnTo>
                  <a:lnTo>
                    <a:pt x="993" y="45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255" name="Freeform 257">
              <a:extLst>
                <a:ext uri="{FF2B5EF4-FFF2-40B4-BE49-F238E27FC236}">
                  <a16:creationId xmlns:a16="http://schemas.microsoft.com/office/drawing/2014/main" id="{0708E9ED-CFD4-A710-19CF-74A80C9EDBC1}"/>
                </a:ext>
              </a:extLst>
            </p:cNvPr>
            <p:cNvSpPr>
              <a:spLocks/>
            </p:cNvSpPr>
            <p:nvPr/>
          </p:nvSpPr>
          <p:spPr bwMode="auto">
            <a:xfrm>
              <a:off x="3478" y="1057"/>
              <a:ext cx="166" cy="329"/>
            </a:xfrm>
            <a:custGeom>
              <a:avLst/>
              <a:gdLst>
                <a:gd name="T0" fmla="*/ 0 w 993"/>
                <a:gd name="T1" fmla="*/ 0 h 1973"/>
                <a:gd name="T2" fmla="*/ 0 w 993"/>
                <a:gd name="T3" fmla="*/ 0 h 1973"/>
                <a:gd name="T4" fmla="*/ 0 w 993"/>
                <a:gd name="T5" fmla="*/ 0 h 1973"/>
                <a:gd name="T6" fmla="*/ 0 w 993"/>
                <a:gd name="T7" fmla="*/ 0 h 1973"/>
                <a:gd name="T8" fmla="*/ 0 w 993"/>
                <a:gd name="T9" fmla="*/ 0 h 1973"/>
                <a:gd name="T10" fmla="*/ 0 w 993"/>
                <a:gd name="T11" fmla="*/ 0 h 1973"/>
                <a:gd name="T12" fmla="*/ 0 w 993"/>
                <a:gd name="T13" fmla="*/ 0 h 1973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993"/>
                <a:gd name="T22" fmla="*/ 0 h 1973"/>
                <a:gd name="T23" fmla="*/ 993 w 993"/>
                <a:gd name="T24" fmla="*/ 1973 h 1973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993" h="1973">
                  <a:moveTo>
                    <a:pt x="993" y="45"/>
                  </a:moveTo>
                  <a:lnTo>
                    <a:pt x="944" y="22"/>
                  </a:lnTo>
                  <a:lnTo>
                    <a:pt x="895" y="0"/>
                  </a:lnTo>
                  <a:lnTo>
                    <a:pt x="0" y="1928"/>
                  </a:lnTo>
                  <a:lnTo>
                    <a:pt x="49" y="1950"/>
                  </a:lnTo>
                  <a:lnTo>
                    <a:pt x="98" y="1973"/>
                  </a:lnTo>
                  <a:lnTo>
                    <a:pt x="993" y="45"/>
                  </a:lnTo>
                  <a:close/>
                </a:path>
              </a:pathLst>
            </a:custGeom>
            <a:noFill/>
            <a:ln w="0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256" name="Freeform 258">
              <a:extLst>
                <a:ext uri="{FF2B5EF4-FFF2-40B4-BE49-F238E27FC236}">
                  <a16:creationId xmlns:a16="http://schemas.microsoft.com/office/drawing/2014/main" id="{A74594E0-7AE5-65CA-8665-8A2B626EE1BB}"/>
                </a:ext>
              </a:extLst>
            </p:cNvPr>
            <p:cNvSpPr>
              <a:spLocks/>
            </p:cNvSpPr>
            <p:nvPr/>
          </p:nvSpPr>
          <p:spPr bwMode="auto">
            <a:xfrm>
              <a:off x="3478" y="1379"/>
              <a:ext cx="16" cy="12"/>
            </a:xfrm>
            <a:custGeom>
              <a:avLst/>
              <a:gdLst>
                <a:gd name="T0" fmla="*/ 0 w 102"/>
                <a:gd name="T1" fmla="*/ 0 h 75"/>
                <a:gd name="T2" fmla="*/ 0 w 102"/>
                <a:gd name="T3" fmla="*/ 0 h 75"/>
                <a:gd name="T4" fmla="*/ 0 w 102"/>
                <a:gd name="T5" fmla="*/ 0 h 75"/>
                <a:gd name="T6" fmla="*/ 0 w 102"/>
                <a:gd name="T7" fmla="*/ 0 h 75"/>
                <a:gd name="T8" fmla="*/ 0 w 102"/>
                <a:gd name="T9" fmla="*/ 0 h 75"/>
                <a:gd name="T10" fmla="*/ 0 w 102"/>
                <a:gd name="T11" fmla="*/ 0 h 75"/>
                <a:gd name="T12" fmla="*/ 0 w 102"/>
                <a:gd name="T13" fmla="*/ 0 h 75"/>
                <a:gd name="T14" fmla="*/ 0 w 102"/>
                <a:gd name="T15" fmla="*/ 0 h 75"/>
                <a:gd name="T16" fmla="*/ 0 w 102"/>
                <a:gd name="T17" fmla="*/ 0 h 75"/>
                <a:gd name="T18" fmla="*/ 0 w 102"/>
                <a:gd name="T19" fmla="*/ 0 h 75"/>
                <a:gd name="T20" fmla="*/ 0 w 102"/>
                <a:gd name="T21" fmla="*/ 0 h 75"/>
                <a:gd name="T22" fmla="*/ 0 w 102"/>
                <a:gd name="T23" fmla="*/ 0 h 75"/>
                <a:gd name="T24" fmla="*/ 0 w 102"/>
                <a:gd name="T25" fmla="*/ 0 h 75"/>
                <a:gd name="T26" fmla="*/ 0 w 102"/>
                <a:gd name="T27" fmla="*/ 0 h 75"/>
                <a:gd name="T28" fmla="*/ 0 w 102"/>
                <a:gd name="T29" fmla="*/ 0 h 75"/>
                <a:gd name="T30" fmla="*/ 0 w 102"/>
                <a:gd name="T31" fmla="*/ 0 h 75"/>
                <a:gd name="T32" fmla="*/ 0 w 102"/>
                <a:gd name="T33" fmla="*/ 0 h 75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w 102"/>
                <a:gd name="T52" fmla="*/ 0 h 75"/>
                <a:gd name="T53" fmla="*/ 102 w 102"/>
                <a:gd name="T54" fmla="*/ 75 h 75"/>
              </a:gdLst>
              <a:ahLst/>
              <a:cxnLst>
                <a:cxn ang="T34">
                  <a:pos x="T0" y="T1"/>
                </a:cxn>
                <a:cxn ang="T35">
                  <a:pos x="T2" y="T3"/>
                </a:cxn>
                <a:cxn ang="T36">
                  <a:pos x="T4" y="T5"/>
                </a:cxn>
                <a:cxn ang="T37">
                  <a:pos x="T6" y="T7"/>
                </a:cxn>
                <a:cxn ang="T38">
                  <a:pos x="T8" y="T9"/>
                </a:cxn>
                <a:cxn ang="T39">
                  <a:pos x="T10" y="T11"/>
                </a:cxn>
                <a:cxn ang="T40">
                  <a:pos x="T12" y="T13"/>
                </a:cxn>
                <a:cxn ang="T41">
                  <a:pos x="T14" y="T15"/>
                </a:cxn>
                <a:cxn ang="T42">
                  <a:pos x="T16" y="T17"/>
                </a:cxn>
                <a:cxn ang="T43">
                  <a:pos x="T18" y="T19"/>
                </a:cxn>
                <a:cxn ang="T44">
                  <a:pos x="T20" y="T21"/>
                </a:cxn>
                <a:cxn ang="T45">
                  <a:pos x="T22" y="T23"/>
                </a:cxn>
                <a:cxn ang="T46">
                  <a:pos x="T24" y="T25"/>
                </a:cxn>
                <a:cxn ang="T47">
                  <a:pos x="T26" y="T27"/>
                </a:cxn>
                <a:cxn ang="T48">
                  <a:pos x="T28" y="T29"/>
                </a:cxn>
                <a:cxn ang="T49">
                  <a:pos x="T30" y="T31"/>
                </a:cxn>
                <a:cxn ang="T50">
                  <a:pos x="T32" y="T33"/>
                </a:cxn>
              </a:cxnLst>
              <a:rect l="T51" t="T52" r="T53" b="T54"/>
              <a:pathLst>
                <a:path w="102" h="75">
                  <a:moveTo>
                    <a:pt x="53" y="22"/>
                  </a:moveTo>
                  <a:lnTo>
                    <a:pt x="102" y="45"/>
                  </a:lnTo>
                  <a:lnTo>
                    <a:pt x="95" y="55"/>
                  </a:lnTo>
                  <a:lnTo>
                    <a:pt x="87" y="64"/>
                  </a:lnTo>
                  <a:lnTo>
                    <a:pt x="77" y="70"/>
                  </a:lnTo>
                  <a:lnTo>
                    <a:pt x="66" y="74"/>
                  </a:lnTo>
                  <a:lnTo>
                    <a:pt x="54" y="75"/>
                  </a:lnTo>
                  <a:lnTo>
                    <a:pt x="41" y="74"/>
                  </a:lnTo>
                  <a:lnTo>
                    <a:pt x="31" y="71"/>
                  </a:lnTo>
                  <a:lnTo>
                    <a:pt x="20" y="65"/>
                  </a:lnTo>
                  <a:lnTo>
                    <a:pt x="12" y="56"/>
                  </a:lnTo>
                  <a:lnTo>
                    <a:pt x="5" y="47"/>
                  </a:lnTo>
                  <a:lnTo>
                    <a:pt x="1" y="35"/>
                  </a:lnTo>
                  <a:lnTo>
                    <a:pt x="0" y="23"/>
                  </a:lnTo>
                  <a:lnTo>
                    <a:pt x="1" y="11"/>
                  </a:lnTo>
                  <a:lnTo>
                    <a:pt x="4" y="0"/>
                  </a:lnTo>
                  <a:lnTo>
                    <a:pt x="53" y="22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257" name="Freeform 259">
              <a:extLst>
                <a:ext uri="{FF2B5EF4-FFF2-40B4-BE49-F238E27FC236}">
                  <a16:creationId xmlns:a16="http://schemas.microsoft.com/office/drawing/2014/main" id="{56C99BA0-89A5-D278-D540-87579A85A49A}"/>
                </a:ext>
              </a:extLst>
            </p:cNvPr>
            <p:cNvSpPr>
              <a:spLocks/>
            </p:cNvSpPr>
            <p:nvPr/>
          </p:nvSpPr>
          <p:spPr bwMode="auto">
            <a:xfrm>
              <a:off x="3478" y="1379"/>
              <a:ext cx="16" cy="12"/>
            </a:xfrm>
            <a:custGeom>
              <a:avLst/>
              <a:gdLst>
                <a:gd name="T0" fmla="*/ 0 w 102"/>
                <a:gd name="T1" fmla="*/ 0 h 75"/>
                <a:gd name="T2" fmla="*/ 0 w 102"/>
                <a:gd name="T3" fmla="*/ 0 h 75"/>
                <a:gd name="T4" fmla="*/ 0 w 102"/>
                <a:gd name="T5" fmla="*/ 0 h 75"/>
                <a:gd name="T6" fmla="*/ 0 w 102"/>
                <a:gd name="T7" fmla="*/ 0 h 75"/>
                <a:gd name="T8" fmla="*/ 0 w 102"/>
                <a:gd name="T9" fmla="*/ 0 h 75"/>
                <a:gd name="T10" fmla="*/ 0 w 102"/>
                <a:gd name="T11" fmla="*/ 0 h 75"/>
                <a:gd name="T12" fmla="*/ 0 w 102"/>
                <a:gd name="T13" fmla="*/ 0 h 75"/>
                <a:gd name="T14" fmla="*/ 0 w 102"/>
                <a:gd name="T15" fmla="*/ 0 h 75"/>
                <a:gd name="T16" fmla="*/ 0 w 102"/>
                <a:gd name="T17" fmla="*/ 0 h 75"/>
                <a:gd name="T18" fmla="*/ 0 w 102"/>
                <a:gd name="T19" fmla="*/ 0 h 75"/>
                <a:gd name="T20" fmla="*/ 0 w 102"/>
                <a:gd name="T21" fmla="*/ 0 h 75"/>
                <a:gd name="T22" fmla="*/ 0 w 102"/>
                <a:gd name="T23" fmla="*/ 0 h 75"/>
                <a:gd name="T24" fmla="*/ 0 w 102"/>
                <a:gd name="T25" fmla="*/ 0 h 75"/>
                <a:gd name="T26" fmla="*/ 0 w 102"/>
                <a:gd name="T27" fmla="*/ 0 h 75"/>
                <a:gd name="T28" fmla="*/ 0 w 102"/>
                <a:gd name="T29" fmla="*/ 0 h 75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w 102"/>
                <a:gd name="T46" fmla="*/ 0 h 75"/>
                <a:gd name="T47" fmla="*/ 102 w 102"/>
                <a:gd name="T48" fmla="*/ 75 h 75"/>
              </a:gdLst>
              <a:ahLst/>
              <a:cxnLst>
                <a:cxn ang="T30">
                  <a:pos x="T0" y="T1"/>
                </a:cxn>
                <a:cxn ang="T31">
                  <a:pos x="T2" y="T3"/>
                </a:cxn>
                <a:cxn ang="T32">
                  <a:pos x="T4" y="T5"/>
                </a:cxn>
                <a:cxn ang="T33">
                  <a:pos x="T6" y="T7"/>
                </a:cxn>
                <a:cxn ang="T34">
                  <a:pos x="T8" y="T9"/>
                </a:cxn>
                <a:cxn ang="T35">
                  <a:pos x="T10" y="T11"/>
                </a:cxn>
                <a:cxn ang="T36">
                  <a:pos x="T12" y="T13"/>
                </a:cxn>
                <a:cxn ang="T37">
                  <a:pos x="T14" y="T15"/>
                </a:cxn>
                <a:cxn ang="T38">
                  <a:pos x="T16" y="T17"/>
                </a:cxn>
                <a:cxn ang="T39">
                  <a:pos x="T18" y="T19"/>
                </a:cxn>
                <a:cxn ang="T40">
                  <a:pos x="T20" y="T21"/>
                </a:cxn>
                <a:cxn ang="T41">
                  <a:pos x="T22" y="T23"/>
                </a:cxn>
                <a:cxn ang="T42">
                  <a:pos x="T24" y="T25"/>
                </a:cxn>
                <a:cxn ang="T43">
                  <a:pos x="T26" y="T27"/>
                </a:cxn>
                <a:cxn ang="T44">
                  <a:pos x="T28" y="T29"/>
                </a:cxn>
              </a:cxnLst>
              <a:rect l="T45" t="T46" r="T47" b="T48"/>
              <a:pathLst>
                <a:path w="102" h="75">
                  <a:moveTo>
                    <a:pt x="102" y="45"/>
                  </a:moveTo>
                  <a:lnTo>
                    <a:pt x="95" y="55"/>
                  </a:lnTo>
                  <a:lnTo>
                    <a:pt x="87" y="64"/>
                  </a:lnTo>
                  <a:lnTo>
                    <a:pt x="77" y="70"/>
                  </a:lnTo>
                  <a:lnTo>
                    <a:pt x="66" y="74"/>
                  </a:lnTo>
                  <a:lnTo>
                    <a:pt x="54" y="75"/>
                  </a:lnTo>
                  <a:lnTo>
                    <a:pt x="41" y="74"/>
                  </a:lnTo>
                  <a:lnTo>
                    <a:pt x="31" y="71"/>
                  </a:lnTo>
                  <a:lnTo>
                    <a:pt x="20" y="65"/>
                  </a:lnTo>
                  <a:lnTo>
                    <a:pt x="12" y="56"/>
                  </a:lnTo>
                  <a:lnTo>
                    <a:pt x="5" y="47"/>
                  </a:lnTo>
                  <a:lnTo>
                    <a:pt x="1" y="35"/>
                  </a:lnTo>
                  <a:lnTo>
                    <a:pt x="0" y="23"/>
                  </a:lnTo>
                  <a:lnTo>
                    <a:pt x="1" y="11"/>
                  </a:lnTo>
                  <a:lnTo>
                    <a:pt x="4" y="0"/>
                  </a:lnTo>
                </a:path>
              </a:pathLst>
            </a:custGeom>
            <a:noFill/>
            <a:ln w="0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258" name="Freeform 260">
              <a:extLst>
                <a:ext uri="{FF2B5EF4-FFF2-40B4-BE49-F238E27FC236}">
                  <a16:creationId xmlns:a16="http://schemas.microsoft.com/office/drawing/2014/main" id="{5888432F-5F44-B883-7274-6433713FEECB}"/>
                </a:ext>
              </a:extLst>
            </p:cNvPr>
            <p:cNvSpPr>
              <a:spLocks/>
            </p:cNvSpPr>
            <p:nvPr/>
          </p:nvSpPr>
          <p:spPr bwMode="auto">
            <a:xfrm>
              <a:off x="3364" y="1400"/>
              <a:ext cx="17" cy="9"/>
            </a:xfrm>
            <a:custGeom>
              <a:avLst/>
              <a:gdLst>
                <a:gd name="T0" fmla="*/ 0 w 107"/>
                <a:gd name="T1" fmla="*/ 0 h 53"/>
                <a:gd name="T2" fmla="*/ 0 w 107"/>
                <a:gd name="T3" fmla="*/ 0 h 53"/>
                <a:gd name="T4" fmla="*/ 0 w 107"/>
                <a:gd name="T5" fmla="*/ 0 h 53"/>
                <a:gd name="T6" fmla="*/ 0 w 107"/>
                <a:gd name="T7" fmla="*/ 0 h 53"/>
                <a:gd name="T8" fmla="*/ 0 w 107"/>
                <a:gd name="T9" fmla="*/ 0 h 53"/>
                <a:gd name="T10" fmla="*/ 0 w 107"/>
                <a:gd name="T11" fmla="*/ 0 h 53"/>
                <a:gd name="T12" fmla="*/ 0 w 107"/>
                <a:gd name="T13" fmla="*/ 0 h 53"/>
                <a:gd name="T14" fmla="*/ 0 w 107"/>
                <a:gd name="T15" fmla="*/ 0 h 53"/>
                <a:gd name="T16" fmla="*/ 0 w 107"/>
                <a:gd name="T17" fmla="*/ 0 h 53"/>
                <a:gd name="T18" fmla="*/ 0 w 107"/>
                <a:gd name="T19" fmla="*/ 0 h 53"/>
                <a:gd name="T20" fmla="*/ 0 w 107"/>
                <a:gd name="T21" fmla="*/ 0 h 53"/>
                <a:gd name="T22" fmla="*/ 0 w 107"/>
                <a:gd name="T23" fmla="*/ 0 h 53"/>
                <a:gd name="T24" fmla="*/ 0 w 107"/>
                <a:gd name="T25" fmla="*/ 0 h 53"/>
                <a:gd name="T26" fmla="*/ 0 w 107"/>
                <a:gd name="T27" fmla="*/ 0 h 53"/>
                <a:gd name="T28" fmla="*/ 0 w 107"/>
                <a:gd name="T29" fmla="*/ 0 h 53"/>
                <a:gd name="T30" fmla="*/ 0 w 107"/>
                <a:gd name="T31" fmla="*/ 0 h 53"/>
                <a:gd name="T32" fmla="*/ 0 w 107"/>
                <a:gd name="T33" fmla="*/ 0 h 53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w 107"/>
                <a:gd name="T52" fmla="*/ 0 h 53"/>
                <a:gd name="T53" fmla="*/ 107 w 107"/>
                <a:gd name="T54" fmla="*/ 53 h 53"/>
              </a:gdLst>
              <a:ahLst/>
              <a:cxnLst>
                <a:cxn ang="T34">
                  <a:pos x="T0" y="T1"/>
                </a:cxn>
                <a:cxn ang="T35">
                  <a:pos x="T2" y="T3"/>
                </a:cxn>
                <a:cxn ang="T36">
                  <a:pos x="T4" y="T5"/>
                </a:cxn>
                <a:cxn ang="T37">
                  <a:pos x="T6" y="T7"/>
                </a:cxn>
                <a:cxn ang="T38">
                  <a:pos x="T8" y="T9"/>
                </a:cxn>
                <a:cxn ang="T39">
                  <a:pos x="T10" y="T11"/>
                </a:cxn>
                <a:cxn ang="T40">
                  <a:pos x="T12" y="T13"/>
                </a:cxn>
                <a:cxn ang="T41">
                  <a:pos x="T14" y="T15"/>
                </a:cxn>
                <a:cxn ang="T42">
                  <a:pos x="T16" y="T17"/>
                </a:cxn>
                <a:cxn ang="T43">
                  <a:pos x="T18" y="T19"/>
                </a:cxn>
                <a:cxn ang="T44">
                  <a:pos x="T20" y="T21"/>
                </a:cxn>
                <a:cxn ang="T45">
                  <a:pos x="T22" y="T23"/>
                </a:cxn>
                <a:cxn ang="T46">
                  <a:pos x="T24" y="T25"/>
                </a:cxn>
                <a:cxn ang="T47">
                  <a:pos x="T26" y="T27"/>
                </a:cxn>
                <a:cxn ang="T48">
                  <a:pos x="T28" y="T29"/>
                </a:cxn>
                <a:cxn ang="T49">
                  <a:pos x="T30" y="T31"/>
                </a:cxn>
                <a:cxn ang="T50">
                  <a:pos x="T32" y="T33"/>
                </a:cxn>
              </a:cxnLst>
              <a:rect l="T51" t="T52" r="T53" b="T54"/>
              <a:pathLst>
                <a:path w="107" h="53">
                  <a:moveTo>
                    <a:pt x="53" y="0"/>
                  </a:moveTo>
                  <a:lnTo>
                    <a:pt x="107" y="0"/>
                  </a:lnTo>
                  <a:lnTo>
                    <a:pt x="105" y="12"/>
                  </a:lnTo>
                  <a:lnTo>
                    <a:pt x="101" y="24"/>
                  </a:lnTo>
                  <a:lnTo>
                    <a:pt x="94" y="33"/>
                  </a:lnTo>
                  <a:lnTo>
                    <a:pt x="86" y="42"/>
                  </a:lnTo>
                  <a:lnTo>
                    <a:pt x="76" y="48"/>
                  </a:lnTo>
                  <a:lnTo>
                    <a:pt x="65" y="52"/>
                  </a:lnTo>
                  <a:lnTo>
                    <a:pt x="53" y="53"/>
                  </a:lnTo>
                  <a:lnTo>
                    <a:pt x="41" y="52"/>
                  </a:lnTo>
                  <a:lnTo>
                    <a:pt x="30" y="48"/>
                  </a:lnTo>
                  <a:lnTo>
                    <a:pt x="20" y="42"/>
                  </a:lnTo>
                  <a:lnTo>
                    <a:pt x="12" y="33"/>
                  </a:lnTo>
                  <a:lnTo>
                    <a:pt x="5" y="24"/>
                  </a:lnTo>
                  <a:lnTo>
                    <a:pt x="1" y="12"/>
                  </a:lnTo>
                  <a:lnTo>
                    <a:pt x="0" y="0"/>
                  </a:lnTo>
                  <a:lnTo>
                    <a:pt x="53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259" name="Freeform 261">
              <a:extLst>
                <a:ext uri="{FF2B5EF4-FFF2-40B4-BE49-F238E27FC236}">
                  <a16:creationId xmlns:a16="http://schemas.microsoft.com/office/drawing/2014/main" id="{959A39E0-E75B-5951-529F-9E6F2BD16044}"/>
                </a:ext>
              </a:extLst>
            </p:cNvPr>
            <p:cNvSpPr>
              <a:spLocks/>
            </p:cNvSpPr>
            <p:nvPr/>
          </p:nvSpPr>
          <p:spPr bwMode="auto">
            <a:xfrm>
              <a:off x="3364" y="1400"/>
              <a:ext cx="17" cy="9"/>
            </a:xfrm>
            <a:custGeom>
              <a:avLst/>
              <a:gdLst>
                <a:gd name="T0" fmla="*/ 0 w 107"/>
                <a:gd name="T1" fmla="*/ 0 h 53"/>
                <a:gd name="T2" fmla="*/ 0 w 107"/>
                <a:gd name="T3" fmla="*/ 0 h 53"/>
                <a:gd name="T4" fmla="*/ 0 w 107"/>
                <a:gd name="T5" fmla="*/ 0 h 53"/>
                <a:gd name="T6" fmla="*/ 0 w 107"/>
                <a:gd name="T7" fmla="*/ 0 h 53"/>
                <a:gd name="T8" fmla="*/ 0 w 107"/>
                <a:gd name="T9" fmla="*/ 0 h 53"/>
                <a:gd name="T10" fmla="*/ 0 w 107"/>
                <a:gd name="T11" fmla="*/ 0 h 53"/>
                <a:gd name="T12" fmla="*/ 0 w 107"/>
                <a:gd name="T13" fmla="*/ 0 h 53"/>
                <a:gd name="T14" fmla="*/ 0 w 107"/>
                <a:gd name="T15" fmla="*/ 0 h 53"/>
                <a:gd name="T16" fmla="*/ 0 w 107"/>
                <a:gd name="T17" fmla="*/ 0 h 53"/>
                <a:gd name="T18" fmla="*/ 0 w 107"/>
                <a:gd name="T19" fmla="*/ 0 h 53"/>
                <a:gd name="T20" fmla="*/ 0 w 107"/>
                <a:gd name="T21" fmla="*/ 0 h 53"/>
                <a:gd name="T22" fmla="*/ 0 w 107"/>
                <a:gd name="T23" fmla="*/ 0 h 53"/>
                <a:gd name="T24" fmla="*/ 0 w 107"/>
                <a:gd name="T25" fmla="*/ 0 h 53"/>
                <a:gd name="T26" fmla="*/ 0 w 107"/>
                <a:gd name="T27" fmla="*/ 0 h 53"/>
                <a:gd name="T28" fmla="*/ 0 w 107"/>
                <a:gd name="T29" fmla="*/ 0 h 53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w 107"/>
                <a:gd name="T46" fmla="*/ 0 h 53"/>
                <a:gd name="T47" fmla="*/ 107 w 107"/>
                <a:gd name="T48" fmla="*/ 53 h 53"/>
              </a:gdLst>
              <a:ahLst/>
              <a:cxnLst>
                <a:cxn ang="T30">
                  <a:pos x="T0" y="T1"/>
                </a:cxn>
                <a:cxn ang="T31">
                  <a:pos x="T2" y="T3"/>
                </a:cxn>
                <a:cxn ang="T32">
                  <a:pos x="T4" y="T5"/>
                </a:cxn>
                <a:cxn ang="T33">
                  <a:pos x="T6" y="T7"/>
                </a:cxn>
                <a:cxn ang="T34">
                  <a:pos x="T8" y="T9"/>
                </a:cxn>
                <a:cxn ang="T35">
                  <a:pos x="T10" y="T11"/>
                </a:cxn>
                <a:cxn ang="T36">
                  <a:pos x="T12" y="T13"/>
                </a:cxn>
                <a:cxn ang="T37">
                  <a:pos x="T14" y="T15"/>
                </a:cxn>
                <a:cxn ang="T38">
                  <a:pos x="T16" y="T17"/>
                </a:cxn>
                <a:cxn ang="T39">
                  <a:pos x="T18" y="T19"/>
                </a:cxn>
                <a:cxn ang="T40">
                  <a:pos x="T20" y="T21"/>
                </a:cxn>
                <a:cxn ang="T41">
                  <a:pos x="T22" y="T23"/>
                </a:cxn>
                <a:cxn ang="T42">
                  <a:pos x="T24" y="T25"/>
                </a:cxn>
                <a:cxn ang="T43">
                  <a:pos x="T26" y="T27"/>
                </a:cxn>
                <a:cxn ang="T44">
                  <a:pos x="T28" y="T29"/>
                </a:cxn>
              </a:cxnLst>
              <a:rect l="T45" t="T46" r="T47" b="T48"/>
              <a:pathLst>
                <a:path w="107" h="53">
                  <a:moveTo>
                    <a:pt x="107" y="0"/>
                  </a:moveTo>
                  <a:lnTo>
                    <a:pt x="105" y="12"/>
                  </a:lnTo>
                  <a:lnTo>
                    <a:pt x="101" y="24"/>
                  </a:lnTo>
                  <a:lnTo>
                    <a:pt x="94" y="33"/>
                  </a:lnTo>
                  <a:lnTo>
                    <a:pt x="86" y="42"/>
                  </a:lnTo>
                  <a:lnTo>
                    <a:pt x="76" y="48"/>
                  </a:lnTo>
                  <a:lnTo>
                    <a:pt x="65" y="52"/>
                  </a:lnTo>
                  <a:lnTo>
                    <a:pt x="53" y="53"/>
                  </a:lnTo>
                  <a:lnTo>
                    <a:pt x="41" y="52"/>
                  </a:lnTo>
                  <a:lnTo>
                    <a:pt x="30" y="48"/>
                  </a:lnTo>
                  <a:lnTo>
                    <a:pt x="20" y="42"/>
                  </a:lnTo>
                  <a:lnTo>
                    <a:pt x="12" y="33"/>
                  </a:lnTo>
                  <a:lnTo>
                    <a:pt x="5" y="24"/>
                  </a:lnTo>
                  <a:lnTo>
                    <a:pt x="1" y="12"/>
                  </a:lnTo>
                  <a:lnTo>
                    <a:pt x="0" y="0"/>
                  </a:lnTo>
                </a:path>
              </a:pathLst>
            </a:custGeom>
            <a:noFill/>
            <a:ln w="0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260" name="Freeform 262">
              <a:extLst>
                <a:ext uri="{FF2B5EF4-FFF2-40B4-BE49-F238E27FC236}">
                  <a16:creationId xmlns:a16="http://schemas.microsoft.com/office/drawing/2014/main" id="{F3620FAB-C519-A551-499D-27CAF98821F5}"/>
                </a:ext>
              </a:extLst>
            </p:cNvPr>
            <p:cNvSpPr>
              <a:spLocks/>
            </p:cNvSpPr>
            <p:nvPr/>
          </p:nvSpPr>
          <p:spPr bwMode="auto">
            <a:xfrm>
              <a:off x="3364" y="1061"/>
              <a:ext cx="17" cy="339"/>
            </a:xfrm>
            <a:custGeom>
              <a:avLst/>
              <a:gdLst>
                <a:gd name="T0" fmla="*/ 0 w 107"/>
                <a:gd name="T1" fmla="*/ 0 h 2033"/>
                <a:gd name="T2" fmla="*/ 0 w 107"/>
                <a:gd name="T3" fmla="*/ 0 h 2033"/>
                <a:gd name="T4" fmla="*/ 0 w 107"/>
                <a:gd name="T5" fmla="*/ 0 h 2033"/>
                <a:gd name="T6" fmla="*/ 0 w 107"/>
                <a:gd name="T7" fmla="*/ 0 h 2033"/>
                <a:gd name="T8" fmla="*/ 0 w 107"/>
                <a:gd name="T9" fmla="*/ 0 h 2033"/>
                <a:gd name="T10" fmla="*/ 0 w 107"/>
                <a:gd name="T11" fmla="*/ 0 h 2033"/>
                <a:gd name="T12" fmla="*/ 0 w 107"/>
                <a:gd name="T13" fmla="*/ 0 h 2033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107"/>
                <a:gd name="T22" fmla="*/ 0 h 2033"/>
                <a:gd name="T23" fmla="*/ 107 w 107"/>
                <a:gd name="T24" fmla="*/ 2033 h 2033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107" h="2033">
                  <a:moveTo>
                    <a:pt x="0" y="2033"/>
                  </a:moveTo>
                  <a:lnTo>
                    <a:pt x="53" y="2033"/>
                  </a:lnTo>
                  <a:lnTo>
                    <a:pt x="107" y="2033"/>
                  </a:lnTo>
                  <a:lnTo>
                    <a:pt x="107" y="0"/>
                  </a:lnTo>
                  <a:lnTo>
                    <a:pt x="53" y="0"/>
                  </a:lnTo>
                  <a:lnTo>
                    <a:pt x="0" y="0"/>
                  </a:lnTo>
                  <a:lnTo>
                    <a:pt x="0" y="2033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261" name="Freeform 263">
              <a:extLst>
                <a:ext uri="{FF2B5EF4-FFF2-40B4-BE49-F238E27FC236}">
                  <a16:creationId xmlns:a16="http://schemas.microsoft.com/office/drawing/2014/main" id="{4844F1F9-A2C2-2646-3CFD-8F644B27F232}"/>
                </a:ext>
              </a:extLst>
            </p:cNvPr>
            <p:cNvSpPr>
              <a:spLocks/>
            </p:cNvSpPr>
            <p:nvPr/>
          </p:nvSpPr>
          <p:spPr bwMode="auto">
            <a:xfrm>
              <a:off x="3364" y="1061"/>
              <a:ext cx="17" cy="339"/>
            </a:xfrm>
            <a:custGeom>
              <a:avLst/>
              <a:gdLst>
                <a:gd name="T0" fmla="*/ 0 w 107"/>
                <a:gd name="T1" fmla="*/ 0 h 2033"/>
                <a:gd name="T2" fmla="*/ 0 w 107"/>
                <a:gd name="T3" fmla="*/ 0 h 2033"/>
                <a:gd name="T4" fmla="*/ 0 w 107"/>
                <a:gd name="T5" fmla="*/ 0 h 2033"/>
                <a:gd name="T6" fmla="*/ 0 w 107"/>
                <a:gd name="T7" fmla="*/ 0 h 2033"/>
                <a:gd name="T8" fmla="*/ 0 w 107"/>
                <a:gd name="T9" fmla="*/ 0 h 2033"/>
                <a:gd name="T10" fmla="*/ 0 w 107"/>
                <a:gd name="T11" fmla="*/ 0 h 2033"/>
                <a:gd name="T12" fmla="*/ 0 w 107"/>
                <a:gd name="T13" fmla="*/ 0 h 2033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107"/>
                <a:gd name="T22" fmla="*/ 0 h 2033"/>
                <a:gd name="T23" fmla="*/ 107 w 107"/>
                <a:gd name="T24" fmla="*/ 2033 h 2033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107" h="2033">
                  <a:moveTo>
                    <a:pt x="0" y="2033"/>
                  </a:moveTo>
                  <a:lnTo>
                    <a:pt x="53" y="2033"/>
                  </a:lnTo>
                  <a:lnTo>
                    <a:pt x="107" y="2033"/>
                  </a:lnTo>
                  <a:lnTo>
                    <a:pt x="107" y="0"/>
                  </a:lnTo>
                  <a:lnTo>
                    <a:pt x="53" y="0"/>
                  </a:lnTo>
                  <a:lnTo>
                    <a:pt x="0" y="0"/>
                  </a:lnTo>
                  <a:lnTo>
                    <a:pt x="0" y="2033"/>
                  </a:lnTo>
                  <a:close/>
                </a:path>
              </a:pathLst>
            </a:custGeom>
            <a:noFill/>
            <a:ln w="0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262" name="Freeform 264">
              <a:extLst>
                <a:ext uri="{FF2B5EF4-FFF2-40B4-BE49-F238E27FC236}">
                  <a16:creationId xmlns:a16="http://schemas.microsoft.com/office/drawing/2014/main" id="{999CB81B-D5A1-4DCE-37B2-FBEAA64C7538}"/>
                </a:ext>
              </a:extLst>
            </p:cNvPr>
            <p:cNvSpPr>
              <a:spLocks/>
            </p:cNvSpPr>
            <p:nvPr/>
          </p:nvSpPr>
          <p:spPr bwMode="auto">
            <a:xfrm>
              <a:off x="3364" y="1052"/>
              <a:ext cx="17" cy="9"/>
            </a:xfrm>
            <a:custGeom>
              <a:avLst/>
              <a:gdLst>
                <a:gd name="T0" fmla="*/ 0 w 107"/>
                <a:gd name="T1" fmla="*/ 0 h 54"/>
                <a:gd name="T2" fmla="*/ 0 w 107"/>
                <a:gd name="T3" fmla="*/ 0 h 54"/>
                <a:gd name="T4" fmla="*/ 0 w 107"/>
                <a:gd name="T5" fmla="*/ 0 h 54"/>
                <a:gd name="T6" fmla="*/ 0 w 107"/>
                <a:gd name="T7" fmla="*/ 0 h 54"/>
                <a:gd name="T8" fmla="*/ 0 w 107"/>
                <a:gd name="T9" fmla="*/ 0 h 54"/>
                <a:gd name="T10" fmla="*/ 0 w 107"/>
                <a:gd name="T11" fmla="*/ 0 h 54"/>
                <a:gd name="T12" fmla="*/ 0 w 107"/>
                <a:gd name="T13" fmla="*/ 0 h 54"/>
                <a:gd name="T14" fmla="*/ 0 w 107"/>
                <a:gd name="T15" fmla="*/ 0 h 54"/>
                <a:gd name="T16" fmla="*/ 0 w 107"/>
                <a:gd name="T17" fmla="*/ 0 h 54"/>
                <a:gd name="T18" fmla="*/ 0 w 107"/>
                <a:gd name="T19" fmla="*/ 0 h 54"/>
                <a:gd name="T20" fmla="*/ 0 w 107"/>
                <a:gd name="T21" fmla="*/ 0 h 54"/>
                <a:gd name="T22" fmla="*/ 0 w 107"/>
                <a:gd name="T23" fmla="*/ 0 h 54"/>
                <a:gd name="T24" fmla="*/ 0 w 107"/>
                <a:gd name="T25" fmla="*/ 0 h 54"/>
                <a:gd name="T26" fmla="*/ 0 w 107"/>
                <a:gd name="T27" fmla="*/ 0 h 54"/>
                <a:gd name="T28" fmla="*/ 0 w 107"/>
                <a:gd name="T29" fmla="*/ 0 h 54"/>
                <a:gd name="T30" fmla="*/ 0 w 107"/>
                <a:gd name="T31" fmla="*/ 0 h 54"/>
                <a:gd name="T32" fmla="*/ 0 w 107"/>
                <a:gd name="T33" fmla="*/ 0 h 54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w 107"/>
                <a:gd name="T52" fmla="*/ 0 h 54"/>
                <a:gd name="T53" fmla="*/ 107 w 107"/>
                <a:gd name="T54" fmla="*/ 54 h 54"/>
              </a:gdLst>
              <a:ahLst/>
              <a:cxnLst>
                <a:cxn ang="T34">
                  <a:pos x="T0" y="T1"/>
                </a:cxn>
                <a:cxn ang="T35">
                  <a:pos x="T2" y="T3"/>
                </a:cxn>
                <a:cxn ang="T36">
                  <a:pos x="T4" y="T5"/>
                </a:cxn>
                <a:cxn ang="T37">
                  <a:pos x="T6" y="T7"/>
                </a:cxn>
                <a:cxn ang="T38">
                  <a:pos x="T8" y="T9"/>
                </a:cxn>
                <a:cxn ang="T39">
                  <a:pos x="T10" y="T11"/>
                </a:cxn>
                <a:cxn ang="T40">
                  <a:pos x="T12" y="T13"/>
                </a:cxn>
                <a:cxn ang="T41">
                  <a:pos x="T14" y="T15"/>
                </a:cxn>
                <a:cxn ang="T42">
                  <a:pos x="T16" y="T17"/>
                </a:cxn>
                <a:cxn ang="T43">
                  <a:pos x="T18" y="T19"/>
                </a:cxn>
                <a:cxn ang="T44">
                  <a:pos x="T20" y="T21"/>
                </a:cxn>
                <a:cxn ang="T45">
                  <a:pos x="T22" y="T23"/>
                </a:cxn>
                <a:cxn ang="T46">
                  <a:pos x="T24" y="T25"/>
                </a:cxn>
                <a:cxn ang="T47">
                  <a:pos x="T26" y="T27"/>
                </a:cxn>
                <a:cxn ang="T48">
                  <a:pos x="T28" y="T29"/>
                </a:cxn>
                <a:cxn ang="T49">
                  <a:pos x="T30" y="T31"/>
                </a:cxn>
                <a:cxn ang="T50">
                  <a:pos x="T32" y="T33"/>
                </a:cxn>
              </a:cxnLst>
              <a:rect l="T51" t="T52" r="T53" b="T54"/>
              <a:pathLst>
                <a:path w="107" h="54">
                  <a:moveTo>
                    <a:pt x="53" y="54"/>
                  </a:moveTo>
                  <a:lnTo>
                    <a:pt x="0" y="54"/>
                  </a:lnTo>
                  <a:lnTo>
                    <a:pt x="1" y="43"/>
                  </a:lnTo>
                  <a:lnTo>
                    <a:pt x="5" y="31"/>
                  </a:lnTo>
                  <a:lnTo>
                    <a:pt x="12" y="21"/>
                  </a:lnTo>
                  <a:lnTo>
                    <a:pt x="20" y="13"/>
                  </a:lnTo>
                  <a:lnTo>
                    <a:pt x="30" y="7"/>
                  </a:lnTo>
                  <a:lnTo>
                    <a:pt x="41" y="2"/>
                  </a:lnTo>
                  <a:lnTo>
                    <a:pt x="53" y="0"/>
                  </a:lnTo>
                  <a:lnTo>
                    <a:pt x="65" y="2"/>
                  </a:lnTo>
                  <a:lnTo>
                    <a:pt x="76" y="7"/>
                  </a:lnTo>
                  <a:lnTo>
                    <a:pt x="86" y="13"/>
                  </a:lnTo>
                  <a:lnTo>
                    <a:pt x="94" y="21"/>
                  </a:lnTo>
                  <a:lnTo>
                    <a:pt x="101" y="31"/>
                  </a:lnTo>
                  <a:lnTo>
                    <a:pt x="105" y="43"/>
                  </a:lnTo>
                  <a:lnTo>
                    <a:pt x="107" y="54"/>
                  </a:lnTo>
                  <a:lnTo>
                    <a:pt x="53" y="54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263" name="Freeform 265">
              <a:extLst>
                <a:ext uri="{FF2B5EF4-FFF2-40B4-BE49-F238E27FC236}">
                  <a16:creationId xmlns:a16="http://schemas.microsoft.com/office/drawing/2014/main" id="{663CA209-D622-5886-4629-5585FF64A3A4}"/>
                </a:ext>
              </a:extLst>
            </p:cNvPr>
            <p:cNvSpPr>
              <a:spLocks/>
            </p:cNvSpPr>
            <p:nvPr/>
          </p:nvSpPr>
          <p:spPr bwMode="auto">
            <a:xfrm>
              <a:off x="3364" y="1052"/>
              <a:ext cx="17" cy="9"/>
            </a:xfrm>
            <a:custGeom>
              <a:avLst/>
              <a:gdLst>
                <a:gd name="T0" fmla="*/ 0 w 107"/>
                <a:gd name="T1" fmla="*/ 0 h 54"/>
                <a:gd name="T2" fmla="*/ 0 w 107"/>
                <a:gd name="T3" fmla="*/ 0 h 54"/>
                <a:gd name="T4" fmla="*/ 0 w 107"/>
                <a:gd name="T5" fmla="*/ 0 h 54"/>
                <a:gd name="T6" fmla="*/ 0 w 107"/>
                <a:gd name="T7" fmla="*/ 0 h 54"/>
                <a:gd name="T8" fmla="*/ 0 w 107"/>
                <a:gd name="T9" fmla="*/ 0 h 54"/>
                <a:gd name="T10" fmla="*/ 0 w 107"/>
                <a:gd name="T11" fmla="*/ 0 h 54"/>
                <a:gd name="T12" fmla="*/ 0 w 107"/>
                <a:gd name="T13" fmla="*/ 0 h 54"/>
                <a:gd name="T14" fmla="*/ 0 w 107"/>
                <a:gd name="T15" fmla="*/ 0 h 54"/>
                <a:gd name="T16" fmla="*/ 0 w 107"/>
                <a:gd name="T17" fmla="*/ 0 h 54"/>
                <a:gd name="T18" fmla="*/ 0 w 107"/>
                <a:gd name="T19" fmla="*/ 0 h 54"/>
                <a:gd name="T20" fmla="*/ 0 w 107"/>
                <a:gd name="T21" fmla="*/ 0 h 54"/>
                <a:gd name="T22" fmla="*/ 0 w 107"/>
                <a:gd name="T23" fmla="*/ 0 h 54"/>
                <a:gd name="T24" fmla="*/ 0 w 107"/>
                <a:gd name="T25" fmla="*/ 0 h 54"/>
                <a:gd name="T26" fmla="*/ 0 w 107"/>
                <a:gd name="T27" fmla="*/ 0 h 54"/>
                <a:gd name="T28" fmla="*/ 0 w 107"/>
                <a:gd name="T29" fmla="*/ 0 h 54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w 107"/>
                <a:gd name="T46" fmla="*/ 0 h 54"/>
                <a:gd name="T47" fmla="*/ 107 w 107"/>
                <a:gd name="T48" fmla="*/ 54 h 54"/>
              </a:gdLst>
              <a:ahLst/>
              <a:cxnLst>
                <a:cxn ang="T30">
                  <a:pos x="T0" y="T1"/>
                </a:cxn>
                <a:cxn ang="T31">
                  <a:pos x="T2" y="T3"/>
                </a:cxn>
                <a:cxn ang="T32">
                  <a:pos x="T4" y="T5"/>
                </a:cxn>
                <a:cxn ang="T33">
                  <a:pos x="T6" y="T7"/>
                </a:cxn>
                <a:cxn ang="T34">
                  <a:pos x="T8" y="T9"/>
                </a:cxn>
                <a:cxn ang="T35">
                  <a:pos x="T10" y="T11"/>
                </a:cxn>
                <a:cxn ang="T36">
                  <a:pos x="T12" y="T13"/>
                </a:cxn>
                <a:cxn ang="T37">
                  <a:pos x="T14" y="T15"/>
                </a:cxn>
                <a:cxn ang="T38">
                  <a:pos x="T16" y="T17"/>
                </a:cxn>
                <a:cxn ang="T39">
                  <a:pos x="T18" y="T19"/>
                </a:cxn>
                <a:cxn ang="T40">
                  <a:pos x="T20" y="T21"/>
                </a:cxn>
                <a:cxn ang="T41">
                  <a:pos x="T22" y="T23"/>
                </a:cxn>
                <a:cxn ang="T42">
                  <a:pos x="T24" y="T25"/>
                </a:cxn>
                <a:cxn ang="T43">
                  <a:pos x="T26" y="T27"/>
                </a:cxn>
                <a:cxn ang="T44">
                  <a:pos x="T28" y="T29"/>
                </a:cxn>
              </a:cxnLst>
              <a:rect l="T45" t="T46" r="T47" b="T48"/>
              <a:pathLst>
                <a:path w="107" h="54">
                  <a:moveTo>
                    <a:pt x="0" y="54"/>
                  </a:moveTo>
                  <a:lnTo>
                    <a:pt x="1" y="43"/>
                  </a:lnTo>
                  <a:lnTo>
                    <a:pt x="5" y="31"/>
                  </a:lnTo>
                  <a:lnTo>
                    <a:pt x="12" y="21"/>
                  </a:lnTo>
                  <a:lnTo>
                    <a:pt x="20" y="13"/>
                  </a:lnTo>
                  <a:lnTo>
                    <a:pt x="30" y="7"/>
                  </a:lnTo>
                  <a:lnTo>
                    <a:pt x="41" y="2"/>
                  </a:lnTo>
                  <a:lnTo>
                    <a:pt x="53" y="0"/>
                  </a:lnTo>
                  <a:lnTo>
                    <a:pt x="65" y="2"/>
                  </a:lnTo>
                  <a:lnTo>
                    <a:pt x="76" y="7"/>
                  </a:lnTo>
                  <a:lnTo>
                    <a:pt x="86" y="13"/>
                  </a:lnTo>
                  <a:lnTo>
                    <a:pt x="94" y="21"/>
                  </a:lnTo>
                  <a:lnTo>
                    <a:pt x="101" y="31"/>
                  </a:lnTo>
                  <a:lnTo>
                    <a:pt x="105" y="43"/>
                  </a:lnTo>
                  <a:lnTo>
                    <a:pt x="107" y="54"/>
                  </a:lnTo>
                </a:path>
              </a:pathLst>
            </a:custGeom>
            <a:noFill/>
            <a:ln w="0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264" name="Freeform 266">
              <a:extLst>
                <a:ext uri="{FF2B5EF4-FFF2-40B4-BE49-F238E27FC236}">
                  <a16:creationId xmlns:a16="http://schemas.microsoft.com/office/drawing/2014/main" id="{CE26D16D-17BF-D02D-CC6C-24C68E216AD2}"/>
                </a:ext>
              </a:extLst>
            </p:cNvPr>
            <p:cNvSpPr>
              <a:spLocks/>
            </p:cNvSpPr>
            <p:nvPr/>
          </p:nvSpPr>
          <p:spPr bwMode="auto">
            <a:xfrm>
              <a:off x="3247" y="1380"/>
              <a:ext cx="39" cy="39"/>
            </a:xfrm>
            <a:custGeom>
              <a:avLst/>
              <a:gdLst>
                <a:gd name="T0" fmla="*/ 0 w 231"/>
                <a:gd name="T1" fmla="*/ 0 h 231"/>
                <a:gd name="T2" fmla="*/ 0 w 231"/>
                <a:gd name="T3" fmla="*/ 0 h 231"/>
                <a:gd name="T4" fmla="*/ 0 w 231"/>
                <a:gd name="T5" fmla="*/ 0 h 231"/>
                <a:gd name="T6" fmla="*/ 0 w 231"/>
                <a:gd name="T7" fmla="*/ 0 h 231"/>
                <a:gd name="T8" fmla="*/ 0 w 231"/>
                <a:gd name="T9" fmla="*/ 0 h 231"/>
                <a:gd name="T10" fmla="*/ 0 w 231"/>
                <a:gd name="T11" fmla="*/ 0 h 231"/>
                <a:gd name="T12" fmla="*/ 0 w 231"/>
                <a:gd name="T13" fmla="*/ 0 h 231"/>
                <a:gd name="T14" fmla="*/ 0 w 231"/>
                <a:gd name="T15" fmla="*/ 0 h 231"/>
                <a:gd name="T16" fmla="*/ 0 w 231"/>
                <a:gd name="T17" fmla="*/ 0 h 231"/>
                <a:gd name="T18" fmla="*/ 0 w 231"/>
                <a:gd name="T19" fmla="*/ 0 h 231"/>
                <a:gd name="T20" fmla="*/ 0 w 231"/>
                <a:gd name="T21" fmla="*/ 0 h 231"/>
                <a:gd name="T22" fmla="*/ 0 w 231"/>
                <a:gd name="T23" fmla="*/ 0 h 231"/>
                <a:gd name="T24" fmla="*/ 0 w 231"/>
                <a:gd name="T25" fmla="*/ 0 h 231"/>
                <a:gd name="T26" fmla="*/ 0 w 231"/>
                <a:gd name="T27" fmla="*/ 0 h 231"/>
                <a:gd name="T28" fmla="*/ 0 w 231"/>
                <a:gd name="T29" fmla="*/ 0 h 231"/>
                <a:gd name="T30" fmla="*/ 0 w 231"/>
                <a:gd name="T31" fmla="*/ 0 h 231"/>
                <a:gd name="T32" fmla="*/ 0 w 231"/>
                <a:gd name="T33" fmla="*/ 0 h 231"/>
                <a:gd name="T34" fmla="*/ 0 w 231"/>
                <a:gd name="T35" fmla="*/ 0 h 231"/>
                <a:gd name="T36" fmla="*/ 0 w 231"/>
                <a:gd name="T37" fmla="*/ 0 h 231"/>
                <a:gd name="T38" fmla="*/ 0 w 231"/>
                <a:gd name="T39" fmla="*/ 0 h 231"/>
                <a:gd name="T40" fmla="*/ 0 w 231"/>
                <a:gd name="T41" fmla="*/ 0 h 231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w 231"/>
                <a:gd name="T64" fmla="*/ 0 h 231"/>
                <a:gd name="T65" fmla="*/ 231 w 231"/>
                <a:gd name="T66" fmla="*/ 231 h 231"/>
              </a:gdLst>
              <a:ahLst/>
              <a:cxnLst>
                <a:cxn ang="T42">
                  <a:pos x="T0" y="T1"/>
                </a:cxn>
                <a:cxn ang="T43">
                  <a:pos x="T2" y="T3"/>
                </a:cxn>
                <a:cxn ang="T44">
                  <a:pos x="T4" y="T5"/>
                </a:cxn>
                <a:cxn ang="T45">
                  <a:pos x="T6" y="T7"/>
                </a:cxn>
                <a:cxn ang="T46">
                  <a:pos x="T8" y="T9"/>
                </a:cxn>
                <a:cxn ang="T47">
                  <a:pos x="T10" y="T11"/>
                </a:cxn>
                <a:cxn ang="T48">
                  <a:pos x="T12" y="T13"/>
                </a:cxn>
                <a:cxn ang="T49">
                  <a:pos x="T14" y="T15"/>
                </a:cxn>
                <a:cxn ang="T50">
                  <a:pos x="T16" y="T17"/>
                </a:cxn>
                <a:cxn ang="T51">
                  <a:pos x="T18" y="T19"/>
                </a:cxn>
                <a:cxn ang="T52">
                  <a:pos x="T20" y="T21"/>
                </a:cxn>
                <a:cxn ang="T53">
                  <a:pos x="T22" y="T23"/>
                </a:cxn>
                <a:cxn ang="T54">
                  <a:pos x="T24" y="T25"/>
                </a:cxn>
                <a:cxn ang="T55">
                  <a:pos x="T26" y="T27"/>
                </a:cxn>
                <a:cxn ang="T56">
                  <a:pos x="T28" y="T29"/>
                </a:cxn>
                <a:cxn ang="T57">
                  <a:pos x="T30" y="T31"/>
                </a:cxn>
                <a:cxn ang="T58">
                  <a:pos x="T32" y="T33"/>
                </a:cxn>
                <a:cxn ang="T59">
                  <a:pos x="T34" y="T35"/>
                </a:cxn>
                <a:cxn ang="T60">
                  <a:pos x="T36" y="T37"/>
                </a:cxn>
                <a:cxn ang="T61">
                  <a:pos x="T38" y="T39"/>
                </a:cxn>
                <a:cxn ang="T62">
                  <a:pos x="T40" y="T41"/>
                </a:cxn>
              </a:cxnLst>
              <a:rect l="T63" t="T64" r="T65" b="T66"/>
              <a:pathLst>
                <a:path w="231" h="231">
                  <a:moveTo>
                    <a:pt x="231" y="115"/>
                  </a:moveTo>
                  <a:lnTo>
                    <a:pt x="226" y="80"/>
                  </a:lnTo>
                  <a:lnTo>
                    <a:pt x="209" y="47"/>
                  </a:lnTo>
                  <a:lnTo>
                    <a:pt x="184" y="22"/>
                  </a:lnTo>
                  <a:lnTo>
                    <a:pt x="152" y="6"/>
                  </a:lnTo>
                  <a:lnTo>
                    <a:pt x="116" y="0"/>
                  </a:lnTo>
                  <a:lnTo>
                    <a:pt x="81" y="6"/>
                  </a:lnTo>
                  <a:lnTo>
                    <a:pt x="48" y="22"/>
                  </a:lnTo>
                  <a:lnTo>
                    <a:pt x="23" y="47"/>
                  </a:lnTo>
                  <a:lnTo>
                    <a:pt x="7" y="80"/>
                  </a:lnTo>
                  <a:lnTo>
                    <a:pt x="0" y="115"/>
                  </a:lnTo>
                  <a:lnTo>
                    <a:pt x="7" y="151"/>
                  </a:lnTo>
                  <a:lnTo>
                    <a:pt x="23" y="183"/>
                  </a:lnTo>
                  <a:lnTo>
                    <a:pt x="48" y="209"/>
                  </a:lnTo>
                  <a:lnTo>
                    <a:pt x="81" y="225"/>
                  </a:lnTo>
                  <a:lnTo>
                    <a:pt x="116" y="231"/>
                  </a:lnTo>
                  <a:lnTo>
                    <a:pt x="152" y="225"/>
                  </a:lnTo>
                  <a:lnTo>
                    <a:pt x="184" y="209"/>
                  </a:lnTo>
                  <a:lnTo>
                    <a:pt x="209" y="183"/>
                  </a:lnTo>
                  <a:lnTo>
                    <a:pt x="226" y="151"/>
                  </a:lnTo>
                  <a:lnTo>
                    <a:pt x="231" y="115"/>
                  </a:lnTo>
                  <a:close/>
                </a:path>
              </a:pathLst>
            </a:custGeom>
            <a:noFill/>
            <a:ln w="0">
              <a:solidFill>
                <a:srgbClr val="0000FF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265" name="Freeform 267">
              <a:extLst>
                <a:ext uri="{FF2B5EF4-FFF2-40B4-BE49-F238E27FC236}">
                  <a16:creationId xmlns:a16="http://schemas.microsoft.com/office/drawing/2014/main" id="{D7B78CA9-A671-FDCD-7E7D-0FF8AAC9A29F}"/>
                </a:ext>
              </a:extLst>
            </p:cNvPr>
            <p:cNvSpPr>
              <a:spLocks/>
            </p:cNvSpPr>
            <p:nvPr/>
          </p:nvSpPr>
          <p:spPr bwMode="auto">
            <a:xfrm>
              <a:off x="3277" y="1391"/>
              <a:ext cx="9" cy="18"/>
            </a:xfrm>
            <a:custGeom>
              <a:avLst/>
              <a:gdLst>
                <a:gd name="T0" fmla="*/ 0 w 53"/>
                <a:gd name="T1" fmla="*/ 0 h 107"/>
                <a:gd name="T2" fmla="*/ 0 w 53"/>
                <a:gd name="T3" fmla="*/ 0 h 107"/>
                <a:gd name="T4" fmla="*/ 0 w 53"/>
                <a:gd name="T5" fmla="*/ 0 h 107"/>
                <a:gd name="T6" fmla="*/ 0 w 53"/>
                <a:gd name="T7" fmla="*/ 0 h 107"/>
                <a:gd name="T8" fmla="*/ 0 w 53"/>
                <a:gd name="T9" fmla="*/ 0 h 107"/>
                <a:gd name="T10" fmla="*/ 0 w 53"/>
                <a:gd name="T11" fmla="*/ 0 h 107"/>
                <a:gd name="T12" fmla="*/ 0 w 53"/>
                <a:gd name="T13" fmla="*/ 0 h 107"/>
                <a:gd name="T14" fmla="*/ 0 w 53"/>
                <a:gd name="T15" fmla="*/ 0 h 107"/>
                <a:gd name="T16" fmla="*/ 0 w 53"/>
                <a:gd name="T17" fmla="*/ 0 h 107"/>
                <a:gd name="T18" fmla="*/ 0 w 53"/>
                <a:gd name="T19" fmla="*/ 0 h 107"/>
                <a:gd name="T20" fmla="*/ 0 w 53"/>
                <a:gd name="T21" fmla="*/ 0 h 107"/>
                <a:gd name="T22" fmla="*/ 0 w 53"/>
                <a:gd name="T23" fmla="*/ 0 h 107"/>
                <a:gd name="T24" fmla="*/ 0 w 53"/>
                <a:gd name="T25" fmla="*/ 0 h 107"/>
                <a:gd name="T26" fmla="*/ 0 w 53"/>
                <a:gd name="T27" fmla="*/ 0 h 107"/>
                <a:gd name="T28" fmla="*/ 0 w 53"/>
                <a:gd name="T29" fmla="*/ 0 h 107"/>
                <a:gd name="T30" fmla="*/ 0 w 53"/>
                <a:gd name="T31" fmla="*/ 0 h 107"/>
                <a:gd name="T32" fmla="*/ 0 w 53"/>
                <a:gd name="T33" fmla="*/ 0 h 107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w 53"/>
                <a:gd name="T52" fmla="*/ 0 h 107"/>
                <a:gd name="T53" fmla="*/ 53 w 53"/>
                <a:gd name="T54" fmla="*/ 107 h 107"/>
              </a:gdLst>
              <a:ahLst/>
              <a:cxnLst>
                <a:cxn ang="T34">
                  <a:pos x="T0" y="T1"/>
                </a:cxn>
                <a:cxn ang="T35">
                  <a:pos x="T2" y="T3"/>
                </a:cxn>
                <a:cxn ang="T36">
                  <a:pos x="T4" y="T5"/>
                </a:cxn>
                <a:cxn ang="T37">
                  <a:pos x="T6" y="T7"/>
                </a:cxn>
                <a:cxn ang="T38">
                  <a:pos x="T8" y="T9"/>
                </a:cxn>
                <a:cxn ang="T39">
                  <a:pos x="T10" y="T11"/>
                </a:cxn>
                <a:cxn ang="T40">
                  <a:pos x="T12" y="T13"/>
                </a:cxn>
                <a:cxn ang="T41">
                  <a:pos x="T14" y="T15"/>
                </a:cxn>
                <a:cxn ang="T42">
                  <a:pos x="T16" y="T17"/>
                </a:cxn>
                <a:cxn ang="T43">
                  <a:pos x="T18" y="T19"/>
                </a:cxn>
                <a:cxn ang="T44">
                  <a:pos x="T20" y="T21"/>
                </a:cxn>
                <a:cxn ang="T45">
                  <a:pos x="T22" y="T23"/>
                </a:cxn>
                <a:cxn ang="T46">
                  <a:pos x="T24" y="T25"/>
                </a:cxn>
                <a:cxn ang="T47">
                  <a:pos x="T26" y="T27"/>
                </a:cxn>
                <a:cxn ang="T48">
                  <a:pos x="T28" y="T29"/>
                </a:cxn>
                <a:cxn ang="T49">
                  <a:pos x="T30" y="T31"/>
                </a:cxn>
                <a:cxn ang="T50">
                  <a:pos x="T32" y="T33"/>
                </a:cxn>
              </a:cxnLst>
              <a:rect l="T51" t="T52" r="T53" b="T54"/>
              <a:pathLst>
                <a:path w="53" h="107">
                  <a:moveTo>
                    <a:pt x="53" y="54"/>
                  </a:moveTo>
                  <a:lnTo>
                    <a:pt x="53" y="107"/>
                  </a:lnTo>
                  <a:lnTo>
                    <a:pt x="42" y="106"/>
                  </a:lnTo>
                  <a:lnTo>
                    <a:pt x="30" y="102"/>
                  </a:lnTo>
                  <a:lnTo>
                    <a:pt x="20" y="96"/>
                  </a:lnTo>
                  <a:lnTo>
                    <a:pt x="12" y="87"/>
                  </a:lnTo>
                  <a:lnTo>
                    <a:pt x="6" y="78"/>
                  </a:lnTo>
                  <a:lnTo>
                    <a:pt x="1" y="66"/>
                  </a:lnTo>
                  <a:lnTo>
                    <a:pt x="0" y="54"/>
                  </a:lnTo>
                  <a:lnTo>
                    <a:pt x="1" y="43"/>
                  </a:lnTo>
                  <a:lnTo>
                    <a:pt x="6" y="31"/>
                  </a:lnTo>
                  <a:lnTo>
                    <a:pt x="12" y="21"/>
                  </a:lnTo>
                  <a:lnTo>
                    <a:pt x="20" y="13"/>
                  </a:lnTo>
                  <a:lnTo>
                    <a:pt x="30" y="7"/>
                  </a:lnTo>
                  <a:lnTo>
                    <a:pt x="42" y="2"/>
                  </a:lnTo>
                  <a:lnTo>
                    <a:pt x="53" y="0"/>
                  </a:lnTo>
                  <a:lnTo>
                    <a:pt x="53" y="54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266" name="Freeform 268">
              <a:extLst>
                <a:ext uri="{FF2B5EF4-FFF2-40B4-BE49-F238E27FC236}">
                  <a16:creationId xmlns:a16="http://schemas.microsoft.com/office/drawing/2014/main" id="{9DA98C61-4B13-3192-B8B1-6B8771D550B2}"/>
                </a:ext>
              </a:extLst>
            </p:cNvPr>
            <p:cNvSpPr>
              <a:spLocks/>
            </p:cNvSpPr>
            <p:nvPr/>
          </p:nvSpPr>
          <p:spPr bwMode="auto">
            <a:xfrm>
              <a:off x="3277" y="1391"/>
              <a:ext cx="9" cy="18"/>
            </a:xfrm>
            <a:custGeom>
              <a:avLst/>
              <a:gdLst>
                <a:gd name="T0" fmla="*/ 0 w 53"/>
                <a:gd name="T1" fmla="*/ 0 h 107"/>
                <a:gd name="T2" fmla="*/ 0 w 53"/>
                <a:gd name="T3" fmla="*/ 0 h 107"/>
                <a:gd name="T4" fmla="*/ 0 w 53"/>
                <a:gd name="T5" fmla="*/ 0 h 107"/>
                <a:gd name="T6" fmla="*/ 0 w 53"/>
                <a:gd name="T7" fmla="*/ 0 h 107"/>
                <a:gd name="T8" fmla="*/ 0 w 53"/>
                <a:gd name="T9" fmla="*/ 0 h 107"/>
                <a:gd name="T10" fmla="*/ 0 w 53"/>
                <a:gd name="T11" fmla="*/ 0 h 107"/>
                <a:gd name="T12" fmla="*/ 0 w 53"/>
                <a:gd name="T13" fmla="*/ 0 h 107"/>
                <a:gd name="T14" fmla="*/ 0 w 53"/>
                <a:gd name="T15" fmla="*/ 0 h 107"/>
                <a:gd name="T16" fmla="*/ 0 w 53"/>
                <a:gd name="T17" fmla="*/ 0 h 107"/>
                <a:gd name="T18" fmla="*/ 0 w 53"/>
                <a:gd name="T19" fmla="*/ 0 h 107"/>
                <a:gd name="T20" fmla="*/ 0 w 53"/>
                <a:gd name="T21" fmla="*/ 0 h 107"/>
                <a:gd name="T22" fmla="*/ 0 w 53"/>
                <a:gd name="T23" fmla="*/ 0 h 107"/>
                <a:gd name="T24" fmla="*/ 0 w 53"/>
                <a:gd name="T25" fmla="*/ 0 h 107"/>
                <a:gd name="T26" fmla="*/ 0 w 53"/>
                <a:gd name="T27" fmla="*/ 0 h 107"/>
                <a:gd name="T28" fmla="*/ 0 w 53"/>
                <a:gd name="T29" fmla="*/ 0 h 107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w 53"/>
                <a:gd name="T46" fmla="*/ 0 h 107"/>
                <a:gd name="T47" fmla="*/ 53 w 53"/>
                <a:gd name="T48" fmla="*/ 107 h 107"/>
              </a:gdLst>
              <a:ahLst/>
              <a:cxnLst>
                <a:cxn ang="T30">
                  <a:pos x="T0" y="T1"/>
                </a:cxn>
                <a:cxn ang="T31">
                  <a:pos x="T2" y="T3"/>
                </a:cxn>
                <a:cxn ang="T32">
                  <a:pos x="T4" y="T5"/>
                </a:cxn>
                <a:cxn ang="T33">
                  <a:pos x="T6" y="T7"/>
                </a:cxn>
                <a:cxn ang="T34">
                  <a:pos x="T8" y="T9"/>
                </a:cxn>
                <a:cxn ang="T35">
                  <a:pos x="T10" y="T11"/>
                </a:cxn>
                <a:cxn ang="T36">
                  <a:pos x="T12" y="T13"/>
                </a:cxn>
                <a:cxn ang="T37">
                  <a:pos x="T14" y="T15"/>
                </a:cxn>
                <a:cxn ang="T38">
                  <a:pos x="T16" y="T17"/>
                </a:cxn>
                <a:cxn ang="T39">
                  <a:pos x="T18" y="T19"/>
                </a:cxn>
                <a:cxn ang="T40">
                  <a:pos x="T20" y="T21"/>
                </a:cxn>
                <a:cxn ang="T41">
                  <a:pos x="T22" y="T23"/>
                </a:cxn>
                <a:cxn ang="T42">
                  <a:pos x="T24" y="T25"/>
                </a:cxn>
                <a:cxn ang="T43">
                  <a:pos x="T26" y="T27"/>
                </a:cxn>
                <a:cxn ang="T44">
                  <a:pos x="T28" y="T29"/>
                </a:cxn>
              </a:cxnLst>
              <a:rect l="T45" t="T46" r="T47" b="T48"/>
              <a:pathLst>
                <a:path w="53" h="107">
                  <a:moveTo>
                    <a:pt x="53" y="107"/>
                  </a:moveTo>
                  <a:lnTo>
                    <a:pt x="42" y="106"/>
                  </a:lnTo>
                  <a:lnTo>
                    <a:pt x="30" y="102"/>
                  </a:lnTo>
                  <a:lnTo>
                    <a:pt x="20" y="96"/>
                  </a:lnTo>
                  <a:lnTo>
                    <a:pt x="12" y="87"/>
                  </a:lnTo>
                  <a:lnTo>
                    <a:pt x="6" y="78"/>
                  </a:lnTo>
                  <a:lnTo>
                    <a:pt x="1" y="66"/>
                  </a:lnTo>
                  <a:lnTo>
                    <a:pt x="0" y="54"/>
                  </a:lnTo>
                  <a:lnTo>
                    <a:pt x="1" y="43"/>
                  </a:lnTo>
                  <a:lnTo>
                    <a:pt x="6" y="31"/>
                  </a:lnTo>
                  <a:lnTo>
                    <a:pt x="12" y="21"/>
                  </a:lnTo>
                  <a:lnTo>
                    <a:pt x="20" y="13"/>
                  </a:lnTo>
                  <a:lnTo>
                    <a:pt x="30" y="7"/>
                  </a:lnTo>
                  <a:lnTo>
                    <a:pt x="42" y="2"/>
                  </a:lnTo>
                  <a:lnTo>
                    <a:pt x="53" y="0"/>
                  </a:lnTo>
                </a:path>
              </a:pathLst>
            </a:custGeom>
            <a:noFill/>
            <a:ln w="0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267" name="Freeform 269">
              <a:extLst>
                <a:ext uri="{FF2B5EF4-FFF2-40B4-BE49-F238E27FC236}">
                  <a16:creationId xmlns:a16="http://schemas.microsoft.com/office/drawing/2014/main" id="{6FA2AEBD-E5A9-C5F4-B598-433E7C4A3DD6}"/>
                </a:ext>
              </a:extLst>
            </p:cNvPr>
            <p:cNvSpPr>
              <a:spLocks/>
            </p:cNvSpPr>
            <p:nvPr/>
          </p:nvSpPr>
          <p:spPr bwMode="auto">
            <a:xfrm>
              <a:off x="3286" y="1391"/>
              <a:ext cx="173" cy="18"/>
            </a:xfrm>
            <a:custGeom>
              <a:avLst/>
              <a:gdLst>
                <a:gd name="T0" fmla="*/ 0 w 1041"/>
                <a:gd name="T1" fmla="*/ 0 h 107"/>
                <a:gd name="T2" fmla="*/ 0 w 1041"/>
                <a:gd name="T3" fmla="*/ 0 h 107"/>
                <a:gd name="T4" fmla="*/ 0 w 1041"/>
                <a:gd name="T5" fmla="*/ 0 h 107"/>
                <a:gd name="T6" fmla="*/ 0 w 1041"/>
                <a:gd name="T7" fmla="*/ 0 h 107"/>
                <a:gd name="T8" fmla="*/ 0 w 1041"/>
                <a:gd name="T9" fmla="*/ 0 h 107"/>
                <a:gd name="T10" fmla="*/ 0 w 1041"/>
                <a:gd name="T11" fmla="*/ 0 h 107"/>
                <a:gd name="T12" fmla="*/ 0 w 1041"/>
                <a:gd name="T13" fmla="*/ 0 h 107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1041"/>
                <a:gd name="T22" fmla="*/ 0 h 107"/>
                <a:gd name="T23" fmla="*/ 1041 w 1041"/>
                <a:gd name="T24" fmla="*/ 107 h 107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1041" h="107">
                  <a:moveTo>
                    <a:pt x="0" y="0"/>
                  </a:moveTo>
                  <a:lnTo>
                    <a:pt x="0" y="54"/>
                  </a:lnTo>
                  <a:lnTo>
                    <a:pt x="0" y="107"/>
                  </a:lnTo>
                  <a:lnTo>
                    <a:pt x="1041" y="107"/>
                  </a:lnTo>
                  <a:lnTo>
                    <a:pt x="1041" y="54"/>
                  </a:lnTo>
                  <a:lnTo>
                    <a:pt x="1041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268" name="Freeform 270">
              <a:extLst>
                <a:ext uri="{FF2B5EF4-FFF2-40B4-BE49-F238E27FC236}">
                  <a16:creationId xmlns:a16="http://schemas.microsoft.com/office/drawing/2014/main" id="{AB1B12E8-CE9E-BD7C-2C58-D5214057BE4D}"/>
                </a:ext>
              </a:extLst>
            </p:cNvPr>
            <p:cNvSpPr>
              <a:spLocks/>
            </p:cNvSpPr>
            <p:nvPr/>
          </p:nvSpPr>
          <p:spPr bwMode="auto">
            <a:xfrm>
              <a:off x="3286" y="1391"/>
              <a:ext cx="173" cy="18"/>
            </a:xfrm>
            <a:custGeom>
              <a:avLst/>
              <a:gdLst>
                <a:gd name="T0" fmla="*/ 0 w 1041"/>
                <a:gd name="T1" fmla="*/ 0 h 107"/>
                <a:gd name="T2" fmla="*/ 0 w 1041"/>
                <a:gd name="T3" fmla="*/ 0 h 107"/>
                <a:gd name="T4" fmla="*/ 0 w 1041"/>
                <a:gd name="T5" fmla="*/ 0 h 107"/>
                <a:gd name="T6" fmla="*/ 0 w 1041"/>
                <a:gd name="T7" fmla="*/ 0 h 107"/>
                <a:gd name="T8" fmla="*/ 0 w 1041"/>
                <a:gd name="T9" fmla="*/ 0 h 107"/>
                <a:gd name="T10" fmla="*/ 0 w 1041"/>
                <a:gd name="T11" fmla="*/ 0 h 107"/>
                <a:gd name="T12" fmla="*/ 0 w 1041"/>
                <a:gd name="T13" fmla="*/ 0 h 107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1041"/>
                <a:gd name="T22" fmla="*/ 0 h 107"/>
                <a:gd name="T23" fmla="*/ 1041 w 1041"/>
                <a:gd name="T24" fmla="*/ 107 h 107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1041" h="107">
                  <a:moveTo>
                    <a:pt x="0" y="0"/>
                  </a:moveTo>
                  <a:lnTo>
                    <a:pt x="0" y="54"/>
                  </a:lnTo>
                  <a:lnTo>
                    <a:pt x="0" y="107"/>
                  </a:lnTo>
                  <a:lnTo>
                    <a:pt x="1041" y="107"/>
                  </a:lnTo>
                  <a:lnTo>
                    <a:pt x="1041" y="54"/>
                  </a:lnTo>
                  <a:lnTo>
                    <a:pt x="1041" y="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269" name="Freeform 271">
              <a:extLst>
                <a:ext uri="{FF2B5EF4-FFF2-40B4-BE49-F238E27FC236}">
                  <a16:creationId xmlns:a16="http://schemas.microsoft.com/office/drawing/2014/main" id="{22EEF53F-76CF-9AA8-3400-345F78D815F9}"/>
                </a:ext>
              </a:extLst>
            </p:cNvPr>
            <p:cNvSpPr>
              <a:spLocks/>
            </p:cNvSpPr>
            <p:nvPr/>
          </p:nvSpPr>
          <p:spPr bwMode="auto">
            <a:xfrm>
              <a:off x="3459" y="1391"/>
              <a:ext cx="9" cy="18"/>
            </a:xfrm>
            <a:custGeom>
              <a:avLst/>
              <a:gdLst>
                <a:gd name="T0" fmla="*/ 0 w 54"/>
                <a:gd name="T1" fmla="*/ 0 h 107"/>
                <a:gd name="T2" fmla="*/ 0 w 54"/>
                <a:gd name="T3" fmla="*/ 0 h 107"/>
                <a:gd name="T4" fmla="*/ 0 w 54"/>
                <a:gd name="T5" fmla="*/ 0 h 107"/>
                <a:gd name="T6" fmla="*/ 0 w 54"/>
                <a:gd name="T7" fmla="*/ 0 h 107"/>
                <a:gd name="T8" fmla="*/ 0 w 54"/>
                <a:gd name="T9" fmla="*/ 0 h 107"/>
                <a:gd name="T10" fmla="*/ 0 w 54"/>
                <a:gd name="T11" fmla="*/ 0 h 107"/>
                <a:gd name="T12" fmla="*/ 0 w 54"/>
                <a:gd name="T13" fmla="*/ 0 h 107"/>
                <a:gd name="T14" fmla="*/ 0 w 54"/>
                <a:gd name="T15" fmla="*/ 0 h 107"/>
                <a:gd name="T16" fmla="*/ 0 w 54"/>
                <a:gd name="T17" fmla="*/ 0 h 107"/>
                <a:gd name="T18" fmla="*/ 0 w 54"/>
                <a:gd name="T19" fmla="*/ 0 h 107"/>
                <a:gd name="T20" fmla="*/ 0 w 54"/>
                <a:gd name="T21" fmla="*/ 0 h 107"/>
                <a:gd name="T22" fmla="*/ 0 w 54"/>
                <a:gd name="T23" fmla="*/ 0 h 107"/>
                <a:gd name="T24" fmla="*/ 0 w 54"/>
                <a:gd name="T25" fmla="*/ 0 h 107"/>
                <a:gd name="T26" fmla="*/ 0 w 54"/>
                <a:gd name="T27" fmla="*/ 0 h 107"/>
                <a:gd name="T28" fmla="*/ 0 w 54"/>
                <a:gd name="T29" fmla="*/ 0 h 107"/>
                <a:gd name="T30" fmla="*/ 0 w 54"/>
                <a:gd name="T31" fmla="*/ 0 h 107"/>
                <a:gd name="T32" fmla="*/ 0 w 54"/>
                <a:gd name="T33" fmla="*/ 0 h 107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w 54"/>
                <a:gd name="T52" fmla="*/ 0 h 107"/>
                <a:gd name="T53" fmla="*/ 54 w 54"/>
                <a:gd name="T54" fmla="*/ 107 h 107"/>
              </a:gdLst>
              <a:ahLst/>
              <a:cxnLst>
                <a:cxn ang="T34">
                  <a:pos x="T0" y="T1"/>
                </a:cxn>
                <a:cxn ang="T35">
                  <a:pos x="T2" y="T3"/>
                </a:cxn>
                <a:cxn ang="T36">
                  <a:pos x="T4" y="T5"/>
                </a:cxn>
                <a:cxn ang="T37">
                  <a:pos x="T6" y="T7"/>
                </a:cxn>
                <a:cxn ang="T38">
                  <a:pos x="T8" y="T9"/>
                </a:cxn>
                <a:cxn ang="T39">
                  <a:pos x="T10" y="T11"/>
                </a:cxn>
                <a:cxn ang="T40">
                  <a:pos x="T12" y="T13"/>
                </a:cxn>
                <a:cxn ang="T41">
                  <a:pos x="T14" y="T15"/>
                </a:cxn>
                <a:cxn ang="T42">
                  <a:pos x="T16" y="T17"/>
                </a:cxn>
                <a:cxn ang="T43">
                  <a:pos x="T18" y="T19"/>
                </a:cxn>
                <a:cxn ang="T44">
                  <a:pos x="T20" y="T21"/>
                </a:cxn>
                <a:cxn ang="T45">
                  <a:pos x="T22" y="T23"/>
                </a:cxn>
                <a:cxn ang="T46">
                  <a:pos x="T24" y="T25"/>
                </a:cxn>
                <a:cxn ang="T47">
                  <a:pos x="T26" y="T27"/>
                </a:cxn>
                <a:cxn ang="T48">
                  <a:pos x="T28" y="T29"/>
                </a:cxn>
                <a:cxn ang="T49">
                  <a:pos x="T30" y="T31"/>
                </a:cxn>
                <a:cxn ang="T50">
                  <a:pos x="T32" y="T33"/>
                </a:cxn>
              </a:cxnLst>
              <a:rect l="T51" t="T52" r="T53" b="T54"/>
              <a:pathLst>
                <a:path w="54" h="107">
                  <a:moveTo>
                    <a:pt x="0" y="54"/>
                  </a:moveTo>
                  <a:lnTo>
                    <a:pt x="0" y="0"/>
                  </a:lnTo>
                  <a:lnTo>
                    <a:pt x="12" y="2"/>
                  </a:lnTo>
                  <a:lnTo>
                    <a:pt x="23" y="7"/>
                  </a:lnTo>
                  <a:lnTo>
                    <a:pt x="33" y="13"/>
                  </a:lnTo>
                  <a:lnTo>
                    <a:pt x="41" y="21"/>
                  </a:lnTo>
                  <a:lnTo>
                    <a:pt x="48" y="31"/>
                  </a:lnTo>
                  <a:lnTo>
                    <a:pt x="52" y="43"/>
                  </a:lnTo>
                  <a:lnTo>
                    <a:pt x="54" y="54"/>
                  </a:lnTo>
                  <a:lnTo>
                    <a:pt x="52" y="66"/>
                  </a:lnTo>
                  <a:lnTo>
                    <a:pt x="48" y="78"/>
                  </a:lnTo>
                  <a:lnTo>
                    <a:pt x="41" y="87"/>
                  </a:lnTo>
                  <a:lnTo>
                    <a:pt x="33" y="96"/>
                  </a:lnTo>
                  <a:lnTo>
                    <a:pt x="23" y="102"/>
                  </a:lnTo>
                  <a:lnTo>
                    <a:pt x="12" y="106"/>
                  </a:lnTo>
                  <a:lnTo>
                    <a:pt x="0" y="107"/>
                  </a:lnTo>
                  <a:lnTo>
                    <a:pt x="0" y="54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270" name="Freeform 272">
              <a:extLst>
                <a:ext uri="{FF2B5EF4-FFF2-40B4-BE49-F238E27FC236}">
                  <a16:creationId xmlns:a16="http://schemas.microsoft.com/office/drawing/2014/main" id="{F55A32F8-117A-2C65-FF98-48C70EDD1A37}"/>
                </a:ext>
              </a:extLst>
            </p:cNvPr>
            <p:cNvSpPr>
              <a:spLocks/>
            </p:cNvSpPr>
            <p:nvPr/>
          </p:nvSpPr>
          <p:spPr bwMode="auto">
            <a:xfrm>
              <a:off x="3459" y="1391"/>
              <a:ext cx="9" cy="18"/>
            </a:xfrm>
            <a:custGeom>
              <a:avLst/>
              <a:gdLst>
                <a:gd name="T0" fmla="*/ 0 w 54"/>
                <a:gd name="T1" fmla="*/ 0 h 107"/>
                <a:gd name="T2" fmla="*/ 0 w 54"/>
                <a:gd name="T3" fmla="*/ 0 h 107"/>
                <a:gd name="T4" fmla="*/ 0 w 54"/>
                <a:gd name="T5" fmla="*/ 0 h 107"/>
                <a:gd name="T6" fmla="*/ 0 w 54"/>
                <a:gd name="T7" fmla="*/ 0 h 107"/>
                <a:gd name="T8" fmla="*/ 0 w 54"/>
                <a:gd name="T9" fmla="*/ 0 h 107"/>
                <a:gd name="T10" fmla="*/ 0 w 54"/>
                <a:gd name="T11" fmla="*/ 0 h 107"/>
                <a:gd name="T12" fmla="*/ 0 w 54"/>
                <a:gd name="T13" fmla="*/ 0 h 107"/>
                <a:gd name="T14" fmla="*/ 0 w 54"/>
                <a:gd name="T15" fmla="*/ 0 h 107"/>
                <a:gd name="T16" fmla="*/ 0 w 54"/>
                <a:gd name="T17" fmla="*/ 0 h 107"/>
                <a:gd name="T18" fmla="*/ 0 w 54"/>
                <a:gd name="T19" fmla="*/ 0 h 107"/>
                <a:gd name="T20" fmla="*/ 0 w 54"/>
                <a:gd name="T21" fmla="*/ 0 h 107"/>
                <a:gd name="T22" fmla="*/ 0 w 54"/>
                <a:gd name="T23" fmla="*/ 0 h 107"/>
                <a:gd name="T24" fmla="*/ 0 w 54"/>
                <a:gd name="T25" fmla="*/ 0 h 107"/>
                <a:gd name="T26" fmla="*/ 0 w 54"/>
                <a:gd name="T27" fmla="*/ 0 h 107"/>
                <a:gd name="T28" fmla="*/ 0 w 54"/>
                <a:gd name="T29" fmla="*/ 0 h 107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w 54"/>
                <a:gd name="T46" fmla="*/ 0 h 107"/>
                <a:gd name="T47" fmla="*/ 54 w 54"/>
                <a:gd name="T48" fmla="*/ 107 h 107"/>
              </a:gdLst>
              <a:ahLst/>
              <a:cxnLst>
                <a:cxn ang="T30">
                  <a:pos x="T0" y="T1"/>
                </a:cxn>
                <a:cxn ang="T31">
                  <a:pos x="T2" y="T3"/>
                </a:cxn>
                <a:cxn ang="T32">
                  <a:pos x="T4" y="T5"/>
                </a:cxn>
                <a:cxn ang="T33">
                  <a:pos x="T6" y="T7"/>
                </a:cxn>
                <a:cxn ang="T34">
                  <a:pos x="T8" y="T9"/>
                </a:cxn>
                <a:cxn ang="T35">
                  <a:pos x="T10" y="T11"/>
                </a:cxn>
                <a:cxn ang="T36">
                  <a:pos x="T12" y="T13"/>
                </a:cxn>
                <a:cxn ang="T37">
                  <a:pos x="T14" y="T15"/>
                </a:cxn>
                <a:cxn ang="T38">
                  <a:pos x="T16" y="T17"/>
                </a:cxn>
                <a:cxn ang="T39">
                  <a:pos x="T18" y="T19"/>
                </a:cxn>
                <a:cxn ang="T40">
                  <a:pos x="T20" y="T21"/>
                </a:cxn>
                <a:cxn ang="T41">
                  <a:pos x="T22" y="T23"/>
                </a:cxn>
                <a:cxn ang="T42">
                  <a:pos x="T24" y="T25"/>
                </a:cxn>
                <a:cxn ang="T43">
                  <a:pos x="T26" y="T27"/>
                </a:cxn>
                <a:cxn ang="T44">
                  <a:pos x="T28" y="T29"/>
                </a:cxn>
              </a:cxnLst>
              <a:rect l="T45" t="T46" r="T47" b="T48"/>
              <a:pathLst>
                <a:path w="54" h="107">
                  <a:moveTo>
                    <a:pt x="0" y="0"/>
                  </a:moveTo>
                  <a:lnTo>
                    <a:pt x="12" y="2"/>
                  </a:lnTo>
                  <a:lnTo>
                    <a:pt x="23" y="7"/>
                  </a:lnTo>
                  <a:lnTo>
                    <a:pt x="33" y="13"/>
                  </a:lnTo>
                  <a:lnTo>
                    <a:pt x="41" y="21"/>
                  </a:lnTo>
                  <a:lnTo>
                    <a:pt x="48" y="31"/>
                  </a:lnTo>
                  <a:lnTo>
                    <a:pt x="52" y="43"/>
                  </a:lnTo>
                  <a:lnTo>
                    <a:pt x="54" y="54"/>
                  </a:lnTo>
                  <a:lnTo>
                    <a:pt x="52" y="66"/>
                  </a:lnTo>
                  <a:lnTo>
                    <a:pt x="48" y="78"/>
                  </a:lnTo>
                  <a:lnTo>
                    <a:pt x="41" y="87"/>
                  </a:lnTo>
                  <a:lnTo>
                    <a:pt x="33" y="96"/>
                  </a:lnTo>
                  <a:lnTo>
                    <a:pt x="23" y="102"/>
                  </a:lnTo>
                  <a:lnTo>
                    <a:pt x="12" y="106"/>
                  </a:lnTo>
                  <a:lnTo>
                    <a:pt x="0" y="107"/>
                  </a:lnTo>
                </a:path>
              </a:pathLst>
            </a:custGeom>
            <a:noFill/>
            <a:ln w="0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271" name="Freeform 273">
              <a:extLst>
                <a:ext uri="{FF2B5EF4-FFF2-40B4-BE49-F238E27FC236}">
                  <a16:creationId xmlns:a16="http://schemas.microsoft.com/office/drawing/2014/main" id="{0E8FFD20-4CD7-EB67-DE76-6FD3F19C5488}"/>
                </a:ext>
              </a:extLst>
            </p:cNvPr>
            <p:cNvSpPr>
              <a:spLocks/>
            </p:cNvSpPr>
            <p:nvPr/>
          </p:nvSpPr>
          <p:spPr bwMode="auto">
            <a:xfrm>
              <a:off x="3459" y="1380"/>
              <a:ext cx="38" cy="39"/>
            </a:xfrm>
            <a:custGeom>
              <a:avLst/>
              <a:gdLst>
                <a:gd name="T0" fmla="*/ 0 w 231"/>
                <a:gd name="T1" fmla="*/ 0 h 231"/>
                <a:gd name="T2" fmla="*/ 0 w 231"/>
                <a:gd name="T3" fmla="*/ 0 h 231"/>
                <a:gd name="T4" fmla="*/ 0 w 231"/>
                <a:gd name="T5" fmla="*/ 0 h 231"/>
                <a:gd name="T6" fmla="*/ 0 w 231"/>
                <a:gd name="T7" fmla="*/ 0 h 231"/>
                <a:gd name="T8" fmla="*/ 0 w 231"/>
                <a:gd name="T9" fmla="*/ 0 h 231"/>
                <a:gd name="T10" fmla="*/ 0 w 231"/>
                <a:gd name="T11" fmla="*/ 0 h 231"/>
                <a:gd name="T12" fmla="*/ 0 w 231"/>
                <a:gd name="T13" fmla="*/ 0 h 231"/>
                <a:gd name="T14" fmla="*/ 0 w 231"/>
                <a:gd name="T15" fmla="*/ 0 h 231"/>
                <a:gd name="T16" fmla="*/ 0 w 231"/>
                <a:gd name="T17" fmla="*/ 0 h 231"/>
                <a:gd name="T18" fmla="*/ 0 w 231"/>
                <a:gd name="T19" fmla="*/ 0 h 231"/>
                <a:gd name="T20" fmla="*/ 0 w 231"/>
                <a:gd name="T21" fmla="*/ 0 h 231"/>
                <a:gd name="T22" fmla="*/ 0 w 231"/>
                <a:gd name="T23" fmla="*/ 0 h 231"/>
                <a:gd name="T24" fmla="*/ 0 w 231"/>
                <a:gd name="T25" fmla="*/ 0 h 231"/>
                <a:gd name="T26" fmla="*/ 0 w 231"/>
                <a:gd name="T27" fmla="*/ 0 h 231"/>
                <a:gd name="T28" fmla="*/ 0 w 231"/>
                <a:gd name="T29" fmla="*/ 0 h 231"/>
                <a:gd name="T30" fmla="*/ 0 w 231"/>
                <a:gd name="T31" fmla="*/ 0 h 231"/>
                <a:gd name="T32" fmla="*/ 0 w 231"/>
                <a:gd name="T33" fmla="*/ 0 h 231"/>
                <a:gd name="T34" fmla="*/ 0 w 231"/>
                <a:gd name="T35" fmla="*/ 0 h 231"/>
                <a:gd name="T36" fmla="*/ 0 w 231"/>
                <a:gd name="T37" fmla="*/ 0 h 231"/>
                <a:gd name="T38" fmla="*/ 0 w 231"/>
                <a:gd name="T39" fmla="*/ 0 h 231"/>
                <a:gd name="T40" fmla="*/ 0 w 231"/>
                <a:gd name="T41" fmla="*/ 0 h 231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w 231"/>
                <a:gd name="T64" fmla="*/ 0 h 231"/>
                <a:gd name="T65" fmla="*/ 231 w 231"/>
                <a:gd name="T66" fmla="*/ 231 h 231"/>
              </a:gdLst>
              <a:ahLst/>
              <a:cxnLst>
                <a:cxn ang="T42">
                  <a:pos x="T0" y="T1"/>
                </a:cxn>
                <a:cxn ang="T43">
                  <a:pos x="T2" y="T3"/>
                </a:cxn>
                <a:cxn ang="T44">
                  <a:pos x="T4" y="T5"/>
                </a:cxn>
                <a:cxn ang="T45">
                  <a:pos x="T6" y="T7"/>
                </a:cxn>
                <a:cxn ang="T46">
                  <a:pos x="T8" y="T9"/>
                </a:cxn>
                <a:cxn ang="T47">
                  <a:pos x="T10" y="T11"/>
                </a:cxn>
                <a:cxn ang="T48">
                  <a:pos x="T12" y="T13"/>
                </a:cxn>
                <a:cxn ang="T49">
                  <a:pos x="T14" y="T15"/>
                </a:cxn>
                <a:cxn ang="T50">
                  <a:pos x="T16" y="T17"/>
                </a:cxn>
                <a:cxn ang="T51">
                  <a:pos x="T18" y="T19"/>
                </a:cxn>
                <a:cxn ang="T52">
                  <a:pos x="T20" y="T21"/>
                </a:cxn>
                <a:cxn ang="T53">
                  <a:pos x="T22" y="T23"/>
                </a:cxn>
                <a:cxn ang="T54">
                  <a:pos x="T24" y="T25"/>
                </a:cxn>
                <a:cxn ang="T55">
                  <a:pos x="T26" y="T27"/>
                </a:cxn>
                <a:cxn ang="T56">
                  <a:pos x="T28" y="T29"/>
                </a:cxn>
                <a:cxn ang="T57">
                  <a:pos x="T30" y="T31"/>
                </a:cxn>
                <a:cxn ang="T58">
                  <a:pos x="T32" y="T33"/>
                </a:cxn>
                <a:cxn ang="T59">
                  <a:pos x="T34" y="T35"/>
                </a:cxn>
                <a:cxn ang="T60">
                  <a:pos x="T36" y="T37"/>
                </a:cxn>
                <a:cxn ang="T61">
                  <a:pos x="T38" y="T39"/>
                </a:cxn>
                <a:cxn ang="T62">
                  <a:pos x="T40" y="T41"/>
                </a:cxn>
              </a:cxnLst>
              <a:rect l="T63" t="T64" r="T65" b="T66"/>
              <a:pathLst>
                <a:path w="231" h="231">
                  <a:moveTo>
                    <a:pt x="231" y="115"/>
                  </a:moveTo>
                  <a:lnTo>
                    <a:pt x="224" y="80"/>
                  </a:lnTo>
                  <a:lnTo>
                    <a:pt x="209" y="47"/>
                  </a:lnTo>
                  <a:lnTo>
                    <a:pt x="183" y="22"/>
                  </a:lnTo>
                  <a:lnTo>
                    <a:pt x="150" y="6"/>
                  </a:lnTo>
                  <a:lnTo>
                    <a:pt x="115" y="0"/>
                  </a:lnTo>
                  <a:lnTo>
                    <a:pt x="79" y="6"/>
                  </a:lnTo>
                  <a:lnTo>
                    <a:pt x="48" y="22"/>
                  </a:lnTo>
                  <a:lnTo>
                    <a:pt x="22" y="47"/>
                  </a:lnTo>
                  <a:lnTo>
                    <a:pt x="5" y="80"/>
                  </a:lnTo>
                  <a:lnTo>
                    <a:pt x="0" y="115"/>
                  </a:lnTo>
                  <a:lnTo>
                    <a:pt x="5" y="151"/>
                  </a:lnTo>
                  <a:lnTo>
                    <a:pt x="22" y="183"/>
                  </a:lnTo>
                  <a:lnTo>
                    <a:pt x="48" y="209"/>
                  </a:lnTo>
                  <a:lnTo>
                    <a:pt x="79" y="225"/>
                  </a:lnTo>
                  <a:lnTo>
                    <a:pt x="115" y="231"/>
                  </a:lnTo>
                  <a:lnTo>
                    <a:pt x="150" y="225"/>
                  </a:lnTo>
                  <a:lnTo>
                    <a:pt x="183" y="209"/>
                  </a:lnTo>
                  <a:lnTo>
                    <a:pt x="209" y="183"/>
                  </a:lnTo>
                  <a:lnTo>
                    <a:pt x="224" y="151"/>
                  </a:lnTo>
                  <a:lnTo>
                    <a:pt x="231" y="115"/>
                  </a:lnTo>
                  <a:close/>
                </a:path>
              </a:pathLst>
            </a:custGeom>
            <a:noFill/>
            <a:ln w="0">
              <a:solidFill>
                <a:srgbClr val="0000FF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272" name="Freeform 274">
              <a:extLst>
                <a:ext uri="{FF2B5EF4-FFF2-40B4-BE49-F238E27FC236}">
                  <a16:creationId xmlns:a16="http://schemas.microsoft.com/office/drawing/2014/main" id="{076244B9-C644-B32E-9669-3C8DCD233115}"/>
                </a:ext>
              </a:extLst>
            </p:cNvPr>
            <p:cNvSpPr>
              <a:spLocks/>
            </p:cNvSpPr>
            <p:nvPr/>
          </p:nvSpPr>
          <p:spPr bwMode="auto">
            <a:xfrm>
              <a:off x="3489" y="1391"/>
              <a:ext cx="8" cy="18"/>
            </a:xfrm>
            <a:custGeom>
              <a:avLst/>
              <a:gdLst>
                <a:gd name="T0" fmla="*/ 0 w 53"/>
                <a:gd name="T1" fmla="*/ 0 h 107"/>
                <a:gd name="T2" fmla="*/ 0 w 53"/>
                <a:gd name="T3" fmla="*/ 0 h 107"/>
                <a:gd name="T4" fmla="*/ 0 w 53"/>
                <a:gd name="T5" fmla="*/ 0 h 107"/>
                <a:gd name="T6" fmla="*/ 0 w 53"/>
                <a:gd name="T7" fmla="*/ 0 h 107"/>
                <a:gd name="T8" fmla="*/ 0 w 53"/>
                <a:gd name="T9" fmla="*/ 0 h 107"/>
                <a:gd name="T10" fmla="*/ 0 w 53"/>
                <a:gd name="T11" fmla="*/ 0 h 107"/>
                <a:gd name="T12" fmla="*/ 0 w 53"/>
                <a:gd name="T13" fmla="*/ 0 h 107"/>
                <a:gd name="T14" fmla="*/ 0 w 53"/>
                <a:gd name="T15" fmla="*/ 0 h 107"/>
                <a:gd name="T16" fmla="*/ 0 w 53"/>
                <a:gd name="T17" fmla="*/ 0 h 107"/>
                <a:gd name="T18" fmla="*/ 0 w 53"/>
                <a:gd name="T19" fmla="*/ 0 h 107"/>
                <a:gd name="T20" fmla="*/ 0 w 53"/>
                <a:gd name="T21" fmla="*/ 0 h 107"/>
                <a:gd name="T22" fmla="*/ 0 w 53"/>
                <a:gd name="T23" fmla="*/ 0 h 107"/>
                <a:gd name="T24" fmla="*/ 0 w 53"/>
                <a:gd name="T25" fmla="*/ 0 h 107"/>
                <a:gd name="T26" fmla="*/ 0 w 53"/>
                <a:gd name="T27" fmla="*/ 0 h 107"/>
                <a:gd name="T28" fmla="*/ 0 w 53"/>
                <a:gd name="T29" fmla="*/ 0 h 107"/>
                <a:gd name="T30" fmla="*/ 0 w 53"/>
                <a:gd name="T31" fmla="*/ 0 h 107"/>
                <a:gd name="T32" fmla="*/ 0 w 53"/>
                <a:gd name="T33" fmla="*/ 0 h 107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w 53"/>
                <a:gd name="T52" fmla="*/ 0 h 107"/>
                <a:gd name="T53" fmla="*/ 53 w 53"/>
                <a:gd name="T54" fmla="*/ 107 h 107"/>
              </a:gdLst>
              <a:ahLst/>
              <a:cxnLst>
                <a:cxn ang="T34">
                  <a:pos x="T0" y="T1"/>
                </a:cxn>
                <a:cxn ang="T35">
                  <a:pos x="T2" y="T3"/>
                </a:cxn>
                <a:cxn ang="T36">
                  <a:pos x="T4" y="T5"/>
                </a:cxn>
                <a:cxn ang="T37">
                  <a:pos x="T6" y="T7"/>
                </a:cxn>
                <a:cxn ang="T38">
                  <a:pos x="T8" y="T9"/>
                </a:cxn>
                <a:cxn ang="T39">
                  <a:pos x="T10" y="T11"/>
                </a:cxn>
                <a:cxn ang="T40">
                  <a:pos x="T12" y="T13"/>
                </a:cxn>
                <a:cxn ang="T41">
                  <a:pos x="T14" y="T15"/>
                </a:cxn>
                <a:cxn ang="T42">
                  <a:pos x="T16" y="T17"/>
                </a:cxn>
                <a:cxn ang="T43">
                  <a:pos x="T18" y="T19"/>
                </a:cxn>
                <a:cxn ang="T44">
                  <a:pos x="T20" y="T21"/>
                </a:cxn>
                <a:cxn ang="T45">
                  <a:pos x="T22" y="T23"/>
                </a:cxn>
                <a:cxn ang="T46">
                  <a:pos x="T24" y="T25"/>
                </a:cxn>
                <a:cxn ang="T47">
                  <a:pos x="T26" y="T27"/>
                </a:cxn>
                <a:cxn ang="T48">
                  <a:pos x="T28" y="T29"/>
                </a:cxn>
                <a:cxn ang="T49">
                  <a:pos x="T30" y="T31"/>
                </a:cxn>
                <a:cxn ang="T50">
                  <a:pos x="T32" y="T33"/>
                </a:cxn>
              </a:cxnLst>
              <a:rect l="T51" t="T52" r="T53" b="T54"/>
              <a:pathLst>
                <a:path w="53" h="107">
                  <a:moveTo>
                    <a:pt x="53" y="54"/>
                  </a:moveTo>
                  <a:lnTo>
                    <a:pt x="53" y="107"/>
                  </a:lnTo>
                  <a:lnTo>
                    <a:pt x="41" y="106"/>
                  </a:lnTo>
                  <a:lnTo>
                    <a:pt x="30" y="102"/>
                  </a:lnTo>
                  <a:lnTo>
                    <a:pt x="20" y="96"/>
                  </a:lnTo>
                  <a:lnTo>
                    <a:pt x="12" y="87"/>
                  </a:lnTo>
                  <a:lnTo>
                    <a:pt x="5" y="78"/>
                  </a:lnTo>
                  <a:lnTo>
                    <a:pt x="1" y="66"/>
                  </a:lnTo>
                  <a:lnTo>
                    <a:pt x="0" y="54"/>
                  </a:lnTo>
                  <a:lnTo>
                    <a:pt x="1" y="43"/>
                  </a:lnTo>
                  <a:lnTo>
                    <a:pt x="5" y="31"/>
                  </a:lnTo>
                  <a:lnTo>
                    <a:pt x="12" y="21"/>
                  </a:lnTo>
                  <a:lnTo>
                    <a:pt x="20" y="13"/>
                  </a:lnTo>
                  <a:lnTo>
                    <a:pt x="30" y="7"/>
                  </a:lnTo>
                  <a:lnTo>
                    <a:pt x="41" y="2"/>
                  </a:lnTo>
                  <a:lnTo>
                    <a:pt x="53" y="0"/>
                  </a:lnTo>
                  <a:lnTo>
                    <a:pt x="53" y="54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273" name="Freeform 275">
              <a:extLst>
                <a:ext uri="{FF2B5EF4-FFF2-40B4-BE49-F238E27FC236}">
                  <a16:creationId xmlns:a16="http://schemas.microsoft.com/office/drawing/2014/main" id="{8C40E581-8890-5208-5CBA-CA938418E4E9}"/>
                </a:ext>
              </a:extLst>
            </p:cNvPr>
            <p:cNvSpPr>
              <a:spLocks/>
            </p:cNvSpPr>
            <p:nvPr/>
          </p:nvSpPr>
          <p:spPr bwMode="auto">
            <a:xfrm>
              <a:off x="3489" y="1391"/>
              <a:ext cx="8" cy="18"/>
            </a:xfrm>
            <a:custGeom>
              <a:avLst/>
              <a:gdLst>
                <a:gd name="T0" fmla="*/ 0 w 53"/>
                <a:gd name="T1" fmla="*/ 0 h 107"/>
                <a:gd name="T2" fmla="*/ 0 w 53"/>
                <a:gd name="T3" fmla="*/ 0 h 107"/>
                <a:gd name="T4" fmla="*/ 0 w 53"/>
                <a:gd name="T5" fmla="*/ 0 h 107"/>
                <a:gd name="T6" fmla="*/ 0 w 53"/>
                <a:gd name="T7" fmla="*/ 0 h 107"/>
                <a:gd name="T8" fmla="*/ 0 w 53"/>
                <a:gd name="T9" fmla="*/ 0 h 107"/>
                <a:gd name="T10" fmla="*/ 0 w 53"/>
                <a:gd name="T11" fmla="*/ 0 h 107"/>
                <a:gd name="T12" fmla="*/ 0 w 53"/>
                <a:gd name="T13" fmla="*/ 0 h 107"/>
                <a:gd name="T14" fmla="*/ 0 w 53"/>
                <a:gd name="T15" fmla="*/ 0 h 107"/>
                <a:gd name="T16" fmla="*/ 0 w 53"/>
                <a:gd name="T17" fmla="*/ 0 h 107"/>
                <a:gd name="T18" fmla="*/ 0 w 53"/>
                <a:gd name="T19" fmla="*/ 0 h 107"/>
                <a:gd name="T20" fmla="*/ 0 w 53"/>
                <a:gd name="T21" fmla="*/ 0 h 107"/>
                <a:gd name="T22" fmla="*/ 0 w 53"/>
                <a:gd name="T23" fmla="*/ 0 h 107"/>
                <a:gd name="T24" fmla="*/ 0 w 53"/>
                <a:gd name="T25" fmla="*/ 0 h 107"/>
                <a:gd name="T26" fmla="*/ 0 w 53"/>
                <a:gd name="T27" fmla="*/ 0 h 107"/>
                <a:gd name="T28" fmla="*/ 0 w 53"/>
                <a:gd name="T29" fmla="*/ 0 h 107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w 53"/>
                <a:gd name="T46" fmla="*/ 0 h 107"/>
                <a:gd name="T47" fmla="*/ 53 w 53"/>
                <a:gd name="T48" fmla="*/ 107 h 107"/>
              </a:gdLst>
              <a:ahLst/>
              <a:cxnLst>
                <a:cxn ang="T30">
                  <a:pos x="T0" y="T1"/>
                </a:cxn>
                <a:cxn ang="T31">
                  <a:pos x="T2" y="T3"/>
                </a:cxn>
                <a:cxn ang="T32">
                  <a:pos x="T4" y="T5"/>
                </a:cxn>
                <a:cxn ang="T33">
                  <a:pos x="T6" y="T7"/>
                </a:cxn>
                <a:cxn ang="T34">
                  <a:pos x="T8" y="T9"/>
                </a:cxn>
                <a:cxn ang="T35">
                  <a:pos x="T10" y="T11"/>
                </a:cxn>
                <a:cxn ang="T36">
                  <a:pos x="T12" y="T13"/>
                </a:cxn>
                <a:cxn ang="T37">
                  <a:pos x="T14" y="T15"/>
                </a:cxn>
                <a:cxn ang="T38">
                  <a:pos x="T16" y="T17"/>
                </a:cxn>
                <a:cxn ang="T39">
                  <a:pos x="T18" y="T19"/>
                </a:cxn>
                <a:cxn ang="T40">
                  <a:pos x="T20" y="T21"/>
                </a:cxn>
                <a:cxn ang="T41">
                  <a:pos x="T22" y="T23"/>
                </a:cxn>
                <a:cxn ang="T42">
                  <a:pos x="T24" y="T25"/>
                </a:cxn>
                <a:cxn ang="T43">
                  <a:pos x="T26" y="T27"/>
                </a:cxn>
                <a:cxn ang="T44">
                  <a:pos x="T28" y="T29"/>
                </a:cxn>
              </a:cxnLst>
              <a:rect l="T45" t="T46" r="T47" b="T48"/>
              <a:pathLst>
                <a:path w="53" h="107">
                  <a:moveTo>
                    <a:pt x="53" y="107"/>
                  </a:moveTo>
                  <a:lnTo>
                    <a:pt x="41" y="106"/>
                  </a:lnTo>
                  <a:lnTo>
                    <a:pt x="30" y="102"/>
                  </a:lnTo>
                  <a:lnTo>
                    <a:pt x="20" y="96"/>
                  </a:lnTo>
                  <a:lnTo>
                    <a:pt x="12" y="87"/>
                  </a:lnTo>
                  <a:lnTo>
                    <a:pt x="5" y="78"/>
                  </a:lnTo>
                  <a:lnTo>
                    <a:pt x="1" y="66"/>
                  </a:lnTo>
                  <a:lnTo>
                    <a:pt x="0" y="54"/>
                  </a:lnTo>
                  <a:lnTo>
                    <a:pt x="1" y="43"/>
                  </a:lnTo>
                  <a:lnTo>
                    <a:pt x="5" y="31"/>
                  </a:lnTo>
                  <a:lnTo>
                    <a:pt x="12" y="21"/>
                  </a:lnTo>
                  <a:lnTo>
                    <a:pt x="20" y="13"/>
                  </a:lnTo>
                  <a:lnTo>
                    <a:pt x="30" y="7"/>
                  </a:lnTo>
                  <a:lnTo>
                    <a:pt x="41" y="2"/>
                  </a:lnTo>
                  <a:lnTo>
                    <a:pt x="53" y="0"/>
                  </a:lnTo>
                </a:path>
              </a:pathLst>
            </a:custGeom>
            <a:noFill/>
            <a:ln w="0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274" name="Freeform 276">
              <a:extLst>
                <a:ext uri="{FF2B5EF4-FFF2-40B4-BE49-F238E27FC236}">
                  <a16:creationId xmlns:a16="http://schemas.microsoft.com/office/drawing/2014/main" id="{30EA060E-B907-71FB-B591-CC48DA532879}"/>
                </a:ext>
              </a:extLst>
            </p:cNvPr>
            <p:cNvSpPr>
              <a:spLocks/>
            </p:cNvSpPr>
            <p:nvPr/>
          </p:nvSpPr>
          <p:spPr bwMode="auto">
            <a:xfrm>
              <a:off x="3497" y="1391"/>
              <a:ext cx="195" cy="18"/>
            </a:xfrm>
            <a:custGeom>
              <a:avLst/>
              <a:gdLst>
                <a:gd name="T0" fmla="*/ 0 w 1167"/>
                <a:gd name="T1" fmla="*/ 0 h 107"/>
                <a:gd name="T2" fmla="*/ 0 w 1167"/>
                <a:gd name="T3" fmla="*/ 0 h 107"/>
                <a:gd name="T4" fmla="*/ 0 w 1167"/>
                <a:gd name="T5" fmla="*/ 0 h 107"/>
                <a:gd name="T6" fmla="*/ 0 w 1167"/>
                <a:gd name="T7" fmla="*/ 0 h 107"/>
                <a:gd name="T8" fmla="*/ 0 w 1167"/>
                <a:gd name="T9" fmla="*/ 0 h 107"/>
                <a:gd name="T10" fmla="*/ 0 w 1167"/>
                <a:gd name="T11" fmla="*/ 0 h 107"/>
                <a:gd name="T12" fmla="*/ 0 w 1167"/>
                <a:gd name="T13" fmla="*/ 0 h 107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1167"/>
                <a:gd name="T22" fmla="*/ 0 h 107"/>
                <a:gd name="T23" fmla="*/ 1167 w 1167"/>
                <a:gd name="T24" fmla="*/ 107 h 107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1167" h="107">
                  <a:moveTo>
                    <a:pt x="0" y="0"/>
                  </a:moveTo>
                  <a:lnTo>
                    <a:pt x="0" y="54"/>
                  </a:lnTo>
                  <a:lnTo>
                    <a:pt x="0" y="107"/>
                  </a:lnTo>
                  <a:lnTo>
                    <a:pt x="1167" y="107"/>
                  </a:lnTo>
                  <a:lnTo>
                    <a:pt x="1167" y="54"/>
                  </a:lnTo>
                  <a:lnTo>
                    <a:pt x="11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275" name="Freeform 277">
              <a:extLst>
                <a:ext uri="{FF2B5EF4-FFF2-40B4-BE49-F238E27FC236}">
                  <a16:creationId xmlns:a16="http://schemas.microsoft.com/office/drawing/2014/main" id="{35068BA8-18A7-5C23-00DE-06E96198E7B5}"/>
                </a:ext>
              </a:extLst>
            </p:cNvPr>
            <p:cNvSpPr>
              <a:spLocks/>
            </p:cNvSpPr>
            <p:nvPr/>
          </p:nvSpPr>
          <p:spPr bwMode="auto">
            <a:xfrm>
              <a:off x="3497" y="1391"/>
              <a:ext cx="195" cy="18"/>
            </a:xfrm>
            <a:custGeom>
              <a:avLst/>
              <a:gdLst>
                <a:gd name="T0" fmla="*/ 0 w 1167"/>
                <a:gd name="T1" fmla="*/ 0 h 107"/>
                <a:gd name="T2" fmla="*/ 0 w 1167"/>
                <a:gd name="T3" fmla="*/ 0 h 107"/>
                <a:gd name="T4" fmla="*/ 0 w 1167"/>
                <a:gd name="T5" fmla="*/ 0 h 107"/>
                <a:gd name="T6" fmla="*/ 0 w 1167"/>
                <a:gd name="T7" fmla="*/ 0 h 107"/>
                <a:gd name="T8" fmla="*/ 0 w 1167"/>
                <a:gd name="T9" fmla="*/ 0 h 107"/>
                <a:gd name="T10" fmla="*/ 0 w 1167"/>
                <a:gd name="T11" fmla="*/ 0 h 107"/>
                <a:gd name="T12" fmla="*/ 0 w 1167"/>
                <a:gd name="T13" fmla="*/ 0 h 107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1167"/>
                <a:gd name="T22" fmla="*/ 0 h 107"/>
                <a:gd name="T23" fmla="*/ 1167 w 1167"/>
                <a:gd name="T24" fmla="*/ 107 h 107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1167" h="107">
                  <a:moveTo>
                    <a:pt x="0" y="0"/>
                  </a:moveTo>
                  <a:lnTo>
                    <a:pt x="0" y="54"/>
                  </a:lnTo>
                  <a:lnTo>
                    <a:pt x="0" y="107"/>
                  </a:lnTo>
                  <a:lnTo>
                    <a:pt x="1167" y="107"/>
                  </a:lnTo>
                  <a:lnTo>
                    <a:pt x="1167" y="54"/>
                  </a:lnTo>
                  <a:lnTo>
                    <a:pt x="1167" y="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276" name="Freeform 278">
              <a:extLst>
                <a:ext uri="{FF2B5EF4-FFF2-40B4-BE49-F238E27FC236}">
                  <a16:creationId xmlns:a16="http://schemas.microsoft.com/office/drawing/2014/main" id="{6646A962-ECC7-424A-525A-0F935D1D4FA8}"/>
                </a:ext>
              </a:extLst>
            </p:cNvPr>
            <p:cNvSpPr>
              <a:spLocks/>
            </p:cNvSpPr>
            <p:nvPr/>
          </p:nvSpPr>
          <p:spPr bwMode="auto">
            <a:xfrm>
              <a:off x="3692" y="1391"/>
              <a:ext cx="9" cy="18"/>
            </a:xfrm>
            <a:custGeom>
              <a:avLst/>
              <a:gdLst>
                <a:gd name="T0" fmla="*/ 0 w 54"/>
                <a:gd name="T1" fmla="*/ 0 h 107"/>
                <a:gd name="T2" fmla="*/ 0 w 54"/>
                <a:gd name="T3" fmla="*/ 0 h 107"/>
                <a:gd name="T4" fmla="*/ 0 w 54"/>
                <a:gd name="T5" fmla="*/ 0 h 107"/>
                <a:gd name="T6" fmla="*/ 0 w 54"/>
                <a:gd name="T7" fmla="*/ 0 h 107"/>
                <a:gd name="T8" fmla="*/ 0 w 54"/>
                <a:gd name="T9" fmla="*/ 0 h 107"/>
                <a:gd name="T10" fmla="*/ 0 w 54"/>
                <a:gd name="T11" fmla="*/ 0 h 107"/>
                <a:gd name="T12" fmla="*/ 0 w 54"/>
                <a:gd name="T13" fmla="*/ 0 h 107"/>
                <a:gd name="T14" fmla="*/ 0 w 54"/>
                <a:gd name="T15" fmla="*/ 0 h 107"/>
                <a:gd name="T16" fmla="*/ 0 w 54"/>
                <a:gd name="T17" fmla="*/ 0 h 107"/>
                <a:gd name="T18" fmla="*/ 0 w 54"/>
                <a:gd name="T19" fmla="*/ 0 h 107"/>
                <a:gd name="T20" fmla="*/ 0 w 54"/>
                <a:gd name="T21" fmla="*/ 0 h 107"/>
                <a:gd name="T22" fmla="*/ 0 w 54"/>
                <a:gd name="T23" fmla="*/ 0 h 107"/>
                <a:gd name="T24" fmla="*/ 0 w 54"/>
                <a:gd name="T25" fmla="*/ 0 h 107"/>
                <a:gd name="T26" fmla="*/ 0 w 54"/>
                <a:gd name="T27" fmla="*/ 0 h 107"/>
                <a:gd name="T28" fmla="*/ 0 w 54"/>
                <a:gd name="T29" fmla="*/ 0 h 107"/>
                <a:gd name="T30" fmla="*/ 0 w 54"/>
                <a:gd name="T31" fmla="*/ 0 h 107"/>
                <a:gd name="T32" fmla="*/ 0 w 54"/>
                <a:gd name="T33" fmla="*/ 0 h 107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w 54"/>
                <a:gd name="T52" fmla="*/ 0 h 107"/>
                <a:gd name="T53" fmla="*/ 54 w 54"/>
                <a:gd name="T54" fmla="*/ 107 h 107"/>
              </a:gdLst>
              <a:ahLst/>
              <a:cxnLst>
                <a:cxn ang="T34">
                  <a:pos x="T0" y="T1"/>
                </a:cxn>
                <a:cxn ang="T35">
                  <a:pos x="T2" y="T3"/>
                </a:cxn>
                <a:cxn ang="T36">
                  <a:pos x="T4" y="T5"/>
                </a:cxn>
                <a:cxn ang="T37">
                  <a:pos x="T6" y="T7"/>
                </a:cxn>
                <a:cxn ang="T38">
                  <a:pos x="T8" y="T9"/>
                </a:cxn>
                <a:cxn ang="T39">
                  <a:pos x="T10" y="T11"/>
                </a:cxn>
                <a:cxn ang="T40">
                  <a:pos x="T12" y="T13"/>
                </a:cxn>
                <a:cxn ang="T41">
                  <a:pos x="T14" y="T15"/>
                </a:cxn>
                <a:cxn ang="T42">
                  <a:pos x="T16" y="T17"/>
                </a:cxn>
                <a:cxn ang="T43">
                  <a:pos x="T18" y="T19"/>
                </a:cxn>
                <a:cxn ang="T44">
                  <a:pos x="T20" y="T21"/>
                </a:cxn>
                <a:cxn ang="T45">
                  <a:pos x="T22" y="T23"/>
                </a:cxn>
                <a:cxn ang="T46">
                  <a:pos x="T24" y="T25"/>
                </a:cxn>
                <a:cxn ang="T47">
                  <a:pos x="T26" y="T27"/>
                </a:cxn>
                <a:cxn ang="T48">
                  <a:pos x="T28" y="T29"/>
                </a:cxn>
                <a:cxn ang="T49">
                  <a:pos x="T30" y="T31"/>
                </a:cxn>
                <a:cxn ang="T50">
                  <a:pos x="T32" y="T33"/>
                </a:cxn>
              </a:cxnLst>
              <a:rect l="T51" t="T52" r="T53" b="T54"/>
              <a:pathLst>
                <a:path w="54" h="107">
                  <a:moveTo>
                    <a:pt x="0" y="54"/>
                  </a:moveTo>
                  <a:lnTo>
                    <a:pt x="0" y="0"/>
                  </a:lnTo>
                  <a:lnTo>
                    <a:pt x="11" y="2"/>
                  </a:lnTo>
                  <a:lnTo>
                    <a:pt x="23" y="7"/>
                  </a:lnTo>
                  <a:lnTo>
                    <a:pt x="32" y="13"/>
                  </a:lnTo>
                  <a:lnTo>
                    <a:pt x="41" y="21"/>
                  </a:lnTo>
                  <a:lnTo>
                    <a:pt x="47" y="31"/>
                  </a:lnTo>
                  <a:lnTo>
                    <a:pt x="52" y="43"/>
                  </a:lnTo>
                  <a:lnTo>
                    <a:pt x="54" y="54"/>
                  </a:lnTo>
                  <a:lnTo>
                    <a:pt x="52" y="66"/>
                  </a:lnTo>
                  <a:lnTo>
                    <a:pt x="47" y="78"/>
                  </a:lnTo>
                  <a:lnTo>
                    <a:pt x="41" y="87"/>
                  </a:lnTo>
                  <a:lnTo>
                    <a:pt x="32" y="96"/>
                  </a:lnTo>
                  <a:lnTo>
                    <a:pt x="23" y="102"/>
                  </a:lnTo>
                  <a:lnTo>
                    <a:pt x="11" y="106"/>
                  </a:lnTo>
                  <a:lnTo>
                    <a:pt x="0" y="107"/>
                  </a:lnTo>
                  <a:lnTo>
                    <a:pt x="0" y="54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277" name="Freeform 279">
              <a:extLst>
                <a:ext uri="{FF2B5EF4-FFF2-40B4-BE49-F238E27FC236}">
                  <a16:creationId xmlns:a16="http://schemas.microsoft.com/office/drawing/2014/main" id="{DE6C5ABE-AA48-50D3-45D3-27EF5DC70F6C}"/>
                </a:ext>
              </a:extLst>
            </p:cNvPr>
            <p:cNvSpPr>
              <a:spLocks/>
            </p:cNvSpPr>
            <p:nvPr/>
          </p:nvSpPr>
          <p:spPr bwMode="auto">
            <a:xfrm>
              <a:off x="3692" y="1391"/>
              <a:ext cx="9" cy="18"/>
            </a:xfrm>
            <a:custGeom>
              <a:avLst/>
              <a:gdLst>
                <a:gd name="T0" fmla="*/ 0 w 54"/>
                <a:gd name="T1" fmla="*/ 0 h 107"/>
                <a:gd name="T2" fmla="*/ 0 w 54"/>
                <a:gd name="T3" fmla="*/ 0 h 107"/>
                <a:gd name="T4" fmla="*/ 0 w 54"/>
                <a:gd name="T5" fmla="*/ 0 h 107"/>
                <a:gd name="T6" fmla="*/ 0 w 54"/>
                <a:gd name="T7" fmla="*/ 0 h 107"/>
                <a:gd name="T8" fmla="*/ 0 w 54"/>
                <a:gd name="T9" fmla="*/ 0 h 107"/>
                <a:gd name="T10" fmla="*/ 0 w 54"/>
                <a:gd name="T11" fmla="*/ 0 h 107"/>
                <a:gd name="T12" fmla="*/ 0 w 54"/>
                <a:gd name="T13" fmla="*/ 0 h 107"/>
                <a:gd name="T14" fmla="*/ 0 w 54"/>
                <a:gd name="T15" fmla="*/ 0 h 107"/>
                <a:gd name="T16" fmla="*/ 0 w 54"/>
                <a:gd name="T17" fmla="*/ 0 h 107"/>
                <a:gd name="T18" fmla="*/ 0 w 54"/>
                <a:gd name="T19" fmla="*/ 0 h 107"/>
                <a:gd name="T20" fmla="*/ 0 w 54"/>
                <a:gd name="T21" fmla="*/ 0 h 107"/>
                <a:gd name="T22" fmla="*/ 0 w 54"/>
                <a:gd name="T23" fmla="*/ 0 h 107"/>
                <a:gd name="T24" fmla="*/ 0 w 54"/>
                <a:gd name="T25" fmla="*/ 0 h 107"/>
                <a:gd name="T26" fmla="*/ 0 w 54"/>
                <a:gd name="T27" fmla="*/ 0 h 107"/>
                <a:gd name="T28" fmla="*/ 0 w 54"/>
                <a:gd name="T29" fmla="*/ 0 h 107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w 54"/>
                <a:gd name="T46" fmla="*/ 0 h 107"/>
                <a:gd name="T47" fmla="*/ 54 w 54"/>
                <a:gd name="T48" fmla="*/ 107 h 107"/>
              </a:gdLst>
              <a:ahLst/>
              <a:cxnLst>
                <a:cxn ang="T30">
                  <a:pos x="T0" y="T1"/>
                </a:cxn>
                <a:cxn ang="T31">
                  <a:pos x="T2" y="T3"/>
                </a:cxn>
                <a:cxn ang="T32">
                  <a:pos x="T4" y="T5"/>
                </a:cxn>
                <a:cxn ang="T33">
                  <a:pos x="T6" y="T7"/>
                </a:cxn>
                <a:cxn ang="T34">
                  <a:pos x="T8" y="T9"/>
                </a:cxn>
                <a:cxn ang="T35">
                  <a:pos x="T10" y="T11"/>
                </a:cxn>
                <a:cxn ang="T36">
                  <a:pos x="T12" y="T13"/>
                </a:cxn>
                <a:cxn ang="T37">
                  <a:pos x="T14" y="T15"/>
                </a:cxn>
                <a:cxn ang="T38">
                  <a:pos x="T16" y="T17"/>
                </a:cxn>
                <a:cxn ang="T39">
                  <a:pos x="T18" y="T19"/>
                </a:cxn>
                <a:cxn ang="T40">
                  <a:pos x="T20" y="T21"/>
                </a:cxn>
                <a:cxn ang="T41">
                  <a:pos x="T22" y="T23"/>
                </a:cxn>
                <a:cxn ang="T42">
                  <a:pos x="T24" y="T25"/>
                </a:cxn>
                <a:cxn ang="T43">
                  <a:pos x="T26" y="T27"/>
                </a:cxn>
                <a:cxn ang="T44">
                  <a:pos x="T28" y="T29"/>
                </a:cxn>
              </a:cxnLst>
              <a:rect l="T45" t="T46" r="T47" b="T48"/>
              <a:pathLst>
                <a:path w="54" h="107">
                  <a:moveTo>
                    <a:pt x="0" y="0"/>
                  </a:moveTo>
                  <a:lnTo>
                    <a:pt x="11" y="2"/>
                  </a:lnTo>
                  <a:lnTo>
                    <a:pt x="23" y="7"/>
                  </a:lnTo>
                  <a:lnTo>
                    <a:pt x="32" y="13"/>
                  </a:lnTo>
                  <a:lnTo>
                    <a:pt x="41" y="21"/>
                  </a:lnTo>
                  <a:lnTo>
                    <a:pt x="47" y="31"/>
                  </a:lnTo>
                  <a:lnTo>
                    <a:pt x="52" y="43"/>
                  </a:lnTo>
                  <a:lnTo>
                    <a:pt x="54" y="54"/>
                  </a:lnTo>
                  <a:lnTo>
                    <a:pt x="52" y="66"/>
                  </a:lnTo>
                  <a:lnTo>
                    <a:pt x="47" y="78"/>
                  </a:lnTo>
                  <a:lnTo>
                    <a:pt x="41" y="87"/>
                  </a:lnTo>
                  <a:lnTo>
                    <a:pt x="32" y="96"/>
                  </a:lnTo>
                  <a:lnTo>
                    <a:pt x="23" y="102"/>
                  </a:lnTo>
                  <a:lnTo>
                    <a:pt x="11" y="106"/>
                  </a:lnTo>
                  <a:lnTo>
                    <a:pt x="0" y="107"/>
                  </a:lnTo>
                </a:path>
              </a:pathLst>
            </a:custGeom>
            <a:noFill/>
            <a:ln w="0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</p:grpSp>
      <p:grpSp>
        <p:nvGrpSpPr>
          <p:cNvPr id="278" name="Group 280">
            <a:extLst>
              <a:ext uri="{FF2B5EF4-FFF2-40B4-BE49-F238E27FC236}">
                <a16:creationId xmlns:a16="http://schemas.microsoft.com/office/drawing/2014/main" id="{C2BE399A-FA46-4A0C-7F6C-5396485BE501}"/>
              </a:ext>
            </a:extLst>
          </p:cNvPr>
          <p:cNvGrpSpPr>
            <a:grpSpLocks/>
          </p:cNvGrpSpPr>
          <p:nvPr/>
        </p:nvGrpSpPr>
        <p:grpSpPr bwMode="auto">
          <a:xfrm>
            <a:off x="17549391" y="1954638"/>
            <a:ext cx="2085974" cy="2536824"/>
            <a:chOff x="3913" y="891"/>
            <a:chExt cx="657" cy="799"/>
          </a:xfrm>
        </p:grpSpPr>
        <p:sp>
          <p:nvSpPr>
            <p:cNvPr id="279" name="Freeform 281">
              <a:extLst>
                <a:ext uri="{FF2B5EF4-FFF2-40B4-BE49-F238E27FC236}">
                  <a16:creationId xmlns:a16="http://schemas.microsoft.com/office/drawing/2014/main" id="{F7F7393D-7F8D-F9E7-B154-C833A0C8DB26}"/>
                </a:ext>
              </a:extLst>
            </p:cNvPr>
            <p:cNvSpPr>
              <a:spLocks/>
            </p:cNvSpPr>
            <p:nvPr/>
          </p:nvSpPr>
          <p:spPr bwMode="auto">
            <a:xfrm>
              <a:off x="3913" y="920"/>
              <a:ext cx="9" cy="18"/>
            </a:xfrm>
            <a:custGeom>
              <a:avLst/>
              <a:gdLst>
                <a:gd name="T0" fmla="*/ 0 w 53"/>
                <a:gd name="T1" fmla="*/ 0 h 107"/>
                <a:gd name="T2" fmla="*/ 0 w 53"/>
                <a:gd name="T3" fmla="*/ 0 h 107"/>
                <a:gd name="T4" fmla="*/ 0 w 53"/>
                <a:gd name="T5" fmla="*/ 0 h 107"/>
                <a:gd name="T6" fmla="*/ 0 w 53"/>
                <a:gd name="T7" fmla="*/ 0 h 107"/>
                <a:gd name="T8" fmla="*/ 0 w 53"/>
                <a:gd name="T9" fmla="*/ 0 h 107"/>
                <a:gd name="T10" fmla="*/ 0 w 53"/>
                <a:gd name="T11" fmla="*/ 0 h 107"/>
                <a:gd name="T12" fmla="*/ 0 w 53"/>
                <a:gd name="T13" fmla="*/ 0 h 107"/>
                <a:gd name="T14" fmla="*/ 0 w 53"/>
                <a:gd name="T15" fmla="*/ 0 h 107"/>
                <a:gd name="T16" fmla="*/ 0 w 53"/>
                <a:gd name="T17" fmla="*/ 0 h 107"/>
                <a:gd name="T18" fmla="*/ 0 w 53"/>
                <a:gd name="T19" fmla="*/ 0 h 107"/>
                <a:gd name="T20" fmla="*/ 0 w 53"/>
                <a:gd name="T21" fmla="*/ 0 h 107"/>
                <a:gd name="T22" fmla="*/ 0 w 53"/>
                <a:gd name="T23" fmla="*/ 0 h 107"/>
                <a:gd name="T24" fmla="*/ 0 w 53"/>
                <a:gd name="T25" fmla="*/ 0 h 107"/>
                <a:gd name="T26" fmla="*/ 0 w 53"/>
                <a:gd name="T27" fmla="*/ 0 h 107"/>
                <a:gd name="T28" fmla="*/ 0 w 53"/>
                <a:gd name="T29" fmla="*/ 0 h 107"/>
                <a:gd name="T30" fmla="*/ 0 w 53"/>
                <a:gd name="T31" fmla="*/ 0 h 107"/>
                <a:gd name="T32" fmla="*/ 0 w 53"/>
                <a:gd name="T33" fmla="*/ 0 h 107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w 53"/>
                <a:gd name="T52" fmla="*/ 0 h 107"/>
                <a:gd name="T53" fmla="*/ 53 w 53"/>
                <a:gd name="T54" fmla="*/ 107 h 107"/>
              </a:gdLst>
              <a:ahLst/>
              <a:cxnLst>
                <a:cxn ang="T34">
                  <a:pos x="T0" y="T1"/>
                </a:cxn>
                <a:cxn ang="T35">
                  <a:pos x="T2" y="T3"/>
                </a:cxn>
                <a:cxn ang="T36">
                  <a:pos x="T4" y="T5"/>
                </a:cxn>
                <a:cxn ang="T37">
                  <a:pos x="T6" y="T7"/>
                </a:cxn>
                <a:cxn ang="T38">
                  <a:pos x="T8" y="T9"/>
                </a:cxn>
                <a:cxn ang="T39">
                  <a:pos x="T10" y="T11"/>
                </a:cxn>
                <a:cxn ang="T40">
                  <a:pos x="T12" y="T13"/>
                </a:cxn>
                <a:cxn ang="T41">
                  <a:pos x="T14" y="T15"/>
                </a:cxn>
                <a:cxn ang="T42">
                  <a:pos x="T16" y="T17"/>
                </a:cxn>
                <a:cxn ang="T43">
                  <a:pos x="T18" y="T19"/>
                </a:cxn>
                <a:cxn ang="T44">
                  <a:pos x="T20" y="T21"/>
                </a:cxn>
                <a:cxn ang="T45">
                  <a:pos x="T22" y="T23"/>
                </a:cxn>
                <a:cxn ang="T46">
                  <a:pos x="T24" y="T25"/>
                </a:cxn>
                <a:cxn ang="T47">
                  <a:pos x="T26" y="T27"/>
                </a:cxn>
                <a:cxn ang="T48">
                  <a:pos x="T28" y="T29"/>
                </a:cxn>
                <a:cxn ang="T49">
                  <a:pos x="T30" y="T31"/>
                </a:cxn>
                <a:cxn ang="T50">
                  <a:pos x="T32" y="T33"/>
                </a:cxn>
              </a:cxnLst>
              <a:rect l="T51" t="T52" r="T53" b="T54"/>
              <a:pathLst>
                <a:path w="53" h="107">
                  <a:moveTo>
                    <a:pt x="53" y="54"/>
                  </a:moveTo>
                  <a:lnTo>
                    <a:pt x="53" y="107"/>
                  </a:lnTo>
                  <a:lnTo>
                    <a:pt x="42" y="106"/>
                  </a:lnTo>
                  <a:lnTo>
                    <a:pt x="30" y="102"/>
                  </a:lnTo>
                  <a:lnTo>
                    <a:pt x="20" y="96"/>
                  </a:lnTo>
                  <a:lnTo>
                    <a:pt x="12" y="87"/>
                  </a:lnTo>
                  <a:lnTo>
                    <a:pt x="6" y="78"/>
                  </a:lnTo>
                  <a:lnTo>
                    <a:pt x="1" y="66"/>
                  </a:lnTo>
                  <a:lnTo>
                    <a:pt x="0" y="54"/>
                  </a:lnTo>
                  <a:lnTo>
                    <a:pt x="1" y="43"/>
                  </a:lnTo>
                  <a:lnTo>
                    <a:pt x="6" y="31"/>
                  </a:lnTo>
                  <a:lnTo>
                    <a:pt x="12" y="22"/>
                  </a:lnTo>
                  <a:lnTo>
                    <a:pt x="20" y="13"/>
                  </a:lnTo>
                  <a:lnTo>
                    <a:pt x="30" y="7"/>
                  </a:lnTo>
                  <a:lnTo>
                    <a:pt x="42" y="3"/>
                  </a:lnTo>
                  <a:lnTo>
                    <a:pt x="53" y="0"/>
                  </a:lnTo>
                  <a:lnTo>
                    <a:pt x="53" y="54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280" name="Freeform 282">
              <a:extLst>
                <a:ext uri="{FF2B5EF4-FFF2-40B4-BE49-F238E27FC236}">
                  <a16:creationId xmlns:a16="http://schemas.microsoft.com/office/drawing/2014/main" id="{4D70FC0C-205C-A21F-A0D0-FC67D75E5F93}"/>
                </a:ext>
              </a:extLst>
            </p:cNvPr>
            <p:cNvSpPr>
              <a:spLocks/>
            </p:cNvSpPr>
            <p:nvPr/>
          </p:nvSpPr>
          <p:spPr bwMode="auto">
            <a:xfrm>
              <a:off x="3913" y="920"/>
              <a:ext cx="9" cy="18"/>
            </a:xfrm>
            <a:custGeom>
              <a:avLst/>
              <a:gdLst>
                <a:gd name="T0" fmla="*/ 0 w 53"/>
                <a:gd name="T1" fmla="*/ 0 h 107"/>
                <a:gd name="T2" fmla="*/ 0 w 53"/>
                <a:gd name="T3" fmla="*/ 0 h 107"/>
                <a:gd name="T4" fmla="*/ 0 w 53"/>
                <a:gd name="T5" fmla="*/ 0 h 107"/>
                <a:gd name="T6" fmla="*/ 0 w 53"/>
                <a:gd name="T7" fmla="*/ 0 h 107"/>
                <a:gd name="T8" fmla="*/ 0 w 53"/>
                <a:gd name="T9" fmla="*/ 0 h 107"/>
                <a:gd name="T10" fmla="*/ 0 w 53"/>
                <a:gd name="T11" fmla="*/ 0 h 107"/>
                <a:gd name="T12" fmla="*/ 0 w 53"/>
                <a:gd name="T13" fmla="*/ 0 h 107"/>
                <a:gd name="T14" fmla="*/ 0 w 53"/>
                <a:gd name="T15" fmla="*/ 0 h 107"/>
                <a:gd name="T16" fmla="*/ 0 w 53"/>
                <a:gd name="T17" fmla="*/ 0 h 107"/>
                <a:gd name="T18" fmla="*/ 0 w 53"/>
                <a:gd name="T19" fmla="*/ 0 h 107"/>
                <a:gd name="T20" fmla="*/ 0 w 53"/>
                <a:gd name="T21" fmla="*/ 0 h 107"/>
                <a:gd name="T22" fmla="*/ 0 w 53"/>
                <a:gd name="T23" fmla="*/ 0 h 107"/>
                <a:gd name="T24" fmla="*/ 0 w 53"/>
                <a:gd name="T25" fmla="*/ 0 h 107"/>
                <a:gd name="T26" fmla="*/ 0 w 53"/>
                <a:gd name="T27" fmla="*/ 0 h 107"/>
                <a:gd name="T28" fmla="*/ 0 w 53"/>
                <a:gd name="T29" fmla="*/ 0 h 107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w 53"/>
                <a:gd name="T46" fmla="*/ 0 h 107"/>
                <a:gd name="T47" fmla="*/ 53 w 53"/>
                <a:gd name="T48" fmla="*/ 107 h 107"/>
              </a:gdLst>
              <a:ahLst/>
              <a:cxnLst>
                <a:cxn ang="T30">
                  <a:pos x="T0" y="T1"/>
                </a:cxn>
                <a:cxn ang="T31">
                  <a:pos x="T2" y="T3"/>
                </a:cxn>
                <a:cxn ang="T32">
                  <a:pos x="T4" y="T5"/>
                </a:cxn>
                <a:cxn ang="T33">
                  <a:pos x="T6" y="T7"/>
                </a:cxn>
                <a:cxn ang="T34">
                  <a:pos x="T8" y="T9"/>
                </a:cxn>
                <a:cxn ang="T35">
                  <a:pos x="T10" y="T11"/>
                </a:cxn>
                <a:cxn ang="T36">
                  <a:pos x="T12" y="T13"/>
                </a:cxn>
                <a:cxn ang="T37">
                  <a:pos x="T14" y="T15"/>
                </a:cxn>
                <a:cxn ang="T38">
                  <a:pos x="T16" y="T17"/>
                </a:cxn>
                <a:cxn ang="T39">
                  <a:pos x="T18" y="T19"/>
                </a:cxn>
                <a:cxn ang="T40">
                  <a:pos x="T20" y="T21"/>
                </a:cxn>
                <a:cxn ang="T41">
                  <a:pos x="T22" y="T23"/>
                </a:cxn>
                <a:cxn ang="T42">
                  <a:pos x="T24" y="T25"/>
                </a:cxn>
                <a:cxn ang="T43">
                  <a:pos x="T26" y="T27"/>
                </a:cxn>
                <a:cxn ang="T44">
                  <a:pos x="T28" y="T29"/>
                </a:cxn>
              </a:cxnLst>
              <a:rect l="T45" t="T46" r="T47" b="T48"/>
              <a:pathLst>
                <a:path w="53" h="107">
                  <a:moveTo>
                    <a:pt x="53" y="107"/>
                  </a:moveTo>
                  <a:lnTo>
                    <a:pt x="42" y="106"/>
                  </a:lnTo>
                  <a:lnTo>
                    <a:pt x="30" y="102"/>
                  </a:lnTo>
                  <a:lnTo>
                    <a:pt x="20" y="96"/>
                  </a:lnTo>
                  <a:lnTo>
                    <a:pt x="12" y="87"/>
                  </a:lnTo>
                  <a:lnTo>
                    <a:pt x="6" y="78"/>
                  </a:lnTo>
                  <a:lnTo>
                    <a:pt x="1" y="66"/>
                  </a:lnTo>
                  <a:lnTo>
                    <a:pt x="0" y="54"/>
                  </a:lnTo>
                  <a:lnTo>
                    <a:pt x="1" y="43"/>
                  </a:lnTo>
                  <a:lnTo>
                    <a:pt x="6" y="31"/>
                  </a:lnTo>
                  <a:lnTo>
                    <a:pt x="12" y="22"/>
                  </a:lnTo>
                  <a:lnTo>
                    <a:pt x="20" y="13"/>
                  </a:lnTo>
                  <a:lnTo>
                    <a:pt x="30" y="7"/>
                  </a:lnTo>
                  <a:lnTo>
                    <a:pt x="42" y="3"/>
                  </a:lnTo>
                  <a:lnTo>
                    <a:pt x="53" y="0"/>
                  </a:lnTo>
                </a:path>
              </a:pathLst>
            </a:custGeom>
            <a:noFill/>
            <a:ln w="0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281" name="Freeform 283">
              <a:extLst>
                <a:ext uri="{FF2B5EF4-FFF2-40B4-BE49-F238E27FC236}">
                  <a16:creationId xmlns:a16="http://schemas.microsoft.com/office/drawing/2014/main" id="{466EB172-79EB-BCD1-78C5-B96830FAD0EA}"/>
                </a:ext>
              </a:extLst>
            </p:cNvPr>
            <p:cNvSpPr>
              <a:spLocks/>
            </p:cNvSpPr>
            <p:nvPr/>
          </p:nvSpPr>
          <p:spPr bwMode="auto">
            <a:xfrm>
              <a:off x="3922" y="920"/>
              <a:ext cx="639" cy="18"/>
            </a:xfrm>
            <a:custGeom>
              <a:avLst/>
              <a:gdLst>
                <a:gd name="T0" fmla="*/ 0 w 3837"/>
                <a:gd name="T1" fmla="*/ 0 h 107"/>
                <a:gd name="T2" fmla="*/ 0 w 3837"/>
                <a:gd name="T3" fmla="*/ 0 h 107"/>
                <a:gd name="T4" fmla="*/ 0 w 3837"/>
                <a:gd name="T5" fmla="*/ 0 h 107"/>
                <a:gd name="T6" fmla="*/ 0 w 3837"/>
                <a:gd name="T7" fmla="*/ 0 h 107"/>
                <a:gd name="T8" fmla="*/ 0 w 3837"/>
                <a:gd name="T9" fmla="*/ 0 h 107"/>
                <a:gd name="T10" fmla="*/ 0 w 3837"/>
                <a:gd name="T11" fmla="*/ 0 h 107"/>
                <a:gd name="T12" fmla="*/ 0 w 3837"/>
                <a:gd name="T13" fmla="*/ 0 h 107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3837"/>
                <a:gd name="T22" fmla="*/ 0 h 107"/>
                <a:gd name="T23" fmla="*/ 3837 w 3837"/>
                <a:gd name="T24" fmla="*/ 107 h 107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3837" h="107">
                  <a:moveTo>
                    <a:pt x="0" y="0"/>
                  </a:moveTo>
                  <a:lnTo>
                    <a:pt x="0" y="54"/>
                  </a:lnTo>
                  <a:lnTo>
                    <a:pt x="0" y="107"/>
                  </a:lnTo>
                  <a:lnTo>
                    <a:pt x="3837" y="107"/>
                  </a:lnTo>
                  <a:lnTo>
                    <a:pt x="3837" y="54"/>
                  </a:lnTo>
                  <a:lnTo>
                    <a:pt x="383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282" name="Freeform 284">
              <a:extLst>
                <a:ext uri="{FF2B5EF4-FFF2-40B4-BE49-F238E27FC236}">
                  <a16:creationId xmlns:a16="http://schemas.microsoft.com/office/drawing/2014/main" id="{E3F250B6-7CA1-274E-295D-F8EC702B34F1}"/>
                </a:ext>
              </a:extLst>
            </p:cNvPr>
            <p:cNvSpPr>
              <a:spLocks/>
            </p:cNvSpPr>
            <p:nvPr/>
          </p:nvSpPr>
          <p:spPr bwMode="auto">
            <a:xfrm>
              <a:off x="3922" y="920"/>
              <a:ext cx="639" cy="18"/>
            </a:xfrm>
            <a:custGeom>
              <a:avLst/>
              <a:gdLst>
                <a:gd name="T0" fmla="*/ 0 w 3837"/>
                <a:gd name="T1" fmla="*/ 0 h 107"/>
                <a:gd name="T2" fmla="*/ 0 w 3837"/>
                <a:gd name="T3" fmla="*/ 0 h 107"/>
                <a:gd name="T4" fmla="*/ 0 w 3837"/>
                <a:gd name="T5" fmla="*/ 0 h 107"/>
                <a:gd name="T6" fmla="*/ 0 w 3837"/>
                <a:gd name="T7" fmla="*/ 0 h 107"/>
                <a:gd name="T8" fmla="*/ 0 w 3837"/>
                <a:gd name="T9" fmla="*/ 0 h 107"/>
                <a:gd name="T10" fmla="*/ 0 w 3837"/>
                <a:gd name="T11" fmla="*/ 0 h 107"/>
                <a:gd name="T12" fmla="*/ 0 w 3837"/>
                <a:gd name="T13" fmla="*/ 0 h 107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3837"/>
                <a:gd name="T22" fmla="*/ 0 h 107"/>
                <a:gd name="T23" fmla="*/ 3837 w 3837"/>
                <a:gd name="T24" fmla="*/ 107 h 107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3837" h="107">
                  <a:moveTo>
                    <a:pt x="0" y="0"/>
                  </a:moveTo>
                  <a:lnTo>
                    <a:pt x="0" y="54"/>
                  </a:lnTo>
                  <a:lnTo>
                    <a:pt x="0" y="107"/>
                  </a:lnTo>
                  <a:lnTo>
                    <a:pt x="3837" y="107"/>
                  </a:lnTo>
                  <a:lnTo>
                    <a:pt x="3837" y="54"/>
                  </a:lnTo>
                  <a:lnTo>
                    <a:pt x="3837" y="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283" name="Freeform 285">
              <a:extLst>
                <a:ext uri="{FF2B5EF4-FFF2-40B4-BE49-F238E27FC236}">
                  <a16:creationId xmlns:a16="http://schemas.microsoft.com/office/drawing/2014/main" id="{60D7F15E-83C7-111B-76F0-6EEB9406C00A}"/>
                </a:ext>
              </a:extLst>
            </p:cNvPr>
            <p:cNvSpPr>
              <a:spLocks/>
            </p:cNvSpPr>
            <p:nvPr/>
          </p:nvSpPr>
          <p:spPr bwMode="auto">
            <a:xfrm>
              <a:off x="4561" y="920"/>
              <a:ext cx="9" cy="18"/>
            </a:xfrm>
            <a:custGeom>
              <a:avLst/>
              <a:gdLst>
                <a:gd name="T0" fmla="*/ 0 w 54"/>
                <a:gd name="T1" fmla="*/ 0 h 107"/>
                <a:gd name="T2" fmla="*/ 0 w 54"/>
                <a:gd name="T3" fmla="*/ 0 h 107"/>
                <a:gd name="T4" fmla="*/ 0 w 54"/>
                <a:gd name="T5" fmla="*/ 0 h 107"/>
                <a:gd name="T6" fmla="*/ 0 w 54"/>
                <a:gd name="T7" fmla="*/ 0 h 107"/>
                <a:gd name="T8" fmla="*/ 0 w 54"/>
                <a:gd name="T9" fmla="*/ 0 h 107"/>
                <a:gd name="T10" fmla="*/ 0 w 54"/>
                <a:gd name="T11" fmla="*/ 0 h 107"/>
                <a:gd name="T12" fmla="*/ 0 w 54"/>
                <a:gd name="T13" fmla="*/ 0 h 107"/>
                <a:gd name="T14" fmla="*/ 0 w 54"/>
                <a:gd name="T15" fmla="*/ 0 h 107"/>
                <a:gd name="T16" fmla="*/ 0 w 54"/>
                <a:gd name="T17" fmla="*/ 0 h 107"/>
                <a:gd name="T18" fmla="*/ 0 w 54"/>
                <a:gd name="T19" fmla="*/ 0 h 107"/>
                <a:gd name="T20" fmla="*/ 0 w 54"/>
                <a:gd name="T21" fmla="*/ 0 h 107"/>
                <a:gd name="T22" fmla="*/ 0 w 54"/>
                <a:gd name="T23" fmla="*/ 0 h 107"/>
                <a:gd name="T24" fmla="*/ 0 w 54"/>
                <a:gd name="T25" fmla="*/ 0 h 107"/>
                <a:gd name="T26" fmla="*/ 0 w 54"/>
                <a:gd name="T27" fmla="*/ 0 h 107"/>
                <a:gd name="T28" fmla="*/ 0 w 54"/>
                <a:gd name="T29" fmla="*/ 0 h 107"/>
                <a:gd name="T30" fmla="*/ 0 w 54"/>
                <a:gd name="T31" fmla="*/ 0 h 107"/>
                <a:gd name="T32" fmla="*/ 0 w 54"/>
                <a:gd name="T33" fmla="*/ 0 h 107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w 54"/>
                <a:gd name="T52" fmla="*/ 0 h 107"/>
                <a:gd name="T53" fmla="*/ 54 w 54"/>
                <a:gd name="T54" fmla="*/ 107 h 107"/>
              </a:gdLst>
              <a:ahLst/>
              <a:cxnLst>
                <a:cxn ang="T34">
                  <a:pos x="T0" y="T1"/>
                </a:cxn>
                <a:cxn ang="T35">
                  <a:pos x="T2" y="T3"/>
                </a:cxn>
                <a:cxn ang="T36">
                  <a:pos x="T4" y="T5"/>
                </a:cxn>
                <a:cxn ang="T37">
                  <a:pos x="T6" y="T7"/>
                </a:cxn>
                <a:cxn ang="T38">
                  <a:pos x="T8" y="T9"/>
                </a:cxn>
                <a:cxn ang="T39">
                  <a:pos x="T10" y="T11"/>
                </a:cxn>
                <a:cxn ang="T40">
                  <a:pos x="T12" y="T13"/>
                </a:cxn>
                <a:cxn ang="T41">
                  <a:pos x="T14" y="T15"/>
                </a:cxn>
                <a:cxn ang="T42">
                  <a:pos x="T16" y="T17"/>
                </a:cxn>
                <a:cxn ang="T43">
                  <a:pos x="T18" y="T19"/>
                </a:cxn>
                <a:cxn ang="T44">
                  <a:pos x="T20" y="T21"/>
                </a:cxn>
                <a:cxn ang="T45">
                  <a:pos x="T22" y="T23"/>
                </a:cxn>
                <a:cxn ang="T46">
                  <a:pos x="T24" y="T25"/>
                </a:cxn>
                <a:cxn ang="T47">
                  <a:pos x="T26" y="T27"/>
                </a:cxn>
                <a:cxn ang="T48">
                  <a:pos x="T28" y="T29"/>
                </a:cxn>
                <a:cxn ang="T49">
                  <a:pos x="T30" y="T31"/>
                </a:cxn>
                <a:cxn ang="T50">
                  <a:pos x="T32" y="T33"/>
                </a:cxn>
              </a:cxnLst>
              <a:rect l="T51" t="T52" r="T53" b="T54"/>
              <a:pathLst>
                <a:path w="54" h="107">
                  <a:moveTo>
                    <a:pt x="0" y="54"/>
                  </a:moveTo>
                  <a:lnTo>
                    <a:pt x="0" y="0"/>
                  </a:lnTo>
                  <a:lnTo>
                    <a:pt x="12" y="3"/>
                  </a:lnTo>
                  <a:lnTo>
                    <a:pt x="24" y="7"/>
                  </a:lnTo>
                  <a:lnTo>
                    <a:pt x="33" y="13"/>
                  </a:lnTo>
                  <a:lnTo>
                    <a:pt x="42" y="22"/>
                  </a:lnTo>
                  <a:lnTo>
                    <a:pt x="48" y="31"/>
                  </a:lnTo>
                  <a:lnTo>
                    <a:pt x="52" y="43"/>
                  </a:lnTo>
                  <a:lnTo>
                    <a:pt x="54" y="54"/>
                  </a:lnTo>
                  <a:lnTo>
                    <a:pt x="52" y="66"/>
                  </a:lnTo>
                  <a:lnTo>
                    <a:pt x="48" y="78"/>
                  </a:lnTo>
                  <a:lnTo>
                    <a:pt x="42" y="87"/>
                  </a:lnTo>
                  <a:lnTo>
                    <a:pt x="33" y="96"/>
                  </a:lnTo>
                  <a:lnTo>
                    <a:pt x="24" y="102"/>
                  </a:lnTo>
                  <a:lnTo>
                    <a:pt x="12" y="106"/>
                  </a:lnTo>
                  <a:lnTo>
                    <a:pt x="0" y="107"/>
                  </a:lnTo>
                  <a:lnTo>
                    <a:pt x="0" y="54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284" name="Freeform 286">
              <a:extLst>
                <a:ext uri="{FF2B5EF4-FFF2-40B4-BE49-F238E27FC236}">
                  <a16:creationId xmlns:a16="http://schemas.microsoft.com/office/drawing/2014/main" id="{9ED0040E-6089-27C9-C9BE-1EDF7DC52D07}"/>
                </a:ext>
              </a:extLst>
            </p:cNvPr>
            <p:cNvSpPr>
              <a:spLocks/>
            </p:cNvSpPr>
            <p:nvPr/>
          </p:nvSpPr>
          <p:spPr bwMode="auto">
            <a:xfrm>
              <a:off x="4561" y="920"/>
              <a:ext cx="9" cy="18"/>
            </a:xfrm>
            <a:custGeom>
              <a:avLst/>
              <a:gdLst>
                <a:gd name="T0" fmla="*/ 0 w 54"/>
                <a:gd name="T1" fmla="*/ 0 h 107"/>
                <a:gd name="T2" fmla="*/ 0 w 54"/>
                <a:gd name="T3" fmla="*/ 0 h 107"/>
                <a:gd name="T4" fmla="*/ 0 w 54"/>
                <a:gd name="T5" fmla="*/ 0 h 107"/>
                <a:gd name="T6" fmla="*/ 0 w 54"/>
                <a:gd name="T7" fmla="*/ 0 h 107"/>
                <a:gd name="T8" fmla="*/ 0 w 54"/>
                <a:gd name="T9" fmla="*/ 0 h 107"/>
                <a:gd name="T10" fmla="*/ 0 w 54"/>
                <a:gd name="T11" fmla="*/ 0 h 107"/>
                <a:gd name="T12" fmla="*/ 0 w 54"/>
                <a:gd name="T13" fmla="*/ 0 h 107"/>
                <a:gd name="T14" fmla="*/ 0 w 54"/>
                <a:gd name="T15" fmla="*/ 0 h 107"/>
                <a:gd name="T16" fmla="*/ 0 w 54"/>
                <a:gd name="T17" fmla="*/ 0 h 107"/>
                <a:gd name="T18" fmla="*/ 0 w 54"/>
                <a:gd name="T19" fmla="*/ 0 h 107"/>
                <a:gd name="T20" fmla="*/ 0 w 54"/>
                <a:gd name="T21" fmla="*/ 0 h 107"/>
                <a:gd name="T22" fmla="*/ 0 w 54"/>
                <a:gd name="T23" fmla="*/ 0 h 107"/>
                <a:gd name="T24" fmla="*/ 0 w 54"/>
                <a:gd name="T25" fmla="*/ 0 h 107"/>
                <a:gd name="T26" fmla="*/ 0 w 54"/>
                <a:gd name="T27" fmla="*/ 0 h 107"/>
                <a:gd name="T28" fmla="*/ 0 w 54"/>
                <a:gd name="T29" fmla="*/ 0 h 107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w 54"/>
                <a:gd name="T46" fmla="*/ 0 h 107"/>
                <a:gd name="T47" fmla="*/ 54 w 54"/>
                <a:gd name="T48" fmla="*/ 107 h 107"/>
              </a:gdLst>
              <a:ahLst/>
              <a:cxnLst>
                <a:cxn ang="T30">
                  <a:pos x="T0" y="T1"/>
                </a:cxn>
                <a:cxn ang="T31">
                  <a:pos x="T2" y="T3"/>
                </a:cxn>
                <a:cxn ang="T32">
                  <a:pos x="T4" y="T5"/>
                </a:cxn>
                <a:cxn ang="T33">
                  <a:pos x="T6" y="T7"/>
                </a:cxn>
                <a:cxn ang="T34">
                  <a:pos x="T8" y="T9"/>
                </a:cxn>
                <a:cxn ang="T35">
                  <a:pos x="T10" y="T11"/>
                </a:cxn>
                <a:cxn ang="T36">
                  <a:pos x="T12" y="T13"/>
                </a:cxn>
                <a:cxn ang="T37">
                  <a:pos x="T14" y="T15"/>
                </a:cxn>
                <a:cxn ang="T38">
                  <a:pos x="T16" y="T17"/>
                </a:cxn>
                <a:cxn ang="T39">
                  <a:pos x="T18" y="T19"/>
                </a:cxn>
                <a:cxn ang="T40">
                  <a:pos x="T20" y="T21"/>
                </a:cxn>
                <a:cxn ang="T41">
                  <a:pos x="T22" y="T23"/>
                </a:cxn>
                <a:cxn ang="T42">
                  <a:pos x="T24" y="T25"/>
                </a:cxn>
                <a:cxn ang="T43">
                  <a:pos x="T26" y="T27"/>
                </a:cxn>
                <a:cxn ang="T44">
                  <a:pos x="T28" y="T29"/>
                </a:cxn>
              </a:cxnLst>
              <a:rect l="T45" t="T46" r="T47" b="T48"/>
              <a:pathLst>
                <a:path w="54" h="107">
                  <a:moveTo>
                    <a:pt x="0" y="0"/>
                  </a:moveTo>
                  <a:lnTo>
                    <a:pt x="12" y="3"/>
                  </a:lnTo>
                  <a:lnTo>
                    <a:pt x="24" y="7"/>
                  </a:lnTo>
                  <a:lnTo>
                    <a:pt x="33" y="13"/>
                  </a:lnTo>
                  <a:lnTo>
                    <a:pt x="42" y="22"/>
                  </a:lnTo>
                  <a:lnTo>
                    <a:pt x="48" y="31"/>
                  </a:lnTo>
                  <a:lnTo>
                    <a:pt x="52" y="43"/>
                  </a:lnTo>
                  <a:lnTo>
                    <a:pt x="54" y="54"/>
                  </a:lnTo>
                  <a:lnTo>
                    <a:pt x="52" y="66"/>
                  </a:lnTo>
                  <a:lnTo>
                    <a:pt x="48" y="78"/>
                  </a:lnTo>
                  <a:lnTo>
                    <a:pt x="42" y="87"/>
                  </a:lnTo>
                  <a:lnTo>
                    <a:pt x="33" y="96"/>
                  </a:lnTo>
                  <a:lnTo>
                    <a:pt x="24" y="102"/>
                  </a:lnTo>
                  <a:lnTo>
                    <a:pt x="12" y="106"/>
                  </a:lnTo>
                  <a:lnTo>
                    <a:pt x="0" y="107"/>
                  </a:lnTo>
                </a:path>
              </a:pathLst>
            </a:custGeom>
            <a:noFill/>
            <a:ln w="0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285" name="Freeform 287">
              <a:extLst>
                <a:ext uri="{FF2B5EF4-FFF2-40B4-BE49-F238E27FC236}">
                  <a16:creationId xmlns:a16="http://schemas.microsoft.com/office/drawing/2014/main" id="{3DE88CA5-B97F-5DB0-400B-99B0C1CC4F1B}"/>
                </a:ext>
              </a:extLst>
            </p:cNvPr>
            <p:cNvSpPr>
              <a:spLocks/>
            </p:cNvSpPr>
            <p:nvPr/>
          </p:nvSpPr>
          <p:spPr bwMode="auto">
            <a:xfrm>
              <a:off x="3913" y="1643"/>
              <a:ext cx="9" cy="17"/>
            </a:xfrm>
            <a:custGeom>
              <a:avLst/>
              <a:gdLst>
                <a:gd name="T0" fmla="*/ 0 w 53"/>
                <a:gd name="T1" fmla="*/ 0 h 107"/>
                <a:gd name="T2" fmla="*/ 0 w 53"/>
                <a:gd name="T3" fmla="*/ 0 h 107"/>
                <a:gd name="T4" fmla="*/ 0 w 53"/>
                <a:gd name="T5" fmla="*/ 0 h 107"/>
                <a:gd name="T6" fmla="*/ 0 w 53"/>
                <a:gd name="T7" fmla="*/ 0 h 107"/>
                <a:gd name="T8" fmla="*/ 0 w 53"/>
                <a:gd name="T9" fmla="*/ 0 h 107"/>
                <a:gd name="T10" fmla="*/ 0 w 53"/>
                <a:gd name="T11" fmla="*/ 0 h 107"/>
                <a:gd name="T12" fmla="*/ 0 w 53"/>
                <a:gd name="T13" fmla="*/ 0 h 107"/>
                <a:gd name="T14" fmla="*/ 0 w 53"/>
                <a:gd name="T15" fmla="*/ 0 h 107"/>
                <a:gd name="T16" fmla="*/ 0 w 53"/>
                <a:gd name="T17" fmla="*/ 0 h 107"/>
                <a:gd name="T18" fmla="*/ 0 w 53"/>
                <a:gd name="T19" fmla="*/ 0 h 107"/>
                <a:gd name="T20" fmla="*/ 0 w 53"/>
                <a:gd name="T21" fmla="*/ 0 h 107"/>
                <a:gd name="T22" fmla="*/ 0 w 53"/>
                <a:gd name="T23" fmla="*/ 0 h 107"/>
                <a:gd name="T24" fmla="*/ 0 w 53"/>
                <a:gd name="T25" fmla="*/ 0 h 107"/>
                <a:gd name="T26" fmla="*/ 0 w 53"/>
                <a:gd name="T27" fmla="*/ 0 h 107"/>
                <a:gd name="T28" fmla="*/ 0 w 53"/>
                <a:gd name="T29" fmla="*/ 0 h 107"/>
                <a:gd name="T30" fmla="*/ 0 w 53"/>
                <a:gd name="T31" fmla="*/ 0 h 107"/>
                <a:gd name="T32" fmla="*/ 0 w 53"/>
                <a:gd name="T33" fmla="*/ 0 h 107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w 53"/>
                <a:gd name="T52" fmla="*/ 0 h 107"/>
                <a:gd name="T53" fmla="*/ 53 w 53"/>
                <a:gd name="T54" fmla="*/ 107 h 107"/>
              </a:gdLst>
              <a:ahLst/>
              <a:cxnLst>
                <a:cxn ang="T34">
                  <a:pos x="T0" y="T1"/>
                </a:cxn>
                <a:cxn ang="T35">
                  <a:pos x="T2" y="T3"/>
                </a:cxn>
                <a:cxn ang="T36">
                  <a:pos x="T4" y="T5"/>
                </a:cxn>
                <a:cxn ang="T37">
                  <a:pos x="T6" y="T7"/>
                </a:cxn>
                <a:cxn ang="T38">
                  <a:pos x="T8" y="T9"/>
                </a:cxn>
                <a:cxn ang="T39">
                  <a:pos x="T10" y="T11"/>
                </a:cxn>
                <a:cxn ang="T40">
                  <a:pos x="T12" y="T13"/>
                </a:cxn>
                <a:cxn ang="T41">
                  <a:pos x="T14" y="T15"/>
                </a:cxn>
                <a:cxn ang="T42">
                  <a:pos x="T16" y="T17"/>
                </a:cxn>
                <a:cxn ang="T43">
                  <a:pos x="T18" y="T19"/>
                </a:cxn>
                <a:cxn ang="T44">
                  <a:pos x="T20" y="T21"/>
                </a:cxn>
                <a:cxn ang="T45">
                  <a:pos x="T22" y="T23"/>
                </a:cxn>
                <a:cxn ang="T46">
                  <a:pos x="T24" y="T25"/>
                </a:cxn>
                <a:cxn ang="T47">
                  <a:pos x="T26" y="T27"/>
                </a:cxn>
                <a:cxn ang="T48">
                  <a:pos x="T28" y="T29"/>
                </a:cxn>
                <a:cxn ang="T49">
                  <a:pos x="T30" y="T31"/>
                </a:cxn>
                <a:cxn ang="T50">
                  <a:pos x="T32" y="T33"/>
                </a:cxn>
              </a:cxnLst>
              <a:rect l="T51" t="T52" r="T53" b="T54"/>
              <a:pathLst>
                <a:path w="53" h="107">
                  <a:moveTo>
                    <a:pt x="53" y="54"/>
                  </a:moveTo>
                  <a:lnTo>
                    <a:pt x="53" y="107"/>
                  </a:lnTo>
                  <a:lnTo>
                    <a:pt x="42" y="106"/>
                  </a:lnTo>
                  <a:lnTo>
                    <a:pt x="30" y="102"/>
                  </a:lnTo>
                  <a:lnTo>
                    <a:pt x="20" y="95"/>
                  </a:lnTo>
                  <a:lnTo>
                    <a:pt x="12" y="87"/>
                  </a:lnTo>
                  <a:lnTo>
                    <a:pt x="6" y="77"/>
                  </a:lnTo>
                  <a:lnTo>
                    <a:pt x="1" y="66"/>
                  </a:lnTo>
                  <a:lnTo>
                    <a:pt x="0" y="54"/>
                  </a:lnTo>
                  <a:lnTo>
                    <a:pt x="1" y="43"/>
                  </a:lnTo>
                  <a:lnTo>
                    <a:pt x="6" y="31"/>
                  </a:lnTo>
                  <a:lnTo>
                    <a:pt x="12" y="21"/>
                  </a:lnTo>
                  <a:lnTo>
                    <a:pt x="20" y="13"/>
                  </a:lnTo>
                  <a:lnTo>
                    <a:pt x="30" y="7"/>
                  </a:lnTo>
                  <a:lnTo>
                    <a:pt x="42" y="2"/>
                  </a:lnTo>
                  <a:lnTo>
                    <a:pt x="53" y="0"/>
                  </a:lnTo>
                  <a:lnTo>
                    <a:pt x="53" y="54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286" name="Freeform 288">
              <a:extLst>
                <a:ext uri="{FF2B5EF4-FFF2-40B4-BE49-F238E27FC236}">
                  <a16:creationId xmlns:a16="http://schemas.microsoft.com/office/drawing/2014/main" id="{FEB180A8-37DB-2518-9698-7D8CE13E2E83}"/>
                </a:ext>
              </a:extLst>
            </p:cNvPr>
            <p:cNvSpPr>
              <a:spLocks/>
            </p:cNvSpPr>
            <p:nvPr/>
          </p:nvSpPr>
          <p:spPr bwMode="auto">
            <a:xfrm>
              <a:off x="3913" y="1643"/>
              <a:ext cx="9" cy="17"/>
            </a:xfrm>
            <a:custGeom>
              <a:avLst/>
              <a:gdLst>
                <a:gd name="T0" fmla="*/ 0 w 53"/>
                <a:gd name="T1" fmla="*/ 0 h 107"/>
                <a:gd name="T2" fmla="*/ 0 w 53"/>
                <a:gd name="T3" fmla="*/ 0 h 107"/>
                <a:gd name="T4" fmla="*/ 0 w 53"/>
                <a:gd name="T5" fmla="*/ 0 h 107"/>
                <a:gd name="T6" fmla="*/ 0 w 53"/>
                <a:gd name="T7" fmla="*/ 0 h 107"/>
                <a:gd name="T8" fmla="*/ 0 w 53"/>
                <a:gd name="T9" fmla="*/ 0 h 107"/>
                <a:gd name="T10" fmla="*/ 0 w 53"/>
                <a:gd name="T11" fmla="*/ 0 h 107"/>
                <a:gd name="T12" fmla="*/ 0 w 53"/>
                <a:gd name="T13" fmla="*/ 0 h 107"/>
                <a:gd name="T14" fmla="*/ 0 w 53"/>
                <a:gd name="T15" fmla="*/ 0 h 107"/>
                <a:gd name="T16" fmla="*/ 0 w 53"/>
                <a:gd name="T17" fmla="*/ 0 h 107"/>
                <a:gd name="T18" fmla="*/ 0 w 53"/>
                <a:gd name="T19" fmla="*/ 0 h 107"/>
                <a:gd name="T20" fmla="*/ 0 w 53"/>
                <a:gd name="T21" fmla="*/ 0 h 107"/>
                <a:gd name="T22" fmla="*/ 0 w 53"/>
                <a:gd name="T23" fmla="*/ 0 h 107"/>
                <a:gd name="T24" fmla="*/ 0 w 53"/>
                <a:gd name="T25" fmla="*/ 0 h 107"/>
                <a:gd name="T26" fmla="*/ 0 w 53"/>
                <a:gd name="T27" fmla="*/ 0 h 107"/>
                <a:gd name="T28" fmla="*/ 0 w 53"/>
                <a:gd name="T29" fmla="*/ 0 h 107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w 53"/>
                <a:gd name="T46" fmla="*/ 0 h 107"/>
                <a:gd name="T47" fmla="*/ 53 w 53"/>
                <a:gd name="T48" fmla="*/ 107 h 107"/>
              </a:gdLst>
              <a:ahLst/>
              <a:cxnLst>
                <a:cxn ang="T30">
                  <a:pos x="T0" y="T1"/>
                </a:cxn>
                <a:cxn ang="T31">
                  <a:pos x="T2" y="T3"/>
                </a:cxn>
                <a:cxn ang="T32">
                  <a:pos x="T4" y="T5"/>
                </a:cxn>
                <a:cxn ang="T33">
                  <a:pos x="T6" y="T7"/>
                </a:cxn>
                <a:cxn ang="T34">
                  <a:pos x="T8" y="T9"/>
                </a:cxn>
                <a:cxn ang="T35">
                  <a:pos x="T10" y="T11"/>
                </a:cxn>
                <a:cxn ang="T36">
                  <a:pos x="T12" y="T13"/>
                </a:cxn>
                <a:cxn ang="T37">
                  <a:pos x="T14" y="T15"/>
                </a:cxn>
                <a:cxn ang="T38">
                  <a:pos x="T16" y="T17"/>
                </a:cxn>
                <a:cxn ang="T39">
                  <a:pos x="T18" y="T19"/>
                </a:cxn>
                <a:cxn ang="T40">
                  <a:pos x="T20" y="T21"/>
                </a:cxn>
                <a:cxn ang="T41">
                  <a:pos x="T22" y="T23"/>
                </a:cxn>
                <a:cxn ang="T42">
                  <a:pos x="T24" y="T25"/>
                </a:cxn>
                <a:cxn ang="T43">
                  <a:pos x="T26" y="T27"/>
                </a:cxn>
                <a:cxn ang="T44">
                  <a:pos x="T28" y="T29"/>
                </a:cxn>
              </a:cxnLst>
              <a:rect l="T45" t="T46" r="T47" b="T48"/>
              <a:pathLst>
                <a:path w="53" h="107">
                  <a:moveTo>
                    <a:pt x="53" y="107"/>
                  </a:moveTo>
                  <a:lnTo>
                    <a:pt x="42" y="106"/>
                  </a:lnTo>
                  <a:lnTo>
                    <a:pt x="30" y="102"/>
                  </a:lnTo>
                  <a:lnTo>
                    <a:pt x="20" y="95"/>
                  </a:lnTo>
                  <a:lnTo>
                    <a:pt x="12" y="87"/>
                  </a:lnTo>
                  <a:lnTo>
                    <a:pt x="6" y="77"/>
                  </a:lnTo>
                  <a:lnTo>
                    <a:pt x="1" y="66"/>
                  </a:lnTo>
                  <a:lnTo>
                    <a:pt x="0" y="54"/>
                  </a:lnTo>
                  <a:lnTo>
                    <a:pt x="1" y="43"/>
                  </a:lnTo>
                  <a:lnTo>
                    <a:pt x="6" y="31"/>
                  </a:lnTo>
                  <a:lnTo>
                    <a:pt x="12" y="21"/>
                  </a:lnTo>
                  <a:lnTo>
                    <a:pt x="20" y="13"/>
                  </a:lnTo>
                  <a:lnTo>
                    <a:pt x="30" y="7"/>
                  </a:lnTo>
                  <a:lnTo>
                    <a:pt x="42" y="2"/>
                  </a:lnTo>
                  <a:lnTo>
                    <a:pt x="53" y="0"/>
                  </a:lnTo>
                </a:path>
              </a:pathLst>
            </a:custGeom>
            <a:noFill/>
            <a:ln w="0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287" name="Freeform 289">
              <a:extLst>
                <a:ext uri="{FF2B5EF4-FFF2-40B4-BE49-F238E27FC236}">
                  <a16:creationId xmlns:a16="http://schemas.microsoft.com/office/drawing/2014/main" id="{09065ABB-B5D8-A210-A3B5-43DD5E57F14D}"/>
                </a:ext>
              </a:extLst>
            </p:cNvPr>
            <p:cNvSpPr>
              <a:spLocks/>
            </p:cNvSpPr>
            <p:nvPr/>
          </p:nvSpPr>
          <p:spPr bwMode="auto">
            <a:xfrm>
              <a:off x="3922" y="1643"/>
              <a:ext cx="639" cy="17"/>
            </a:xfrm>
            <a:custGeom>
              <a:avLst/>
              <a:gdLst>
                <a:gd name="T0" fmla="*/ 0 w 3837"/>
                <a:gd name="T1" fmla="*/ 0 h 107"/>
                <a:gd name="T2" fmla="*/ 0 w 3837"/>
                <a:gd name="T3" fmla="*/ 0 h 107"/>
                <a:gd name="T4" fmla="*/ 0 w 3837"/>
                <a:gd name="T5" fmla="*/ 0 h 107"/>
                <a:gd name="T6" fmla="*/ 0 w 3837"/>
                <a:gd name="T7" fmla="*/ 0 h 107"/>
                <a:gd name="T8" fmla="*/ 0 w 3837"/>
                <a:gd name="T9" fmla="*/ 0 h 107"/>
                <a:gd name="T10" fmla="*/ 0 w 3837"/>
                <a:gd name="T11" fmla="*/ 0 h 107"/>
                <a:gd name="T12" fmla="*/ 0 w 3837"/>
                <a:gd name="T13" fmla="*/ 0 h 107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3837"/>
                <a:gd name="T22" fmla="*/ 0 h 107"/>
                <a:gd name="T23" fmla="*/ 3837 w 3837"/>
                <a:gd name="T24" fmla="*/ 107 h 107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3837" h="107">
                  <a:moveTo>
                    <a:pt x="0" y="0"/>
                  </a:moveTo>
                  <a:lnTo>
                    <a:pt x="0" y="54"/>
                  </a:lnTo>
                  <a:lnTo>
                    <a:pt x="0" y="107"/>
                  </a:lnTo>
                  <a:lnTo>
                    <a:pt x="3837" y="107"/>
                  </a:lnTo>
                  <a:lnTo>
                    <a:pt x="3837" y="54"/>
                  </a:lnTo>
                  <a:lnTo>
                    <a:pt x="383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288" name="Freeform 290">
              <a:extLst>
                <a:ext uri="{FF2B5EF4-FFF2-40B4-BE49-F238E27FC236}">
                  <a16:creationId xmlns:a16="http://schemas.microsoft.com/office/drawing/2014/main" id="{1966F424-131E-D2FD-CE3D-5D2039E7A369}"/>
                </a:ext>
              </a:extLst>
            </p:cNvPr>
            <p:cNvSpPr>
              <a:spLocks/>
            </p:cNvSpPr>
            <p:nvPr/>
          </p:nvSpPr>
          <p:spPr bwMode="auto">
            <a:xfrm>
              <a:off x="3922" y="1643"/>
              <a:ext cx="639" cy="17"/>
            </a:xfrm>
            <a:custGeom>
              <a:avLst/>
              <a:gdLst>
                <a:gd name="T0" fmla="*/ 0 w 3837"/>
                <a:gd name="T1" fmla="*/ 0 h 107"/>
                <a:gd name="T2" fmla="*/ 0 w 3837"/>
                <a:gd name="T3" fmla="*/ 0 h 107"/>
                <a:gd name="T4" fmla="*/ 0 w 3837"/>
                <a:gd name="T5" fmla="*/ 0 h 107"/>
                <a:gd name="T6" fmla="*/ 0 w 3837"/>
                <a:gd name="T7" fmla="*/ 0 h 107"/>
                <a:gd name="T8" fmla="*/ 0 w 3837"/>
                <a:gd name="T9" fmla="*/ 0 h 107"/>
                <a:gd name="T10" fmla="*/ 0 w 3837"/>
                <a:gd name="T11" fmla="*/ 0 h 107"/>
                <a:gd name="T12" fmla="*/ 0 w 3837"/>
                <a:gd name="T13" fmla="*/ 0 h 107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3837"/>
                <a:gd name="T22" fmla="*/ 0 h 107"/>
                <a:gd name="T23" fmla="*/ 3837 w 3837"/>
                <a:gd name="T24" fmla="*/ 107 h 107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3837" h="107">
                  <a:moveTo>
                    <a:pt x="0" y="0"/>
                  </a:moveTo>
                  <a:lnTo>
                    <a:pt x="0" y="54"/>
                  </a:lnTo>
                  <a:lnTo>
                    <a:pt x="0" y="107"/>
                  </a:lnTo>
                  <a:lnTo>
                    <a:pt x="3837" y="107"/>
                  </a:lnTo>
                  <a:lnTo>
                    <a:pt x="3837" y="54"/>
                  </a:lnTo>
                  <a:lnTo>
                    <a:pt x="3837" y="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289" name="Freeform 291">
              <a:extLst>
                <a:ext uri="{FF2B5EF4-FFF2-40B4-BE49-F238E27FC236}">
                  <a16:creationId xmlns:a16="http://schemas.microsoft.com/office/drawing/2014/main" id="{831FB5F6-5759-5278-F507-429547235784}"/>
                </a:ext>
              </a:extLst>
            </p:cNvPr>
            <p:cNvSpPr>
              <a:spLocks/>
            </p:cNvSpPr>
            <p:nvPr/>
          </p:nvSpPr>
          <p:spPr bwMode="auto">
            <a:xfrm>
              <a:off x="4561" y="1643"/>
              <a:ext cx="9" cy="17"/>
            </a:xfrm>
            <a:custGeom>
              <a:avLst/>
              <a:gdLst>
                <a:gd name="T0" fmla="*/ 0 w 54"/>
                <a:gd name="T1" fmla="*/ 0 h 107"/>
                <a:gd name="T2" fmla="*/ 0 w 54"/>
                <a:gd name="T3" fmla="*/ 0 h 107"/>
                <a:gd name="T4" fmla="*/ 0 w 54"/>
                <a:gd name="T5" fmla="*/ 0 h 107"/>
                <a:gd name="T6" fmla="*/ 0 w 54"/>
                <a:gd name="T7" fmla="*/ 0 h 107"/>
                <a:gd name="T8" fmla="*/ 0 w 54"/>
                <a:gd name="T9" fmla="*/ 0 h 107"/>
                <a:gd name="T10" fmla="*/ 0 w 54"/>
                <a:gd name="T11" fmla="*/ 0 h 107"/>
                <a:gd name="T12" fmla="*/ 0 w 54"/>
                <a:gd name="T13" fmla="*/ 0 h 107"/>
                <a:gd name="T14" fmla="*/ 0 w 54"/>
                <a:gd name="T15" fmla="*/ 0 h 107"/>
                <a:gd name="T16" fmla="*/ 0 w 54"/>
                <a:gd name="T17" fmla="*/ 0 h 107"/>
                <a:gd name="T18" fmla="*/ 0 w 54"/>
                <a:gd name="T19" fmla="*/ 0 h 107"/>
                <a:gd name="T20" fmla="*/ 0 w 54"/>
                <a:gd name="T21" fmla="*/ 0 h 107"/>
                <a:gd name="T22" fmla="*/ 0 w 54"/>
                <a:gd name="T23" fmla="*/ 0 h 107"/>
                <a:gd name="T24" fmla="*/ 0 w 54"/>
                <a:gd name="T25" fmla="*/ 0 h 107"/>
                <a:gd name="T26" fmla="*/ 0 w 54"/>
                <a:gd name="T27" fmla="*/ 0 h 107"/>
                <a:gd name="T28" fmla="*/ 0 w 54"/>
                <a:gd name="T29" fmla="*/ 0 h 107"/>
                <a:gd name="T30" fmla="*/ 0 w 54"/>
                <a:gd name="T31" fmla="*/ 0 h 107"/>
                <a:gd name="T32" fmla="*/ 0 w 54"/>
                <a:gd name="T33" fmla="*/ 0 h 107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w 54"/>
                <a:gd name="T52" fmla="*/ 0 h 107"/>
                <a:gd name="T53" fmla="*/ 54 w 54"/>
                <a:gd name="T54" fmla="*/ 107 h 107"/>
              </a:gdLst>
              <a:ahLst/>
              <a:cxnLst>
                <a:cxn ang="T34">
                  <a:pos x="T0" y="T1"/>
                </a:cxn>
                <a:cxn ang="T35">
                  <a:pos x="T2" y="T3"/>
                </a:cxn>
                <a:cxn ang="T36">
                  <a:pos x="T4" y="T5"/>
                </a:cxn>
                <a:cxn ang="T37">
                  <a:pos x="T6" y="T7"/>
                </a:cxn>
                <a:cxn ang="T38">
                  <a:pos x="T8" y="T9"/>
                </a:cxn>
                <a:cxn ang="T39">
                  <a:pos x="T10" y="T11"/>
                </a:cxn>
                <a:cxn ang="T40">
                  <a:pos x="T12" y="T13"/>
                </a:cxn>
                <a:cxn ang="T41">
                  <a:pos x="T14" y="T15"/>
                </a:cxn>
                <a:cxn ang="T42">
                  <a:pos x="T16" y="T17"/>
                </a:cxn>
                <a:cxn ang="T43">
                  <a:pos x="T18" y="T19"/>
                </a:cxn>
                <a:cxn ang="T44">
                  <a:pos x="T20" y="T21"/>
                </a:cxn>
                <a:cxn ang="T45">
                  <a:pos x="T22" y="T23"/>
                </a:cxn>
                <a:cxn ang="T46">
                  <a:pos x="T24" y="T25"/>
                </a:cxn>
                <a:cxn ang="T47">
                  <a:pos x="T26" y="T27"/>
                </a:cxn>
                <a:cxn ang="T48">
                  <a:pos x="T28" y="T29"/>
                </a:cxn>
                <a:cxn ang="T49">
                  <a:pos x="T30" y="T31"/>
                </a:cxn>
                <a:cxn ang="T50">
                  <a:pos x="T32" y="T33"/>
                </a:cxn>
              </a:cxnLst>
              <a:rect l="T51" t="T52" r="T53" b="T54"/>
              <a:pathLst>
                <a:path w="54" h="107">
                  <a:moveTo>
                    <a:pt x="0" y="54"/>
                  </a:moveTo>
                  <a:lnTo>
                    <a:pt x="0" y="0"/>
                  </a:lnTo>
                  <a:lnTo>
                    <a:pt x="12" y="2"/>
                  </a:lnTo>
                  <a:lnTo>
                    <a:pt x="24" y="7"/>
                  </a:lnTo>
                  <a:lnTo>
                    <a:pt x="33" y="13"/>
                  </a:lnTo>
                  <a:lnTo>
                    <a:pt x="42" y="21"/>
                  </a:lnTo>
                  <a:lnTo>
                    <a:pt x="48" y="31"/>
                  </a:lnTo>
                  <a:lnTo>
                    <a:pt x="52" y="43"/>
                  </a:lnTo>
                  <a:lnTo>
                    <a:pt x="54" y="54"/>
                  </a:lnTo>
                  <a:lnTo>
                    <a:pt x="52" y="66"/>
                  </a:lnTo>
                  <a:lnTo>
                    <a:pt x="48" y="77"/>
                  </a:lnTo>
                  <a:lnTo>
                    <a:pt x="42" y="87"/>
                  </a:lnTo>
                  <a:lnTo>
                    <a:pt x="33" y="95"/>
                  </a:lnTo>
                  <a:lnTo>
                    <a:pt x="24" y="102"/>
                  </a:lnTo>
                  <a:lnTo>
                    <a:pt x="12" y="106"/>
                  </a:lnTo>
                  <a:lnTo>
                    <a:pt x="0" y="107"/>
                  </a:lnTo>
                  <a:lnTo>
                    <a:pt x="0" y="54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290" name="Freeform 292">
              <a:extLst>
                <a:ext uri="{FF2B5EF4-FFF2-40B4-BE49-F238E27FC236}">
                  <a16:creationId xmlns:a16="http://schemas.microsoft.com/office/drawing/2014/main" id="{4228728B-FD88-7C28-538B-3A92FB14C6C4}"/>
                </a:ext>
              </a:extLst>
            </p:cNvPr>
            <p:cNvSpPr>
              <a:spLocks/>
            </p:cNvSpPr>
            <p:nvPr/>
          </p:nvSpPr>
          <p:spPr bwMode="auto">
            <a:xfrm>
              <a:off x="4561" y="1643"/>
              <a:ext cx="9" cy="17"/>
            </a:xfrm>
            <a:custGeom>
              <a:avLst/>
              <a:gdLst>
                <a:gd name="T0" fmla="*/ 0 w 54"/>
                <a:gd name="T1" fmla="*/ 0 h 107"/>
                <a:gd name="T2" fmla="*/ 0 w 54"/>
                <a:gd name="T3" fmla="*/ 0 h 107"/>
                <a:gd name="T4" fmla="*/ 0 w 54"/>
                <a:gd name="T5" fmla="*/ 0 h 107"/>
                <a:gd name="T6" fmla="*/ 0 w 54"/>
                <a:gd name="T7" fmla="*/ 0 h 107"/>
                <a:gd name="T8" fmla="*/ 0 w 54"/>
                <a:gd name="T9" fmla="*/ 0 h 107"/>
                <a:gd name="T10" fmla="*/ 0 w 54"/>
                <a:gd name="T11" fmla="*/ 0 h 107"/>
                <a:gd name="T12" fmla="*/ 0 w 54"/>
                <a:gd name="T13" fmla="*/ 0 h 107"/>
                <a:gd name="T14" fmla="*/ 0 w 54"/>
                <a:gd name="T15" fmla="*/ 0 h 107"/>
                <a:gd name="T16" fmla="*/ 0 w 54"/>
                <a:gd name="T17" fmla="*/ 0 h 107"/>
                <a:gd name="T18" fmla="*/ 0 w 54"/>
                <a:gd name="T19" fmla="*/ 0 h 107"/>
                <a:gd name="T20" fmla="*/ 0 w 54"/>
                <a:gd name="T21" fmla="*/ 0 h 107"/>
                <a:gd name="T22" fmla="*/ 0 w 54"/>
                <a:gd name="T23" fmla="*/ 0 h 107"/>
                <a:gd name="T24" fmla="*/ 0 w 54"/>
                <a:gd name="T25" fmla="*/ 0 h 107"/>
                <a:gd name="T26" fmla="*/ 0 w 54"/>
                <a:gd name="T27" fmla="*/ 0 h 107"/>
                <a:gd name="T28" fmla="*/ 0 w 54"/>
                <a:gd name="T29" fmla="*/ 0 h 107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w 54"/>
                <a:gd name="T46" fmla="*/ 0 h 107"/>
                <a:gd name="T47" fmla="*/ 54 w 54"/>
                <a:gd name="T48" fmla="*/ 107 h 107"/>
              </a:gdLst>
              <a:ahLst/>
              <a:cxnLst>
                <a:cxn ang="T30">
                  <a:pos x="T0" y="T1"/>
                </a:cxn>
                <a:cxn ang="T31">
                  <a:pos x="T2" y="T3"/>
                </a:cxn>
                <a:cxn ang="T32">
                  <a:pos x="T4" y="T5"/>
                </a:cxn>
                <a:cxn ang="T33">
                  <a:pos x="T6" y="T7"/>
                </a:cxn>
                <a:cxn ang="T34">
                  <a:pos x="T8" y="T9"/>
                </a:cxn>
                <a:cxn ang="T35">
                  <a:pos x="T10" y="T11"/>
                </a:cxn>
                <a:cxn ang="T36">
                  <a:pos x="T12" y="T13"/>
                </a:cxn>
                <a:cxn ang="T37">
                  <a:pos x="T14" y="T15"/>
                </a:cxn>
                <a:cxn ang="T38">
                  <a:pos x="T16" y="T17"/>
                </a:cxn>
                <a:cxn ang="T39">
                  <a:pos x="T18" y="T19"/>
                </a:cxn>
                <a:cxn ang="T40">
                  <a:pos x="T20" y="T21"/>
                </a:cxn>
                <a:cxn ang="T41">
                  <a:pos x="T22" y="T23"/>
                </a:cxn>
                <a:cxn ang="T42">
                  <a:pos x="T24" y="T25"/>
                </a:cxn>
                <a:cxn ang="T43">
                  <a:pos x="T26" y="T27"/>
                </a:cxn>
                <a:cxn ang="T44">
                  <a:pos x="T28" y="T29"/>
                </a:cxn>
              </a:cxnLst>
              <a:rect l="T45" t="T46" r="T47" b="T48"/>
              <a:pathLst>
                <a:path w="54" h="107">
                  <a:moveTo>
                    <a:pt x="0" y="0"/>
                  </a:moveTo>
                  <a:lnTo>
                    <a:pt x="12" y="2"/>
                  </a:lnTo>
                  <a:lnTo>
                    <a:pt x="24" y="7"/>
                  </a:lnTo>
                  <a:lnTo>
                    <a:pt x="33" y="13"/>
                  </a:lnTo>
                  <a:lnTo>
                    <a:pt x="42" y="21"/>
                  </a:lnTo>
                  <a:lnTo>
                    <a:pt x="48" y="31"/>
                  </a:lnTo>
                  <a:lnTo>
                    <a:pt x="52" y="43"/>
                  </a:lnTo>
                  <a:lnTo>
                    <a:pt x="54" y="54"/>
                  </a:lnTo>
                  <a:lnTo>
                    <a:pt x="52" y="66"/>
                  </a:lnTo>
                  <a:lnTo>
                    <a:pt x="48" y="77"/>
                  </a:lnTo>
                  <a:lnTo>
                    <a:pt x="42" y="87"/>
                  </a:lnTo>
                  <a:lnTo>
                    <a:pt x="33" y="95"/>
                  </a:lnTo>
                  <a:lnTo>
                    <a:pt x="24" y="102"/>
                  </a:lnTo>
                  <a:lnTo>
                    <a:pt x="12" y="106"/>
                  </a:lnTo>
                  <a:lnTo>
                    <a:pt x="0" y="107"/>
                  </a:lnTo>
                </a:path>
              </a:pathLst>
            </a:custGeom>
            <a:noFill/>
            <a:ln w="0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291" name="Freeform 293">
              <a:extLst>
                <a:ext uri="{FF2B5EF4-FFF2-40B4-BE49-F238E27FC236}">
                  <a16:creationId xmlns:a16="http://schemas.microsoft.com/office/drawing/2014/main" id="{1B75CCEC-E582-AE76-8268-8184BC09A706}"/>
                </a:ext>
              </a:extLst>
            </p:cNvPr>
            <p:cNvSpPr>
              <a:spLocks/>
            </p:cNvSpPr>
            <p:nvPr/>
          </p:nvSpPr>
          <p:spPr bwMode="auto">
            <a:xfrm>
              <a:off x="4553" y="1652"/>
              <a:ext cx="17" cy="8"/>
            </a:xfrm>
            <a:custGeom>
              <a:avLst/>
              <a:gdLst>
                <a:gd name="T0" fmla="*/ 0 w 106"/>
                <a:gd name="T1" fmla="*/ 0 h 53"/>
                <a:gd name="T2" fmla="*/ 0 w 106"/>
                <a:gd name="T3" fmla="*/ 0 h 53"/>
                <a:gd name="T4" fmla="*/ 0 w 106"/>
                <a:gd name="T5" fmla="*/ 0 h 53"/>
                <a:gd name="T6" fmla="*/ 0 w 106"/>
                <a:gd name="T7" fmla="*/ 0 h 53"/>
                <a:gd name="T8" fmla="*/ 0 w 106"/>
                <a:gd name="T9" fmla="*/ 0 h 53"/>
                <a:gd name="T10" fmla="*/ 0 w 106"/>
                <a:gd name="T11" fmla="*/ 0 h 53"/>
                <a:gd name="T12" fmla="*/ 0 w 106"/>
                <a:gd name="T13" fmla="*/ 0 h 53"/>
                <a:gd name="T14" fmla="*/ 0 w 106"/>
                <a:gd name="T15" fmla="*/ 0 h 53"/>
                <a:gd name="T16" fmla="*/ 0 w 106"/>
                <a:gd name="T17" fmla="*/ 0 h 53"/>
                <a:gd name="T18" fmla="*/ 0 w 106"/>
                <a:gd name="T19" fmla="*/ 0 h 53"/>
                <a:gd name="T20" fmla="*/ 0 w 106"/>
                <a:gd name="T21" fmla="*/ 0 h 53"/>
                <a:gd name="T22" fmla="*/ 0 w 106"/>
                <a:gd name="T23" fmla="*/ 0 h 53"/>
                <a:gd name="T24" fmla="*/ 0 w 106"/>
                <a:gd name="T25" fmla="*/ 0 h 53"/>
                <a:gd name="T26" fmla="*/ 0 w 106"/>
                <a:gd name="T27" fmla="*/ 0 h 53"/>
                <a:gd name="T28" fmla="*/ 0 w 106"/>
                <a:gd name="T29" fmla="*/ 0 h 53"/>
                <a:gd name="T30" fmla="*/ 0 w 106"/>
                <a:gd name="T31" fmla="*/ 0 h 53"/>
                <a:gd name="T32" fmla="*/ 0 w 106"/>
                <a:gd name="T33" fmla="*/ 0 h 53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w 106"/>
                <a:gd name="T52" fmla="*/ 0 h 53"/>
                <a:gd name="T53" fmla="*/ 106 w 106"/>
                <a:gd name="T54" fmla="*/ 53 h 53"/>
              </a:gdLst>
              <a:ahLst/>
              <a:cxnLst>
                <a:cxn ang="T34">
                  <a:pos x="T0" y="T1"/>
                </a:cxn>
                <a:cxn ang="T35">
                  <a:pos x="T2" y="T3"/>
                </a:cxn>
                <a:cxn ang="T36">
                  <a:pos x="T4" y="T5"/>
                </a:cxn>
                <a:cxn ang="T37">
                  <a:pos x="T6" y="T7"/>
                </a:cxn>
                <a:cxn ang="T38">
                  <a:pos x="T8" y="T9"/>
                </a:cxn>
                <a:cxn ang="T39">
                  <a:pos x="T10" y="T11"/>
                </a:cxn>
                <a:cxn ang="T40">
                  <a:pos x="T12" y="T13"/>
                </a:cxn>
                <a:cxn ang="T41">
                  <a:pos x="T14" y="T15"/>
                </a:cxn>
                <a:cxn ang="T42">
                  <a:pos x="T16" y="T17"/>
                </a:cxn>
                <a:cxn ang="T43">
                  <a:pos x="T18" y="T19"/>
                </a:cxn>
                <a:cxn ang="T44">
                  <a:pos x="T20" y="T21"/>
                </a:cxn>
                <a:cxn ang="T45">
                  <a:pos x="T22" y="T23"/>
                </a:cxn>
                <a:cxn ang="T46">
                  <a:pos x="T24" y="T25"/>
                </a:cxn>
                <a:cxn ang="T47">
                  <a:pos x="T26" y="T27"/>
                </a:cxn>
                <a:cxn ang="T48">
                  <a:pos x="T28" y="T29"/>
                </a:cxn>
                <a:cxn ang="T49">
                  <a:pos x="T30" y="T31"/>
                </a:cxn>
                <a:cxn ang="T50">
                  <a:pos x="T32" y="T33"/>
                </a:cxn>
              </a:cxnLst>
              <a:rect l="T51" t="T52" r="T53" b="T54"/>
              <a:pathLst>
                <a:path w="106" h="53">
                  <a:moveTo>
                    <a:pt x="52" y="0"/>
                  </a:moveTo>
                  <a:lnTo>
                    <a:pt x="106" y="0"/>
                  </a:lnTo>
                  <a:lnTo>
                    <a:pt x="104" y="12"/>
                  </a:lnTo>
                  <a:lnTo>
                    <a:pt x="100" y="23"/>
                  </a:lnTo>
                  <a:lnTo>
                    <a:pt x="94" y="33"/>
                  </a:lnTo>
                  <a:lnTo>
                    <a:pt x="85" y="41"/>
                  </a:lnTo>
                  <a:lnTo>
                    <a:pt x="76" y="48"/>
                  </a:lnTo>
                  <a:lnTo>
                    <a:pt x="64" y="52"/>
                  </a:lnTo>
                  <a:lnTo>
                    <a:pt x="52" y="53"/>
                  </a:lnTo>
                  <a:lnTo>
                    <a:pt x="41" y="52"/>
                  </a:lnTo>
                  <a:lnTo>
                    <a:pt x="29" y="48"/>
                  </a:lnTo>
                  <a:lnTo>
                    <a:pt x="20" y="41"/>
                  </a:lnTo>
                  <a:lnTo>
                    <a:pt x="11" y="33"/>
                  </a:lnTo>
                  <a:lnTo>
                    <a:pt x="5" y="23"/>
                  </a:lnTo>
                  <a:lnTo>
                    <a:pt x="1" y="12"/>
                  </a:lnTo>
                  <a:lnTo>
                    <a:pt x="0" y="0"/>
                  </a:lnTo>
                  <a:lnTo>
                    <a:pt x="52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292" name="Freeform 294">
              <a:extLst>
                <a:ext uri="{FF2B5EF4-FFF2-40B4-BE49-F238E27FC236}">
                  <a16:creationId xmlns:a16="http://schemas.microsoft.com/office/drawing/2014/main" id="{B8036754-5E56-EBF3-1095-05EFE0F9986B}"/>
                </a:ext>
              </a:extLst>
            </p:cNvPr>
            <p:cNvSpPr>
              <a:spLocks/>
            </p:cNvSpPr>
            <p:nvPr/>
          </p:nvSpPr>
          <p:spPr bwMode="auto">
            <a:xfrm>
              <a:off x="4553" y="1652"/>
              <a:ext cx="17" cy="8"/>
            </a:xfrm>
            <a:custGeom>
              <a:avLst/>
              <a:gdLst>
                <a:gd name="T0" fmla="*/ 0 w 106"/>
                <a:gd name="T1" fmla="*/ 0 h 53"/>
                <a:gd name="T2" fmla="*/ 0 w 106"/>
                <a:gd name="T3" fmla="*/ 0 h 53"/>
                <a:gd name="T4" fmla="*/ 0 w 106"/>
                <a:gd name="T5" fmla="*/ 0 h 53"/>
                <a:gd name="T6" fmla="*/ 0 w 106"/>
                <a:gd name="T7" fmla="*/ 0 h 53"/>
                <a:gd name="T8" fmla="*/ 0 w 106"/>
                <a:gd name="T9" fmla="*/ 0 h 53"/>
                <a:gd name="T10" fmla="*/ 0 w 106"/>
                <a:gd name="T11" fmla="*/ 0 h 53"/>
                <a:gd name="T12" fmla="*/ 0 w 106"/>
                <a:gd name="T13" fmla="*/ 0 h 53"/>
                <a:gd name="T14" fmla="*/ 0 w 106"/>
                <a:gd name="T15" fmla="*/ 0 h 53"/>
                <a:gd name="T16" fmla="*/ 0 w 106"/>
                <a:gd name="T17" fmla="*/ 0 h 53"/>
                <a:gd name="T18" fmla="*/ 0 w 106"/>
                <a:gd name="T19" fmla="*/ 0 h 53"/>
                <a:gd name="T20" fmla="*/ 0 w 106"/>
                <a:gd name="T21" fmla="*/ 0 h 53"/>
                <a:gd name="T22" fmla="*/ 0 w 106"/>
                <a:gd name="T23" fmla="*/ 0 h 53"/>
                <a:gd name="T24" fmla="*/ 0 w 106"/>
                <a:gd name="T25" fmla="*/ 0 h 53"/>
                <a:gd name="T26" fmla="*/ 0 w 106"/>
                <a:gd name="T27" fmla="*/ 0 h 53"/>
                <a:gd name="T28" fmla="*/ 0 w 106"/>
                <a:gd name="T29" fmla="*/ 0 h 53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w 106"/>
                <a:gd name="T46" fmla="*/ 0 h 53"/>
                <a:gd name="T47" fmla="*/ 106 w 106"/>
                <a:gd name="T48" fmla="*/ 53 h 53"/>
              </a:gdLst>
              <a:ahLst/>
              <a:cxnLst>
                <a:cxn ang="T30">
                  <a:pos x="T0" y="T1"/>
                </a:cxn>
                <a:cxn ang="T31">
                  <a:pos x="T2" y="T3"/>
                </a:cxn>
                <a:cxn ang="T32">
                  <a:pos x="T4" y="T5"/>
                </a:cxn>
                <a:cxn ang="T33">
                  <a:pos x="T6" y="T7"/>
                </a:cxn>
                <a:cxn ang="T34">
                  <a:pos x="T8" y="T9"/>
                </a:cxn>
                <a:cxn ang="T35">
                  <a:pos x="T10" y="T11"/>
                </a:cxn>
                <a:cxn ang="T36">
                  <a:pos x="T12" y="T13"/>
                </a:cxn>
                <a:cxn ang="T37">
                  <a:pos x="T14" y="T15"/>
                </a:cxn>
                <a:cxn ang="T38">
                  <a:pos x="T16" y="T17"/>
                </a:cxn>
                <a:cxn ang="T39">
                  <a:pos x="T18" y="T19"/>
                </a:cxn>
                <a:cxn ang="T40">
                  <a:pos x="T20" y="T21"/>
                </a:cxn>
                <a:cxn ang="T41">
                  <a:pos x="T22" y="T23"/>
                </a:cxn>
                <a:cxn ang="T42">
                  <a:pos x="T24" y="T25"/>
                </a:cxn>
                <a:cxn ang="T43">
                  <a:pos x="T26" y="T27"/>
                </a:cxn>
                <a:cxn ang="T44">
                  <a:pos x="T28" y="T29"/>
                </a:cxn>
              </a:cxnLst>
              <a:rect l="T45" t="T46" r="T47" b="T48"/>
              <a:pathLst>
                <a:path w="106" h="53">
                  <a:moveTo>
                    <a:pt x="106" y="0"/>
                  </a:moveTo>
                  <a:lnTo>
                    <a:pt x="104" y="12"/>
                  </a:lnTo>
                  <a:lnTo>
                    <a:pt x="100" y="23"/>
                  </a:lnTo>
                  <a:lnTo>
                    <a:pt x="94" y="33"/>
                  </a:lnTo>
                  <a:lnTo>
                    <a:pt x="85" y="41"/>
                  </a:lnTo>
                  <a:lnTo>
                    <a:pt x="76" y="48"/>
                  </a:lnTo>
                  <a:lnTo>
                    <a:pt x="64" y="52"/>
                  </a:lnTo>
                  <a:lnTo>
                    <a:pt x="52" y="53"/>
                  </a:lnTo>
                  <a:lnTo>
                    <a:pt x="41" y="52"/>
                  </a:lnTo>
                  <a:lnTo>
                    <a:pt x="29" y="48"/>
                  </a:lnTo>
                  <a:lnTo>
                    <a:pt x="20" y="41"/>
                  </a:lnTo>
                  <a:lnTo>
                    <a:pt x="11" y="33"/>
                  </a:lnTo>
                  <a:lnTo>
                    <a:pt x="5" y="23"/>
                  </a:lnTo>
                  <a:lnTo>
                    <a:pt x="1" y="12"/>
                  </a:lnTo>
                  <a:lnTo>
                    <a:pt x="0" y="0"/>
                  </a:lnTo>
                </a:path>
              </a:pathLst>
            </a:custGeom>
            <a:noFill/>
            <a:ln w="0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293" name="Freeform 295">
              <a:extLst>
                <a:ext uri="{FF2B5EF4-FFF2-40B4-BE49-F238E27FC236}">
                  <a16:creationId xmlns:a16="http://schemas.microsoft.com/office/drawing/2014/main" id="{A3D183BC-EFBB-E8DC-794A-478B117024AA}"/>
                </a:ext>
              </a:extLst>
            </p:cNvPr>
            <p:cNvSpPr>
              <a:spLocks/>
            </p:cNvSpPr>
            <p:nvPr/>
          </p:nvSpPr>
          <p:spPr bwMode="auto">
            <a:xfrm>
              <a:off x="4553" y="929"/>
              <a:ext cx="17" cy="723"/>
            </a:xfrm>
            <a:custGeom>
              <a:avLst/>
              <a:gdLst>
                <a:gd name="T0" fmla="*/ 0 w 106"/>
                <a:gd name="T1" fmla="*/ 0 h 4334"/>
                <a:gd name="T2" fmla="*/ 0 w 106"/>
                <a:gd name="T3" fmla="*/ 0 h 4334"/>
                <a:gd name="T4" fmla="*/ 0 w 106"/>
                <a:gd name="T5" fmla="*/ 0 h 4334"/>
                <a:gd name="T6" fmla="*/ 0 w 106"/>
                <a:gd name="T7" fmla="*/ 0 h 4334"/>
                <a:gd name="T8" fmla="*/ 0 w 106"/>
                <a:gd name="T9" fmla="*/ 0 h 4334"/>
                <a:gd name="T10" fmla="*/ 0 w 106"/>
                <a:gd name="T11" fmla="*/ 0 h 4334"/>
                <a:gd name="T12" fmla="*/ 0 w 106"/>
                <a:gd name="T13" fmla="*/ 0 h 4334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106"/>
                <a:gd name="T22" fmla="*/ 0 h 4334"/>
                <a:gd name="T23" fmla="*/ 106 w 106"/>
                <a:gd name="T24" fmla="*/ 4334 h 4334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106" h="4334">
                  <a:moveTo>
                    <a:pt x="0" y="4334"/>
                  </a:moveTo>
                  <a:lnTo>
                    <a:pt x="52" y="4334"/>
                  </a:lnTo>
                  <a:lnTo>
                    <a:pt x="106" y="4334"/>
                  </a:lnTo>
                  <a:lnTo>
                    <a:pt x="106" y="0"/>
                  </a:lnTo>
                  <a:lnTo>
                    <a:pt x="52" y="0"/>
                  </a:lnTo>
                  <a:lnTo>
                    <a:pt x="0" y="0"/>
                  </a:lnTo>
                  <a:lnTo>
                    <a:pt x="0" y="4334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294" name="Freeform 296">
              <a:extLst>
                <a:ext uri="{FF2B5EF4-FFF2-40B4-BE49-F238E27FC236}">
                  <a16:creationId xmlns:a16="http://schemas.microsoft.com/office/drawing/2014/main" id="{722A6D4E-E5C4-91EE-5D0C-D78E72C2E7E9}"/>
                </a:ext>
              </a:extLst>
            </p:cNvPr>
            <p:cNvSpPr>
              <a:spLocks/>
            </p:cNvSpPr>
            <p:nvPr/>
          </p:nvSpPr>
          <p:spPr bwMode="auto">
            <a:xfrm>
              <a:off x="4553" y="929"/>
              <a:ext cx="17" cy="723"/>
            </a:xfrm>
            <a:custGeom>
              <a:avLst/>
              <a:gdLst>
                <a:gd name="T0" fmla="*/ 0 w 106"/>
                <a:gd name="T1" fmla="*/ 0 h 4334"/>
                <a:gd name="T2" fmla="*/ 0 w 106"/>
                <a:gd name="T3" fmla="*/ 0 h 4334"/>
                <a:gd name="T4" fmla="*/ 0 w 106"/>
                <a:gd name="T5" fmla="*/ 0 h 4334"/>
                <a:gd name="T6" fmla="*/ 0 w 106"/>
                <a:gd name="T7" fmla="*/ 0 h 4334"/>
                <a:gd name="T8" fmla="*/ 0 w 106"/>
                <a:gd name="T9" fmla="*/ 0 h 4334"/>
                <a:gd name="T10" fmla="*/ 0 w 106"/>
                <a:gd name="T11" fmla="*/ 0 h 4334"/>
                <a:gd name="T12" fmla="*/ 0 w 106"/>
                <a:gd name="T13" fmla="*/ 0 h 4334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106"/>
                <a:gd name="T22" fmla="*/ 0 h 4334"/>
                <a:gd name="T23" fmla="*/ 106 w 106"/>
                <a:gd name="T24" fmla="*/ 4334 h 4334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106" h="4334">
                  <a:moveTo>
                    <a:pt x="0" y="4334"/>
                  </a:moveTo>
                  <a:lnTo>
                    <a:pt x="52" y="4334"/>
                  </a:lnTo>
                  <a:lnTo>
                    <a:pt x="106" y="4334"/>
                  </a:lnTo>
                  <a:lnTo>
                    <a:pt x="106" y="0"/>
                  </a:lnTo>
                  <a:lnTo>
                    <a:pt x="52" y="0"/>
                  </a:lnTo>
                  <a:lnTo>
                    <a:pt x="0" y="0"/>
                  </a:lnTo>
                  <a:lnTo>
                    <a:pt x="0" y="4334"/>
                  </a:lnTo>
                  <a:close/>
                </a:path>
              </a:pathLst>
            </a:custGeom>
            <a:noFill/>
            <a:ln w="0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295" name="Freeform 297">
              <a:extLst>
                <a:ext uri="{FF2B5EF4-FFF2-40B4-BE49-F238E27FC236}">
                  <a16:creationId xmlns:a16="http://schemas.microsoft.com/office/drawing/2014/main" id="{47E47ABE-D12B-8DBA-83BA-1DDC2FD61B9F}"/>
                </a:ext>
              </a:extLst>
            </p:cNvPr>
            <p:cNvSpPr>
              <a:spLocks/>
            </p:cNvSpPr>
            <p:nvPr/>
          </p:nvSpPr>
          <p:spPr bwMode="auto">
            <a:xfrm>
              <a:off x="4553" y="920"/>
              <a:ext cx="17" cy="9"/>
            </a:xfrm>
            <a:custGeom>
              <a:avLst/>
              <a:gdLst>
                <a:gd name="T0" fmla="*/ 0 w 106"/>
                <a:gd name="T1" fmla="*/ 0 h 54"/>
                <a:gd name="T2" fmla="*/ 0 w 106"/>
                <a:gd name="T3" fmla="*/ 0 h 54"/>
                <a:gd name="T4" fmla="*/ 0 w 106"/>
                <a:gd name="T5" fmla="*/ 0 h 54"/>
                <a:gd name="T6" fmla="*/ 0 w 106"/>
                <a:gd name="T7" fmla="*/ 0 h 54"/>
                <a:gd name="T8" fmla="*/ 0 w 106"/>
                <a:gd name="T9" fmla="*/ 0 h 54"/>
                <a:gd name="T10" fmla="*/ 0 w 106"/>
                <a:gd name="T11" fmla="*/ 0 h 54"/>
                <a:gd name="T12" fmla="*/ 0 w 106"/>
                <a:gd name="T13" fmla="*/ 0 h 54"/>
                <a:gd name="T14" fmla="*/ 0 w 106"/>
                <a:gd name="T15" fmla="*/ 0 h 54"/>
                <a:gd name="T16" fmla="*/ 0 w 106"/>
                <a:gd name="T17" fmla="*/ 0 h 54"/>
                <a:gd name="T18" fmla="*/ 0 w 106"/>
                <a:gd name="T19" fmla="*/ 0 h 54"/>
                <a:gd name="T20" fmla="*/ 0 w 106"/>
                <a:gd name="T21" fmla="*/ 0 h 54"/>
                <a:gd name="T22" fmla="*/ 0 w 106"/>
                <a:gd name="T23" fmla="*/ 0 h 54"/>
                <a:gd name="T24" fmla="*/ 0 w 106"/>
                <a:gd name="T25" fmla="*/ 0 h 54"/>
                <a:gd name="T26" fmla="*/ 0 w 106"/>
                <a:gd name="T27" fmla="*/ 0 h 54"/>
                <a:gd name="T28" fmla="*/ 0 w 106"/>
                <a:gd name="T29" fmla="*/ 0 h 54"/>
                <a:gd name="T30" fmla="*/ 0 w 106"/>
                <a:gd name="T31" fmla="*/ 0 h 54"/>
                <a:gd name="T32" fmla="*/ 0 w 106"/>
                <a:gd name="T33" fmla="*/ 0 h 54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w 106"/>
                <a:gd name="T52" fmla="*/ 0 h 54"/>
                <a:gd name="T53" fmla="*/ 106 w 106"/>
                <a:gd name="T54" fmla="*/ 54 h 54"/>
              </a:gdLst>
              <a:ahLst/>
              <a:cxnLst>
                <a:cxn ang="T34">
                  <a:pos x="T0" y="T1"/>
                </a:cxn>
                <a:cxn ang="T35">
                  <a:pos x="T2" y="T3"/>
                </a:cxn>
                <a:cxn ang="T36">
                  <a:pos x="T4" y="T5"/>
                </a:cxn>
                <a:cxn ang="T37">
                  <a:pos x="T6" y="T7"/>
                </a:cxn>
                <a:cxn ang="T38">
                  <a:pos x="T8" y="T9"/>
                </a:cxn>
                <a:cxn ang="T39">
                  <a:pos x="T10" y="T11"/>
                </a:cxn>
                <a:cxn ang="T40">
                  <a:pos x="T12" y="T13"/>
                </a:cxn>
                <a:cxn ang="T41">
                  <a:pos x="T14" y="T15"/>
                </a:cxn>
                <a:cxn ang="T42">
                  <a:pos x="T16" y="T17"/>
                </a:cxn>
                <a:cxn ang="T43">
                  <a:pos x="T18" y="T19"/>
                </a:cxn>
                <a:cxn ang="T44">
                  <a:pos x="T20" y="T21"/>
                </a:cxn>
                <a:cxn ang="T45">
                  <a:pos x="T22" y="T23"/>
                </a:cxn>
                <a:cxn ang="T46">
                  <a:pos x="T24" y="T25"/>
                </a:cxn>
                <a:cxn ang="T47">
                  <a:pos x="T26" y="T27"/>
                </a:cxn>
                <a:cxn ang="T48">
                  <a:pos x="T28" y="T29"/>
                </a:cxn>
                <a:cxn ang="T49">
                  <a:pos x="T30" y="T31"/>
                </a:cxn>
                <a:cxn ang="T50">
                  <a:pos x="T32" y="T33"/>
                </a:cxn>
              </a:cxnLst>
              <a:rect l="T51" t="T52" r="T53" b="T54"/>
              <a:pathLst>
                <a:path w="106" h="54">
                  <a:moveTo>
                    <a:pt x="52" y="54"/>
                  </a:moveTo>
                  <a:lnTo>
                    <a:pt x="0" y="54"/>
                  </a:lnTo>
                  <a:lnTo>
                    <a:pt x="1" y="43"/>
                  </a:lnTo>
                  <a:lnTo>
                    <a:pt x="5" y="31"/>
                  </a:lnTo>
                  <a:lnTo>
                    <a:pt x="11" y="22"/>
                  </a:lnTo>
                  <a:lnTo>
                    <a:pt x="20" y="13"/>
                  </a:lnTo>
                  <a:lnTo>
                    <a:pt x="29" y="7"/>
                  </a:lnTo>
                  <a:lnTo>
                    <a:pt x="41" y="3"/>
                  </a:lnTo>
                  <a:lnTo>
                    <a:pt x="52" y="0"/>
                  </a:lnTo>
                  <a:lnTo>
                    <a:pt x="64" y="3"/>
                  </a:lnTo>
                  <a:lnTo>
                    <a:pt x="76" y="7"/>
                  </a:lnTo>
                  <a:lnTo>
                    <a:pt x="85" y="13"/>
                  </a:lnTo>
                  <a:lnTo>
                    <a:pt x="94" y="22"/>
                  </a:lnTo>
                  <a:lnTo>
                    <a:pt x="100" y="31"/>
                  </a:lnTo>
                  <a:lnTo>
                    <a:pt x="104" y="43"/>
                  </a:lnTo>
                  <a:lnTo>
                    <a:pt x="106" y="54"/>
                  </a:lnTo>
                  <a:lnTo>
                    <a:pt x="52" y="54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296" name="Freeform 298">
              <a:extLst>
                <a:ext uri="{FF2B5EF4-FFF2-40B4-BE49-F238E27FC236}">
                  <a16:creationId xmlns:a16="http://schemas.microsoft.com/office/drawing/2014/main" id="{A13D8102-51D2-B8DB-0025-E0991DCC30B5}"/>
                </a:ext>
              </a:extLst>
            </p:cNvPr>
            <p:cNvSpPr>
              <a:spLocks/>
            </p:cNvSpPr>
            <p:nvPr/>
          </p:nvSpPr>
          <p:spPr bwMode="auto">
            <a:xfrm>
              <a:off x="4553" y="920"/>
              <a:ext cx="17" cy="9"/>
            </a:xfrm>
            <a:custGeom>
              <a:avLst/>
              <a:gdLst>
                <a:gd name="T0" fmla="*/ 0 w 106"/>
                <a:gd name="T1" fmla="*/ 0 h 54"/>
                <a:gd name="T2" fmla="*/ 0 w 106"/>
                <a:gd name="T3" fmla="*/ 0 h 54"/>
                <a:gd name="T4" fmla="*/ 0 w 106"/>
                <a:gd name="T5" fmla="*/ 0 h 54"/>
                <a:gd name="T6" fmla="*/ 0 w 106"/>
                <a:gd name="T7" fmla="*/ 0 h 54"/>
                <a:gd name="T8" fmla="*/ 0 w 106"/>
                <a:gd name="T9" fmla="*/ 0 h 54"/>
                <a:gd name="T10" fmla="*/ 0 w 106"/>
                <a:gd name="T11" fmla="*/ 0 h 54"/>
                <a:gd name="T12" fmla="*/ 0 w 106"/>
                <a:gd name="T13" fmla="*/ 0 h 54"/>
                <a:gd name="T14" fmla="*/ 0 w 106"/>
                <a:gd name="T15" fmla="*/ 0 h 54"/>
                <a:gd name="T16" fmla="*/ 0 w 106"/>
                <a:gd name="T17" fmla="*/ 0 h 54"/>
                <a:gd name="T18" fmla="*/ 0 w 106"/>
                <a:gd name="T19" fmla="*/ 0 h 54"/>
                <a:gd name="T20" fmla="*/ 0 w 106"/>
                <a:gd name="T21" fmla="*/ 0 h 54"/>
                <a:gd name="T22" fmla="*/ 0 w 106"/>
                <a:gd name="T23" fmla="*/ 0 h 54"/>
                <a:gd name="T24" fmla="*/ 0 w 106"/>
                <a:gd name="T25" fmla="*/ 0 h 54"/>
                <a:gd name="T26" fmla="*/ 0 w 106"/>
                <a:gd name="T27" fmla="*/ 0 h 54"/>
                <a:gd name="T28" fmla="*/ 0 w 106"/>
                <a:gd name="T29" fmla="*/ 0 h 54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w 106"/>
                <a:gd name="T46" fmla="*/ 0 h 54"/>
                <a:gd name="T47" fmla="*/ 106 w 106"/>
                <a:gd name="T48" fmla="*/ 54 h 54"/>
              </a:gdLst>
              <a:ahLst/>
              <a:cxnLst>
                <a:cxn ang="T30">
                  <a:pos x="T0" y="T1"/>
                </a:cxn>
                <a:cxn ang="T31">
                  <a:pos x="T2" y="T3"/>
                </a:cxn>
                <a:cxn ang="T32">
                  <a:pos x="T4" y="T5"/>
                </a:cxn>
                <a:cxn ang="T33">
                  <a:pos x="T6" y="T7"/>
                </a:cxn>
                <a:cxn ang="T34">
                  <a:pos x="T8" y="T9"/>
                </a:cxn>
                <a:cxn ang="T35">
                  <a:pos x="T10" y="T11"/>
                </a:cxn>
                <a:cxn ang="T36">
                  <a:pos x="T12" y="T13"/>
                </a:cxn>
                <a:cxn ang="T37">
                  <a:pos x="T14" y="T15"/>
                </a:cxn>
                <a:cxn ang="T38">
                  <a:pos x="T16" y="T17"/>
                </a:cxn>
                <a:cxn ang="T39">
                  <a:pos x="T18" y="T19"/>
                </a:cxn>
                <a:cxn ang="T40">
                  <a:pos x="T20" y="T21"/>
                </a:cxn>
                <a:cxn ang="T41">
                  <a:pos x="T22" y="T23"/>
                </a:cxn>
                <a:cxn ang="T42">
                  <a:pos x="T24" y="T25"/>
                </a:cxn>
                <a:cxn ang="T43">
                  <a:pos x="T26" y="T27"/>
                </a:cxn>
                <a:cxn ang="T44">
                  <a:pos x="T28" y="T29"/>
                </a:cxn>
              </a:cxnLst>
              <a:rect l="T45" t="T46" r="T47" b="T48"/>
              <a:pathLst>
                <a:path w="106" h="54">
                  <a:moveTo>
                    <a:pt x="0" y="54"/>
                  </a:moveTo>
                  <a:lnTo>
                    <a:pt x="1" y="43"/>
                  </a:lnTo>
                  <a:lnTo>
                    <a:pt x="5" y="31"/>
                  </a:lnTo>
                  <a:lnTo>
                    <a:pt x="11" y="22"/>
                  </a:lnTo>
                  <a:lnTo>
                    <a:pt x="20" y="13"/>
                  </a:lnTo>
                  <a:lnTo>
                    <a:pt x="29" y="7"/>
                  </a:lnTo>
                  <a:lnTo>
                    <a:pt x="41" y="3"/>
                  </a:lnTo>
                  <a:lnTo>
                    <a:pt x="52" y="0"/>
                  </a:lnTo>
                  <a:lnTo>
                    <a:pt x="64" y="3"/>
                  </a:lnTo>
                  <a:lnTo>
                    <a:pt x="76" y="7"/>
                  </a:lnTo>
                  <a:lnTo>
                    <a:pt x="85" y="13"/>
                  </a:lnTo>
                  <a:lnTo>
                    <a:pt x="94" y="22"/>
                  </a:lnTo>
                  <a:lnTo>
                    <a:pt x="100" y="31"/>
                  </a:lnTo>
                  <a:lnTo>
                    <a:pt x="104" y="43"/>
                  </a:lnTo>
                  <a:lnTo>
                    <a:pt x="106" y="54"/>
                  </a:lnTo>
                </a:path>
              </a:pathLst>
            </a:custGeom>
            <a:noFill/>
            <a:ln w="0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297" name="Freeform 299">
              <a:extLst>
                <a:ext uri="{FF2B5EF4-FFF2-40B4-BE49-F238E27FC236}">
                  <a16:creationId xmlns:a16="http://schemas.microsoft.com/office/drawing/2014/main" id="{B654816B-C66C-905E-A9FB-CA8AB764C9A1}"/>
                </a:ext>
              </a:extLst>
            </p:cNvPr>
            <p:cNvSpPr>
              <a:spLocks/>
            </p:cNvSpPr>
            <p:nvPr/>
          </p:nvSpPr>
          <p:spPr bwMode="auto">
            <a:xfrm>
              <a:off x="3913" y="920"/>
              <a:ext cx="18" cy="9"/>
            </a:xfrm>
            <a:custGeom>
              <a:avLst/>
              <a:gdLst>
                <a:gd name="T0" fmla="*/ 0 w 107"/>
                <a:gd name="T1" fmla="*/ 0 h 54"/>
                <a:gd name="T2" fmla="*/ 0 w 107"/>
                <a:gd name="T3" fmla="*/ 0 h 54"/>
                <a:gd name="T4" fmla="*/ 0 w 107"/>
                <a:gd name="T5" fmla="*/ 0 h 54"/>
                <a:gd name="T6" fmla="*/ 0 w 107"/>
                <a:gd name="T7" fmla="*/ 0 h 54"/>
                <a:gd name="T8" fmla="*/ 0 w 107"/>
                <a:gd name="T9" fmla="*/ 0 h 54"/>
                <a:gd name="T10" fmla="*/ 0 w 107"/>
                <a:gd name="T11" fmla="*/ 0 h 54"/>
                <a:gd name="T12" fmla="*/ 0 w 107"/>
                <a:gd name="T13" fmla="*/ 0 h 54"/>
                <a:gd name="T14" fmla="*/ 0 w 107"/>
                <a:gd name="T15" fmla="*/ 0 h 54"/>
                <a:gd name="T16" fmla="*/ 0 w 107"/>
                <a:gd name="T17" fmla="*/ 0 h 54"/>
                <a:gd name="T18" fmla="*/ 0 w 107"/>
                <a:gd name="T19" fmla="*/ 0 h 54"/>
                <a:gd name="T20" fmla="*/ 0 w 107"/>
                <a:gd name="T21" fmla="*/ 0 h 54"/>
                <a:gd name="T22" fmla="*/ 0 w 107"/>
                <a:gd name="T23" fmla="*/ 0 h 54"/>
                <a:gd name="T24" fmla="*/ 0 w 107"/>
                <a:gd name="T25" fmla="*/ 0 h 54"/>
                <a:gd name="T26" fmla="*/ 0 w 107"/>
                <a:gd name="T27" fmla="*/ 0 h 54"/>
                <a:gd name="T28" fmla="*/ 0 w 107"/>
                <a:gd name="T29" fmla="*/ 0 h 54"/>
                <a:gd name="T30" fmla="*/ 0 w 107"/>
                <a:gd name="T31" fmla="*/ 0 h 54"/>
                <a:gd name="T32" fmla="*/ 0 w 107"/>
                <a:gd name="T33" fmla="*/ 0 h 54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w 107"/>
                <a:gd name="T52" fmla="*/ 0 h 54"/>
                <a:gd name="T53" fmla="*/ 107 w 107"/>
                <a:gd name="T54" fmla="*/ 54 h 54"/>
              </a:gdLst>
              <a:ahLst/>
              <a:cxnLst>
                <a:cxn ang="T34">
                  <a:pos x="T0" y="T1"/>
                </a:cxn>
                <a:cxn ang="T35">
                  <a:pos x="T2" y="T3"/>
                </a:cxn>
                <a:cxn ang="T36">
                  <a:pos x="T4" y="T5"/>
                </a:cxn>
                <a:cxn ang="T37">
                  <a:pos x="T6" y="T7"/>
                </a:cxn>
                <a:cxn ang="T38">
                  <a:pos x="T8" y="T9"/>
                </a:cxn>
                <a:cxn ang="T39">
                  <a:pos x="T10" y="T11"/>
                </a:cxn>
                <a:cxn ang="T40">
                  <a:pos x="T12" y="T13"/>
                </a:cxn>
                <a:cxn ang="T41">
                  <a:pos x="T14" y="T15"/>
                </a:cxn>
                <a:cxn ang="T42">
                  <a:pos x="T16" y="T17"/>
                </a:cxn>
                <a:cxn ang="T43">
                  <a:pos x="T18" y="T19"/>
                </a:cxn>
                <a:cxn ang="T44">
                  <a:pos x="T20" y="T21"/>
                </a:cxn>
                <a:cxn ang="T45">
                  <a:pos x="T22" y="T23"/>
                </a:cxn>
                <a:cxn ang="T46">
                  <a:pos x="T24" y="T25"/>
                </a:cxn>
                <a:cxn ang="T47">
                  <a:pos x="T26" y="T27"/>
                </a:cxn>
                <a:cxn ang="T48">
                  <a:pos x="T28" y="T29"/>
                </a:cxn>
                <a:cxn ang="T49">
                  <a:pos x="T30" y="T31"/>
                </a:cxn>
                <a:cxn ang="T50">
                  <a:pos x="T32" y="T33"/>
                </a:cxn>
              </a:cxnLst>
              <a:rect l="T51" t="T52" r="T53" b="T54"/>
              <a:pathLst>
                <a:path w="107" h="54">
                  <a:moveTo>
                    <a:pt x="53" y="54"/>
                  </a:moveTo>
                  <a:lnTo>
                    <a:pt x="0" y="54"/>
                  </a:lnTo>
                  <a:lnTo>
                    <a:pt x="1" y="43"/>
                  </a:lnTo>
                  <a:lnTo>
                    <a:pt x="6" y="31"/>
                  </a:lnTo>
                  <a:lnTo>
                    <a:pt x="12" y="22"/>
                  </a:lnTo>
                  <a:lnTo>
                    <a:pt x="20" y="13"/>
                  </a:lnTo>
                  <a:lnTo>
                    <a:pt x="30" y="7"/>
                  </a:lnTo>
                  <a:lnTo>
                    <a:pt x="42" y="3"/>
                  </a:lnTo>
                  <a:lnTo>
                    <a:pt x="53" y="0"/>
                  </a:lnTo>
                  <a:lnTo>
                    <a:pt x="65" y="3"/>
                  </a:lnTo>
                  <a:lnTo>
                    <a:pt x="77" y="7"/>
                  </a:lnTo>
                  <a:lnTo>
                    <a:pt x="86" y="13"/>
                  </a:lnTo>
                  <a:lnTo>
                    <a:pt x="95" y="22"/>
                  </a:lnTo>
                  <a:lnTo>
                    <a:pt x="101" y="31"/>
                  </a:lnTo>
                  <a:lnTo>
                    <a:pt x="105" y="43"/>
                  </a:lnTo>
                  <a:lnTo>
                    <a:pt x="107" y="54"/>
                  </a:lnTo>
                  <a:lnTo>
                    <a:pt x="53" y="54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298" name="Freeform 300">
              <a:extLst>
                <a:ext uri="{FF2B5EF4-FFF2-40B4-BE49-F238E27FC236}">
                  <a16:creationId xmlns:a16="http://schemas.microsoft.com/office/drawing/2014/main" id="{AF612EFC-1986-8FA6-D30F-4AA225C61959}"/>
                </a:ext>
              </a:extLst>
            </p:cNvPr>
            <p:cNvSpPr>
              <a:spLocks/>
            </p:cNvSpPr>
            <p:nvPr/>
          </p:nvSpPr>
          <p:spPr bwMode="auto">
            <a:xfrm>
              <a:off x="3913" y="920"/>
              <a:ext cx="18" cy="9"/>
            </a:xfrm>
            <a:custGeom>
              <a:avLst/>
              <a:gdLst>
                <a:gd name="T0" fmla="*/ 0 w 107"/>
                <a:gd name="T1" fmla="*/ 0 h 54"/>
                <a:gd name="T2" fmla="*/ 0 w 107"/>
                <a:gd name="T3" fmla="*/ 0 h 54"/>
                <a:gd name="T4" fmla="*/ 0 w 107"/>
                <a:gd name="T5" fmla="*/ 0 h 54"/>
                <a:gd name="T6" fmla="*/ 0 w 107"/>
                <a:gd name="T7" fmla="*/ 0 h 54"/>
                <a:gd name="T8" fmla="*/ 0 w 107"/>
                <a:gd name="T9" fmla="*/ 0 h 54"/>
                <a:gd name="T10" fmla="*/ 0 w 107"/>
                <a:gd name="T11" fmla="*/ 0 h 54"/>
                <a:gd name="T12" fmla="*/ 0 w 107"/>
                <a:gd name="T13" fmla="*/ 0 h 54"/>
                <a:gd name="T14" fmla="*/ 0 w 107"/>
                <a:gd name="T15" fmla="*/ 0 h 54"/>
                <a:gd name="T16" fmla="*/ 0 w 107"/>
                <a:gd name="T17" fmla="*/ 0 h 54"/>
                <a:gd name="T18" fmla="*/ 0 w 107"/>
                <a:gd name="T19" fmla="*/ 0 h 54"/>
                <a:gd name="T20" fmla="*/ 0 w 107"/>
                <a:gd name="T21" fmla="*/ 0 h 54"/>
                <a:gd name="T22" fmla="*/ 0 w 107"/>
                <a:gd name="T23" fmla="*/ 0 h 54"/>
                <a:gd name="T24" fmla="*/ 0 w 107"/>
                <a:gd name="T25" fmla="*/ 0 h 54"/>
                <a:gd name="T26" fmla="*/ 0 w 107"/>
                <a:gd name="T27" fmla="*/ 0 h 54"/>
                <a:gd name="T28" fmla="*/ 0 w 107"/>
                <a:gd name="T29" fmla="*/ 0 h 54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w 107"/>
                <a:gd name="T46" fmla="*/ 0 h 54"/>
                <a:gd name="T47" fmla="*/ 107 w 107"/>
                <a:gd name="T48" fmla="*/ 54 h 54"/>
              </a:gdLst>
              <a:ahLst/>
              <a:cxnLst>
                <a:cxn ang="T30">
                  <a:pos x="T0" y="T1"/>
                </a:cxn>
                <a:cxn ang="T31">
                  <a:pos x="T2" y="T3"/>
                </a:cxn>
                <a:cxn ang="T32">
                  <a:pos x="T4" y="T5"/>
                </a:cxn>
                <a:cxn ang="T33">
                  <a:pos x="T6" y="T7"/>
                </a:cxn>
                <a:cxn ang="T34">
                  <a:pos x="T8" y="T9"/>
                </a:cxn>
                <a:cxn ang="T35">
                  <a:pos x="T10" y="T11"/>
                </a:cxn>
                <a:cxn ang="T36">
                  <a:pos x="T12" y="T13"/>
                </a:cxn>
                <a:cxn ang="T37">
                  <a:pos x="T14" y="T15"/>
                </a:cxn>
                <a:cxn ang="T38">
                  <a:pos x="T16" y="T17"/>
                </a:cxn>
                <a:cxn ang="T39">
                  <a:pos x="T18" y="T19"/>
                </a:cxn>
                <a:cxn ang="T40">
                  <a:pos x="T20" y="T21"/>
                </a:cxn>
                <a:cxn ang="T41">
                  <a:pos x="T22" y="T23"/>
                </a:cxn>
                <a:cxn ang="T42">
                  <a:pos x="T24" y="T25"/>
                </a:cxn>
                <a:cxn ang="T43">
                  <a:pos x="T26" y="T27"/>
                </a:cxn>
                <a:cxn ang="T44">
                  <a:pos x="T28" y="T29"/>
                </a:cxn>
              </a:cxnLst>
              <a:rect l="T45" t="T46" r="T47" b="T48"/>
              <a:pathLst>
                <a:path w="107" h="54">
                  <a:moveTo>
                    <a:pt x="0" y="54"/>
                  </a:moveTo>
                  <a:lnTo>
                    <a:pt x="1" y="43"/>
                  </a:lnTo>
                  <a:lnTo>
                    <a:pt x="6" y="31"/>
                  </a:lnTo>
                  <a:lnTo>
                    <a:pt x="12" y="22"/>
                  </a:lnTo>
                  <a:lnTo>
                    <a:pt x="20" y="13"/>
                  </a:lnTo>
                  <a:lnTo>
                    <a:pt x="30" y="7"/>
                  </a:lnTo>
                  <a:lnTo>
                    <a:pt x="42" y="3"/>
                  </a:lnTo>
                  <a:lnTo>
                    <a:pt x="53" y="0"/>
                  </a:lnTo>
                  <a:lnTo>
                    <a:pt x="65" y="3"/>
                  </a:lnTo>
                  <a:lnTo>
                    <a:pt x="77" y="7"/>
                  </a:lnTo>
                  <a:lnTo>
                    <a:pt x="86" y="13"/>
                  </a:lnTo>
                  <a:lnTo>
                    <a:pt x="95" y="22"/>
                  </a:lnTo>
                  <a:lnTo>
                    <a:pt x="101" y="31"/>
                  </a:lnTo>
                  <a:lnTo>
                    <a:pt x="105" y="43"/>
                  </a:lnTo>
                  <a:lnTo>
                    <a:pt x="107" y="54"/>
                  </a:lnTo>
                </a:path>
              </a:pathLst>
            </a:custGeom>
            <a:noFill/>
            <a:ln w="0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299" name="Freeform 301">
              <a:extLst>
                <a:ext uri="{FF2B5EF4-FFF2-40B4-BE49-F238E27FC236}">
                  <a16:creationId xmlns:a16="http://schemas.microsoft.com/office/drawing/2014/main" id="{1A13AE27-AA0B-94B0-7095-15E9FD8F2B7D}"/>
                </a:ext>
              </a:extLst>
            </p:cNvPr>
            <p:cNvSpPr>
              <a:spLocks/>
            </p:cNvSpPr>
            <p:nvPr/>
          </p:nvSpPr>
          <p:spPr bwMode="auto">
            <a:xfrm>
              <a:off x="3913" y="929"/>
              <a:ext cx="18" cy="723"/>
            </a:xfrm>
            <a:custGeom>
              <a:avLst/>
              <a:gdLst>
                <a:gd name="T0" fmla="*/ 0 w 107"/>
                <a:gd name="T1" fmla="*/ 0 h 4334"/>
                <a:gd name="T2" fmla="*/ 0 w 107"/>
                <a:gd name="T3" fmla="*/ 0 h 4334"/>
                <a:gd name="T4" fmla="*/ 0 w 107"/>
                <a:gd name="T5" fmla="*/ 0 h 4334"/>
                <a:gd name="T6" fmla="*/ 0 w 107"/>
                <a:gd name="T7" fmla="*/ 0 h 4334"/>
                <a:gd name="T8" fmla="*/ 0 w 107"/>
                <a:gd name="T9" fmla="*/ 0 h 4334"/>
                <a:gd name="T10" fmla="*/ 0 w 107"/>
                <a:gd name="T11" fmla="*/ 0 h 4334"/>
                <a:gd name="T12" fmla="*/ 0 w 107"/>
                <a:gd name="T13" fmla="*/ 0 h 4334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107"/>
                <a:gd name="T22" fmla="*/ 0 h 4334"/>
                <a:gd name="T23" fmla="*/ 107 w 107"/>
                <a:gd name="T24" fmla="*/ 4334 h 4334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107" h="4334">
                  <a:moveTo>
                    <a:pt x="107" y="0"/>
                  </a:moveTo>
                  <a:lnTo>
                    <a:pt x="53" y="0"/>
                  </a:lnTo>
                  <a:lnTo>
                    <a:pt x="0" y="0"/>
                  </a:lnTo>
                  <a:lnTo>
                    <a:pt x="0" y="4334"/>
                  </a:lnTo>
                  <a:lnTo>
                    <a:pt x="53" y="4334"/>
                  </a:lnTo>
                  <a:lnTo>
                    <a:pt x="107" y="4334"/>
                  </a:lnTo>
                  <a:lnTo>
                    <a:pt x="107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300" name="Freeform 302">
              <a:extLst>
                <a:ext uri="{FF2B5EF4-FFF2-40B4-BE49-F238E27FC236}">
                  <a16:creationId xmlns:a16="http://schemas.microsoft.com/office/drawing/2014/main" id="{5D922861-2B7C-F1FF-E404-D2E35A00E7D5}"/>
                </a:ext>
              </a:extLst>
            </p:cNvPr>
            <p:cNvSpPr>
              <a:spLocks/>
            </p:cNvSpPr>
            <p:nvPr/>
          </p:nvSpPr>
          <p:spPr bwMode="auto">
            <a:xfrm>
              <a:off x="3913" y="929"/>
              <a:ext cx="18" cy="723"/>
            </a:xfrm>
            <a:custGeom>
              <a:avLst/>
              <a:gdLst>
                <a:gd name="T0" fmla="*/ 0 w 107"/>
                <a:gd name="T1" fmla="*/ 0 h 4334"/>
                <a:gd name="T2" fmla="*/ 0 w 107"/>
                <a:gd name="T3" fmla="*/ 0 h 4334"/>
                <a:gd name="T4" fmla="*/ 0 w 107"/>
                <a:gd name="T5" fmla="*/ 0 h 4334"/>
                <a:gd name="T6" fmla="*/ 0 w 107"/>
                <a:gd name="T7" fmla="*/ 0 h 4334"/>
                <a:gd name="T8" fmla="*/ 0 w 107"/>
                <a:gd name="T9" fmla="*/ 0 h 4334"/>
                <a:gd name="T10" fmla="*/ 0 w 107"/>
                <a:gd name="T11" fmla="*/ 0 h 4334"/>
                <a:gd name="T12" fmla="*/ 0 w 107"/>
                <a:gd name="T13" fmla="*/ 0 h 4334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107"/>
                <a:gd name="T22" fmla="*/ 0 h 4334"/>
                <a:gd name="T23" fmla="*/ 107 w 107"/>
                <a:gd name="T24" fmla="*/ 4334 h 4334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107" h="4334">
                  <a:moveTo>
                    <a:pt x="107" y="0"/>
                  </a:moveTo>
                  <a:lnTo>
                    <a:pt x="53" y="0"/>
                  </a:lnTo>
                  <a:lnTo>
                    <a:pt x="0" y="0"/>
                  </a:lnTo>
                  <a:lnTo>
                    <a:pt x="0" y="4334"/>
                  </a:lnTo>
                  <a:lnTo>
                    <a:pt x="53" y="4334"/>
                  </a:lnTo>
                  <a:lnTo>
                    <a:pt x="107" y="4334"/>
                  </a:lnTo>
                  <a:lnTo>
                    <a:pt x="107" y="0"/>
                  </a:lnTo>
                  <a:close/>
                </a:path>
              </a:pathLst>
            </a:custGeom>
            <a:noFill/>
            <a:ln w="0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301" name="Freeform 303">
              <a:extLst>
                <a:ext uri="{FF2B5EF4-FFF2-40B4-BE49-F238E27FC236}">
                  <a16:creationId xmlns:a16="http://schemas.microsoft.com/office/drawing/2014/main" id="{C9867C8D-D4E3-2E26-AB04-8EC0CCECFEEE}"/>
                </a:ext>
              </a:extLst>
            </p:cNvPr>
            <p:cNvSpPr>
              <a:spLocks/>
            </p:cNvSpPr>
            <p:nvPr/>
          </p:nvSpPr>
          <p:spPr bwMode="auto">
            <a:xfrm>
              <a:off x="3913" y="1652"/>
              <a:ext cx="18" cy="8"/>
            </a:xfrm>
            <a:custGeom>
              <a:avLst/>
              <a:gdLst>
                <a:gd name="T0" fmla="*/ 0 w 107"/>
                <a:gd name="T1" fmla="*/ 0 h 53"/>
                <a:gd name="T2" fmla="*/ 0 w 107"/>
                <a:gd name="T3" fmla="*/ 0 h 53"/>
                <a:gd name="T4" fmla="*/ 0 w 107"/>
                <a:gd name="T5" fmla="*/ 0 h 53"/>
                <a:gd name="T6" fmla="*/ 0 w 107"/>
                <a:gd name="T7" fmla="*/ 0 h 53"/>
                <a:gd name="T8" fmla="*/ 0 w 107"/>
                <a:gd name="T9" fmla="*/ 0 h 53"/>
                <a:gd name="T10" fmla="*/ 0 w 107"/>
                <a:gd name="T11" fmla="*/ 0 h 53"/>
                <a:gd name="T12" fmla="*/ 0 w 107"/>
                <a:gd name="T13" fmla="*/ 0 h 53"/>
                <a:gd name="T14" fmla="*/ 0 w 107"/>
                <a:gd name="T15" fmla="*/ 0 h 53"/>
                <a:gd name="T16" fmla="*/ 0 w 107"/>
                <a:gd name="T17" fmla="*/ 0 h 53"/>
                <a:gd name="T18" fmla="*/ 0 w 107"/>
                <a:gd name="T19" fmla="*/ 0 h 53"/>
                <a:gd name="T20" fmla="*/ 0 w 107"/>
                <a:gd name="T21" fmla="*/ 0 h 53"/>
                <a:gd name="T22" fmla="*/ 0 w 107"/>
                <a:gd name="T23" fmla="*/ 0 h 53"/>
                <a:gd name="T24" fmla="*/ 0 w 107"/>
                <a:gd name="T25" fmla="*/ 0 h 53"/>
                <a:gd name="T26" fmla="*/ 0 w 107"/>
                <a:gd name="T27" fmla="*/ 0 h 53"/>
                <a:gd name="T28" fmla="*/ 0 w 107"/>
                <a:gd name="T29" fmla="*/ 0 h 53"/>
                <a:gd name="T30" fmla="*/ 0 w 107"/>
                <a:gd name="T31" fmla="*/ 0 h 53"/>
                <a:gd name="T32" fmla="*/ 0 w 107"/>
                <a:gd name="T33" fmla="*/ 0 h 53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w 107"/>
                <a:gd name="T52" fmla="*/ 0 h 53"/>
                <a:gd name="T53" fmla="*/ 107 w 107"/>
                <a:gd name="T54" fmla="*/ 53 h 53"/>
              </a:gdLst>
              <a:ahLst/>
              <a:cxnLst>
                <a:cxn ang="T34">
                  <a:pos x="T0" y="T1"/>
                </a:cxn>
                <a:cxn ang="T35">
                  <a:pos x="T2" y="T3"/>
                </a:cxn>
                <a:cxn ang="T36">
                  <a:pos x="T4" y="T5"/>
                </a:cxn>
                <a:cxn ang="T37">
                  <a:pos x="T6" y="T7"/>
                </a:cxn>
                <a:cxn ang="T38">
                  <a:pos x="T8" y="T9"/>
                </a:cxn>
                <a:cxn ang="T39">
                  <a:pos x="T10" y="T11"/>
                </a:cxn>
                <a:cxn ang="T40">
                  <a:pos x="T12" y="T13"/>
                </a:cxn>
                <a:cxn ang="T41">
                  <a:pos x="T14" y="T15"/>
                </a:cxn>
                <a:cxn ang="T42">
                  <a:pos x="T16" y="T17"/>
                </a:cxn>
                <a:cxn ang="T43">
                  <a:pos x="T18" y="T19"/>
                </a:cxn>
                <a:cxn ang="T44">
                  <a:pos x="T20" y="T21"/>
                </a:cxn>
                <a:cxn ang="T45">
                  <a:pos x="T22" y="T23"/>
                </a:cxn>
                <a:cxn ang="T46">
                  <a:pos x="T24" y="T25"/>
                </a:cxn>
                <a:cxn ang="T47">
                  <a:pos x="T26" y="T27"/>
                </a:cxn>
                <a:cxn ang="T48">
                  <a:pos x="T28" y="T29"/>
                </a:cxn>
                <a:cxn ang="T49">
                  <a:pos x="T30" y="T31"/>
                </a:cxn>
                <a:cxn ang="T50">
                  <a:pos x="T32" y="T33"/>
                </a:cxn>
              </a:cxnLst>
              <a:rect l="T51" t="T52" r="T53" b="T54"/>
              <a:pathLst>
                <a:path w="107" h="53">
                  <a:moveTo>
                    <a:pt x="53" y="0"/>
                  </a:moveTo>
                  <a:lnTo>
                    <a:pt x="107" y="0"/>
                  </a:lnTo>
                  <a:lnTo>
                    <a:pt x="105" y="12"/>
                  </a:lnTo>
                  <a:lnTo>
                    <a:pt x="101" y="23"/>
                  </a:lnTo>
                  <a:lnTo>
                    <a:pt x="95" y="33"/>
                  </a:lnTo>
                  <a:lnTo>
                    <a:pt x="86" y="41"/>
                  </a:lnTo>
                  <a:lnTo>
                    <a:pt x="77" y="48"/>
                  </a:lnTo>
                  <a:lnTo>
                    <a:pt x="65" y="52"/>
                  </a:lnTo>
                  <a:lnTo>
                    <a:pt x="53" y="53"/>
                  </a:lnTo>
                  <a:lnTo>
                    <a:pt x="42" y="52"/>
                  </a:lnTo>
                  <a:lnTo>
                    <a:pt x="30" y="48"/>
                  </a:lnTo>
                  <a:lnTo>
                    <a:pt x="20" y="41"/>
                  </a:lnTo>
                  <a:lnTo>
                    <a:pt x="12" y="33"/>
                  </a:lnTo>
                  <a:lnTo>
                    <a:pt x="6" y="23"/>
                  </a:lnTo>
                  <a:lnTo>
                    <a:pt x="1" y="12"/>
                  </a:lnTo>
                  <a:lnTo>
                    <a:pt x="0" y="0"/>
                  </a:lnTo>
                  <a:lnTo>
                    <a:pt x="53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302" name="Freeform 304">
              <a:extLst>
                <a:ext uri="{FF2B5EF4-FFF2-40B4-BE49-F238E27FC236}">
                  <a16:creationId xmlns:a16="http://schemas.microsoft.com/office/drawing/2014/main" id="{69E88DFE-B1CF-C8FB-F1A5-A29A1CB71B03}"/>
                </a:ext>
              </a:extLst>
            </p:cNvPr>
            <p:cNvSpPr>
              <a:spLocks/>
            </p:cNvSpPr>
            <p:nvPr/>
          </p:nvSpPr>
          <p:spPr bwMode="auto">
            <a:xfrm>
              <a:off x="3913" y="1652"/>
              <a:ext cx="18" cy="8"/>
            </a:xfrm>
            <a:custGeom>
              <a:avLst/>
              <a:gdLst>
                <a:gd name="T0" fmla="*/ 0 w 107"/>
                <a:gd name="T1" fmla="*/ 0 h 53"/>
                <a:gd name="T2" fmla="*/ 0 w 107"/>
                <a:gd name="T3" fmla="*/ 0 h 53"/>
                <a:gd name="T4" fmla="*/ 0 w 107"/>
                <a:gd name="T5" fmla="*/ 0 h 53"/>
                <a:gd name="T6" fmla="*/ 0 w 107"/>
                <a:gd name="T7" fmla="*/ 0 h 53"/>
                <a:gd name="T8" fmla="*/ 0 w 107"/>
                <a:gd name="T9" fmla="*/ 0 h 53"/>
                <a:gd name="T10" fmla="*/ 0 w 107"/>
                <a:gd name="T11" fmla="*/ 0 h 53"/>
                <a:gd name="T12" fmla="*/ 0 w 107"/>
                <a:gd name="T13" fmla="*/ 0 h 53"/>
                <a:gd name="T14" fmla="*/ 0 w 107"/>
                <a:gd name="T15" fmla="*/ 0 h 53"/>
                <a:gd name="T16" fmla="*/ 0 w 107"/>
                <a:gd name="T17" fmla="*/ 0 h 53"/>
                <a:gd name="T18" fmla="*/ 0 w 107"/>
                <a:gd name="T19" fmla="*/ 0 h 53"/>
                <a:gd name="T20" fmla="*/ 0 w 107"/>
                <a:gd name="T21" fmla="*/ 0 h 53"/>
                <a:gd name="T22" fmla="*/ 0 w 107"/>
                <a:gd name="T23" fmla="*/ 0 h 53"/>
                <a:gd name="T24" fmla="*/ 0 w 107"/>
                <a:gd name="T25" fmla="*/ 0 h 53"/>
                <a:gd name="T26" fmla="*/ 0 w 107"/>
                <a:gd name="T27" fmla="*/ 0 h 53"/>
                <a:gd name="T28" fmla="*/ 0 w 107"/>
                <a:gd name="T29" fmla="*/ 0 h 53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w 107"/>
                <a:gd name="T46" fmla="*/ 0 h 53"/>
                <a:gd name="T47" fmla="*/ 107 w 107"/>
                <a:gd name="T48" fmla="*/ 53 h 53"/>
              </a:gdLst>
              <a:ahLst/>
              <a:cxnLst>
                <a:cxn ang="T30">
                  <a:pos x="T0" y="T1"/>
                </a:cxn>
                <a:cxn ang="T31">
                  <a:pos x="T2" y="T3"/>
                </a:cxn>
                <a:cxn ang="T32">
                  <a:pos x="T4" y="T5"/>
                </a:cxn>
                <a:cxn ang="T33">
                  <a:pos x="T6" y="T7"/>
                </a:cxn>
                <a:cxn ang="T34">
                  <a:pos x="T8" y="T9"/>
                </a:cxn>
                <a:cxn ang="T35">
                  <a:pos x="T10" y="T11"/>
                </a:cxn>
                <a:cxn ang="T36">
                  <a:pos x="T12" y="T13"/>
                </a:cxn>
                <a:cxn ang="T37">
                  <a:pos x="T14" y="T15"/>
                </a:cxn>
                <a:cxn ang="T38">
                  <a:pos x="T16" y="T17"/>
                </a:cxn>
                <a:cxn ang="T39">
                  <a:pos x="T18" y="T19"/>
                </a:cxn>
                <a:cxn ang="T40">
                  <a:pos x="T20" y="T21"/>
                </a:cxn>
                <a:cxn ang="T41">
                  <a:pos x="T22" y="T23"/>
                </a:cxn>
                <a:cxn ang="T42">
                  <a:pos x="T24" y="T25"/>
                </a:cxn>
                <a:cxn ang="T43">
                  <a:pos x="T26" y="T27"/>
                </a:cxn>
                <a:cxn ang="T44">
                  <a:pos x="T28" y="T29"/>
                </a:cxn>
              </a:cxnLst>
              <a:rect l="T45" t="T46" r="T47" b="T48"/>
              <a:pathLst>
                <a:path w="107" h="53">
                  <a:moveTo>
                    <a:pt x="107" y="0"/>
                  </a:moveTo>
                  <a:lnTo>
                    <a:pt x="105" y="12"/>
                  </a:lnTo>
                  <a:lnTo>
                    <a:pt x="101" y="23"/>
                  </a:lnTo>
                  <a:lnTo>
                    <a:pt x="95" y="33"/>
                  </a:lnTo>
                  <a:lnTo>
                    <a:pt x="86" y="41"/>
                  </a:lnTo>
                  <a:lnTo>
                    <a:pt x="77" y="48"/>
                  </a:lnTo>
                  <a:lnTo>
                    <a:pt x="65" y="52"/>
                  </a:lnTo>
                  <a:lnTo>
                    <a:pt x="53" y="53"/>
                  </a:lnTo>
                  <a:lnTo>
                    <a:pt x="42" y="52"/>
                  </a:lnTo>
                  <a:lnTo>
                    <a:pt x="30" y="48"/>
                  </a:lnTo>
                  <a:lnTo>
                    <a:pt x="20" y="41"/>
                  </a:lnTo>
                  <a:lnTo>
                    <a:pt x="12" y="33"/>
                  </a:lnTo>
                  <a:lnTo>
                    <a:pt x="6" y="23"/>
                  </a:lnTo>
                  <a:lnTo>
                    <a:pt x="1" y="12"/>
                  </a:lnTo>
                  <a:lnTo>
                    <a:pt x="0" y="0"/>
                  </a:lnTo>
                </a:path>
              </a:pathLst>
            </a:custGeom>
            <a:noFill/>
            <a:ln w="0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303" name="Line 305">
              <a:extLst>
                <a:ext uri="{FF2B5EF4-FFF2-40B4-BE49-F238E27FC236}">
                  <a16:creationId xmlns:a16="http://schemas.microsoft.com/office/drawing/2014/main" id="{32609E89-C1FF-0D70-81E5-3625FE9F90A9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242" y="1531"/>
              <a:ext cx="1" cy="159"/>
            </a:xfrm>
            <a:prstGeom prst="line">
              <a:avLst/>
            </a:prstGeom>
            <a:noFill/>
            <a:ln w="0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304" name="Line 306">
              <a:extLst>
                <a:ext uri="{FF2B5EF4-FFF2-40B4-BE49-F238E27FC236}">
                  <a16:creationId xmlns:a16="http://schemas.microsoft.com/office/drawing/2014/main" id="{002514C3-C94F-0BB1-48B5-DE16BF3843CA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242" y="1473"/>
              <a:ext cx="1" cy="29"/>
            </a:xfrm>
            <a:prstGeom prst="line">
              <a:avLst/>
            </a:prstGeom>
            <a:noFill/>
            <a:ln w="0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305" name="Line 307">
              <a:extLst>
                <a:ext uri="{FF2B5EF4-FFF2-40B4-BE49-F238E27FC236}">
                  <a16:creationId xmlns:a16="http://schemas.microsoft.com/office/drawing/2014/main" id="{509BE915-7F6E-31C6-7A61-D3451A62FD0F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242" y="1136"/>
              <a:ext cx="1" cy="308"/>
            </a:xfrm>
            <a:prstGeom prst="line">
              <a:avLst/>
            </a:prstGeom>
            <a:noFill/>
            <a:ln w="0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306" name="Line 308">
              <a:extLst>
                <a:ext uri="{FF2B5EF4-FFF2-40B4-BE49-F238E27FC236}">
                  <a16:creationId xmlns:a16="http://schemas.microsoft.com/office/drawing/2014/main" id="{82CC0615-5121-EB89-F76D-FB6A15E2C557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242" y="1079"/>
              <a:ext cx="1" cy="29"/>
            </a:xfrm>
            <a:prstGeom prst="line">
              <a:avLst/>
            </a:prstGeom>
            <a:noFill/>
            <a:ln w="0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307" name="Line 309">
              <a:extLst>
                <a:ext uri="{FF2B5EF4-FFF2-40B4-BE49-F238E27FC236}">
                  <a16:creationId xmlns:a16="http://schemas.microsoft.com/office/drawing/2014/main" id="{364FCD96-83C1-70E4-D5B8-58487DB5817F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242" y="891"/>
              <a:ext cx="1" cy="159"/>
            </a:xfrm>
            <a:prstGeom prst="line">
              <a:avLst/>
            </a:prstGeom>
            <a:noFill/>
            <a:ln w="0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308" name="Freeform 310">
              <a:extLst>
                <a:ext uri="{FF2B5EF4-FFF2-40B4-BE49-F238E27FC236}">
                  <a16:creationId xmlns:a16="http://schemas.microsoft.com/office/drawing/2014/main" id="{B7205AB4-885F-D4C9-3BAE-341240E854C1}"/>
                </a:ext>
              </a:extLst>
            </p:cNvPr>
            <p:cNvSpPr>
              <a:spLocks/>
            </p:cNvSpPr>
            <p:nvPr/>
          </p:nvSpPr>
          <p:spPr bwMode="auto">
            <a:xfrm>
              <a:off x="3913" y="1391"/>
              <a:ext cx="9" cy="18"/>
            </a:xfrm>
            <a:custGeom>
              <a:avLst/>
              <a:gdLst>
                <a:gd name="T0" fmla="*/ 0 w 53"/>
                <a:gd name="T1" fmla="*/ 0 h 107"/>
                <a:gd name="T2" fmla="*/ 0 w 53"/>
                <a:gd name="T3" fmla="*/ 0 h 107"/>
                <a:gd name="T4" fmla="*/ 0 w 53"/>
                <a:gd name="T5" fmla="*/ 0 h 107"/>
                <a:gd name="T6" fmla="*/ 0 w 53"/>
                <a:gd name="T7" fmla="*/ 0 h 107"/>
                <a:gd name="T8" fmla="*/ 0 w 53"/>
                <a:gd name="T9" fmla="*/ 0 h 107"/>
                <a:gd name="T10" fmla="*/ 0 w 53"/>
                <a:gd name="T11" fmla="*/ 0 h 107"/>
                <a:gd name="T12" fmla="*/ 0 w 53"/>
                <a:gd name="T13" fmla="*/ 0 h 107"/>
                <a:gd name="T14" fmla="*/ 0 w 53"/>
                <a:gd name="T15" fmla="*/ 0 h 107"/>
                <a:gd name="T16" fmla="*/ 0 w 53"/>
                <a:gd name="T17" fmla="*/ 0 h 107"/>
                <a:gd name="T18" fmla="*/ 0 w 53"/>
                <a:gd name="T19" fmla="*/ 0 h 107"/>
                <a:gd name="T20" fmla="*/ 0 w 53"/>
                <a:gd name="T21" fmla="*/ 0 h 107"/>
                <a:gd name="T22" fmla="*/ 0 w 53"/>
                <a:gd name="T23" fmla="*/ 0 h 107"/>
                <a:gd name="T24" fmla="*/ 0 w 53"/>
                <a:gd name="T25" fmla="*/ 0 h 107"/>
                <a:gd name="T26" fmla="*/ 0 w 53"/>
                <a:gd name="T27" fmla="*/ 0 h 107"/>
                <a:gd name="T28" fmla="*/ 0 w 53"/>
                <a:gd name="T29" fmla="*/ 0 h 107"/>
                <a:gd name="T30" fmla="*/ 0 w 53"/>
                <a:gd name="T31" fmla="*/ 0 h 107"/>
                <a:gd name="T32" fmla="*/ 0 w 53"/>
                <a:gd name="T33" fmla="*/ 0 h 107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w 53"/>
                <a:gd name="T52" fmla="*/ 0 h 107"/>
                <a:gd name="T53" fmla="*/ 53 w 53"/>
                <a:gd name="T54" fmla="*/ 107 h 107"/>
              </a:gdLst>
              <a:ahLst/>
              <a:cxnLst>
                <a:cxn ang="T34">
                  <a:pos x="T0" y="T1"/>
                </a:cxn>
                <a:cxn ang="T35">
                  <a:pos x="T2" y="T3"/>
                </a:cxn>
                <a:cxn ang="T36">
                  <a:pos x="T4" y="T5"/>
                </a:cxn>
                <a:cxn ang="T37">
                  <a:pos x="T6" y="T7"/>
                </a:cxn>
                <a:cxn ang="T38">
                  <a:pos x="T8" y="T9"/>
                </a:cxn>
                <a:cxn ang="T39">
                  <a:pos x="T10" y="T11"/>
                </a:cxn>
                <a:cxn ang="T40">
                  <a:pos x="T12" y="T13"/>
                </a:cxn>
                <a:cxn ang="T41">
                  <a:pos x="T14" y="T15"/>
                </a:cxn>
                <a:cxn ang="T42">
                  <a:pos x="T16" y="T17"/>
                </a:cxn>
                <a:cxn ang="T43">
                  <a:pos x="T18" y="T19"/>
                </a:cxn>
                <a:cxn ang="T44">
                  <a:pos x="T20" y="T21"/>
                </a:cxn>
                <a:cxn ang="T45">
                  <a:pos x="T22" y="T23"/>
                </a:cxn>
                <a:cxn ang="T46">
                  <a:pos x="T24" y="T25"/>
                </a:cxn>
                <a:cxn ang="T47">
                  <a:pos x="T26" y="T27"/>
                </a:cxn>
                <a:cxn ang="T48">
                  <a:pos x="T28" y="T29"/>
                </a:cxn>
                <a:cxn ang="T49">
                  <a:pos x="T30" y="T31"/>
                </a:cxn>
                <a:cxn ang="T50">
                  <a:pos x="T32" y="T33"/>
                </a:cxn>
              </a:cxnLst>
              <a:rect l="T51" t="T52" r="T53" b="T54"/>
              <a:pathLst>
                <a:path w="53" h="107">
                  <a:moveTo>
                    <a:pt x="53" y="54"/>
                  </a:moveTo>
                  <a:lnTo>
                    <a:pt x="53" y="107"/>
                  </a:lnTo>
                  <a:lnTo>
                    <a:pt x="42" y="106"/>
                  </a:lnTo>
                  <a:lnTo>
                    <a:pt x="30" y="102"/>
                  </a:lnTo>
                  <a:lnTo>
                    <a:pt x="20" y="96"/>
                  </a:lnTo>
                  <a:lnTo>
                    <a:pt x="12" y="87"/>
                  </a:lnTo>
                  <a:lnTo>
                    <a:pt x="6" y="78"/>
                  </a:lnTo>
                  <a:lnTo>
                    <a:pt x="1" y="66"/>
                  </a:lnTo>
                  <a:lnTo>
                    <a:pt x="0" y="54"/>
                  </a:lnTo>
                  <a:lnTo>
                    <a:pt x="1" y="43"/>
                  </a:lnTo>
                  <a:lnTo>
                    <a:pt x="6" y="31"/>
                  </a:lnTo>
                  <a:lnTo>
                    <a:pt x="12" y="21"/>
                  </a:lnTo>
                  <a:lnTo>
                    <a:pt x="20" y="13"/>
                  </a:lnTo>
                  <a:lnTo>
                    <a:pt x="30" y="7"/>
                  </a:lnTo>
                  <a:lnTo>
                    <a:pt x="42" y="2"/>
                  </a:lnTo>
                  <a:lnTo>
                    <a:pt x="53" y="0"/>
                  </a:lnTo>
                  <a:lnTo>
                    <a:pt x="53" y="54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309" name="Freeform 311">
              <a:extLst>
                <a:ext uri="{FF2B5EF4-FFF2-40B4-BE49-F238E27FC236}">
                  <a16:creationId xmlns:a16="http://schemas.microsoft.com/office/drawing/2014/main" id="{BE87094A-C7E8-848D-DEA5-F45C78B994D4}"/>
                </a:ext>
              </a:extLst>
            </p:cNvPr>
            <p:cNvSpPr>
              <a:spLocks/>
            </p:cNvSpPr>
            <p:nvPr/>
          </p:nvSpPr>
          <p:spPr bwMode="auto">
            <a:xfrm>
              <a:off x="3913" y="1391"/>
              <a:ext cx="9" cy="18"/>
            </a:xfrm>
            <a:custGeom>
              <a:avLst/>
              <a:gdLst>
                <a:gd name="T0" fmla="*/ 0 w 53"/>
                <a:gd name="T1" fmla="*/ 0 h 107"/>
                <a:gd name="T2" fmla="*/ 0 w 53"/>
                <a:gd name="T3" fmla="*/ 0 h 107"/>
                <a:gd name="T4" fmla="*/ 0 w 53"/>
                <a:gd name="T5" fmla="*/ 0 h 107"/>
                <a:gd name="T6" fmla="*/ 0 w 53"/>
                <a:gd name="T7" fmla="*/ 0 h 107"/>
                <a:gd name="T8" fmla="*/ 0 w 53"/>
                <a:gd name="T9" fmla="*/ 0 h 107"/>
                <a:gd name="T10" fmla="*/ 0 w 53"/>
                <a:gd name="T11" fmla="*/ 0 h 107"/>
                <a:gd name="T12" fmla="*/ 0 w 53"/>
                <a:gd name="T13" fmla="*/ 0 h 107"/>
                <a:gd name="T14" fmla="*/ 0 w 53"/>
                <a:gd name="T15" fmla="*/ 0 h 107"/>
                <a:gd name="T16" fmla="*/ 0 w 53"/>
                <a:gd name="T17" fmla="*/ 0 h 107"/>
                <a:gd name="T18" fmla="*/ 0 w 53"/>
                <a:gd name="T19" fmla="*/ 0 h 107"/>
                <a:gd name="T20" fmla="*/ 0 w 53"/>
                <a:gd name="T21" fmla="*/ 0 h 107"/>
                <a:gd name="T22" fmla="*/ 0 w 53"/>
                <a:gd name="T23" fmla="*/ 0 h 107"/>
                <a:gd name="T24" fmla="*/ 0 w 53"/>
                <a:gd name="T25" fmla="*/ 0 h 107"/>
                <a:gd name="T26" fmla="*/ 0 w 53"/>
                <a:gd name="T27" fmla="*/ 0 h 107"/>
                <a:gd name="T28" fmla="*/ 0 w 53"/>
                <a:gd name="T29" fmla="*/ 0 h 107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w 53"/>
                <a:gd name="T46" fmla="*/ 0 h 107"/>
                <a:gd name="T47" fmla="*/ 53 w 53"/>
                <a:gd name="T48" fmla="*/ 107 h 107"/>
              </a:gdLst>
              <a:ahLst/>
              <a:cxnLst>
                <a:cxn ang="T30">
                  <a:pos x="T0" y="T1"/>
                </a:cxn>
                <a:cxn ang="T31">
                  <a:pos x="T2" y="T3"/>
                </a:cxn>
                <a:cxn ang="T32">
                  <a:pos x="T4" y="T5"/>
                </a:cxn>
                <a:cxn ang="T33">
                  <a:pos x="T6" y="T7"/>
                </a:cxn>
                <a:cxn ang="T34">
                  <a:pos x="T8" y="T9"/>
                </a:cxn>
                <a:cxn ang="T35">
                  <a:pos x="T10" y="T11"/>
                </a:cxn>
                <a:cxn ang="T36">
                  <a:pos x="T12" y="T13"/>
                </a:cxn>
                <a:cxn ang="T37">
                  <a:pos x="T14" y="T15"/>
                </a:cxn>
                <a:cxn ang="T38">
                  <a:pos x="T16" y="T17"/>
                </a:cxn>
                <a:cxn ang="T39">
                  <a:pos x="T18" y="T19"/>
                </a:cxn>
                <a:cxn ang="T40">
                  <a:pos x="T20" y="T21"/>
                </a:cxn>
                <a:cxn ang="T41">
                  <a:pos x="T22" y="T23"/>
                </a:cxn>
                <a:cxn ang="T42">
                  <a:pos x="T24" y="T25"/>
                </a:cxn>
                <a:cxn ang="T43">
                  <a:pos x="T26" y="T27"/>
                </a:cxn>
                <a:cxn ang="T44">
                  <a:pos x="T28" y="T29"/>
                </a:cxn>
              </a:cxnLst>
              <a:rect l="T45" t="T46" r="T47" b="T48"/>
              <a:pathLst>
                <a:path w="53" h="107">
                  <a:moveTo>
                    <a:pt x="53" y="107"/>
                  </a:moveTo>
                  <a:lnTo>
                    <a:pt x="42" y="106"/>
                  </a:lnTo>
                  <a:lnTo>
                    <a:pt x="30" y="102"/>
                  </a:lnTo>
                  <a:lnTo>
                    <a:pt x="20" y="96"/>
                  </a:lnTo>
                  <a:lnTo>
                    <a:pt x="12" y="87"/>
                  </a:lnTo>
                  <a:lnTo>
                    <a:pt x="6" y="78"/>
                  </a:lnTo>
                  <a:lnTo>
                    <a:pt x="1" y="66"/>
                  </a:lnTo>
                  <a:lnTo>
                    <a:pt x="0" y="54"/>
                  </a:lnTo>
                  <a:lnTo>
                    <a:pt x="1" y="43"/>
                  </a:lnTo>
                  <a:lnTo>
                    <a:pt x="6" y="31"/>
                  </a:lnTo>
                  <a:lnTo>
                    <a:pt x="12" y="21"/>
                  </a:lnTo>
                  <a:lnTo>
                    <a:pt x="20" y="13"/>
                  </a:lnTo>
                  <a:lnTo>
                    <a:pt x="30" y="7"/>
                  </a:lnTo>
                  <a:lnTo>
                    <a:pt x="42" y="2"/>
                  </a:lnTo>
                  <a:lnTo>
                    <a:pt x="53" y="0"/>
                  </a:lnTo>
                </a:path>
              </a:pathLst>
            </a:custGeom>
            <a:noFill/>
            <a:ln w="0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310" name="Freeform 312">
              <a:extLst>
                <a:ext uri="{FF2B5EF4-FFF2-40B4-BE49-F238E27FC236}">
                  <a16:creationId xmlns:a16="http://schemas.microsoft.com/office/drawing/2014/main" id="{638C2920-E50A-2D8B-B0A6-A166AD1720E4}"/>
                </a:ext>
              </a:extLst>
            </p:cNvPr>
            <p:cNvSpPr>
              <a:spLocks/>
            </p:cNvSpPr>
            <p:nvPr/>
          </p:nvSpPr>
          <p:spPr bwMode="auto">
            <a:xfrm>
              <a:off x="3922" y="1391"/>
              <a:ext cx="639" cy="18"/>
            </a:xfrm>
            <a:custGeom>
              <a:avLst/>
              <a:gdLst>
                <a:gd name="T0" fmla="*/ 0 w 3837"/>
                <a:gd name="T1" fmla="*/ 0 h 107"/>
                <a:gd name="T2" fmla="*/ 0 w 3837"/>
                <a:gd name="T3" fmla="*/ 0 h 107"/>
                <a:gd name="T4" fmla="*/ 0 w 3837"/>
                <a:gd name="T5" fmla="*/ 0 h 107"/>
                <a:gd name="T6" fmla="*/ 0 w 3837"/>
                <a:gd name="T7" fmla="*/ 0 h 107"/>
                <a:gd name="T8" fmla="*/ 0 w 3837"/>
                <a:gd name="T9" fmla="*/ 0 h 107"/>
                <a:gd name="T10" fmla="*/ 0 w 3837"/>
                <a:gd name="T11" fmla="*/ 0 h 107"/>
                <a:gd name="T12" fmla="*/ 0 w 3837"/>
                <a:gd name="T13" fmla="*/ 0 h 107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3837"/>
                <a:gd name="T22" fmla="*/ 0 h 107"/>
                <a:gd name="T23" fmla="*/ 3837 w 3837"/>
                <a:gd name="T24" fmla="*/ 107 h 107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3837" h="107">
                  <a:moveTo>
                    <a:pt x="0" y="0"/>
                  </a:moveTo>
                  <a:lnTo>
                    <a:pt x="0" y="54"/>
                  </a:lnTo>
                  <a:lnTo>
                    <a:pt x="0" y="107"/>
                  </a:lnTo>
                  <a:lnTo>
                    <a:pt x="3837" y="107"/>
                  </a:lnTo>
                  <a:lnTo>
                    <a:pt x="3837" y="54"/>
                  </a:lnTo>
                  <a:lnTo>
                    <a:pt x="383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311" name="Freeform 313">
              <a:extLst>
                <a:ext uri="{FF2B5EF4-FFF2-40B4-BE49-F238E27FC236}">
                  <a16:creationId xmlns:a16="http://schemas.microsoft.com/office/drawing/2014/main" id="{0BE7091B-A6BA-F1FE-7BC1-32E7B43751D1}"/>
                </a:ext>
              </a:extLst>
            </p:cNvPr>
            <p:cNvSpPr>
              <a:spLocks/>
            </p:cNvSpPr>
            <p:nvPr/>
          </p:nvSpPr>
          <p:spPr bwMode="auto">
            <a:xfrm>
              <a:off x="3922" y="1391"/>
              <a:ext cx="639" cy="18"/>
            </a:xfrm>
            <a:custGeom>
              <a:avLst/>
              <a:gdLst>
                <a:gd name="T0" fmla="*/ 0 w 3837"/>
                <a:gd name="T1" fmla="*/ 0 h 107"/>
                <a:gd name="T2" fmla="*/ 0 w 3837"/>
                <a:gd name="T3" fmla="*/ 0 h 107"/>
                <a:gd name="T4" fmla="*/ 0 w 3837"/>
                <a:gd name="T5" fmla="*/ 0 h 107"/>
                <a:gd name="T6" fmla="*/ 0 w 3837"/>
                <a:gd name="T7" fmla="*/ 0 h 107"/>
                <a:gd name="T8" fmla="*/ 0 w 3837"/>
                <a:gd name="T9" fmla="*/ 0 h 107"/>
                <a:gd name="T10" fmla="*/ 0 w 3837"/>
                <a:gd name="T11" fmla="*/ 0 h 107"/>
                <a:gd name="T12" fmla="*/ 0 w 3837"/>
                <a:gd name="T13" fmla="*/ 0 h 107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3837"/>
                <a:gd name="T22" fmla="*/ 0 h 107"/>
                <a:gd name="T23" fmla="*/ 3837 w 3837"/>
                <a:gd name="T24" fmla="*/ 107 h 107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3837" h="107">
                  <a:moveTo>
                    <a:pt x="0" y="0"/>
                  </a:moveTo>
                  <a:lnTo>
                    <a:pt x="0" y="54"/>
                  </a:lnTo>
                  <a:lnTo>
                    <a:pt x="0" y="107"/>
                  </a:lnTo>
                  <a:lnTo>
                    <a:pt x="3837" y="107"/>
                  </a:lnTo>
                  <a:lnTo>
                    <a:pt x="3837" y="54"/>
                  </a:lnTo>
                  <a:lnTo>
                    <a:pt x="3837" y="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312" name="Freeform 314">
              <a:extLst>
                <a:ext uri="{FF2B5EF4-FFF2-40B4-BE49-F238E27FC236}">
                  <a16:creationId xmlns:a16="http://schemas.microsoft.com/office/drawing/2014/main" id="{24E62EC2-B1CE-1C3F-DED4-9E5F1A533FF7}"/>
                </a:ext>
              </a:extLst>
            </p:cNvPr>
            <p:cNvSpPr>
              <a:spLocks/>
            </p:cNvSpPr>
            <p:nvPr/>
          </p:nvSpPr>
          <p:spPr bwMode="auto">
            <a:xfrm>
              <a:off x="4561" y="1391"/>
              <a:ext cx="9" cy="18"/>
            </a:xfrm>
            <a:custGeom>
              <a:avLst/>
              <a:gdLst>
                <a:gd name="T0" fmla="*/ 0 w 54"/>
                <a:gd name="T1" fmla="*/ 0 h 107"/>
                <a:gd name="T2" fmla="*/ 0 w 54"/>
                <a:gd name="T3" fmla="*/ 0 h 107"/>
                <a:gd name="T4" fmla="*/ 0 w 54"/>
                <a:gd name="T5" fmla="*/ 0 h 107"/>
                <a:gd name="T6" fmla="*/ 0 w 54"/>
                <a:gd name="T7" fmla="*/ 0 h 107"/>
                <a:gd name="T8" fmla="*/ 0 w 54"/>
                <a:gd name="T9" fmla="*/ 0 h 107"/>
                <a:gd name="T10" fmla="*/ 0 w 54"/>
                <a:gd name="T11" fmla="*/ 0 h 107"/>
                <a:gd name="T12" fmla="*/ 0 w 54"/>
                <a:gd name="T13" fmla="*/ 0 h 107"/>
                <a:gd name="T14" fmla="*/ 0 w 54"/>
                <a:gd name="T15" fmla="*/ 0 h 107"/>
                <a:gd name="T16" fmla="*/ 0 w 54"/>
                <a:gd name="T17" fmla="*/ 0 h 107"/>
                <a:gd name="T18" fmla="*/ 0 w 54"/>
                <a:gd name="T19" fmla="*/ 0 h 107"/>
                <a:gd name="T20" fmla="*/ 0 w 54"/>
                <a:gd name="T21" fmla="*/ 0 h 107"/>
                <a:gd name="T22" fmla="*/ 0 w 54"/>
                <a:gd name="T23" fmla="*/ 0 h 107"/>
                <a:gd name="T24" fmla="*/ 0 w 54"/>
                <a:gd name="T25" fmla="*/ 0 h 107"/>
                <a:gd name="T26" fmla="*/ 0 w 54"/>
                <a:gd name="T27" fmla="*/ 0 h 107"/>
                <a:gd name="T28" fmla="*/ 0 w 54"/>
                <a:gd name="T29" fmla="*/ 0 h 107"/>
                <a:gd name="T30" fmla="*/ 0 w 54"/>
                <a:gd name="T31" fmla="*/ 0 h 107"/>
                <a:gd name="T32" fmla="*/ 0 w 54"/>
                <a:gd name="T33" fmla="*/ 0 h 107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w 54"/>
                <a:gd name="T52" fmla="*/ 0 h 107"/>
                <a:gd name="T53" fmla="*/ 54 w 54"/>
                <a:gd name="T54" fmla="*/ 107 h 107"/>
              </a:gdLst>
              <a:ahLst/>
              <a:cxnLst>
                <a:cxn ang="T34">
                  <a:pos x="T0" y="T1"/>
                </a:cxn>
                <a:cxn ang="T35">
                  <a:pos x="T2" y="T3"/>
                </a:cxn>
                <a:cxn ang="T36">
                  <a:pos x="T4" y="T5"/>
                </a:cxn>
                <a:cxn ang="T37">
                  <a:pos x="T6" y="T7"/>
                </a:cxn>
                <a:cxn ang="T38">
                  <a:pos x="T8" y="T9"/>
                </a:cxn>
                <a:cxn ang="T39">
                  <a:pos x="T10" y="T11"/>
                </a:cxn>
                <a:cxn ang="T40">
                  <a:pos x="T12" y="T13"/>
                </a:cxn>
                <a:cxn ang="T41">
                  <a:pos x="T14" y="T15"/>
                </a:cxn>
                <a:cxn ang="T42">
                  <a:pos x="T16" y="T17"/>
                </a:cxn>
                <a:cxn ang="T43">
                  <a:pos x="T18" y="T19"/>
                </a:cxn>
                <a:cxn ang="T44">
                  <a:pos x="T20" y="T21"/>
                </a:cxn>
                <a:cxn ang="T45">
                  <a:pos x="T22" y="T23"/>
                </a:cxn>
                <a:cxn ang="T46">
                  <a:pos x="T24" y="T25"/>
                </a:cxn>
                <a:cxn ang="T47">
                  <a:pos x="T26" y="T27"/>
                </a:cxn>
                <a:cxn ang="T48">
                  <a:pos x="T28" y="T29"/>
                </a:cxn>
                <a:cxn ang="T49">
                  <a:pos x="T30" y="T31"/>
                </a:cxn>
                <a:cxn ang="T50">
                  <a:pos x="T32" y="T33"/>
                </a:cxn>
              </a:cxnLst>
              <a:rect l="T51" t="T52" r="T53" b="T54"/>
              <a:pathLst>
                <a:path w="54" h="107">
                  <a:moveTo>
                    <a:pt x="0" y="54"/>
                  </a:moveTo>
                  <a:lnTo>
                    <a:pt x="0" y="0"/>
                  </a:lnTo>
                  <a:lnTo>
                    <a:pt x="12" y="2"/>
                  </a:lnTo>
                  <a:lnTo>
                    <a:pt x="24" y="7"/>
                  </a:lnTo>
                  <a:lnTo>
                    <a:pt x="33" y="13"/>
                  </a:lnTo>
                  <a:lnTo>
                    <a:pt x="42" y="21"/>
                  </a:lnTo>
                  <a:lnTo>
                    <a:pt x="48" y="31"/>
                  </a:lnTo>
                  <a:lnTo>
                    <a:pt x="52" y="43"/>
                  </a:lnTo>
                  <a:lnTo>
                    <a:pt x="54" y="54"/>
                  </a:lnTo>
                  <a:lnTo>
                    <a:pt x="52" y="66"/>
                  </a:lnTo>
                  <a:lnTo>
                    <a:pt x="48" y="78"/>
                  </a:lnTo>
                  <a:lnTo>
                    <a:pt x="42" y="87"/>
                  </a:lnTo>
                  <a:lnTo>
                    <a:pt x="33" y="96"/>
                  </a:lnTo>
                  <a:lnTo>
                    <a:pt x="24" y="102"/>
                  </a:lnTo>
                  <a:lnTo>
                    <a:pt x="12" y="106"/>
                  </a:lnTo>
                  <a:lnTo>
                    <a:pt x="0" y="107"/>
                  </a:lnTo>
                  <a:lnTo>
                    <a:pt x="0" y="54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313" name="Freeform 315">
              <a:extLst>
                <a:ext uri="{FF2B5EF4-FFF2-40B4-BE49-F238E27FC236}">
                  <a16:creationId xmlns:a16="http://schemas.microsoft.com/office/drawing/2014/main" id="{CAC60115-E75E-CFB7-999A-D54659DF1105}"/>
                </a:ext>
              </a:extLst>
            </p:cNvPr>
            <p:cNvSpPr>
              <a:spLocks/>
            </p:cNvSpPr>
            <p:nvPr/>
          </p:nvSpPr>
          <p:spPr bwMode="auto">
            <a:xfrm>
              <a:off x="4561" y="1391"/>
              <a:ext cx="9" cy="18"/>
            </a:xfrm>
            <a:custGeom>
              <a:avLst/>
              <a:gdLst>
                <a:gd name="T0" fmla="*/ 0 w 54"/>
                <a:gd name="T1" fmla="*/ 0 h 107"/>
                <a:gd name="T2" fmla="*/ 0 w 54"/>
                <a:gd name="T3" fmla="*/ 0 h 107"/>
                <a:gd name="T4" fmla="*/ 0 w 54"/>
                <a:gd name="T5" fmla="*/ 0 h 107"/>
                <a:gd name="T6" fmla="*/ 0 w 54"/>
                <a:gd name="T7" fmla="*/ 0 h 107"/>
                <a:gd name="T8" fmla="*/ 0 w 54"/>
                <a:gd name="T9" fmla="*/ 0 h 107"/>
                <a:gd name="T10" fmla="*/ 0 w 54"/>
                <a:gd name="T11" fmla="*/ 0 h 107"/>
                <a:gd name="T12" fmla="*/ 0 w 54"/>
                <a:gd name="T13" fmla="*/ 0 h 107"/>
                <a:gd name="T14" fmla="*/ 0 w 54"/>
                <a:gd name="T15" fmla="*/ 0 h 107"/>
                <a:gd name="T16" fmla="*/ 0 w 54"/>
                <a:gd name="T17" fmla="*/ 0 h 107"/>
                <a:gd name="T18" fmla="*/ 0 w 54"/>
                <a:gd name="T19" fmla="*/ 0 h 107"/>
                <a:gd name="T20" fmla="*/ 0 w 54"/>
                <a:gd name="T21" fmla="*/ 0 h 107"/>
                <a:gd name="T22" fmla="*/ 0 w 54"/>
                <a:gd name="T23" fmla="*/ 0 h 107"/>
                <a:gd name="T24" fmla="*/ 0 w 54"/>
                <a:gd name="T25" fmla="*/ 0 h 107"/>
                <a:gd name="T26" fmla="*/ 0 w 54"/>
                <a:gd name="T27" fmla="*/ 0 h 107"/>
                <a:gd name="T28" fmla="*/ 0 w 54"/>
                <a:gd name="T29" fmla="*/ 0 h 107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w 54"/>
                <a:gd name="T46" fmla="*/ 0 h 107"/>
                <a:gd name="T47" fmla="*/ 54 w 54"/>
                <a:gd name="T48" fmla="*/ 107 h 107"/>
              </a:gdLst>
              <a:ahLst/>
              <a:cxnLst>
                <a:cxn ang="T30">
                  <a:pos x="T0" y="T1"/>
                </a:cxn>
                <a:cxn ang="T31">
                  <a:pos x="T2" y="T3"/>
                </a:cxn>
                <a:cxn ang="T32">
                  <a:pos x="T4" y="T5"/>
                </a:cxn>
                <a:cxn ang="T33">
                  <a:pos x="T6" y="T7"/>
                </a:cxn>
                <a:cxn ang="T34">
                  <a:pos x="T8" y="T9"/>
                </a:cxn>
                <a:cxn ang="T35">
                  <a:pos x="T10" y="T11"/>
                </a:cxn>
                <a:cxn ang="T36">
                  <a:pos x="T12" y="T13"/>
                </a:cxn>
                <a:cxn ang="T37">
                  <a:pos x="T14" y="T15"/>
                </a:cxn>
                <a:cxn ang="T38">
                  <a:pos x="T16" y="T17"/>
                </a:cxn>
                <a:cxn ang="T39">
                  <a:pos x="T18" y="T19"/>
                </a:cxn>
                <a:cxn ang="T40">
                  <a:pos x="T20" y="T21"/>
                </a:cxn>
                <a:cxn ang="T41">
                  <a:pos x="T22" y="T23"/>
                </a:cxn>
                <a:cxn ang="T42">
                  <a:pos x="T24" y="T25"/>
                </a:cxn>
                <a:cxn ang="T43">
                  <a:pos x="T26" y="T27"/>
                </a:cxn>
                <a:cxn ang="T44">
                  <a:pos x="T28" y="T29"/>
                </a:cxn>
              </a:cxnLst>
              <a:rect l="T45" t="T46" r="T47" b="T48"/>
              <a:pathLst>
                <a:path w="54" h="107">
                  <a:moveTo>
                    <a:pt x="0" y="0"/>
                  </a:moveTo>
                  <a:lnTo>
                    <a:pt x="12" y="2"/>
                  </a:lnTo>
                  <a:lnTo>
                    <a:pt x="24" y="7"/>
                  </a:lnTo>
                  <a:lnTo>
                    <a:pt x="33" y="13"/>
                  </a:lnTo>
                  <a:lnTo>
                    <a:pt x="42" y="21"/>
                  </a:lnTo>
                  <a:lnTo>
                    <a:pt x="48" y="31"/>
                  </a:lnTo>
                  <a:lnTo>
                    <a:pt x="52" y="43"/>
                  </a:lnTo>
                  <a:lnTo>
                    <a:pt x="54" y="54"/>
                  </a:lnTo>
                  <a:lnTo>
                    <a:pt x="52" y="66"/>
                  </a:lnTo>
                  <a:lnTo>
                    <a:pt x="48" y="78"/>
                  </a:lnTo>
                  <a:lnTo>
                    <a:pt x="42" y="87"/>
                  </a:lnTo>
                  <a:lnTo>
                    <a:pt x="33" y="96"/>
                  </a:lnTo>
                  <a:lnTo>
                    <a:pt x="24" y="102"/>
                  </a:lnTo>
                  <a:lnTo>
                    <a:pt x="12" y="106"/>
                  </a:lnTo>
                  <a:lnTo>
                    <a:pt x="0" y="107"/>
                  </a:lnTo>
                </a:path>
              </a:pathLst>
            </a:custGeom>
            <a:noFill/>
            <a:ln w="0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314" name="Freeform 316">
              <a:extLst>
                <a:ext uri="{FF2B5EF4-FFF2-40B4-BE49-F238E27FC236}">
                  <a16:creationId xmlns:a16="http://schemas.microsoft.com/office/drawing/2014/main" id="{D29AB2A4-FBDD-1C9E-90AC-92A723B6B33D}"/>
                </a:ext>
              </a:extLst>
            </p:cNvPr>
            <p:cNvSpPr>
              <a:spLocks/>
            </p:cNvSpPr>
            <p:nvPr/>
          </p:nvSpPr>
          <p:spPr bwMode="auto">
            <a:xfrm>
              <a:off x="3970" y="1052"/>
              <a:ext cx="9" cy="18"/>
            </a:xfrm>
            <a:custGeom>
              <a:avLst/>
              <a:gdLst>
                <a:gd name="T0" fmla="*/ 0 w 53"/>
                <a:gd name="T1" fmla="*/ 0 h 107"/>
                <a:gd name="T2" fmla="*/ 0 w 53"/>
                <a:gd name="T3" fmla="*/ 0 h 107"/>
                <a:gd name="T4" fmla="*/ 0 w 53"/>
                <a:gd name="T5" fmla="*/ 0 h 107"/>
                <a:gd name="T6" fmla="*/ 0 w 53"/>
                <a:gd name="T7" fmla="*/ 0 h 107"/>
                <a:gd name="T8" fmla="*/ 0 w 53"/>
                <a:gd name="T9" fmla="*/ 0 h 107"/>
                <a:gd name="T10" fmla="*/ 0 w 53"/>
                <a:gd name="T11" fmla="*/ 0 h 107"/>
                <a:gd name="T12" fmla="*/ 0 w 53"/>
                <a:gd name="T13" fmla="*/ 0 h 107"/>
                <a:gd name="T14" fmla="*/ 0 w 53"/>
                <a:gd name="T15" fmla="*/ 0 h 107"/>
                <a:gd name="T16" fmla="*/ 0 w 53"/>
                <a:gd name="T17" fmla="*/ 0 h 107"/>
                <a:gd name="T18" fmla="*/ 0 w 53"/>
                <a:gd name="T19" fmla="*/ 0 h 107"/>
                <a:gd name="T20" fmla="*/ 0 w 53"/>
                <a:gd name="T21" fmla="*/ 0 h 107"/>
                <a:gd name="T22" fmla="*/ 0 w 53"/>
                <a:gd name="T23" fmla="*/ 0 h 107"/>
                <a:gd name="T24" fmla="*/ 0 w 53"/>
                <a:gd name="T25" fmla="*/ 0 h 107"/>
                <a:gd name="T26" fmla="*/ 0 w 53"/>
                <a:gd name="T27" fmla="*/ 0 h 107"/>
                <a:gd name="T28" fmla="*/ 0 w 53"/>
                <a:gd name="T29" fmla="*/ 0 h 107"/>
                <a:gd name="T30" fmla="*/ 0 w 53"/>
                <a:gd name="T31" fmla="*/ 0 h 107"/>
                <a:gd name="T32" fmla="*/ 0 w 53"/>
                <a:gd name="T33" fmla="*/ 0 h 107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w 53"/>
                <a:gd name="T52" fmla="*/ 0 h 107"/>
                <a:gd name="T53" fmla="*/ 53 w 53"/>
                <a:gd name="T54" fmla="*/ 107 h 107"/>
              </a:gdLst>
              <a:ahLst/>
              <a:cxnLst>
                <a:cxn ang="T34">
                  <a:pos x="T0" y="T1"/>
                </a:cxn>
                <a:cxn ang="T35">
                  <a:pos x="T2" y="T3"/>
                </a:cxn>
                <a:cxn ang="T36">
                  <a:pos x="T4" y="T5"/>
                </a:cxn>
                <a:cxn ang="T37">
                  <a:pos x="T6" y="T7"/>
                </a:cxn>
                <a:cxn ang="T38">
                  <a:pos x="T8" y="T9"/>
                </a:cxn>
                <a:cxn ang="T39">
                  <a:pos x="T10" y="T11"/>
                </a:cxn>
                <a:cxn ang="T40">
                  <a:pos x="T12" y="T13"/>
                </a:cxn>
                <a:cxn ang="T41">
                  <a:pos x="T14" y="T15"/>
                </a:cxn>
                <a:cxn ang="T42">
                  <a:pos x="T16" y="T17"/>
                </a:cxn>
                <a:cxn ang="T43">
                  <a:pos x="T18" y="T19"/>
                </a:cxn>
                <a:cxn ang="T44">
                  <a:pos x="T20" y="T21"/>
                </a:cxn>
                <a:cxn ang="T45">
                  <a:pos x="T22" y="T23"/>
                </a:cxn>
                <a:cxn ang="T46">
                  <a:pos x="T24" y="T25"/>
                </a:cxn>
                <a:cxn ang="T47">
                  <a:pos x="T26" y="T27"/>
                </a:cxn>
                <a:cxn ang="T48">
                  <a:pos x="T28" y="T29"/>
                </a:cxn>
                <a:cxn ang="T49">
                  <a:pos x="T30" y="T31"/>
                </a:cxn>
                <a:cxn ang="T50">
                  <a:pos x="T32" y="T33"/>
                </a:cxn>
              </a:cxnLst>
              <a:rect l="T51" t="T52" r="T53" b="T54"/>
              <a:pathLst>
                <a:path w="53" h="107">
                  <a:moveTo>
                    <a:pt x="53" y="54"/>
                  </a:moveTo>
                  <a:lnTo>
                    <a:pt x="53" y="107"/>
                  </a:lnTo>
                  <a:lnTo>
                    <a:pt x="42" y="106"/>
                  </a:lnTo>
                  <a:lnTo>
                    <a:pt x="30" y="102"/>
                  </a:lnTo>
                  <a:lnTo>
                    <a:pt x="20" y="96"/>
                  </a:lnTo>
                  <a:lnTo>
                    <a:pt x="12" y="87"/>
                  </a:lnTo>
                  <a:lnTo>
                    <a:pt x="6" y="78"/>
                  </a:lnTo>
                  <a:lnTo>
                    <a:pt x="1" y="66"/>
                  </a:lnTo>
                  <a:lnTo>
                    <a:pt x="0" y="54"/>
                  </a:lnTo>
                  <a:lnTo>
                    <a:pt x="1" y="43"/>
                  </a:lnTo>
                  <a:lnTo>
                    <a:pt x="6" y="31"/>
                  </a:lnTo>
                  <a:lnTo>
                    <a:pt x="12" y="21"/>
                  </a:lnTo>
                  <a:lnTo>
                    <a:pt x="20" y="13"/>
                  </a:lnTo>
                  <a:lnTo>
                    <a:pt x="30" y="7"/>
                  </a:lnTo>
                  <a:lnTo>
                    <a:pt x="42" y="2"/>
                  </a:lnTo>
                  <a:lnTo>
                    <a:pt x="53" y="0"/>
                  </a:lnTo>
                  <a:lnTo>
                    <a:pt x="53" y="54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315" name="Freeform 317">
              <a:extLst>
                <a:ext uri="{FF2B5EF4-FFF2-40B4-BE49-F238E27FC236}">
                  <a16:creationId xmlns:a16="http://schemas.microsoft.com/office/drawing/2014/main" id="{71568163-C522-3988-5470-BD4377B5267F}"/>
                </a:ext>
              </a:extLst>
            </p:cNvPr>
            <p:cNvSpPr>
              <a:spLocks/>
            </p:cNvSpPr>
            <p:nvPr/>
          </p:nvSpPr>
          <p:spPr bwMode="auto">
            <a:xfrm>
              <a:off x="3970" y="1052"/>
              <a:ext cx="9" cy="18"/>
            </a:xfrm>
            <a:custGeom>
              <a:avLst/>
              <a:gdLst>
                <a:gd name="T0" fmla="*/ 0 w 53"/>
                <a:gd name="T1" fmla="*/ 0 h 107"/>
                <a:gd name="T2" fmla="*/ 0 w 53"/>
                <a:gd name="T3" fmla="*/ 0 h 107"/>
                <a:gd name="T4" fmla="*/ 0 w 53"/>
                <a:gd name="T5" fmla="*/ 0 h 107"/>
                <a:gd name="T6" fmla="*/ 0 w 53"/>
                <a:gd name="T7" fmla="*/ 0 h 107"/>
                <a:gd name="T8" fmla="*/ 0 w 53"/>
                <a:gd name="T9" fmla="*/ 0 h 107"/>
                <a:gd name="T10" fmla="*/ 0 w 53"/>
                <a:gd name="T11" fmla="*/ 0 h 107"/>
                <a:gd name="T12" fmla="*/ 0 w 53"/>
                <a:gd name="T13" fmla="*/ 0 h 107"/>
                <a:gd name="T14" fmla="*/ 0 w 53"/>
                <a:gd name="T15" fmla="*/ 0 h 107"/>
                <a:gd name="T16" fmla="*/ 0 w 53"/>
                <a:gd name="T17" fmla="*/ 0 h 107"/>
                <a:gd name="T18" fmla="*/ 0 w 53"/>
                <a:gd name="T19" fmla="*/ 0 h 107"/>
                <a:gd name="T20" fmla="*/ 0 w 53"/>
                <a:gd name="T21" fmla="*/ 0 h 107"/>
                <a:gd name="T22" fmla="*/ 0 w 53"/>
                <a:gd name="T23" fmla="*/ 0 h 107"/>
                <a:gd name="T24" fmla="*/ 0 w 53"/>
                <a:gd name="T25" fmla="*/ 0 h 107"/>
                <a:gd name="T26" fmla="*/ 0 w 53"/>
                <a:gd name="T27" fmla="*/ 0 h 107"/>
                <a:gd name="T28" fmla="*/ 0 w 53"/>
                <a:gd name="T29" fmla="*/ 0 h 107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w 53"/>
                <a:gd name="T46" fmla="*/ 0 h 107"/>
                <a:gd name="T47" fmla="*/ 53 w 53"/>
                <a:gd name="T48" fmla="*/ 107 h 107"/>
              </a:gdLst>
              <a:ahLst/>
              <a:cxnLst>
                <a:cxn ang="T30">
                  <a:pos x="T0" y="T1"/>
                </a:cxn>
                <a:cxn ang="T31">
                  <a:pos x="T2" y="T3"/>
                </a:cxn>
                <a:cxn ang="T32">
                  <a:pos x="T4" y="T5"/>
                </a:cxn>
                <a:cxn ang="T33">
                  <a:pos x="T6" y="T7"/>
                </a:cxn>
                <a:cxn ang="T34">
                  <a:pos x="T8" y="T9"/>
                </a:cxn>
                <a:cxn ang="T35">
                  <a:pos x="T10" y="T11"/>
                </a:cxn>
                <a:cxn ang="T36">
                  <a:pos x="T12" y="T13"/>
                </a:cxn>
                <a:cxn ang="T37">
                  <a:pos x="T14" y="T15"/>
                </a:cxn>
                <a:cxn ang="T38">
                  <a:pos x="T16" y="T17"/>
                </a:cxn>
                <a:cxn ang="T39">
                  <a:pos x="T18" y="T19"/>
                </a:cxn>
                <a:cxn ang="T40">
                  <a:pos x="T20" y="T21"/>
                </a:cxn>
                <a:cxn ang="T41">
                  <a:pos x="T22" y="T23"/>
                </a:cxn>
                <a:cxn ang="T42">
                  <a:pos x="T24" y="T25"/>
                </a:cxn>
                <a:cxn ang="T43">
                  <a:pos x="T26" y="T27"/>
                </a:cxn>
                <a:cxn ang="T44">
                  <a:pos x="T28" y="T29"/>
                </a:cxn>
              </a:cxnLst>
              <a:rect l="T45" t="T46" r="T47" b="T48"/>
              <a:pathLst>
                <a:path w="53" h="107">
                  <a:moveTo>
                    <a:pt x="53" y="107"/>
                  </a:moveTo>
                  <a:lnTo>
                    <a:pt x="42" y="106"/>
                  </a:lnTo>
                  <a:lnTo>
                    <a:pt x="30" y="102"/>
                  </a:lnTo>
                  <a:lnTo>
                    <a:pt x="20" y="96"/>
                  </a:lnTo>
                  <a:lnTo>
                    <a:pt x="12" y="87"/>
                  </a:lnTo>
                  <a:lnTo>
                    <a:pt x="6" y="78"/>
                  </a:lnTo>
                  <a:lnTo>
                    <a:pt x="1" y="66"/>
                  </a:lnTo>
                  <a:lnTo>
                    <a:pt x="0" y="54"/>
                  </a:lnTo>
                  <a:lnTo>
                    <a:pt x="1" y="43"/>
                  </a:lnTo>
                  <a:lnTo>
                    <a:pt x="6" y="31"/>
                  </a:lnTo>
                  <a:lnTo>
                    <a:pt x="12" y="21"/>
                  </a:lnTo>
                  <a:lnTo>
                    <a:pt x="20" y="13"/>
                  </a:lnTo>
                  <a:lnTo>
                    <a:pt x="30" y="7"/>
                  </a:lnTo>
                  <a:lnTo>
                    <a:pt x="42" y="2"/>
                  </a:lnTo>
                  <a:lnTo>
                    <a:pt x="53" y="0"/>
                  </a:lnTo>
                </a:path>
              </a:pathLst>
            </a:custGeom>
            <a:noFill/>
            <a:ln w="0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316" name="Freeform 318">
              <a:extLst>
                <a:ext uri="{FF2B5EF4-FFF2-40B4-BE49-F238E27FC236}">
                  <a16:creationId xmlns:a16="http://schemas.microsoft.com/office/drawing/2014/main" id="{B3746DFE-1490-CC5D-5F56-2B41EB0F3F1E}"/>
                </a:ext>
              </a:extLst>
            </p:cNvPr>
            <p:cNvSpPr>
              <a:spLocks/>
            </p:cNvSpPr>
            <p:nvPr/>
          </p:nvSpPr>
          <p:spPr bwMode="auto">
            <a:xfrm>
              <a:off x="3979" y="1052"/>
              <a:ext cx="526" cy="18"/>
            </a:xfrm>
            <a:custGeom>
              <a:avLst/>
              <a:gdLst>
                <a:gd name="T0" fmla="*/ 0 w 3158"/>
                <a:gd name="T1" fmla="*/ 0 h 107"/>
                <a:gd name="T2" fmla="*/ 0 w 3158"/>
                <a:gd name="T3" fmla="*/ 0 h 107"/>
                <a:gd name="T4" fmla="*/ 0 w 3158"/>
                <a:gd name="T5" fmla="*/ 0 h 107"/>
                <a:gd name="T6" fmla="*/ 0 w 3158"/>
                <a:gd name="T7" fmla="*/ 0 h 107"/>
                <a:gd name="T8" fmla="*/ 0 w 3158"/>
                <a:gd name="T9" fmla="*/ 0 h 107"/>
                <a:gd name="T10" fmla="*/ 0 w 3158"/>
                <a:gd name="T11" fmla="*/ 0 h 107"/>
                <a:gd name="T12" fmla="*/ 0 w 3158"/>
                <a:gd name="T13" fmla="*/ 0 h 107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3158"/>
                <a:gd name="T22" fmla="*/ 0 h 107"/>
                <a:gd name="T23" fmla="*/ 3158 w 3158"/>
                <a:gd name="T24" fmla="*/ 107 h 107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3158" h="107">
                  <a:moveTo>
                    <a:pt x="0" y="0"/>
                  </a:moveTo>
                  <a:lnTo>
                    <a:pt x="0" y="54"/>
                  </a:lnTo>
                  <a:lnTo>
                    <a:pt x="0" y="107"/>
                  </a:lnTo>
                  <a:lnTo>
                    <a:pt x="3158" y="107"/>
                  </a:lnTo>
                  <a:lnTo>
                    <a:pt x="3158" y="54"/>
                  </a:lnTo>
                  <a:lnTo>
                    <a:pt x="3158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317" name="Freeform 319">
              <a:extLst>
                <a:ext uri="{FF2B5EF4-FFF2-40B4-BE49-F238E27FC236}">
                  <a16:creationId xmlns:a16="http://schemas.microsoft.com/office/drawing/2014/main" id="{C845A4E2-1506-4AFA-E1EB-A2A8203B7264}"/>
                </a:ext>
              </a:extLst>
            </p:cNvPr>
            <p:cNvSpPr>
              <a:spLocks/>
            </p:cNvSpPr>
            <p:nvPr/>
          </p:nvSpPr>
          <p:spPr bwMode="auto">
            <a:xfrm>
              <a:off x="3979" y="1052"/>
              <a:ext cx="526" cy="18"/>
            </a:xfrm>
            <a:custGeom>
              <a:avLst/>
              <a:gdLst>
                <a:gd name="T0" fmla="*/ 0 w 3158"/>
                <a:gd name="T1" fmla="*/ 0 h 107"/>
                <a:gd name="T2" fmla="*/ 0 w 3158"/>
                <a:gd name="T3" fmla="*/ 0 h 107"/>
                <a:gd name="T4" fmla="*/ 0 w 3158"/>
                <a:gd name="T5" fmla="*/ 0 h 107"/>
                <a:gd name="T6" fmla="*/ 0 w 3158"/>
                <a:gd name="T7" fmla="*/ 0 h 107"/>
                <a:gd name="T8" fmla="*/ 0 w 3158"/>
                <a:gd name="T9" fmla="*/ 0 h 107"/>
                <a:gd name="T10" fmla="*/ 0 w 3158"/>
                <a:gd name="T11" fmla="*/ 0 h 107"/>
                <a:gd name="T12" fmla="*/ 0 w 3158"/>
                <a:gd name="T13" fmla="*/ 0 h 107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3158"/>
                <a:gd name="T22" fmla="*/ 0 h 107"/>
                <a:gd name="T23" fmla="*/ 3158 w 3158"/>
                <a:gd name="T24" fmla="*/ 107 h 107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3158" h="107">
                  <a:moveTo>
                    <a:pt x="0" y="0"/>
                  </a:moveTo>
                  <a:lnTo>
                    <a:pt x="0" y="54"/>
                  </a:lnTo>
                  <a:lnTo>
                    <a:pt x="0" y="107"/>
                  </a:lnTo>
                  <a:lnTo>
                    <a:pt x="3158" y="107"/>
                  </a:lnTo>
                  <a:lnTo>
                    <a:pt x="3158" y="54"/>
                  </a:lnTo>
                  <a:lnTo>
                    <a:pt x="3158" y="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318" name="Freeform 320">
              <a:extLst>
                <a:ext uri="{FF2B5EF4-FFF2-40B4-BE49-F238E27FC236}">
                  <a16:creationId xmlns:a16="http://schemas.microsoft.com/office/drawing/2014/main" id="{B4D04720-8435-B755-19C1-4537731DE3A3}"/>
                </a:ext>
              </a:extLst>
            </p:cNvPr>
            <p:cNvSpPr>
              <a:spLocks/>
            </p:cNvSpPr>
            <p:nvPr/>
          </p:nvSpPr>
          <p:spPr bwMode="auto">
            <a:xfrm>
              <a:off x="4505" y="1052"/>
              <a:ext cx="9" cy="18"/>
            </a:xfrm>
            <a:custGeom>
              <a:avLst/>
              <a:gdLst>
                <a:gd name="T0" fmla="*/ 0 w 54"/>
                <a:gd name="T1" fmla="*/ 0 h 107"/>
                <a:gd name="T2" fmla="*/ 0 w 54"/>
                <a:gd name="T3" fmla="*/ 0 h 107"/>
                <a:gd name="T4" fmla="*/ 0 w 54"/>
                <a:gd name="T5" fmla="*/ 0 h 107"/>
                <a:gd name="T6" fmla="*/ 0 w 54"/>
                <a:gd name="T7" fmla="*/ 0 h 107"/>
                <a:gd name="T8" fmla="*/ 0 w 54"/>
                <a:gd name="T9" fmla="*/ 0 h 107"/>
                <a:gd name="T10" fmla="*/ 0 w 54"/>
                <a:gd name="T11" fmla="*/ 0 h 107"/>
                <a:gd name="T12" fmla="*/ 0 w 54"/>
                <a:gd name="T13" fmla="*/ 0 h 107"/>
                <a:gd name="T14" fmla="*/ 0 w 54"/>
                <a:gd name="T15" fmla="*/ 0 h 107"/>
                <a:gd name="T16" fmla="*/ 0 w 54"/>
                <a:gd name="T17" fmla="*/ 0 h 107"/>
                <a:gd name="T18" fmla="*/ 0 w 54"/>
                <a:gd name="T19" fmla="*/ 0 h 107"/>
                <a:gd name="T20" fmla="*/ 0 w 54"/>
                <a:gd name="T21" fmla="*/ 0 h 107"/>
                <a:gd name="T22" fmla="*/ 0 w 54"/>
                <a:gd name="T23" fmla="*/ 0 h 107"/>
                <a:gd name="T24" fmla="*/ 0 w 54"/>
                <a:gd name="T25" fmla="*/ 0 h 107"/>
                <a:gd name="T26" fmla="*/ 0 w 54"/>
                <a:gd name="T27" fmla="*/ 0 h 107"/>
                <a:gd name="T28" fmla="*/ 0 w 54"/>
                <a:gd name="T29" fmla="*/ 0 h 107"/>
                <a:gd name="T30" fmla="*/ 0 w 54"/>
                <a:gd name="T31" fmla="*/ 0 h 107"/>
                <a:gd name="T32" fmla="*/ 0 w 54"/>
                <a:gd name="T33" fmla="*/ 0 h 107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w 54"/>
                <a:gd name="T52" fmla="*/ 0 h 107"/>
                <a:gd name="T53" fmla="*/ 54 w 54"/>
                <a:gd name="T54" fmla="*/ 107 h 107"/>
              </a:gdLst>
              <a:ahLst/>
              <a:cxnLst>
                <a:cxn ang="T34">
                  <a:pos x="T0" y="T1"/>
                </a:cxn>
                <a:cxn ang="T35">
                  <a:pos x="T2" y="T3"/>
                </a:cxn>
                <a:cxn ang="T36">
                  <a:pos x="T4" y="T5"/>
                </a:cxn>
                <a:cxn ang="T37">
                  <a:pos x="T6" y="T7"/>
                </a:cxn>
                <a:cxn ang="T38">
                  <a:pos x="T8" y="T9"/>
                </a:cxn>
                <a:cxn ang="T39">
                  <a:pos x="T10" y="T11"/>
                </a:cxn>
                <a:cxn ang="T40">
                  <a:pos x="T12" y="T13"/>
                </a:cxn>
                <a:cxn ang="T41">
                  <a:pos x="T14" y="T15"/>
                </a:cxn>
                <a:cxn ang="T42">
                  <a:pos x="T16" y="T17"/>
                </a:cxn>
                <a:cxn ang="T43">
                  <a:pos x="T18" y="T19"/>
                </a:cxn>
                <a:cxn ang="T44">
                  <a:pos x="T20" y="T21"/>
                </a:cxn>
                <a:cxn ang="T45">
                  <a:pos x="T22" y="T23"/>
                </a:cxn>
                <a:cxn ang="T46">
                  <a:pos x="T24" y="T25"/>
                </a:cxn>
                <a:cxn ang="T47">
                  <a:pos x="T26" y="T27"/>
                </a:cxn>
                <a:cxn ang="T48">
                  <a:pos x="T28" y="T29"/>
                </a:cxn>
                <a:cxn ang="T49">
                  <a:pos x="T30" y="T31"/>
                </a:cxn>
                <a:cxn ang="T50">
                  <a:pos x="T32" y="T33"/>
                </a:cxn>
              </a:cxnLst>
              <a:rect l="T51" t="T52" r="T53" b="T54"/>
              <a:pathLst>
                <a:path w="54" h="107">
                  <a:moveTo>
                    <a:pt x="0" y="54"/>
                  </a:moveTo>
                  <a:lnTo>
                    <a:pt x="0" y="0"/>
                  </a:lnTo>
                  <a:lnTo>
                    <a:pt x="11" y="2"/>
                  </a:lnTo>
                  <a:lnTo>
                    <a:pt x="23" y="7"/>
                  </a:lnTo>
                  <a:lnTo>
                    <a:pt x="32" y="13"/>
                  </a:lnTo>
                  <a:lnTo>
                    <a:pt x="41" y="21"/>
                  </a:lnTo>
                  <a:lnTo>
                    <a:pt x="47" y="31"/>
                  </a:lnTo>
                  <a:lnTo>
                    <a:pt x="51" y="43"/>
                  </a:lnTo>
                  <a:lnTo>
                    <a:pt x="54" y="54"/>
                  </a:lnTo>
                  <a:lnTo>
                    <a:pt x="51" y="66"/>
                  </a:lnTo>
                  <a:lnTo>
                    <a:pt x="47" y="78"/>
                  </a:lnTo>
                  <a:lnTo>
                    <a:pt x="41" y="87"/>
                  </a:lnTo>
                  <a:lnTo>
                    <a:pt x="32" y="96"/>
                  </a:lnTo>
                  <a:lnTo>
                    <a:pt x="23" y="102"/>
                  </a:lnTo>
                  <a:lnTo>
                    <a:pt x="11" y="106"/>
                  </a:lnTo>
                  <a:lnTo>
                    <a:pt x="0" y="107"/>
                  </a:lnTo>
                  <a:lnTo>
                    <a:pt x="0" y="54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319" name="Freeform 321">
              <a:extLst>
                <a:ext uri="{FF2B5EF4-FFF2-40B4-BE49-F238E27FC236}">
                  <a16:creationId xmlns:a16="http://schemas.microsoft.com/office/drawing/2014/main" id="{45A9499E-423C-2EC3-7BE3-2CA83C969B9F}"/>
                </a:ext>
              </a:extLst>
            </p:cNvPr>
            <p:cNvSpPr>
              <a:spLocks/>
            </p:cNvSpPr>
            <p:nvPr/>
          </p:nvSpPr>
          <p:spPr bwMode="auto">
            <a:xfrm>
              <a:off x="4505" y="1052"/>
              <a:ext cx="9" cy="18"/>
            </a:xfrm>
            <a:custGeom>
              <a:avLst/>
              <a:gdLst>
                <a:gd name="T0" fmla="*/ 0 w 54"/>
                <a:gd name="T1" fmla="*/ 0 h 107"/>
                <a:gd name="T2" fmla="*/ 0 w 54"/>
                <a:gd name="T3" fmla="*/ 0 h 107"/>
                <a:gd name="T4" fmla="*/ 0 w 54"/>
                <a:gd name="T5" fmla="*/ 0 h 107"/>
                <a:gd name="T6" fmla="*/ 0 w 54"/>
                <a:gd name="T7" fmla="*/ 0 h 107"/>
                <a:gd name="T8" fmla="*/ 0 w 54"/>
                <a:gd name="T9" fmla="*/ 0 h 107"/>
                <a:gd name="T10" fmla="*/ 0 w 54"/>
                <a:gd name="T11" fmla="*/ 0 h 107"/>
                <a:gd name="T12" fmla="*/ 0 w 54"/>
                <a:gd name="T13" fmla="*/ 0 h 107"/>
                <a:gd name="T14" fmla="*/ 0 w 54"/>
                <a:gd name="T15" fmla="*/ 0 h 107"/>
                <a:gd name="T16" fmla="*/ 0 w 54"/>
                <a:gd name="T17" fmla="*/ 0 h 107"/>
                <a:gd name="T18" fmla="*/ 0 w 54"/>
                <a:gd name="T19" fmla="*/ 0 h 107"/>
                <a:gd name="T20" fmla="*/ 0 w 54"/>
                <a:gd name="T21" fmla="*/ 0 h 107"/>
                <a:gd name="T22" fmla="*/ 0 w 54"/>
                <a:gd name="T23" fmla="*/ 0 h 107"/>
                <a:gd name="T24" fmla="*/ 0 w 54"/>
                <a:gd name="T25" fmla="*/ 0 h 107"/>
                <a:gd name="T26" fmla="*/ 0 w 54"/>
                <a:gd name="T27" fmla="*/ 0 h 107"/>
                <a:gd name="T28" fmla="*/ 0 w 54"/>
                <a:gd name="T29" fmla="*/ 0 h 107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w 54"/>
                <a:gd name="T46" fmla="*/ 0 h 107"/>
                <a:gd name="T47" fmla="*/ 54 w 54"/>
                <a:gd name="T48" fmla="*/ 107 h 107"/>
              </a:gdLst>
              <a:ahLst/>
              <a:cxnLst>
                <a:cxn ang="T30">
                  <a:pos x="T0" y="T1"/>
                </a:cxn>
                <a:cxn ang="T31">
                  <a:pos x="T2" y="T3"/>
                </a:cxn>
                <a:cxn ang="T32">
                  <a:pos x="T4" y="T5"/>
                </a:cxn>
                <a:cxn ang="T33">
                  <a:pos x="T6" y="T7"/>
                </a:cxn>
                <a:cxn ang="T34">
                  <a:pos x="T8" y="T9"/>
                </a:cxn>
                <a:cxn ang="T35">
                  <a:pos x="T10" y="T11"/>
                </a:cxn>
                <a:cxn ang="T36">
                  <a:pos x="T12" y="T13"/>
                </a:cxn>
                <a:cxn ang="T37">
                  <a:pos x="T14" y="T15"/>
                </a:cxn>
                <a:cxn ang="T38">
                  <a:pos x="T16" y="T17"/>
                </a:cxn>
                <a:cxn ang="T39">
                  <a:pos x="T18" y="T19"/>
                </a:cxn>
                <a:cxn ang="T40">
                  <a:pos x="T20" y="T21"/>
                </a:cxn>
                <a:cxn ang="T41">
                  <a:pos x="T22" y="T23"/>
                </a:cxn>
                <a:cxn ang="T42">
                  <a:pos x="T24" y="T25"/>
                </a:cxn>
                <a:cxn ang="T43">
                  <a:pos x="T26" y="T27"/>
                </a:cxn>
                <a:cxn ang="T44">
                  <a:pos x="T28" y="T29"/>
                </a:cxn>
              </a:cxnLst>
              <a:rect l="T45" t="T46" r="T47" b="T48"/>
              <a:pathLst>
                <a:path w="54" h="107">
                  <a:moveTo>
                    <a:pt x="0" y="0"/>
                  </a:moveTo>
                  <a:lnTo>
                    <a:pt x="11" y="2"/>
                  </a:lnTo>
                  <a:lnTo>
                    <a:pt x="23" y="7"/>
                  </a:lnTo>
                  <a:lnTo>
                    <a:pt x="32" y="13"/>
                  </a:lnTo>
                  <a:lnTo>
                    <a:pt x="41" y="21"/>
                  </a:lnTo>
                  <a:lnTo>
                    <a:pt x="47" y="31"/>
                  </a:lnTo>
                  <a:lnTo>
                    <a:pt x="51" y="43"/>
                  </a:lnTo>
                  <a:lnTo>
                    <a:pt x="54" y="54"/>
                  </a:lnTo>
                  <a:lnTo>
                    <a:pt x="51" y="66"/>
                  </a:lnTo>
                  <a:lnTo>
                    <a:pt x="47" y="78"/>
                  </a:lnTo>
                  <a:lnTo>
                    <a:pt x="41" y="87"/>
                  </a:lnTo>
                  <a:lnTo>
                    <a:pt x="32" y="96"/>
                  </a:lnTo>
                  <a:lnTo>
                    <a:pt x="23" y="102"/>
                  </a:lnTo>
                  <a:lnTo>
                    <a:pt x="11" y="106"/>
                  </a:lnTo>
                  <a:lnTo>
                    <a:pt x="0" y="107"/>
                  </a:lnTo>
                </a:path>
              </a:pathLst>
            </a:custGeom>
            <a:noFill/>
            <a:ln w="0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320" name="Freeform 322">
              <a:extLst>
                <a:ext uri="{FF2B5EF4-FFF2-40B4-BE49-F238E27FC236}">
                  <a16:creationId xmlns:a16="http://schemas.microsoft.com/office/drawing/2014/main" id="{B3757AD0-7890-94DB-66B1-E3373B4E9F54}"/>
                </a:ext>
              </a:extLst>
            </p:cNvPr>
            <p:cNvSpPr>
              <a:spLocks/>
            </p:cNvSpPr>
            <p:nvPr/>
          </p:nvSpPr>
          <p:spPr bwMode="auto">
            <a:xfrm>
              <a:off x="3970" y="1052"/>
              <a:ext cx="16" cy="14"/>
            </a:xfrm>
            <a:custGeom>
              <a:avLst/>
              <a:gdLst>
                <a:gd name="T0" fmla="*/ 0 w 96"/>
                <a:gd name="T1" fmla="*/ 0 h 86"/>
                <a:gd name="T2" fmla="*/ 0 w 96"/>
                <a:gd name="T3" fmla="*/ 0 h 86"/>
                <a:gd name="T4" fmla="*/ 0 w 96"/>
                <a:gd name="T5" fmla="*/ 0 h 86"/>
                <a:gd name="T6" fmla="*/ 0 w 96"/>
                <a:gd name="T7" fmla="*/ 0 h 86"/>
                <a:gd name="T8" fmla="*/ 0 w 96"/>
                <a:gd name="T9" fmla="*/ 0 h 86"/>
                <a:gd name="T10" fmla="*/ 0 w 96"/>
                <a:gd name="T11" fmla="*/ 0 h 86"/>
                <a:gd name="T12" fmla="*/ 0 w 96"/>
                <a:gd name="T13" fmla="*/ 0 h 86"/>
                <a:gd name="T14" fmla="*/ 0 w 96"/>
                <a:gd name="T15" fmla="*/ 0 h 86"/>
                <a:gd name="T16" fmla="*/ 0 w 96"/>
                <a:gd name="T17" fmla="*/ 0 h 86"/>
                <a:gd name="T18" fmla="*/ 0 w 96"/>
                <a:gd name="T19" fmla="*/ 0 h 86"/>
                <a:gd name="T20" fmla="*/ 0 w 96"/>
                <a:gd name="T21" fmla="*/ 0 h 86"/>
                <a:gd name="T22" fmla="*/ 0 w 96"/>
                <a:gd name="T23" fmla="*/ 0 h 86"/>
                <a:gd name="T24" fmla="*/ 0 w 96"/>
                <a:gd name="T25" fmla="*/ 0 h 86"/>
                <a:gd name="T26" fmla="*/ 0 w 96"/>
                <a:gd name="T27" fmla="*/ 0 h 86"/>
                <a:gd name="T28" fmla="*/ 0 w 96"/>
                <a:gd name="T29" fmla="*/ 0 h 86"/>
                <a:gd name="T30" fmla="*/ 0 w 96"/>
                <a:gd name="T31" fmla="*/ 0 h 86"/>
                <a:gd name="T32" fmla="*/ 0 w 96"/>
                <a:gd name="T33" fmla="*/ 0 h 8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w 96"/>
                <a:gd name="T52" fmla="*/ 0 h 86"/>
                <a:gd name="T53" fmla="*/ 96 w 96"/>
                <a:gd name="T54" fmla="*/ 86 h 86"/>
              </a:gdLst>
              <a:ahLst/>
              <a:cxnLst>
                <a:cxn ang="T34">
                  <a:pos x="T0" y="T1"/>
                </a:cxn>
                <a:cxn ang="T35">
                  <a:pos x="T2" y="T3"/>
                </a:cxn>
                <a:cxn ang="T36">
                  <a:pos x="T4" y="T5"/>
                </a:cxn>
                <a:cxn ang="T37">
                  <a:pos x="T6" y="T7"/>
                </a:cxn>
                <a:cxn ang="T38">
                  <a:pos x="T8" y="T9"/>
                </a:cxn>
                <a:cxn ang="T39">
                  <a:pos x="T10" y="T11"/>
                </a:cxn>
                <a:cxn ang="T40">
                  <a:pos x="T12" y="T13"/>
                </a:cxn>
                <a:cxn ang="T41">
                  <a:pos x="T14" y="T15"/>
                </a:cxn>
                <a:cxn ang="T42">
                  <a:pos x="T16" y="T17"/>
                </a:cxn>
                <a:cxn ang="T43">
                  <a:pos x="T18" y="T19"/>
                </a:cxn>
                <a:cxn ang="T44">
                  <a:pos x="T20" y="T21"/>
                </a:cxn>
                <a:cxn ang="T45">
                  <a:pos x="T22" y="T23"/>
                </a:cxn>
                <a:cxn ang="T46">
                  <a:pos x="T24" y="T25"/>
                </a:cxn>
                <a:cxn ang="T47">
                  <a:pos x="T26" y="T27"/>
                </a:cxn>
                <a:cxn ang="T48">
                  <a:pos x="T28" y="T29"/>
                </a:cxn>
                <a:cxn ang="T49">
                  <a:pos x="T30" y="T31"/>
                </a:cxn>
                <a:cxn ang="T50">
                  <a:pos x="T32" y="T33"/>
                </a:cxn>
              </a:cxnLst>
              <a:rect l="T51" t="T52" r="T53" b="T54"/>
              <a:pathLst>
                <a:path w="96" h="86">
                  <a:moveTo>
                    <a:pt x="53" y="53"/>
                  </a:moveTo>
                  <a:lnTo>
                    <a:pt x="11" y="86"/>
                  </a:lnTo>
                  <a:lnTo>
                    <a:pt x="4" y="76"/>
                  </a:lnTo>
                  <a:lnTo>
                    <a:pt x="1" y="65"/>
                  </a:lnTo>
                  <a:lnTo>
                    <a:pt x="0" y="52"/>
                  </a:lnTo>
                  <a:lnTo>
                    <a:pt x="1" y="41"/>
                  </a:lnTo>
                  <a:lnTo>
                    <a:pt x="6" y="30"/>
                  </a:lnTo>
                  <a:lnTo>
                    <a:pt x="12" y="19"/>
                  </a:lnTo>
                  <a:lnTo>
                    <a:pt x="20" y="11"/>
                  </a:lnTo>
                  <a:lnTo>
                    <a:pt x="31" y="5"/>
                  </a:lnTo>
                  <a:lnTo>
                    <a:pt x="42" y="1"/>
                  </a:lnTo>
                  <a:lnTo>
                    <a:pt x="54" y="0"/>
                  </a:lnTo>
                  <a:lnTo>
                    <a:pt x="66" y="1"/>
                  </a:lnTo>
                  <a:lnTo>
                    <a:pt x="76" y="6"/>
                  </a:lnTo>
                  <a:lnTo>
                    <a:pt x="87" y="12"/>
                  </a:lnTo>
                  <a:lnTo>
                    <a:pt x="96" y="20"/>
                  </a:lnTo>
                  <a:lnTo>
                    <a:pt x="53" y="53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321" name="Freeform 323">
              <a:extLst>
                <a:ext uri="{FF2B5EF4-FFF2-40B4-BE49-F238E27FC236}">
                  <a16:creationId xmlns:a16="http://schemas.microsoft.com/office/drawing/2014/main" id="{17B9C72D-7519-ECF6-3F73-1AD6238587CE}"/>
                </a:ext>
              </a:extLst>
            </p:cNvPr>
            <p:cNvSpPr>
              <a:spLocks/>
            </p:cNvSpPr>
            <p:nvPr/>
          </p:nvSpPr>
          <p:spPr bwMode="auto">
            <a:xfrm>
              <a:off x="3970" y="1052"/>
              <a:ext cx="16" cy="14"/>
            </a:xfrm>
            <a:custGeom>
              <a:avLst/>
              <a:gdLst>
                <a:gd name="T0" fmla="*/ 0 w 96"/>
                <a:gd name="T1" fmla="*/ 0 h 86"/>
                <a:gd name="T2" fmla="*/ 0 w 96"/>
                <a:gd name="T3" fmla="*/ 0 h 86"/>
                <a:gd name="T4" fmla="*/ 0 w 96"/>
                <a:gd name="T5" fmla="*/ 0 h 86"/>
                <a:gd name="T6" fmla="*/ 0 w 96"/>
                <a:gd name="T7" fmla="*/ 0 h 86"/>
                <a:gd name="T8" fmla="*/ 0 w 96"/>
                <a:gd name="T9" fmla="*/ 0 h 86"/>
                <a:gd name="T10" fmla="*/ 0 w 96"/>
                <a:gd name="T11" fmla="*/ 0 h 86"/>
                <a:gd name="T12" fmla="*/ 0 w 96"/>
                <a:gd name="T13" fmla="*/ 0 h 86"/>
                <a:gd name="T14" fmla="*/ 0 w 96"/>
                <a:gd name="T15" fmla="*/ 0 h 86"/>
                <a:gd name="T16" fmla="*/ 0 w 96"/>
                <a:gd name="T17" fmla="*/ 0 h 86"/>
                <a:gd name="T18" fmla="*/ 0 w 96"/>
                <a:gd name="T19" fmla="*/ 0 h 86"/>
                <a:gd name="T20" fmla="*/ 0 w 96"/>
                <a:gd name="T21" fmla="*/ 0 h 86"/>
                <a:gd name="T22" fmla="*/ 0 w 96"/>
                <a:gd name="T23" fmla="*/ 0 h 86"/>
                <a:gd name="T24" fmla="*/ 0 w 96"/>
                <a:gd name="T25" fmla="*/ 0 h 86"/>
                <a:gd name="T26" fmla="*/ 0 w 96"/>
                <a:gd name="T27" fmla="*/ 0 h 86"/>
                <a:gd name="T28" fmla="*/ 0 w 96"/>
                <a:gd name="T29" fmla="*/ 0 h 8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w 96"/>
                <a:gd name="T46" fmla="*/ 0 h 86"/>
                <a:gd name="T47" fmla="*/ 96 w 96"/>
                <a:gd name="T48" fmla="*/ 86 h 86"/>
              </a:gdLst>
              <a:ahLst/>
              <a:cxnLst>
                <a:cxn ang="T30">
                  <a:pos x="T0" y="T1"/>
                </a:cxn>
                <a:cxn ang="T31">
                  <a:pos x="T2" y="T3"/>
                </a:cxn>
                <a:cxn ang="T32">
                  <a:pos x="T4" y="T5"/>
                </a:cxn>
                <a:cxn ang="T33">
                  <a:pos x="T6" y="T7"/>
                </a:cxn>
                <a:cxn ang="T34">
                  <a:pos x="T8" y="T9"/>
                </a:cxn>
                <a:cxn ang="T35">
                  <a:pos x="T10" y="T11"/>
                </a:cxn>
                <a:cxn ang="T36">
                  <a:pos x="T12" y="T13"/>
                </a:cxn>
                <a:cxn ang="T37">
                  <a:pos x="T14" y="T15"/>
                </a:cxn>
                <a:cxn ang="T38">
                  <a:pos x="T16" y="T17"/>
                </a:cxn>
                <a:cxn ang="T39">
                  <a:pos x="T18" y="T19"/>
                </a:cxn>
                <a:cxn ang="T40">
                  <a:pos x="T20" y="T21"/>
                </a:cxn>
                <a:cxn ang="T41">
                  <a:pos x="T22" y="T23"/>
                </a:cxn>
                <a:cxn ang="T42">
                  <a:pos x="T24" y="T25"/>
                </a:cxn>
                <a:cxn ang="T43">
                  <a:pos x="T26" y="T27"/>
                </a:cxn>
                <a:cxn ang="T44">
                  <a:pos x="T28" y="T29"/>
                </a:cxn>
              </a:cxnLst>
              <a:rect l="T45" t="T46" r="T47" b="T48"/>
              <a:pathLst>
                <a:path w="96" h="86">
                  <a:moveTo>
                    <a:pt x="11" y="86"/>
                  </a:moveTo>
                  <a:lnTo>
                    <a:pt x="4" y="76"/>
                  </a:lnTo>
                  <a:lnTo>
                    <a:pt x="1" y="65"/>
                  </a:lnTo>
                  <a:lnTo>
                    <a:pt x="0" y="52"/>
                  </a:lnTo>
                  <a:lnTo>
                    <a:pt x="1" y="41"/>
                  </a:lnTo>
                  <a:lnTo>
                    <a:pt x="6" y="30"/>
                  </a:lnTo>
                  <a:lnTo>
                    <a:pt x="12" y="19"/>
                  </a:lnTo>
                  <a:lnTo>
                    <a:pt x="20" y="11"/>
                  </a:lnTo>
                  <a:lnTo>
                    <a:pt x="31" y="5"/>
                  </a:lnTo>
                  <a:lnTo>
                    <a:pt x="42" y="1"/>
                  </a:lnTo>
                  <a:lnTo>
                    <a:pt x="54" y="0"/>
                  </a:lnTo>
                  <a:lnTo>
                    <a:pt x="66" y="1"/>
                  </a:lnTo>
                  <a:lnTo>
                    <a:pt x="76" y="6"/>
                  </a:lnTo>
                  <a:lnTo>
                    <a:pt x="87" y="12"/>
                  </a:lnTo>
                  <a:lnTo>
                    <a:pt x="96" y="20"/>
                  </a:lnTo>
                </a:path>
              </a:pathLst>
            </a:custGeom>
            <a:noFill/>
            <a:ln w="0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322" name="Freeform 324">
              <a:extLst>
                <a:ext uri="{FF2B5EF4-FFF2-40B4-BE49-F238E27FC236}">
                  <a16:creationId xmlns:a16="http://schemas.microsoft.com/office/drawing/2014/main" id="{C2361669-F3BB-D05D-C040-B58E69E3C7A0}"/>
                </a:ext>
              </a:extLst>
            </p:cNvPr>
            <p:cNvSpPr>
              <a:spLocks/>
            </p:cNvSpPr>
            <p:nvPr/>
          </p:nvSpPr>
          <p:spPr bwMode="auto">
            <a:xfrm>
              <a:off x="3971" y="1055"/>
              <a:ext cx="278" cy="350"/>
            </a:xfrm>
            <a:custGeom>
              <a:avLst/>
              <a:gdLst>
                <a:gd name="T0" fmla="*/ 0 w 1663"/>
                <a:gd name="T1" fmla="*/ 0 h 2099"/>
                <a:gd name="T2" fmla="*/ 0 w 1663"/>
                <a:gd name="T3" fmla="*/ 0 h 2099"/>
                <a:gd name="T4" fmla="*/ 0 w 1663"/>
                <a:gd name="T5" fmla="*/ 0 h 2099"/>
                <a:gd name="T6" fmla="*/ 0 w 1663"/>
                <a:gd name="T7" fmla="*/ 0 h 2099"/>
                <a:gd name="T8" fmla="*/ 0 w 1663"/>
                <a:gd name="T9" fmla="*/ 0 h 2099"/>
                <a:gd name="T10" fmla="*/ 0 w 1663"/>
                <a:gd name="T11" fmla="*/ 0 h 2099"/>
                <a:gd name="T12" fmla="*/ 0 w 1663"/>
                <a:gd name="T13" fmla="*/ 0 h 2099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1663"/>
                <a:gd name="T22" fmla="*/ 0 h 2099"/>
                <a:gd name="T23" fmla="*/ 1663 w 1663"/>
                <a:gd name="T24" fmla="*/ 2099 h 2099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1663" h="2099">
                  <a:moveTo>
                    <a:pt x="85" y="0"/>
                  </a:moveTo>
                  <a:lnTo>
                    <a:pt x="42" y="33"/>
                  </a:lnTo>
                  <a:lnTo>
                    <a:pt x="0" y="66"/>
                  </a:lnTo>
                  <a:lnTo>
                    <a:pt x="1579" y="2099"/>
                  </a:lnTo>
                  <a:lnTo>
                    <a:pt x="1621" y="2066"/>
                  </a:lnTo>
                  <a:lnTo>
                    <a:pt x="1663" y="2033"/>
                  </a:lnTo>
                  <a:lnTo>
                    <a:pt x="85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323" name="Freeform 325">
              <a:extLst>
                <a:ext uri="{FF2B5EF4-FFF2-40B4-BE49-F238E27FC236}">
                  <a16:creationId xmlns:a16="http://schemas.microsoft.com/office/drawing/2014/main" id="{271FD52C-D0F4-9307-FFE0-18CEB708D2C6}"/>
                </a:ext>
              </a:extLst>
            </p:cNvPr>
            <p:cNvSpPr>
              <a:spLocks/>
            </p:cNvSpPr>
            <p:nvPr/>
          </p:nvSpPr>
          <p:spPr bwMode="auto">
            <a:xfrm>
              <a:off x="3971" y="1055"/>
              <a:ext cx="278" cy="350"/>
            </a:xfrm>
            <a:custGeom>
              <a:avLst/>
              <a:gdLst>
                <a:gd name="T0" fmla="*/ 0 w 1663"/>
                <a:gd name="T1" fmla="*/ 0 h 2099"/>
                <a:gd name="T2" fmla="*/ 0 w 1663"/>
                <a:gd name="T3" fmla="*/ 0 h 2099"/>
                <a:gd name="T4" fmla="*/ 0 w 1663"/>
                <a:gd name="T5" fmla="*/ 0 h 2099"/>
                <a:gd name="T6" fmla="*/ 0 w 1663"/>
                <a:gd name="T7" fmla="*/ 0 h 2099"/>
                <a:gd name="T8" fmla="*/ 0 w 1663"/>
                <a:gd name="T9" fmla="*/ 0 h 2099"/>
                <a:gd name="T10" fmla="*/ 0 w 1663"/>
                <a:gd name="T11" fmla="*/ 0 h 2099"/>
                <a:gd name="T12" fmla="*/ 0 w 1663"/>
                <a:gd name="T13" fmla="*/ 0 h 2099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1663"/>
                <a:gd name="T22" fmla="*/ 0 h 2099"/>
                <a:gd name="T23" fmla="*/ 1663 w 1663"/>
                <a:gd name="T24" fmla="*/ 2099 h 2099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1663" h="2099">
                  <a:moveTo>
                    <a:pt x="85" y="0"/>
                  </a:moveTo>
                  <a:lnTo>
                    <a:pt x="42" y="33"/>
                  </a:lnTo>
                  <a:lnTo>
                    <a:pt x="0" y="66"/>
                  </a:lnTo>
                  <a:lnTo>
                    <a:pt x="1579" y="2099"/>
                  </a:lnTo>
                  <a:lnTo>
                    <a:pt x="1621" y="2066"/>
                  </a:lnTo>
                  <a:lnTo>
                    <a:pt x="1663" y="2033"/>
                  </a:lnTo>
                  <a:lnTo>
                    <a:pt x="85" y="0"/>
                  </a:lnTo>
                  <a:close/>
                </a:path>
              </a:pathLst>
            </a:custGeom>
            <a:noFill/>
            <a:ln w="0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324" name="Freeform 326">
              <a:extLst>
                <a:ext uri="{FF2B5EF4-FFF2-40B4-BE49-F238E27FC236}">
                  <a16:creationId xmlns:a16="http://schemas.microsoft.com/office/drawing/2014/main" id="{B0025423-9857-30C5-727D-F8CC2EFB276A}"/>
                </a:ext>
              </a:extLst>
            </p:cNvPr>
            <p:cNvSpPr>
              <a:spLocks/>
            </p:cNvSpPr>
            <p:nvPr/>
          </p:nvSpPr>
          <p:spPr bwMode="auto">
            <a:xfrm>
              <a:off x="4235" y="1394"/>
              <a:ext cx="15" cy="15"/>
            </a:xfrm>
            <a:custGeom>
              <a:avLst/>
              <a:gdLst>
                <a:gd name="T0" fmla="*/ 0 w 95"/>
                <a:gd name="T1" fmla="*/ 0 h 86"/>
                <a:gd name="T2" fmla="*/ 0 w 95"/>
                <a:gd name="T3" fmla="*/ 0 h 86"/>
                <a:gd name="T4" fmla="*/ 0 w 95"/>
                <a:gd name="T5" fmla="*/ 0 h 86"/>
                <a:gd name="T6" fmla="*/ 0 w 95"/>
                <a:gd name="T7" fmla="*/ 0 h 86"/>
                <a:gd name="T8" fmla="*/ 0 w 95"/>
                <a:gd name="T9" fmla="*/ 0 h 86"/>
                <a:gd name="T10" fmla="*/ 0 w 95"/>
                <a:gd name="T11" fmla="*/ 0 h 86"/>
                <a:gd name="T12" fmla="*/ 0 w 95"/>
                <a:gd name="T13" fmla="*/ 0 h 86"/>
                <a:gd name="T14" fmla="*/ 0 w 95"/>
                <a:gd name="T15" fmla="*/ 0 h 86"/>
                <a:gd name="T16" fmla="*/ 0 w 95"/>
                <a:gd name="T17" fmla="*/ 0 h 86"/>
                <a:gd name="T18" fmla="*/ 0 w 95"/>
                <a:gd name="T19" fmla="*/ 0 h 86"/>
                <a:gd name="T20" fmla="*/ 0 w 95"/>
                <a:gd name="T21" fmla="*/ 0 h 86"/>
                <a:gd name="T22" fmla="*/ 0 w 95"/>
                <a:gd name="T23" fmla="*/ 0 h 86"/>
                <a:gd name="T24" fmla="*/ 0 w 95"/>
                <a:gd name="T25" fmla="*/ 0 h 86"/>
                <a:gd name="T26" fmla="*/ 0 w 95"/>
                <a:gd name="T27" fmla="*/ 0 h 86"/>
                <a:gd name="T28" fmla="*/ 0 w 95"/>
                <a:gd name="T29" fmla="*/ 0 h 86"/>
                <a:gd name="T30" fmla="*/ 0 w 95"/>
                <a:gd name="T31" fmla="*/ 0 h 86"/>
                <a:gd name="T32" fmla="*/ 0 w 95"/>
                <a:gd name="T33" fmla="*/ 0 h 8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w 95"/>
                <a:gd name="T52" fmla="*/ 0 h 86"/>
                <a:gd name="T53" fmla="*/ 95 w 95"/>
                <a:gd name="T54" fmla="*/ 86 h 86"/>
              </a:gdLst>
              <a:ahLst/>
              <a:cxnLst>
                <a:cxn ang="T34">
                  <a:pos x="T0" y="T1"/>
                </a:cxn>
                <a:cxn ang="T35">
                  <a:pos x="T2" y="T3"/>
                </a:cxn>
                <a:cxn ang="T36">
                  <a:pos x="T4" y="T5"/>
                </a:cxn>
                <a:cxn ang="T37">
                  <a:pos x="T6" y="T7"/>
                </a:cxn>
                <a:cxn ang="T38">
                  <a:pos x="T8" y="T9"/>
                </a:cxn>
                <a:cxn ang="T39">
                  <a:pos x="T10" y="T11"/>
                </a:cxn>
                <a:cxn ang="T40">
                  <a:pos x="T12" y="T13"/>
                </a:cxn>
                <a:cxn ang="T41">
                  <a:pos x="T14" y="T15"/>
                </a:cxn>
                <a:cxn ang="T42">
                  <a:pos x="T16" y="T17"/>
                </a:cxn>
                <a:cxn ang="T43">
                  <a:pos x="T18" y="T19"/>
                </a:cxn>
                <a:cxn ang="T44">
                  <a:pos x="T20" y="T21"/>
                </a:cxn>
                <a:cxn ang="T45">
                  <a:pos x="T22" y="T23"/>
                </a:cxn>
                <a:cxn ang="T46">
                  <a:pos x="T24" y="T25"/>
                </a:cxn>
                <a:cxn ang="T47">
                  <a:pos x="T26" y="T27"/>
                </a:cxn>
                <a:cxn ang="T48">
                  <a:pos x="T28" y="T29"/>
                </a:cxn>
                <a:cxn ang="T49">
                  <a:pos x="T30" y="T31"/>
                </a:cxn>
                <a:cxn ang="T50">
                  <a:pos x="T32" y="T33"/>
                </a:cxn>
              </a:cxnLst>
              <a:rect l="T51" t="T52" r="T53" b="T54"/>
              <a:pathLst>
                <a:path w="95" h="86">
                  <a:moveTo>
                    <a:pt x="42" y="33"/>
                  </a:moveTo>
                  <a:lnTo>
                    <a:pt x="84" y="0"/>
                  </a:lnTo>
                  <a:lnTo>
                    <a:pt x="91" y="11"/>
                  </a:lnTo>
                  <a:lnTo>
                    <a:pt x="94" y="22"/>
                  </a:lnTo>
                  <a:lnTo>
                    <a:pt x="95" y="34"/>
                  </a:lnTo>
                  <a:lnTo>
                    <a:pt x="94" y="46"/>
                  </a:lnTo>
                  <a:lnTo>
                    <a:pt x="90" y="57"/>
                  </a:lnTo>
                  <a:lnTo>
                    <a:pt x="83" y="67"/>
                  </a:lnTo>
                  <a:lnTo>
                    <a:pt x="75" y="76"/>
                  </a:lnTo>
                  <a:lnTo>
                    <a:pt x="64" y="82"/>
                  </a:lnTo>
                  <a:lnTo>
                    <a:pt x="54" y="85"/>
                  </a:lnTo>
                  <a:lnTo>
                    <a:pt x="41" y="86"/>
                  </a:lnTo>
                  <a:lnTo>
                    <a:pt x="29" y="85"/>
                  </a:lnTo>
                  <a:lnTo>
                    <a:pt x="19" y="81"/>
                  </a:lnTo>
                  <a:lnTo>
                    <a:pt x="8" y="75"/>
                  </a:lnTo>
                  <a:lnTo>
                    <a:pt x="0" y="66"/>
                  </a:lnTo>
                  <a:lnTo>
                    <a:pt x="42" y="33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325" name="Freeform 327">
              <a:extLst>
                <a:ext uri="{FF2B5EF4-FFF2-40B4-BE49-F238E27FC236}">
                  <a16:creationId xmlns:a16="http://schemas.microsoft.com/office/drawing/2014/main" id="{B0DB1B4A-4CC1-CA6B-66FA-1DB574542E57}"/>
                </a:ext>
              </a:extLst>
            </p:cNvPr>
            <p:cNvSpPr>
              <a:spLocks/>
            </p:cNvSpPr>
            <p:nvPr/>
          </p:nvSpPr>
          <p:spPr bwMode="auto">
            <a:xfrm>
              <a:off x="4235" y="1394"/>
              <a:ext cx="15" cy="15"/>
            </a:xfrm>
            <a:custGeom>
              <a:avLst/>
              <a:gdLst>
                <a:gd name="T0" fmla="*/ 0 w 95"/>
                <a:gd name="T1" fmla="*/ 0 h 86"/>
                <a:gd name="T2" fmla="*/ 0 w 95"/>
                <a:gd name="T3" fmla="*/ 0 h 86"/>
                <a:gd name="T4" fmla="*/ 0 w 95"/>
                <a:gd name="T5" fmla="*/ 0 h 86"/>
                <a:gd name="T6" fmla="*/ 0 w 95"/>
                <a:gd name="T7" fmla="*/ 0 h 86"/>
                <a:gd name="T8" fmla="*/ 0 w 95"/>
                <a:gd name="T9" fmla="*/ 0 h 86"/>
                <a:gd name="T10" fmla="*/ 0 w 95"/>
                <a:gd name="T11" fmla="*/ 0 h 86"/>
                <a:gd name="T12" fmla="*/ 0 w 95"/>
                <a:gd name="T13" fmla="*/ 0 h 86"/>
                <a:gd name="T14" fmla="*/ 0 w 95"/>
                <a:gd name="T15" fmla="*/ 0 h 86"/>
                <a:gd name="T16" fmla="*/ 0 w 95"/>
                <a:gd name="T17" fmla="*/ 0 h 86"/>
                <a:gd name="T18" fmla="*/ 0 w 95"/>
                <a:gd name="T19" fmla="*/ 0 h 86"/>
                <a:gd name="T20" fmla="*/ 0 w 95"/>
                <a:gd name="T21" fmla="*/ 0 h 86"/>
                <a:gd name="T22" fmla="*/ 0 w 95"/>
                <a:gd name="T23" fmla="*/ 0 h 86"/>
                <a:gd name="T24" fmla="*/ 0 w 95"/>
                <a:gd name="T25" fmla="*/ 0 h 86"/>
                <a:gd name="T26" fmla="*/ 0 w 95"/>
                <a:gd name="T27" fmla="*/ 0 h 86"/>
                <a:gd name="T28" fmla="*/ 0 w 95"/>
                <a:gd name="T29" fmla="*/ 0 h 8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w 95"/>
                <a:gd name="T46" fmla="*/ 0 h 86"/>
                <a:gd name="T47" fmla="*/ 95 w 95"/>
                <a:gd name="T48" fmla="*/ 86 h 86"/>
              </a:gdLst>
              <a:ahLst/>
              <a:cxnLst>
                <a:cxn ang="T30">
                  <a:pos x="T0" y="T1"/>
                </a:cxn>
                <a:cxn ang="T31">
                  <a:pos x="T2" y="T3"/>
                </a:cxn>
                <a:cxn ang="T32">
                  <a:pos x="T4" y="T5"/>
                </a:cxn>
                <a:cxn ang="T33">
                  <a:pos x="T6" y="T7"/>
                </a:cxn>
                <a:cxn ang="T34">
                  <a:pos x="T8" y="T9"/>
                </a:cxn>
                <a:cxn ang="T35">
                  <a:pos x="T10" y="T11"/>
                </a:cxn>
                <a:cxn ang="T36">
                  <a:pos x="T12" y="T13"/>
                </a:cxn>
                <a:cxn ang="T37">
                  <a:pos x="T14" y="T15"/>
                </a:cxn>
                <a:cxn ang="T38">
                  <a:pos x="T16" y="T17"/>
                </a:cxn>
                <a:cxn ang="T39">
                  <a:pos x="T18" y="T19"/>
                </a:cxn>
                <a:cxn ang="T40">
                  <a:pos x="T20" y="T21"/>
                </a:cxn>
                <a:cxn ang="T41">
                  <a:pos x="T22" y="T23"/>
                </a:cxn>
                <a:cxn ang="T42">
                  <a:pos x="T24" y="T25"/>
                </a:cxn>
                <a:cxn ang="T43">
                  <a:pos x="T26" y="T27"/>
                </a:cxn>
                <a:cxn ang="T44">
                  <a:pos x="T28" y="T29"/>
                </a:cxn>
              </a:cxnLst>
              <a:rect l="T45" t="T46" r="T47" b="T48"/>
              <a:pathLst>
                <a:path w="95" h="86">
                  <a:moveTo>
                    <a:pt x="84" y="0"/>
                  </a:moveTo>
                  <a:lnTo>
                    <a:pt x="91" y="11"/>
                  </a:lnTo>
                  <a:lnTo>
                    <a:pt x="94" y="22"/>
                  </a:lnTo>
                  <a:lnTo>
                    <a:pt x="95" y="34"/>
                  </a:lnTo>
                  <a:lnTo>
                    <a:pt x="94" y="46"/>
                  </a:lnTo>
                  <a:lnTo>
                    <a:pt x="90" y="57"/>
                  </a:lnTo>
                  <a:lnTo>
                    <a:pt x="83" y="67"/>
                  </a:lnTo>
                  <a:lnTo>
                    <a:pt x="75" y="76"/>
                  </a:lnTo>
                  <a:lnTo>
                    <a:pt x="64" y="82"/>
                  </a:lnTo>
                  <a:lnTo>
                    <a:pt x="54" y="85"/>
                  </a:lnTo>
                  <a:lnTo>
                    <a:pt x="41" y="86"/>
                  </a:lnTo>
                  <a:lnTo>
                    <a:pt x="29" y="85"/>
                  </a:lnTo>
                  <a:lnTo>
                    <a:pt x="19" y="81"/>
                  </a:lnTo>
                  <a:lnTo>
                    <a:pt x="8" y="75"/>
                  </a:lnTo>
                  <a:lnTo>
                    <a:pt x="0" y="66"/>
                  </a:lnTo>
                </a:path>
              </a:pathLst>
            </a:custGeom>
            <a:noFill/>
            <a:ln w="0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326" name="Freeform 328">
              <a:extLst>
                <a:ext uri="{FF2B5EF4-FFF2-40B4-BE49-F238E27FC236}">
                  <a16:creationId xmlns:a16="http://schemas.microsoft.com/office/drawing/2014/main" id="{D8766E34-3A50-F7F8-031D-4F567F457E73}"/>
                </a:ext>
              </a:extLst>
            </p:cNvPr>
            <p:cNvSpPr>
              <a:spLocks/>
            </p:cNvSpPr>
            <p:nvPr/>
          </p:nvSpPr>
          <p:spPr bwMode="auto">
            <a:xfrm>
              <a:off x="4498" y="1052"/>
              <a:ext cx="16" cy="14"/>
            </a:xfrm>
            <a:custGeom>
              <a:avLst/>
              <a:gdLst>
                <a:gd name="T0" fmla="*/ 0 w 96"/>
                <a:gd name="T1" fmla="*/ 0 h 86"/>
                <a:gd name="T2" fmla="*/ 0 w 96"/>
                <a:gd name="T3" fmla="*/ 0 h 86"/>
                <a:gd name="T4" fmla="*/ 0 w 96"/>
                <a:gd name="T5" fmla="*/ 0 h 86"/>
                <a:gd name="T6" fmla="*/ 0 w 96"/>
                <a:gd name="T7" fmla="*/ 0 h 86"/>
                <a:gd name="T8" fmla="*/ 0 w 96"/>
                <a:gd name="T9" fmla="*/ 0 h 86"/>
                <a:gd name="T10" fmla="*/ 0 w 96"/>
                <a:gd name="T11" fmla="*/ 0 h 86"/>
                <a:gd name="T12" fmla="*/ 0 w 96"/>
                <a:gd name="T13" fmla="*/ 0 h 86"/>
                <a:gd name="T14" fmla="*/ 0 w 96"/>
                <a:gd name="T15" fmla="*/ 0 h 86"/>
                <a:gd name="T16" fmla="*/ 0 w 96"/>
                <a:gd name="T17" fmla="*/ 0 h 86"/>
                <a:gd name="T18" fmla="*/ 0 w 96"/>
                <a:gd name="T19" fmla="*/ 0 h 86"/>
                <a:gd name="T20" fmla="*/ 0 w 96"/>
                <a:gd name="T21" fmla="*/ 0 h 86"/>
                <a:gd name="T22" fmla="*/ 0 w 96"/>
                <a:gd name="T23" fmla="*/ 0 h 86"/>
                <a:gd name="T24" fmla="*/ 0 w 96"/>
                <a:gd name="T25" fmla="*/ 0 h 86"/>
                <a:gd name="T26" fmla="*/ 0 w 96"/>
                <a:gd name="T27" fmla="*/ 0 h 86"/>
                <a:gd name="T28" fmla="*/ 0 w 96"/>
                <a:gd name="T29" fmla="*/ 0 h 86"/>
                <a:gd name="T30" fmla="*/ 0 w 96"/>
                <a:gd name="T31" fmla="*/ 0 h 86"/>
                <a:gd name="T32" fmla="*/ 0 w 96"/>
                <a:gd name="T33" fmla="*/ 0 h 8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w 96"/>
                <a:gd name="T52" fmla="*/ 0 h 86"/>
                <a:gd name="T53" fmla="*/ 96 w 96"/>
                <a:gd name="T54" fmla="*/ 86 h 86"/>
              </a:gdLst>
              <a:ahLst/>
              <a:cxnLst>
                <a:cxn ang="T34">
                  <a:pos x="T0" y="T1"/>
                </a:cxn>
                <a:cxn ang="T35">
                  <a:pos x="T2" y="T3"/>
                </a:cxn>
                <a:cxn ang="T36">
                  <a:pos x="T4" y="T5"/>
                </a:cxn>
                <a:cxn ang="T37">
                  <a:pos x="T6" y="T7"/>
                </a:cxn>
                <a:cxn ang="T38">
                  <a:pos x="T8" y="T9"/>
                </a:cxn>
                <a:cxn ang="T39">
                  <a:pos x="T10" y="T11"/>
                </a:cxn>
                <a:cxn ang="T40">
                  <a:pos x="T12" y="T13"/>
                </a:cxn>
                <a:cxn ang="T41">
                  <a:pos x="T14" y="T15"/>
                </a:cxn>
                <a:cxn ang="T42">
                  <a:pos x="T16" y="T17"/>
                </a:cxn>
                <a:cxn ang="T43">
                  <a:pos x="T18" y="T19"/>
                </a:cxn>
                <a:cxn ang="T44">
                  <a:pos x="T20" y="T21"/>
                </a:cxn>
                <a:cxn ang="T45">
                  <a:pos x="T22" y="T23"/>
                </a:cxn>
                <a:cxn ang="T46">
                  <a:pos x="T24" y="T25"/>
                </a:cxn>
                <a:cxn ang="T47">
                  <a:pos x="T26" y="T27"/>
                </a:cxn>
                <a:cxn ang="T48">
                  <a:pos x="T28" y="T29"/>
                </a:cxn>
                <a:cxn ang="T49">
                  <a:pos x="T30" y="T31"/>
                </a:cxn>
                <a:cxn ang="T50">
                  <a:pos x="T32" y="T33"/>
                </a:cxn>
              </a:cxnLst>
              <a:rect l="T51" t="T52" r="T53" b="T54"/>
              <a:pathLst>
                <a:path w="96" h="86">
                  <a:moveTo>
                    <a:pt x="43" y="53"/>
                  </a:moveTo>
                  <a:lnTo>
                    <a:pt x="0" y="20"/>
                  </a:lnTo>
                  <a:lnTo>
                    <a:pt x="9" y="12"/>
                  </a:lnTo>
                  <a:lnTo>
                    <a:pt x="19" y="6"/>
                  </a:lnTo>
                  <a:lnTo>
                    <a:pt x="30" y="1"/>
                  </a:lnTo>
                  <a:lnTo>
                    <a:pt x="42" y="0"/>
                  </a:lnTo>
                  <a:lnTo>
                    <a:pt x="54" y="1"/>
                  </a:lnTo>
                  <a:lnTo>
                    <a:pt x="65" y="5"/>
                  </a:lnTo>
                  <a:lnTo>
                    <a:pt x="75" y="11"/>
                  </a:lnTo>
                  <a:lnTo>
                    <a:pt x="84" y="19"/>
                  </a:lnTo>
                  <a:lnTo>
                    <a:pt x="90" y="30"/>
                  </a:lnTo>
                  <a:lnTo>
                    <a:pt x="94" y="41"/>
                  </a:lnTo>
                  <a:lnTo>
                    <a:pt x="96" y="52"/>
                  </a:lnTo>
                  <a:lnTo>
                    <a:pt x="94" y="65"/>
                  </a:lnTo>
                  <a:lnTo>
                    <a:pt x="91" y="76"/>
                  </a:lnTo>
                  <a:lnTo>
                    <a:pt x="85" y="86"/>
                  </a:lnTo>
                  <a:lnTo>
                    <a:pt x="43" y="53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327" name="Freeform 329">
              <a:extLst>
                <a:ext uri="{FF2B5EF4-FFF2-40B4-BE49-F238E27FC236}">
                  <a16:creationId xmlns:a16="http://schemas.microsoft.com/office/drawing/2014/main" id="{0B58C014-9B6F-019A-AE5F-32225107476F}"/>
                </a:ext>
              </a:extLst>
            </p:cNvPr>
            <p:cNvSpPr>
              <a:spLocks/>
            </p:cNvSpPr>
            <p:nvPr/>
          </p:nvSpPr>
          <p:spPr bwMode="auto">
            <a:xfrm>
              <a:off x="4498" y="1052"/>
              <a:ext cx="16" cy="14"/>
            </a:xfrm>
            <a:custGeom>
              <a:avLst/>
              <a:gdLst>
                <a:gd name="T0" fmla="*/ 0 w 96"/>
                <a:gd name="T1" fmla="*/ 0 h 86"/>
                <a:gd name="T2" fmla="*/ 0 w 96"/>
                <a:gd name="T3" fmla="*/ 0 h 86"/>
                <a:gd name="T4" fmla="*/ 0 w 96"/>
                <a:gd name="T5" fmla="*/ 0 h 86"/>
                <a:gd name="T6" fmla="*/ 0 w 96"/>
                <a:gd name="T7" fmla="*/ 0 h 86"/>
                <a:gd name="T8" fmla="*/ 0 w 96"/>
                <a:gd name="T9" fmla="*/ 0 h 86"/>
                <a:gd name="T10" fmla="*/ 0 w 96"/>
                <a:gd name="T11" fmla="*/ 0 h 86"/>
                <a:gd name="T12" fmla="*/ 0 w 96"/>
                <a:gd name="T13" fmla="*/ 0 h 86"/>
                <a:gd name="T14" fmla="*/ 0 w 96"/>
                <a:gd name="T15" fmla="*/ 0 h 86"/>
                <a:gd name="T16" fmla="*/ 0 w 96"/>
                <a:gd name="T17" fmla="*/ 0 h 86"/>
                <a:gd name="T18" fmla="*/ 0 w 96"/>
                <a:gd name="T19" fmla="*/ 0 h 86"/>
                <a:gd name="T20" fmla="*/ 0 w 96"/>
                <a:gd name="T21" fmla="*/ 0 h 86"/>
                <a:gd name="T22" fmla="*/ 0 w 96"/>
                <a:gd name="T23" fmla="*/ 0 h 86"/>
                <a:gd name="T24" fmla="*/ 0 w 96"/>
                <a:gd name="T25" fmla="*/ 0 h 86"/>
                <a:gd name="T26" fmla="*/ 0 w 96"/>
                <a:gd name="T27" fmla="*/ 0 h 86"/>
                <a:gd name="T28" fmla="*/ 0 w 96"/>
                <a:gd name="T29" fmla="*/ 0 h 8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w 96"/>
                <a:gd name="T46" fmla="*/ 0 h 86"/>
                <a:gd name="T47" fmla="*/ 96 w 96"/>
                <a:gd name="T48" fmla="*/ 86 h 86"/>
              </a:gdLst>
              <a:ahLst/>
              <a:cxnLst>
                <a:cxn ang="T30">
                  <a:pos x="T0" y="T1"/>
                </a:cxn>
                <a:cxn ang="T31">
                  <a:pos x="T2" y="T3"/>
                </a:cxn>
                <a:cxn ang="T32">
                  <a:pos x="T4" y="T5"/>
                </a:cxn>
                <a:cxn ang="T33">
                  <a:pos x="T6" y="T7"/>
                </a:cxn>
                <a:cxn ang="T34">
                  <a:pos x="T8" y="T9"/>
                </a:cxn>
                <a:cxn ang="T35">
                  <a:pos x="T10" y="T11"/>
                </a:cxn>
                <a:cxn ang="T36">
                  <a:pos x="T12" y="T13"/>
                </a:cxn>
                <a:cxn ang="T37">
                  <a:pos x="T14" y="T15"/>
                </a:cxn>
                <a:cxn ang="T38">
                  <a:pos x="T16" y="T17"/>
                </a:cxn>
                <a:cxn ang="T39">
                  <a:pos x="T18" y="T19"/>
                </a:cxn>
                <a:cxn ang="T40">
                  <a:pos x="T20" y="T21"/>
                </a:cxn>
                <a:cxn ang="T41">
                  <a:pos x="T22" y="T23"/>
                </a:cxn>
                <a:cxn ang="T42">
                  <a:pos x="T24" y="T25"/>
                </a:cxn>
                <a:cxn ang="T43">
                  <a:pos x="T26" y="T27"/>
                </a:cxn>
                <a:cxn ang="T44">
                  <a:pos x="T28" y="T29"/>
                </a:cxn>
              </a:cxnLst>
              <a:rect l="T45" t="T46" r="T47" b="T48"/>
              <a:pathLst>
                <a:path w="96" h="86">
                  <a:moveTo>
                    <a:pt x="0" y="20"/>
                  </a:moveTo>
                  <a:lnTo>
                    <a:pt x="9" y="12"/>
                  </a:lnTo>
                  <a:lnTo>
                    <a:pt x="19" y="6"/>
                  </a:lnTo>
                  <a:lnTo>
                    <a:pt x="30" y="1"/>
                  </a:lnTo>
                  <a:lnTo>
                    <a:pt x="42" y="0"/>
                  </a:lnTo>
                  <a:lnTo>
                    <a:pt x="54" y="1"/>
                  </a:lnTo>
                  <a:lnTo>
                    <a:pt x="65" y="5"/>
                  </a:lnTo>
                  <a:lnTo>
                    <a:pt x="75" y="11"/>
                  </a:lnTo>
                  <a:lnTo>
                    <a:pt x="84" y="19"/>
                  </a:lnTo>
                  <a:lnTo>
                    <a:pt x="90" y="30"/>
                  </a:lnTo>
                  <a:lnTo>
                    <a:pt x="94" y="41"/>
                  </a:lnTo>
                  <a:lnTo>
                    <a:pt x="96" y="52"/>
                  </a:lnTo>
                  <a:lnTo>
                    <a:pt x="94" y="65"/>
                  </a:lnTo>
                  <a:lnTo>
                    <a:pt x="91" y="76"/>
                  </a:lnTo>
                  <a:lnTo>
                    <a:pt x="85" y="86"/>
                  </a:lnTo>
                </a:path>
              </a:pathLst>
            </a:custGeom>
            <a:noFill/>
            <a:ln w="0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328" name="Freeform 330">
              <a:extLst>
                <a:ext uri="{FF2B5EF4-FFF2-40B4-BE49-F238E27FC236}">
                  <a16:creationId xmlns:a16="http://schemas.microsoft.com/office/drawing/2014/main" id="{FA3E18C5-C903-C586-D4DB-DC72B72B05E4}"/>
                </a:ext>
              </a:extLst>
            </p:cNvPr>
            <p:cNvSpPr>
              <a:spLocks/>
            </p:cNvSpPr>
            <p:nvPr/>
          </p:nvSpPr>
          <p:spPr bwMode="auto">
            <a:xfrm>
              <a:off x="4235" y="1055"/>
              <a:ext cx="277" cy="350"/>
            </a:xfrm>
            <a:custGeom>
              <a:avLst/>
              <a:gdLst>
                <a:gd name="T0" fmla="*/ 0 w 1663"/>
                <a:gd name="T1" fmla="*/ 0 h 2099"/>
                <a:gd name="T2" fmla="*/ 0 w 1663"/>
                <a:gd name="T3" fmla="*/ 0 h 2099"/>
                <a:gd name="T4" fmla="*/ 0 w 1663"/>
                <a:gd name="T5" fmla="*/ 0 h 2099"/>
                <a:gd name="T6" fmla="*/ 0 w 1663"/>
                <a:gd name="T7" fmla="*/ 0 h 2099"/>
                <a:gd name="T8" fmla="*/ 0 w 1663"/>
                <a:gd name="T9" fmla="*/ 0 h 2099"/>
                <a:gd name="T10" fmla="*/ 0 w 1663"/>
                <a:gd name="T11" fmla="*/ 0 h 2099"/>
                <a:gd name="T12" fmla="*/ 0 w 1663"/>
                <a:gd name="T13" fmla="*/ 0 h 2099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1663"/>
                <a:gd name="T22" fmla="*/ 0 h 2099"/>
                <a:gd name="T23" fmla="*/ 1663 w 1663"/>
                <a:gd name="T24" fmla="*/ 2099 h 2099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1663" h="2099">
                  <a:moveTo>
                    <a:pt x="1663" y="66"/>
                  </a:moveTo>
                  <a:lnTo>
                    <a:pt x="1621" y="33"/>
                  </a:lnTo>
                  <a:lnTo>
                    <a:pt x="1578" y="0"/>
                  </a:lnTo>
                  <a:lnTo>
                    <a:pt x="0" y="2033"/>
                  </a:lnTo>
                  <a:lnTo>
                    <a:pt x="42" y="2066"/>
                  </a:lnTo>
                  <a:lnTo>
                    <a:pt x="84" y="2099"/>
                  </a:lnTo>
                  <a:lnTo>
                    <a:pt x="1663" y="66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329" name="Freeform 331">
              <a:extLst>
                <a:ext uri="{FF2B5EF4-FFF2-40B4-BE49-F238E27FC236}">
                  <a16:creationId xmlns:a16="http://schemas.microsoft.com/office/drawing/2014/main" id="{D0A687BC-5750-3E9A-8B44-20F10AF0B510}"/>
                </a:ext>
              </a:extLst>
            </p:cNvPr>
            <p:cNvSpPr>
              <a:spLocks/>
            </p:cNvSpPr>
            <p:nvPr/>
          </p:nvSpPr>
          <p:spPr bwMode="auto">
            <a:xfrm>
              <a:off x="4235" y="1055"/>
              <a:ext cx="277" cy="350"/>
            </a:xfrm>
            <a:custGeom>
              <a:avLst/>
              <a:gdLst>
                <a:gd name="T0" fmla="*/ 0 w 1663"/>
                <a:gd name="T1" fmla="*/ 0 h 2099"/>
                <a:gd name="T2" fmla="*/ 0 w 1663"/>
                <a:gd name="T3" fmla="*/ 0 h 2099"/>
                <a:gd name="T4" fmla="*/ 0 w 1663"/>
                <a:gd name="T5" fmla="*/ 0 h 2099"/>
                <a:gd name="T6" fmla="*/ 0 w 1663"/>
                <a:gd name="T7" fmla="*/ 0 h 2099"/>
                <a:gd name="T8" fmla="*/ 0 w 1663"/>
                <a:gd name="T9" fmla="*/ 0 h 2099"/>
                <a:gd name="T10" fmla="*/ 0 w 1663"/>
                <a:gd name="T11" fmla="*/ 0 h 2099"/>
                <a:gd name="T12" fmla="*/ 0 w 1663"/>
                <a:gd name="T13" fmla="*/ 0 h 2099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1663"/>
                <a:gd name="T22" fmla="*/ 0 h 2099"/>
                <a:gd name="T23" fmla="*/ 1663 w 1663"/>
                <a:gd name="T24" fmla="*/ 2099 h 2099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1663" h="2099">
                  <a:moveTo>
                    <a:pt x="1663" y="66"/>
                  </a:moveTo>
                  <a:lnTo>
                    <a:pt x="1621" y="33"/>
                  </a:lnTo>
                  <a:lnTo>
                    <a:pt x="1578" y="0"/>
                  </a:lnTo>
                  <a:lnTo>
                    <a:pt x="0" y="2033"/>
                  </a:lnTo>
                  <a:lnTo>
                    <a:pt x="42" y="2066"/>
                  </a:lnTo>
                  <a:lnTo>
                    <a:pt x="84" y="2099"/>
                  </a:lnTo>
                  <a:lnTo>
                    <a:pt x="1663" y="66"/>
                  </a:lnTo>
                  <a:close/>
                </a:path>
              </a:pathLst>
            </a:custGeom>
            <a:noFill/>
            <a:ln w="0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330" name="Freeform 332">
              <a:extLst>
                <a:ext uri="{FF2B5EF4-FFF2-40B4-BE49-F238E27FC236}">
                  <a16:creationId xmlns:a16="http://schemas.microsoft.com/office/drawing/2014/main" id="{E8A97045-3DDD-0CC1-A959-DC14C3AC0EBD}"/>
                </a:ext>
              </a:extLst>
            </p:cNvPr>
            <p:cNvSpPr>
              <a:spLocks/>
            </p:cNvSpPr>
            <p:nvPr/>
          </p:nvSpPr>
          <p:spPr bwMode="auto">
            <a:xfrm>
              <a:off x="4233" y="1394"/>
              <a:ext cx="16" cy="15"/>
            </a:xfrm>
            <a:custGeom>
              <a:avLst/>
              <a:gdLst>
                <a:gd name="T0" fmla="*/ 0 w 95"/>
                <a:gd name="T1" fmla="*/ 0 h 86"/>
                <a:gd name="T2" fmla="*/ 0 w 95"/>
                <a:gd name="T3" fmla="*/ 0 h 86"/>
                <a:gd name="T4" fmla="*/ 0 w 95"/>
                <a:gd name="T5" fmla="*/ 0 h 86"/>
                <a:gd name="T6" fmla="*/ 0 w 95"/>
                <a:gd name="T7" fmla="*/ 0 h 86"/>
                <a:gd name="T8" fmla="*/ 0 w 95"/>
                <a:gd name="T9" fmla="*/ 0 h 86"/>
                <a:gd name="T10" fmla="*/ 0 w 95"/>
                <a:gd name="T11" fmla="*/ 0 h 86"/>
                <a:gd name="T12" fmla="*/ 0 w 95"/>
                <a:gd name="T13" fmla="*/ 0 h 86"/>
                <a:gd name="T14" fmla="*/ 0 w 95"/>
                <a:gd name="T15" fmla="*/ 0 h 86"/>
                <a:gd name="T16" fmla="*/ 0 w 95"/>
                <a:gd name="T17" fmla="*/ 0 h 86"/>
                <a:gd name="T18" fmla="*/ 0 w 95"/>
                <a:gd name="T19" fmla="*/ 0 h 86"/>
                <a:gd name="T20" fmla="*/ 0 w 95"/>
                <a:gd name="T21" fmla="*/ 0 h 86"/>
                <a:gd name="T22" fmla="*/ 0 w 95"/>
                <a:gd name="T23" fmla="*/ 0 h 86"/>
                <a:gd name="T24" fmla="*/ 0 w 95"/>
                <a:gd name="T25" fmla="*/ 0 h 86"/>
                <a:gd name="T26" fmla="*/ 0 w 95"/>
                <a:gd name="T27" fmla="*/ 0 h 86"/>
                <a:gd name="T28" fmla="*/ 0 w 95"/>
                <a:gd name="T29" fmla="*/ 0 h 86"/>
                <a:gd name="T30" fmla="*/ 0 w 95"/>
                <a:gd name="T31" fmla="*/ 0 h 86"/>
                <a:gd name="T32" fmla="*/ 0 w 95"/>
                <a:gd name="T33" fmla="*/ 0 h 8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w 95"/>
                <a:gd name="T52" fmla="*/ 0 h 86"/>
                <a:gd name="T53" fmla="*/ 95 w 95"/>
                <a:gd name="T54" fmla="*/ 86 h 86"/>
              </a:gdLst>
              <a:ahLst/>
              <a:cxnLst>
                <a:cxn ang="T34">
                  <a:pos x="T0" y="T1"/>
                </a:cxn>
                <a:cxn ang="T35">
                  <a:pos x="T2" y="T3"/>
                </a:cxn>
                <a:cxn ang="T36">
                  <a:pos x="T4" y="T5"/>
                </a:cxn>
                <a:cxn ang="T37">
                  <a:pos x="T6" y="T7"/>
                </a:cxn>
                <a:cxn ang="T38">
                  <a:pos x="T8" y="T9"/>
                </a:cxn>
                <a:cxn ang="T39">
                  <a:pos x="T10" y="T11"/>
                </a:cxn>
                <a:cxn ang="T40">
                  <a:pos x="T12" y="T13"/>
                </a:cxn>
                <a:cxn ang="T41">
                  <a:pos x="T14" y="T15"/>
                </a:cxn>
                <a:cxn ang="T42">
                  <a:pos x="T16" y="T17"/>
                </a:cxn>
                <a:cxn ang="T43">
                  <a:pos x="T18" y="T19"/>
                </a:cxn>
                <a:cxn ang="T44">
                  <a:pos x="T20" y="T21"/>
                </a:cxn>
                <a:cxn ang="T45">
                  <a:pos x="T22" y="T23"/>
                </a:cxn>
                <a:cxn ang="T46">
                  <a:pos x="T24" y="T25"/>
                </a:cxn>
                <a:cxn ang="T47">
                  <a:pos x="T26" y="T27"/>
                </a:cxn>
                <a:cxn ang="T48">
                  <a:pos x="T28" y="T29"/>
                </a:cxn>
                <a:cxn ang="T49">
                  <a:pos x="T30" y="T31"/>
                </a:cxn>
                <a:cxn ang="T50">
                  <a:pos x="T32" y="T33"/>
                </a:cxn>
              </a:cxnLst>
              <a:rect l="T51" t="T52" r="T53" b="T54"/>
              <a:pathLst>
                <a:path w="95" h="86">
                  <a:moveTo>
                    <a:pt x="53" y="33"/>
                  </a:moveTo>
                  <a:lnTo>
                    <a:pt x="95" y="66"/>
                  </a:lnTo>
                  <a:lnTo>
                    <a:pt x="87" y="75"/>
                  </a:lnTo>
                  <a:lnTo>
                    <a:pt x="76" y="81"/>
                  </a:lnTo>
                  <a:lnTo>
                    <a:pt x="66" y="85"/>
                  </a:lnTo>
                  <a:lnTo>
                    <a:pt x="54" y="86"/>
                  </a:lnTo>
                  <a:lnTo>
                    <a:pt x="41" y="85"/>
                  </a:lnTo>
                  <a:lnTo>
                    <a:pt x="31" y="82"/>
                  </a:lnTo>
                  <a:lnTo>
                    <a:pt x="20" y="76"/>
                  </a:lnTo>
                  <a:lnTo>
                    <a:pt x="12" y="67"/>
                  </a:lnTo>
                  <a:lnTo>
                    <a:pt x="5" y="57"/>
                  </a:lnTo>
                  <a:lnTo>
                    <a:pt x="1" y="46"/>
                  </a:lnTo>
                  <a:lnTo>
                    <a:pt x="0" y="34"/>
                  </a:lnTo>
                  <a:lnTo>
                    <a:pt x="1" y="22"/>
                  </a:lnTo>
                  <a:lnTo>
                    <a:pt x="4" y="11"/>
                  </a:lnTo>
                  <a:lnTo>
                    <a:pt x="11" y="0"/>
                  </a:lnTo>
                  <a:lnTo>
                    <a:pt x="53" y="33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331" name="Freeform 333">
              <a:extLst>
                <a:ext uri="{FF2B5EF4-FFF2-40B4-BE49-F238E27FC236}">
                  <a16:creationId xmlns:a16="http://schemas.microsoft.com/office/drawing/2014/main" id="{08CB9FD6-A7CD-3CD9-F01D-E92AD95927A3}"/>
                </a:ext>
              </a:extLst>
            </p:cNvPr>
            <p:cNvSpPr>
              <a:spLocks/>
            </p:cNvSpPr>
            <p:nvPr/>
          </p:nvSpPr>
          <p:spPr bwMode="auto">
            <a:xfrm>
              <a:off x="4233" y="1394"/>
              <a:ext cx="16" cy="15"/>
            </a:xfrm>
            <a:custGeom>
              <a:avLst/>
              <a:gdLst>
                <a:gd name="T0" fmla="*/ 0 w 95"/>
                <a:gd name="T1" fmla="*/ 0 h 86"/>
                <a:gd name="T2" fmla="*/ 0 w 95"/>
                <a:gd name="T3" fmla="*/ 0 h 86"/>
                <a:gd name="T4" fmla="*/ 0 w 95"/>
                <a:gd name="T5" fmla="*/ 0 h 86"/>
                <a:gd name="T6" fmla="*/ 0 w 95"/>
                <a:gd name="T7" fmla="*/ 0 h 86"/>
                <a:gd name="T8" fmla="*/ 0 w 95"/>
                <a:gd name="T9" fmla="*/ 0 h 86"/>
                <a:gd name="T10" fmla="*/ 0 w 95"/>
                <a:gd name="T11" fmla="*/ 0 h 86"/>
                <a:gd name="T12" fmla="*/ 0 w 95"/>
                <a:gd name="T13" fmla="*/ 0 h 86"/>
                <a:gd name="T14" fmla="*/ 0 w 95"/>
                <a:gd name="T15" fmla="*/ 0 h 86"/>
                <a:gd name="T16" fmla="*/ 0 w 95"/>
                <a:gd name="T17" fmla="*/ 0 h 86"/>
                <a:gd name="T18" fmla="*/ 0 w 95"/>
                <a:gd name="T19" fmla="*/ 0 h 86"/>
                <a:gd name="T20" fmla="*/ 0 w 95"/>
                <a:gd name="T21" fmla="*/ 0 h 86"/>
                <a:gd name="T22" fmla="*/ 0 w 95"/>
                <a:gd name="T23" fmla="*/ 0 h 86"/>
                <a:gd name="T24" fmla="*/ 0 w 95"/>
                <a:gd name="T25" fmla="*/ 0 h 86"/>
                <a:gd name="T26" fmla="*/ 0 w 95"/>
                <a:gd name="T27" fmla="*/ 0 h 86"/>
                <a:gd name="T28" fmla="*/ 0 w 95"/>
                <a:gd name="T29" fmla="*/ 0 h 8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w 95"/>
                <a:gd name="T46" fmla="*/ 0 h 86"/>
                <a:gd name="T47" fmla="*/ 95 w 95"/>
                <a:gd name="T48" fmla="*/ 86 h 86"/>
              </a:gdLst>
              <a:ahLst/>
              <a:cxnLst>
                <a:cxn ang="T30">
                  <a:pos x="T0" y="T1"/>
                </a:cxn>
                <a:cxn ang="T31">
                  <a:pos x="T2" y="T3"/>
                </a:cxn>
                <a:cxn ang="T32">
                  <a:pos x="T4" y="T5"/>
                </a:cxn>
                <a:cxn ang="T33">
                  <a:pos x="T6" y="T7"/>
                </a:cxn>
                <a:cxn ang="T34">
                  <a:pos x="T8" y="T9"/>
                </a:cxn>
                <a:cxn ang="T35">
                  <a:pos x="T10" y="T11"/>
                </a:cxn>
                <a:cxn ang="T36">
                  <a:pos x="T12" y="T13"/>
                </a:cxn>
                <a:cxn ang="T37">
                  <a:pos x="T14" y="T15"/>
                </a:cxn>
                <a:cxn ang="T38">
                  <a:pos x="T16" y="T17"/>
                </a:cxn>
                <a:cxn ang="T39">
                  <a:pos x="T18" y="T19"/>
                </a:cxn>
                <a:cxn ang="T40">
                  <a:pos x="T20" y="T21"/>
                </a:cxn>
                <a:cxn ang="T41">
                  <a:pos x="T22" y="T23"/>
                </a:cxn>
                <a:cxn ang="T42">
                  <a:pos x="T24" y="T25"/>
                </a:cxn>
                <a:cxn ang="T43">
                  <a:pos x="T26" y="T27"/>
                </a:cxn>
                <a:cxn ang="T44">
                  <a:pos x="T28" y="T29"/>
                </a:cxn>
              </a:cxnLst>
              <a:rect l="T45" t="T46" r="T47" b="T48"/>
              <a:pathLst>
                <a:path w="95" h="86">
                  <a:moveTo>
                    <a:pt x="95" y="66"/>
                  </a:moveTo>
                  <a:lnTo>
                    <a:pt x="87" y="75"/>
                  </a:lnTo>
                  <a:lnTo>
                    <a:pt x="76" y="81"/>
                  </a:lnTo>
                  <a:lnTo>
                    <a:pt x="66" y="85"/>
                  </a:lnTo>
                  <a:lnTo>
                    <a:pt x="54" y="86"/>
                  </a:lnTo>
                  <a:lnTo>
                    <a:pt x="41" y="85"/>
                  </a:lnTo>
                  <a:lnTo>
                    <a:pt x="31" y="82"/>
                  </a:lnTo>
                  <a:lnTo>
                    <a:pt x="20" y="76"/>
                  </a:lnTo>
                  <a:lnTo>
                    <a:pt x="12" y="67"/>
                  </a:lnTo>
                  <a:lnTo>
                    <a:pt x="5" y="57"/>
                  </a:lnTo>
                  <a:lnTo>
                    <a:pt x="1" y="46"/>
                  </a:lnTo>
                  <a:lnTo>
                    <a:pt x="0" y="34"/>
                  </a:lnTo>
                  <a:lnTo>
                    <a:pt x="1" y="22"/>
                  </a:lnTo>
                  <a:lnTo>
                    <a:pt x="4" y="11"/>
                  </a:lnTo>
                  <a:lnTo>
                    <a:pt x="11" y="0"/>
                  </a:lnTo>
                </a:path>
              </a:pathLst>
            </a:custGeom>
            <a:noFill/>
            <a:ln w="0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332" name="Freeform 334">
              <a:extLst>
                <a:ext uri="{FF2B5EF4-FFF2-40B4-BE49-F238E27FC236}">
                  <a16:creationId xmlns:a16="http://schemas.microsoft.com/office/drawing/2014/main" id="{7F86BA08-2271-A5E2-F037-31682DF56AD4}"/>
                </a:ext>
              </a:extLst>
            </p:cNvPr>
            <p:cNvSpPr>
              <a:spLocks/>
            </p:cNvSpPr>
            <p:nvPr/>
          </p:nvSpPr>
          <p:spPr bwMode="auto">
            <a:xfrm>
              <a:off x="4233" y="1400"/>
              <a:ext cx="18" cy="9"/>
            </a:xfrm>
            <a:custGeom>
              <a:avLst/>
              <a:gdLst>
                <a:gd name="T0" fmla="*/ 0 w 107"/>
                <a:gd name="T1" fmla="*/ 0 h 53"/>
                <a:gd name="T2" fmla="*/ 0 w 107"/>
                <a:gd name="T3" fmla="*/ 0 h 53"/>
                <a:gd name="T4" fmla="*/ 0 w 107"/>
                <a:gd name="T5" fmla="*/ 0 h 53"/>
                <a:gd name="T6" fmla="*/ 0 w 107"/>
                <a:gd name="T7" fmla="*/ 0 h 53"/>
                <a:gd name="T8" fmla="*/ 0 w 107"/>
                <a:gd name="T9" fmla="*/ 0 h 53"/>
                <a:gd name="T10" fmla="*/ 0 w 107"/>
                <a:gd name="T11" fmla="*/ 0 h 53"/>
                <a:gd name="T12" fmla="*/ 0 w 107"/>
                <a:gd name="T13" fmla="*/ 0 h 53"/>
                <a:gd name="T14" fmla="*/ 0 w 107"/>
                <a:gd name="T15" fmla="*/ 0 h 53"/>
                <a:gd name="T16" fmla="*/ 0 w 107"/>
                <a:gd name="T17" fmla="*/ 0 h 53"/>
                <a:gd name="T18" fmla="*/ 0 w 107"/>
                <a:gd name="T19" fmla="*/ 0 h 53"/>
                <a:gd name="T20" fmla="*/ 0 w 107"/>
                <a:gd name="T21" fmla="*/ 0 h 53"/>
                <a:gd name="T22" fmla="*/ 0 w 107"/>
                <a:gd name="T23" fmla="*/ 0 h 53"/>
                <a:gd name="T24" fmla="*/ 0 w 107"/>
                <a:gd name="T25" fmla="*/ 0 h 53"/>
                <a:gd name="T26" fmla="*/ 0 w 107"/>
                <a:gd name="T27" fmla="*/ 0 h 53"/>
                <a:gd name="T28" fmla="*/ 0 w 107"/>
                <a:gd name="T29" fmla="*/ 0 h 53"/>
                <a:gd name="T30" fmla="*/ 0 w 107"/>
                <a:gd name="T31" fmla="*/ 0 h 53"/>
                <a:gd name="T32" fmla="*/ 0 w 107"/>
                <a:gd name="T33" fmla="*/ 0 h 53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w 107"/>
                <a:gd name="T52" fmla="*/ 0 h 53"/>
                <a:gd name="T53" fmla="*/ 107 w 107"/>
                <a:gd name="T54" fmla="*/ 53 h 53"/>
              </a:gdLst>
              <a:ahLst/>
              <a:cxnLst>
                <a:cxn ang="T34">
                  <a:pos x="T0" y="T1"/>
                </a:cxn>
                <a:cxn ang="T35">
                  <a:pos x="T2" y="T3"/>
                </a:cxn>
                <a:cxn ang="T36">
                  <a:pos x="T4" y="T5"/>
                </a:cxn>
                <a:cxn ang="T37">
                  <a:pos x="T6" y="T7"/>
                </a:cxn>
                <a:cxn ang="T38">
                  <a:pos x="T8" y="T9"/>
                </a:cxn>
                <a:cxn ang="T39">
                  <a:pos x="T10" y="T11"/>
                </a:cxn>
                <a:cxn ang="T40">
                  <a:pos x="T12" y="T13"/>
                </a:cxn>
                <a:cxn ang="T41">
                  <a:pos x="T14" y="T15"/>
                </a:cxn>
                <a:cxn ang="T42">
                  <a:pos x="T16" y="T17"/>
                </a:cxn>
                <a:cxn ang="T43">
                  <a:pos x="T18" y="T19"/>
                </a:cxn>
                <a:cxn ang="T44">
                  <a:pos x="T20" y="T21"/>
                </a:cxn>
                <a:cxn ang="T45">
                  <a:pos x="T22" y="T23"/>
                </a:cxn>
                <a:cxn ang="T46">
                  <a:pos x="T24" y="T25"/>
                </a:cxn>
                <a:cxn ang="T47">
                  <a:pos x="T26" y="T27"/>
                </a:cxn>
                <a:cxn ang="T48">
                  <a:pos x="T28" y="T29"/>
                </a:cxn>
                <a:cxn ang="T49">
                  <a:pos x="T30" y="T31"/>
                </a:cxn>
                <a:cxn ang="T50">
                  <a:pos x="T32" y="T33"/>
                </a:cxn>
              </a:cxnLst>
              <a:rect l="T51" t="T52" r="T53" b="T54"/>
              <a:pathLst>
                <a:path w="107" h="53">
                  <a:moveTo>
                    <a:pt x="53" y="0"/>
                  </a:moveTo>
                  <a:lnTo>
                    <a:pt x="107" y="0"/>
                  </a:lnTo>
                  <a:lnTo>
                    <a:pt x="105" y="12"/>
                  </a:lnTo>
                  <a:lnTo>
                    <a:pt x="101" y="24"/>
                  </a:lnTo>
                  <a:lnTo>
                    <a:pt x="94" y="33"/>
                  </a:lnTo>
                  <a:lnTo>
                    <a:pt x="86" y="42"/>
                  </a:lnTo>
                  <a:lnTo>
                    <a:pt x="76" y="48"/>
                  </a:lnTo>
                  <a:lnTo>
                    <a:pt x="65" y="52"/>
                  </a:lnTo>
                  <a:lnTo>
                    <a:pt x="53" y="53"/>
                  </a:lnTo>
                  <a:lnTo>
                    <a:pt x="41" y="52"/>
                  </a:lnTo>
                  <a:lnTo>
                    <a:pt x="30" y="48"/>
                  </a:lnTo>
                  <a:lnTo>
                    <a:pt x="20" y="42"/>
                  </a:lnTo>
                  <a:lnTo>
                    <a:pt x="12" y="33"/>
                  </a:lnTo>
                  <a:lnTo>
                    <a:pt x="5" y="24"/>
                  </a:lnTo>
                  <a:lnTo>
                    <a:pt x="1" y="12"/>
                  </a:lnTo>
                  <a:lnTo>
                    <a:pt x="0" y="0"/>
                  </a:lnTo>
                  <a:lnTo>
                    <a:pt x="53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333" name="Freeform 335">
              <a:extLst>
                <a:ext uri="{FF2B5EF4-FFF2-40B4-BE49-F238E27FC236}">
                  <a16:creationId xmlns:a16="http://schemas.microsoft.com/office/drawing/2014/main" id="{5CC45C54-EA87-1DFA-17CE-595BAB5B7D5E}"/>
                </a:ext>
              </a:extLst>
            </p:cNvPr>
            <p:cNvSpPr>
              <a:spLocks/>
            </p:cNvSpPr>
            <p:nvPr/>
          </p:nvSpPr>
          <p:spPr bwMode="auto">
            <a:xfrm>
              <a:off x="4233" y="1400"/>
              <a:ext cx="18" cy="9"/>
            </a:xfrm>
            <a:custGeom>
              <a:avLst/>
              <a:gdLst>
                <a:gd name="T0" fmla="*/ 0 w 107"/>
                <a:gd name="T1" fmla="*/ 0 h 53"/>
                <a:gd name="T2" fmla="*/ 0 w 107"/>
                <a:gd name="T3" fmla="*/ 0 h 53"/>
                <a:gd name="T4" fmla="*/ 0 w 107"/>
                <a:gd name="T5" fmla="*/ 0 h 53"/>
                <a:gd name="T6" fmla="*/ 0 w 107"/>
                <a:gd name="T7" fmla="*/ 0 h 53"/>
                <a:gd name="T8" fmla="*/ 0 w 107"/>
                <a:gd name="T9" fmla="*/ 0 h 53"/>
                <a:gd name="T10" fmla="*/ 0 w 107"/>
                <a:gd name="T11" fmla="*/ 0 h 53"/>
                <a:gd name="T12" fmla="*/ 0 w 107"/>
                <a:gd name="T13" fmla="*/ 0 h 53"/>
                <a:gd name="T14" fmla="*/ 0 w 107"/>
                <a:gd name="T15" fmla="*/ 0 h 53"/>
                <a:gd name="T16" fmla="*/ 0 w 107"/>
                <a:gd name="T17" fmla="*/ 0 h 53"/>
                <a:gd name="T18" fmla="*/ 0 w 107"/>
                <a:gd name="T19" fmla="*/ 0 h 53"/>
                <a:gd name="T20" fmla="*/ 0 w 107"/>
                <a:gd name="T21" fmla="*/ 0 h 53"/>
                <a:gd name="T22" fmla="*/ 0 w 107"/>
                <a:gd name="T23" fmla="*/ 0 h 53"/>
                <a:gd name="T24" fmla="*/ 0 w 107"/>
                <a:gd name="T25" fmla="*/ 0 h 53"/>
                <a:gd name="T26" fmla="*/ 0 w 107"/>
                <a:gd name="T27" fmla="*/ 0 h 53"/>
                <a:gd name="T28" fmla="*/ 0 w 107"/>
                <a:gd name="T29" fmla="*/ 0 h 53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w 107"/>
                <a:gd name="T46" fmla="*/ 0 h 53"/>
                <a:gd name="T47" fmla="*/ 107 w 107"/>
                <a:gd name="T48" fmla="*/ 53 h 53"/>
              </a:gdLst>
              <a:ahLst/>
              <a:cxnLst>
                <a:cxn ang="T30">
                  <a:pos x="T0" y="T1"/>
                </a:cxn>
                <a:cxn ang="T31">
                  <a:pos x="T2" y="T3"/>
                </a:cxn>
                <a:cxn ang="T32">
                  <a:pos x="T4" y="T5"/>
                </a:cxn>
                <a:cxn ang="T33">
                  <a:pos x="T6" y="T7"/>
                </a:cxn>
                <a:cxn ang="T34">
                  <a:pos x="T8" y="T9"/>
                </a:cxn>
                <a:cxn ang="T35">
                  <a:pos x="T10" y="T11"/>
                </a:cxn>
                <a:cxn ang="T36">
                  <a:pos x="T12" y="T13"/>
                </a:cxn>
                <a:cxn ang="T37">
                  <a:pos x="T14" y="T15"/>
                </a:cxn>
                <a:cxn ang="T38">
                  <a:pos x="T16" y="T17"/>
                </a:cxn>
                <a:cxn ang="T39">
                  <a:pos x="T18" y="T19"/>
                </a:cxn>
                <a:cxn ang="T40">
                  <a:pos x="T20" y="T21"/>
                </a:cxn>
                <a:cxn ang="T41">
                  <a:pos x="T22" y="T23"/>
                </a:cxn>
                <a:cxn ang="T42">
                  <a:pos x="T24" y="T25"/>
                </a:cxn>
                <a:cxn ang="T43">
                  <a:pos x="T26" y="T27"/>
                </a:cxn>
                <a:cxn ang="T44">
                  <a:pos x="T28" y="T29"/>
                </a:cxn>
              </a:cxnLst>
              <a:rect l="T45" t="T46" r="T47" b="T48"/>
              <a:pathLst>
                <a:path w="107" h="53">
                  <a:moveTo>
                    <a:pt x="107" y="0"/>
                  </a:moveTo>
                  <a:lnTo>
                    <a:pt x="105" y="12"/>
                  </a:lnTo>
                  <a:lnTo>
                    <a:pt x="101" y="24"/>
                  </a:lnTo>
                  <a:lnTo>
                    <a:pt x="94" y="33"/>
                  </a:lnTo>
                  <a:lnTo>
                    <a:pt x="86" y="42"/>
                  </a:lnTo>
                  <a:lnTo>
                    <a:pt x="76" y="48"/>
                  </a:lnTo>
                  <a:lnTo>
                    <a:pt x="65" y="52"/>
                  </a:lnTo>
                  <a:lnTo>
                    <a:pt x="53" y="53"/>
                  </a:lnTo>
                  <a:lnTo>
                    <a:pt x="41" y="52"/>
                  </a:lnTo>
                  <a:lnTo>
                    <a:pt x="30" y="48"/>
                  </a:lnTo>
                  <a:lnTo>
                    <a:pt x="20" y="42"/>
                  </a:lnTo>
                  <a:lnTo>
                    <a:pt x="12" y="33"/>
                  </a:lnTo>
                  <a:lnTo>
                    <a:pt x="5" y="24"/>
                  </a:lnTo>
                  <a:lnTo>
                    <a:pt x="1" y="12"/>
                  </a:lnTo>
                  <a:lnTo>
                    <a:pt x="0" y="0"/>
                  </a:lnTo>
                </a:path>
              </a:pathLst>
            </a:custGeom>
            <a:noFill/>
            <a:ln w="0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334" name="Freeform 336">
              <a:extLst>
                <a:ext uri="{FF2B5EF4-FFF2-40B4-BE49-F238E27FC236}">
                  <a16:creationId xmlns:a16="http://schemas.microsoft.com/office/drawing/2014/main" id="{AD125FDF-793F-7AEC-F8AC-A6926B8E4DB6}"/>
                </a:ext>
              </a:extLst>
            </p:cNvPr>
            <p:cNvSpPr>
              <a:spLocks/>
            </p:cNvSpPr>
            <p:nvPr/>
          </p:nvSpPr>
          <p:spPr bwMode="auto">
            <a:xfrm>
              <a:off x="4233" y="1061"/>
              <a:ext cx="18" cy="339"/>
            </a:xfrm>
            <a:custGeom>
              <a:avLst/>
              <a:gdLst>
                <a:gd name="T0" fmla="*/ 0 w 107"/>
                <a:gd name="T1" fmla="*/ 0 h 2033"/>
                <a:gd name="T2" fmla="*/ 0 w 107"/>
                <a:gd name="T3" fmla="*/ 0 h 2033"/>
                <a:gd name="T4" fmla="*/ 0 w 107"/>
                <a:gd name="T5" fmla="*/ 0 h 2033"/>
                <a:gd name="T6" fmla="*/ 0 w 107"/>
                <a:gd name="T7" fmla="*/ 0 h 2033"/>
                <a:gd name="T8" fmla="*/ 0 w 107"/>
                <a:gd name="T9" fmla="*/ 0 h 2033"/>
                <a:gd name="T10" fmla="*/ 0 w 107"/>
                <a:gd name="T11" fmla="*/ 0 h 2033"/>
                <a:gd name="T12" fmla="*/ 0 w 107"/>
                <a:gd name="T13" fmla="*/ 0 h 2033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107"/>
                <a:gd name="T22" fmla="*/ 0 h 2033"/>
                <a:gd name="T23" fmla="*/ 107 w 107"/>
                <a:gd name="T24" fmla="*/ 2033 h 2033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107" h="2033">
                  <a:moveTo>
                    <a:pt x="0" y="2033"/>
                  </a:moveTo>
                  <a:lnTo>
                    <a:pt x="53" y="2033"/>
                  </a:lnTo>
                  <a:lnTo>
                    <a:pt x="107" y="2033"/>
                  </a:lnTo>
                  <a:lnTo>
                    <a:pt x="107" y="0"/>
                  </a:lnTo>
                  <a:lnTo>
                    <a:pt x="53" y="0"/>
                  </a:lnTo>
                  <a:lnTo>
                    <a:pt x="0" y="0"/>
                  </a:lnTo>
                  <a:lnTo>
                    <a:pt x="0" y="2033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335" name="Freeform 337">
              <a:extLst>
                <a:ext uri="{FF2B5EF4-FFF2-40B4-BE49-F238E27FC236}">
                  <a16:creationId xmlns:a16="http://schemas.microsoft.com/office/drawing/2014/main" id="{FA6561BB-6856-896D-9BCD-F40987EAA281}"/>
                </a:ext>
              </a:extLst>
            </p:cNvPr>
            <p:cNvSpPr>
              <a:spLocks/>
            </p:cNvSpPr>
            <p:nvPr/>
          </p:nvSpPr>
          <p:spPr bwMode="auto">
            <a:xfrm>
              <a:off x="4233" y="1061"/>
              <a:ext cx="18" cy="339"/>
            </a:xfrm>
            <a:custGeom>
              <a:avLst/>
              <a:gdLst>
                <a:gd name="T0" fmla="*/ 0 w 107"/>
                <a:gd name="T1" fmla="*/ 0 h 2033"/>
                <a:gd name="T2" fmla="*/ 0 w 107"/>
                <a:gd name="T3" fmla="*/ 0 h 2033"/>
                <a:gd name="T4" fmla="*/ 0 w 107"/>
                <a:gd name="T5" fmla="*/ 0 h 2033"/>
                <a:gd name="T6" fmla="*/ 0 w 107"/>
                <a:gd name="T7" fmla="*/ 0 h 2033"/>
                <a:gd name="T8" fmla="*/ 0 w 107"/>
                <a:gd name="T9" fmla="*/ 0 h 2033"/>
                <a:gd name="T10" fmla="*/ 0 w 107"/>
                <a:gd name="T11" fmla="*/ 0 h 2033"/>
                <a:gd name="T12" fmla="*/ 0 w 107"/>
                <a:gd name="T13" fmla="*/ 0 h 2033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107"/>
                <a:gd name="T22" fmla="*/ 0 h 2033"/>
                <a:gd name="T23" fmla="*/ 107 w 107"/>
                <a:gd name="T24" fmla="*/ 2033 h 2033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107" h="2033">
                  <a:moveTo>
                    <a:pt x="0" y="2033"/>
                  </a:moveTo>
                  <a:lnTo>
                    <a:pt x="53" y="2033"/>
                  </a:lnTo>
                  <a:lnTo>
                    <a:pt x="107" y="2033"/>
                  </a:lnTo>
                  <a:lnTo>
                    <a:pt x="107" y="0"/>
                  </a:lnTo>
                  <a:lnTo>
                    <a:pt x="53" y="0"/>
                  </a:lnTo>
                  <a:lnTo>
                    <a:pt x="0" y="0"/>
                  </a:lnTo>
                  <a:lnTo>
                    <a:pt x="0" y="2033"/>
                  </a:lnTo>
                  <a:close/>
                </a:path>
              </a:pathLst>
            </a:custGeom>
            <a:noFill/>
            <a:ln w="0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336" name="Freeform 338">
              <a:extLst>
                <a:ext uri="{FF2B5EF4-FFF2-40B4-BE49-F238E27FC236}">
                  <a16:creationId xmlns:a16="http://schemas.microsoft.com/office/drawing/2014/main" id="{4BF8CEA2-0038-D6F8-DDF3-BA5E1ADCEB9C}"/>
                </a:ext>
              </a:extLst>
            </p:cNvPr>
            <p:cNvSpPr>
              <a:spLocks/>
            </p:cNvSpPr>
            <p:nvPr/>
          </p:nvSpPr>
          <p:spPr bwMode="auto">
            <a:xfrm>
              <a:off x="4233" y="1052"/>
              <a:ext cx="18" cy="9"/>
            </a:xfrm>
            <a:custGeom>
              <a:avLst/>
              <a:gdLst>
                <a:gd name="T0" fmla="*/ 0 w 107"/>
                <a:gd name="T1" fmla="*/ 0 h 54"/>
                <a:gd name="T2" fmla="*/ 0 w 107"/>
                <a:gd name="T3" fmla="*/ 0 h 54"/>
                <a:gd name="T4" fmla="*/ 0 w 107"/>
                <a:gd name="T5" fmla="*/ 0 h 54"/>
                <a:gd name="T6" fmla="*/ 0 w 107"/>
                <a:gd name="T7" fmla="*/ 0 h 54"/>
                <a:gd name="T8" fmla="*/ 0 w 107"/>
                <a:gd name="T9" fmla="*/ 0 h 54"/>
                <a:gd name="T10" fmla="*/ 0 w 107"/>
                <a:gd name="T11" fmla="*/ 0 h 54"/>
                <a:gd name="T12" fmla="*/ 0 w 107"/>
                <a:gd name="T13" fmla="*/ 0 h 54"/>
                <a:gd name="T14" fmla="*/ 0 w 107"/>
                <a:gd name="T15" fmla="*/ 0 h 54"/>
                <a:gd name="T16" fmla="*/ 0 w 107"/>
                <a:gd name="T17" fmla="*/ 0 h 54"/>
                <a:gd name="T18" fmla="*/ 0 w 107"/>
                <a:gd name="T19" fmla="*/ 0 h 54"/>
                <a:gd name="T20" fmla="*/ 0 w 107"/>
                <a:gd name="T21" fmla="*/ 0 h 54"/>
                <a:gd name="T22" fmla="*/ 0 w 107"/>
                <a:gd name="T23" fmla="*/ 0 h 54"/>
                <a:gd name="T24" fmla="*/ 0 w 107"/>
                <a:gd name="T25" fmla="*/ 0 h 54"/>
                <a:gd name="T26" fmla="*/ 0 w 107"/>
                <a:gd name="T27" fmla="*/ 0 h 54"/>
                <a:gd name="T28" fmla="*/ 0 w 107"/>
                <a:gd name="T29" fmla="*/ 0 h 54"/>
                <a:gd name="T30" fmla="*/ 0 w 107"/>
                <a:gd name="T31" fmla="*/ 0 h 54"/>
                <a:gd name="T32" fmla="*/ 0 w 107"/>
                <a:gd name="T33" fmla="*/ 0 h 54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w 107"/>
                <a:gd name="T52" fmla="*/ 0 h 54"/>
                <a:gd name="T53" fmla="*/ 107 w 107"/>
                <a:gd name="T54" fmla="*/ 54 h 54"/>
              </a:gdLst>
              <a:ahLst/>
              <a:cxnLst>
                <a:cxn ang="T34">
                  <a:pos x="T0" y="T1"/>
                </a:cxn>
                <a:cxn ang="T35">
                  <a:pos x="T2" y="T3"/>
                </a:cxn>
                <a:cxn ang="T36">
                  <a:pos x="T4" y="T5"/>
                </a:cxn>
                <a:cxn ang="T37">
                  <a:pos x="T6" y="T7"/>
                </a:cxn>
                <a:cxn ang="T38">
                  <a:pos x="T8" y="T9"/>
                </a:cxn>
                <a:cxn ang="T39">
                  <a:pos x="T10" y="T11"/>
                </a:cxn>
                <a:cxn ang="T40">
                  <a:pos x="T12" y="T13"/>
                </a:cxn>
                <a:cxn ang="T41">
                  <a:pos x="T14" y="T15"/>
                </a:cxn>
                <a:cxn ang="T42">
                  <a:pos x="T16" y="T17"/>
                </a:cxn>
                <a:cxn ang="T43">
                  <a:pos x="T18" y="T19"/>
                </a:cxn>
                <a:cxn ang="T44">
                  <a:pos x="T20" y="T21"/>
                </a:cxn>
                <a:cxn ang="T45">
                  <a:pos x="T22" y="T23"/>
                </a:cxn>
                <a:cxn ang="T46">
                  <a:pos x="T24" y="T25"/>
                </a:cxn>
                <a:cxn ang="T47">
                  <a:pos x="T26" y="T27"/>
                </a:cxn>
                <a:cxn ang="T48">
                  <a:pos x="T28" y="T29"/>
                </a:cxn>
                <a:cxn ang="T49">
                  <a:pos x="T30" y="T31"/>
                </a:cxn>
                <a:cxn ang="T50">
                  <a:pos x="T32" y="T33"/>
                </a:cxn>
              </a:cxnLst>
              <a:rect l="T51" t="T52" r="T53" b="T54"/>
              <a:pathLst>
                <a:path w="107" h="54">
                  <a:moveTo>
                    <a:pt x="53" y="54"/>
                  </a:moveTo>
                  <a:lnTo>
                    <a:pt x="0" y="54"/>
                  </a:lnTo>
                  <a:lnTo>
                    <a:pt x="1" y="43"/>
                  </a:lnTo>
                  <a:lnTo>
                    <a:pt x="5" y="31"/>
                  </a:lnTo>
                  <a:lnTo>
                    <a:pt x="12" y="21"/>
                  </a:lnTo>
                  <a:lnTo>
                    <a:pt x="20" y="13"/>
                  </a:lnTo>
                  <a:lnTo>
                    <a:pt x="30" y="7"/>
                  </a:lnTo>
                  <a:lnTo>
                    <a:pt x="41" y="2"/>
                  </a:lnTo>
                  <a:lnTo>
                    <a:pt x="53" y="0"/>
                  </a:lnTo>
                  <a:lnTo>
                    <a:pt x="65" y="2"/>
                  </a:lnTo>
                  <a:lnTo>
                    <a:pt x="76" y="7"/>
                  </a:lnTo>
                  <a:lnTo>
                    <a:pt x="86" y="13"/>
                  </a:lnTo>
                  <a:lnTo>
                    <a:pt x="94" y="21"/>
                  </a:lnTo>
                  <a:lnTo>
                    <a:pt x="101" y="31"/>
                  </a:lnTo>
                  <a:lnTo>
                    <a:pt x="105" y="43"/>
                  </a:lnTo>
                  <a:lnTo>
                    <a:pt x="107" y="54"/>
                  </a:lnTo>
                  <a:lnTo>
                    <a:pt x="53" y="54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337" name="Freeform 339">
              <a:extLst>
                <a:ext uri="{FF2B5EF4-FFF2-40B4-BE49-F238E27FC236}">
                  <a16:creationId xmlns:a16="http://schemas.microsoft.com/office/drawing/2014/main" id="{1F50C27A-6FFD-4500-CAD1-AB62A4343B88}"/>
                </a:ext>
              </a:extLst>
            </p:cNvPr>
            <p:cNvSpPr>
              <a:spLocks/>
            </p:cNvSpPr>
            <p:nvPr/>
          </p:nvSpPr>
          <p:spPr bwMode="auto">
            <a:xfrm>
              <a:off x="4233" y="1052"/>
              <a:ext cx="18" cy="9"/>
            </a:xfrm>
            <a:custGeom>
              <a:avLst/>
              <a:gdLst>
                <a:gd name="T0" fmla="*/ 0 w 107"/>
                <a:gd name="T1" fmla="*/ 0 h 54"/>
                <a:gd name="T2" fmla="*/ 0 w 107"/>
                <a:gd name="T3" fmla="*/ 0 h 54"/>
                <a:gd name="T4" fmla="*/ 0 w 107"/>
                <a:gd name="T5" fmla="*/ 0 h 54"/>
                <a:gd name="T6" fmla="*/ 0 w 107"/>
                <a:gd name="T7" fmla="*/ 0 h 54"/>
                <a:gd name="T8" fmla="*/ 0 w 107"/>
                <a:gd name="T9" fmla="*/ 0 h 54"/>
                <a:gd name="T10" fmla="*/ 0 w 107"/>
                <a:gd name="T11" fmla="*/ 0 h 54"/>
                <a:gd name="T12" fmla="*/ 0 w 107"/>
                <a:gd name="T13" fmla="*/ 0 h 54"/>
                <a:gd name="T14" fmla="*/ 0 w 107"/>
                <a:gd name="T15" fmla="*/ 0 h 54"/>
                <a:gd name="T16" fmla="*/ 0 w 107"/>
                <a:gd name="T17" fmla="*/ 0 h 54"/>
                <a:gd name="T18" fmla="*/ 0 w 107"/>
                <a:gd name="T19" fmla="*/ 0 h 54"/>
                <a:gd name="T20" fmla="*/ 0 w 107"/>
                <a:gd name="T21" fmla="*/ 0 h 54"/>
                <a:gd name="T22" fmla="*/ 0 w 107"/>
                <a:gd name="T23" fmla="*/ 0 h 54"/>
                <a:gd name="T24" fmla="*/ 0 w 107"/>
                <a:gd name="T25" fmla="*/ 0 h 54"/>
                <a:gd name="T26" fmla="*/ 0 w 107"/>
                <a:gd name="T27" fmla="*/ 0 h 54"/>
                <a:gd name="T28" fmla="*/ 0 w 107"/>
                <a:gd name="T29" fmla="*/ 0 h 54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w 107"/>
                <a:gd name="T46" fmla="*/ 0 h 54"/>
                <a:gd name="T47" fmla="*/ 107 w 107"/>
                <a:gd name="T48" fmla="*/ 54 h 54"/>
              </a:gdLst>
              <a:ahLst/>
              <a:cxnLst>
                <a:cxn ang="T30">
                  <a:pos x="T0" y="T1"/>
                </a:cxn>
                <a:cxn ang="T31">
                  <a:pos x="T2" y="T3"/>
                </a:cxn>
                <a:cxn ang="T32">
                  <a:pos x="T4" y="T5"/>
                </a:cxn>
                <a:cxn ang="T33">
                  <a:pos x="T6" y="T7"/>
                </a:cxn>
                <a:cxn ang="T34">
                  <a:pos x="T8" y="T9"/>
                </a:cxn>
                <a:cxn ang="T35">
                  <a:pos x="T10" y="T11"/>
                </a:cxn>
                <a:cxn ang="T36">
                  <a:pos x="T12" y="T13"/>
                </a:cxn>
                <a:cxn ang="T37">
                  <a:pos x="T14" y="T15"/>
                </a:cxn>
                <a:cxn ang="T38">
                  <a:pos x="T16" y="T17"/>
                </a:cxn>
                <a:cxn ang="T39">
                  <a:pos x="T18" y="T19"/>
                </a:cxn>
                <a:cxn ang="T40">
                  <a:pos x="T20" y="T21"/>
                </a:cxn>
                <a:cxn ang="T41">
                  <a:pos x="T22" y="T23"/>
                </a:cxn>
                <a:cxn ang="T42">
                  <a:pos x="T24" y="T25"/>
                </a:cxn>
                <a:cxn ang="T43">
                  <a:pos x="T26" y="T27"/>
                </a:cxn>
                <a:cxn ang="T44">
                  <a:pos x="T28" y="T29"/>
                </a:cxn>
              </a:cxnLst>
              <a:rect l="T45" t="T46" r="T47" b="T48"/>
              <a:pathLst>
                <a:path w="107" h="54">
                  <a:moveTo>
                    <a:pt x="0" y="54"/>
                  </a:moveTo>
                  <a:lnTo>
                    <a:pt x="1" y="43"/>
                  </a:lnTo>
                  <a:lnTo>
                    <a:pt x="5" y="31"/>
                  </a:lnTo>
                  <a:lnTo>
                    <a:pt x="12" y="21"/>
                  </a:lnTo>
                  <a:lnTo>
                    <a:pt x="20" y="13"/>
                  </a:lnTo>
                  <a:lnTo>
                    <a:pt x="30" y="7"/>
                  </a:lnTo>
                  <a:lnTo>
                    <a:pt x="41" y="2"/>
                  </a:lnTo>
                  <a:lnTo>
                    <a:pt x="53" y="0"/>
                  </a:lnTo>
                  <a:lnTo>
                    <a:pt x="65" y="2"/>
                  </a:lnTo>
                  <a:lnTo>
                    <a:pt x="76" y="7"/>
                  </a:lnTo>
                  <a:lnTo>
                    <a:pt x="86" y="13"/>
                  </a:lnTo>
                  <a:lnTo>
                    <a:pt x="94" y="21"/>
                  </a:lnTo>
                  <a:lnTo>
                    <a:pt x="101" y="31"/>
                  </a:lnTo>
                  <a:lnTo>
                    <a:pt x="105" y="43"/>
                  </a:lnTo>
                  <a:lnTo>
                    <a:pt x="107" y="54"/>
                  </a:lnTo>
                </a:path>
              </a:pathLst>
            </a:custGeom>
            <a:noFill/>
            <a:ln w="0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</p:grpSp>
      <p:grpSp>
        <p:nvGrpSpPr>
          <p:cNvPr id="338" name="Group 340">
            <a:extLst>
              <a:ext uri="{FF2B5EF4-FFF2-40B4-BE49-F238E27FC236}">
                <a16:creationId xmlns:a16="http://schemas.microsoft.com/office/drawing/2014/main" id="{69CAA46A-F799-78AA-029D-AE3E8B2C3B6C}"/>
              </a:ext>
            </a:extLst>
          </p:cNvPr>
          <p:cNvGrpSpPr>
            <a:grpSpLocks/>
          </p:cNvGrpSpPr>
          <p:nvPr/>
        </p:nvGrpSpPr>
        <p:grpSpPr bwMode="auto">
          <a:xfrm>
            <a:off x="11313691" y="6425039"/>
            <a:ext cx="3394074" cy="1543050"/>
            <a:chOff x="605" y="2527"/>
            <a:chExt cx="1069" cy="486"/>
          </a:xfrm>
        </p:grpSpPr>
        <p:sp>
          <p:nvSpPr>
            <p:cNvPr id="339" name="Line 341">
              <a:extLst>
                <a:ext uri="{FF2B5EF4-FFF2-40B4-BE49-F238E27FC236}">
                  <a16:creationId xmlns:a16="http://schemas.microsoft.com/office/drawing/2014/main" id="{3EE868A2-8832-BB6F-CA1B-185049DE90AE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605" y="2669"/>
              <a:ext cx="524" cy="343"/>
            </a:xfrm>
            <a:prstGeom prst="line">
              <a:avLst/>
            </a:prstGeom>
            <a:noFill/>
            <a:ln w="0">
              <a:solidFill>
                <a:srgbClr val="9933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340" name="Line 342">
              <a:extLst>
                <a:ext uri="{FF2B5EF4-FFF2-40B4-BE49-F238E27FC236}">
                  <a16:creationId xmlns:a16="http://schemas.microsoft.com/office/drawing/2014/main" id="{02161A47-5591-D72B-70DF-781ACFA4591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05" y="3012"/>
              <a:ext cx="1069" cy="1"/>
            </a:xfrm>
            <a:prstGeom prst="line">
              <a:avLst/>
            </a:prstGeom>
            <a:noFill/>
            <a:ln w="0">
              <a:solidFill>
                <a:srgbClr val="9933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341" name="Line 343">
              <a:extLst>
                <a:ext uri="{FF2B5EF4-FFF2-40B4-BE49-F238E27FC236}">
                  <a16:creationId xmlns:a16="http://schemas.microsoft.com/office/drawing/2014/main" id="{A12C8E63-6F8A-AB84-6970-D7210DF5098C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605" y="2527"/>
              <a:ext cx="169" cy="485"/>
            </a:xfrm>
            <a:prstGeom prst="line">
              <a:avLst/>
            </a:prstGeom>
            <a:noFill/>
            <a:ln w="0">
              <a:solidFill>
                <a:srgbClr val="9933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342" name="Freeform 344">
              <a:extLst>
                <a:ext uri="{FF2B5EF4-FFF2-40B4-BE49-F238E27FC236}">
                  <a16:creationId xmlns:a16="http://schemas.microsoft.com/office/drawing/2014/main" id="{64BF69F1-683E-10B2-C03A-25372E2749CB}"/>
                </a:ext>
              </a:extLst>
            </p:cNvPr>
            <p:cNvSpPr>
              <a:spLocks/>
            </p:cNvSpPr>
            <p:nvPr/>
          </p:nvSpPr>
          <p:spPr bwMode="auto">
            <a:xfrm>
              <a:off x="930" y="2865"/>
              <a:ext cx="66" cy="5"/>
            </a:xfrm>
            <a:custGeom>
              <a:avLst/>
              <a:gdLst>
                <a:gd name="T0" fmla="*/ 0 w 461"/>
                <a:gd name="T1" fmla="*/ 0 h 39"/>
                <a:gd name="T2" fmla="*/ 0 w 461"/>
                <a:gd name="T3" fmla="*/ 0 h 39"/>
                <a:gd name="T4" fmla="*/ 0 w 461"/>
                <a:gd name="T5" fmla="*/ 0 h 39"/>
                <a:gd name="T6" fmla="*/ 0 w 461"/>
                <a:gd name="T7" fmla="*/ 0 h 39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461"/>
                <a:gd name="T13" fmla="*/ 0 h 39"/>
                <a:gd name="T14" fmla="*/ 461 w 461"/>
                <a:gd name="T15" fmla="*/ 39 h 39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461" h="39">
                  <a:moveTo>
                    <a:pt x="0" y="39"/>
                  </a:moveTo>
                  <a:lnTo>
                    <a:pt x="461" y="16"/>
                  </a:lnTo>
                  <a:lnTo>
                    <a:pt x="424" y="0"/>
                  </a:lnTo>
                  <a:lnTo>
                    <a:pt x="346" y="16"/>
                  </a:lnTo>
                </a:path>
              </a:pathLst>
            </a:custGeom>
            <a:noFill/>
            <a:ln w="0">
              <a:solidFill>
                <a:srgbClr val="9933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343" name="Freeform 345">
              <a:extLst>
                <a:ext uri="{FF2B5EF4-FFF2-40B4-BE49-F238E27FC236}">
                  <a16:creationId xmlns:a16="http://schemas.microsoft.com/office/drawing/2014/main" id="{51B3CF9B-9ED8-0697-C283-7B51C3FC8B57}"/>
                </a:ext>
              </a:extLst>
            </p:cNvPr>
            <p:cNvSpPr>
              <a:spLocks/>
            </p:cNvSpPr>
            <p:nvPr/>
          </p:nvSpPr>
          <p:spPr bwMode="auto">
            <a:xfrm>
              <a:off x="936" y="2905"/>
              <a:ext cx="47" cy="5"/>
            </a:xfrm>
            <a:custGeom>
              <a:avLst/>
              <a:gdLst>
                <a:gd name="T0" fmla="*/ 0 w 333"/>
                <a:gd name="T1" fmla="*/ 0 h 38"/>
                <a:gd name="T2" fmla="*/ 0 w 333"/>
                <a:gd name="T3" fmla="*/ 0 h 38"/>
                <a:gd name="T4" fmla="*/ 0 w 333"/>
                <a:gd name="T5" fmla="*/ 0 h 38"/>
                <a:gd name="T6" fmla="*/ 0 w 333"/>
                <a:gd name="T7" fmla="*/ 0 h 38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333"/>
                <a:gd name="T13" fmla="*/ 0 h 38"/>
                <a:gd name="T14" fmla="*/ 333 w 333"/>
                <a:gd name="T15" fmla="*/ 38 h 38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333" h="38">
                  <a:moveTo>
                    <a:pt x="273" y="15"/>
                  </a:moveTo>
                  <a:lnTo>
                    <a:pt x="314" y="0"/>
                  </a:lnTo>
                  <a:lnTo>
                    <a:pt x="333" y="8"/>
                  </a:lnTo>
                  <a:lnTo>
                    <a:pt x="0" y="38"/>
                  </a:lnTo>
                </a:path>
              </a:pathLst>
            </a:custGeom>
            <a:noFill/>
            <a:ln w="0">
              <a:solidFill>
                <a:srgbClr val="9933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344" name="Freeform 346">
              <a:extLst>
                <a:ext uri="{FF2B5EF4-FFF2-40B4-BE49-F238E27FC236}">
                  <a16:creationId xmlns:a16="http://schemas.microsoft.com/office/drawing/2014/main" id="{4C6AB68C-8A65-E345-38D2-855D4ECEB64F}"/>
                </a:ext>
              </a:extLst>
            </p:cNvPr>
            <p:cNvSpPr>
              <a:spLocks/>
            </p:cNvSpPr>
            <p:nvPr/>
          </p:nvSpPr>
          <p:spPr bwMode="auto">
            <a:xfrm>
              <a:off x="914" y="2956"/>
              <a:ext cx="87" cy="2"/>
            </a:xfrm>
            <a:custGeom>
              <a:avLst/>
              <a:gdLst>
                <a:gd name="T0" fmla="*/ 0 w 611"/>
                <a:gd name="T1" fmla="*/ 0 h 15"/>
                <a:gd name="T2" fmla="*/ 0 w 611"/>
                <a:gd name="T3" fmla="*/ 0 h 15"/>
                <a:gd name="T4" fmla="*/ 0 w 611"/>
                <a:gd name="T5" fmla="*/ 0 h 15"/>
                <a:gd name="T6" fmla="*/ 0 w 611"/>
                <a:gd name="T7" fmla="*/ 0 h 15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611"/>
                <a:gd name="T13" fmla="*/ 0 h 15"/>
                <a:gd name="T14" fmla="*/ 611 w 611"/>
                <a:gd name="T15" fmla="*/ 15 h 15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611" h="15">
                  <a:moveTo>
                    <a:pt x="0" y="15"/>
                  </a:moveTo>
                  <a:lnTo>
                    <a:pt x="611" y="8"/>
                  </a:lnTo>
                  <a:lnTo>
                    <a:pt x="587" y="0"/>
                  </a:lnTo>
                  <a:lnTo>
                    <a:pt x="520" y="8"/>
                  </a:lnTo>
                </a:path>
              </a:pathLst>
            </a:custGeom>
            <a:noFill/>
            <a:ln w="0">
              <a:solidFill>
                <a:srgbClr val="9933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345" name="Freeform 347">
              <a:extLst>
                <a:ext uri="{FF2B5EF4-FFF2-40B4-BE49-F238E27FC236}">
                  <a16:creationId xmlns:a16="http://schemas.microsoft.com/office/drawing/2014/main" id="{67BE5FE6-AB24-32D2-1E36-887C88926E07}"/>
                </a:ext>
              </a:extLst>
            </p:cNvPr>
            <p:cNvSpPr>
              <a:spLocks/>
            </p:cNvSpPr>
            <p:nvPr/>
          </p:nvSpPr>
          <p:spPr bwMode="auto">
            <a:xfrm>
              <a:off x="1014" y="2844"/>
              <a:ext cx="57" cy="82"/>
            </a:xfrm>
            <a:custGeom>
              <a:avLst/>
              <a:gdLst>
                <a:gd name="T0" fmla="*/ 0 w 394"/>
                <a:gd name="T1" fmla="*/ 0 h 568"/>
                <a:gd name="T2" fmla="*/ 0 w 394"/>
                <a:gd name="T3" fmla="*/ 0 h 568"/>
                <a:gd name="T4" fmla="*/ 0 w 394"/>
                <a:gd name="T5" fmla="*/ 0 h 568"/>
                <a:gd name="T6" fmla="*/ 0 w 394"/>
                <a:gd name="T7" fmla="*/ 0 h 568"/>
                <a:gd name="T8" fmla="*/ 0 w 394"/>
                <a:gd name="T9" fmla="*/ 0 h 568"/>
                <a:gd name="T10" fmla="*/ 0 w 394"/>
                <a:gd name="T11" fmla="*/ 0 h 568"/>
                <a:gd name="T12" fmla="*/ 0 w 394"/>
                <a:gd name="T13" fmla="*/ 0 h 568"/>
                <a:gd name="T14" fmla="*/ 0 w 394"/>
                <a:gd name="T15" fmla="*/ 0 h 568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w 394"/>
                <a:gd name="T25" fmla="*/ 0 h 568"/>
                <a:gd name="T26" fmla="*/ 394 w 394"/>
                <a:gd name="T27" fmla="*/ 568 h 568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394" h="568">
                  <a:moveTo>
                    <a:pt x="394" y="0"/>
                  </a:moveTo>
                  <a:lnTo>
                    <a:pt x="394" y="45"/>
                  </a:lnTo>
                  <a:lnTo>
                    <a:pt x="339" y="159"/>
                  </a:lnTo>
                  <a:lnTo>
                    <a:pt x="266" y="280"/>
                  </a:lnTo>
                  <a:lnTo>
                    <a:pt x="200" y="371"/>
                  </a:lnTo>
                  <a:lnTo>
                    <a:pt x="127" y="454"/>
                  </a:lnTo>
                  <a:lnTo>
                    <a:pt x="66" y="515"/>
                  </a:lnTo>
                  <a:lnTo>
                    <a:pt x="0" y="568"/>
                  </a:lnTo>
                </a:path>
              </a:pathLst>
            </a:custGeom>
            <a:noFill/>
            <a:ln w="0">
              <a:solidFill>
                <a:srgbClr val="9933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346" name="Freeform 348">
              <a:extLst>
                <a:ext uri="{FF2B5EF4-FFF2-40B4-BE49-F238E27FC236}">
                  <a16:creationId xmlns:a16="http://schemas.microsoft.com/office/drawing/2014/main" id="{29EE3E91-936F-D189-8FDB-D308B27BBE54}"/>
                </a:ext>
              </a:extLst>
            </p:cNvPr>
            <p:cNvSpPr>
              <a:spLocks/>
            </p:cNvSpPr>
            <p:nvPr/>
          </p:nvSpPr>
          <p:spPr bwMode="auto">
            <a:xfrm>
              <a:off x="1065" y="2890"/>
              <a:ext cx="2" cy="92"/>
            </a:xfrm>
            <a:custGeom>
              <a:avLst/>
              <a:gdLst>
                <a:gd name="T0" fmla="*/ 0 w 12"/>
                <a:gd name="T1" fmla="*/ 0 h 644"/>
                <a:gd name="T2" fmla="*/ 0 w 12"/>
                <a:gd name="T3" fmla="*/ 0 h 644"/>
                <a:gd name="T4" fmla="*/ 0 w 12"/>
                <a:gd name="T5" fmla="*/ 0 h 644"/>
                <a:gd name="T6" fmla="*/ 0 w 12"/>
                <a:gd name="T7" fmla="*/ 0 h 644"/>
                <a:gd name="T8" fmla="*/ 0 w 12"/>
                <a:gd name="T9" fmla="*/ 0 h 64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2"/>
                <a:gd name="T16" fmla="*/ 0 h 644"/>
                <a:gd name="T17" fmla="*/ 12 w 12"/>
                <a:gd name="T18" fmla="*/ 644 h 644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2" h="644">
                  <a:moveTo>
                    <a:pt x="12" y="0"/>
                  </a:moveTo>
                  <a:lnTo>
                    <a:pt x="12" y="357"/>
                  </a:lnTo>
                  <a:lnTo>
                    <a:pt x="7" y="644"/>
                  </a:lnTo>
                  <a:lnTo>
                    <a:pt x="0" y="584"/>
                  </a:lnTo>
                  <a:lnTo>
                    <a:pt x="12" y="455"/>
                  </a:lnTo>
                </a:path>
              </a:pathLst>
            </a:custGeom>
            <a:noFill/>
            <a:ln w="0">
              <a:solidFill>
                <a:srgbClr val="9933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347" name="Freeform 349">
              <a:extLst>
                <a:ext uri="{FF2B5EF4-FFF2-40B4-BE49-F238E27FC236}">
                  <a16:creationId xmlns:a16="http://schemas.microsoft.com/office/drawing/2014/main" id="{D1F0CF62-892A-360F-A374-E1A024C47925}"/>
                </a:ext>
              </a:extLst>
            </p:cNvPr>
            <p:cNvSpPr>
              <a:spLocks/>
            </p:cNvSpPr>
            <p:nvPr/>
          </p:nvSpPr>
          <p:spPr bwMode="auto">
            <a:xfrm>
              <a:off x="1065" y="2864"/>
              <a:ext cx="56" cy="52"/>
            </a:xfrm>
            <a:custGeom>
              <a:avLst/>
              <a:gdLst>
                <a:gd name="T0" fmla="*/ 0 w 387"/>
                <a:gd name="T1" fmla="*/ 0 h 363"/>
                <a:gd name="T2" fmla="*/ 0 w 387"/>
                <a:gd name="T3" fmla="*/ 0 h 363"/>
                <a:gd name="T4" fmla="*/ 0 w 387"/>
                <a:gd name="T5" fmla="*/ 0 h 363"/>
                <a:gd name="T6" fmla="*/ 0 w 387"/>
                <a:gd name="T7" fmla="*/ 0 h 363"/>
                <a:gd name="T8" fmla="*/ 0 w 387"/>
                <a:gd name="T9" fmla="*/ 0 h 363"/>
                <a:gd name="T10" fmla="*/ 0 w 387"/>
                <a:gd name="T11" fmla="*/ 0 h 363"/>
                <a:gd name="T12" fmla="*/ 0 w 387"/>
                <a:gd name="T13" fmla="*/ 0 h 363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387"/>
                <a:gd name="T22" fmla="*/ 0 h 363"/>
                <a:gd name="T23" fmla="*/ 387 w 387"/>
                <a:gd name="T24" fmla="*/ 363 h 363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387" h="363">
                  <a:moveTo>
                    <a:pt x="0" y="0"/>
                  </a:moveTo>
                  <a:lnTo>
                    <a:pt x="79" y="98"/>
                  </a:lnTo>
                  <a:lnTo>
                    <a:pt x="187" y="250"/>
                  </a:lnTo>
                  <a:lnTo>
                    <a:pt x="255" y="356"/>
                  </a:lnTo>
                  <a:lnTo>
                    <a:pt x="387" y="363"/>
                  </a:lnTo>
                  <a:lnTo>
                    <a:pt x="255" y="341"/>
                  </a:lnTo>
                  <a:lnTo>
                    <a:pt x="207" y="288"/>
                  </a:lnTo>
                </a:path>
              </a:pathLst>
            </a:custGeom>
            <a:noFill/>
            <a:ln w="0">
              <a:solidFill>
                <a:srgbClr val="9933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348" name="Freeform 350">
              <a:extLst>
                <a:ext uri="{FF2B5EF4-FFF2-40B4-BE49-F238E27FC236}">
                  <a16:creationId xmlns:a16="http://schemas.microsoft.com/office/drawing/2014/main" id="{F1DA31B1-91CD-41EE-20CA-0C4FF7BBE552}"/>
                </a:ext>
              </a:extLst>
            </p:cNvPr>
            <p:cNvSpPr>
              <a:spLocks/>
            </p:cNvSpPr>
            <p:nvPr/>
          </p:nvSpPr>
          <p:spPr bwMode="auto">
            <a:xfrm>
              <a:off x="1134" y="2854"/>
              <a:ext cx="87" cy="8"/>
            </a:xfrm>
            <a:custGeom>
              <a:avLst/>
              <a:gdLst>
                <a:gd name="T0" fmla="*/ 0 w 612"/>
                <a:gd name="T1" fmla="*/ 0 h 53"/>
                <a:gd name="T2" fmla="*/ 0 w 612"/>
                <a:gd name="T3" fmla="*/ 0 h 53"/>
                <a:gd name="T4" fmla="*/ 0 w 612"/>
                <a:gd name="T5" fmla="*/ 0 h 53"/>
                <a:gd name="T6" fmla="*/ 0 w 612"/>
                <a:gd name="T7" fmla="*/ 0 h 53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612"/>
                <a:gd name="T13" fmla="*/ 0 h 53"/>
                <a:gd name="T14" fmla="*/ 612 w 612"/>
                <a:gd name="T15" fmla="*/ 53 h 53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612" h="53">
                  <a:moveTo>
                    <a:pt x="0" y="53"/>
                  </a:moveTo>
                  <a:lnTo>
                    <a:pt x="612" y="15"/>
                  </a:lnTo>
                  <a:lnTo>
                    <a:pt x="588" y="0"/>
                  </a:lnTo>
                  <a:lnTo>
                    <a:pt x="533" y="23"/>
                  </a:lnTo>
                </a:path>
              </a:pathLst>
            </a:custGeom>
            <a:noFill/>
            <a:ln w="0">
              <a:solidFill>
                <a:srgbClr val="9933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349" name="Freeform 351">
              <a:extLst>
                <a:ext uri="{FF2B5EF4-FFF2-40B4-BE49-F238E27FC236}">
                  <a16:creationId xmlns:a16="http://schemas.microsoft.com/office/drawing/2014/main" id="{28303CA6-8A4F-5851-42D8-5309100C86EA}"/>
                </a:ext>
              </a:extLst>
            </p:cNvPr>
            <p:cNvSpPr>
              <a:spLocks/>
            </p:cNvSpPr>
            <p:nvPr/>
          </p:nvSpPr>
          <p:spPr bwMode="auto">
            <a:xfrm>
              <a:off x="1170" y="2861"/>
              <a:ext cx="5" cy="30"/>
            </a:xfrm>
            <a:custGeom>
              <a:avLst/>
              <a:gdLst>
                <a:gd name="T0" fmla="*/ 0 w 36"/>
                <a:gd name="T1" fmla="*/ 0 h 212"/>
                <a:gd name="T2" fmla="*/ 0 w 36"/>
                <a:gd name="T3" fmla="*/ 0 h 212"/>
                <a:gd name="T4" fmla="*/ 0 w 36"/>
                <a:gd name="T5" fmla="*/ 0 h 212"/>
                <a:gd name="T6" fmla="*/ 0 60000 65536"/>
                <a:gd name="T7" fmla="*/ 0 60000 65536"/>
                <a:gd name="T8" fmla="*/ 0 60000 65536"/>
                <a:gd name="T9" fmla="*/ 0 w 36"/>
                <a:gd name="T10" fmla="*/ 0 h 212"/>
                <a:gd name="T11" fmla="*/ 36 w 36"/>
                <a:gd name="T12" fmla="*/ 212 h 212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36" h="212">
                  <a:moveTo>
                    <a:pt x="36" y="0"/>
                  </a:moveTo>
                  <a:lnTo>
                    <a:pt x="36" y="53"/>
                  </a:lnTo>
                  <a:lnTo>
                    <a:pt x="0" y="212"/>
                  </a:lnTo>
                </a:path>
              </a:pathLst>
            </a:custGeom>
            <a:noFill/>
            <a:ln w="0">
              <a:solidFill>
                <a:srgbClr val="9933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350" name="Freeform 352">
              <a:extLst>
                <a:ext uri="{FF2B5EF4-FFF2-40B4-BE49-F238E27FC236}">
                  <a16:creationId xmlns:a16="http://schemas.microsoft.com/office/drawing/2014/main" id="{4E64BA03-1E62-4823-6D02-ABBD856B2FDF}"/>
                </a:ext>
              </a:extLst>
            </p:cNvPr>
            <p:cNvSpPr>
              <a:spLocks/>
            </p:cNvSpPr>
            <p:nvPr/>
          </p:nvSpPr>
          <p:spPr bwMode="auto">
            <a:xfrm>
              <a:off x="1144" y="2887"/>
              <a:ext cx="54" cy="86"/>
            </a:xfrm>
            <a:custGeom>
              <a:avLst/>
              <a:gdLst>
                <a:gd name="T0" fmla="*/ 0 w 376"/>
                <a:gd name="T1" fmla="*/ 0 h 606"/>
                <a:gd name="T2" fmla="*/ 0 w 376"/>
                <a:gd name="T3" fmla="*/ 0 h 606"/>
                <a:gd name="T4" fmla="*/ 0 w 376"/>
                <a:gd name="T5" fmla="*/ 0 h 606"/>
                <a:gd name="T6" fmla="*/ 0 w 376"/>
                <a:gd name="T7" fmla="*/ 0 h 606"/>
                <a:gd name="T8" fmla="*/ 0 w 376"/>
                <a:gd name="T9" fmla="*/ 0 h 606"/>
                <a:gd name="T10" fmla="*/ 0 w 376"/>
                <a:gd name="T11" fmla="*/ 0 h 606"/>
                <a:gd name="T12" fmla="*/ 0 w 376"/>
                <a:gd name="T13" fmla="*/ 0 h 606"/>
                <a:gd name="T14" fmla="*/ 0 w 376"/>
                <a:gd name="T15" fmla="*/ 0 h 60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w 376"/>
                <a:gd name="T25" fmla="*/ 0 h 606"/>
                <a:gd name="T26" fmla="*/ 376 w 376"/>
                <a:gd name="T27" fmla="*/ 606 h 60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376" h="606">
                  <a:moveTo>
                    <a:pt x="0" y="0"/>
                  </a:moveTo>
                  <a:lnTo>
                    <a:pt x="12" y="61"/>
                  </a:lnTo>
                  <a:lnTo>
                    <a:pt x="25" y="416"/>
                  </a:lnTo>
                  <a:lnTo>
                    <a:pt x="30" y="606"/>
                  </a:lnTo>
                  <a:lnTo>
                    <a:pt x="18" y="545"/>
                  </a:lnTo>
                  <a:lnTo>
                    <a:pt x="376" y="507"/>
                  </a:lnTo>
                  <a:lnTo>
                    <a:pt x="357" y="500"/>
                  </a:lnTo>
                  <a:lnTo>
                    <a:pt x="327" y="515"/>
                  </a:lnTo>
                </a:path>
              </a:pathLst>
            </a:custGeom>
            <a:noFill/>
            <a:ln w="0">
              <a:solidFill>
                <a:srgbClr val="9933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351" name="Freeform 353">
              <a:extLst>
                <a:ext uri="{FF2B5EF4-FFF2-40B4-BE49-F238E27FC236}">
                  <a16:creationId xmlns:a16="http://schemas.microsoft.com/office/drawing/2014/main" id="{B7C44E03-C41A-C505-6C87-B4307771AA2F}"/>
                </a:ext>
              </a:extLst>
            </p:cNvPr>
            <p:cNvSpPr>
              <a:spLocks/>
            </p:cNvSpPr>
            <p:nvPr/>
          </p:nvSpPr>
          <p:spPr bwMode="auto">
            <a:xfrm>
              <a:off x="1146" y="2884"/>
              <a:ext cx="66" cy="85"/>
            </a:xfrm>
            <a:custGeom>
              <a:avLst/>
              <a:gdLst>
                <a:gd name="T0" fmla="*/ 0 w 466"/>
                <a:gd name="T1" fmla="*/ 0 h 591"/>
                <a:gd name="T2" fmla="*/ 0 w 466"/>
                <a:gd name="T3" fmla="*/ 0 h 591"/>
                <a:gd name="T4" fmla="*/ 0 w 466"/>
                <a:gd name="T5" fmla="*/ 0 h 591"/>
                <a:gd name="T6" fmla="*/ 0 w 466"/>
                <a:gd name="T7" fmla="*/ 0 h 591"/>
                <a:gd name="T8" fmla="*/ 0 w 466"/>
                <a:gd name="T9" fmla="*/ 0 h 591"/>
                <a:gd name="T10" fmla="*/ 0 w 466"/>
                <a:gd name="T11" fmla="*/ 0 h 591"/>
                <a:gd name="T12" fmla="*/ 0 w 466"/>
                <a:gd name="T13" fmla="*/ 0 h 591"/>
                <a:gd name="T14" fmla="*/ 0 w 466"/>
                <a:gd name="T15" fmla="*/ 0 h 591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w 466"/>
                <a:gd name="T25" fmla="*/ 0 h 591"/>
                <a:gd name="T26" fmla="*/ 466 w 466"/>
                <a:gd name="T27" fmla="*/ 591 h 591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466" h="591">
                  <a:moveTo>
                    <a:pt x="370" y="522"/>
                  </a:moveTo>
                  <a:lnTo>
                    <a:pt x="418" y="591"/>
                  </a:lnTo>
                  <a:lnTo>
                    <a:pt x="425" y="552"/>
                  </a:lnTo>
                  <a:lnTo>
                    <a:pt x="436" y="303"/>
                  </a:lnTo>
                  <a:lnTo>
                    <a:pt x="448" y="0"/>
                  </a:lnTo>
                  <a:lnTo>
                    <a:pt x="466" y="15"/>
                  </a:lnTo>
                  <a:lnTo>
                    <a:pt x="195" y="45"/>
                  </a:lnTo>
                  <a:lnTo>
                    <a:pt x="0" y="68"/>
                  </a:lnTo>
                </a:path>
              </a:pathLst>
            </a:custGeom>
            <a:noFill/>
            <a:ln w="0">
              <a:solidFill>
                <a:srgbClr val="9933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352" name="Line 354">
              <a:extLst>
                <a:ext uri="{FF2B5EF4-FFF2-40B4-BE49-F238E27FC236}">
                  <a16:creationId xmlns:a16="http://schemas.microsoft.com/office/drawing/2014/main" id="{62CFDF1F-D983-71B2-2F71-A8AB2F29425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165" y="2893"/>
              <a:ext cx="1" cy="68"/>
            </a:xfrm>
            <a:prstGeom prst="line">
              <a:avLst/>
            </a:prstGeom>
            <a:noFill/>
            <a:ln w="0">
              <a:solidFill>
                <a:srgbClr val="9933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353" name="Freeform 355">
              <a:extLst>
                <a:ext uri="{FF2B5EF4-FFF2-40B4-BE49-F238E27FC236}">
                  <a16:creationId xmlns:a16="http://schemas.microsoft.com/office/drawing/2014/main" id="{BEE5EA74-06FE-62C1-FC4E-AA4204D20926}"/>
                </a:ext>
              </a:extLst>
            </p:cNvPr>
            <p:cNvSpPr>
              <a:spLocks/>
            </p:cNvSpPr>
            <p:nvPr/>
          </p:nvSpPr>
          <p:spPr bwMode="auto">
            <a:xfrm>
              <a:off x="1166" y="2932"/>
              <a:ext cx="14" cy="3"/>
            </a:xfrm>
            <a:custGeom>
              <a:avLst/>
              <a:gdLst>
                <a:gd name="T0" fmla="*/ 0 w 98"/>
                <a:gd name="T1" fmla="*/ 0 h 22"/>
                <a:gd name="T2" fmla="*/ 0 w 98"/>
                <a:gd name="T3" fmla="*/ 0 h 22"/>
                <a:gd name="T4" fmla="*/ 0 w 98"/>
                <a:gd name="T5" fmla="*/ 0 h 22"/>
                <a:gd name="T6" fmla="*/ 0 w 98"/>
                <a:gd name="T7" fmla="*/ 0 h 22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98"/>
                <a:gd name="T13" fmla="*/ 0 h 22"/>
                <a:gd name="T14" fmla="*/ 98 w 98"/>
                <a:gd name="T15" fmla="*/ 22 h 22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98" h="22">
                  <a:moveTo>
                    <a:pt x="0" y="22"/>
                  </a:moveTo>
                  <a:lnTo>
                    <a:pt x="98" y="6"/>
                  </a:lnTo>
                  <a:lnTo>
                    <a:pt x="80" y="0"/>
                  </a:lnTo>
                  <a:lnTo>
                    <a:pt x="61" y="14"/>
                  </a:lnTo>
                </a:path>
              </a:pathLst>
            </a:custGeom>
            <a:noFill/>
            <a:ln w="0">
              <a:solidFill>
                <a:srgbClr val="9933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354" name="Freeform 356">
              <a:extLst>
                <a:ext uri="{FF2B5EF4-FFF2-40B4-BE49-F238E27FC236}">
                  <a16:creationId xmlns:a16="http://schemas.microsoft.com/office/drawing/2014/main" id="{FD7B506A-74EF-88B1-AFBD-A52F9941DE3F}"/>
                </a:ext>
              </a:extLst>
            </p:cNvPr>
            <p:cNvSpPr>
              <a:spLocks/>
            </p:cNvSpPr>
            <p:nvPr/>
          </p:nvSpPr>
          <p:spPr bwMode="auto">
            <a:xfrm>
              <a:off x="1166" y="2910"/>
              <a:ext cx="15" cy="5"/>
            </a:xfrm>
            <a:custGeom>
              <a:avLst/>
              <a:gdLst>
                <a:gd name="T0" fmla="*/ 0 w 108"/>
                <a:gd name="T1" fmla="*/ 0 h 30"/>
                <a:gd name="T2" fmla="*/ 0 w 108"/>
                <a:gd name="T3" fmla="*/ 0 h 30"/>
                <a:gd name="T4" fmla="*/ 0 w 108"/>
                <a:gd name="T5" fmla="*/ 0 h 30"/>
                <a:gd name="T6" fmla="*/ 0 w 108"/>
                <a:gd name="T7" fmla="*/ 0 h 30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108"/>
                <a:gd name="T13" fmla="*/ 0 h 30"/>
                <a:gd name="T14" fmla="*/ 108 w 108"/>
                <a:gd name="T15" fmla="*/ 30 h 3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108" h="30">
                  <a:moveTo>
                    <a:pt x="0" y="30"/>
                  </a:moveTo>
                  <a:lnTo>
                    <a:pt x="108" y="7"/>
                  </a:lnTo>
                  <a:lnTo>
                    <a:pt x="90" y="0"/>
                  </a:lnTo>
                  <a:lnTo>
                    <a:pt x="73" y="15"/>
                  </a:lnTo>
                </a:path>
              </a:pathLst>
            </a:custGeom>
            <a:noFill/>
            <a:ln w="0">
              <a:solidFill>
                <a:srgbClr val="9933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355" name="Line 357">
              <a:extLst>
                <a:ext uri="{FF2B5EF4-FFF2-40B4-BE49-F238E27FC236}">
                  <a16:creationId xmlns:a16="http://schemas.microsoft.com/office/drawing/2014/main" id="{EF6CE9F0-B885-83D5-4331-CCA7F47CB3BD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186" y="2891"/>
              <a:ext cx="3" cy="69"/>
            </a:xfrm>
            <a:prstGeom prst="line">
              <a:avLst/>
            </a:prstGeom>
            <a:noFill/>
            <a:ln w="0">
              <a:solidFill>
                <a:srgbClr val="9933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356" name="Freeform 358">
              <a:extLst>
                <a:ext uri="{FF2B5EF4-FFF2-40B4-BE49-F238E27FC236}">
                  <a16:creationId xmlns:a16="http://schemas.microsoft.com/office/drawing/2014/main" id="{F7E06FB9-D000-34AD-D99A-91B25BE82F72}"/>
                </a:ext>
              </a:extLst>
            </p:cNvPr>
            <p:cNvSpPr>
              <a:spLocks/>
            </p:cNvSpPr>
            <p:nvPr/>
          </p:nvSpPr>
          <p:spPr bwMode="auto">
            <a:xfrm>
              <a:off x="1253" y="2848"/>
              <a:ext cx="11" cy="44"/>
            </a:xfrm>
            <a:custGeom>
              <a:avLst/>
              <a:gdLst>
                <a:gd name="T0" fmla="*/ 0 w 79"/>
                <a:gd name="T1" fmla="*/ 0 h 311"/>
                <a:gd name="T2" fmla="*/ 0 w 79"/>
                <a:gd name="T3" fmla="*/ 0 h 311"/>
                <a:gd name="T4" fmla="*/ 0 w 79"/>
                <a:gd name="T5" fmla="*/ 0 h 311"/>
                <a:gd name="T6" fmla="*/ 0 w 79"/>
                <a:gd name="T7" fmla="*/ 0 h 311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79"/>
                <a:gd name="T13" fmla="*/ 0 h 311"/>
                <a:gd name="T14" fmla="*/ 79 w 79"/>
                <a:gd name="T15" fmla="*/ 311 h 311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79" h="311">
                  <a:moveTo>
                    <a:pt x="79" y="0"/>
                  </a:moveTo>
                  <a:lnTo>
                    <a:pt x="66" y="69"/>
                  </a:lnTo>
                  <a:lnTo>
                    <a:pt x="25" y="220"/>
                  </a:lnTo>
                  <a:lnTo>
                    <a:pt x="0" y="311"/>
                  </a:lnTo>
                </a:path>
              </a:pathLst>
            </a:custGeom>
            <a:noFill/>
            <a:ln w="0">
              <a:solidFill>
                <a:srgbClr val="9933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357" name="Freeform 359">
              <a:extLst>
                <a:ext uri="{FF2B5EF4-FFF2-40B4-BE49-F238E27FC236}">
                  <a16:creationId xmlns:a16="http://schemas.microsoft.com/office/drawing/2014/main" id="{28D8D918-766E-BF1B-5AD2-241A6F89519E}"/>
                </a:ext>
              </a:extLst>
            </p:cNvPr>
            <p:cNvSpPr>
              <a:spLocks/>
            </p:cNvSpPr>
            <p:nvPr/>
          </p:nvSpPr>
          <p:spPr bwMode="auto">
            <a:xfrm>
              <a:off x="1244" y="2883"/>
              <a:ext cx="35" cy="81"/>
            </a:xfrm>
            <a:custGeom>
              <a:avLst/>
              <a:gdLst>
                <a:gd name="T0" fmla="*/ 0 w 242"/>
                <a:gd name="T1" fmla="*/ 0 h 567"/>
                <a:gd name="T2" fmla="*/ 0 w 242"/>
                <a:gd name="T3" fmla="*/ 0 h 567"/>
                <a:gd name="T4" fmla="*/ 0 w 242"/>
                <a:gd name="T5" fmla="*/ 0 h 567"/>
                <a:gd name="T6" fmla="*/ 0 w 242"/>
                <a:gd name="T7" fmla="*/ 0 h 567"/>
                <a:gd name="T8" fmla="*/ 0 w 242"/>
                <a:gd name="T9" fmla="*/ 0 h 567"/>
                <a:gd name="T10" fmla="*/ 0 w 242"/>
                <a:gd name="T11" fmla="*/ 0 h 567"/>
                <a:gd name="T12" fmla="*/ 0 w 242"/>
                <a:gd name="T13" fmla="*/ 0 h 567"/>
                <a:gd name="T14" fmla="*/ 0 w 242"/>
                <a:gd name="T15" fmla="*/ 0 h 567"/>
                <a:gd name="T16" fmla="*/ 0 w 242"/>
                <a:gd name="T17" fmla="*/ 0 h 567"/>
                <a:gd name="T18" fmla="*/ 0 w 242"/>
                <a:gd name="T19" fmla="*/ 0 h 567"/>
                <a:gd name="T20" fmla="*/ 0 w 242"/>
                <a:gd name="T21" fmla="*/ 0 h 567"/>
                <a:gd name="T22" fmla="*/ 0 w 242"/>
                <a:gd name="T23" fmla="*/ 0 h 567"/>
                <a:gd name="T24" fmla="*/ 0 w 242"/>
                <a:gd name="T25" fmla="*/ 0 h 567"/>
                <a:gd name="T26" fmla="*/ 0 w 242"/>
                <a:gd name="T27" fmla="*/ 0 h 567"/>
                <a:gd name="T28" fmla="*/ 0 w 242"/>
                <a:gd name="T29" fmla="*/ 0 h 567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w 242"/>
                <a:gd name="T46" fmla="*/ 0 h 567"/>
                <a:gd name="T47" fmla="*/ 242 w 242"/>
                <a:gd name="T48" fmla="*/ 567 h 567"/>
              </a:gdLst>
              <a:ahLst/>
              <a:cxnLst>
                <a:cxn ang="T30">
                  <a:pos x="T0" y="T1"/>
                </a:cxn>
                <a:cxn ang="T31">
                  <a:pos x="T2" y="T3"/>
                </a:cxn>
                <a:cxn ang="T32">
                  <a:pos x="T4" y="T5"/>
                </a:cxn>
                <a:cxn ang="T33">
                  <a:pos x="T6" y="T7"/>
                </a:cxn>
                <a:cxn ang="T34">
                  <a:pos x="T8" y="T9"/>
                </a:cxn>
                <a:cxn ang="T35">
                  <a:pos x="T10" y="T11"/>
                </a:cxn>
                <a:cxn ang="T36">
                  <a:pos x="T12" y="T13"/>
                </a:cxn>
                <a:cxn ang="T37">
                  <a:pos x="T14" y="T15"/>
                </a:cxn>
                <a:cxn ang="T38">
                  <a:pos x="T16" y="T17"/>
                </a:cxn>
                <a:cxn ang="T39">
                  <a:pos x="T18" y="T19"/>
                </a:cxn>
                <a:cxn ang="T40">
                  <a:pos x="T20" y="T21"/>
                </a:cxn>
                <a:cxn ang="T41">
                  <a:pos x="T22" y="T23"/>
                </a:cxn>
                <a:cxn ang="T42">
                  <a:pos x="T24" y="T25"/>
                </a:cxn>
                <a:cxn ang="T43">
                  <a:pos x="T26" y="T27"/>
                </a:cxn>
                <a:cxn ang="T44">
                  <a:pos x="T28" y="T29"/>
                </a:cxn>
              </a:cxnLst>
              <a:rect l="T45" t="T46" r="T47" b="T48"/>
              <a:pathLst>
                <a:path w="242" h="567">
                  <a:moveTo>
                    <a:pt x="0" y="0"/>
                  </a:moveTo>
                  <a:lnTo>
                    <a:pt x="18" y="68"/>
                  </a:lnTo>
                  <a:lnTo>
                    <a:pt x="24" y="256"/>
                  </a:lnTo>
                  <a:lnTo>
                    <a:pt x="18" y="416"/>
                  </a:lnTo>
                  <a:lnTo>
                    <a:pt x="24" y="567"/>
                  </a:lnTo>
                  <a:lnTo>
                    <a:pt x="12" y="499"/>
                  </a:lnTo>
                  <a:lnTo>
                    <a:pt x="157" y="484"/>
                  </a:lnTo>
                  <a:lnTo>
                    <a:pt x="194" y="529"/>
                  </a:lnTo>
                  <a:lnTo>
                    <a:pt x="199" y="559"/>
                  </a:lnTo>
                  <a:lnTo>
                    <a:pt x="205" y="347"/>
                  </a:lnTo>
                  <a:lnTo>
                    <a:pt x="217" y="38"/>
                  </a:lnTo>
                  <a:lnTo>
                    <a:pt x="217" y="0"/>
                  </a:lnTo>
                  <a:lnTo>
                    <a:pt x="242" y="30"/>
                  </a:lnTo>
                  <a:lnTo>
                    <a:pt x="194" y="44"/>
                  </a:lnTo>
                  <a:lnTo>
                    <a:pt x="24" y="68"/>
                  </a:lnTo>
                </a:path>
              </a:pathLst>
            </a:custGeom>
            <a:noFill/>
            <a:ln w="0">
              <a:solidFill>
                <a:srgbClr val="9933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358" name="Line 360">
              <a:extLst>
                <a:ext uri="{FF2B5EF4-FFF2-40B4-BE49-F238E27FC236}">
                  <a16:creationId xmlns:a16="http://schemas.microsoft.com/office/drawing/2014/main" id="{4BB149D4-6906-D7A1-4DBB-F0B35990F36B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248" y="2919"/>
              <a:ext cx="19" cy="2"/>
            </a:xfrm>
            <a:prstGeom prst="line">
              <a:avLst/>
            </a:prstGeom>
            <a:noFill/>
            <a:ln w="0">
              <a:solidFill>
                <a:srgbClr val="9933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359" name="Freeform 361">
              <a:extLst>
                <a:ext uri="{FF2B5EF4-FFF2-40B4-BE49-F238E27FC236}">
                  <a16:creationId xmlns:a16="http://schemas.microsoft.com/office/drawing/2014/main" id="{CAC1D556-E5E8-2317-0BB5-7BE4AE0CAA62}"/>
                </a:ext>
              </a:extLst>
            </p:cNvPr>
            <p:cNvSpPr>
              <a:spLocks/>
            </p:cNvSpPr>
            <p:nvPr/>
          </p:nvSpPr>
          <p:spPr bwMode="auto">
            <a:xfrm>
              <a:off x="1281" y="2846"/>
              <a:ext cx="18" cy="74"/>
            </a:xfrm>
            <a:custGeom>
              <a:avLst/>
              <a:gdLst>
                <a:gd name="T0" fmla="*/ 0 w 127"/>
                <a:gd name="T1" fmla="*/ 0 h 521"/>
                <a:gd name="T2" fmla="*/ 0 w 127"/>
                <a:gd name="T3" fmla="*/ 0 h 521"/>
                <a:gd name="T4" fmla="*/ 0 w 127"/>
                <a:gd name="T5" fmla="*/ 0 h 521"/>
                <a:gd name="T6" fmla="*/ 0 w 127"/>
                <a:gd name="T7" fmla="*/ 0 h 521"/>
                <a:gd name="T8" fmla="*/ 0 w 127"/>
                <a:gd name="T9" fmla="*/ 0 h 521"/>
                <a:gd name="T10" fmla="*/ 0 w 127"/>
                <a:gd name="T11" fmla="*/ 0 h 521"/>
                <a:gd name="T12" fmla="*/ 0 w 127"/>
                <a:gd name="T13" fmla="*/ 0 h 521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127"/>
                <a:gd name="T22" fmla="*/ 0 h 521"/>
                <a:gd name="T23" fmla="*/ 127 w 127"/>
                <a:gd name="T24" fmla="*/ 521 h 521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127" h="521">
                  <a:moveTo>
                    <a:pt x="122" y="0"/>
                  </a:moveTo>
                  <a:lnTo>
                    <a:pt x="127" y="52"/>
                  </a:lnTo>
                  <a:lnTo>
                    <a:pt x="97" y="181"/>
                  </a:lnTo>
                  <a:lnTo>
                    <a:pt x="67" y="317"/>
                  </a:lnTo>
                  <a:lnTo>
                    <a:pt x="36" y="416"/>
                  </a:lnTo>
                  <a:lnTo>
                    <a:pt x="12" y="484"/>
                  </a:lnTo>
                  <a:lnTo>
                    <a:pt x="0" y="521"/>
                  </a:lnTo>
                </a:path>
              </a:pathLst>
            </a:custGeom>
            <a:noFill/>
            <a:ln w="0">
              <a:solidFill>
                <a:srgbClr val="9933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360" name="Freeform 362">
              <a:extLst>
                <a:ext uri="{FF2B5EF4-FFF2-40B4-BE49-F238E27FC236}">
                  <a16:creationId xmlns:a16="http://schemas.microsoft.com/office/drawing/2014/main" id="{2FCE0599-0A1C-4841-5B36-28B1D68826E9}"/>
                </a:ext>
              </a:extLst>
            </p:cNvPr>
            <p:cNvSpPr>
              <a:spLocks/>
            </p:cNvSpPr>
            <p:nvPr/>
          </p:nvSpPr>
          <p:spPr bwMode="auto">
            <a:xfrm>
              <a:off x="1290" y="2881"/>
              <a:ext cx="38" cy="100"/>
            </a:xfrm>
            <a:custGeom>
              <a:avLst/>
              <a:gdLst>
                <a:gd name="T0" fmla="*/ 0 w 266"/>
                <a:gd name="T1" fmla="*/ 0 h 697"/>
                <a:gd name="T2" fmla="*/ 0 w 266"/>
                <a:gd name="T3" fmla="*/ 0 h 697"/>
                <a:gd name="T4" fmla="*/ 0 w 266"/>
                <a:gd name="T5" fmla="*/ 0 h 697"/>
                <a:gd name="T6" fmla="*/ 0 w 266"/>
                <a:gd name="T7" fmla="*/ 0 h 697"/>
                <a:gd name="T8" fmla="*/ 0 w 266"/>
                <a:gd name="T9" fmla="*/ 0 h 697"/>
                <a:gd name="T10" fmla="*/ 0 w 266"/>
                <a:gd name="T11" fmla="*/ 0 h 697"/>
                <a:gd name="T12" fmla="*/ 0 w 266"/>
                <a:gd name="T13" fmla="*/ 0 h 697"/>
                <a:gd name="T14" fmla="*/ 0 w 266"/>
                <a:gd name="T15" fmla="*/ 0 h 697"/>
                <a:gd name="T16" fmla="*/ 0 w 266"/>
                <a:gd name="T17" fmla="*/ 0 h 697"/>
                <a:gd name="T18" fmla="*/ 0 w 266"/>
                <a:gd name="T19" fmla="*/ 0 h 697"/>
                <a:gd name="T20" fmla="*/ 0 w 266"/>
                <a:gd name="T21" fmla="*/ 0 h 697"/>
                <a:gd name="T22" fmla="*/ 0 w 266"/>
                <a:gd name="T23" fmla="*/ 0 h 697"/>
                <a:gd name="T24" fmla="*/ 0 w 266"/>
                <a:gd name="T25" fmla="*/ 0 h 697"/>
                <a:gd name="T26" fmla="*/ 0 w 266"/>
                <a:gd name="T27" fmla="*/ 0 h 697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w 266"/>
                <a:gd name="T43" fmla="*/ 0 h 697"/>
                <a:gd name="T44" fmla="*/ 266 w 266"/>
                <a:gd name="T45" fmla="*/ 697 h 697"/>
              </a:gdLst>
              <a:ahLst/>
              <a:cxnLst>
                <a:cxn ang="T28">
                  <a:pos x="T0" y="T1"/>
                </a:cxn>
                <a:cxn ang="T29">
                  <a:pos x="T2" y="T3"/>
                </a:cxn>
                <a:cxn ang="T30">
                  <a:pos x="T4" y="T5"/>
                </a:cxn>
                <a:cxn ang="T31">
                  <a:pos x="T6" y="T7"/>
                </a:cxn>
                <a:cxn ang="T32">
                  <a:pos x="T8" y="T9"/>
                </a:cxn>
                <a:cxn ang="T33">
                  <a:pos x="T10" y="T11"/>
                </a:cxn>
                <a:cxn ang="T34">
                  <a:pos x="T12" y="T13"/>
                </a:cxn>
                <a:cxn ang="T35">
                  <a:pos x="T14" y="T15"/>
                </a:cxn>
                <a:cxn ang="T36">
                  <a:pos x="T16" y="T17"/>
                </a:cxn>
                <a:cxn ang="T37">
                  <a:pos x="T18" y="T19"/>
                </a:cxn>
                <a:cxn ang="T38">
                  <a:pos x="T20" y="T21"/>
                </a:cxn>
                <a:cxn ang="T39">
                  <a:pos x="T22" y="T23"/>
                </a:cxn>
                <a:cxn ang="T40">
                  <a:pos x="T24" y="T25"/>
                </a:cxn>
                <a:cxn ang="T41">
                  <a:pos x="T26" y="T27"/>
                </a:cxn>
              </a:cxnLst>
              <a:rect l="T42" t="T43" r="T44" b="T45"/>
              <a:pathLst>
                <a:path w="266" h="697">
                  <a:moveTo>
                    <a:pt x="0" y="68"/>
                  </a:moveTo>
                  <a:lnTo>
                    <a:pt x="133" y="60"/>
                  </a:lnTo>
                  <a:lnTo>
                    <a:pt x="139" y="60"/>
                  </a:lnTo>
                  <a:lnTo>
                    <a:pt x="248" y="38"/>
                  </a:lnTo>
                  <a:lnTo>
                    <a:pt x="266" y="30"/>
                  </a:lnTo>
                  <a:lnTo>
                    <a:pt x="248" y="0"/>
                  </a:lnTo>
                  <a:lnTo>
                    <a:pt x="235" y="137"/>
                  </a:lnTo>
                  <a:lnTo>
                    <a:pt x="230" y="280"/>
                  </a:lnTo>
                  <a:lnTo>
                    <a:pt x="212" y="417"/>
                  </a:lnTo>
                  <a:lnTo>
                    <a:pt x="194" y="545"/>
                  </a:lnTo>
                  <a:lnTo>
                    <a:pt x="169" y="629"/>
                  </a:lnTo>
                  <a:lnTo>
                    <a:pt x="144" y="697"/>
                  </a:lnTo>
                  <a:lnTo>
                    <a:pt x="42" y="545"/>
                  </a:lnTo>
                  <a:lnTo>
                    <a:pt x="151" y="682"/>
                  </a:lnTo>
                </a:path>
              </a:pathLst>
            </a:custGeom>
            <a:noFill/>
            <a:ln w="0">
              <a:solidFill>
                <a:srgbClr val="9933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361" name="Freeform 363">
              <a:extLst>
                <a:ext uri="{FF2B5EF4-FFF2-40B4-BE49-F238E27FC236}">
                  <a16:creationId xmlns:a16="http://schemas.microsoft.com/office/drawing/2014/main" id="{67222E50-466A-1661-0E85-034E253011E7}"/>
                </a:ext>
              </a:extLst>
            </p:cNvPr>
            <p:cNvSpPr>
              <a:spLocks/>
            </p:cNvSpPr>
            <p:nvPr/>
          </p:nvSpPr>
          <p:spPr bwMode="auto">
            <a:xfrm>
              <a:off x="1292" y="2910"/>
              <a:ext cx="11" cy="25"/>
            </a:xfrm>
            <a:custGeom>
              <a:avLst/>
              <a:gdLst>
                <a:gd name="T0" fmla="*/ 0 w 78"/>
                <a:gd name="T1" fmla="*/ 0 h 174"/>
                <a:gd name="T2" fmla="*/ 0 w 78"/>
                <a:gd name="T3" fmla="*/ 0 h 174"/>
                <a:gd name="T4" fmla="*/ 0 w 78"/>
                <a:gd name="T5" fmla="*/ 0 h 174"/>
                <a:gd name="T6" fmla="*/ 0 w 78"/>
                <a:gd name="T7" fmla="*/ 0 h 174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78"/>
                <a:gd name="T13" fmla="*/ 0 h 174"/>
                <a:gd name="T14" fmla="*/ 78 w 78"/>
                <a:gd name="T15" fmla="*/ 174 h 174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78" h="174">
                  <a:moveTo>
                    <a:pt x="0" y="0"/>
                  </a:moveTo>
                  <a:lnTo>
                    <a:pt x="66" y="113"/>
                  </a:lnTo>
                  <a:lnTo>
                    <a:pt x="72" y="136"/>
                  </a:lnTo>
                  <a:lnTo>
                    <a:pt x="78" y="174"/>
                  </a:lnTo>
                </a:path>
              </a:pathLst>
            </a:custGeom>
            <a:noFill/>
            <a:ln w="0">
              <a:solidFill>
                <a:srgbClr val="9933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362" name="Freeform 364">
              <a:extLst>
                <a:ext uri="{FF2B5EF4-FFF2-40B4-BE49-F238E27FC236}">
                  <a16:creationId xmlns:a16="http://schemas.microsoft.com/office/drawing/2014/main" id="{A1E89E35-3A8A-6A34-77BE-D1D64377A39E}"/>
                </a:ext>
              </a:extLst>
            </p:cNvPr>
            <p:cNvSpPr>
              <a:spLocks/>
            </p:cNvSpPr>
            <p:nvPr/>
          </p:nvSpPr>
          <p:spPr bwMode="auto">
            <a:xfrm>
              <a:off x="1397" y="2853"/>
              <a:ext cx="48" cy="71"/>
            </a:xfrm>
            <a:custGeom>
              <a:avLst/>
              <a:gdLst>
                <a:gd name="T0" fmla="*/ 0 w 334"/>
                <a:gd name="T1" fmla="*/ 0 h 500"/>
                <a:gd name="T2" fmla="*/ 0 w 334"/>
                <a:gd name="T3" fmla="*/ 0 h 500"/>
                <a:gd name="T4" fmla="*/ 0 w 334"/>
                <a:gd name="T5" fmla="*/ 0 h 500"/>
                <a:gd name="T6" fmla="*/ 0 w 334"/>
                <a:gd name="T7" fmla="*/ 0 h 500"/>
                <a:gd name="T8" fmla="*/ 0 w 334"/>
                <a:gd name="T9" fmla="*/ 0 h 500"/>
                <a:gd name="T10" fmla="*/ 0 w 334"/>
                <a:gd name="T11" fmla="*/ 0 h 500"/>
                <a:gd name="T12" fmla="*/ 0 w 334"/>
                <a:gd name="T13" fmla="*/ 0 h 500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334"/>
                <a:gd name="T22" fmla="*/ 0 h 500"/>
                <a:gd name="T23" fmla="*/ 334 w 334"/>
                <a:gd name="T24" fmla="*/ 500 h 500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334" h="500">
                  <a:moveTo>
                    <a:pt x="0" y="0"/>
                  </a:moveTo>
                  <a:lnTo>
                    <a:pt x="31" y="15"/>
                  </a:lnTo>
                  <a:lnTo>
                    <a:pt x="236" y="500"/>
                  </a:lnTo>
                  <a:lnTo>
                    <a:pt x="248" y="500"/>
                  </a:lnTo>
                  <a:lnTo>
                    <a:pt x="334" y="500"/>
                  </a:lnTo>
                  <a:lnTo>
                    <a:pt x="243" y="485"/>
                  </a:lnTo>
                  <a:lnTo>
                    <a:pt x="206" y="432"/>
                  </a:lnTo>
                </a:path>
              </a:pathLst>
            </a:custGeom>
            <a:noFill/>
            <a:ln w="0">
              <a:solidFill>
                <a:srgbClr val="9933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363" name="Freeform 365">
              <a:extLst>
                <a:ext uri="{FF2B5EF4-FFF2-40B4-BE49-F238E27FC236}">
                  <a16:creationId xmlns:a16="http://schemas.microsoft.com/office/drawing/2014/main" id="{506D8C78-0AA6-374C-3B2F-81F133C3B499}"/>
                </a:ext>
              </a:extLst>
            </p:cNvPr>
            <p:cNvSpPr>
              <a:spLocks/>
            </p:cNvSpPr>
            <p:nvPr/>
          </p:nvSpPr>
          <p:spPr bwMode="auto">
            <a:xfrm>
              <a:off x="1348" y="2865"/>
              <a:ext cx="34" cy="67"/>
            </a:xfrm>
            <a:custGeom>
              <a:avLst/>
              <a:gdLst>
                <a:gd name="T0" fmla="*/ 0 w 237"/>
                <a:gd name="T1" fmla="*/ 0 h 471"/>
                <a:gd name="T2" fmla="*/ 0 w 237"/>
                <a:gd name="T3" fmla="*/ 0 h 471"/>
                <a:gd name="T4" fmla="*/ 0 w 237"/>
                <a:gd name="T5" fmla="*/ 0 h 471"/>
                <a:gd name="T6" fmla="*/ 0 w 237"/>
                <a:gd name="T7" fmla="*/ 0 h 471"/>
                <a:gd name="T8" fmla="*/ 0 w 237"/>
                <a:gd name="T9" fmla="*/ 0 h 471"/>
                <a:gd name="T10" fmla="*/ 0 w 237"/>
                <a:gd name="T11" fmla="*/ 0 h 471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237"/>
                <a:gd name="T19" fmla="*/ 0 h 471"/>
                <a:gd name="T20" fmla="*/ 237 w 237"/>
                <a:gd name="T21" fmla="*/ 471 h 471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237" h="471">
                  <a:moveTo>
                    <a:pt x="237" y="0"/>
                  </a:moveTo>
                  <a:lnTo>
                    <a:pt x="230" y="53"/>
                  </a:lnTo>
                  <a:lnTo>
                    <a:pt x="164" y="205"/>
                  </a:lnTo>
                  <a:lnTo>
                    <a:pt x="103" y="319"/>
                  </a:lnTo>
                  <a:lnTo>
                    <a:pt x="42" y="410"/>
                  </a:lnTo>
                  <a:lnTo>
                    <a:pt x="0" y="471"/>
                  </a:lnTo>
                </a:path>
              </a:pathLst>
            </a:custGeom>
            <a:noFill/>
            <a:ln w="0">
              <a:solidFill>
                <a:srgbClr val="9933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364" name="Freeform 366">
              <a:extLst>
                <a:ext uri="{FF2B5EF4-FFF2-40B4-BE49-F238E27FC236}">
                  <a16:creationId xmlns:a16="http://schemas.microsoft.com/office/drawing/2014/main" id="{07AA103E-BA46-C3F7-2EBF-8F18F3B0F859}"/>
                </a:ext>
              </a:extLst>
            </p:cNvPr>
            <p:cNvSpPr>
              <a:spLocks/>
            </p:cNvSpPr>
            <p:nvPr/>
          </p:nvSpPr>
          <p:spPr bwMode="auto">
            <a:xfrm>
              <a:off x="1367" y="2901"/>
              <a:ext cx="49" cy="63"/>
            </a:xfrm>
            <a:custGeom>
              <a:avLst/>
              <a:gdLst>
                <a:gd name="T0" fmla="*/ 0 w 339"/>
                <a:gd name="T1" fmla="*/ 0 h 446"/>
                <a:gd name="T2" fmla="*/ 0 w 339"/>
                <a:gd name="T3" fmla="*/ 0 h 446"/>
                <a:gd name="T4" fmla="*/ 0 w 339"/>
                <a:gd name="T5" fmla="*/ 0 h 446"/>
                <a:gd name="T6" fmla="*/ 0 w 339"/>
                <a:gd name="T7" fmla="*/ 0 h 446"/>
                <a:gd name="T8" fmla="*/ 0 w 339"/>
                <a:gd name="T9" fmla="*/ 0 h 446"/>
                <a:gd name="T10" fmla="*/ 0 w 339"/>
                <a:gd name="T11" fmla="*/ 0 h 446"/>
                <a:gd name="T12" fmla="*/ 0 w 339"/>
                <a:gd name="T13" fmla="*/ 0 h 446"/>
                <a:gd name="T14" fmla="*/ 0 w 339"/>
                <a:gd name="T15" fmla="*/ 0 h 44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w 339"/>
                <a:gd name="T25" fmla="*/ 0 h 446"/>
                <a:gd name="T26" fmla="*/ 339 w 339"/>
                <a:gd name="T27" fmla="*/ 446 h 44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339" h="446">
                  <a:moveTo>
                    <a:pt x="188" y="0"/>
                  </a:moveTo>
                  <a:lnTo>
                    <a:pt x="188" y="45"/>
                  </a:lnTo>
                  <a:lnTo>
                    <a:pt x="134" y="196"/>
                  </a:lnTo>
                  <a:lnTo>
                    <a:pt x="139" y="189"/>
                  </a:lnTo>
                  <a:lnTo>
                    <a:pt x="86" y="317"/>
                  </a:lnTo>
                  <a:lnTo>
                    <a:pt x="25" y="446"/>
                  </a:lnTo>
                  <a:lnTo>
                    <a:pt x="0" y="446"/>
                  </a:lnTo>
                  <a:lnTo>
                    <a:pt x="339" y="378"/>
                  </a:lnTo>
                </a:path>
              </a:pathLst>
            </a:custGeom>
            <a:noFill/>
            <a:ln w="0">
              <a:solidFill>
                <a:srgbClr val="9933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365" name="Freeform 367">
              <a:extLst>
                <a:ext uri="{FF2B5EF4-FFF2-40B4-BE49-F238E27FC236}">
                  <a16:creationId xmlns:a16="http://schemas.microsoft.com/office/drawing/2014/main" id="{186580D9-CCD3-D38E-AADD-58857BCBB213}"/>
                </a:ext>
              </a:extLst>
            </p:cNvPr>
            <p:cNvSpPr>
              <a:spLocks/>
            </p:cNvSpPr>
            <p:nvPr/>
          </p:nvSpPr>
          <p:spPr bwMode="auto">
            <a:xfrm>
              <a:off x="1402" y="2930"/>
              <a:ext cx="20" cy="40"/>
            </a:xfrm>
            <a:custGeom>
              <a:avLst/>
              <a:gdLst>
                <a:gd name="T0" fmla="*/ 0 w 144"/>
                <a:gd name="T1" fmla="*/ 0 h 280"/>
                <a:gd name="T2" fmla="*/ 0 w 144"/>
                <a:gd name="T3" fmla="*/ 0 h 280"/>
                <a:gd name="T4" fmla="*/ 0 w 144"/>
                <a:gd name="T5" fmla="*/ 0 h 280"/>
                <a:gd name="T6" fmla="*/ 0 w 144"/>
                <a:gd name="T7" fmla="*/ 0 h 280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144"/>
                <a:gd name="T13" fmla="*/ 0 h 280"/>
                <a:gd name="T14" fmla="*/ 144 w 144"/>
                <a:gd name="T15" fmla="*/ 280 h 28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144" h="280">
                  <a:moveTo>
                    <a:pt x="0" y="0"/>
                  </a:moveTo>
                  <a:lnTo>
                    <a:pt x="133" y="212"/>
                  </a:lnTo>
                  <a:lnTo>
                    <a:pt x="144" y="280"/>
                  </a:lnTo>
                  <a:lnTo>
                    <a:pt x="121" y="197"/>
                  </a:lnTo>
                </a:path>
              </a:pathLst>
            </a:custGeom>
            <a:noFill/>
            <a:ln w="0">
              <a:solidFill>
                <a:srgbClr val="9933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366" name="Freeform 368">
              <a:extLst>
                <a:ext uri="{FF2B5EF4-FFF2-40B4-BE49-F238E27FC236}">
                  <a16:creationId xmlns:a16="http://schemas.microsoft.com/office/drawing/2014/main" id="{6B96566C-36C1-6609-34AC-42D02DC15DB4}"/>
                </a:ext>
              </a:extLst>
            </p:cNvPr>
            <p:cNvSpPr>
              <a:spLocks/>
            </p:cNvSpPr>
            <p:nvPr/>
          </p:nvSpPr>
          <p:spPr bwMode="auto">
            <a:xfrm>
              <a:off x="1470" y="2888"/>
              <a:ext cx="75" cy="8"/>
            </a:xfrm>
            <a:custGeom>
              <a:avLst/>
              <a:gdLst>
                <a:gd name="T0" fmla="*/ 0 w 521"/>
                <a:gd name="T1" fmla="*/ 0 h 60"/>
                <a:gd name="T2" fmla="*/ 0 w 521"/>
                <a:gd name="T3" fmla="*/ 0 h 60"/>
                <a:gd name="T4" fmla="*/ 0 w 521"/>
                <a:gd name="T5" fmla="*/ 0 h 60"/>
                <a:gd name="T6" fmla="*/ 0 w 521"/>
                <a:gd name="T7" fmla="*/ 0 h 60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521"/>
                <a:gd name="T13" fmla="*/ 0 h 60"/>
                <a:gd name="T14" fmla="*/ 521 w 521"/>
                <a:gd name="T15" fmla="*/ 60 h 6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521" h="60">
                  <a:moveTo>
                    <a:pt x="0" y="60"/>
                  </a:moveTo>
                  <a:lnTo>
                    <a:pt x="521" y="8"/>
                  </a:lnTo>
                  <a:lnTo>
                    <a:pt x="503" y="0"/>
                  </a:lnTo>
                  <a:lnTo>
                    <a:pt x="460" y="8"/>
                  </a:lnTo>
                </a:path>
              </a:pathLst>
            </a:custGeom>
            <a:noFill/>
            <a:ln w="0">
              <a:solidFill>
                <a:srgbClr val="9933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367" name="Freeform 369">
              <a:extLst>
                <a:ext uri="{FF2B5EF4-FFF2-40B4-BE49-F238E27FC236}">
                  <a16:creationId xmlns:a16="http://schemas.microsoft.com/office/drawing/2014/main" id="{49D5928B-2C86-7453-737F-E7F02755AD23}"/>
                </a:ext>
              </a:extLst>
            </p:cNvPr>
            <p:cNvSpPr>
              <a:spLocks/>
            </p:cNvSpPr>
            <p:nvPr/>
          </p:nvSpPr>
          <p:spPr bwMode="auto">
            <a:xfrm>
              <a:off x="1490" y="2849"/>
              <a:ext cx="4" cy="80"/>
            </a:xfrm>
            <a:custGeom>
              <a:avLst/>
              <a:gdLst>
                <a:gd name="T0" fmla="*/ 0 w 25"/>
                <a:gd name="T1" fmla="*/ 0 h 560"/>
                <a:gd name="T2" fmla="*/ 0 w 25"/>
                <a:gd name="T3" fmla="*/ 0 h 560"/>
                <a:gd name="T4" fmla="*/ 0 w 25"/>
                <a:gd name="T5" fmla="*/ 0 h 560"/>
                <a:gd name="T6" fmla="*/ 0 60000 65536"/>
                <a:gd name="T7" fmla="*/ 0 60000 65536"/>
                <a:gd name="T8" fmla="*/ 0 60000 65536"/>
                <a:gd name="T9" fmla="*/ 0 w 25"/>
                <a:gd name="T10" fmla="*/ 0 h 560"/>
                <a:gd name="T11" fmla="*/ 25 w 25"/>
                <a:gd name="T12" fmla="*/ 560 h 56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5" h="560">
                  <a:moveTo>
                    <a:pt x="0" y="0"/>
                  </a:moveTo>
                  <a:lnTo>
                    <a:pt x="18" y="45"/>
                  </a:lnTo>
                  <a:lnTo>
                    <a:pt x="25" y="560"/>
                  </a:lnTo>
                </a:path>
              </a:pathLst>
            </a:custGeom>
            <a:noFill/>
            <a:ln w="0">
              <a:solidFill>
                <a:srgbClr val="9933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368" name="Line 370">
              <a:extLst>
                <a:ext uri="{FF2B5EF4-FFF2-40B4-BE49-F238E27FC236}">
                  <a16:creationId xmlns:a16="http://schemas.microsoft.com/office/drawing/2014/main" id="{DCA66CDB-5B53-94FF-5C08-ECFDE1C947CD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519" y="2846"/>
              <a:ext cx="4" cy="81"/>
            </a:xfrm>
            <a:prstGeom prst="line">
              <a:avLst/>
            </a:prstGeom>
            <a:noFill/>
            <a:ln w="0">
              <a:solidFill>
                <a:srgbClr val="9933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369" name="Freeform 371">
              <a:extLst>
                <a:ext uri="{FF2B5EF4-FFF2-40B4-BE49-F238E27FC236}">
                  <a16:creationId xmlns:a16="http://schemas.microsoft.com/office/drawing/2014/main" id="{85222F71-789D-795F-61DD-C97536B23DEB}"/>
                </a:ext>
              </a:extLst>
            </p:cNvPr>
            <p:cNvSpPr>
              <a:spLocks/>
            </p:cNvSpPr>
            <p:nvPr/>
          </p:nvSpPr>
          <p:spPr bwMode="auto">
            <a:xfrm>
              <a:off x="1460" y="2922"/>
              <a:ext cx="94" cy="11"/>
            </a:xfrm>
            <a:custGeom>
              <a:avLst/>
              <a:gdLst>
                <a:gd name="T0" fmla="*/ 0 w 661"/>
                <a:gd name="T1" fmla="*/ 0 h 75"/>
                <a:gd name="T2" fmla="*/ 0 w 661"/>
                <a:gd name="T3" fmla="*/ 0 h 75"/>
                <a:gd name="T4" fmla="*/ 0 w 661"/>
                <a:gd name="T5" fmla="*/ 0 h 75"/>
                <a:gd name="T6" fmla="*/ 0 w 661"/>
                <a:gd name="T7" fmla="*/ 0 h 75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661"/>
                <a:gd name="T13" fmla="*/ 0 h 75"/>
                <a:gd name="T14" fmla="*/ 661 w 661"/>
                <a:gd name="T15" fmla="*/ 75 h 75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661" h="75">
                  <a:moveTo>
                    <a:pt x="0" y="75"/>
                  </a:moveTo>
                  <a:lnTo>
                    <a:pt x="661" y="8"/>
                  </a:lnTo>
                  <a:lnTo>
                    <a:pt x="631" y="0"/>
                  </a:lnTo>
                  <a:lnTo>
                    <a:pt x="594" y="15"/>
                  </a:lnTo>
                </a:path>
              </a:pathLst>
            </a:custGeom>
            <a:noFill/>
            <a:ln w="0">
              <a:solidFill>
                <a:srgbClr val="9933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370" name="Freeform 372">
              <a:extLst>
                <a:ext uri="{FF2B5EF4-FFF2-40B4-BE49-F238E27FC236}">
                  <a16:creationId xmlns:a16="http://schemas.microsoft.com/office/drawing/2014/main" id="{886A33A7-FFE6-63E0-DC8A-245B1DFA1466}"/>
                </a:ext>
              </a:extLst>
            </p:cNvPr>
            <p:cNvSpPr>
              <a:spLocks/>
            </p:cNvSpPr>
            <p:nvPr/>
          </p:nvSpPr>
          <p:spPr bwMode="auto">
            <a:xfrm>
              <a:off x="1464" y="2940"/>
              <a:ext cx="31" cy="42"/>
            </a:xfrm>
            <a:custGeom>
              <a:avLst/>
              <a:gdLst>
                <a:gd name="T0" fmla="*/ 0 w 219"/>
                <a:gd name="T1" fmla="*/ 0 h 295"/>
                <a:gd name="T2" fmla="*/ 0 w 219"/>
                <a:gd name="T3" fmla="*/ 0 h 295"/>
                <a:gd name="T4" fmla="*/ 0 w 219"/>
                <a:gd name="T5" fmla="*/ 0 h 295"/>
                <a:gd name="T6" fmla="*/ 0 w 219"/>
                <a:gd name="T7" fmla="*/ 0 h 295"/>
                <a:gd name="T8" fmla="*/ 0 w 219"/>
                <a:gd name="T9" fmla="*/ 0 h 29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19"/>
                <a:gd name="T16" fmla="*/ 0 h 295"/>
                <a:gd name="T17" fmla="*/ 219 w 219"/>
                <a:gd name="T18" fmla="*/ 295 h 295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19" h="295">
                  <a:moveTo>
                    <a:pt x="219" y="0"/>
                  </a:moveTo>
                  <a:lnTo>
                    <a:pt x="200" y="53"/>
                  </a:lnTo>
                  <a:lnTo>
                    <a:pt x="128" y="166"/>
                  </a:lnTo>
                  <a:lnTo>
                    <a:pt x="67" y="227"/>
                  </a:lnTo>
                  <a:lnTo>
                    <a:pt x="0" y="295"/>
                  </a:lnTo>
                </a:path>
              </a:pathLst>
            </a:custGeom>
            <a:noFill/>
            <a:ln w="0">
              <a:solidFill>
                <a:srgbClr val="9933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371" name="Freeform 373">
              <a:extLst>
                <a:ext uri="{FF2B5EF4-FFF2-40B4-BE49-F238E27FC236}">
                  <a16:creationId xmlns:a16="http://schemas.microsoft.com/office/drawing/2014/main" id="{D79CAAD1-D990-0423-1829-9BA2A92AEDF4}"/>
                </a:ext>
              </a:extLst>
            </p:cNvPr>
            <p:cNvSpPr>
              <a:spLocks/>
            </p:cNvSpPr>
            <p:nvPr/>
          </p:nvSpPr>
          <p:spPr bwMode="auto">
            <a:xfrm>
              <a:off x="1518" y="2940"/>
              <a:ext cx="24" cy="31"/>
            </a:xfrm>
            <a:custGeom>
              <a:avLst/>
              <a:gdLst>
                <a:gd name="T0" fmla="*/ 0 w 170"/>
                <a:gd name="T1" fmla="*/ 0 h 220"/>
                <a:gd name="T2" fmla="*/ 0 w 170"/>
                <a:gd name="T3" fmla="*/ 0 h 220"/>
                <a:gd name="T4" fmla="*/ 0 w 170"/>
                <a:gd name="T5" fmla="*/ 0 h 220"/>
                <a:gd name="T6" fmla="*/ 0 60000 65536"/>
                <a:gd name="T7" fmla="*/ 0 60000 65536"/>
                <a:gd name="T8" fmla="*/ 0 60000 65536"/>
                <a:gd name="T9" fmla="*/ 0 w 170"/>
                <a:gd name="T10" fmla="*/ 0 h 220"/>
                <a:gd name="T11" fmla="*/ 170 w 170"/>
                <a:gd name="T12" fmla="*/ 220 h 22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70" h="220">
                  <a:moveTo>
                    <a:pt x="0" y="0"/>
                  </a:moveTo>
                  <a:lnTo>
                    <a:pt x="139" y="160"/>
                  </a:lnTo>
                  <a:lnTo>
                    <a:pt x="170" y="220"/>
                  </a:lnTo>
                </a:path>
              </a:pathLst>
            </a:custGeom>
            <a:noFill/>
            <a:ln w="0">
              <a:solidFill>
                <a:srgbClr val="9933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372" name="Freeform 374">
              <a:extLst>
                <a:ext uri="{FF2B5EF4-FFF2-40B4-BE49-F238E27FC236}">
                  <a16:creationId xmlns:a16="http://schemas.microsoft.com/office/drawing/2014/main" id="{F414BEB9-92DD-CF74-6D90-C85FE7EFB0B2}"/>
                </a:ext>
              </a:extLst>
            </p:cNvPr>
            <p:cNvSpPr>
              <a:spLocks/>
            </p:cNvSpPr>
            <p:nvPr/>
          </p:nvSpPr>
          <p:spPr bwMode="auto">
            <a:xfrm>
              <a:off x="1614" y="2849"/>
              <a:ext cx="2" cy="53"/>
            </a:xfrm>
            <a:custGeom>
              <a:avLst/>
              <a:gdLst>
                <a:gd name="T0" fmla="*/ 0 w 13"/>
                <a:gd name="T1" fmla="*/ 0 h 372"/>
                <a:gd name="T2" fmla="*/ 0 w 13"/>
                <a:gd name="T3" fmla="*/ 0 h 372"/>
                <a:gd name="T4" fmla="*/ 0 w 13"/>
                <a:gd name="T5" fmla="*/ 0 h 372"/>
                <a:gd name="T6" fmla="*/ 0 60000 65536"/>
                <a:gd name="T7" fmla="*/ 0 60000 65536"/>
                <a:gd name="T8" fmla="*/ 0 60000 65536"/>
                <a:gd name="T9" fmla="*/ 0 w 13"/>
                <a:gd name="T10" fmla="*/ 0 h 372"/>
                <a:gd name="T11" fmla="*/ 13 w 13"/>
                <a:gd name="T12" fmla="*/ 372 h 372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3" h="372">
                  <a:moveTo>
                    <a:pt x="0" y="0"/>
                  </a:moveTo>
                  <a:lnTo>
                    <a:pt x="13" y="53"/>
                  </a:lnTo>
                  <a:lnTo>
                    <a:pt x="13" y="372"/>
                  </a:lnTo>
                </a:path>
              </a:pathLst>
            </a:custGeom>
            <a:noFill/>
            <a:ln w="0">
              <a:solidFill>
                <a:srgbClr val="9933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373" name="Freeform 375">
              <a:extLst>
                <a:ext uri="{FF2B5EF4-FFF2-40B4-BE49-F238E27FC236}">
                  <a16:creationId xmlns:a16="http://schemas.microsoft.com/office/drawing/2014/main" id="{9BFD0E16-9911-E507-A4BA-3ACDA3786DE3}"/>
                </a:ext>
              </a:extLst>
            </p:cNvPr>
            <p:cNvSpPr>
              <a:spLocks/>
            </p:cNvSpPr>
            <p:nvPr/>
          </p:nvSpPr>
          <p:spPr bwMode="auto">
            <a:xfrm>
              <a:off x="1616" y="2874"/>
              <a:ext cx="34" cy="4"/>
            </a:xfrm>
            <a:custGeom>
              <a:avLst/>
              <a:gdLst>
                <a:gd name="T0" fmla="*/ 0 w 236"/>
                <a:gd name="T1" fmla="*/ 0 h 30"/>
                <a:gd name="T2" fmla="*/ 0 w 236"/>
                <a:gd name="T3" fmla="*/ 0 h 30"/>
                <a:gd name="T4" fmla="*/ 0 w 236"/>
                <a:gd name="T5" fmla="*/ 0 h 30"/>
                <a:gd name="T6" fmla="*/ 0 w 236"/>
                <a:gd name="T7" fmla="*/ 0 h 30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236"/>
                <a:gd name="T13" fmla="*/ 0 h 30"/>
                <a:gd name="T14" fmla="*/ 236 w 236"/>
                <a:gd name="T15" fmla="*/ 30 h 3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36" h="30">
                  <a:moveTo>
                    <a:pt x="0" y="30"/>
                  </a:moveTo>
                  <a:lnTo>
                    <a:pt x="236" y="8"/>
                  </a:lnTo>
                  <a:lnTo>
                    <a:pt x="218" y="0"/>
                  </a:lnTo>
                  <a:lnTo>
                    <a:pt x="182" y="16"/>
                  </a:lnTo>
                </a:path>
              </a:pathLst>
            </a:custGeom>
            <a:noFill/>
            <a:ln w="0">
              <a:solidFill>
                <a:srgbClr val="9933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374" name="Freeform 376">
              <a:extLst>
                <a:ext uri="{FF2B5EF4-FFF2-40B4-BE49-F238E27FC236}">
                  <a16:creationId xmlns:a16="http://schemas.microsoft.com/office/drawing/2014/main" id="{979E81D8-84CF-53B8-4BA3-A100E3AA6F13}"/>
                </a:ext>
              </a:extLst>
            </p:cNvPr>
            <p:cNvSpPr>
              <a:spLocks/>
            </p:cNvSpPr>
            <p:nvPr/>
          </p:nvSpPr>
          <p:spPr bwMode="auto">
            <a:xfrm>
              <a:off x="1594" y="2894"/>
              <a:ext cx="47" cy="49"/>
            </a:xfrm>
            <a:custGeom>
              <a:avLst/>
              <a:gdLst>
                <a:gd name="T0" fmla="*/ 0 w 332"/>
                <a:gd name="T1" fmla="*/ 0 h 341"/>
                <a:gd name="T2" fmla="*/ 0 w 332"/>
                <a:gd name="T3" fmla="*/ 0 h 341"/>
                <a:gd name="T4" fmla="*/ 0 w 332"/>
                <a:gd name="T5" fmla="*/ 0 h 341"/>
                <a:gd name="T6" fmla="*/ 0 w 332"/>
                <a:gd name="T7" fmla="*/ 0 h 341"/>
                <a:gd name="T8" fmla="*/ 0 w 332"/>
                <a:gd name="T9" fmla="*/ 0 h 341"/>
                <a:gd name="T10" fmla="*/ 0 w 332"/>
                <a:gd name="T11" fmla="*/ 0 h 341"/>
                <a:gd name="T12" fmla="*/ 0 w 332"/>
                <a:gd name="T13" fmla="*/ 0 h 341"/>
                <a:gd name="T14" fmla="*/ 0 w 332"/>
                <a:gd name="T15" fmla="*/ 0 h 341"/>
                <a:gd name="T16" fmla="*/ 0 w 332"/>
                <a:gd name="T17" fmla="*/ 0 h 341"/>
                <a:gd name="T18" fmla="*/ 0 w 332"/>
                <a:gd name="T19" fmla="*/ 0 h 341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w 332"/>
                <a:gd name="T31" fmla="*/ 0 h 341"/>
                <a:gd name="T32" fmla="*/ 332 w 332"/>
                <a:gd name="T33" fmla="*/ 341 h 341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T30" t="T31" r="T32" b="T33"/>
              <a:pathLst>
                <a:path w="332" h="341">
                  <a:moveTo>
                    <a:pt x="0" y="0"/>
                  </a:moveTo>
                  <a:lnTo>
                    <a:pt x="0" y="15"/>
                  </a:lnTo>
                  <a:lnTo>
                    <a:pt x="6" y="84"/>
                  </a:lnTo>
                  <a:lnTo>
                    <a:pt x="18" y="341"/>
                  </a:lnTo>
                  <a:lnTo>
                    <a:pt x="13" y="280"/>
                  </a:lnTo>
                  <a:lnTo>
                    <a:pt x="309" y="266"/>
                  </a:lnTo>
                  <a:lnTo>
                    <a:pt x="291" y="266"/>
                  </a:lnTo>
                  <a:lnTo>
                    <a:pt x="321" y="30"/>
                  </a:lnTo>
                  <a:lnTo>
                    <a:pt x="332" y="46"/>
                  </a:lnTo>
                  <a:lnTo>
                    <a:pt x="13" y="68"/>
                  </a:lnTo>
                </a:path>
              </a:pathLst>
            </a:custGeom>
            <a:noFill/>
            <a:ln w="0">
              <a:solidFill>
                <a:srgbClr val="9933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375" name="Freeform 377">
              <a:extLst>
                <a:ext uri="{FF2B5EF4-FFF2-40B4-BE49-F238E27FC236}">
                  <a16:creationId xmlns:a16="http://schemas.microsoft.com/office/drawing/2014/main" id="{11DA920D-5EAC-077F-104D-D0FCABBE8B4D}"/>
                </a:ext>
              </a:extLst>
            </p:cNvPr>
            <p:cNvSpPr>
              <a:spLocks/>
            </p:cNvSpPr>
            <p:nvPr/>
          </p:nvSpPr>
          <p:spPr bwMode="auto">
            <a:xfrm>
              <a:off x="1577" y="2944"/>
              <a:ext cx="8" cy="32"/>
            </a:xfrm>
            <a:custGeom>
              <a:avLst/>
              <a:gdLst>
                <a:gd name="T0" fmla="*/ 0 w 55"/>
                <a:gd name="T1" fmla="*/ 0 h 226"/>
                <a:gd name="T2" fmla="*/ 0 w 55"/>
                <a:gd name="T3" fmla="*/ 0 h 226"/>
                <a:gd name="T4" fmla="*/ 0 w 55"/>
                <a:gd name="T5" fmla="*/ 0 h 226"/>
                <a:gd name="T6" fmla="*/ 0 w 55"/>
                <a:gd name="T7" fmla="*/ 0 h 226"/>
                <a:gd name="T8" fmla="*/ 0 w 55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55"/>
                <a:gd name="T16" fmla="*/ 0 h 226"/>
                <a:gd name="T17" fmla="*/ 55 w 55"/>
                <a:gd name="T18" fmla="*/ 226 h 22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55" h="226">
                  <a:moveTo>
                    <a:pt x="55" y="0"/>
                  </a:moveTo>
                  <a:lnTo>
                    <a:pt x="48" y="98"/>
                  </a:lnTo>
                  <a:lnTo>
                    <a:pt x="37" y="135"/>
                  </a:lnTo>
                  <a:lnTo>
                    <a:pt x="18" y="196"/>
                  </a:lnTo>
                  <a:lnTo>
                    <a:pt x="0" y="226"/>
                  </a:lnTo>
                </a:path>
              </a:pathLst>
            </a:custGeom>
            <a:noFill/>
            <a:ln w="0">
              <a:solidFill>
                <a:srgbClr val="9933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376" name="Freeform 378">
              <a:extLst>
                <a:ext uri="{FF2B5EF4-FFF2-40B4-BE49-F238E27FC236}">
                  <a16:creationId xmlns:a16="http://schemas.microsoft.com/office/drawing/2014/main" id="{5AF36184-5915-C949-68FE-0F6F14708509}"/>
                </a:ext>
              </a:extLst>
            </p:cNvPr>
            <p:cNvSpPr>
              <a:spLocks/>
            </p:cNvSpPr>
            <p:nvPr/>
          </p:nvSpPr>
          <p:spPr bwMode="auto">
            <a:xfrm>
              <a:off x="1603" y="2948"/>
              <a:ext cx="3" cy="24"/>
            </a:xfrm>
            <a:custGeom>
              <a:avLst/>
              <a:gdLst>
                <a:gd name="T0" fmla="*/ 0 w 23"/>
                <a:gd name="T1" fmla="*/ 0 h 166"/>
                <a:gd name="T2" fmla="*/ 0 w 23"/>
                <a:gd name="T3" fmla="*/ 0 h 166"/>
                <a:gd name="T4" fmla="*/ 0 w 23"/>
                <a:gd name="T5" fmla="*/ 0 h 166"/>
                <a:gd name="T6" fmla="*/ 0 w 23"/>
                <a:gd name="T7" fmla="*/ 0 h 166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23"/>
                <a:gd name="T13" fmla="*/ 0 h 166"/>
                <a:gd name="T14" fmla="*/ 23 w 23"/>
                <a:gd name="T15" fmla="*/ 166 h 16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3" h="166">
                  <a:moveTo>
                    <a:pt x="0" y="0"/>
                  </a:moveTo>
                  <a:lnTo>
                    <a:pt x="18" y="91"/>
                  </a:lnTo>
                  <a:lnTo>
                    <a:pt x="23" y="136"/>
                  </a:lnTo>
                  <a:lnTo>
                    <a:pt x="23" y="166"/>
                  </a:lnTo>
                </a:path>
              </a:pathLst>
            </a:custGeom>
            <a:noFill/>
            <a:ln w="0">
              <a:solidFill>
                <a:srgbClr val="9933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377" name="Freeform 379">
              <a:extLst>
                <a:ext uri="{FF2B5EF4-FFF2-40B4-BE49-F238E27FC236}">
                  <a16:creationId xmlns:a16="http://schemas.microsoft.com/office/drawing/2014/main" id="{6D741350-E752-6F9E-A6D0-9CBD2BD042E6}"/>
                </a:ext>
              </a:extLst>
            </p:cNvPr>
            <p:cNvSpPr>
              <a:spLocks/>
            </p:cNvSpPr>
            <p:nvPr/>
          </p:nvSpPr>
          <p:spPr bwMode="auto">
            <a:xfrm>
              <a:off x="1622" y="2948"/>
              <a:ext cx="7" cy="25"/>
            </a:xfrm>
            <a:custGeom>
              <a:avLst/>
              <a:gdLst>
                <a:gd name="T0" fmla="*/ 0 w 43"/>
                <a:gd name="T1" fmla="*/ 0 h 174"/>
                <a:gd name="T2" fmla="*/ 0 w 43"/>
                <a:gd name="T3" fmla="*/ 0 h 174"/>
                <a:gd name="T4" fmla="*/ 0 w 43"/>
                <a:gd name="T5" fmla="*/ 0 h 174"/>
                <a:gd name="T6" fmla="*/ 0 w 43"/>
                <a:gd name="T7" fmla="*/ 0 h 174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43"/>
                <a:gd name="T13" fmla="*/ 0 h 174"/>
                <a:gd name="T14" fmla="*/ 43 w 43"/>
                <a:gd name="T15" fmla="*/ 174 h 174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43" h="174">
                  <a:moveTo>
                    <a:pt x="0" y="0"/>
                  </a:moveTo>
                  <a:lnTo>
                    <a:pt x="30" y="83"/>
                  </a:lnTo>
                  <a:lnTo>
                    <a:pt x="36" y="144"/>
                  </a:lnTo>
                  <a:lnTo>
                    <a:pt x="43" y="174"/>
                  </a:lnTo>
                </a:path>
              </a:pathLst>
            </a:custGeom>
            <a:noFill/>
            <a:ln w="0">
              <a:solidFill>
                <a:srgbClr val="9933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378" name="Freeform 380">
              <a:extLst>
                <a:ext uri="{FF2B5EF4-FFF2-40B4-BE49-F238E27FC236}">
                  <a16:creationId xmlns:a16="http://schemas.microsoft.com/office/drawing/2014/main" id="{8D7AF41B-00BA-2640-A5CE-1B0C82081456}"/>
                </a:ext>
              </a:extLst>
            </p:cNvPr>
            <p:cNvSpPr>
              <a:spLocks/>
            </p:cNvSpPr>
            <p:nvPr/>
          </p:nvSpPr>
          <p:spPr bwMode="auto">
            <a:xfrm>
              <a:off x="1640" y="2945"/>
              <a:ext cx="14" cy="31"/>
            </a:xfrm>
            <a:custGeom>
              <a:avLst/>
              <a:gdLst>
                <a:gd name="T0" fmla="*/ 0 w 102"/>
                <a:gd name="T1" fmla="*/ 0 h 218"/>
                <a:gd name="T2" fmla="*/ 0 w 102"/>
                <a:gd name="T3" fmla="*/ 0 h 218"/>
                <a:gd name="T4" fmla="*/ 0 w 102"/>
                <a:gd name="T5" fmla="*/ 0 h 218"/>
                <a:gd name="T6" fmla="*/ 0 w 102"/>
                <a:gd name="T7" fmla="*/ 0 h 218"/>
                <a:gd name="T8" fmla="*/ 0 w 102"/>
                <a:gd name="T9" fmla="*/ 0 h 21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02"/>
                <a:gd name="T16" fmla="*/ 0 h 218"/>
                <a:gd name="T17" fmla="*/ 102 w 102"/>
                <a:gd name="T18" fmla="*/ 218 h 21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02" h="218">
                  <a:moveTo>
                    <a:pt x="0" y="0"/>
                  </a:moveTo>
                  <a:lnTo>
                    <a:pt x="54" y="90"/>
                  </a:lnTo>
                  <a:lnTo>
                    <a:pt x="84" y="151"/>
                  </a:lnTo>
                  <a:lnTo>
                    <a:pt x="97" y="188"/>
                  </a:lnTo>
                  <a:lnTo>
                    <a:pt x="102" y="218"/>
                  </a:lnTo>
                </a:path>
              </a:pathLst>
            </a:custGeom>
            <a:noFill/>
            <a:ln w="0">
              <a:solidFill>
                <a:srgbClr val="9933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</p:grpSp>
      <p:grpSp>
        <p:nvGrpSpPr>
          <p:cNvPr id="379" name="Group 381">
            <a:extLst>
              <a:ext uri="{FF2B5EF4-FFF2-40B4-BE49-F238E27FC236}">
                <a16:creationId xmlns:a16="http://schemas.microsoft.com/office/drawing/2014/main" id="{8F563B2F-D799-9A9C-9FF6-D6A4F1424E08}"/>
              </a:ext>
            </a:extLst>
          </p:cNvPr>
          <p:cNvGrpSpPr>
            <a:grpSpLocks/>
          </p:cNvGrpSpPr>
          <p:nvPr/>
        </p:nvGrpSpPr>
        <p:grpSpPr bwMode="auto">
          <a:xfrm>
            <a:off x="11247015" y="1113262"/>
            <a:ext cx="3794126" cy="2476500"/>
            <a:chOff x="1944" y="450"/>
            <a:chExt cx="1195" cy="780"/>
          </a:xfrm>
        </p:grpSpPr>
        <p:sp>
          <p:nvSpPr>
            <p:cNvPr id="380" name="Freeform 382">
              <a:extLst>
                <a:ext uri="{FF2B5EF4-FFF2-40B4-BE49-F238E27FC236}">
                  <a16:creationId xmlns:a16="http://schemas.microsoft.com/office/drawing/2014/main" id="{CDEE6358-388A-DC89-4484-2305C55DB460}"/>
                </a:ext>
              </a:extLst>
            </p:cNvPr>
            <p:cNvSpPr>
              <a:spLocks/>
            </p:cNvSpPr>
            <p:nvPr/>
          </p:nvSpPr>
          <p:spPr bwMode="auto">
            <a:xfrm>
              <a:off x="1947" y="609"/>
              <a:ext cx="202" cy="621"/>
            </a:xfrm>
            <a:custGeom>
              <a:avLst/>
              <a:gdLst>
                <a:gd name="T0" fmla="*/ 0 w 202"/>
                <a:gd name="T1" fmla="*/ 0 h 621"/>
                <a:gd name="T2" fmla="*/ 202 w 202"/>
                <a:gd name="T3" fmla="*/ 621 h 621"/>
                <a:gd name="T4" fmla="*/ 0 60000 65536"/>
                <a:gd name="T5" fmla="*/ 0 60000 65536"/>
                <a:gd name="T6" fmla="*/ 0 w 202"/>
                <a:gd name="T7" fmla="*/ 0 h 621"/>
                <a:gd name="T8" fmla="*/ 202 w 202"/>
                <a:gd name="T9" fmla="*/ 621 h 621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202" h="621">
                  <a:moveTo>
                    <a:pt x="0" y="0"/>
                  </a:moveTo>
                  <a:lnTo>
                    <a:pt x="202" y="621"/>
                  </a:lnTo>
                </a:path>
              </a:pathLst>
            </a:custGeom>
            <a:solidFill>
              <a:srgbClr val="FFFFFF"/>
            </a:solidFill>
            <a:ln w="0">
              <a:solidFill>
                <a:srgbClr val="9933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381" name="Freeform 383">
              <a:extLst>
                <a:ext uri="{FF2B5EF4-FFF2-40B4-BE49-F238E27FC236}">
                  <a16:creationId xmlns:a16="http://schemas.microsoft.com/office/drawing/2014/main" id="{6C20B33B-3D11-98AA-C2B9-D7EDCE22EE0D}"/>
                </a:ext>
              </a:extLst>
            </p:cNvPr>
            <p:cNvSpPr>
              <a:spLocks/>
            </p:cNvSpPr>
            <p:nvPr/>
          </p:nvSpPr>
          <p:spPr bwMode="auto">
            <a:xfrm>
              <a:off x="1944" y="606"/>
              <a:ext cx="553" cy="278"/>
            </a:xfrm>
            <a:custGeom>
              <a:avLst/>
              <a:gdLst>
                <a:gd name="T0" fmla="*/ 553 w 553"/>
                <a:gd name="T1" fmla="*/ 278 h 278"/>
                <a:gd name="T2" fmla="*/ 0 w 553"/>
                <a:gd name="T3" fmla="*/ 0 h 278"/>
                <a:gd name="T4" fmla="*/ 0 60000 65536"/>
                <a:gd name="T5" fmla="*/ 0 60000 65536"/>
                <a:gd name="T6" fmla="*/ 0 w 553"/>
                <a:gd name="T7" fmla="*/ 0 h 278"/>
                <a:gd name="T8" fmla="*/ 553 w 553"/>
                <a:gd name="T9" fmla="*/ 278 h 278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553" h="278">
                  <a:moveTo>
                    <a:pt x="553" y="278"/>
                  </a:moveTo>
                  <a:lnTo>
                    <a:pt x="0" y="0"/>
                  </a:lnTo>
                </a:path>
              </a:pathLst>
            </a:custGeom>
            <a:solidFill>
              <a:srgbClr val="FFFFFF"/>
            </a:solidFill>
            <a:ln w="0">
              <a:solidFill>
                <a:srgbClr val="9933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382" name="Freeform 384">
              <a:extLst>
                <a:ext uri="{FF2B5EF4-FFF2-40B4-BE49-F238E27FC236}">
                  <a16:creationId xmlns:a16="http://schemas.microsoft.com/office/drawing/2014/main" id="{BA854CF6-28C0-4554-FB95-14BA5F4AA891}"/>
                </a:ext>
              </a:extLst>
            </p:cNvPr>
            <p:cNvSpPr>
              <a:spLocks/>
            </p:cNvSpPr>
            <p:nvPr/>
          </p:nvSpPr>
          <p:spPr bwMode="auto">
            <a:xfrm>
              <a:off x="1950" y="609"/>
              <a:ext cx="683" cy="141"/>
            </a:xfrm>
            <a:custGeom>
              <a:avLst/>
              <a:gdLst>
                <a:gd name="T0" fmla="*/ 683 w 683"/>
                <a:gd name="T1" fmla="*/ 141 h 141"/>
                <a:gd name="T2" fmla="*/ 0 w 683"/>
                <a:gd name="T3" fmla="*/ 0 h 141"/>
                <a:gd name="T4" fmla="*/ 0 60000 65536"/>
                <a:gd name="T5" fmla="*/ 0 60000 65536"/>
                <a:gd name="T6" fmla="*/ 0 w 683"/>
                <a:gd name="T7" fmla="*/ 0 h 141"/>
                <a:gd name="T8" fmla="*/ 683 w 683"/>
                <a:gd name="T9" fmla="*/ 141 h 141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683" h="141">
                  <a:moveTo>
                    <a:pt x="683" y="141"/>
                  </a:moveTo>
                  <a:lnTo>
                    <a:pt x="0" y="0"/>
                  </a:lnTo>
                </a:path>
              </a:pathLst>
            </a:custGeom>
            <a:solidFill>
              <a:srgbClr val="FFFFFF"/>
            </a:solidFill>
            <a:ln w="0">
              <a:solidFill>
                <a:srgbClr val="9933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383" name="Line 385">
              <a:extLst>
                <a:ext uri="{FF2B5EF4-FFF2-40B4-BE49-F238E27FC236}">
                  <a16:creationId xmlns:a16="http://schemas.microsoft.com/office/drawing/2014/main" id="{91A235A9-E334-D26A-940D-2DDE633E6B1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949" y="610"/>
              <a:ext cx="1190" cy="1"/>
            </a:xfrm>
            <a:prstGeom prst="line">
              <a:avLst/>
            </a:prstGeom>
            <a:noFill/>
            <a:ln w="0">
              <a:solidFill>
                <a:srgbClr val="9933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384" name="Freeform 386">
              <a:extLst>
                <a:ext uri="{FF2B5EF4-FFF2-40B4-BE49-F238E27FC236}">
                  <a16:creationId xmlns:a16="http://schemas.microsoft.com/office/drawing/2014/main" id="{5AD16FF2-16C8-28BB-0725-043D9F6C091F}"/>
                </a:ext>
              </a:extLst>
            </p:cNvPr>
            <p:cNvSpPr>
              <a:spLocks/>
            </p:cNvSpPr>
            <p:nvPr/>
          </p:nvSpPr>
          <p:spPr bwMode="auto">
            <a:xfrm>
              <a:off x="1947" y="457"/>
              <a:ext cx="89" cy="8"/>
            </a:xfrm>
            <a:custGeom>
              <a:avLst/>
              <a:gdLst>
                <a:gd name="T0" fmla="*/ 0 w 624"/>
                <a:gd name="T1" fmla="*/ 0 h 61"/>
                <a:gd name="T2" fmla="*/ 0 w 624"/>
                <a:gd name="T3" fmla="*/ 0 h 61"/>
                <a:gd name="T4" fmla="*/ 0 w 624"/>
                <a:gd name="T5" fmla="*/ 0 h 61"/>
                <a:gd name="T6" fmla="*/ 0 w 624"/>
                <a:gd name="T7" fmla="*/ 0 h 61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624"/>
                <a:gd name="T13" fmla="*/ 0 h 61"/>
                <a:gd name="T14" fmla="*/ 624 w 624"/>
                <a:gd name="T15" fmla="*/ 61 h 61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624" h="61">
                  <a:moveTo>
                    <a:pt x="0" y="61"/>
                  </a:moveTo>
                  <a:lnTo>
                    <a:pt x="624" y="16"/>
                  </a:lnTo>
                  <a:lnTo>
                    <a:pt x="599" y="0"/>
                  </a:lnTo>
                  <a:lnTo>
                    <a:pt x="526" y="23"/>
                  </a:lnTo>
                </a:path>
              </a:pathLst>
            </a:custGeom>
            <a:noFill/>
            <a:ln w="0">
              <a:solidFill>
                <a:srgbClr val="9933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385" name="Freeform 387">
              <a:extLst>
                <a:ext uri="{FF2B5EF4-FFF2-40B4-BE49-F238E27FC236}">
                  <a16:creationId xmlns:a16="http://schemas.microsoft.com/office/drawing/2014/main" id="{C6005E05-8E6E-9CB4-EDFF-C20AC2CBC51F}"/>
                </a:ext>
              </a:extLst>
            </p:cNvPr>
            <p:cNvSpPr>
              <a:spLocks/>
            </p:cNvSpPr>
            <p:nvPr/>
          </p:nvSpPr>
          <p:spPr bwMode="auto">
            <a:xfrm>
              <a:off x="1962" y="467"/>
              <a:ext cx="17" cy="87"/>
            </a:xfrm>
            <a:custGeom>
              <a:avLst/>
              <a:gdLst>
                <a:gd name="T0" fmla="*/ 0 w 120"/>
                <a:gd name="T1" fmla="*/ 0 h 613"/>
                <a:gd name="T2" fmla="*/ 0 w 120"/>
                <a:gd name="T3" fmla="*/ 0 h 613"/>
                <a:gd name="T4" fmla="*/ 0 w 120"/>
                <a:gd name="T5" fmla="*/ 0 h 613"/>
                <a:gd name="T6" fmla="*/ 0 w 120"/>
                <a:gd name="T7" fmla="*/ 0 h 613"/>
                <a:gd name="T8" fmla="*/ 0 w 120"/>
                <a:gd name="T9" fmla="*/ 0 h 613"/>
                <a:gd name="T10" fmla="*/ 0 w 120"/>
                <a:gd name="T11" fmla="*/ 0 h 613"/>
                <a:gd name="T12" fmla="*/ 0 w 120"/>
                <a:gd name="T13" fmla="*/ 0 h 613"/>
                <a:gd name="T14" fmla="*/ 0 w 120"/>
                <a:gd name="T15" fmla="*/ 0 h 613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w 120"/>
                <a:gd name="T25" fmla="*/ 0 h 613"/>
                <a:gd name="T26" fmla="*/ 120 w 120"/>
                <a:gd name="T27" fmla="*/ 613 h 613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120" h="613">
                  <a:moveTo>
                    <a:pt x="120" y="0"/>
                  </a:moveTo>
                  <a:lnTo>
                    <a:pt x="115" y="151"/>
                  </a:lnTo>
                  <a:lnTo>
                    <a:pt x="109" y="272"/>
                  </a:lnTo>
                  <a:lnTo>
                    <a:pt x="90" y="378"/>
                  </a:lnTo>
                  <a:lnTo>
                    <a:pt x="66" y="462"/>
                  </a:lnTo>
                  <a:lnTo>
                    <a:pt x="42" y="522"/>
                  </a:lnTo>
                  <a:lnTo>
                    <a:pt x="18" y="575"/>
                  </a:lnTo>
                  <a:lnTo>
                    <a:pt x="0" y="613"/>
                  </a:lnTo>
                </a:path>
              </a:pathLst>
            </a:custGeom>
            <a:noFill/>
            <a:ln w="0">
              <a:solidFill>
                <a:srgbClr val="9933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386" name="Freeform 388">
              <a:extLst>
                <a:ext uri="{FF2B5EF4-FFF2-40B4-BE49-F238E27FC236}">
                  <a16:creationId xmlns:a16="http://schemas.microsoft.com/office/drawing/2014/main" id="{073AD3AE-5BA2-2E3F-1ABF-BAF8C7B258D7}"/>
                </a:ext>
              </a:extLst>
            </p:cNvPr>
            <p:cNvSpPr>
              <a:spLocks/>
            </p:cNvSpPr>
            <p:nvPr/>
          </p:nvSpPr>
          <p:spPr bwMode="auto">
            <a:xfrm>
              <a:off x="1979" y="463"/>
              <a:ext cx="24" cy="99"/>
            </a:xfrm>
            <a:custGeom>
              <a:avLst/>
              <a:gdLst>
                <a:gd name="T0" fmla="*/ 0 w 170"/>
                <a:gd name="T1" fmla="*/ 0 h 689"/>
                <a:gd name="T2" fmla="*/ 0 w 170"/>
                <a:gd name="T3" fmla="*/ 0 h 689"/>
                <a:gd name="T4" fmla="*/ 0 w 170"/>
                <a:gd name="T5" fmla="*/ 0 h 689"/>
                <a:gd name="T6" fmla="*/ 0 w 170"/>
                <a:gd name="T7" fmla="*/ 0 h 689"/>
                <a:gd name="T8" fmla="*/ 0 w 170"/>
                <a:gd name="T9" fmla="*/ 0 h 689"/>
                <a:gd name="T10" fmla="*/ 0 w 170"/>
                <a:gd name="T11" fmla="*/ 0 h 689"/>
                <a:gd name="T12" fmla="*/ 0 w 170"/>
                <a:gd name="T13" fmla="*/ 0 h 689"/>
                <a:gd name="T14" fmla="*/ 0 w 170"/>
                <a:gd name="T15" fmla="*/ 0 h 689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w 170"/>
                <a:gd name="T25" fmla="*/ 0 h 689"/>
                <a:gd name="T26" fmla="*/ 170 w 170"/>
                <a:gd name="T27" fmla="*/ 689 h 689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170" h="689">
                  <a:moveTo>
                    <a:pt x="0" y="689"/>
                  </a:moveTo>
                  <a:lnTo>
                    <a:pt x="43" y="621"/>
                  </a:lnTo>
                  <a:lnTo>
                    <a:pt x="73" y="560"/>
                  </a:lnTo>
                  <a:lnTo>
                    <a:pt x="104" y="485"/>
                  </a:lnTo>
                  <a:lnTo>
                    <a:pt x="128" y="386"/>
                  </a:lnTo>
                  <a:lnTo>
                    <a:pt x="146" y="280"/>
                  </a:lnTo>
                  <a:lnTo>
                    <a:pt x="159" y="158"/>
                  </a:lnTo>
                  <a:lnTo>
                    <a:pt x="170" y="0"/>
                  </a:lnTo>
                </a:path>
              </a:pathLst>
            </a:custGeom>
            <a:noFill/>
            <a:ln w="0">
              <a:solidFill>
                <a:srgbClr val="9933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387" name="Freeform 389">
              <a:extLst>
                <a:ext uri="{FF2B5EF4-FFF2-40B4-BE49-F238E27FC236}">
                  <a16:creationId xmlns:a16="http://schemas.microsoft.com/office/drawing/2014/main" id="{64072E50-F71A-C80F-22E5-C4E1F147E8C4}"/>
                </a:ext>
              </a:extLst>
            </p:cNvPr>
            <p:cNvSpPr>
              <a:spLocks/>
            </p:cNvSpPr>
            <p:nvPr/>
          </p:nvSpPr>
          <p:spPr bwMode="auto">
            <a:xfrm>
              <a:off x="2000" y="517"/>
              <a:ext cx="12" cy="22"/>
            </a:xfrm>
            <a:custGeom>
              <a:avLst/>
              <a:gdLst>
                <a:gd name="T0" fmla="*/ 0 w 84"/>
                <a:gd name="T1" fmla="*/ 0 h 152"/>
                <a:gd name="T2" fmla="*/ 0 w 84"/>
                <a:gd name="T3" fmla="*/ 0 h 152"/>
                <a:gd name="T4" fmla="*/ 0 w 84"/>
                <a:gd name="T5" fmla="*/ 0 h 152"/>
                <a:gd name="T6" fmla="*/ 0 w 84"/>
                <a:gd name="T7" fmla="*/ 0 h 152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84"/>
                <a:gd name="T13" fmla="*/ 0 h 152"/>
                <a:gd name="T14" fmla="*/ 84 w 84"/>
                <a:gd name="T15" fmla="*/ 152 h 152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84" h="152">
                  <a:moveTo>
                    <a:pt x="0" y="0"/>
                  </a:moveTo>
                  <a:lnTo>
                    <a:pt x="79" y="99"/>
                  </a:lnTo>
                  <a:lnTo>
                    <a:pt x="84" y="152"/>
                  </a:lnTo>
                  <a:lnTo>
                    <a:pt x="73" y="99"/>
                  </a:lnTo>
                </a:path>
              </a:pathLst>
            </a:custGeom>
            <a:noFill/>
            <a:ln w="0">
              <a:solidFill>
                <a:srgbClr val="9933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388" name="Freeform 390">
              <a:extLst>
                <a:ext uri="{FF2B5EF4-FFF2-40B4-BE49-F238E27FC236}">
                  <a16:creationId xmlns:a16="http://schemas.microsoft.com/office/drawing/2014/main" id="{BCF67588-7391-C3EF-F717-CD61327012B3}"/>
                </a:ext>
              </a:extLst>
            </p:cNvPr>
            <p:cNvSpPr>
              <a:spLocks/>
            </p:cNvSpPr>
            <p:nvPr/>
          </p:nvSpPr>
          <p:spPr bwMode="auto">
            <a:xfrm>
              <a:off x="1976" y="520"/>
              <a:ext cx="11" cy="14"/>
            </a:xfrm>
            <a:custGeom>
              <a:avLst/>
              <a:gdLst>
                <a:gd name="T0" fmla="*/ 0 w 73"/>
                <a:gd name="T1" fmla="*/ 0 h 98"/>
                <a:gd name="T2" fmla="*/ 0 w 73"/>
                <a:gd name="T3" fmla="*/ 0 h 98"/>
                <a:gd name="T4" fmla="*/ 0 w 73"/>
                <a:gd name="T5" fmla="*/ 0 h 98"/>
                <a:gd name="T6" fmla="*/ 0 w 73"/>
                <a:gd name="T7" fmla="*/ 0 h 98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73"/>
                <a:gd name="T13" fmla="*/ 0 h 98"/>
                <a:gd name="T14" fmla="*/ 73 w 73"/>
                <a:gd name="T15" fmla="*/ 98 h 98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73" h="98">
                  <a:moveTo>
                    <a:pt x="0" y="0"/>
                  </a:moveTo>
                  <a:lnTo>
                    <a:pt x="61" y="53"/>
                  </a:lnTo>
                  <a:lnTo>
                    <a:pt x="73" y="98"/>
                  </a:lnTo>
                  <a:lnTo>
                    <a:pt x="49" y="45"/>
                  </a:lnTo>
                </a:path>
              </a:pathLst>
            </a:custGeom>
            <a:noFill/>
            <a:ln w="0">
              <a:solidFill>
                <a:srgbClr val="9933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389" name="Freeform 391">
              <a:extLst>
                <a:ext uri="{FF2B5EF4-FFF2-40B4-BE49-F238E27FC236}">
                  <a16:creationId xmlns:a16="http://schemas.microsoft.com/office/drawing/2014/main" id="{91C267A6-A6AB-E0C9-B4D0-02231C842965}"/>
                </a:ext>
              </a:extLst>
            </p:cNvPr>
            <p:cNvSpPr>
              <a:spLocks/>
            </p:cNvSpPr>
            <p:nvPr/>
          </p:nvSpPr>
          <p:spPr bwMode="auto">
            <a:xfrm>
              <a:off x="1953" y="490"/>
              <a:ext cx="3" cy="88"/>
            </a:xfrm>
            <a:custGeom>
              <a:avLst/>
              <a:gdLst>
                <a:gd name="T0" fmla="*/ 0 w 23"/>
                <a:gd name="T1" fmla="*/ 0 h 613"/>
                <a:gd name="T2" fmla="*/ 0 w 23"/>
                <a:gd name="T3" fmla="*/ 0 h 613"/>
                <a:gd name="T4" fmla="*/ 0 w 23"/>
                <a:gd name="T5" fmla="*/ 0 h 613"/>
                <a:gd name="T6" fmla="*/ 0 w 23"/>
                <a:gd name="T7" fmla="*/ 0 h 613"/>
                <a:gd name="T8" fmla="*/ 0 w 23"/>
                <a:gd name="T9" fmla="*/ 0 h 613"/>
                <a:gd name="T10" fmla="*/ 0 w 23"/>
                <a:gd name="T11" fmla="*/ 0 h 613"/>
                <a:gd name="T12" fmla="*/ 0 w 23"/>
                <a:gd name="T13" fmla="*/ 0 h 613"/>
                <a:gd name="T14" fmla="*/ 0 w 23"/>
                <a:gd name="T15" fmla="*/ 0 h 613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w 23"/>
                <a:gd name="T25" fmla="*/ 0 h 613"/>
                <a:gd name="T26" fmla="*/ 23 w 23"/>
                <a:gd name="T27" fmla="*/ 613 h 613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23" h="613">
                  <a:moveTo>
                    <a:pt x="0" y="0"/>
                  </a:moveTo>
                  <a:lnTo>
                    <a:pt x="5" y="15"/>
                  </a:lnTo>
                  <a:lnTo>
                    <a:pt x="18" y="76"/>
                  </a:lnTo>
                  <a:lnTo>
                    <a:pt x="23" y="310"/>
                  </a:lnTo>
                  <a:lnTo>
                    <a:pt x="23" y="523"/>
                  </a:lnTo>
                  <a:lnTo>
                    <a:pt x="23" y="613"/>
                  </a:lnTo>
                  <a:lnTo>
                    <a:pt x="11" y="561"/>
                  </a:lnTo>
                  <a:lnTo>
                    <a:pt x="23" y="462"/>
                  </a:lnTo>
                </a:path>
              </a:pathLst>
            </a:custGeom>
            <a:noFill/>
            <a:ln w="0">
              <a:solidFill>
                <a:srgbClr val="9933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390" name="Freeform 392">
              <a:extLst>
                <a:ext uri="{FF2B5EF4-FFF2-40B4-BE49-F238E27FC236}">
                  <a16:creationId xmlns:a16="http://schemas.microsoft.com/office/drawing/2014/main" id="{FB197A2F-5C3B-4C50-4BFE-EBDD39C98E98}"/>
                </a:ext>
              </a:extLst>
            </p:cNvPr>
            <p:cNvSpPr>
              <a:spLocks/>
            </p:cNvSpPr>
            <p:nvPr/>
          </p:nvSpPr>
          <p:spPr bwMode="auto">
            <a:xfrm>
              <a:off x="1956" y="489"/>
              <a:ext cx="71" cy="90"/>
            </a:xfrm>
            <a:custGeom>
              <a:avLst/>
              <a:gdLst>
                <a:gd name="T0" fmla="*/ 0 w 502"/>
                <a:gd name="T1" fmla="*/ 0 h 628"/>
                <a:gd name="T2" fmla="*/ 0 w 502"/>
                <a:gd name="T3" fmla="*/ 0 h 628"/>
                <a:gd name="T4" fmla="*/ 0 w 502"/>
                <a:gd name="T5" fmla="*/ 0 h 628"/>
                <a:gd name="T6" fmla="*/ 0 w 502"/>
                <a:gd name="T7" fmla="*/ 0 h 628"/>
                <a:gd name="T8" fmla="*/ 0 w 502"/>
                <a:gd name="T9" fmla="*/ 0 h 628"/>
                <a:gd name="T10" fmla="*/ 0 w 502"/>
                <a:gd name="T11" fmla="*/ 0 h 628"/>
                <a:gd name="T12" fmla="*/ 0 w 502"/>
                <a:gd name="T13" fmla="*/ 0 h 628"/>
                <a:gd name="T14" fmla="*/ 0 w 502"/>
                <a:gd name="T15" fmla="*/ 0 h 628"/>
                <a:gd name="T16" fmla="*/ 0 w 502"/>
                <a:gd name="T17" fmla="*/ 0 h 628"/>
                <a:gd name="T18" fmla="*/ 0 w 502"/>
                <a:gd name="T19" fmla="*/ 0 h 628"/>
                <a:gd name="T20" fmla="*/ 0 w 502"/>
                <a:gd name="T21" fmla="*/ 0 h 628"/>
                <a:gd name="T22" fmla="*/ 0 w 502"/>
                <a:gd name="T23" fmla="*/ 0 h 628"/>
                <a:gd name="T24" fmla="*/ 0 w 502"/>
                <a:gd name="T25" fmla="*/ 0 h 628"/>
                <a:gd name="T26" fmla="*/ 0 w 502"/>
                <a:gd name="T27" fmla="*/ 0 h 628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w 502"/>
                <a:gd name="T43" fmla="*/ 0 h 628"/>
                <a:gd name="T44" fmla="*/ 502 w 502"/>
                <a:gd name="T45" fmla="*/ 628 h 628"/>
              </a:gdLst>
              <a:ahLst/>
              <a:cxnLst>
                <a:cxn ang="T28">
                  <a:pos x="T0" y="T1"/>
                </a:cxn>
                <a:cxn ang="T29">
                  <a:pos x="T2" y="T3"/>
                </a:cxn>
                <a:cxn ang="T30">
                  <a:pos x="T4" y="T5"/>
                </a:cxn>
                <a:cxn ang="T31">
                  <a:pos x="T6" y="T7"/>
                </a:cxn>
                <a:cxn ang="T32">
                  <a:pos x="T8" y="T9"/>
                </a:cxn>
                <a:cxn ang="T33">
                  <a:pos x="T10" y="T11"/>
                </a:cxn>
                <a:cxn ang="T34">
                  <a:pos x="T12" y="T13"/>
                </a:cxn>
                <a:cxn ang="T35">
                  <a:pos x="T14" y="T15"/>
                </a:cxn>
                <a:cxn ang="T36">
                  <a:pos x="T16" y="T17"/>
                </a:cxn>
                <a:cxn ang="T37">
                  <a:pos x="T18" y="T19"/>
                </a:cxn>
                <a:cxn ang="T38">
                  <a:pos x="T20" y="T21"/>
                </a:cxn>
                <a:cxn ang="T39">
                  <a:pos x="T22" y="T23"/>
                </a:cxn>
                <a:cxn ang="T40">
                  <a:pos x="T24" y="T25"/>
                </a:cxn>
                <a:cxn ang="T41">
                  <a:pos x="T26" y="T27"/>
                </a:cxn>
              </a:cxnLst>
              <a:rect l="T42" t="T43" r="T44" b="T45"/>
              <a:pathLst>
                <a:path w="502" h="628">
                  <a:moveTo>
                    <a:pt x="0" y="83"/>
                  </a:moveTo>
                  <a:lnTo>
                    <a:pt x="230" y="60"/>
                  </a:lnTo>
                  <a:lnTo>
                    <a:pt x="242" y="60"/>
                  </a:lnTo>
                  <a:lnTo>
                    <a:pt x="248" y="53"/>
                  </a:lnTo>
                  <a:lnTo>
                    <a:pt x="490" y="22"/>
                  </a:lnTo>
                  <a:lnTo>
                    <a:pt x="502" y="14"/>
                  </a:lnTo>
                  <a:lnTo>
                    <a:pt x="490" y="0"/>
                  </a:lnTo>
                  <a:lnTo>
                    <a:pt x="483" y="30"/>
                  </a:lnTo>
                  <a:lnTo>
                    <a:pt x="478" y="257"/>
                  </a:lnTo>
                  <a:lnTo>
                    <a:pt x="472" y="370"/>
                  </a:lnTo>
                  <a:lnTo>
                    <a:pt x="465" y="499"/>
                  </a:lnTo>
                  <a:lnTo>
                    <a:pt x="447" y="628"/>
                  </a:lnTo>
                  <a:lnTo>
                    <a:pt x="339" y="507"/>
                  </a:lnTo>
                  <a:lnTo>
                    <a:pt x="447" y="606"/>
                  </a:lnTo>
                </a:path>
              </a:pathLst>
            </a:custGeom>
            <a:noFill/>
            <a:ln w="0">
              <a:solidFill>
                <a:srgbClr val="9933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391" name="Freeform 393">
              <a:extLst>
                <a:ext uri="{FF2B5EF4-FFF2-40B4-BE49-F238E27FC236}">
                  <a16:creationId xmlns:a16="http://schemas.microsoft.com/office/drawing/2014/main" id="{C4D2F037-070D-AE80-BA18-EF32D96A1DF6}"/>
                </a:ext>
              </a:extLst>
            </p:cNvPr>
            <p:cNvSpPr>
              <a:spLocks/>
            </p:cNvSpPr>
            <p:nvPr/>
          </p:nvSpPr>
          <p:spPr bwMode="auto">
            <a:xfrm>
              <a:off x="2069" y="452"/>
              <a:ext cx="65" cy="11"/>
            </a:xfrm>
            <a:custGeom>
              <a:avLst/>
              <a:gdLst>
                <a:gd name="T0" fmla="*/ 0 w 453"/>
                <a:gd name="T1" fmla="*/ 0 h 76"/>
                <a:gd name="T2" fmla="*/ 0 w 453"/>
                <a:gd name="T3" fmla="*/ 0 h 76"/>
                <a:gd name="T4" fmla="*/ 0 w 453"/>
                <a:gd name="T5" fmla="*/ 0 h 76"/>
                <a:gd name="T6" fmla="*/ 0 w 453"/>
                <a:gd name="T7" fmla="*/ 0 h 76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453"/>
                <a:gd name="T13" fmla="*/ 0 h 76"/>
                <a:gd name="T14" fmla="*/ 453 w 453"/>
                <a:gd name="T15" fmla="*/ 76 h 7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453" h="76">
                  <a:moveTo>
                    <a:pt x="0" y="76"/>
                  </a:moveTo>
                  <a:lnTo>
                    <a:pt x="453" y="8"/>
                  </a:lnTo>
                  <a:lnTo>
                    <a:pt x="436" y="0"/>
                  </a:lnTo>
                  <a:lnTo>
                    <a:pt x="393" y="15"/>
                  </a:lnTo>
                </a:path>
              </a:pathLst>
            </a:custGeom>
            <a:noFill/>
            <a:ln w="0">
              <a:solidFill>
                <a:srgbClr val="9933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392" name="Freeform 394">
              <a:extLst>
                <a:ext uri="{FF2B5EF4-FFF2-40B4-BE49-F238E27FC236}">
                  <a16:creationId xmlns:a16="http://schemas.microsoft.com/office/drawing/2014/main" id="{F44CF3E9-E5FE-6241-6C2C-10567BA6103E}"/>
                </a:ext>
              </a:extLst>
            </p:cNvPr>
            <p:cNvSpPr>
              <a:spLocks/>
            </p:cNvSpPr>
            <p:nvPr/>
          </p:nvSpPr>
          <p:spPr bwMode="auto">
            <a:xfrm>
              <a:off x="2101" y="459"/>
              <a:ext cx="2" cy="123"/>
            </a:xfrm>
            <a:custGeom>
              <a:avLst/>
              <a:gdLst>
                <a:gd name="T0" fmla="*/ 0 w 13"/>
                <a:gd name="T1" fmla="*/ 0 h 863"/>
                <a:gd name="T2" fmla="*/ 0 w 13"/>
                <a:gd name="T3" fmla="*/ 0 h 863"/>
                <a:gd name="T4" fmla="*/ 0 w 13"/>
                <a:gd name="T5" fmla="*/ 0 h 863"/>
                <a:gd name="T6" fmla="*/ 0 w 13"/>
                <a:gd name="T7" fmla="*/ 0 h 863"/>
                <a:gd name="T8" fmla="*/ 0 w 13"/>
                <a:gd name="T9" fmla="*/ 0 h 863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3"/>
                <a:gd name="T16" fmla="*/ 0 h 863"/>
                <a:gd name="T17" fmla="*/ 13 w 13"/>
                <a:gd name="T18" fmla="*/ 863 h 863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3" h="863">
                  <a:moveTo>
                    <a:pt x="7" y="0"/>
                  </a:moveTo>
                  <a:lnTo>
                    <a:pt x="13" y="742"/>
                  </a:lnTo>
                  <a:lnTo>
                    <a:pt x="7" y="863"/>
                  </a:lnTo>
                  <a:lnTo>
                    <a:pt x="0" y="810"/>
                  </a:lnTo>
                  <a:lnTo>
                    <a:pt x="7" y="749"/>
                  </a:lnTo>
                </a:path>
              </a:pathLst>
            </a:custGeom>
            <a:noFill/>
            <a:ln w="0">
              <a:solidFill>
                <a:srgbClr val="9933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393" name="Freeform 395">
              <a:extLst>
                <a:ext uri="{FF2B5EF4-FFF2-40B4-BE49-F238E27FC236}">
                  <a16:creationId xmlns:a16="http://schemas.microsoft.com/office/drawing/2014/main" id="{D0C066C9-10FB-0C7C-C24E-FC4E5896837A}"/>
                </a:ext>
              </a:extLst>
            </p:cNvPr>
            <p:cNvSpPr>
              <a:spLocks/>
            </p:cNvSpPr>
            <p:nvPr/>
          </p:nvSpPr>
          <p:spPr bwMode="auto">
            <a:xfrm>
              <a:off x="2056" y="507"/>
              <a:ext cx="91" cy="15"/>
            </a:xfrm>
            <a:custGeom>
              <a:avLst/>
              <a:gdLst>
                <a:gd name="T0" fmla="*/ 0 w 635"/>
                <a:gd name="T1" fmla="*/ 0 h 106"/>
                <a:gd name="T2" fmla="*/ 0 w 635"/>
                <a:gd name="T3" fmla="*/ 0 h 106"/>
                <a:gd name="T4" fmla="*/ 0 w 635"/>
                <a:gd name="T5" fmla="*/ 0 h 106"/>
                <a:gd name="T6" fmla="*/ 0 w 635"/>
                <a:gd name="T7" fmla="*/ 0 h 106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635"/>
                <a:gd name="T13" fmla="*/ 0 h 106"/>
                <a:gd name="T14" fmla="*/ 635 w 635"/>
                <a:gd name="T15" fmla="*/ 106 h 10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635" h="106">
                  <a:moveTo>
                    <a:pt x="0" y="106"/>
                  </a:moveTo>
                  <a:lnTo>
                    <a:pt x="635" y="7"/>
                  </a:lnTo>
                  <a:lnTo>
                    <a:pt x="605" y="0"/>
                  </a:lnTo>
                  <a:lnTo>
                    <a:pt x="562" y="23"/>
                  </a:lnTo>
                </a:path>
              </a:pathLst>
            </a:custGeom>
            <a:noFill/>
            <a:ln w="0">
              <a:solidFill>
                <a:srgbClr val="9933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394" name="Freeform 396">
              <a:extLst>
                <a:ext uri="{FF2B5EF4-FFF2-40B4-BE49-F238E27FC236}">
                  <a16:creationId xmlns:a16="http://schemas.microsoft.com/office/drawing/2014/main" id="{6BFD1316-C626-2426-FA3E-0EFC6BDA67EF}"/>
                </a:ext>
              </a:extLst>
            </p:cNvPr>
            <p:cNvSpPr>
              <a:spLocks/>
            </p:cNvSpPr>
            <p:nvPr/>
          </p:nvSpPr>
          <p:spPr bwMode="auto">
            <a:xfrm>
              <a:off x="2116" y="470"/>
              <a:ext cx="13" cy="34"/>
            </a:xfrm>
            <a:custGeom>
              <a:avLst/>
              <a:gdLst>
                <a:gd name="T0" fmla="*/ 0 w 91"/>
                <a:gd name="T1" fmla="*/ 0 h 242"/>
                <a:gd name="T2" fmla="*/ 0 w 91"/>
                <a:gd name="T3" fmla="*/ 0 h 242"/>
                <a:gd name="T4" fmla="*/ 0 w 91"/>
                <a:gd name="T5" fmla="*/ 0 h 242"/>
                <a:gd name="T6" fmla="*/ 0 60000 65536"/>
                <a:gd name="T7" fmla="*/ 0 60000 65536"/>
                <a:gd name="T8" fmla="*/ 0 60000 65536"/>
                <a:gd name="T9" fmla="*/ 0 w 91"/>
                <a:gd name="T10" fmla="*/ 0 h 242"/>
                <a:gd name="T11" fmla="*/ 91 w 91"/>
                <a:gd name="T12" fmla="*/ 242 h 242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91" h="242">
                  <a:moveTo>
                    <a:pt x="91" y="0"/>
                  </a:moveTo>
                  <a:lnTo>
                    <a:pt x="91" y="53"/>
                  </a:lnTo>
                  <a:lnTo>
                    <a:pt x="0" y="242"/>
                  </a:lnTo>
                </a:path>
              </a:pathLst>
            </a:custGeom>
            <a:noFill/>
            <a:ln w="0">
              <a:solidFill>
                <a:srgbClr val="9933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395" name="Freeform 397">
              <a:extLst>
                <a:ext uri="{FF2B5EF4-FFF2-40B4-BE49-F238E27FC236}">
                  <a16:creationId xmlns:a16="http://schemas.microsoft.com/office/drawing/2014/main" id="{D159E65C-2301-AA53-6CF4-E41952289A58}"/>
                </a:ext>
              </a:extLst>
            </p:cNvPr>
            <p:cNvSpPr>
              <a:spLocks/>
            </p:cNvSpPr>
            <p:nvPr/>
          </p:nvSpPr>
          <p:spPr bwMode="auto">
            <a:xfrm>
              <a:off x="2075" y="477"/>
              <a:ext cx="8" cy="25"/>
            </a:xfrm>
            <a:custGeom>
              <a:avLst/>
              <a:gdLst>
                <a:gd name="T0" fmla="*/ 0 w 60"/>
                <a:gd name="T1" fmla="*/ 0 h 175"/>
                <a:gd name="T2" fmla="*/ 0 w 60"/>
                <a:gd name="T3" fmla="*/ 0 h 175"/>
                <a:gd name="T4" fmla="*/ 0 w 60"/>
                <a:gd name="T5" fmla="*/ 0 h 175"/>
                <a:gd name="T6" fmla="*/ 0 60000 65536"/>
                <a:gd name="T7" fmla="*/ 0 60000 65536"/>
                <a:gd name="T8" fmla="*/ 0 60000 65536"/>
                <a:gd name="T9" fmla="*/ 0 w 60"/>
                <a:gd name="T10" fmla="*/ 0 h 175"/>
                <a:gd name="T11" fmla="*/ 60 w 60"/>
                <a:gd name="T12" fmla="*/ 175 h 175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60" h="175">
                  <a:moveTo>
                    <a:pt x="0" y="0"/>
                  </a:moveTo>
                  <a:lnTo>
                    <a:pt x="55" y="121"/>
                  </a:lnTo>
                  <a:lnTo>
                    <a:pt x="60" y="175"/>
                  </a:lnTo>
                </a:path>
              </a:pathLst>
            </a:custGeom>
            <a:noFill/>
            <a:ln w="0">
              <a:solidFill>
                <a:srgbClr val="9933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396" name="Freeform 398">
              <a:extLst>
                <a:ext uri="{FF2B5EF4-FFF2-40B4-BE49-F238E27FC236}">
                  <a16:creationId xmlns:a16="http://schemas.microsoft.com/office/drawing/2014/main" id="{BFF699FF-A41B-1150-B7DD-6591FCE99A82}"/>
                </a:ext>
              </a:extLst>
            </p:cNvPr>
            <p:cNvSpPr>
              <a:spLocks/>
            </p:cNvSpPr>
            <p:nvPr/>
          </p:nvSpPr>
          <p:spPr bwMode="auto">
            <a:xfrm>
              <a:off x="2167" y="459"/>
              <a:ext cx="88" cy="8"/>
            </a:xfrm>
            <a:custGeom>
              <a:avLst/>
              <a:gdLst>
                <a:gd name="T0" fmla="*/ 0 w 612"/>
                <a:gd name="T1" fmla="*/ 0 h 53"/>
                <a:gd name="T2" fmla="*/ 0 w 612"/>
                <a:gd name="T3" fmla="*/ 0 h 53"/>
                <a:gd name="T4" fmla="*/ 0 w 612"/>
                <a:gd name="T5" fmla="*/ 0 h 53"/>
                <a:gd name="T6" fmla="*/ 0 w 612"/>
                <a:gd name="T7" fmla="*/ 0 h 53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612"/>
                <a:gd name="T13" fmla="*/ 0 h 53"/>
                <a:gd name="T14" fmla="*/ 612 w 612"/>
                <a:gd name="T15" fmla="*/ 53 h 53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612" h="53">
                  <a:moveTo>
                    <a:pt x="0" y="53"/>
                  </a:moveTo>
                  <a:lnTo>
                    <a:pt x="612" y="14"/>
                  </a:lnTo>
                  <a:lnTo>
                    <a:pt x="587" y="0"/>
                  </a:lnTo>
                  <a:lnTo>
                    <a:pt x="532" y="22"/>
                  </a:lnTo>
                </a:path>
              </a:pathLst>
            </a:custGeom>
            <a:noFill/>
            <a:ln w="0">
              <a:solidFill>
                <a:srgbClr val="9933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397" name="Freeform 399">
              <a:extLst>
                <a:ext uri="{FF2B5EF4-FFF2-40B4-BE49-F238E27FC236}">
                  <a16:creationId xmlns:a16="http://schemas.microsoft.com/office/drawing/2014/main" id="{4C12B384-1F03-ED98-4728-D08085832F65}"/>
                </a:ext>
              </a:extLst>
            </p:cNvPr>
            <p:cNvSpPr>
              <a:spLocks/>
            </p:cNvSpPr>
            <p:nvPr/>
          </p:nvSpPr>
          <p:spPr bwMode="auto">
            <a:xfrm>
              <a:off x="2204" y="465"/>
              <a:ext cx="5" cy="31"/>
            </a:xfrm>
            <a:custGeom>
              <a:avLst/>
              <a:gdLst>
                <a:gd name="T0" fmla="*/ 0 w 37"/>
                <a:gd name="T1" fmla="*/ 0 h 212"/>
                <a:gd name="T2" fmla="*/ 0 w 37"/>
                <a:gd name="T3" fmla="*/ 0 h 212"/>
                <a:gd name="T4" fmla="*/ 0 w 37"/>
                <a:gd name="T5" fmla="*/ 0 h 212"/>
                <a:gd name="T6" fmla="*/ 0 60000 65536"/>
                <a:gd name="T7" fmla="*/ 0 60000 65536"/>
                <a:gd name="T8" fmla="*/ 0 60000 65536"/>
                <a:gd name="T9" fmla="*/ 0 w 37"/>
                <a:gd name="T10" fmla="*/ 0 h 212"/>
                <a:gd name="T11" fmla="*/ 37 w 37"/>
                <a:gd name="T12" fmla="*/ 212 h 212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37" h="212">
                  <a:moveTo>
                    <a:pt x="37" y="0"/>
                  </a:moveTo>
                  <a:lnTo>
                    <a:pt x="37" y="52"/>
                  </a:lnTo>
                  <a:lnTo>
                    <a:pt x="0" y="212"/>
                  </a:lnTo>
                </a:path>
              </a:pathLst>
            </a:custGeom>
            <a:noFill/>
            <a:ln w="0">
              <a:solidFill>
                <a:srgbClr val="9933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398" name="Freeform 400">
              <a:extLst>
                <a:ext uri="{FF2B5EF4-FFF2-40B4-BE49-F238E27FC236}">
                  <a16:creationId xmlns:a16="http://schemas.microsoft.com/office/drawing/2014/main" id="{E609A89D-D744-7F74-B9F0-E86535978162}"/>
                </a:ext>
              </a:extLst>
            </p:cNvPr>
            <p:cNvSpPr>
              <a:spLocks/>
            </p:cNvSpPr>
            <p:nvPr/>
          </p:nvSpPr>
          <p:spPr bwMode="auto">
            <a:xfrm>
              <a:off x="2178" y="491"/>
              <a:ext cx="53" cy="87"/>
            </a:xfrm>
            <a:custGeom>
              <a:avLst/>
              <a:gdLst>
                <a:gd name="T0" fmla="*/ 0 w 376"/>
                <a:gd name="T1" fmla="*/ 0 h 606"/>
                <a:gd name="T2" fmla="*/ 0 w 376"/>
                <a:gd name="T3" fmla="*/ 0 h 606"/>
                <a:gd name="T4" fmla="*/ 0 w 376"/>
                <a:gd name="T5" fmla="*/ 0 h 606"/>
                <a:gd name="T6" fmla="*/ 0 w 376"/>
                <a:gd name="T7" fmla="*/ 0 h 606"/>
                <a:gd name="T8" fmla="*/ 0 w 376"/>
                <a:gd name="T9" fmla="*/ 0 h 606"/>
                <a:gd name="T10" fmla="*/ 0 w 376"/>
                <a:gd name="T11" fmla="*/ 0 h 606"/>
                <a:gd name="T12" fmla="*/ 0 w 376"/>
                <a:gd name="T13" fmla="*/ 0 h 606"/>
                <a:gd name="T14" fmla="*/ 0 w 376"/>
                <a:gd name="T15" fmla="*/ 0 h 60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w 376"/>
                <a:gd name="T25" fmla="*/ 0 h 606"/>
                <a:gd name="T26" fmla="*/ 376 w 376"/>
                <a:gd name="T27" fmla="*/ 606 h 60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376" h="606">
                  <a:moveTo>
                    <a:pt x="0" y="0"/>
                  </a:moveTo>
                  <a:lnTo>
                    <a:pt x="12" y="61"/>
                  </a:lnTo>
                  <a:lnTo>
                    <a:pt x="25" y="417"/>
                  </a:lnTo>
                  <a:lnTo>
                    <a:pt x="30" y="606"/>
                  </a:lnTo>
                  <a:lnTo>
                    <a:pt x="19" y="546"/>
                  </a:lnTo>
                  <a:lnTo>
                    <a:pt x="376" y="508"/>
                  </a:lnTo>
                  <a:lnTo>
                    <a:pt x="358" y="501"/>
                  </a:lnTo>
                  <a:lnTo>
                    <a:pt x="328" y="516"/>
                  </a:lnTo>
                </a:path>
              </a:pathLst>
            </a:custGeom>
            <a:noFill/>
            <a:ln w="0">
              <a:solidFill>
                <a:srgbClr val="9933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399" name="Freeform 401">
              <a:extLst>
                <a:ext uri="{FF2B5EF4-FFF2-40B4-BE49-F238E27FC236}">
                  <a16:creationId xmlns:a16="http://schemas.microsoft.com/office/drawing/2014/main" id="{4313B76D-3FEA-51C6-2F83-2AFB95A036B9}"/>
                </a:ext>
              </a:extLst>
            </p:cNvPr>
            <p:cNvSpPr>
              <a:spLocks/>
            </p:cNvSpPr>
            <p:nvPr/>
          </p:nvSpPr>
          <p:spPr bwMode="auto">
            <a:xfrm>
              <a:off x="2179" y="489"/>
              <a:ext cx="67" cy="85"/>
            </a:xfrm>
            <a:custGeom>
              <a:avLst/>
              <a:gdLst>
                <a:gd name="T0" fmla="*/ 0 w 467"/>
                <a:gd name="T1" fmla="*/ 0 h 590"/>
                <a:gd name="T2" fmla="*/ 0 w 467"/>
                <a:gd name="T3" fmla="*/ 0 h 590"/>
                <a:gd name="T4" fmla="*/ 0 w 467"/>
                <a:gd name="T5" fmla="*/ 0 h 590"/>
                <a:gd name="T6" fmla="*/ 0 w 467"/>
                <a:gd name="T7" fmla="*/ 0 h 590"/>
                <a:gd name="T8" fmla="*/ 0 w 467"/>
                <a:gd name="T9" fmla="*/ 0 h 590"/>
                <a:gd name="T10" fmla="*/ 0 w 467"/>
                <a:gd name="T11" fmla="*/ 0 h 590"/>
                <a:gd name="T12" fmla="*/ 0 w 467"/>
                <a:gd name="T13" fmla="*/ 0 h 590"/>
                <a:gd name="T14" fmla="*/ 0 w 467"/>
                <a:gd name="T15" fmla="*/ 0 h 590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w 467"/>
                <a:gd name="T25" fmla="*/ 0 h 590"/>
                <a:gd name="T26" fmla="*/ 467 w 467"/>
                <a:gd name="T27" fmla="*/ 590 h 590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467" h="590">
                  <a:moveTo>
                    <a:pt x="370" y="522"/>
                  </a:moveTo>
                  <a:lnTo>
                    <a:pt x="418" y="590"/>
                  </a:lnTo>
                  <a:lnTo>
                    <a:pt x="425" y="552"/>
                  </a:lnTo>
                  <a:lnTo>
                    <a:pt x="437" y="303"/>
                  </a:lnTo>
                  <a:lnTo>
                    <a:pt x="448" y="0"/>
                  </a:lnTo>
                  <a:lnTo>
                    <a:pt x="467" y="14"/>
                  </a:lnTo>
                  <a:lnTo>
                    <a:pt x="195" y="45"/>
                  </a:lnTo>
                  <a:lnTo>
                    <a:pt x="0" y="67"/>
                  </a:lnTo>
                </a:path>
              </a:pathLst>
            </a:custGeom>
            <a:noFill/>
            <a:ln w="0">
              <a:solidFill>
                <a:srgbClr val="9933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400" name="Line 402">
              <a:extLst>
                <a:ext uri="{FF2B5EF4-FFF2-40B4-BE49-F238E27FC236}">
                  <a16:creationId xmlns:a16="http://schemas.microsoft.com/office/drawing/2014/main" id="{4422E291-0285-1F39-8D50-6939AFE6253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199" y="498"/>
              <a:ext cx="1" cy="68"/>
            </a:xfrm>
            <a:prstGeom prst="line">
              <a:avLst/>
            </a:prstGeom>
            <a:noFill/>
            <a:ln w="0">
              <a:solidFill>
                <a:srgbClr val="9933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401" name="Freeform 403">
              <a:extLst>
                <a:ext uri="{FF2B5EF4-FFF2-40B4-BE49-F238E27FC236}">
                  <a16:creationId xmlns:a16="http://schemas.microsoft.com/office/drawing/2014/main" id="{72CD2A38-81FF-74B3-9425-51798A4505E2}"/>
                </a:ext>
              </a:extLst>
            </p:cNvPr>
            <p:cNvSpPr>
              <a:spLocks/>
            </p:cNvSpPr>
            <p:nvPr/>
          </p:nvSpPr>
          <p:spPr bwMode="auto">
            <a:xfrm>
              <a:off x="2200" y="537"/>
              <a:ext cx="14" cy="3"/>
            </a:xfrm>
            <a:custGeom>
              <a:avLst/>
              <a:gdLst>
                <a:gd name="T0" fmla="*/ 0 w 97"/>
                <a:gd name="T1" fmla="*/ 0 h 23"/>
                <a:gd name="T2" fmla="*/ 0 w 97"/>
                <a:gd name="T3" fmla="*/ 0 h 23"/>
                <a:gd name="T4" fmla="*/ 0 w 97"/>
                <a:gd name="T5" fmla="*/ 0 h 23"/>
                <a:gd name="T6" fmla="*/ 0 w 97"/>
                <a:gd name="T7" fmla="*/ 0 h 23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97"/>
                <a:gd name="T13" fmla="*/ 0 h 23"/>
                <a:gd name="T14" fmla="*/ 97 w 97"/>
                <a:gd name="T15" fmla="*/ 23 h 23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97" h="23">
                  <a:moveTo>
                    <a:pt x="0" y="23"/>
                  </a:moveTo>
                  <a:lnTo>
                    <a:pt x="97" y="7"/>
                  </a:lnTo>
                  <a:lnTo>
                    <a:pt x="79" y="0"/>
                  </a:lnTo>
                  <a:lnTo>
                    <a:pt x="61" y="15"/>
                  </a:lnTo>
                </a:path>
              </a:pathLst>
            </a:custGeom>
            <a:noFill/>
            <a:ln w="0">
              <a:solidFill>
                <a:srgbClr val="9933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402" name="Freeform 404">
              <a:extLst>
                <a:ext uri="{FF2B5EF4-FFF2-40B4-BE49-F238E27FC236}">
                  <a16:creationId xmlns:a16="http://schemas.microsoft.com/office/drawing/2014/main" id="{F76BF8B3-9527-EAB9-7C93-0279CA7373FD}"/>
                </a:ext>
              </a:extLst>
            </p:cNvPr>
            <p:cNvSpPr>
              <a:spLocks/>
            </p:cNvSpPr>
            <p:nvPr/>
          </p:nvSpPr>
          <p:spPr bwMode="auto">
            <a:xfrm>
              <a:off x="2199" y="515"/>
              <a:ext cx="16" cy="5"/>
            </a:xfrm>
            <a:custGeom>
              <a:avLst/>
              <a:gdLst>
                <a:gd name="T0" fmla="*/ 0 w 108"/>
                <a:gd name="T1" fmla="*/ 0 h 30"/>
                <a:gd name="T2" fmla="*/ 0 w 108"/>
                <a:gd name="T3" fmla="*/ 0 h 30"/>
                <a:gd name="T4" fmla="*/ 0 w 108"/>
                <a:gd name="T5" fmla="*/ 0 h 30"/>
                <a:gd name="T6" fmla="*/ 0 w 108"/>
                <a:gd name="T7" fmla="*/ 0 h 30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108"/>
                <a:gd name="T13" fmla="*/ 0 h 30"/>
                <a:gd name="T14" fmla="*/ 108 w 108"/>
                <a:gd name="T15" fmla="*/ 30 h 3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108" h="30">
                  <a:moveTo>
                    <a:pt x="0" y="30"/>
                  </a:moveTo>
                  <a:lnTo>
                    <a:pt x="108" y="6"/>
                  </a:lnTo>
                  <a:lnTo>
                    <a:pt x="91" y="0"/>
                  </a:lnTo>
                  <a:lnTo>
                    <a:pt x="73" y="14"/>
                  </a:lnTo>
                </a:path>
              </a:pathLst>
            </a:custGeom>
            <a:noFill/>
            <a:ln w="0">
              <a:solidFill>
                <a:srgbClr val="9933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403" name="Line 405">
              <a:extLst>
                <a:ext uri="{FF2B5EF4-FFF2-40B4-BE49-F238E27FC236}">
                  <a16:creationId xmlns:a16="http://schemas.microsoft.com/office/drawing/2014/main" id="{B3B4FEE2-90D7-5A5C-073A-74AB1AF80ADD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220" y="496"/>
              <a:ext cx="3" cy="69"/>
            </a:xfrm>
            <a:prstGeom prst="line">
              <a:avLst/>
            </a:prstGeom>
            <a:noFill/>
            <a:ln w="0">
              <a:solidFill>
                <a:srgbClr val="9933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404" name="Freeform 406">
              <a:extLst>
                <a:ext uri="{FF2B5EF4-FFF2-40B4-BE49-F238E27FC236}">
                  <a16:creationId xmlns:a16="http://schemas.microsoft.com/office/drawing/2014/main" id="{1E155FE1-495E-BC8C-69AF-17D043750E62}"/>
                </a:ext>
              </a:extLst>
            </p:cNvPr>
            <p:cNvSpPr>
              <a:spLocks/>
            </p:cNvSpPr>
            <p:nvPr/>
          </p:nvSpPr>
          <p:spPr bwMode="auto">
            <a:xfrm>
              <a:off x="2315" y="450"/>
              <a:ext cx="11" cy="24"/>
            </a:xfrm>
            <a:custGeom>
              <a:avLst/>
              <a:gdLst>
                <a:gd name="T0" fmla="*/ 0 w 73"/>
                <a:gd name="T1" fmla="*/ 0 h 166"/>
                <a:gd name="T2" fmla="*/ 0 w 73"/>
                <a:gd name="T3" fmla="*/ 0 h 166"/>
                <a:gd name="T4" fmla="*/ 0 w 73"/>
                <a:gd name="T5" fmla="*/ 0 h 166"/>
                <a:gd name="T6" fmla="*/ 0 w 73"/>
                <a:gd name="T7" fmla="*/ 0 h 166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73"/>
                <a:gd name="T13" fmla="*/ 0 h 166"/>
                <a:gd name="T14" fmla="*/ 73 w 73"/>
                <a:gd name="T15" fmla="*/ 166 h 16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73" h="166">
                  <a:moveTo>
                    <a:pt x="0" y="0"/>
                  </a:moveTo>
                  <a:lnTo>
                    <a:pt x="43" y="68"/>
                  </a:lnTo>
                  <a:lnTo>
                    <a:pt x="67" y="121"/>
                  </a:lnTo>
                  <a:lnTo>
                    <a:pt x="73" y="166"/>
                  </a:lnTo>
                </a:path>
              </a:pathLst>
            </a:custGeom>
            <a:noFill/>
            <a:ln w="0">
              <a:solidFill>
                <a:srgbClr val="9933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405" name="Freeform 407">
              <a:extLst>
                <a:ext uri="{FF2B5EF4-FFF2-40B4-BE49-F238E27FC236}">
                  <a16:creationId xmlns:a16="http://schemas.microsoft.com/office/drawing/2014/main" id="{1D8B6FCC-4068-4E16-3D8F-59F13BA3BE7C}"/>
                </a:ext>
              </a:extLst>
            </p:cNvPr>
            <p:cNvSpPr>
              <a:spLocks/>
            </p:cNvSpPr>
            <p:nvPr/>
          </p:nvSpPr>
          <p:spPr bwMode="auto">
            <a:xfrm>
              <a:off x="2283" y="476"/>
              <a:ext cx="78" cy="11"/>
            </a:xfrm>
            <a:custGeom>
              <a:avLst/>
              <a:gdLst>
                <a:gd name="T0" fmla="*/ 0 w 544"/>
                <a:gd name="T1" fmla="*/ 0 h 75"/>
                <a:gd name="T2" fmla="*/ 0 w 544"/>
                <a:gd name="T3" fmla="*/ 0 h 75"/>
                <a:gd name="T4" fmla="*/ 0 w 544"/>
                <a:gd name="T5" fmla="*/ 0 h 75"/>
                <a:gd name="T6" fmla="*/ 0 w 544"/>
                <a:gd name="T7" fmla="*/ 0 h 75"/>
                <a:gd name="T8" fmla="*/ 0 w 544"/>
                <a:gd name="T9" fmla="*/ 0 h 75"/>
                <a:gd name="T10" fmla="*/ 0 w 544"/>
                <a:gd name="T11" fmla="*/ 0 h 75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544"/>
                <a:gd name="T19" fmla="*/ 0 h 75"/>
                <a:gd name="T20" fmla="*/ 544 w 544"/>
                <a:gd name="T21" fmla="*/ 75 h 75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544" h="75">
                  <a:moveTo>
                    <a:pt x="0" y="61"/>
                  </a:moveTo>
                  <a:lnTo>
                    <a:pt x="18" y="75"/>
                  </a:lnTo>
                  <a:lnTo>
                    <a:pt x="36" y="67"/>
                  </a:lnTo>
                  <a:lnTo>
                    <a:pt x="544" y="7"/>
                  </a:lnTo>
                  <a:lnTo>
                    <a:pt x="514" y="0"/>
                  </a:lnTo>
                  <a:lnTo>
                    <a:pt x="423" y="22"/>
                  </a:lnTo>
                </a:path>
              </a:pathLst>
            </a:custGeom>
            <a:noFill/>
            <a:ln w="0">
              <a:solidFill>
                <a:srgbClr val="9933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406" name="Freeform 408">
              <a:extLst>
                <a:ext uri="{FF2B5EF4-FFF2-40B4-BE49-F238E27FC236}">
                  <a16:creationId xmlns:a16="http://schemas.microsoft.com/office/drawing/2014/main" id="{33621077-6F78-A01F-4A2F-BB2695A5526B}"/>
                </a:ext>
              </a:extLst>
            </p:cNvPr>
            <p:cNvSpPr>
              <a:spLocks/>
            </p:cNvSpPr>
            <p:nvPr/>
          </p:nvSpPr>
          <p:spPr bwMode="auto">
            <a:xfrm>
              <a:off x="2333" y="494"/>
              <a:ext cx="24" cy="23"/>
            </a:xfrm>
            <a:custGeom>
              <a:avLst/>
              <a:gdLst>
                <a:gd name="T0" fmla="*/ 0 w 170"/>
                <a:gd name="T1" fmla="*/ 0 h 166"/>
                <a:gd name="T2" fmla="*/ 0 w 170"/>
                <a:gd name="T3" fmla="*/ 0 h 166"/>
                <a:gd name="T4" fmla="*/ 0 w 170"/>
                <a:gd name="T5" fmla="*/ 0 h 166"/>
                <a:gd name="T6" fmla="*/ 0 w 170"/>
                <a:gd name="T7" fmla="*/ 0 h 166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170"/>
                <a:gd name="T13" fmla="*/ 0 h 166"/>
                <a:gd name="T14" fmla="*/ 170 w 170"/>
                <a:gd name="T15" fmla="*/ 166 h 16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170" h="166">
                  <a:moveTo>
                    <a:pt x="0" y="0"/>
                  </a:moveTo>
                  <a:lnTo>
                    <a:pt x="91" y="61"/>
                  </a:lnTo>
                  <a:lnTo>
                    <a:pt x="139" y="114"/>
                  </a:lnTo>
                  <a:lnTo>
                    <a:pt x="170" y="166"/>
                  </a:lnTo>
                </a:path>
              </a:pathLst>
            </a:custGeom>
            <a:noFill/>
            <a:ln w="0">
              <a:solidFill>
                <a:srgbClr val="9933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407" name="Freeform 409">
              <a:extLst>
                <a:ext uri="{FF2B5EF4-FFF2-40B4-BE49-F238E27FC236}">
                  <a16:creationId xmlns:a16="http://schemas.microsoft.com/office/drawing/2014/main" id="{24EFC0C4-CF89-4609-C931-B1B524D24D57}"/>
                </a:ext>
              </a:extLst>
            </p:cNvPr>
            <p:cNvSpPr>
              <a:spLocks/>
            </p:cNvSpPr>
            <p:nvPr/>
          </p:nvSpPr>
          <p:spPr bwMode="auto">
            <a:xfrm>
              <a:off x="2282" y="495"/>
              <a:ext cx="28" cy="39"/>
            </a:xfrm>
            <a:custGeom>
              <a:avLst/>
              <a:gdLst>
                <a:gd name="T0" fmla="*/ 0 w 194"/>
                <a:gd name="T1" fmla="*/ 0 h 273"/>
                <a:gd name="T2" fmla="*/ 0 w 194"/>
                <a:gd name="T3" fmla="*/ 0 h 273"/>
                <a:gd name="T4" fmla="*/ 0 w 194"/>
                <a:gd name="T5" fmla="*/ 0 h 273"/>
                <a:gd name="T6" fmla="*/ 0 w 194"/>
                <a:gd name="T7" fmla="*/ 0 h 273"/>
                <a:gd name="T8" fmla="*/ 0 w 194"/>
                <a:gd name="T9" fmla="*/ 0 h 273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94"/>
                <a:gd name="T16" fmla="*/ 0 h 273"/>
                <a:gd name="T17" fmla="*/ 194 w 194"/>
                <a:gd name="T18" fmla="*/ 273 h 273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94" h="273">
                  <a:moveTo>
                    <a:pt x="194" y="0"/>
                  </a:moveTo>
                  <a:lnTo>
                    <a:pt x="187" y="23"/>
                  </a:lnTo>
                  <a:lnTo>
                    <a:pt x="116" y="129"/>
                  </a:lnTo>
                  <a:lnTo>
                    <a:pt x="43" y="212"/>
                  </a:lnTo>
                  <a:lnTo>
                    <a:pt x="0" y="273"/>
                  </a:lnTo>
                </a:path>
              </a:pathLst>
            </a:custGeom>
            <a:noFill/>
            <a:ln w="0">
              <a:solidFill>
                <a:srgbClr val="9933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408" name="Freeform 410">
              <a:extLst>
                <a:ext uri="{FF2B5EF4-FFF2-40B4-BE49-F238E27FC236}">
                  <a16:creationId xmlns:a16="http://schemas.microsoft.com/office/drawing/2014/main" id="{2654D8D6-BB1E-D04A-5561-698F8C94B577}"/>
                </a:ext>
              </a:extLst>
            </p:cNvPr>
            <p:cNvSpPr>
              <a:spLocks/>
            </p:cNvSpPr>
            <p:nvPr/>
          </p:nvSpPr>
          <p:spPr bwMode="auto">
            <a:xfrm>
              <a:off x="2305" y="518"/>
              <a:ext cx="58" cy="61"/>
            </a:xfrm>
            <a:custGeom>
              <a:avLst/>
              <a:gdLst>
                <a:gd name="T0" fmla="*/ 0 w 406"/>
                <a:gd name="T1" fmla="*/ 0 h 424"/>
                <a:gd name="T2" fmla="*/ 0 w 406"/>
                <a:gd name="T3" fmla="*/ 0 h 424"/>
                <a:gd name="T4" fmla="*/ 0 w 406"/>
                <a:gd name="T5" fmla="*/ 0 h 424"/>
                <a:gd name="T6" fmla="*/ 0 w 406"/>
                <a:gd name="T7" fmla="*/ 0 h 424"/>
                <a:gd name="T8" fmla="*/ 0 w 406"/>
                <a:gd name="T9" fmla="*/ 0 h 424"/>
                <a:gd name="T10" fmla="*/ 0 w 406"/>
                <a:gd name="T11" fmla="*/ 0 h 424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406"/>
                <a:gd name="T19" fmla="*/ 0 h 424"/>
                <a:gd name="T20" fmla="*/ 406 w 406"/>
                <a:gd name="T21" fmla="*/ 424 h 424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406" h="424">
                  <a:moveTo>
                    <a:pt x="0" y="0"/>
                  </a:moveTo>
                  <a:lnTo>
                    <a:pt x="19" y="15"/>
                  </a:lnTo>
                  <a:lnTo>
                    <a:pt x="297" y="409"/>
                  </a:lnTo>
                  <a:lnTo>
                    <a:pt x="406" y="424"/>
                  </a:lnTo>
                  <a:lnTo>
                    <a:pt x="291" y="402"/>
                  </a:lnTo>
                  <a:lnTo>
                    <a:pt x="242" y="356"/>
                  </a:lnTo>
                </a:path>
              </a:pathLst>
            </a:custGeom>
            <a:noFill/>
            <a:ln w="0">
              <a:solidFill>
                <a:srgbClr val="9933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409" name="Freeform 411">
              <a:extLst>
                <a:ext uri="{FF2B5EF4-FFF2-40B4-BE49-F238E27FC236}">
                  <a16:creationId xmlns:a16="http://schemas.microsoft.com/office/drawing/2014/main" id="{724C03C9-FC49-AC34-132C-0060316C4B4E}"/>
                </a:ext>
              </a:extLst>
            </p:cNvPr>
            <p:cNvSpPr>
              <a:spLocks/>
            </p:cNvSpPr>
            <p:nvPr/>
          </p:nvSpPr>
          <p:spPr bwMode="auto">
            <a:xfrm>
              <a:off x="2277" y="505"/>
              <a:ext cx="57" cy="79"/>
            </a:xfrm>
            <a:custGeom>
              <a:avLst/>
              <a:gdLst>
                <a:gd name="T0" fmla="*/ 0 w 400"/>
                <a:gd name="T1" fmla="*/ 0 h 553"/>
                <a:gd name="T2" fmla="*/ 0 w 400"/>
                <a:gd name="T3" fmla="*/ 0 h 553"/>
                <a:gd name="T4" fmla="*/ 0 w 400"/>
                <a:gd name="T5" fmla="*/ 0 h 553"/>
                <a:gd name="T6" fmla="*/ 0 w 400"/>
                <a:gd name="T7" fmla="*/ 0 h 553"/>
                <a:gd name="T8" fmla="*/ 0 w 400"/>
                <a:gd name="T9" fmla="*/ 0 h 553"/>
                <a:gd name="T10" fmla="*/ 0 w 400"/>
                <a:gd name="T11" fmla="*/ 0 h 553"/>
                <a:gd name="T12" fmla="*/ 0 w 400"/>
                <a:gd name="T13" fmla="*/ 0 h 553"/>
                <a:gd name="T14" fmla="*/ 0 w 400"/>
                <a:gd name="T15" fmla="*/ 0 h 553"/>
                <a:gd name="T16" fmla="*/ 0 w 400"/>
                <a:gd name="T17" fmla="*/ 0 h 553"/>
                <a:gd name="T18" fmla="*/ 0 w 400"/>
                <a:gd name="T19" fmla="*/ 0 h 553"/>
                <a:gd name="T20" fmla="*/ 0 w 400"/>
                <a:gd name="T21" fmla="*/ 0 h 553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w 400"/>
                <a:gd name="T34" fmla="*/ 0 h 553"/>
                <a:gd name="T35" fmla="*/ 400 w 400"/>
                <a:gd name="T36" fmla="*/ 553 h 553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T33" t="T34" r="T35" b="T36"/>
              <a:pathLst>
                <a:path w="400" h="553">
                  <a:moveTo>
                    <a:pt x="387" y="0"/>
                  </a:moveTo>
                  <a:lnTo>
                    <a:pt x="400" y="31"/>
                  </a:lnTo>
                  <a:lnTo>
                    <a:pt x="382" y="91"/>
                  </a:lnTo>
                  <a:lnTo>
                    <a:pt x="339" y="190"/>
                  </a:lnTo>
                  <a:lnTo>
                    <a:pt x="303" y="265"/>
                  </a:lnTo>
                  <a:lnTo>
                    <a:pt x="260" y="318"/>
                  </a:lnTo>
                  <a:lnTo>
                    <a:pt x="223" y="378"/>
                  </a:lnTo>
                  <a:lnTo>
                    <a:pt x="169" y="432"/>
                  </a:lnTo>
                  <a:lnTo>
                    <a:pt x="115" y="477"/>
                  </a:lnTo>
                  <a:lnTo>
                    <a:pt x="66" y="507"/>
                  </a:lnTo>
                  <a:lnTo>
                    <a:pt x="0" y="553"/>
                  </a:lnTo>
                </a:path>
              </a:pathLst>
            </a:custGeom>
            <a:noFill/>
            <a:ln w="0">
              <a:solidFill>
                <a:srgbClr val="9933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410" name="Freeform 412">
              <a:extLst>
                <a:ext uri="{FF2B5EF4-FFF2-40B4-BE49-F238E27FC236}">
                  <a16:creationId xmlns:a16="http://schemas.microsoft.com/office/drawing/2014/main" id="{0FB661AA-8B46-2C57-6D81-5C9BA5B49817}"/>
                </a:ext>
              </a:extLst>
            </p:cNvPr>
            <p:cNvSpPr>
              <a:spLocks/>
            </p:cNvSpPr>
            <p:nvPr/>
          </p:nvSpPr>
          <p:spPr bwMode="auto">
            <a:xfrm>
              <a:off x="2387" y="459"/>
              <a:ext cx="24" cy="50"/>
            </a:xfrm>
            <a:custGeom>
              <a:avLst/>
              <a:gdLst>
                <a:gd name="T0" fmla="*/ 0 w 164"/>
                <a:gd name="T1" fmla="*/ 0 h 348"/>
                <a:gd name="T2" fmla="*/ 0 w 164"/>
                <a:gd name="T3" fmla="*/ 0 h 348"/>
                <a:gd name="T4" fmla="*/ 0 w 164"/>
                <a:gd name="T5" fmla="*/ 0 h 348"/>
                <a:gd name="T6" fmla="*/ 0 w 164"/>
                <a:gd name="T7" fmla="*/ 0 h 348"/>
                <a:gd name="T8" fmla="*/ 0 w 164"/>
                <a:gd name="T9" fmla="*/ 0 h 34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64"/>
                <a:gd name="T16" fmla="*/ 0 h 348"/>
                <a:gd name="T17" fmla="*/ 164 w 164"/>
                <a:gd name="T18" fmla="*/ 348 h 34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64" h="348">
                  <a:moveTo>
                    <a:pt x="164" y="0"/>
                  </a:moveTo>
                  <a:lnTo>
                    <a:pt x="157" y="37"/>
                  </a:lnTo>
                  <a:lnTo>
                    <a:pt x="60" y="234"/>
                  </a:lnTo>
                  <a:lnTo>
                    <a:pt x="0" y="348"/>
                  </a:lnTo>
                  <a:lnTo>
                    <a:pt x="164" y="317"/>
                  </a:lnTo>
                </a:path>
              </a:pathLst>
            </a:custGeom>
            <a:noFill/>
            <a:ln w="0">
              <a:solidFill>
                <a:srgbClr val="9933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411" name="Freeform 413">
              <a:extLst>
                <a:ext uri="{FF2B5EF4-FFF2-40B4-BE49-F238E27FC236}">
                  <a16:creationId xmlns:a16="http://schemas.microsoft.com/office/drawing/2014/main" id="{791ABB94-36AF-5261-8F46-42736741EED2}"/>
                </a:ext>
              </a:extLst>
            </p:cNvPr>
            <p:cNvSpPr>
              <a:spLocks/>
            </p:cNvSpPr>
            <p:nvPr/>
          </p:nvSpPr>
          <p:spPr bwMode="auto">
            <a:xfrm>
              <a:off x="2391" y="488"/>
              <a:ext cx="27" cy="51"/>
            </a:xfrm>
            <a:custGeom>
              <a:avLst/>
              <a:gdLst>
                <a:gd name="T0" fmla="*/ 0 w 188"/>
                <a:gd name="T1" fmla="*/ 0 h 356"/>
                <a:gd name="T2" fmla="*/ 0 w 188"/>
                <a:gd name="T3" fmla="*/ 0 h 356"/>
                <a:gd name="T4" fmla="*/ 0 w 188"/>
                <a:gd name="T5" fmla="*/ 0 h 356"/>
                <a:gd name="T6" fmla="*/ 0 w 188"/>
                <a:gd name="T7" fmla="*/ 0 h 356"/>
                <a:gd name="T8" fmla="*/ 0 w 188"/>
                <a:gd name="T9" fmla="*/ 0 h 35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88"/>
                <a:gd name="T16" fmla="*/ 0 h 356"/>
                <a:gd name="T17" fmla="*/ 188 w 188"/>
                <a:gd name="T18" fmla="*/ 356 h 35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88" h="356">
                  <a:moveTo>
                    <a:pt x="175" y="0"/>
                  </a:moveTo>
                  <a:lnTo>
                    <a:pt x="85" y="220"/>
                  </a:lnTo>
                  <a:lnTo>
                    <a:pt x="12" y="348"/>
                  </a:lnTo>
                  <a:lnTo>
                    <a:pt x="0" y="356"/>
                  </a:lnTo>
                  <a:lnTo>
                    <a:pt x="188" y="295"/>
                  </a:lnTo>
                </a:path>
              </a:pathLst>
            </a:custGeom>
            <a:noFill/>
            <a:ln w="0">
              <a:solidFill>
                <a:srgbClr val="9933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412" name="Line 414">
              <a:extLst>
                <a:ext uri="{FF2B5EF4-FFF2-40B4-BE49-F238E27FC236}">
                  <a16:creationId xmlns:a16="http://schemas.microsoft.com/office/drawing/2014/main" id="{C9700B98-71D5-875A-93BA-F0EFDC5DCB16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386" y="548"/>
              <a:ext cx="38" cy="20"/>
            </a:xfrm>
            <a:prstGeom prst="line">
              <a:avLst/>
            </a:prstGeom>
            <a:noFill/>
            <a:ln w="0">
              <a:solidFill>
                <a:srgbClr val="9933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413" name="Freeform 415">
              <a:extLst>
                <a:ext uri="{FF2B5EF4-FFF2-40B4-BE49-F238E27FC236}">
                  <a16:creationId xmlns:a16="http://schemas.microsoft.com/office/drawing/2014/main" id="{E59042D3-D83C-F28A-EF34-1FDF3AD49A6A}"/>
                </a:ext>
              </a:extLst>
            </p:cNvPr>
            <p:cNvSpPr>
              <a:spLocks/>
            </p:cNvSpPr>
            <p:nvPr/>
          </p:nvSpPr>
          <p:spPr bwMode="auto">
            <a:xfrm>
              <a:off x="2449" y="462"/>
              <a:ext cx="13" cy="14"/>
            </a:xfrm>
            <a:custGeom>
              <a:avLst/>
              <a:gdLst>
                <a:gd name="T0" fmla="*/ 0 w 86"/>
                <a:gd name="T1" fmla="*/ 0 h 99"/>
                <a:gd name="T2" fmla="*/ 0 w 86"/>
                <a:gd name="T3" fmla="*/ 0 h 99"/>
                <a:gd name="T4" fmla="*/ 0 w 86"/>
                <a:gd name="T5" fmla="*/ 0 h 99"/>
                <a:gd name="T6" fmla="*/ 0 60000 65536"/>
                <a:gd name="T7" fmla="*/ 0 60000 65536"/>
                <a:gd name="T8" fmla="*/ 0 60000 65536"/>
                <a:gd name="T9" fmla="*/ 0 w 86"/>
                <a:gd name="T10" fmla="*/ 0 h 99"/>
                <a:gd name="T11" fmla="*/ 86 w 86"/>
                <a:gd name="T12" fmla="*/ 99 h 99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86" h="99">
                  <a:moveTo>
                    <a:pt x="86" y="99"/>
                  </a:moveTo>
                  <a:lnTo>
                    <a:pt x="68" y="69"/>
                  </a:lnTo>
                  <a:lnTo>
                    <a:pt x="0" y="0"/>
                  </a:lnTo>
                </a:path>
              </a:pathLst>
            </a:custGeom>
            <a:noFill/>
            <a:ln w="0">
              <a:solidFill>
                <a:srgbClr val="9933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414" name="Freeform 416">
              <a:extLst>
                <a:ext uri="{FF2B5EF4-FFF2-40B4-BE49-F238E27FC236}">
                  <a16:creationId xmlns:a16="http://schemas.microsoft.com/office/drawing/2014/main" id="{17447B2F-6F75-C2CF-CAE8-A1B4EA8B6CA4}"/>
                </a:ext>
              </a:extLst>
            </p:cNvPr>
            <p:cNvSpPr>
              <a:spLocks/>
            </p:cNvSpPr>
            <p:nvPr/>
          </p:nvSpPr>
          <p:spPr bwMode="auto">
            <a:xfrm>
              <a:off x="2436" y="450"/>
              <a:ext cx="39" cy="134"/>
            </a:xfrm>
            <a:custGeom>
              <a:avLst/>
              <a:gdLst>
                <a:gd name="T0" fmla="*/ 0 w 278"/>
                <a:gd name="T1" fmla="*/ 0 h 939"/>
                <a:gd name="T2" fmla="*/ 0 w 278"/>
                <a:gd name="T3" fmla="*/ 0 h 939"/>
                <a:gd name="T4" fmla="*/ 0 w 278"/>
                <a:gd name="T5" fmla="*/ 0 h 939"/>
                <a:gd name="T6" fmla="*/ 0 w 278"/>
                <a:gd name="T7" fmla="*/ 0 h 939"/>
                <a:gd name="T8" fmla="*/ 0 w 278"/>
                <a:gd name="T9" fmla="*/ 0 h 939"/>
                <a:gd name="T10" fmla="*/ 0 w 278"/>
                <a:gd name="T11" fmla="*/ 0 h 939"/>
                <a:gd name="T12" fmla="*/ 0 w 278"/>
                <a:gd name="T13" fmla="*/ 0 h 939"/>
                <a:gd name="T14" fmla="*/ 0 w 278"/>
                <a:gd name="T15" fmla="*/ 0 h 939"/>
                <a:gd name="T16" fmla="*/ 0 w 278"/>
                <a:gd name="T17" fmla="*/ 0 h 939"/>
                <a:gd name="T18" fmla="*/ 0 w 278"/>
                <a:gd name="T19" fmla="*/ 0 h 939"/>
                <a:gd name="T20" fmla="*/ 0 w 278"/>
                <a:gd name="T21" fmla="*/ 0 h 939"/>
                <a:gd name="T22" fmla="*/ 0 w 278"/>
                <a:gd name="T23" fmla="*/ 0 h 939"/>
                <a:gd name="T24" fmla="*/ 0 w 278"/>
                <a:gd name="T25" fmla="*/ 0 h 939"/>
                <a:gd name="T26" fmla="*/ 0 w 278"/>
                <a:gd name="T27" fmla="*/ 0 h 939"/>
                <a:gd name="T28" fmla="*/ 0 w 278"/>
                <a:gd name="T29" fmla="*/ 0 h 939"/>
                <a:gd name="T30" fmla="*/ 0 w 278"/>
                <a:gd name="T31" fmla="*/ 0 h 939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w 278"/>
                <a:gd name="T49" fmla="*/ 0 h 939"/>
                <a:gd name="T50" fmla="*/ 278 w 278"/>
                <a:gd name="T51" fmla="*/ 939 h 939"/>
              </a:gdLst>
              <a:ahLst/>
              <a:cxnLst>
                <a:cxn ang="T32">
                  <a:pos x="T0" y="T1"/>
                </a:cxn>
                <a:cxn ang="T33">
                  <a:pos x="T2" y="T3"/>
                </a:cxn>
                <a:cxn ang="T34">
                  <a:pos x="T4" y="T5"/>
                </a:cxn>
                <a:cxn ang="T35">
                  <a:pos x="T6" y="T7"/>
                </a:cxn>
                <a:cxn ang="T36">
                  <a:pos x="T8" y="T9"/>
                </a:cxn>
                <a:cxn ang="T37">
                  <a:pos x="T10" y="T11"/>
                </a:cxn>
                <a:cxn ang="T38">
                  <a:pos x="T12" y="T13"/>
                </a:cxn>
                <a:cxn ang="T39">
                  <a:pos x="T14" y="T15"/>
                </a:cxn>
                <a:cxn ang="T40">
                  <a:pos x="T16" y="T17"/>
                </a:cxn>
                <a:cxn ang="T41">
                  <a:pos x="T18" y="T19"/>
                </a:cxn>
                <a:cxn ang="T42">
                  <a:pos x="T20" y="T21"/>
                </a:cxn>
                <a:cxn ang="T43">
                  <a:pos x="T22" y="T23"/>
                </a:cxn>
                <a:cxn ang="T44">
                  <a:pos x="T24" y="T25"/>
                </a:cxn>
                <a:cxn ang="T45">
                  <a:pos x="T26" y="T27"/>
                </a:cxn>
                <a:cxn ang="T46">
                  <a:pos x="T28" y="T29"/>
                </a:cxn>
                <a:cxn ang="T47">
                  <a:pos x="T30" y="T31"/>
                </a:cxn>
              </a:cxnLst>
              <a:rect l="T48" t="T49" r="T50" b="T51"/>
              <a:pathLst>
                <a:path w="278" h="939">
                  <a:moveTo>
                    <a:pt x="0" y="0"/>
                  </a:moveTo>
                  <a:lnTo>
                    <a:pt x="6" y="37"/>
                  </a:lnTo>
                  <a:lnTo>
                    <a:pt x="6" y="212"/>
                  </a:lnTo>
                  <a:lnTo>
                    <a:pt x="18" y="340"/>
                  </a:lnTo>
                  <a:lnTo>
                    <a:pt x="24" y="417"/>
                  </a:lnTo>
                  <a:lnTo>
                    <a:pt x="37" y="500"/>
                  </a:lnTo>
                  <a:lnTo>
                    <a:pt x="48" y="576"/>
                  </a:lnTo>
                  <a:lnTo>
                    <a:pt x="60" y="651"/>
                  </a:lnTo>
                  <a:lnTo>
                    <a:pt x="78" y="712"/>
                  </a:lnTo>
                  <a:lnTo>
                    <a:pt x="109" y="772"/>
                  </a:lnTo>
                  <a:lnTo>
                    <a:pt x="151" y="841"/>
                  </a:lnTo>
                  <a:lnTo>
                    <a:pt x="194" y="886"/>
                  </a:lnTo>
                  <a:lnTo>
                    <a:pt x="237" y="924"/>
                  </a:lnTo>
                  <a:lnTo>
                    <a:pt x="267" y="939"/>
                  </a:lnTo>
                  <a:lnTo>
                    <a:pt x="278" y="758"/>
                  </a:lnTo>
                  <a:lnTo>
                    <a:pt x="254" y="932"/>
                  </a:lnTo>
                </a:path>
              </a:pathLst>
            </a:custGeom>
            <a:noFill/>
            <a:ln w="0">
              <a:solidFill>
                <a:srgbClr val="9933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415" name="Line 417">
              <a:extLst>
                <a:ext uri="{FF2B5EF4-FFF2-40B4-BE49-F238E27FC236}">
                  <a16:creationId xmlns:a16="http://schemas.microsoft.com/office/drawing/2014/main" id="{9DBD5450-CA09-C838-1459-5023D5B2AE14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425" y="487"/>
              <a:ext cx="37" cy="15"/>
            </a:xfrm>
            <a:prstGeom prst="line">
              <a:avLst/>
            </a:prstGeom>
            <a:noFill/>
            <a:ln w="0">
              <a:solidFill>
                <a:srgbClr val="9933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416" name="Line 418">
              <a:extLst>
                <a:ext uri="{FF2B5EF4-FFF2-40B4-BE49-F238E27FC236}">
                  <a16:creationId xmlns:a16="http://schemas.microsoft.com/office/drawing/2014/main" id="{0EB62E24-870B-367B-FFD6-2A77BF9CAA8D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424" y="511"/>
              <a:ext cx="44" cy="15"/>
            </a:xfrm>
            <a:prstGeom prst="line">
              <a:avLst/>
            </a:prstGeom>
            <a:noFill/>
            <a:ln w="0">
              <a:solidFill>
                <a:srgbClr val="9933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417" name="Freeform 419">
              <a:extLst>
                <a:ext uri="{FF2B5EF4-FFF2-40B4-BE49-F238E27FC236}">
                  <a16:creationId xmlns:a16="http://schemas.microsoft.com/office/drawing/2014/main" id="{489D05F5-B982-254C-38AF-BEA1A389737E}"/>
                </a:ext>
              </a:extLst>
            </p:cNvPr>
            <p:cNvSpPr>
              <a:spLocks/>
            </p:cNvSpPr>
            <p:nvPr/>
          </p:nvSpPr>
          <p:spPr bwMode="auto">
            <a:xfrm>
              <a:off x="2416" y="525"/>
              <a:ext cx="49" cy="54"/>
            </a:xfrm>
            <a:custGeom>
              <a:avLst/>
              <a:gdLst>
                <a:gd name="T0" fmla="*/ 0 w 345"/>
                <a:gd name="T1" fmla="*/ 0 h 379"/>
                <a:gd name="T2" fmla="*/ 0 w 345"/>
                <a:gd name="T3" fmla="*/ 0 h 379"/>
                <a:gd name="T4" fmla="*/ 0 w 345"/>
                <a:gd name="T5" fmla="*/ 0 h 379"/>
                <a:gd name="T6" fmla="*/ 0 w 345"/>
                <a:gd name="T7" fmla="*/ 0 h 379"/>
                <a:gd name="T8" fmla="*/ 0 w 345"/>
                <a:gd name="T9" fmla="*/ 0 h 379"/>
                <a:gd name="T10" fmla="*/ 0 w 345"/>
                <a:gd name="T11" fmla="*/ 0 h 379"/>
                <a:gd name="T12" fmla="*/ 0 w 345"/>
                <a:gd name="T13" fmla="*/ 0 h 379"/>
                <a:gd name="T14" fmla="*/ 0 w 345"/>
                <a:gd name="T15" fmla="*/ 0 h 379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w 345"/>
                <a:gd name="T25" fmla="*/ 0 h 379"/>
                <a:gd name="T26" fmla="*/ 345 w 345"/>
                <a:gd name="T27" fmla="*/ 379 h 379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345" h="379">
                  <a:moveTo>
                    <a:pt x="345" y="0"/>
                  </a:moveTo>
                  <a:lnTo>
                    <a:pt x="338" y="30"/>
                  </a:lnTo>
                  <a:lnTo>
                    <a:pt x="290" y="107"/>
                  </a:lnTo>
                  <a:lnTo>
                    <a:pt x="242" y="167"/>
                  </a:lnTo>
                  <a:lnTo>
                    <a:pt x="187" y="228"/>
                  </a:lnTo>
                  <a:lnTo>
                    <a:pt x="121" y="288"/>
                  </a:lnTo>
                  <a:lnTo>
                    <a:pt x="55" y="341"/>
                  </a:lnTo>
                  <a:lnTo>
                    <a:pt x="0" y="379"/>
                  </a:lnTo>
                </a:path>
              </a:pathLst>
            </a:custGeom>
            <a:noFill/>
            <a:ln w="0">
              <a:solidFill>
                <a:srgbClr val="9933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418" name="Freeform 420">
              <a:extLst>
                <a:ext uri="{FF2B5EF4-FFF2-40B4-BE49-F238E27FC236}">
                  <a16:creationId xmlns:a16="http://schemas.microsoft.com/office/drawing/2014/main" id="{D5A40B74-CBDE-F382-70CC-8082544DE5CF}"/>
                </a:ext>
              </a:extLst>
            </p:cNvPr>
            <p:cNvSpPr>
              <a:spLocks/>
            </p:cNvSpPr>
            <p:nvPr/>
          </p:nvSpPr>
          <p:spPr bwMode="auto">
            <a:xfrm>
              <a:off x="2507" y="452"/>
              <a:ext cx="11" cy="45"/>
            </a:xfrm>
            <a:custGeom>
              <a:avLst/>
              <a:gdLst>
                <a:gd name="T0" fmla="*/ 0 w 78"/>
                <a:gd name="T1" fmla="*/ 0 h 311"/>
                <a:gd name="T2" fmla="*/ 0 w 78"/>
                <a:gd name="T3" fmla="*/ 0 h 311"/>
                <a:gd name="T4" fmla="*/ 0 w 78"/>
                <a:gd name="T5" fmla="*/ 0 h 311"/>
                <a:gd name="T6" fmla="*/ 0 w 78"/>
                <a:gd name="T7" fmla="*/ 0 h 311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78"/>
                <a:gd name="T13" fmla="*/ 0 h 311"/>
                <a:gd name="T14" fmla="*/ 78 w 78"/>
                <a:gd name="T15" fmla="*/ 311 h 311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78" h="311">
                  <a:moveTo>
                    <a:pt x="78" y="0"/>
                  </a:moveTo>
                  <a:lnTo>
                    <a:pt x="66" y="68"/>
                  </a:lnTo>
                  <a:lnTo>
                    <a:pt x="23" y="220"/>
                  </a:lnTo>
                  <a:lnTo>
                    <a:pt x="0" y="311"/>
                  </a:lnTo>
                </a:path>
              </a:pathLst>
            </a:custGeom>
            <a:noFill/>
            <a:ln w="0">
              <a:solidFill>
                <a:srgbClr val="9933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419" name="Freeform 421">
              <a:extLst>
                <a:ext uri="{FF2B5EF4-FFF2-40B4-BE49-F238E27FC236}">
                  <a16:creationId xmlns:a16="http://schemas.microsoft.com/office/drawing/2014/main" id="{3C671330-B5B8-C053-DC19-769D97318A30}"/>
                </a:ext>
              </a:extLst>
            </p:cNvPr>
            <p:cNvSpPr>
              <a:spLocks/>
            </p:cNvSpPr>
            <p:nvPr/>
          </p:nvSpPr>
          <p:spPr bwMode="auto">
            <a:xfrm>
              <a:off x="2498" y="488"/>
              <a:ext cx="34" cy="81"/>
            </a:xfrm>
            <a:custGeom>
              <a:avLst/>
              <a:gdLst>
                <a:gd name="T0" fmla="*/ 0 w 242"/>
                <a:gd name="T1" fmla="*/ 0 h 568"/>
                <a:gd name="T2" fmla="*/ 0 w 242"/>
                <a:gd name="T3" fmla="*/ 0 h 568"/>
                <a:gd name="T4" fmla="*/ 0 w 242"/>
                <a:gd name="T5" fmla="*/ 0 h 568"/>
                <a:gd name="T6" fmla="*/ 0 w 242"/>
                <a:gd name="T7" fmla="*/ 0 h 568"/>
                <a:gd name="T8" fmla="*/ 0 w 242"/>
                <a:gd name="T9" fmla="*/ 0 h 568"/>
                <a:gd name="T10" fmla="*/ 0 w 242"/>
                <a:gd name="T11" fmla="*/ 0 h 568"/>
                <a:gd name="T12" fmla="*/ 0 w 242"/>
                <a:gd name="T13" fmla="*/ 0 h 568"/>
                <a:gd name="T14" fmla="*/ 0 w 242"/>
                <a:gd name="T15" fmla="*/ 0 h 568"/>
                <a:gd name="T16" fmla="*/ 0 w 242"/>
                <a:gd name="T17" fmla="*/ 0 h 568"/>
                <a:gd name="T18" fmla="*/ 0 w 242"/>
                <a:gd name="T19" fmla="*/ 0 h 568"/>
                <a:gd name="T20" fmla="*/ 0 w 242"/>
                <a:gd name="T21" fmla="*/ 0 h 568"/>
                <a:gd name="T22" fmla="*/ 0 w 242"/>
                <a:gd name="T23" fmla="*/ 0 h 568"/>
                <a:gd name="T24" fmla="*/ 0 w 242"/>
                <a:gd name="T25" fmla="*/ 0 h 568"/>
                <a:gd name="T26" fmla="*/ 0 w 242"/>
                <a:gd name="T27" fmla="*/ 0 h 568"/>
                <a:gd name="T28" fmla="*/ 0 w 242"/>
                <a:gd name="T29" fmla="*/ 0 h 568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w 242"/>
                <a:gd name="T46" fmla="*/ 0 h 568"/>
                <a:gd name="T47" fmla="*/ 242 w 242"/>
                <a:gd name="T48" fmla="*/ 568 h 568"/>
              </a:gdLst>
              <a:ahLst/>
              <a:cxnLst>
                <a:cxn ang="T30">
                  <a:pos x="T0" y="T1"/>
                </a:cxn>
                <a:cxn ang="T31">
                  <a:pos x="T2" y="T3"/>
                </a:cxn>
                <a:cxn ang="T32">
                  <a:pos x="T4" y="T5"/>
                </a:cxn>
                <a:cxn ang="T33">
                  <a:pos x="T6" y="T7"/>
                </a:cxn>
                <a:cxn ang="T34">
                  <a:pos x="T8" y="T9"/>
                </a:cxn>
                <a:cxn ang="T35">
                  <a:pos x="T10" y="T11"/>
                </a:cxn>
                <a:cxn ang="T36">
                  <a:pos x="T12" y="T13"/>
                </a:cxn>
                <a:cxn ang="T37">
                  <a:pos x="T14" y="T15"/>
                </a:cxn>
                <a:cxn ang="T38">
                  <a:pos x="T16" y="T17"/>
                </a:cxn>
                <a:cxn ang="T39">
                  <a:pos x="T18" y="T19"/>
                </a:cxn>
                <a:cxn ang="T40">
                  <a:pos x="T20" y="T21"/>
                </a:cxn>
                <a:cxn ang="T41">
                  <a:pos x="T22" y="T23"/>
                </a:cxn>
                <a:cxn ang="T42">
                  <a:pos x="T24" y="T25"/>
                </a:cxn>
                <a:cxn ang="T43">
                  <a:pos x="T26" y="T27"/>
                </a:cxn>
                <a:cxn ang="T44">
                  <a:pos x="T28" y="T29"/>
                </a:cxn>
              </a:cxnLst>
              <a:rect l="T45" t="T46" r="T47" b="T48"/>
              <a:pathLst>
                <a:path w="242" h="568">
                  <a:moveTo>
                    <a:pt x="0" y="0"/>
                  </a:moveTo>
                  <a:lnTo>
                    <a:pt x="18" y="68"/>
                  </a:lnTo>
                  <a:lnTo>
                    <a:pt x="24" y="257"/>
                  </a:lnTo>
                  <a:lnTo>
                    <a:pt x="18" y="416"/>
                  </a:lnTo>
                  <a:lnTo>
                    <a:pt x="24" y="568"/>
                  </a:lnTo>
                  <a:lnTo>
                    <a:pt x="12" y="499"/>
                  </a:lnTo>
                  <a:lnTo>
                    <a:pt x="157" y="485"/>
                  </a:lnTo>
                  <a:lnTo>
                    <a:pt x="193" y="530"/>
                  </a:lnTo>
                  <a:lnTo>
                    <a:pt x="200" y="560"/>
                  </a:lnTo>
                  <a:lnTo>
                    <a:pt x="206" y="348"/>
                  </a:lnTo>
                  <a:lnTo>
                    <a:pt x="218" y="38"/>
                  </a:lnTo>
                  <a:lnTo>
                    <a:pt x="218" y="0"/>
                  </a:lnTo>
                  <a:lnTo>
                    <a:pt x="242" y="30"/>
                  </a:lnTo>
                  <a:lnTo>
                    <a:pt x="193" y="45"/>
                  </a:lnTo>
                  <a:lnTo>
                    <a:pt x="24" y="68"/>
                  </a:lnTo>
                </a:path>
              </a:pathLst>
            </a:custGeom>
            <a:noFill/>
            <a:ln w="0">
              <a:solidFill>
                <a:srgbClr val="9933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420" name="Line 422">
              <a:extLst>
                <a:ext uri="{FF2B5EF4-FFF2-40B4-BE49-F238E27FC236}">
                  <a16:creationId xmlns:a16="http://schemas.microsoft.com/office/drawing/2014/main" id="{80137576-9217-EE4D-8182-C7BF350A6B37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501" y="524"/>
              <a:ext cx="19" cy="2"/>
            </a:xfrm>
            <a:prstGeom prst="line">
              <a:avLst/>
            </a:prstGeom>
            <a:noFill/>
            <a:ln w="0">
              <a:solidFill>
                <a:srgbClr val="9933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421" name="Freeform 423">
              <a:extLst>
                <a:ext uri="{FF2B5EF4-FFF2-40B4-BE49-F238E27FC236}">
                  <a16:creationId xmlns:a16="http://schemas.microsoft.com/office/drawing/2014/main" id="{6606726C-1FF9-5B53-ECB0-C5CB53908280}"/>
                </a:ext>
              </a:extLst>
            </p:cNvPr>
            <p:cNvSpPr>
              <a:spLocks/>
            </p:cNvSpPr>
            <p:nvPr/>
          </p:nvSpPr>
          <p:spPr bwMode="auto">
            <a:xfrm>
              <a:off x="2534" y="450"/>
              <a:ext cx="18" cy="75"/>
            </a:xfrm>
            <a:custGeom>
              <a:avLst/>
              <a:gdLst>
                <a:gd name="T0" fmla="*/ 0 w 128"/>
                <a:gd name="T1" fmla="*/ 0 h 522"/>
                <a:gd name="T2" fmla="*/ 0 w 128"/>
                <a:gd name="T3" fmla="*/ 0 h 522"/>
                <a:gd name="T4" fmla="*/ 0 w 128"/>
                <a:gd name="T5" fmla="*/ 0 h 522"/>
                <a:gd name="T6" fmla="*/ 0 w 128"/>
                <a:gd name="T7" fmla="*/ 0 h 522"/>
                <a:gd name="T8" fmla="*/ 0 w 128"/>
                <a:gd name="T9" fmla="*/ 0 h 522"/>
                <a:gd name="T10" fmla="*/ 0 w 128"/>
                <a:gd name="T11" fmla="*/ 0 h 522"/>
                <a:gd name="T12" fmla="*/ 0 w 128"/>
                <a:gd name="T13" fmla="*/ 0 h 522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128"/>
                <a:gd name="T22" fmla="*/ 0 h 522"/>
                <a:gd name="T23" fmla="*/ 128 w 128"/>
                <a:gd name="T24" fmla="*/ 522 h 522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128" h="522">
                  <a:moveTo>
                    <a:pt x="121" y="0"/>
                  </a:moveTo>
                  <a:lnTo>
                    <a:pt x="128" y="53"/>
                  </a:lnTo>
                  <a:lnTo>
                    <a:pt x="98" y="182"/>
                  </a:lnTo>
                  <a:lnTo>
                    <a:pt x="67" y="318"/>
                  </a:lnTo>
                  <a:lnTo>
                    <a:pt x="37" y="417"/>
                  </a:lnTo>
                  <a:lnTo>
                    <a:pt x="12" y="485"/>
                  </a:lnTo>
                  <a:lnTo>
                    <a:pt x="0" y="522"/>
                  </a:lnTo>
                </a:path>
              </a:pathLst>
            </a:custGeom>
            <a:noFill/>
            <a:ln w="0">
              <a:solidFill>
                <a:srgbClr val="9933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422" name="Freeform 424">
              <a:extLst>
                <a:ext uri="{FF2B5EF4-FFF2-40B4-BE49-F238E27FC236}">
                  <a16:creationId xmlns:a16="http://schemas.microsoft.com/office/drawing/2014/main" id="{790F2BB5-CAC1-D43B-C62D-017B6DEB0E1A}"/>
                </a:ext>
              </a:extLst>
            </p:cNvPr>
            <p:cNvSpPr>
              <a:spLocks/>
            </p:cNvSpPr>
            <p:nvPr/>
          </p:nvSpPr>
          <p:spPr bwMode="auto">
            <a:xfrm>
              <a:off x="2544" y="486"/>
              <a:ext cx="38" cy="99"/>
            </a:xfrm>
            <a:custGeom>
              <a:avLst/>
              <a:gdLst>
                <a:gd name="T0" fmla="*/ 0 w 266"/>
                <a:gd name="T1" fmla="*/ 0 h 697"/>
                <a:gd name="T2" fmla="*/ 0 w 266"/>
                <a:gd name="T3" fmla="*/ 0 h 697"/>
                <a:gd name="T4" fmla="*/ 0 w 266"/>
                <a:gd name="T5" fmla="*/ 0 h 697"/>
                <a:gd name="T6" fmla="*/ 0 w 266"/>
                <a:gd name="T7" fmla="*/ 0 h 697"/>
                <a:gd name="T8" fmla="*/ 0 w 266"/>
                <a:gd name="T9" fmla="*/ 0 h 697"/>
                <a:gd name="T10" fmla="*/ 0 w 266"/>
                <a:gd name="T11" fmla="*/ 0 h 697"/>
                <a:gd name="T12" fmla="*/ 0 w 266"/>
                <a:gd name="T13" fmla="*/ 0 h 697"/>
                <a:gd name="T14" fmla="*/ 0 w 266"/>
                <a:gd name="T15" fmla="*/ 0 h 697"/>
                <a:gd name="T16" fmla="*/ 0 w 266"/>
                <a:gd name="T17" fmla="*/ 0 h 697"/>
                <a:gd name="T18" fmla="*/ 0 w 266"/>
                <a:gd name="T19" fmla="*/ 0 h 697"/>
                <a:gd name="T20" fmla="*/ 0 w 266"/>
                <a:gd name="T21" fmla="*/ 0 h 697"/>
                <a:gd name="T22" fmla="*/ 0 w 266"/>
                <a:gd name="T23" fmla="*/ 0 h 697"/>
                <a:gd name="T24" fmla="*/ 0 w 266"/>
                <a:gd name="T25" fmla="*/ 0 h 697"/>
                <a:gd name="T26" fmla="*/ 0 w 266"/>
                <a:gd name="T27" fmla="*/ 0 h 697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w 266"/>
                <a:gd name="T43" fmla="*/ 0 h 697"/>
                <a:gd name="T44" fmla="*/ 266 w 266"/>
                <a:gd name="T45" fmla="*/ 697 h 697"/>
              </a:gdLst>
              <a:ahLst/>
              <a:cxnLst>
                <a:cxn ang="T28">
                  <a:pos x="T0" y="T1"/>
                </a:cxn>
                <a:cxn ang="T29">
                  <a:pos x="T2" y="T3"/>
                </a:cxn>
                <a:cxn ang="T30">
                  <a:pos x="T4" y="T5"/>
                </a:cxn>
                <a:cxn ang="T31">
                  <a:pos x="T6" y="T7"/>
                </a:cxn>
                <a:cxn ang="T32">
                  <a:pos x="T8" y="T9"/>
                </a:cxn>
                <a:cxn ang="T33">
                  <a:pos x="T10" y="T11"/>
                </a:cxn>
                <a:cxn ang="T34">
                  <a:pos x="T12" y="T13"/>
                </a:cxn>
                <a:cxn ang="T35">
                  <a:pos x="T14" y="T15"/>
                </a:cxn>
                <a:cxn ang="T36">
                  <a:pos x="T16" y="T17"/>
                </a:cxn>
                <a:cxn ang="T37">
                  <a:pos x="T18" y="T19"/>
                </a:cxn>
                <a:cxn ang="T38">
                  <a:pos x="T20" y="T21"/>
                </a:cxn>
                <a:cxn ang="T39">
                  <a:pos x="T22" y="T23"/>
                </a:cxn>
                <a:cxn ang="T40">
                  <a:pos x="T24" y="T25"/>
                </a:cxn>
                <a:cxn ang="T41">
                  <a:pos x="T26" y="T27"/>
                </a:cxn>
              </a:cxnLst>
              <a:rect l="T42" t="T43" r="T44" b="T45"/>
              <a:pathLst>
                <a:path w="266" h="697">
                  <a:moveTo>
                    <a:pt x="0" y="69"/>
                  </a:moveTo>
                  <a:lnTo>
                    <a:pt x="133" y="61"/>
                  </a:lnTo>
                  <a:lnTo>
                    <a:pt x="139" y="61"/>
                  </a:lnTo>
                  <a:lnTo>
                    <a:pt x="248" y="38"/>
                  </a:lnTo>
                  <a:lnTo>
                    <a:pt x="266" y="31"/>
                  </a:lnTo>
                  <a:lnTo>
                    <a:pt x="248" y="0"/>
                  </a:lnTo>
                  <a:lnTo>
                    <a:pt x="236" y="137"/>
                  </a:lnTo>
                  <a:lnTo>
                    <a:pt x="230" y="281"/>
                  </a:lnTo>
                  <a:lnTo>
                    <a:pt x="211" y="418"/>
                  </a:lnTo>
                  <a:lnTo>
                    <a:pt x="193" y="546"/>
                  </a:lnTo>
                  <a:lnTo>
                    <a:pt x="170" y="630"/>
                  </a:lnTo>
                  <a:lnTo>
                    <a:pt x="145" y="697"/>
                  </a:lnTo>
                  <a:lnTo>
                    <a:pt x="42" y="546"/>
                  </a:lnTo>
                  <a:lnTo>
                    <a:pt x="151" y="683"/>
                  </a:lnTo>
                </a:path>
              </a:pathLst>
            </a:custGeom>
            <a:noFill/>
            <a:ln w="0">
              <a:solidFill>
                <a:srgbClr val="9933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423" name="Freeform 425">
              <a:extLst>
                <a:ext uri="{FF2B5EF4-FFF2-40B4-BE49-F238E27FC236}">
                  <a16:creationId xmlns:a16="http://schemas.microsoft.com/office/drawing/2014/main" id="{7C8FEB77-1C3F-8D57-EC04-235DEB35ACFE}"/>
                </a:ext>
              </a:extLst>
            </p:cNvPr>
            <p:cNvSpPr>
              <a:spLocks/>
            </p:cNvSpPr>
            <p:nvPr/>
          </p:nvSpPr>
          <p:spPr bwMode="auto">
            <a:xfrm>
              <a:off x="2545" y="515"/>
              <a:ext cx="12" cy="25"/>
            </a:xfrm>
            <a:custGeom>
              <a:avLst/>
              <a:gdLst>
                <a:gd name="T0" fmla="*/ 0 w 80"/>
                <a:gd name="T1" fmla="*/ 0 h 174"/>
                <a:gd name="T2" fmla="*/ 0 w 80"/>
                <a:gd name="T3" fmla="*/ 0 h 174"/>
                <a:gd name="T4" fmla="*/ 0 w 80"/>
                <a:gd name="T5" fmla="*/ 0 h 174"/>
                <a:gd name="T6" fmla="*/ 0 w 80"/>
                <a:gd name="T7" fmla="*/ 0 h 174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80"/>
                <a:gd name="T13" fmla="*/ 0 h 174"/>
                <a:gd name="T14" fmla="*/ 80 w 80"/>
                <a:gd name="T15" fmla="*/ 174 h 174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80" h="174">
                  <a:moveTo>
                    <a:pt x="0" y="0"/>
                  </a:moveTo>
                  <a:lnTo>
                    <a:pt x="68" y="113"/>
                  </a:lnTo>
                  <a:lnTo>
                    <a:pt x="73" y="135"/>
                  </a:lnTo>
                  <a:lnTo>
                    <a:pt x="80" y="174"/>
                  </a:lnTo>
                </a:path>
              </a:pathLst>
            </a:custGeom>
            <a:noFill/>
            <a:ln w="0">
              <a:solidFill>
                <a:srgbClr val="9933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424" name="Freeform 426">
              <a:extLst>
                <a:ext uri="{FF2B5EF4-FFF2-40B4-BE49-F238E27FC236}">
                  <a16:creationId xmlns:a16="http://schemas.microsoft.com/office/drawing/2014/main" id="{72489795-824B-1867-4565-182E6F2661A5}"/>
                </a:ext>
              </a:extLst>
            </p:cNvPr>
            <p:cNvSpPr>
              <a:spLocks/>
            </p:cNvSpPr>
            <p:nvPr/>
          </p:nvSpPr>
          <p:spPr bwMode="auto">
            <a:xfrm>
              <a:off x="2615" y="455"/>
              <a:ext cx="32" cy="125"/>
            </a:xfrm>
            <a:custGeom>
              <a:avLst/>
              <a:gdLst>
                <a:gd name="T0" fmla="*/ 0 w 230"/>
                <a:gd name="T1" fmla="*/ 0 h 879"/>
                <a:gd name="T2" fmla="*/ 0 w 230"/>
                <a:gd name="T3" fmla="*/ 0 h 879"/>
                <a:gd name="T4" fmla="*/ 0 w 230"/>
                <a:gd name="T5" fmla="*/ 0 h 879"/>
                <a:gd name="T6" fmla="*/ 0 w 230"/>
                <a:gd name="T7" fmla="*/ 0 h 879"/>
                <a:gd name="T8" fmla="*/ 0 w 230"/>
                <a:gd name="T9" fmla="*/ 0 h 879"/>
                <a:gd name="T10" fmla="*/ 0 w 230"/>
                <a:gd name="T11" fmla="*/ 0 h 879"/>
                <a:gd name="T12" fmla="*/ 0 w 230"/>
                <a:gd name="T13" fmla="*/ 0 h 879"/>
                <a:gd name="T14" fmla="*/ 0 w 230"/>
                <a:gd name="T15" fmla="*/ 0 h 879"/>
                <a:gd name="T16" fmla="*/ 0 w 230"/>
                <a:gd name="T17" fmla="*/ 0 h 879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w 230"/>
                <a:gd name="T28" fmla="*/ 0 h 879"/>
                <a:gd name="T29" fmla="*/ 230 w 230"/>
                <a:gd name="T30" fmla="*/ 879 h 879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T27" t="T28" r="T29" b="T30"/>
              <a:pathLst>
                <a:path w="230" h="879">
                  <a:moveTo>
                    <a:pt x="230" y="0"/>
                  </a:moveTo>
                  <a:lnTo>
                    <a:pt x="218" y="23"/>
                  </a:lnTo>
                  <a:lnTo>
                    <a:pt x="139" y="76"/>
                  </a:lnTo>
                  <a:lnTo>
                    <a:pt x="43" y="114"/>
                  </a:lnTo>
                  <a:lnTo>
                    <a:pt x="0" y="128"/>
                  </a:lnTo>
                  <a:lnTo>
                    <a:pt x="145" y="76"/>
                  </a:lnTo>
                  <a:lnTo>
                    <a:pt x="134" y="879"/>
                  </a:lnTo>
                  <a:lnTo>
                    <a:pt x="122" y="833"/>
                  </a:lnTo>
                  <a:lnTo>
                    <a:pt x="134" y="773"/>
                  </a:lnTo>
                </a:path>
              </a:pathLst>
            </a:custGeom>
            <a:noFill/>
            <a:ln w="0">
              <a:solidFill>
                <a:srgbClr val="9933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425" name="Line 427">
              <a:extLst>
                <a:ext uri="{FF2B5EF4-FFF2-40B4-BE49-F238E27FC236}">
                  <a16:creationId xmlns:a16="http://schemas.microsoft.com/office/drawing/2014/main" id="{7B255DB8-1ACA-A138-3E8E-085663CCFA2B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609" y="490"/>
              <a:ext cx="44" cy="8"/>
            </a:xfrm>
            <a:prstGeom prst="line">
              <a:avLst/>
            </a:prstGeom>
            <a:noFill/>
            <a:ln w="0">
              <a:solidFill>
                <a:srgbClr val="9933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426" name="Line 428">
              <a:extLst>
                <a:ext uri="{FF2B5EF4-FFF2-40B4-BE49-F238E27FC236}">
                  <a16:creationId xmlns:a16="http://schemas.microsoft.com/office/drawing/2014/main" id="{1A4DC34D-84AA-4C7F-281D-E90A44AD14C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635" y="504"/>
              <a:ext cx="16" cy="16"/>
            </a:xfrm>
            <a:prstGeom prst="line">
              <a:avLst/>
            </a:prstGeom>
            <a:noFill/>
            <a:ln w="0">
              <a:solidFill>
                <a:srgbClr val="9933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427" name="Freeform 429">
              <a:extLst>
                <a:ext uri="{FF2B5EF4-FFF2-40B4-BE49-F238E27FC236}">
                  <a16:creationId xmlns:a16="http://schemas.microsoft.com/office/drawing/2014/main" id="{0EBCC76C-D1BC-8EA6-FD21-25E7D08A3F7E}"/>
                </a:ext>
              </a:extLst>
            </p:cNvPr>
            <p:cNvSpPr>
              <a:spLocks/>
            </p:cNvSpPr>
            <p:nvPr/>
          </p:nvSpPr>
          <p:spPr bwMode="auto">
            <a:xfrm>
              <a:off x="2605" y="497"/>
              <a:ext cx="29" cy="49"/>
            </a:xfrm>
            <a:custGeom>
              <a:avLst/>
              <a:gdLst>
                <a:gd name="T0" fmla="*/ 0 w 205"/>
                <a:gd name="T1" fmla="*/ 0 h 347"/>
                <a:gd name="T2" fmla="*/ 0 w 205"/>
                <a:gd name="T3" fmla="*/ 0 h 347"/>
                <a:gd name="T4" fmla="*/ 0 w 205"/>
                <a:gd name="T5" fmla="*/ 0 h 347"/>
                <a:gd name="T6" fmla="*/ 0 w 205"/>
                <a:gd name="T7" fmla="*/ 0 h 347"/>
                <a:gd name="T8" fmla="*/ 0 w 205"/>
                <a:gd name="T9" fmla="*/ 0 h 34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05"/>
                <a:gd name="T16" fmla="*/ 0 h 347"/>
                <a:gd name="T17" fmla="*/ 205 w 205"/>
                <a:gd name="T18" fmla="*/ 347 h 347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05" h="347">
                  <a:moveTo>
                    <a:pt x="205" y="0"/>
                  </a:moveTo>
                  <a:lnTo>
                    <a:pt x="157" y="113"/>
                  </a:lnTo>
                  <a:lnTo>
                    <a:pt x="97" y="220"/>
                  </a:lnTo>
                  <a:lnTo>
                    <a:pt x="54" y="280"/>
                  </a:lnTo>
                  <a:lnTo>
                    <a:pt x="0" y="347"/>
                  </a:lnTo>
                </a:path>
              </a:pathLst>
            </a:custGeom>
            <a:noFill/>
            <a:ln w="0">
              <a:solidFill>
                <a:srgbClr val="9933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428" name="Freeform 430">
              <a:extLst>
                <a:ext uri="{FF2B5EF4-FFF2-40B4-BE49-F238E27FC236}">
                  <a16:creationId xmlns:a16="http://schemas.microsoft.com/office/drawing/2014/main" id="{1CE11A86-61DD-8EF1-1678-25CE4653FDBE}"/>
                </a:ext>
              </a:extLst>
            </p:cNvPr>
            <p:cNvSpPr>
              <a:spLocks/>
            </p:cNvSpPr>
            <p:nvPr/>
          </p:nvSpPr>
          <p:spPr bwMode="auto">
            <a:xfrm>
              <a:off x="2658" y="468"/>
              <a:ext cx="34" cy="56"/>
            </a:xfrm>
            <a:custGeom>
              <a:avLst/>
              <a:gdLst>
                <a:gd name="T0" fmla="*/ 0 w 236"/>
                <a:gd name="T1" fmla="*/ 0 h 394"/>
                <a:gd name="T2" fmla="*/ 0 w 236"/>
                <a:gd name="T3" fmla="*/ 0 h 394"/>
                <a:gd name="T4" fmla="*/ 0 w 236"/>
                <a:gd name="T5" fmla="*/ 0 h 394"/>
                <a:gd name="T6" fmla="*/ 0 w 236"/>
                <a:gd name="T7" fmla="*/ 0 h 394"/>
                <a:gd name="T8" fmla="*/ 0 w 236"/>
                <a:gd name="T9" fmla="*/ 0 h 394"/>
                <a:gd name="T10" fmla="*/ 0 w 236"/>
                <a:gd name="T11" fmla="*/ 0 h 394"/>
                <a:gd name="T12" fmla="*/ 0 w 236"/>
                <a:gd name="T13" fmla="*/ 0 h 394"/>
                <a:gd name="T14" fmla="*/ 0 w 236"/>
                <a:gd name="T15" fmla="*/ 0 h 394"/>
                <a:gd name="T16" fmla="*/ 0 w 236"/>
                <a:gd name="T17" fmla="*/ 0 h 394"/>
                <a:gd name="T18" fmla="*/ 0 w 236"/>
                <a:gd name="T19" fmla="*/ 0 h 394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w 236"/>
                <a:gd name="T31" fmla="*/ 0 h 394"/>
                <a:gd name="T32" fmla="*/ 236 w 236"/>
                <a:gd name="T33" fmla="*/ 394 h 394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T30" t="T31" r="T32" b="T33"/>
              <a:pathLst>
                <a:path w="236" h="394">
                  <a:moveTo>
                    <a:pt x="0" y="0"/>
                  </a:moveTo>
                  <a:lnTo>
                    <a:pt x="18" y="76"/>
                  </a:lnTo>
                  <a:lnTo>
                    <a:pt x="18" y="250"/>
                  </a:lnTo>
                  <a:lnTo>
                    <a:pt x="18" y="394"/>
                  </a:lnTo>
                  <a:lnTo>
                    <a:pt x="13" y="340"/>
                  </a:lnTo>
                  <a:lnTo>
                    <a:pt x="218" y="318"/>
                  </a:lnTo>
                  <a:lnTo>
                    <a:pt x="188" y="318"/>
                  </a:lnTo>
                  <a:lnTo>
                    <a:pt x="224" y="0"/>
                  </a:lnTo>
                  <a:lnTo>
                    <a:pt x="236" y="31"/>
                  </a:lnTo>
                  <a:lnTo>
                    <a:pt x="13" y="68"/>
                  </a:lnTo>
                </a:path>
              </a:pathLst>
            </a:custGeom>
            <a:noFill/>
            <a:ln w="0">
              <a:solidFill>
                <a:srgbClr val="9933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429" name="Freeform 431">
              <a:extLst>
                <a:ext uri="{FF2B5EF4-FFF2-40B4-BE49-F238E27FC236}">
                  <a16:creationId xmlns:a16="http://schemas.microsoft.com/office/drawing/2014/main" id="{5DF74C94-EEC4-0636-5912-8EFDA8566A0E}"/>
                </a:ext>
              </a:extLst>
            </p:cNvPr>
            <p:cNvSpPr>
              <a:spLocks/>
            </p:cNvSpPr>
            <p:nvPr/>
          </p:nvSpPr>
          <p:spPr bwMode="auto">
            <a:xfrm>
              <a:off x="2642" y="534"/>
              <a:ext cx="22" cy="46"/>
            </a:xfrm>
            <a:custGeom>
              <a:avLst/>
              <a:gdLst>
                <a:gd name="T0" fmla="*/ 0 w 152"/>
                <a:gd name="T1" fmla="*/ 0 h 326"/>
                <a:gd name="T2" fmla="*/ 0 w 152"/>
                <a:gd name="T3" fmla="*/ 0 h 326"/>
                <a:gd name="T4" fmla="*/ 0 w 152"/>
                <a:gd name="T5" fmla="*/ 0 h 326"/>
                <a:gd name="T6" fmla="*/ 0 w 152"/>
                <a:gd name="T7" fmla="*/ 0 h 326"/>
                <a:gd name="T8" fmla="*/ 0 w 152"/>
                <a:gd name="T9" fmla="*/ 0 h 326"/>
                <a:gd name="T10" fmla="*/ 0 w 152"/>
                <a:gd name="T11" fmla="*/ 0 h 326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152"/>
                <a:gd name="T19" fmla="*/ 0 h 326"/>
                <a:gd name="T20" fmla="*/ 152 w 152"/>
                <a:gd name="T21" fmla="*/ 326 h 32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152" h="326">
                  <a:moveTo>
                    <a:pt x="152" y="0"/>
                  </a:moveTo>
                  <a:lnTo>
                    <a:pt x="152" y="30"/>
                  </a:lnTo>
                  <a:lnTo>
                    <a:pt x="122" y="114"/>
                  </a:lnTo>
                  <a:lnTo>
                    <a:pt x="72" y="212"/>
                  </a:lnTo>
                  <a:lnTo>
                    <a:pt x="36" y="272"/>
                  </a:lnTo>
                  <a:lnTo>
                    <a:pt x="0" y="326"/>
                  </a:lnTo>
                </a:path>
              </a:pathLst>
            </a:custGeom>
            <a:noFill/>
            <a:ln w="0">
              <a:solidFill>
                <a:srgbClr val="9933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430" name="Freeform 432">
              <a:extLst>
                <a:ext uri="{FF2B5EF4-FFF2-40B4-BE49-F238E27FC236}">
                  <a16:creationId xmlns:a16="http://schemas.microsoft.com/office/drawing/2014/main" id="{601E5F4B-0B01-DBEF-1408-2FB943A5AC56}"/>
                </a:ext>
              </a:extLst>
            </p:cNvPr>
            <p:cNvSpPr>
              <a:spLocks/>
            </p:cNvSpPr>
            <p:nvPr/>
          </p:nvSpPr>
          <p:spPr bwMode="auto">
            <a:xfrm>
              <a:off x="2680" y="534"/>
              <a:ext cx="15" cy="41"/>
            </a:xfrm>
            <a:custGeom>
              <a:avLst/>
              <a:gdLst>
                <a:gd name="T0" fmla="*/ 0 w 104"/>
                <a:gd name="T1" fmla="*/ 0 h 288"/>
                <a:gd name="T2" fmla="*/ 0 w 104"/>
                <a:gd name="T3" fmla="*/ 0 h 288"/>
                <a:gd name="T4" fmla="*/ 0 w 104"/>
                <a:gd name="T5" fmla="*/ 0 h 288"/>
                <a:gd name="T6" fmla="*/ 0 w 104"/>
                <a:gd name="T7" fmla="*/ 0 h 288"/>
                <a:gd name="T8" fmla="*/ 0 w 104"/>
                <a:gd name="T9" fmla="*/ 0 h 288"/>
                <a:gd name="T10" fmla="*/ 0 w 104"/>
                <a:gd name="T11" fmla="*/ 0 h 288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104"/>
                <a:gd name="T19" fmla="*/ 0 h 288"/>
                <a:gd name="T20" fmla="*/ 104 w 104"/>
                <a:gd name="T21" fmla="*/ 288 h 288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104" h="288">
                  <a:moveTo>
                    <a:pt x="0" y="0"/>
                  </a:moveTo>
                  <a:lnTo>
                    <a:pt x="43" y="90"/>
                  </a:lnTo>
                  <a:lnTo>
                    <a:pt x="73" y="159"/>
                  </a:lnTo>
                  <a:lnTo>
                    <a:pt x="91" y="220"/>
                  </a:lnTo>
                  <a:lnTo>
                    <a:pt x="97" y="258"/>
                  </a:lnTo>
                  <a:lnTo>
                    <a:pt x="104" y="288"/>
                  </a:lnTo>
                </a:path>
              </a:pathLst>
            </a:custGeom>
            <a:noFill/>
            <a:ln w="0">
              <a:solidFill>
                <a:srgbClr val="9933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431" name="Freeform 433">
              <a:extLst>
                <a:ext uri="{FF2B5EF4-FFF2-40B4-BE49-F238E27FC236}">
                  <a16:creationId xmlns:a16="http://schemas.microsoft.com/office/drawing/2014/main" id="{A8571A7D-2858-A8DC-D37C-C31FC8B2F12C}"/>
                </a:ext>
              </a:extLst>
            </p:cNvPr>
            <p:cNvSpPr>
              <a:spLocks/>
            </p:cNvSpPr>
            <p:nvPr/>
          </p:nvSpPr>
          <p:spPr bwMode="auto">
            <a:xfrm>
              <a:off x="2721" y="455"/>
              <a:ext cx="42" cy="58"/>
            </a:xfrm>
            <a:custGeom>
              <a:avLst/>
              <a:gdLst>
                <a:gd name="T0" fmla="*/ 0 w 296"/>
                <a:gd name="T1" fmla="*/ 0 h 409"/>
                <a:gd name="T2" fmla="*/ 0 w 296"/>
                <a:gd name="T3" fmla="*/ 0 h 409"/>
                <a:gd name="T4" fmla="*/ 0 w 296"/>
                <a:gd name="T5" fmla="*/ 0 h 409"/>
                <a:gd name="T6" fmla="*/ 0 w 296"/>
                <a:gd name="T7" fmla="*/ 0 h 409"/>
                <a:gd name="T8" fmla="*/ 0 w 296"/>
                <a:gd name="T9" fmla="*/ 0 h 409"/>
                <a:gd name="T10" fmla="*/ 0 w 296"/>
                <a:gd name="T11" fmla="*/ 0 h 409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296"/>
                <a:gd name="T19" fmla="*/ 0 h 409"/>
                <a:gd name="T20" fmla="*/ 296 w 296"/>
                <a:gd name="T21" fmla="*/ 409 h 409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296" h="409">
                  <a:moveTo>
                    <a:pt x="0" y="53"/>
                  </a:moveTo>
                  <a:lnTo>
                    <a:pt x="296" y="7"/>
                  </a:lnTo>
                  <a:lnTo>
                    <a:pt x="278" y="0"/>
                  </a:lnTo>
                  <a:lnTo>
                    <a:pt x="230" y="23"/>
                  </a:lnTo>
                  <a:lnTo>
                    <a:pt x="230" y="364"/>
                  </a:lnTo>
                  <a:lnTo>
                    <a:pt x="223" y="409"/>
                  </a:lnTo>
                </a:path>
              </a:pathLst>
            </a:custGeom>
            <a:noFill/>
            <a:ln w="0">
              <a:solidFill>
                <a:srgbClr val="9933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432" name="Line 434">
              <a:extLst>
                <a:ext uri="{FF2B5EF4-FFF2-40B4-BE49-F238E27FC236}">
                  <a16:creationId xmlns:a16="http://schemas.microsoft.com/office/drawing/2014/main" id="{33D3C222-92A8-F1B4-5934-C386A93653AC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734" y="473"/>
              <a:ext cx="13" cy="3"/>
            </a:xfrm>
            <a:prstGeom prst="line">
              <a:avLst/>
            </a:prstGeom>
            <a:noFill/>
            <a:ln w="0">
              <a:solidFill>
                <a:srgbClr val="9933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433" name="Line 435">
              <a:extLst>
                <a:ext uri="{FF2B5EF4-FFF2-40B4-BE49-F238E27FC236}">
                  <a16:creationId xmlns:a16="http://schemas.microsoft.com/office/drawing/2014/main" id="{884320ED-A82E-1902-518F-247DFF6C80D9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733" y="488"/>
              <a:ext cx="16" cy="3"/>
            </a:xfrm>
            <a:prstGeom prst="line">
              <a:avLst/>
            </a:prstGeom>
            <a:noFill/>
            <a:ln w="0">
              <a:solidFill>
                <a:srgbClr val="9933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434" name="Line 436">
              <a:extLst>
                <a:ext uri="{FF2B5EF4-FFF2-40B4-BE49-F238E27FC236}">
                  <a16:creationId xmlns:a16="http://schemas.microsoft.com/office/drawing/2014/main" id="{A8E0674B-B8D6-9692-4233-6E987599659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33" y="462"/>
              <a:ext cx="1" cy="43"/>
            </a:xfrm>
            <a:prstGeom prst="line">
              <a:avLst/>
            </a:prstGeom>
            <a:noFill/>
            <a:ln w="0">
              <a:solidFill>
                <a:srgbClr val="9933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435" name="Line 437">
              <a:extLst>
                <a:ext uri="{FF2B5EF4-FFF2-40B4-BE49-F238E27FC236}">
                  <a16:creationId xmlns:a16="http://schemas.microsoft.com/office/drawing/2014/main" id="{10C0B6AC-CBD6-A169-1EB1-779004D4F8E6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719" y="496"/>
              <a:ext cx="44" cy="15"/>
            </a:xfrm>
            <a:prstGeom prst="line">
              <a:avLst/>
            </a:prstGeom>
            <a:noFill/>
            <a:ln w="0">
              <a:solidFill>
                <a:srgbClr val="9933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436" name="Freeform 438">
              <a:extLst>
                <a:ext uri="{FF2B5EF4-FFF2-40B4-BE49-F238E27FC236}">
                  <a16:creationId xmlns:a16="http://schemas.microsoft.com/office/drawing/2014/main" id="{65122D73-1A86-4EF0-0559-D955D7FE7B63}"/>
                </a:ext>
              </a:extLst>
            </p:cNvPr>
            <p:cNvSpPr>
              <a:spLocks/>
            </p:cNvSpPr>
            <p:nvPr/>
          </p:nvSpPr>
          <p:spPr bwMode="auto">
            <a:xfrm>
              <a:off x="2761" y="460"/>
              <a:ext cx="32" cy="48"/>
            </a:xfrm>
            <a:custGeom>
              <a:avLst/>
              <a:gdLst>
                <a:gd name="T0" fmla="*/ 0 w 223"/>
                <a:gd name="T1" fmla="*/ 0 h 333"/>
                <a:gd name="T2" fmla="*/ 0 w 223"/>
                <a:gd name="T3" fmla="*/ 0 h 333"/>
                <a:gd name="T4" fmla="*/ 0 w 223"/>
                <a:gd name="T5" fmla="*/ 0 h 333"/>
                <a:gd name="T6" fmla="*/ 0 w 223"/>
                <a:gd name="T7" fmla="*/ 0 h 333"/>
                <a:gd name="T8" fmla="*/ 0 w 223"/>
                <a:gd name="T9" fmla="*/ 0 h 333"/>
                <a:gd name="T10" fmla="*/ 0 w 223"/>
                <a:gd name="T11" fmla="*/ 0 h 333"/>
                <a:gd name="T12" fmla="*/ 0 w 223"/>
                <a:gd name="T13" fmla="*/ 0 h 333"/>
                <a:gd name="T14" fmla="*/ 0 w 223"/>
                <a:gd name="T15" fmla="*/ 0 h 333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w 223"/>
                <a:gd name="T25" fmla="*/ 0 h 333"/>
                <a:gd name="T26" fmla="*/ 223 w 223"/>
                <a:gd name="T27" fmla="*/ 333 h 333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223" h="333">
                  <a:moveTo>
                    <a:pt x="30" y="60"/>
                  </a:moveTo>
                  <a:lnTo>
                    <a:pt x="223" y="23"/>
                  </a:lnTo>
                  <a:lnTo>
                    <a:pt x="218" y="0"/>
                  </a:lnTo>
                  <a:lnTo>
                    <a:pt x="182" y="90"/>
                  </a:lnTo>
                  <a:lnTo>
                    <a:pt x="139" y="167"/>
                  </a:lnTo>
                  <a:lnTo>
                    <a:pt x="91" y="242"/>
                  </a:lnTo>
                  <a:lnTo>
                    <a:pt x="42" y="296"/>
                  </a:lnTo>
                  <a:lnTo>
                    <a:pt x="0" y="333"/>
                  </a:lnTo>
                </a:path>
              </a:pathLst>
            </a:custGeom>
            <a:noFill/>
            <a:ln w="0">
              <a:solidFill>
                <a:srgbClr val="9933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437" name="Freeform 439">
              <a:extLst>
                <a:ext uri="{FF2B5EF4-FFF2-40B4-BE49-F238E27FC236}">
                  <a16:creationId xmlns:a16="http://schemas.microsoft.com/office/drawing/2014/main" id="{1D50F5C8-ED5C-6408-649C-6A1B88FD0C9A}"/>
                </a:ext>
              </a:extLst>
            </p:cNvPr>
            <p:cNvSpPr>
              <a:spLocks/>
            </p:cNvSpPr>
            <p:nvPr/>
          </p:nvSpPr>
          <p:spPr bwMode="auto">
            <a:xfrm>
              <a:off x="2764" y="476"/>
              <a:ext cx="35" cy="33"/>
            </a:xfrm>
            <a:custGeom>
              <a:avLst/>
              <a:gdLst>
                <a:gd name="T0" fmla="*/ 0 w 243"/>
                <a:gd name="T1" fmla="*/ 0 h 227"/>
                <a:gd name="T2" fmla="*/ 0 w 243"/>
                <a:gd name="T3" fmla="*/ 0 h 227"/>
                <a:gd name="T4" fmla="*/ 0 w 243"/>
                <a:gd name="T5" fmla="*/ 0 h 227"/>
                <a:gd name="T6" fmla="*/ 0 w 243"/>
                <a:gd name="T7" fmla="*/ 0 h 227"/>
                <a:gd name="T8" fmla="*/ 0 w 243"/>
                <a:gd name="T9" fmla="*/ 0 h 227"/>
                <a:gd name="T10" fmla="*/ 0 w 243"/>
                <a:gd name="T11" fmla="*/ 0 h 227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243"/>
                <a:gd name="T19" fmla="*/ 0 h 227"/>
                <a:gd name="T20" fmla="*/ 243 w 243"/>
                <a:gd name="T21" fmla="*/ 227 h 227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243" h="227">
                  <a:moveTo>
                    <a:pt x="0" y="0"/>
                  </a:moveTo>
                  <a:lnTo>
                    <a:pt x="140" y="113"/>
                  </a:lnTo>
                  <a:lnTo>
                    <a:pt x="189" y="158"/>
                  </a:lnTo>
                  <a:lnTo>
                    <a:pt x="213" y="189"/>
                  </a:lnTo>
                  <a:lnTo>
                    <a:pt x="243" y="227"/>
                  </a:lnTo>
                  <a:lnTo>
                    <a:pt x="207" y="182"/>
                  </a:lnTo>
                </a:path>
              </a:pathLst>
            </a:custGeom>
            <a:noFill/>
            <a:ln w="0">
              <a:solidFill>
                <a:srgbClr val="9933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438" name="Freeform 440">
              <a:extLst>
                <a:ext uri="{FF2B5EF4-FFF2-40B4-BE49-F238E27FC236}">
                  <a16:creationId xmlns:a16="http://schemas.microsoft.com/office/drawing/2014/main" id="{1E508EA3-2198-F558-A221-DD7F74150523}"/>
                </a:ext>
              </a:extLst>
            </p:cNvPr>
            <p:cNvSpPr>
              <a:spLocks/>
            </p:cNvSpPr>
            <p:nvPr/>
          </p:nvSpPr>
          <p:spPr bwMode="auto">
            <a:xfrm>
              <a:off x="2730" y="512"/>
              <a:ext cx="47" cy="16"/>
            </a:xfrm>
            <a:custGeom>
              <a:avLst/>
              <a:gdLst>
                <a:gd name="T0" fmla="*/ 0 w 332"/>
                <a:gd name="T1" fmla="*/ 0 h 115"/>
                <a:gd name="T2" fmla="*/ 0 w 332"/>
                <a:gd name="T3" fmla="*/ 0 h 115"/>
                <a:gd name="T4" fmla="*/ 0 w 332"/>
                <a:gd name="T5" fmla="*/ 0 h 115"/>
                <a:gd name="T6" fmla="*/ 0 w 332"/>
                <a:gd name="T7" fmla="*/ 0 h 115"/>
                <a:gd name="T8" fmla="*/ 0 w 332"/>
                <a:gd name="T9" fmla="*/ 0 h 115"/>
                <a:gd name="T10" fmla="*/ 0 w 332"/>
                <a:gd name="T11" fmla="*/ 0 h 115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332"/>
                <a:gd name="T19" fmla="*/ 0 h 115"/>
                <a:gd name="T20" fmla="*/ 332 w 332"/>
                <a:gd name="T21" fmla="*/ 115 h 115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332" h="115">
                  <a:moveTo>
                    <a:pt x="332" y="0"/>
                  </a:moveTo>
                  <a:lnTo>
                    <a:pt x="248" y="38"/>
                  </a:lnTo>
                  <a:lnTo>
                    <a:pt x="193" y="69"/>
                  </a:lnTo>
                  <a:lnTo>
                    <a:pt x="115" y="84"/>
                  </a:lnTo>
                  <a:lnTo>
                    <a:pt x="54" y="107"/>
                  </a:lnTo>
                  <a:lnTo>
                    <a:pt x="0" y="115"/>
                  </a:lnTo>
                </a:path>
              </a:pathLst>
            </a:custGeom>
            <a:noFill/>
            <a:ln w="0">
              <a:solidFill>
                <a:srgbClr val="9933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439" name="Freeform 441">
              <a:extLst>
                <a:ext uri="{FF2B5EF4-FFF2-40B4-BE49-F238E27FC236}">
                  <a16:creationId xmlns:a16="http://schemas.microsoft.com/office/drawing/2014/main" id="{9822CAAE-5140-E7E6-C6B0-59EC035F0B9F}"/>
                </a:ext>
              </a:extLst>
            </p:cNvPr>
            <p:cNvSpPr>
              <a:spLocks/>
            </p:cNvSpPr>
            <p:nvPr/>
          </p:nvSpPr>
          <p:spPr bwMode="auto">
            <a:xfrm>
              <a:off x="2721" y="533"/>
              <a:ext cx="20" cy="20"/>
            </a:xfrm>
            <a:custGeom>
              <a:avLst/>
              <a:gdLst>
                <a:gd name="T0" fmla="*/ 0 w 139"/>
                <a:gd name="T1" fmla="*/ 0 h 143"/>
                <a:gd name="T2" fmla="*/ 0 w 139"/>
                <a:gd name="T3" fmla="*/ 0 h 143"/>
                <a:gd name="T4" fmla="*/ 0 w 139"/>
                <a:gd name="T5" fmla="*/ 0 h 143"/>
                <a:gd name="T6" fmla="*/ 0 60000 65536"/>
                <a:gd name="T7" fmla="*/ 0 60000 65536"/>
                <a:gd name="T8" fmla="*/ 0 60000 65536"/>
                <a:gd name="T9" fmla="*/ 0 w 139"/>
                <a:gd name="T10" fmla="*/ 0 h 143"/>
                <a:gd name="T11" fmla="*/ 139 w 139"/>
                <a:gd name="T12" fmla="*/ 143 h 143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39" h="143">
                  <a:moveTo>
                    <a:pt x="139" y="0"/>
                  </a:moveTo>
                  <a:lnTo>
                    <a:pt x="66" y="75"/>
                  </a:lnTo>
                  <a:lnTo>
                    <a:pt x="0" y="143"/>
                  </a:lnTo>
                </a:path>
              </a:pathLst>
            </a:custGeom>
            <a:noFill/>
            <a:ln w="0">
              <a:solidFill>
                <a:srgbClr val="9933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440" name="Freeform 442">
              <a:extLst>
                <a:ext uri="{FF2B5EF4-FFF2-40B4-BE49-F238E27FC236}">
                  <a16:creationId xmlns:a16="http://schemas.microsoft.com/office/drawing/2014/main" id="{493745EE-4176-3439-3BB2-E5FB46E3933C}"/>
                </a:ext>
              </a:extLst>
            </p:cNvPr>
            <p:cNvSpPr>
              <a:spLocks/>
            </p:cNvSpPr>
            <p:nvPr/>
          </p:nvSpPr>
          <p:spPr bwMode="auto">
            <a:xfrm>
              <a:off x="2714" y="546"/>
              <a:ext cx="33" cy="30"/>
            </a:xfrm>
            <a:custGeom>
              <a:avLst/>
              <a:gdLst>
                <a:gd name="T0" fmla="*/ 0 w 230"/>
                <a:gd name="T1" fmla="*/ 0 h 206"/>
                <a:gd name="T2" fmla="*/ 0 w 230"/>
                <a:gd name="T3" fmla="*/ 0 h 206"/>
                <a:gd name="T4" fmla="*/ 0 w 230"/>
                <a:gd name="T5" fmla="*/ 0 h 206"/>
                <a:gd name="T6" fmla="*/ 0 w 230"/>
                <a:gd name="T7" fmla="*/ 0 h 206"/>
                <a:gd name="T8" fmla="*/ 0 w 230"/>
                <a:gd name="T9" fmla="*/ 0 h 20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30"/>
                <a:gd name="T16" fmla="*/ 0 h 206"/>
                <a:gd name="T17" fmla="*/ 230 w 230"/>
                <a:gd name="T18" fmla="*/ 206 h 20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30" h="206">
                  <a:moveTo>
                    <a:pt x="230" y="0"/>
                  </a:moveTo>
                  <a:lnTo>
                    <a:pt x="164" y="77"/>
                  </a:lnTo>
                  <a:lnTo>
                    <a:pt x="98" y="130"/>
                  </a:lnTo>
                  <a:lnTo>
                    <a:pt x="50" y="176"/>
                  </a:lnTo>
                  <a:lnTo>
                    <a:pt x="0" y="206"/>
                  </a:lnTo>
                </a:path>
              </a:pathLst>
            </a:custGeom>
            <a:noFill/>
            <a:ln w="0">
              <a:solidFill>
                <a:srgbClr val="9933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441" name="Freeform 443">
              <a:extLst>
                <a:ext uri="{FF2B5EF4-FFF2-40B4-BE49-F238E27FC236}">
                  <a16:creationId xmlns:a16="http://schemas.microsoft.com/office/drawing/2014/main" id="{99209C28-4727-93A0-BE44-893F85E7AE06}"/>
                </a:ext>
              </a:extLst>
            </p:cNvPr>
            <p:cNvSpPr>
              <a:spLocks/>
            </p:cNvSpPr>
            <p:nvPr/>
          </p:nvSpPr>
          <p:spPr bwMode="auto">
            <a:xfrm>
              <a:off x="2757" y="521"/>
              <a:ext cx="1" cy="58"/>
            </a:xfrm>
            <a:custGeom>
              <a:avLst/>
              <a:gdLst>
                <a:gd name="T0" fmla="*/ 0 w 7"/>
                <a:gd name="T1" fmla="*/ 0 h 409"/>
                <a:gd name="T2" fmla="*/ 0 w 7"/>
                <a:gd name="T3" fmla="*/ 0 h 409"/>
                <a:gd name="T4" fmla="*/ 0 w 7"/>
                <a:gd name="T5" fmla="*/ 0 h 409"/>
                <a:gd name="T6" fmla="*/ 0 w 7"/>
                <a:gd name="T7" fmla="*/ 0 h 409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7"/>
                <a:gd name="T13" fmla="*/ 0 h 409"/>
                <a:gd name="T14" fmla="*/ 7 w 7"/>
                <a:gd name="T15" fmla="*/ 409 h 409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7" h="409">
                  <a:moveTo>
                    <a:pt x="7" y="0"/>
                  </a:moveTo>
                  <a:lnTo>
                    <a:pt x="7" y="409"/>
                  </a:lnTo>
                  <a:lnTo>
                    <a:pt x="0" y="371"/>
                  </a:lnTo>
                  <a:lnTo>
                    <a:pt x="7" y="333"/>
                  </a:lnTo>
                </a:path>
              </a:pathLst>
            </a:custGeom>
            <a:noFill/>
            <a:ln w="0">
              <a:solidFill>
                <a:srgbClr val="9933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442" name="Freeform 444">
              <a:extLst>
                <a:ext uri="{FF2B5EF4-FFF2-40B4-BE49-F238E27FC236}">
                  <a16:creationId xmlns:a16="http://schemas.microsoft.com/office/drawing/2014/main" id="{ADED9ACC-D7AE-7A9C-A586-5FEDC9C1AB4D}"/>
                </a:ext>
              </a:extLst>
            </p:cNvPr>
            <p:cNvSpPr>
              <a:spLocks/>
            </p:cNvSpPr>
            <p:nvPr/>
          </p:nvSpPr>
          <p:spPr bwMode="auto">
            <a:xfrm>
              <a:off x="2759" y="525"/>
              <a:ext cx="47" cy="44"/>
            </a:xfrm>
            <a:custGeom>
              <a:avLst/>
              <a:gdLst>
                <a:gd name="T0" fmla="*/ 0 w 326"/>
                <a:gd name="T1" fmla="*/ 0 h 311"/>
                <a:gd name="T2" fmla="*/ 0 w 326"/>
                <a:gd name="T3" fmla="*/ 0 h 311"/>
                <a:gd name="T4" fmla="*/ 0 w 326"/>
                <a:gd name="T5" fmla="*/ 0 h 311"/>
                <a:gd name="T6" fmla="*/ 0 w 326"/>
                <a:gd name="T7" fmla="*/ 0 h 311"/>
                <a:gd name="T8" fmla="*/ 0 w 326"/>
                <a:gd name="T9" fmla="*/ 0 h 311"/>
                <a:gd name="T10" fmla="*/ 0 w 326"/>
                <a:gd name="T11" fmla="*/ 0 h 311"/>
                <a:gd name="T12" fmla="*/ 0 w 326"/>
                <a:gd name="T13" fmla="*/ 0 h 311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326"/>
                <a:gd name="T22" fmla="*/ 0 h 311"/>
                <a:gd name="T23" fmla="*/ 326 w 326"/>
                <a:gd name="T24" fmla="*/ 311 h 311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326" h="311">
                  <a:moveTo>
                    <a:pt x="0" y="0"/>
                  </a:moveTo>
                  <a:lnTo>
                    <a:pt x="72" y="121"/>
                  </a:lnTo>
                  <a:lnTo>
                    <a:pt x="133" y="220"/>
                  </a:lnTo>
                  <a:lnTo>
                    <a:pt x="205" y="311"/>
                  </a:lnTo>
                  <a:lnTo>
                    <a:pt x="326" y="303"/>
                  </a:lnTo>
                  <a:lnTo>
                    <a:pt x="205" y="303"/>
                  </a:lnTo>
                  <a:lnTo>
                    <a:pt x="163" y="266"/>
                  </a:lnTo>
                </a:path>
              </a:pathLst>
            </a:custGeom>
            <a:noFill/>
            <a:ln w="0">
              <a:solidFill>
                <a:srgbClr val="9933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443" name="Line 445">
              <a:extLst>
                <a:ext uri="{FF2B5EF4-FFF2-40B4-BE49-F238E27FC236}">
                  <a16:creationId xmlns:a16="http://schemas.microsoft.com/office/drawing/2014/main" id="{A214DD36-2937-785E-6CA7-8C73FD5948DA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769" y="523"/>
              <a:ext cx="18" cy="20"/>
            </a:xfrm>
            <a:prstGeom prst="line">
              <a:avLst/>
            </a:prstGeom>
            <a:noFill/>
            <a:ln w="0">
              <a:solidFill>
                <a:srgbClr val="9933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444" name="Freeform 446">
              <a:extLst>
                <a:ext uri="{FF2B5EF4-FFF2-40B4-BE49-F238E27FC236}">
                  <a16:creationId xmlns:a16="http://schemas.microsoft.com/office/drawing/2014/main" id="{78E90CA1-CEC3-6795-ADF4-906D41B252FC}"/>
                </a:ext>
              </a:extLst>
            </p:cNvPr>
            <p:cNvSpPr>
              <a:spLocks/>
            </p:cNvSpPr>
            <p:nvPr/>
          </p:nvSpPr>
          <p:spPr bwMode="auto">
            <a:xfrm>
              <a:off x="2826" y="491"/>
              <a:ext cx="3" cy="30"/>
            </a:xfrm>
            <a:custGeom>
              <a:avLst/>
              <a:gdLst>
                <a:gd name="T0" fmla="*/ 0 w 25"/>
                <a:gd name="T1" fmla="*/ 0 h 205"/>
                <a:gd name="T2" fmla="*/ 0 w 25"/>
                <a:gd name="T3" fmla="*/ 0 h 205"/>
                <a:gd name="T4" fmla="*/ 0 w 25"/>
                <a:gd name="T5" fmla="*/ 0 h 205"/>
                <a:gd name="T6" fmla="*/ 0 w 25"/>
                <a:gd name="T7" fmla="*/ 0 h 205"/>
                <a:gd name="T8" fmla="*/ 0 w 25"/>
                <a:gd name="T9" fmla="*/ 0 h 20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5"/>
                <a:gd name="T16" fmla="*/ 0 h 205"/>
                <a:gd name="T17" fmla="*/ 25 w 25"/>
                <a:gd name="T18" fmla="*/ 205 h 205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5" h="205">
                  <a:moveTo>
                    <a:pt x="25" y="0"/>
                  </a:moveTo>
                  <a:lnTo>
                    <a:pt x="25" y="69"/>
                  </a:lnTo>
                  <a:lnTo>
                    <a:pt x="19" y="122"/>
                  </a:lnTo>
                  <a:lnTo>
                    <a:pt x="13" y="160"/>
                  </a:lnTo>
                  <a:lnTo>
                    <a:pt x="0" y="205"/>
                  </a:lnTo>
                </a:path>
              </a:pathLst>
            </a:custGeom>
            <a:noFill/>
            <a:ln w="0">
              <a:solidFill>
                <a:srgbClr val="9933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445" name="Freeform 447">
              <a:extLst>
                <a:ext uri="{FF2B5EF4-FFF2-40B4-BE49-F238E27FC236}">
                  <a16:creationId xmlns:a16="http://schemas.microsoft.com/office/drawing/2014/main" id="{762E5212-08F6-022E-08C2-2FA201B9D9FB}"/>
                </a:ext>
              </a:extLst>
            </p:cNvPr>
            <p:cNvSpPr>
              <a:spLocks/>
            </p:cNvSpPr>
            <p:nvPr/>
          </p:nvSpPr>
          <p:spPr bwMode="auto">
            <a:xfrm>
              <a:off x="2839" y="450"/>
              <a:ext cx="3" cy="133"/>
            </a:xfrm>
            <a:custGeom>
              <a:avLst/>
              <a:gdLst>
                <a:gd name="T0" fmla="*/ 0 w 25"/>
                <a:gd name="T1" fmla="*/ 0 h 932"/>
                <a:gd name="T2" fmla="*/ 0 w 25"/>
                <a:gd name="T3" fmla="*/ 0 h 932"/>
                <a:gd name="T4" fmla="*/ 0 w 25"/>
                <a:gd name="T5" fmla="*/ 0 h 932"/>
                <a:gd name="T6" fmla="*/ 0 w 25"/>
                <a:gd name="T7" fmla="*/ 0 h 932"/>
                <a:gd name="T8" fmla="*/ 0 w 25"/>
                <a:gd name="T9" fmla="*/ 0 h 93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5"/>
                <a:gd name="T16" fmla="*/ 0 h 932"/>
                <a:gd name="T17" fmla="*/ 25 w 25"/>
                <a:gd name="T18" fmla="*/ 932 h 93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5" h="932">
                  <a:moveTo>
                    <a:pt x="12" y="0"/>
                  </a:moveTo>
                  <a:lnTo>
                    <a:pt x="25" y="53"/>
                  </a:lnTo>
                  <a:lnTo>
                    <a:pt x="12" y="932"/>
                  </a:lnTo>
                  <a:lnTo>
                    <a:pt x="0" y="863"/>
                  </a:lnTo>
                  <a:lnTo>
                    <a:pt x="12" y="788"/>
                  </a:lnTo>
                </a:path>
              </a:pathLst>
            </a:custGeom>
            <a:noFill/>
            <a:ln w="0">
              <a:solidFill>
                <a:srgbClr val="9933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446" name="Freeform 448">
              <a:extLst>
                <a:ext uri="{FF2B5EF4-FFF2-40B4-BE49-F238E27FC236}">
                  <a16:creationId xmlns:a16="http://schemas.microsoft.com/office/drawing/2014/main" id="{08CD5F26-6209-F7AF-F92F-B0E93673F80E}"/>
                </a:ext>
              </a:extLst>
            </p:cNvPr>
            <p:cNvSpPr>
              <a:spLocks/>
            </p:cNvSpPr>
            <p:nvPr/>
          </p:nvSpPr>
          <p:spPr bwMode="auto">
            <a:xfrm>
              <a:off x="2842" y="482"/>
              <a:ext cx="13" cy="12"/>
            </a:xfrm>
            <a:custGeom>
              <a:avLst/>
              <a:gdLst>
                <a:gd name="T0" fmla="*/ 0 w 91"/>
                <a:gd name="T1" fmla="*/ 0 h 84"/>
                <a:gd name="T2" fmla="*/ 0 w 91"/>
                <a:gd name="T3" fmla="*/ 0 h 84"/>
                <a:gd name="T4" fmla="*/ 0 w 91"/>
                <a:gd name="T5" fmla="*/ 0 h 84"/>
                <a:gd name="T6" fmla="*/ 0 60000 65536"/>
                <a:gd name="T7" fmla="*/ 0 60000 65536"/>
                <a:gd name="T8" fmla="*/ 0 60000 65536"/>
                <a:gd name="T9" fmla="*/ 0 w 91"/>
                <a:gd name="T10" fmla="*/ 0 h 84"/>
                <a:gd name="T11" fmla="*/ 91 w 91"/>
                <a:gd name="T12" fmla="*/ 84 h 84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91" h="84">
                  <a:moveTo>
                    <a:pt x="0" y="0"/>
                  </a:moveTo>
                  <a:lnTo>
                    <a:pt x="66" y="54"/>
                  </a:lnTo>
                  <a:lnTo>
                    <a:pt x="91" y="84"/>
                  </a:lnTo>
                </a:path>
              </a:pathLst>
            </a:custGeom>
            <a:noFill/>
            <a:ln w="0">
              <a:solidFill>
                <a:srgbClr val="9933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447" name="Freeform 449">
              <a:extLst>
                <a:ext uri="{FF2B5EF4-FFF2-40B4-BE49-F238E27FC236}">
                  <a16:creationId xmlns:a16="http://schemas.microsoft.com/office/drawing/2014/main" id="{AB3C92DC-4660-ECDB-C7BA-01302DCCB3BB}"/>
                </a:ext>
              </a:extLst>
            </p:cNvPr>
            <p:cNvSpPr>
              <a:spLocks/>
            </p:cNvSpPr>
            <p:nvPr/>
          </p:nvSpPr>
          <p:spPr bwMode="auto">
            <a:xfrm>
              <a:off x="2854" y="473"/>
              <a:ext cx="14" cy="54"/>
            </a:xfrm>
            <a:custGeom>
              <a:avLst/>
              <a:gdLst>
                <a:gd name="T0" fmla="*/ 0 w 97"/>
                <a:gd name="T1" fmla="*/ 0 h 380"/>
                <a:gd name="T2" fmla="*/ 0 w 97"/>
                <a:gd name="T3" fmla="*/ 0 h 380"/>
                <a:gd name="T4" fmla="*/ 0 w 97"/>
                <a:gd name="T5" fmla="*/ 0 h 380"/>
                <a:gd name="T6" fmla="*/ 0 w 97"/>
                <a:gd name="T7" fmla="*/ 0 h 380"/>
                <a:gd name="T8" fmla="*/ 0 w 97"/>
                <a:gd name="T9" fmla="*/ 0 h 38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97"/>
                <a:gd name="T16" fmla="*/ 0 h 380"/>
                <a:gd name="T17" fmla="*/ 97 w 97"/>
                <a:gd name="T18" fmla="*/ 380 h 38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97" h="380">
                  <a:moveTo>
                    <a:pt x="97" y="0"/>
                  </a:moveTo>
                  <a:lnTo>
                    <a:pt x="97" y="77"/>
                  </a:lnTo>
                  <a:lnTo>
                    <a:pt x="54" y="236"/>
                  </a:lnTo>
                  <a:lnTo>
                    <a:pt x="24" y="327"/>
                  </a:lnTo>
                  <a:lnTo>
                    <a:pt x="0" y="380"/>
                  </a:lnTo>
                </a:path>
              </a:pathLst>
            </a:custGeom>
            <a:noFill/>
            <a:ln w="0">
              <a:solidFill>
                <a:srgbClr val="9933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448" name="Freeform 450">
              <a:extLst>
                <a:ext uri="{FF2B5EF4-FFF2-40B4-BE49-F238E27FC236}">
                  <a16:creationId xmlns:a16="http://schemas.microsoft.com/office/drawing/2014/main" id="{711315F6-2AA9-A427-BE13-E5F81200430B}"/>
                </a:ext>
              </a:extLst>
            </p:cNvPr>
            <p:cNvSpPr>
              <a:spLocks/>
            </p:cNvSpPr>
            <p:nvPr/>
          </p:nvSpPr>
          <p:spPr bwMode="auto">
            <a:xfrm>
              <a:off x="2864" y="496"/>
              <a:ext cx="41" cy="6"/>
            </a:xfrm>
            <a:custGeom>
              <a:avLst/>
              <a:gdLst>
                <a:gd name="T0" fmla="*/ 0 w 291"/>
                <a:gd name="T1" fmla="*/ 0 h 46"/>
                <a:gd name="T2" fmla="*/ 0 w 291"/>
                <a:gd name="T3" fmla="*/ 0 h 46"/>
                <a:gd name="T4" fmla="*/ 0 w 291"/>
                <a:gd name="T5" fmla="*/ 0 h 46"/>
                <a:gd name="T6" fmla="*/ 0 w 291"/>
                <a:gd name="T7" fmla="*/ 0 h 46"/>
                <a:gd name="T8" fmla="*/ 0 w 291"/>
                <a:gd name="T9" fmla="*/ 0 h 4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91"/>
                <a:gd name="T16" fmla="*/ 0 h 46"/>
                <a:gd name="T17" fmla="*/ 291 w 291"/>
                <a:gd name="T18" fmla="*/ 46 h 4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91" h="46">
                  <a:moveTo>
                    <a:pt x="0" y="46"/>
                  </a:moveTo>
                  <a:lnTo>
                    <a:pt x="31" y="46"/>
                  </a:lnTo>
                  <a:lnTo>
                    <a:pt x="291" y="8"/>
                  </a:lnTo>
                  <a:lnTo>
                    <a:pt x="273" y="0"/>
                  </a:lnTo>
                  <a:lnTo>
                    <a:pt x="224" y="15"/>
                  </a:lnTo>
                </a:path>
              </a:pathLst>
            </a:custGeom>
            <a:noFill/>
            <a:ln w="0">
              <a:solidFill>
                <a:srgbClr val="9933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449" name="Freeform 451">
              <a:extLst>
                <a:ext uri="{FF2B5EF4-FFF2-40B4-BE49-F238E27FC236}">
                  <a16:creationId xmlns:a16="http://schemas.microsoft.com/office/drawing/2014/main" id="{917977AA-86D0-1D24-695B-C80A9C9B21AC}"/>
                </a:ext>
              </a:extLst>
            </p:cNvPr>
            <p:cNvSpPr>
              <a:spLocks/>
            </p:cNvSpPr>
            <p:nvPr/>
          </p:nvSpPr>
          <p:spPr bwMode="auto">
            <a:xfrm>
              <a:off x="2883" y="452"/>
              <a:ext cx="2" cy="116"/>
            </a:xfrm>
            <a:custGeom>
              <a:avLst/>
              <a:gdLst>
                <a:gd name="T0" fmla="*/ 0 w 18"/>
                <a:gd name="T1" fmla="*/ 0 h 810"/>
                <a:gd name="T2" fmla="*/ 0 w 18"/>
                <a:gd name="T3" fmla="*/ 0 h 810"/>
                <a:gd name="T4" fmla="*/ 0 w 18"/>
                <a:gd name="T5" fmla="*/ 0 h 810"/>
                <a:gd name="T6" fmla="*/ 0 60000 65536"/>
                <a:gd name="T7" fmla="*/ 0 60000 65536"/>
                <a:gd name="T8" fmla="*/ 0 60000 65536"/>
                <a:gd name="T9" fmla="*/ 0 w 18"/>
                <a:gd name="T10" fmla="*/ 0 h 810"/>
                <a:gd name="T11" fmla="*/ 18 w 18"/>
                <a:gd name="T12" fmla="*/ 810 h 81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8" h="810">
                  <a:moveTo>
                    <a:pt x="11" y="0"/>
                  </a:moveTo>
                  <a:lnTo>
                    <a:pt x="18" y="53"/>
                  </a:lnTo>
                  <a:lnTo>
                    <a:pt x="0" y="810"/>
                  </a:lnTo>
                </a:path>
              </a:pathLst>
            </a:custGeom>
            <a:noFill/>
            <a:ln w="0">
              <a:solidFill>
                <a:srgbClr val="9933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450" name="Line 452">
              <a:extLst>
                <a:ext uri="{FF2B5EF4-FFF2-40B4-BE49-F238E27FC236}">
                  <a16:creationId xmlns:a16="http://schemas.microsoft.com/office/drawing/2014/main" id="{BDA355B3-5040-536B-2CF8-01F196010B90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865" y="529"/>
              <a:ext cx="39" cy="6"/>
            </a:xfrm>
            <a:prstGeom prst="line">
              <a:avLst/>
            </a:prstGeom>
            <a:noFill/>
            <a:ln w="0">
              <a:solidFill>
                <a:srgbClr val="9933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451" name="Freeform 453">
              <a:extLst>
                <a:ext uri="{FF2B5EF4-FFF2-40B4-BE49-F238E27FC236}">
                  <a16:creationId xmlns:a16="http://schemas.microsoft.com/office/drawing/2014/main" id="{58EA6C38-7479-ADFE-0417-7EBFC4E665C5}"/>
                </a:ext>
              </a:extLst>
            </p:cNvPr>
            <p:cNvSpPr>
              <a:spLocks/>
            </p:cNvSpPr>
            <p:nvPr/>
          </p:nvSpPr>
          <p:spPr bwMode="auto">
            <a:xfrm>
              <a:off x="2851" y="566"/>
              <a:ext cx="63" cy="4"/>
            </a:xfrm>
            <a:custGeom>
              <a:avLst/>
              <a:gdLst>
                <a:gd name="T0" fmla="*/ 0 w 443"/>
                <a:gd name="T1" fmla="*/ 0 h 31"/>
                <a:gd name="T2" fmla="*/ 0 w 443"/>
                <a:gd name="T3" fmla="*/ 0 h 31"/>
                <a:gd name="T4" fmla="*/ 0 w 443"/>
                <a:gd name="T5" fmla="*/ 0 h 31"/>
                <a:gd name="T6" fmla="*/ 0 w 443"/>
                <a:gd name="T7" fmla="*/ 0 h 31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443"/>
                <a:gd name="T13" fmla="*/ 0 h 31"/>
                <a:gd name="T14" fmla="*/ 443 w 443"/>
                <a:gd name="T15" fmla="*/ 31 h 31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443" h="31">
                  <a:moveTo>
                    <a:pt x="0" y="31"/>
                  </a:moveTo>
                  <a:lnTo>
                    <a:pt x="443" y="8"/>
                  </a:lnTo>
                  <a:lnTo>
                    <a:pt x="425" y="0"/>
                  </a:lnTo>
                  <a:lnTo>
                    <a:pt x="382" y="8"/>
                  </a:lnTo>
                </a:path>
              </a:pathLst>
            </a:custGeom>
            <a:noFill/>
            <a:ln w="0">
              <a:solidFill>
                <a:srgbClr val="9933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452" name="Freeform 454">
              <a:extLst>
                <a:ext uri="{FF2B5EF4-FFF2-40B4-BE49-F238E27FC236}">
                  <a16:creationId xmlns:a16="http://schemas.microsoft.com/office/drawing/2014/main" id="{FF2DDCFA-AC77-8642-A87C-FE2155F34975}"/>
                </a:ext>
              </a:extLst>
            </p:cNvPr>
            <p:cNvSpPr>
              <a:spLocks/>
            </p:cNvSpPr>
            <p:nvPr/>
          </p:nvSpPr>
          <p:spPr bwMode="auto">
            <a:xfrm>
              <a:off x="2944" y="451"/>
              <a:ext cx="14" cy="130"/>
            </a:xfrm>
            <a:custGeom>
              <a:avLst/>
              <a:gdLst>
                <a:gd name="T0" fmla="*/ 0 w 96"/>
                <a:gd name="T1" fmla="*/ 0 h 909"/>
                <a:gd name="T2" fmla="*/ 0 w 96"/>
                <a:gd name="T3" fmla="*/ 0 h 909"/>
                <a:gd name="T4" fmla="*/ 0 w 96"/>
                <a:gd name="T5" fmla="*/ 0 h 909"/>
                <a:gd name="T6" fmla="*/ 0 w 96"/>
                <a:gd name="T7" fmla="*/ 0 h 909"/>
                <a:gd name="T8" fmla="*/ 0 w 96"/>
                <a:gd name="T9" fmla="*/ 0 h 909"/>
                <a:gd name="T10" fmla="*/ 0 w 96"/>
                <a:gd name="T11" fmla="*/ 0 h 909"/>
                <a:gd name="T12" fmla="*/ 0 w 96"/>
                <a:gd name="T13" fmla="*/ 0 h 909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96"/>
                <a:gd name="T22" fmla="*/ 0 h 909"/>
                <a:gd name="T23" fmla="*/ 96 w 96"/>
                <a:gd name="T24" fmla="*/ 909 h 909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96" h="909">
                  <a:moveTo>
                    <a:pt x="78" y="0"/>
                  </a:moveTo>
                  <a:lnTo>
                    <a:pt x="96" y="68"/>
                  </a:lnTo>
                  <a:lnTo>
                    <a:pt x="91" y="872"/>
                  </a:lnTo>
                  <a:lnTo>
                    <a:pt x="84" y="909"/>
                  </a:lnTo>
                  <a:lnTo>
                    <a:pt x="0" y="811"/>
                  </a:lnTo>
                  <a:lnTo>
                    <a:pt x="84" y="894"/>
                  </a:lnTo>
                  <a:lnTo>
                    <a:pt x="91" y="864"/>
                  </a:lnTo>
                </a:path>
              </a:pathLst>
            </a:custGeom>
            <a:noFill/>
            <a:ln w="0">
              <a:solidFill>
                <a:srgbClr val="9933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453" name="Line 455">
              <a:extLst>
                <a:ext uri="{FF2B5EF4-FFF2-40B4-BE49-F238E27FC236}">
                  <a16:creationId xmlns:a16="http://schemas.microsoft.com/office/drawing/2014/main" id="{67F9C520-534B-A453-4FC1-5445D1BB18A7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936" y="510"/>
              <a:ext cx="32" cy="21"/>
            </a:xfrm>
            <a:prstGeom prst="line">
              <a:avLst/>
            </a:prstGeom>
            <a:noFill/>
            <a:ln w="0">
              <a:solidFill>
                <a:srgbClr val="9933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454" name="Freeform 456">
              <a:extLst>
                <a:ext uri="{FF2B5EF4-FFF2-40B4-BE49-F238E27FC236}">
                  <a16:creationId xmlns:a16="http://schemas.microsoft.com/office/drawing/2014/main" id="{E2D2A7E6-16E3-F146-E203-F50F642EEA3C}"/>
                </a:ext>
              </a:extLst>
            </p:cNvPr>
            <p:cNvSpPr>
              <a:spLocks/>
            </p:cNvSpPr>
            <p:nvPr/>
          </p:nvSpPr>
          <p:spPr bwMode="auto">
            <a:xfrm>
              <a:off x="2939" y="488"/>
              <a:ext cx="33" cy="7"/>
            </a:xfrm>
            <a:custGeom>
              <a:avLst/>
              <a:gdLst>
                <a:gd name="T0" fmla="*/ 0 w 230"/>
                <a:gd name="T1" fmla="*/ 0 h 45"/>
                <a:gd name="T2" fmla="*/ 0 w 230"/>
                <a:gd name="T3" fmla="*/ 0 h 45"/>
                <a:gd name="T4" fmla="*/ 0 w 230"/>
                <a:gd name="T5" fmla="*/ 0 h 45"/>
                <a:gd name="T6" fmla="*/ 0 w 230"/>
                <a:gd name="T7" fmla="*/ 0 h 45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230"/>
                <a:gd name="T13" fmla="*/ 0 h 45"/>
                <a:gd name="T14" fmla="*/ 230 w 230"/>
                <a:gd name="T15" fmla="*/ 45 h 45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30" h="45">
                  <a:moveTo>
                    <a:pt x="0" y="45"/>
                  </a:moveTo>
                  <a:lnTo>
                    <a:pt x="230" y="0"/>
                  </a:lnTo>
                  <a:lnTo>
                    <a:pt x="206" y="0"/>
                  </a:lnTo>
                  <a:lnTo>
                    <a:pt x="182" y="15"/>
                  </a:lnTo>
                </a:path>
              </a:pathLst>
            </a:custGeom>
            <a:noFill/>
            <a:ln w="0">
              <a:solidFill>
                <a:srgbClr val="9933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455" name="Freeform 457">
              <a:extLst>
                <a:ext uri="{FF2B5EF4-FFF2-40B4-BE49-F238E27FC236}">
                  <a16:creationId xmlns:a16="http://schemas.microsoft.com/office/drawing/2014/main" id="{91E8F712-D4A8-9EB2-7547-CE748BDB5E42}"/>
                </a:ext>
              </a:extLst>
            </p:cNvPr>
            <p:cNvSpPr>
              <a:spLocks/>
            </p:cNvSpPr>
            <p:nvPr/>
          </p:nvSpPr>
          <p:spPr bwMode="auto">
            <a:xfrm>
              <a:off x="2970" y="457"/>
              <a:ext cx="15" cy="61"/>
            </a:xfrm>
            <a:custGeom>
              <a:avLst/>
              <a:gdLst>
                <a:gd name="T0" fmla="*/ 0 w 104"/>
                <a:gd name="T1" fmla="*/ 0 h 432"/>
                <a:gd name="T2" fmla="*/ 0 w 104"/>
                <a:gd name="T3" fmla="*/ 0 h 432"/>
                <a:gd name="T4" fmla="*/ 0 w 104"/>
                <a:gd name="T5" fmla="*/ 0 h 432"/>
                <a:gd name="T6" fmla="*/ 0 w 104"/>
                <a:gd name="T7" fmla="*/ 0 h 432"/>
                <a:gd name="T8" fmla="*/ 0 w 104"/>
                <a:gd name="T9" fmla="*/ 0 h 432"/>
                <a:gd name="T10" fmla="*/ 0 w 104"/>
                <a:gd name="T11" fmla="*/ 0 h 432"/>
                <a:gd name="T12" fmla="*/ 0 w 104"/>
                <a:gd name="T13" fmla="*/ 0 h 432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104"/>
                <a:gd name="T22" fmla="*/ 0 h 432"/>
                <a:gd name="T23" fmla="*/ 104 w 104"/>
                <a:gd name="T24" fmla="*/ 432 h 432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104" h="432">
                  <a:moveTo>
                    <a:pt x="91" y="0"/>
                  </a:moveTo>
                  <a:lnTo>
                    <a:pt x="104" y="83"/>
                  </a:lnTo>
                  <a:lnTo>
                    <a:pt x="91" y="174"/>
                  </a:lnTo>
                  <a:lnTo>
                    <a:pt x="80" y="273"/>
                  </a:lnTo>
                  <a:lnTo>
                    <a:pt x="55" y="333"/>
                  </a:lnTo>
                  <a:lnTo>
                    <a:pt x="37" y="386"/>
                  </a:lnTo>
                  <a:lnTo>
                    <a:pt x="0" y="432"/>
                  </a:lnTo>
                </a:path>
              </a:pathLst>
            </a:custGeom>
            <a:noFill/>
            <a:ln w="0">
              <a:solidFill>
                <a:srgbClr val="9933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456" name="Freeform 458">
              <a:extLst>
                <a:ext uri="{FF2B5EF4-FFF2-40B4-BE49-F238E27FC236}">
                  <a16:creationId xmlns:a16="http://schemas.microsoft.com/office/drawing/2014/main" id="{824D0F04-643C-5DD2-F7EC-0ACBB132E5A7}"/>
                </a:ext>
              </a:extLst>
            </p:cNvPr>
            <p:cNvSpPr>
              <a:spLocks/>
            </p:cNvSpPr>
            <p:nvPr/>
          </p:nvSpPr>
          <p:spPr bwMode="auto">
            <a:xfrm>
              <a:off x="2986" y="461"/>
              <a:ext cx="38" cy="42"/>
            </a:xfrm>
            <a:custGeom>
              <a:avLst/>
              <a:gdLst>
                <a:gd name="T0" fmla="*/ 0 w 266"/>
                <a:gd name="T1" fmla="*/ 0 h 296"/>
                <a:gd name="T2" fmla="*/ 0 w 266"/>
                <a:gd name="T3" fmla="*/ 0 h 296"/>
                <a:gd name="T4" fmla="*/ 0 w 266"/>
                <a:gd name="T5" fmla="*/ 0 h 296"/>
                <a:gd name="T6" fmla="*/ 0 w 266"/>
                <a:gd name="T7" fmla="*/ 0 h 296"/>
                <a:gd name="T8" fmla="*/ 0 w 266"/>
                <a:gd name="T9" fmla="*/ 0 h 296"/>
                <a:gd name="T10" fmla="*/ 0 w 266"/>
                <a:gd name="T11" fmla="*/ 0 h 296"/>
                <a:gd name="T12" fmla="*/ 0 w 266"/>
                <a:gd name="T13" fmla="*/ 0 h 296"/>
                <a:gd name="T14" fmla="*/ 0 w 266"/>
                <a:gd name="T15" fmla="*/ 0 h 296"/>
                <a:gd name="T16" fmla="*/ 0 w 266"/>
                <a:gd name="T17" fmla="*/ 0 h 296"/>
                <a:gd name="T18" fmla="*/ 0 w 266"/>
                <a:gd name="T19" fmla="*/ 0 h 29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w 266"/>
                <a:gd name="T31" fmla="*/ 0 h 296"/>
                <a:gd name="T32" fmla="*/ 266 w 266"/>
                <a:gd name="T33" fmla="*/ 296 h 29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T30" t="T31" r="T32" b="T33"/>
              <a:pathLst>
                <a:path w="266" h="296">
                  <a:moveTo>
                    <a:pt x="0" y="46"/>
                  </a:moveTo>
                  <a:lnTo>
                    <a:pt x="140" y="23"/>
                  </a:lnTo>
                  <a:lnTo>
                    <a:pt x="122" y="0"/>
                  </a:lnTo>
                  <a:lnTo>
                    <a:pt x="115" y="53"/>
                  </a:lnTo>
                  <a:lnTo>
                    <a:pt x="115" y="160"/>
                  </a:lnTo>
                  <a:lnTo>
                    <a:pt x="115" y="258"/>
                  </a:lnTo>
                  <a:lnTo>
                    <a:pt x="127" y="281"/>
                  </a:lnTo>
                  <a:lnTo>
                    <a:pt x="151" y="296"/>
                  </a:lnTo>
                  <a:lnTo>
                    <a:pt x="181" y="296"/>
                  </a:lnTo>
                  <a:lnTo>
                    <a:pt x="266" y="281"/>
                  </a:lnTo>
                </a:path>
              </a:pathLst>
            </a:custGeom>
            <a:noFill/>
            <a:ln w="0">
              <a:solidFill>
                <a:srgbClr val="9933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457" name="Freeform 459">
              <a:extLst>
                <a:ext uri="{FF2B5EF4-FFF2-40B4-BE49-F238E27FC236}">
                  <a16:creationId xmlns:a16="http://schemas.microsoft.com/office/drawing/2014/main" id="{B0D78157-C5CE-A728-2F6A-7F09D66A7921}"/>
                </a:ext>
              </a:extLst>
            </p:cNvPr>
            <p:cNvSpPr>
              <a:spLocks/>
            </p:cNvSpPr>
            <p:nvPr/>
          </p:nvSpPr>
          <p:spPr bwMode="auto">
            <a:xfrm>
              <a:off x="2964" y="512"/>
              <a:ext cx="47" cy="71"/>
            </a:xfrm>
            <a:custGeom>
              <a:avLst/>
              <a:gdLst>
                <a:gd name="T0" fmla="*/ 0 w 326"/>
                <a:gd name="T1" fmla="*/ 0 h 501"/>
                <a:gd name="T2" fmla="*/ 0 w 326"/>
                <a:gd name="T3" fmla="*/ 0 h 501"/>
                <a:gd name="T4" fmla="*/ 0 w 326"/>
                <a:gd name="T5" fmla="*/ 0 h 501"/>
                <a:gd name="T6" fmla="*/ 0 w 326"/>
                <a:gd name="T7" fmla="*/ 0 h 501"/>
                <a:gd name="T8" fmla="*/ 0 w 326"/>
                <a:gd name="T9" fmla="*/ 0 h 501"/>
                <a:gd name="T10" fmla="*/ 0 w 326"/>
                <a:gd name="T11" fmla="*/ 0 h 501"/>
                <a:gd name="T12" fmla="*/ 0 w 326"/>
                <a:gd name="T13" fmla="*/ 0 h 501"/>
                <a:gd name="T14" fmla="*/ 0 w 326"/>
                <a:gd name="T15" fmla="*/ 0 h 501"/>
                <a:gd name="T16" fmla="*/ 0 w 326"/>
                <a:gd name="T17" fmla="*/ 0 h 501"/>
                <a:gd name="T18" fmla="*/ 0 w 326"/>
                <a:gd name="T19" fmla="*/ 0 h 501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w 326"/>
                <a:gd name="T31" fmla="*/ 0 h 501"/>
                <a:gd name="T32" fmla="*/ 326 w 326"/>
                <a:gd name="T33" fmla="*/ 501 h 501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T30" t="T31" r="T32" b="T33"/>
              <a:pathLst>
                <a:path w="326" h="501">
                  <a:moveTo>
                    <a:pt x="96" y="54"/>
                  </a:moveTo>
                  <a:lnTo>
                    <a:pt x="326" y="16"/>
                  </a:lnTo>
                  <a:lnTo>
                    <a:pt x="309" y="0"/>
                  </a:lnTo>
                  <a:lnTo>
                    <a:pt x="296" y="54"/>
                  </a:lnTo>
                  <a:lnTo>
                    <a:pt x="254" y="175"/>
                  </a:lnTo>
                  <a:lnTo>
                    <a:pt x="218" y="250"/>
                  </a:lnTo>
                  <a:lnTo>
                    <a:pt x="157" y="333"/>
                  </a:lnTo>
                  <a:lnTo>
                    <a:pt x="102" y="410"/>
                  </a:lnTo>
                  <a:lnTo>
                    <a:pt x="41" y="462"/>
                  </a:lnTo>
                  <a:lnTo>
                    <a:pt x="0" y="501"/>
                  </a:lnTo>
                </a:path>
              </a:pathLst>
            </a:custGeom>
            <a:noFill/>
            <a:ln w="0">
              <a:solidFill>
                <a:srgbClr val="9933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458" name="Freeform 460">
              <a:extLst>
                <a:ext uri="{FF2B5EF4-FFF2-40B4-BE49-F238E27FC236}">
                  <a16:creationId xmlns:a16="http://schemas.microsoft.com/office/drawing/2014/main" id="{C05188A3-3DB0-34BF-5683-0D33DADFF1C0}"/>
                </a:ext>
              </a:extLst>
            </p:cNvPr>
            <p:cNvSpPr>
              <a:spLocks/>
            </p:cNvSpPr>
            <p:nvPr/>
          </p:nvSpPr>
          <p:spPr bwMode="auto">
            <a:xfrm>
              <a:off x="2976" y="529"/>
              <a:ext cx="48" cy="50"/>
            </a:xfrm>
            <a:custGeom>
              <a:avLst/>
              <a:gdLst>
                <a:gd name="T0" fmla="*/ 0 w 333"/>
                <a:gd name="T1" fmla="*/ 0 h 349"/>
                <a:gd name="T2" fmla="*/ 0 w 333"/>
                <a:gd name="T3" fmla="*/ 0 h 349"/>
                <a:gd name="T4" fmla="*/ 0 w 333"/>
                <a:gd name="T5" fmla="*/ 0 h 349"/>
                <a:gd name="T6" fmla="*/ 0 w 333"/>
                <a:gd name="T7" fmla="*/ 0 h 349"/>
                <a:gd name="T8" fmla="*/ 0 w 333"/>
                <a:gd name="T9" fmla="*/ 0 h 349"/>
                <a:gd name="T10" fmla="*/ 0 w 333"/>
                <a:gd name="T11" fmla="*/ 0 h 349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333"/>
                <a:gd name="T19" fmla="*/ 0 h 349"/>
                <a:gd name="T20" fmla="*/ 333 w 333"/>
                <a:gd name="T21" fmla="*/ 349 h 349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333" h="349">
                  <a:moveTo>
                    <a:pt x="0" y="0"/>
                  </a:moveTo>
                  <a:lnTo>
                    <a:pt x="25" y="16"/>
                  </a:lnTo>
                  <a:lnTo>
                    <a:pt x="230" y="349"/>
                  </a:lnTo>
                  <a:lnTo>
                    <a:pt x="333" y="349"/>
                  </a:lnTo>
                  <a:lnTo>
                    <a:pt x="237" y="334"/>
                  </a:lnTo>
                  <a:lnTo>
                    <a:pt x="189" y="281"/>
                  </a:lnTo>
                </a:path>
              </a:pathLst>
            </a:custGeom>
            <a:noFill/>
            <a:ln w="0">
              <a:solidFill>
                <a:srgbClr val="9933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459" name="Freeform 461">
              <a:extLst>
                <a:ext uri="{FF2B5EF4-FFF2-40B4-BE49-F238E27FC236}">
                  <a16:creationId xmlns:a16="http://schemas.microsoft.com/office/drawing/2014/main" id="{A9CF118A-9923-650D-FAF5-610DC97251CD}"/>
                </a:ext>
              </a:extLst>
            </p:cNvPr>
            <p:cNvSpPr>
              <a:spLocks/>
            </p:cNvSpPr>
            <p:nvPr/>
          </p:nvSpPr>
          <p:spPr bwMode="auto">
            <a:xfrm>
              <a:off x="3058" y="454"/>
              <a:ext cx="35" cy="37"/>
            </a:xfrm>
            <a:custGeom>
              <a:avLst/>
              <a:gdLst>
                <a:gd name="T0" fmla="*/ 0 w 242"/>
                <a:gd name="T1" fmla="*/ 0 h 264"/>
                <a:gd name="T2" fmla="*/ 0 w 242"/>
                <a:gd name="T3" fmla="*/ 0 h 264"/>
                <a:gd name="T4" fmla="*/ 0 w 242"/>
                <a:gd name="T5" fmla="*/ 0 h 264"/>
                <a:gd name="T6" fmla="*/ 0 w 242"/>
                <a:gd name="T7" fmla="*/ 0 h 264"/>
                <a:gd name="T8" fmla="*/ 0 w 242"/>
                <a:gd name="T9" fmla="*/ 0 h 264"/>
                <a:gd name="T10" fmla="*/ 0 w 242"/>
                <a:gd name="T11" fmla="*/ 0 h 264"/>
                <a:gd name="T12" fmla="*/ 0 w 242"/>
                <a:gd name="T13" fmla="*/ 0 h 264"/>
                <a:gd name="T14" fmla="*/ 0 w 242"/>
                <a:gd name="T15" fmla="*/ 0 h 264"/>
                <a:gd name="T16" fmla="*/ 0 w 242"/>
                <a:gd name="T17" fmla="*/ 0 h 264"/>
                <a:gd name="T18" fmla="*/ 0 w 242"/>
                <a:gd name="T19" fmla="*/ 0 h 264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w 242"/>
                <a:gd name="T31" fmla="*/ 0 h 264"/>
                <a:gd name="T32" fmla="*/ 242 w 242"/>
                <a:gd name="T33" fmla="*/ 264 h 264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T30" t="T31" r="T32" b="T33"/>
              <a:pathLst>
                <a:path w="242" h="264">
                  <a:moveTo>
                    <a:pt x="0" y="14"/>
                  </a:moveTo>
                  <a:lnTo>
                    <a:pt x="12" y="83"/>
                  </a:lnTo>
                  <a:lnTo>
                    <a:pt x="18" y="174"/>
                  </a:lnTo>
                  <a:lnTo>
                    <a:pt x="18" y="264"/>
                  </a:lnTo>
                  <a:lnTo>
                    <a:pt x="18" y="234"/>
                  </a:lnTo>
                  <a:lnTo>
                    <a:pt x="242" y="196"/>
                  </a:lnTo>
                  <a:lnTo>
                    <a:pt x="223" y="196"/>
                  </a:lnTo>
                  <a:lnTo>
                    <a:pt x="235" y="0"/>
                  </a:lnTo>
                  <a:lnTo>
                    <a:pt x="242" y="22"/>
                  </a:lnTo>
                  <a:lnTo>
                    <a:pt x="5" y="60"/>
                  </a:lnTo>
                </a:path>
              </a:pathLst>
            </a:custGeom>
            <a:noFill/>
            <a:ln w="0">
              <a:solidFill>
                <a:srgbClr val="9933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460" name="Line 462">
              <a:extLst>
                <a:ext uri="{FF2B5EF4-FFF2-40B4-BE49-F238E27FC236}">
                  <a16:creationId xmlns:a16="http://schemas.microsoft.com/office/drawing/2014/main" id="{F7A642EC-C19B-20CE-3597-0F8E2C7EA45B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061" y="471"/>
              <a:ext cx="24" cy="4"/>
            </a:xfrm>
            <a:prstGeom prst="line">
              <a:avLst/>
            </a:prstGeom>
            <a:noFill/>
            <a:ln w="0">
              <a:solidFill>
                <a:srgbClr val="9933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461" name="Freeform 463">
              <a:extLst>
                <a:ext uri="{FF2B5EF4-FFF2-40B4-BE49-F238E27FC236}">
                  <a16:creationId xmlns:a16="http://schemas.microsoft.com/office/drawing/2014/main" id="{1EAC118F-3661-9AC9-4C16-0286221EB700}"/>
                </a:ext>
              </a:extLst>
            </p:cNvPr>
            <p:cNvSpPr>
              <a:spLocks/>
            </p:cNvSpPr>
            <p:nvPr/>
          </p:nvSpPr>
          <p:spPr bwMode="auto">
            <a:xfrm>
              <a:off x="3074" y="489"/>
              <a:ext cx="2" cy="12"/>
            </a:xfrm>
            <a:custGeom>
              <a:avLst/>
              <a:gdLst>
                <a:gd name="T0" fmla="*/ 0 w 12"/>
                <a:gd name="T1" fmla="*/ 0 h 83"/>
                <a:gd name="T2" fmla="*/ 0 w 12"/>
                <a:gd name="T3" fmla="*/ 0 h 83"/>
                <a:gd name="T4" fmla="*/ 0 w 12"/>
                <a:gd name="T5" fmla="*/ 0 h 83"/>
                <a:gd name="T6" fmla="*/ 0 60000 65536"/>
                <a:gd name="T7" fmla="*/ 0 60000 65536"/>
                <a:gd name="T8" fmla="*/ 0 60000 65536"/>
                <a:gd name="T9" fmla="*/ 0 w 12"/>
                <a:gd name="T10" fmla="*/ 0 h 83"/>
                <a:gd name="T11" fmla="*/ 12 w 12"/>
                <a:gd name="T12" fmla="*/ 83 h 83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2" h="83">
                  <a:moveTo>
                    <a:pt x="0" y="0"/>
                  </a:moveTo>
                  <a:lnTo>
                    <a:pt x="12" y="37"/>
                  </a:lnTo>
                  <a:lnTo>
                    <a:pt x="12" y="83"/>
                  </a:lnTo>
                </a:path>
              </a:pathLst>
            </a:custGeom>
            <a:noFill/>
            <a:ln w="0">
              <a:solidFill>
                <a:srgbClr val="9933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462" name="Line 464">
              <a:extLst>
                <a:ext uri="{FF2B5EF4-FFF2-40B4-BE49-F238E27FC236}">
                  <a16:creationId xmlns:a16="http://schemas.microsoft.com/office/drawing/2014/main" id="{0AB45AD0-D489-ADEC-7AF4-7F22A8ECE146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046" y="499"/>
              <a:ext cx="52" cy="10"/>
            </a:xfrm>
            <a:prstGeom prst="line">
              <a:avLst/>
            </a:prstGeom>
            <a:noFill/>
            <a:ln w="0">
              <a:solidFill>
                <a:srgbClr val="9933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463" name="Freeform 465">
              <a:extLst>
                <a:ext uri="{FF2B5EF4-FFF2-40B4-BE49-F238E27FC236}">
                  <a16:creationId xmlns:a16="http://schemas.microsoft.com/office/drawing/2014/main" id="{B546A516-2244-FA12-4E17-242740F57905}"/>
                </a:ext>
              </a:extLst>
            </p:cNvPr>
            <p:cNvSpPr>
              <a:spLocks/>
            </p:cNvSpPr>
            <p:nvPr/>
          </p:nvSpPr>
          <p:spPr bwMode="auto">
            <a:xfrm>
              <a:off x="3060" y="511"/>
              <a:ext cx="32" cy="27"/>
            </a:xfrm>
            <a:custGeom>
              <a:avLst/>
              <a:gdLst>
                <a:gd name="T0" fmla="*/ 0 w 223"/>
                <a:gd name="T1" fmla="*/ 0 h 189"/>
                <a:gd name="T2" fmla="*/ 0 w 223"/>
                <a:gd name="T3" fmla="*/ 0 h 189"/>
                <a:gd name="T4" fmla="*/ 0 w 223"/>
                <a:gd name="T5" fmla="*/ 0 h 189"/>
                <a:gd name="T6" fmla="*/ 0 w 223"/>
                <a:gd name="T7" fmla="*/ 0 h 189"/>
                <a:gd name="T8" fmla="*/ 0 w 223"/>
                <a:gd name="T9" fmla="*/ 0 h 189"/>
                <a:gd name="T10" fmla="*/ 0 w 223"/>
                <a:gd name="T11" fmla="*/ 0 h 189"/>
                <a:gd name="T12" fmla="*/ 0 w 223"/>
                <a:gd name="T13" fmla="*/ 0 h 189"/>
                <a:gd name="T14" fmla="*/ 0 w 223"/>
                <a:gd name="T15" fmla="*/ 0 h 189"/>
                <a:gd name="T16" fmla="*/ 0 w 223"/>
                <a:gd name="T17" fmla="*/ 0 h 189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w 223"/>
                <a:gd name="T28" fmla="*/ 0 h 189"/>
                <a:gd name="T29" fmla="*/ 223 w 223"/>
                <a:gd name="T30" fmla="*/ 189 h 189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T27" t="T28" r="T29" b="T30"/>
              <a:pathLst>
                <a:path w="223" h="189">
                  <a:moveTo>
                    <a:pt x="0" y="15"/>
                  </a:moveTo>
                  <a:lnTo>
                    <a:pt x="11" y="76"/>
                  </a:lnTo>
                  <a:lnTo>
                    <a:pt x="11" y="189"/>
                  </a:lnTo>
                  <a:lnTo>
                    <a:pt x="11" y="174"/>
                  </a:lnTo>
                  <a:lnTo>
                    <a:pt x="223" y="136"/>
                  </a:lnTo>
                  <a:lnTo>
                    <a:pt x="206" y="136"/>
                  </a:lnTo>
                  <a:lnTo>
                    <a:pt x="218" y="0"/>
                  </a:lnTo>
                  <a:lnTo>
                    <a:pt x="223" y="23"/>
                  </a:lnTo>
                  <a:lnTo>
                    <a:pt x="11" y="61"/>
                  </a:lnTo>
                </a:path>
              </a:pathLst>
            </a:custGeom>
            <a:noFill/>
            <a:ln w="0">
              <a:solidFill>
                <a:srgbClr val="9933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464" name="Freeform 466">
              <a:extLst>
                <a:ext uri="{FF2B5EF4-FFF2-40B4-BE49-F238E27FC236}">
                  <a16:creationId xmlns:a16="http://schemas.microsoft.com/office/drawing/2014/main" id="{238062FA-B9F9-85E3-02C6-7C9B3AA180C5}"/>
                </a:ext>
              </a:extLst>
            </p:cNvPr>
            <p:cNvSpPr>
              <a:spLocks/>
            </p:cNvSpPr>
            <p:nvPr/>
          </p:nvSpPr>
          <p:spPr bwMode="auto">
            <a:xfrm>
              <a:off x="3049" y="548"/>
              <a:ext cx="17" cy="20"/>
            </a:xfrm>
            <a:custGeom>
              <a:avLst/>
              <a:gdLst>
                <a:gd name="T0" fmla="*/ 0 w 122"/>
                <a:gd name="T1" fmla="*/ 0 h 144"/>
                <a:gd name="T2" fmla="*/ 0 w 122"/>
                <a:gd name="T3" fmla="*/ 0 h 144"/>
                <a:gd name="T4" fmla="*/ 0 w 122"/>
                <a:gd name="T5" fmla="*/ 0 h 144"/>
                <a:gd name="T6" fmla="*/ 0 w 122"/>
                <a:gd name="T7" fmla="*/ 0 h 144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122"/>
                <a:gd name="T13" fmla="*/ 0 h 144"/>
                <a:gd name="T14" fmla="*/ 122 w 122"/>
                <a:gd name="T15" fmla="*/ 144 h 144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122" h="144">
                  <a:moveTo>
                    <a:pt x="122" y="0"/>
                  </a:moveTo>
                  <a:lnTo>
                    <a:pt x="80" y="69"/>
                  </a:lnTo>
                  <a:lnTo>
                    <a:pt x="25" y="122"/>
                  </a:lnTo>
                  <a:lnTo>
                    <a:pt x="0" y="144"/>
                  </a:lnTo>
                </a:path>
              </a:pathLst>
            </a:custGeom>
            <a:noFill/>
            <a:ln w="0">
              <a:solidFill>
                <a:srgbClr val="9933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465" name="Freeform 467">
              <a:extLst>
                <a:ext uri="{FF2B5EF4-FFF2-40B4-BE49-F238E27FC236}">
                  <a16:creationId xmlns:a16="http://schemas.microsoft.com/office/drawing/2014/main" id="{F67A47D6-6AB5-68C9-AF6B-9AEF9378C308}"/>
                </a:ext>
              </a:extLst>
            </p:cNvPr>
            <p:cNvSpPr>
              <a:spLocks/>
            </p:cNvSpPr>
            <p:nvPr/>
          </p:nvSpPr>
          <p:spPr bwMode="auto">
            <a:xfrm>
              <a:off x="3067" y="534"/>
              <a:ext cx="11" cy="42"/>
            </a:xfrm>
            <a:custGeom>
              <a:avLst/>
              <a:gdLst>
                <a:gd name="T0" fmla="*/ 0 w 79"/>
                <a:gd name="T1" fmla="*/ 0 h 296"/>
                <a:gd name="T2" fmla="*/ 0 w 79"/>
                <a:gd name="T3" fmla="*/ 0 h 296"/>
                <a:gd name="T4" fmla="*/ 0 w 79"/>
                <a:gd name="T5" fmla="*/ 0 h 296"/>
                <a:gd name="T6" fmla="*/ 0 w 79"/>
                <a:gd name="T7" fmla="*/ 0 h 296"/>
                <a:gd name="T8" fmla="*/ 0 w 79"/>
                <a:gd name="T9" fmla="*/ 0 h 296"/>
                <a:gd name="T10" fmla="*/ 0 w 79"/>
                <a:gd name="T11" fmla="*/ 0 h 296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79"/>
                <a:gd name="T19" fmla="*/ 0 h 296"/>
                <a:gd name="T20" fmla="*/ 79 w 79"/>
                <a:gd name="T21" fmla="*/ 296 h 29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79" h="296">
                  <a:moveTo>
                    <a:pt x="79" y="0"/>
                  </a:moveTo>
                  <a:lnTo>
                    <a:pt x="79" y="151"/>
                  </a:lnTo>
                  <a:lnTo>
                    <a:pt x="79" y="242"/>
                  </a:lnTo>
                  <a:lnTo>
                    <a:pt x="67" y="296"/>
                  </a:lnTo>
                  <a:lnTo>
                    <a:pt x="0" y="227"/>
                  </a:lnTo>
                  <a:lnTo>
                    <a:pt x="73" y="288"/>
                  </a:lnTo>
                </a:path>
              </a:pathLst>
            </a:custGeom>
            <a:noFill/>
            <a:ln w="0">
              <a:solidFill>
                <a:srgbClr val="9933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466" name="Freeform 468">
              <a:extLst>
                <a:ext uri="{FF2B5EF4-FFF2-40B4-BE49-F238E27FC236}">
                  <a16:creationId xmlns:a16="http://schemas.microsoft.com/office/drawing/2014/main" id="{DB531201-3321-B441-8941-D1F1D6D9C3FF}"/>
                </a:ext>
              </a:extLst>
            </p:cNvPr>
            <p:cNvSpPr>
              <a:spLocks/>
            </p:cNvSpPr>
            <p:nvPr/>
          </p:nvSpPr>
          <p:spPr bwMode="auto">
            <a:xfrm>
              <a:off x="3086" y="544"/>
              <a:ext cx="10" cy="10"/>
            </a:xfrm>
            <a:custGeom>
              <a:avLst/>
              <a:gdLst>
                <a:gd name="T0" fmla="*/ 0 w 73"/>
                <a:gd name="T1" fmla="*/ 0 h 68"/>
                <a:gd name="T2" fmla="*/ 0 w 73"/>
                <a:gd name="T3" fmla="*/ 0 h 68"/>
                <a:gd name="T4" fmla="*/ 0 w 73"/>
                <a:gd name="T5" fmla="*/ 0 h 68"/>
                <a:gd name="T6" fmla="*/ 0 60000 65536"/>
                <a:gd name="T7" fmla="*/ 0 60000 65536"/>
                <a:gd name="T8" fmla="*/ 0 60000 65536"/>
                <a:gd name="T9" fmla="*/ 0 w 73"/>
                <a:gd name="T10" fmla="*/ 0 h 68"/>
                <a:gd name="T11" fmla="*/ 73 w 73"/>
                <a:gd name="T12" fmla="*/ 68 h 68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73" h="68">
                  <a:moveTo>
                    <a:pt x="0" y="0"/>
                  </a:moveTo>
                  <a:lnTo>
                    <a:pt x="42" y="38"/>
                  </a:lnTo>
                  <a:lnTo>
                    <a:pt x="73" y="68"/>
                  </a:lnTo>
                </a:path>
              </a:pathLst>
            </a:custGeom>
            <a:noFill/>
            <a:ln w="0">
              <a:solidFill>
                <a:srgbClr val="9933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467" name="Freeform 469">
              <a:extLst>
                <a:ext uri="{FF2B5EF4-FFF2-40B4-BE49-F238E27FC236}">
                  <a16:creationId xmlns:a16="http://schemas.microsoft.com/office/drawing/2014/main" id="{297790C6-2381-CCA1-8D36-51CBA77C9177}"/>
                </a:ext>
              </a:extLst>
            </p:cNvPr>
            <p:cNvSpPr>
              <a:spLocks/>
            </p:cNvSpPr>
            <p:nvPr/>
          </p:nvSpPr>
          <p:spPr bwMode="auto">
            <a:xfrm>
              <a:off x="3098" y="454"/>
              <a:ext cx="25" cy="37"/>
            </a:xfrm>
            <a:custGeom>
              <a:avLst/>
              <a:gdLst>
                <a:gd name="T0" fmla="*/ 0 w 175"/>
                <a:gd name="T1" fmla="*/ 0 h 264"/>
                <a:gd name="T2" fmla="*/ 0 w 175"/>
                <a:gd name="T3" fmla="*/ 0 h 264"/>
                <a:gd name="T4" fmla="*/ 0 w 175"/>
                <a:gd name="T5" fmla="*/ 0 h 264"/>
                <a:gd name="T6" fmla="*/ 0 w 175"/>
                <a:gd name="T7" fmla="*/ 0 h 264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175"/>
                <a:gd name="T13" fmla="*/ 0 h 264"/>
                <a:gd name="T14" fmla="*/ 175 w 175"/>
                <a:gd name="T15" fmla="*/ 264 h 264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175" h="264">
                  <a:moveTo>
                    <a:pt x="175" y="0"/>
                  </a:moveTo>
                  <a:lnTo>
                    <a:pt x="134" y="91"/>
                  </a:lnTo>
                  <a:lnTo>
                    <a:pt x="66" y="174"/>
                  </a:lnTo>
                  <a:lnTo>
                    <a:pt x="0" y="264"/>
                  </a:lnTo>
                </a:path>
              </a:pathLst>
            </a:custGeom>
            <a:noFill/>
            <a:ln w="0">
              <a:solidFill>
                <a:srgbClr val="9933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468" name="Freeform 470">
              <a:extLst>
                <a:ext uri="{FF2B5EF4-FFF2-40B4-BE49-F238E27FC236}">
                  <a16:creationId xmlns:a16="http://schemas.microsoft.com/office/drawing/2014/main" id="{B150B640-0C61-0820-197C-289BF0EF052D}"/>
                </a:ext>
              </a:extLst>
            </p:cNvPr>
            <p:cNvSpPr>
              <a:spLocks/>
            </p:cNvSpPr>
            <p:nvPr/>
          </p:nvSpPr>
          <p:spPr bwMode="auto">
            <a:xfrm>
              <a:off x="3097" y="486"/>
              <a:ext cx="31" cy="41"/>
            </a:xfrm>
            <a:custGeom>
              <a:avLst/>
              <a:gdLst>
                <a:gd name="T0" fmla="*/ 0 w 211"/>
                <a:gd name="T1" fmla="*/ 0 h 289"/>
                <a:gd name="T2" fmla="*/ 0 w 211"/>
                <a:gd name="T3" fmla="*/ 0 h 289"/>
                <a:gd name="T4" fmla="*/ 0 w 211"/>
                <a:gd name="T5" fmla="*/ 0 h 289"/>
                <a:gd name="T6" fmla="*/ 0 w 211"/>
                <a:gd name="T7" fmla="*/ 0 h 289"/>
                <a:gd name="T8" fmla="*/ 0 w 211"/>
                <a:gd name="T9" fmla="*/ 0 h 28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11"/>
                <a:gd name="T16" fmla="*/ 0 h 289"/>
                <a:gd name="T17" fmla="*/ 211 w 211"/>
                <a:gd name="T18" fmla="*/ 289 h 289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11" h="289">
                  <a:moveTo>
                    <a:pt x="211" y="0"/>
                  </a:moveTo>
                  <a:lnTo>
                    <a:pt x="157" y="91"/>
                  </a:lnTo>
                  <a:lnTo>
                    <a:pt x="96" y="182"/>
                  </a:lnTo>
                  <a:lnTo>
                    <a:pt x="35" y="251"/>
                  </a:lnTo>
                  <a:lnTo>
                    <a:pt x="0" y="289"/>
                  </a:lnTo>
                </a:path>
              </a:pathLst>
            </a:custGeom>
            <a:noFill/>
            <a:ln w="0">
              <a:solidFill>
                <a:srgbClr val="9933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469" name="Freeform 471">
              <a:extLst>
                <a:ext uri="{FF2B5EF4-FFF2-40B4-BE49-F238E27FC236}">
                  <a16:creationId xmlns:a16="http://schemas.microsoft.com/office/drawing/2014/main" id="{62AF259F-9644-7FCB-941A-4B1C0F6C9B47}"/>
                </a:ext>
              </a:extLst>
            </p:cNvPr>
            <p:cNvSpPr>
              <a:spLocks/>
            </p:cNvSpPr>
            <p:nvPr/>
          </p:nvSpPr>
          <p:spPr bwMode="auto">
            <a:xfrm>
              <a:off x="3086" y="517"/>
              <a:ext cx="47" cy="64"/>
            </a:xfrm>
            <a:custGeom>
              <a:avLst/>
              <a:gdLst>
                <a:gd name="T0" fmla="*/ 0 w 328"/>
                <a:gd name="T1" fmla="*/ 0 h 447"/>
                <a:gd name="T2" fmla="*/ 0 w 328"/>
                <a:gd name="T3" fmla="*/ 0 h 447"/>
                <a:gd name="T4" fmla="*/ 0 w 328"/>
                <a:gd name="T5" fmla="*/ 0 h 447"/>
                <a:gd name="T6" fmla="*/ 0 w 328"/>
                <a:gd name="T7" fmla="*/ 0 h 447"/>
                <a:gd name="T8" fmla="*/ 0 w 328"/>
                <a:gd name="T9" fmla="*/ 0 h 447"/>
                <a:gd name="T10" fmla="*/ 0 w 328"/>
                <a:gd name="T11" fmla="*/ 0 h 447"/>
                <a:gd name="T12" fmla="*/ 0 w 328"/>
                <a:gd name="T13" fmla="*/ 0 h 447"/>
                <a:gd name="T14" fmla="*/ 0 w 328"/>
                <a:gd name="T15" fmla="*/ 0 h 447"/>
                <a:gd name="T16" fmla="*/ 0 w 328"/>
                <a:gd name="T17" fmla="*/ 0 h 447"/>
                <a:gd name="T18" fmla="*/ 0 w 328"/>
                <a:gd name="T19" fmla="*/ 0 h 447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w 328"/>
                <a:gd name="T31" fmla="*/ 0 h 447"/>
                <a:gd name="T32" fmla="*/ 328 w 328"/>
                <a:gd name="T33" fmla="*/ 447 h 447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T30" t="T31" r="T32" b="T33"/>
              <a:pathLst>
                <a:path w="328" h="447">
                  <a:moveTo>
                    <a:pt x="328" y="0"/>
                  </a:moveTo>
                  <a:lnTo>
                    <a:pt x="279" y="99"/>
                  </a:lnTo>
                  <a:lnTo>
                    <a:pt x="230" y="190"/>
                  </a:lnTo>
                  <a:lnTo>
                    <a:pt x="224" y="198"/>
                  </a:lnTo>
                  <a:lnTo>
                    <a:pt x="182" y="258"/>
                  </a:lnTo>
                  <a:lnTo>
                    <a:pt x="121" y="326"/>
                  </a:lnTo>
                  <a:lnTo>
                    <a:pt x="60" y="386"/>
                  </a:lnTo>
                  <a:lnTo>
                    <a:pt x="49" y="394"/>
                  </a:lnTo>
                  <a:lnTo>
                    <a:pt x="19" y="424"/>
                  </a:lnTo>
                  <a:lnTo>
                    <a:pt x="0" y="447"/>
                  </a:lnTo>
                </a:path>
              </a:pathLst>
            </a:custGeom>
            <a:noFill/>
            <a:ln w="0">
              <a:solidFill>
                <a:srgbClr val="9933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</p:grpSp>
      <p:sp>
        <p:nvSpPr>
          <p:cNvPr id="470" name="Rectangle 472">
            <a:extLst>
              <a:ext uri="{FF2B5EF4-FFF2-40B4-BE49-F238E27FC236}">
                <a16:creationId xmlns:a16="http://schemas.microsoft.com/office/drawing/2014/main" id="{D408C06F-33B1-1C42-E3A7-F333588C505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704591" y="6417786"/>
            <a:ext cx="2157963" cy="64633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pPr algn="l" defTabSz="1828800" hangingPunct="1">
              <a:defRPr/>
            </a:pPr>
            <a:r>
              <a:rPr lang="zh-CN" altLang="en-US" sz="3600" kern="1200" dirty="0">
                <a:solidFill>
                  <a:srgbClr val="993300"/>
                </a:solidFill>
                <a:latin typeface="等线" panose="020F0502020204030204"/>
                <a:ea typeface="微软雅黑" pitchFamily="34" charset="-122"/>
                <a:cs typeface="Times New Roman" pitchFamily="18" charset="0"/>
              </a:rPr>
              <a:t>线段交点 </a:t>
            </a:r>
          </a:p>
        </p:txBody>
      </p:sp>
      <p:grpSp>
        <p:nvGrpSpPr>
          <p:cNvPr id="471" name="Group 1355">
            <a:extLst>
              <a:ext uri="{FF2B5EF4-FFF2-40B4-BE49-F238E27FC236}">
                <a16:creationId xmlns:a16="http://schemas.microsoft.com/office/drawing/2014/main" id="{D0CCB748-19A8-91CA-C5A2-3786DD8FDECE}"/>
              </a:ext>
            </a:extLst>
          </p:cNvPr>
          <p:cNvGrpSpPr>
            <a:grpSpLocks/>
          </p:cNvGrpSpPr>
          <p:nvPr/>
        </p:nvGrpSpPr>
        <p:grpSpPr bwMode="auto">
          <a:xfrm>
            <a:off x="14828414" y="3831062"/>
            <a:ext cx="4778376" cy="3225800"/>
            <a:chOff x="3056" y="1482"/>
            <a:chExt cx="1505" cy="1016"/>
          </a:xfrm>
        </p:grpSpPr>
        <p:sp>
          <p:nvSpPr>
            <p:cNvPr id="472" name="Freeform 1356">
              <a:extLst>
                <a:ext uri="{FF2B5EF4-FFF2-40B4-BE49-F238E27FC236}">
                  <a16:creationId xmlns:a16="http://schemas.microsoft.com/office/drawing/2014/main" id="{BBAE835C-7527-87F0-D197-536399D4BD18}"/>
                </a:ext>
              </a:extLst>
            </p:cNvPr>
            <p:cNvSpPr>
              <a:spLocks/>
            </p:cNvSpPr>
            <p:nvPr/>
          </p:nvSpPr>
          <p:spPr bwMode="auto">
            <a:xfrm>
              <a:off x="4123" y="1482"/>
              <a:ext cx="25" cy="77"/>
            </a:xfrm>
            <a:custGeom>
              <a:avLst/>
              <a:gdLst>
                <a:gd name="T0" fmla="*/ 0 w 154"/>
                <a:gd name="T1" fmla="*/ 0 h 462"/>
                <a:gd name="T2" fmla="*/ 0 w 154"/>
                <a:gd name="T3" fmla="*/ 0 h 462"/>
                <a:gd name="T4" fmla="*/ 0 w 154"/>
                <a:gd name="T5" fmla="*/ 0 h 462"/>
                <a:gd name="T6" fmla="*/ 0 w 154"/>
                <a:gd name="T7" fmla="*/ 0 h 462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154"/>
                <a:gd name="T13" fmla="*/ 0 h 462"/>
                <a:gd name="T14" fmla="*/ 154 w 154"/>
                <a:gd name="T15" fmla="*/ 462 h 462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154" h="462">
                  <a:moveTo>
                    <a:pt x="0" y="462"/>
                  </a:moveTo>
                  <a:lnTo>
                    <a:pt x="154" y="462"/>
                  </a:lnTo>
                  <a:lnTo>
                    <a:pt x="78" y="0"/>
                  </a:lnTo>
                  <a:lnTo>
                    <a:pt x="0" y="462"/>
                  </a:lnTo>
                  <a:close/>
                </a:path>
              </a:pathLst>
            </a:custGeom>
            <a:solidFill>
              <a:srgbClr val="0033CC"/>
            </a:solidFill>
            <a:ln w="0">
              <a:solidFill>
                <a:srgbClr val="0000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473" name="Freeform 1357">
              <a:extLst>
                <a:ext uri="{FF2B5EF4-FFF2-40B4-BE49-F238E27FC236}">
                  <a16:creationId xmlns:a16="http://schemas.microsoft.com/office/drawing/2014/main" id="{89B0AEC3-8E99-76E0-1F7E-0CA8DA02F175}"/>
                </a:ext>
              </a:extLst>
            </p:cNvPr>
            <p:cNvSpPr>
              <a:spLocks/>
            </p:cNvSpPr>
            <p:nvPr/>
          </p:nvSpPr>
          <p:spPr bwMode="auto">
            <a:xfrm>
              <a:off x="4335" y="1482"/>
              <a:ext cx="25" cy="77"/>
            </a:xfrm>
            <a:custGeom>
              <a:avLst/>
              <a:gdLst>
                <a:gd name="T0" fmla="*/ 0 w 153"/>
                <a:gd name="T1" fmla="*/ 0 h 462"/>
                <a:gd name="T2" fmla="*/ 0 w 153"/>
                <a:gd name="T3" fmla="*/ 0 h 462"/>
                <a:gd name="T4" fmla="*/ 0 w 153"/>
                <a:gd name="T5" fmla="*/ 0 h 462"/>
                <a:gd name="T6" fmla="*/ 0 w 153"/>
                <a:gd name="T7" fmla="*/ 0 h 462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153"/>
                <a:gd name="T13" fmla="*/ 0 h 462"/>
                <a:gd name="T14" fmla="*/ 153 w 153"/>
                <a:gd name="T15" fmla="*/ 462 h 462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153" h="462">
                  <a:moveTo>
                    <a:pt x="0" y="462"/>
                  </a:moveTo>
                  <a:lnTo>
                    <a:pt x="153" y="462"/>
                  </a:lnTo>
                  <a:lnTo>
                    <a:pt x="76" y="0"/>
                  </a:lnTo>
                  <a:lnTo>
                    <a:pt x="0" y="462"/>
                  </a:lnTo>
                  <a:close/>
                </a:path>
              </a:pathLst>
            </a:custGeom>
            <a:solidFill>
              <a:srgbClr val="0033CC"/>
            </a:solidFill>
            <a:ln w="0">
              <a:solidFill>
                <a:srgbClr val="0000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474" name="Line 1358">
              <a:extLst>
                <a:ext uri="{FF2B5EF4-FFF2-40B4-BE49-F238E27FC236}">
                  <a16:creationId xmlns:a16="http://schemas.microsoft.com/office/drawing/2014/main" id="{01652419-4849-68A7-0AAD-CF5B40159F3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922" y="1652"/>
              <a:ext cx="1" cy="206"/>
            </a:xfrm>
            <a:prstGeom prst="line">
              <a:avLst/>
            </a:prstGeom>
            <a:noFill/>
            <a:ln w="0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475" name="Line 1359">
              <a:extLst>
                <a:ext uri="{FF2B5EF4-FFF2-40B4-BE49-F238E27FC236}">
                  <a16:creationId xmlns:a16="http://schemas.microsoft.com/office/drawing/2014/main" id="{0F97E0E5-4268-E1EE-4F8B-667069F3CA3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922" y="1858"/>
              <a:ext cx="639" cy="640"/>
            </a:xfrm>
            <a:prstGeom prst="line">
              <a:avLst/>
            </a:prstGeom>
            <a:noFill/>
            <a:ln w="0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476" name="Line 1360">
              <a:extLst>
                <a:ext uri="{FF2B5EF4-FFF2-40B4-BE49-F238E27FC236}">
                  <a16:creationId xmlns:a16="http://schemas.microsoft.com/office/drawing/2014/main" id="{2AB2693A-DF37-D362-025E-5A1872B9058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348" y="1482"/>
              <a:ext cx="1" cy="802"/>
            </a:xfrm>
            <a:prstGeom prst="line">
              <a:avLst/>
            </a:prstGeom>
            <a:noFill/>
            <a:ln w="0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477" name="Line 1361">
              <a:extLst>
                <a:ext uri="{FF2B5EF4-FFF2-40B4-BE49-F238E27FC236}">
                  <a16:creationId xmlns:a16="http://schemas.microsoft.com/office/drawing/2014/main" id="{C8536366-A6E6-BAB9-68DE-3CD344B969A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136" y="1482"/>
              <a:ext cx="1" cy="590"/>
            </a:xfrm>
            <a:prstGeom prst="line">
              <a:avLst/>
            </a:prstGeom>
            <a:noFill/>
            <a:ln w="0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478" name="Line 1362">
              <a:extLst>
                <a:ext uri="{FF2B5EF4-FFF2-40B4-BE49-F238E27FC236}">
                  <a16:creationId xmlns:a16="http://schemas.microsoft.com/office/drawing/2014/main" id="{711822F5-5A33-EC2B-1112-7893012D301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269" y="2068"/>
              <a:ext cx="858" cy="0"/>
            </a:xfrm>
            <a:prstGeom prst="line">
              <a:avLst/>
            </a:prstGeom>
            <a:noFill/>
            <a:ln w="0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479" name="Line 1363">
              <a:extLst>
                <a:ext uri="{FF2B5EF4-FFF2-40B4-BE49-F238E27FC236}">
                  <a16:creationId xmlns:a16="http://schemas.microsoft.com/office/drawing/2014/main" id="{8F08A2C2-0DA6-AB67-D0AF-F0FDE13E3C0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479" y="2280"/>
              <a:ext cx="851" cy="0"/>
            </a:xfrm>
            <a:prstGeom prst="line">
              <a:avLst/>
            </a:prstGeom>
            <a:noFill/>
            <a:ln w="0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480" name="Line 1364">
              <a:extLst>
                <a:ext uri="{FF2B5EF4-FFF2-40B4-BE49-F238E27FC236}">
                  <a16:creationId xmlns:a16="http://schemas.microsoft.com/office/drawing/2014/main" id="{03CACF8D-F90B-F3A1-ADA3-C5B64897D94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056" y="1854"/>
              <a:ext cx="872" cy="0"/>
            </a:xfrm>
            <a:prstGeom prst="line">
              <a:avLst/>
            </a:prstGeom>
            <a:noFill/>
            <a:ln w="0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</p:grpSp>
      <p:grpSp>
        <p:nvGrpSpPr>
          <p:cNvPr id="481" name="Group 1365">
            <a:extLst>
              <a:ext uri="{FF2B5EF4-FFF2-40B4-BE49-F238E27FC236}">
                <a16:creationId xmlns:a16="http://schemas.microsoft.com/office/drawing/2014/main" id="{88988E7D-0D59-8A60-DCBB-A2129EEB6AEE}"/>
              </a:ext>
            </a:extLst>
          </p:cNvPr>
          <p:cNvGrpSpPr>
            <a:grpSpLocks/>
          </p:cNvGrpSpPr>
          <p:nvPr/>
        </p:nvGrpSpPr>
        <p:grpSpPr bwMode="auto">
          <a:xfrm>
            <a:off x="17597015" y="3831062"/>
            <a:ext cx="4772026" cy="3225800"/>
            <a:chOff x="3928" y="1482"/>
            <a:chExt cx="1503" cy="1016"/>
          </a:xfrm>
        </p:grpSpPr>
        <p:sp>
          <p:nvSpPr>
            <p:cNvPr id="482" name="Freeform 1366">
              <a:extLst>
                <a:ext uri="{FF2B5EF4-FFF2-40B4-BE49-F238E27FC236}">
                  <a16:creationId xmlns:a16="http://schemas.microsoft.com/office/drawing/2014/main" id="{EC4AD04A-1A46-AD28-75D2-63CD1A9B9C45}"/>
                </a:ext>
              </a:extLst>
            </p:cNvPr>
            <p:cNvSpPr>
              <a:spLocks/>
            </p:cNvSpPr>
            <p:nvPr/>
          </p:nvSpPr>
          <p:spPr bwMode="auto">
            <a:xfrm>
              <a:off x="4992" y="1482"/>
              <a:ext cx="26" cy="77"/>
            </a:xfrm>
            <a:custGeom>
              <a:avLst/>
              <a:gdLst>
                <a:gd name="T0" fmla="*/ 0 w 154"/>
                <a:gd name="T1" fmla="*/ 0 h 462"/>
                <a:gd name="T2" fmla="*/ 0 w 154"/>
                <a:gd name="T3" fmla="*/ 0 h 462"/>
                <a:gd name="T4" fmla="*/ 0 w 154"/>
                <a:gd name="T5" fmla="*/ 0 h 462"/>
                <a:gd name="T6" fmla="*/ 0 w 154"/>
                <a:gd name="T7" fmla="*/ 0 h 462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154"/>
                <a:gd name="T13" fmla="*/ 0 h 462"/>
                <a:gd name="T14" fmla="*/ 154 w 154"/>
                <a:gd name="T15" fmla="*/ 462 h 462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154" h="462">
                  <a:moveTo>
                    <a:pt x="0" y="462"/>
                  </a:moveTo>
                  <a:lnTo>
                    <a:pt x="154" y="462"/>
                  </a:lnTo>
                  <a:lnTo>
                    <a:pt x="76" y="0"/>
                  </a:lnTo>
                  <a:lnTo>
                    <a:pt x="0" y="462"/>
                  </a:lnTo>
                  <a:close/>
                </a:path>
              </a:pathLst>
            </a:custGeom>
            <a:noFill/>
            <a:ln w="0">
              <a:solidFill>
                <a:srgbClr val="0000FF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483" name="Freeform 1367">
              <a:extLst>
                <a:ext uri="{FF2B5EF4-FFF2-40B4-BE49-F238E27FC236}">
                  <a16:creationId xmlns:a16="http://schemas.microsoft.com/office/drawing/2014/main" id="{2D32FAB6-2492-0DF4-D8AD-41DB485C5F17}"/>
                </a:ext>
              </a:extLst>
            </p:cNvPr>
            <p:cNvSpPr>
              <a:spLocks/>
            </p:cNvSpPr>
            <p:nvPr/>
          </p:nvSpPr>
          <p:spPr bwMode="auto">
            <a:xfrm>
              <a:off x="5204" y="1482"/>
              <a:ext cx="26" cy="77"/>
            </a:xfrm>
            <a:custGeom>
              <a:avLst/>
              <a:gdLst>
                <a:gd name="T0" fmla="*/ 0 w 153"/>
                <a:gd name="T1" fmla="*/ 0 h 462"/>
                <a:gd name="T2" fmla="*/ 0 w 153"/>
                <a:gd name="T3" fmla="*/ 0 h 462"/>
                <a:gd name="T4" fmla="*/ 0 w 153"/>
                <a:gd name="T5" fmla="*/ 0 h 462"/>
                <a:gd name="T6" fmla="*/ 0 w 153"/>
                <a:gd name="T7" fmla="*/ 0 h 462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153"/>
                <a:gd name="T13" fmla="*/ 0 h 462"/>
                <a:gd name="T14" fmla="*/ 153 w 153"/>
                <a:gd name="T15" fmla="*/ 462 h 462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153" h="462">
                  <a:moveTo>
                    <a:pt x="0" y="462"/>
                  </a:moveTo>
                  <a:lnTo>
                    <a:pt x="153" y="462"/>
                  </a:lnTo>
                  <a:lnTo>
                    <a:pt x="77" y="0"/>
                  </a:lnTo>
                  <a:lnTo>
                    <a:pt x="0" y="462"/>
                  </a:lnTo>
                  <a:close/>
                </a:path>
              </a:pathLst>
            </a:custGeom>
            <a:noFill/>
            <a:ln w="0">
              <a:solidFill>
                <a:srgbClr val="0000FF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484" name="Line 1368">
              <a:extLst>
                <a:ext uri="{FF2B5EF4-FFF2-40B4-BE49-F238E27FC236}">
                  <a16:creationId xmlns:a16="http://schemas.microsoft.com/office/drawing/2014/main" id="{37C941C7-D233-9D08-A128-6682361C68A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791" y="1652"/>
              <a:ext cx="1" cy="206"/>
            </a:xfrm>
            <a:prstGeom prst="line">
              <a:avLst/>
            </a:prstGeom>
            <a:noFill/>
            <a:ln w="0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485" name="Line 1369">
              <a:extLst>
                <a:ext uri="{FF2B5EF4-FFF2-40B4-BE49-F238E27FC236}">
                  <a16:creationId xmlns:a16="http://schemas.microsoft.com/office/drawing/2014/main" id="{8471A451-A0BD-7976-F299-8AFEA2B13AA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791" y="1858"/>
              <a:ext cx="640" cy="640"/>
            </a:xfrm>
            <a:prstGeom prst="line">
              <a:avLst/>
            </a:prstGeom>
            <a:noFill/>
            <a:ln w="0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486" name="Line 1370">
              <a:extLst>
                <a:ext uri="{FF2B5EF4-FFF2-40B4-BE49-F238E27FC236}">
                  <a16:creationId xmlns:a16="http://schemas.microsoft.com/office/drawing/2014/main" id="{60D98A20-3E1C-F60F-68D5-8BF654AB8A3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217" y="1482"/>
              <a:ext cx="1" cy="802"/>
            </a:xfrm>
            <a:prstGeom prst="line">
              <a:avLst/>
            </a:prstGeom>
            <a:noFill/>
            <a:ln w="0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487" name="Line 1371">
              <a:extLst>
                <a:ext uri="{FF2B5EF4-FFF2-40B4-BE49-F238E27FC236}">
                  <a16:creationId xmlns:a16="http://schemas.microsoft.com/office/drawing/2014/main" id="{41750F69-7688-B8E7-26A2-5FCB4703242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005" y="1482"/>
              <a:ext cx="1" cy="590"/>
            </a:xfrm>
            <a:prstGeom prst="line">
              <a:avLst/>
            </a:prstGeom>
            <a:noFill/>
            <a:ln w="0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488" name="Freeform 1372">
              <a:extLst>
                <a:ext uri="{FF2B5EF4-FFF2-40B4-BE49-F238E27FC236}">
                  <a16:creationId xmlns:a16="http://schemas.microsoft.com/office/drawing/2014/main" id="{9DAF3E7A-3AFD-847D-9CA6-9A02F1C4BCC9}"/>
                </a:ext>
              </a:extLst>
            </p:cNvPr>
            <p:cNvSpPr>
              <a:spLocks/>
            </p:cNvSpPr>
            <p:nvPr/>
          </p:nvSpPr>
          <p:spPr bwMode="auto">
            <a:xfrm>
              <a:off x="4992" y="1482"/>
              <a:ext cx="26" cy="77"/>
            </a:xfrm>
            <a:custGeom>
              <a:avLst/>
              <a:gdLst>
                <a:gd name="T0" fmla="*/ 0 w 154"/>
                <a:gd name="T1" fmla="*/ 0 h 462"/>
                <a:gd name="T2" fmla="*/ 0 w 154"/>
                <a:gd name="T3" fmla="*/ 0 h 462"/>
                <a:gd name="T4" fmla="*/ 0 w 154"/>
                <a:gd name="T5" fmla="*/ 0 h 462"/>
                <a:gd name="T6" fmla="*/ 0 w 154"/>
                <a:gd name="T7" fmla="*/ 0 h 462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154"/>
                <a:gd name="T13" fmla="*/ 0 h 462"/>
                <a:gd name="T14" fmla="*/ 154 w 154"/>
                <a:gd name="T15" fmla="*/ 462 h 462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154" h="462">
                  <a:moveTo>
                    <a:pt x="0" y="462"/>
                  </a:moveTo>
                  <a:lnTo>
                    <a:pt x="154" y="462"/>
                  </a:lnTo>
                  <a:lnTo>
                    <a:pt x="76" y="0"/>
                  </a:lnTo>
                  <a:lnTo>
                    <a:pt x="0" y="462"/>
                  </a:lnTo>
                  <a:close/>
                </a:path>
              </a:pathLst>
            </a:custGeom>
            <a:solidFill>
              <a:srgbClr val="0000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489" name="Freeform 1373">
              <a:extLst>
                <a:ext uri="{FF2B5EF4-FFF2-40B4-BE49-F238E27FC236}">
                  <a16:creationId xmlns:a16="http://schemas.microsoft.com/office/drawing/2014/main" id="{17ABD264-4EAB-3185-344D-E32DF7C6A38D}"/>
                </a:ext>
              </a:extLst>
            </p:cNvPr>
            <p:cNvSpPr>
              <a:spLocks/>
            </p:cNvSpPr>
            <p:nvPr/>
          </p:nvSpPr>
          <p:spPr bwMode="auto">
            <a:xfrm>
              <a:off x="5204" y="1482"/>
              <a:ext cx="26" cy="77"/>
            </a:xfrm>
            <a:custGeom>
              <a:avLst/>
              <a:gdLst>
                <a:gd name="T0" fmla="*/ 0 w 153"/>
                <a:gd name="T1" fmla="*/ 0 h 462"/>
                <a:gd name="T2" fmla="*/ 0 w 153"/>
                <a:gd name="T3" fmla="*/ 0 h 462"/>
                <a:gd name="T4" fmla="*/ 0 w 153"/>
                <a:gd name="T5" fmla="*/ 0 h 462"/>
                <a:gd name="T6" fmla="*/ 0 w 153"/>
                <a:gd name="T7" fmla="*/ 0 h 462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153"/>
                <a:gd name="T13" fmla="*/ 0 h 462"/>
                <a:gd name="T14" fmla="*/ 153 w 153"/>
                <a:gd name="T15" fmla="*/ 462 h 462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153" h="462">
                  <a:moveTo>
                    <a:pt x="0" y="462"/>
                  </a:moveTo>
                  <a:lnTo>
                    <a:pt x="153" y="462"/>
                  </a:lnTo>
                  <a:lnTo>
                    <a:pt x="77" y="0"/>
                  </a:lnTo>
                  <a:lnTo>
                    <a:pt x="0" y="462"/>
                  </a:lnTo>
                  <a:close/>
                </a:path>
              </a:pathLst>
            </a:custGeom>
            <a:solidFill>
              <a:srgbClr val="0000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490" name="Line 1374">
              <a:extLst>
                <a:ext uri="{FF2B5EF4-FFF2-40B4-BE49-F238E27FC236}">
                  <a16:creationId xmlns:a16="http://schemas.microsoft.com/office/drawing/2014/main" id="{A24DB698-6790-54CC-DB6A-C65B9585510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141" y="2068"/>
              <a:ext cx="858" cy="0"/>
            </a:xfrm>
            <a:prstGeom prst="line">
              <a:avLst/>
            </a:prstGeom>
            <a:noFill/>
            <a:ln w="0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491" name="Line 1375">
              <a:extLst>
                <a:ext uri="{FF2B5EF4-FFF2-40B4-BE49-F238E27FC236}">
                  <a16:creationId xmlns:a16="http://schemas.microsoft.com/office/drawing/2014/main" id="{8202C2A6-AE3F-38F6-70A6-687347606A0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351" y="2280"/>
              <a:ext cx="851" cy="0"/>
            </a:xfrm>
            <a:prstGeom prst="line">
              <a:avLst/>
            </a:prstGeom>
            <a:noFill/>
            <a:ln w="0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492" name="Line 1376">
              <a:extLst>
                <a:ext uri="{FF2B5EF4-FFF2-40B4-BE49-F238E27FC236}">
                  <a16:creationId xmlns:a16="http://schemas.microsoft.com/office/drawing/2014/main" id="{65595C9E-BBDD-A960-1072-57C3FCB7AD3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928" y="1854"/>
              <a:ext cx="872" cy="0"/>
            </a:xfrm>
            <a:prstGeom prst="line">
              <a:avLst/>
            </a:prstGeom>
            <a:noFill/>
            <a:ln w="0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</p:grpSp>
      <p:sp>
        <p:nvSpPr>
          <p:cNvPr id="493" name="Text Box 1377">
            <a:extLst>
              <a:ext uri="{FF2B5EF4-FFF2-40B4-BE49-F238E27FC236}">
                <a16:creationId xmlns:a16="http://schemas.microsoft.com/office/drawing/2014/main" id="{23436E6B-3BC6-6E4D-550C-6363F41E1BE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724014" y="3535789"/>
            <a:ext cx="1984376" cy="64633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l" defTabSz="1828800" hangingPunct="1">
              <a:spcBef>
                <a:spcPct val="50000"/>
              </a:spcBef>
              <a:defRPr/>
            </a:pPr>
            <a:r>
              <a:rPr lang="zh-CN" altLang="en-US" sz="3600" kern="1200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楷体_GB2312" pitchFamily="49" charset="-122"/>
                <a:ea typeface="楷体_GB2312" pitchFamily="49" charset="-122"/>
                <a:cs typeface="+mn-cs"/>
              </a:rPr>
              <a:t>？   ？</a:t>
            </a:r>
          </a:p>
        </p:txBody>
      </p:sp>
      <p:sp>
        <p:nvSpPr>
          <p:cNvPr id="494" name="Text Box 1378">
            <a:extLst>
              <a:ext uri="{FF2B5EF4-FFF2-40B4-BE49-F238E27FC236}">
                <a16:creationId xmlns:a16="http://schemas.microsoft.com/office/drawing/2014/main" id="{C75EA2FB-19BA-FC09-E64B-E1DE0BBEA5E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467214" y="3535789"/>
            <a:ext cx="1984376" cy="64633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l" defTabSz="1828800" hangingPunct="1">
              <a:spcBef>
                <a:spcPct val="50000"/>
              </a:spcBef>
              <a:defRPr/>
            </a:pPr>
            <a:r>
              <a:rPr lang="zh-CN" altLang="en-US" sz="3600" kern="1200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楷体_GB2312" pitchFamily="49" charset="-122"/>
                <a:ea typeface="楷体_GB2312" pitchFamily="49" charset="-122"/>
                <a:cs typeface="+mn-cs"/>
              </a:rPr>
              <a:t>？   ？</a:t>
            </a:r>
          </a:p>
        </p:txBody>
      </p:sp>
      <p:grpSp>
        <p:nvGrpSpPr>
          <p:cNvPr id="495" name="Group 474">
            <a:extLst>
              <a:ext uri="{FF2B5EF4-FFF2-40B4-BE49-F238E27FC236}">
                <a16:creationId xmlns:a16="http://schemas.microsoft.com/office/drawing/2014/main" id="{155F758E-8DFE-147C-911A-9016595390E5}"/>
              </a:ext>
            </a:extLst>
          </p:cNvPr>
          <p:cNvGrpSpPr>
            <a:grpSpLocks/>
          </p:cNvGrpSpPr>
          <p:nvPr/>
        </p:nvGrpSpPr>
        <p:grpSpPr bwMode="auto">
          <a:xfrm>
            <a:off x="9279550" y="9015840"/>
            <a:ext cx="6215616" cy="3484136"/>
            <a:chOff x="2999" y="2878"/>
            <a:chExt cx="1523" cy="893"/>
          </a:xfrm>
        </p:grpSpPr>
        <p:grpSp>
          <p:nvGrpSpPr>
            <p:cNvPr id="496" name="Group 475">
              <a:extLst>
                <a:ext uri="{FF2B5EF4-FFF2-40B4-BE49-F238E27FC236}">
                  <a16:creationId xmlns:a16="http://schemas.microsoft.com/office/drawing/2014/main" id="{4C05DB8F-E803-DD90-C09E-D171FAFFEDF6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018" y="2892"/>
              <a:ext cx="798" cy="865"/>
              <a:chOff x="3018" y="2892"/>
              <a:chExt cx="798" cy="865"/>
            </a:xfrm>
          </p:grpSpPr>
          <p:sp>
            <p:nvSpPr>
              <p:cNvPr id="1176" name="Freeform 476">
                <a:extLst>
                  <a:ext uri="{FF2B5EF4-FFF2-40B4-BE49-F238E27FC236}">
                    <a16:creationId xmlns:a16="http://schemas.microsoft.com/office/drawing/2014/main" id="{D9112552-C824-23FE-70AB-AC149772642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018" y="3741"/>
                <a:ext cx="8" cy="16"/>
              </a:xfrm>
              <a:custGeom>
                <a:avLst/>
                <a:gdLst>
                  <a:gd name="T0" fmla="*/ 0 w 56"/>
                  <a:gd name="T1" fmla="*/ 0 h 113"/>
                  <a:gd name="T2" fmla="*/ 0 w 56"/>
                  <a:gd name="T3" fmla="*/ 0 h 113"/>
                  <a:gd name="T4" fmla="*/ 0 w 56"/>
                  <a:gd name="T5" fmla="*/ 0 h 113"/>
                  <a:gd name="T6" fmla="*/ 0 w 56"/>
                  <a:gd name="T7" fmla="*/ 0 h 113"/>
                  <a:gd name="T8" fmla="*/ 0 w 56"/>
                  <a:gd name="T9" fmla="*/ 0 h 113"/>
                  <a:gd name="T10" fmla="*/ 0 w 56"/>
                  <a:gd name="T11" fmla="*/ 0 h 113"/>
                  <a:gd name="T12" fmla="*/ 0 w 56"/>
                  <a:gd name="T13" fmla="*/ 0 h 113"/>
                  <a:gd name="T14" fmla="*/ 0 w 56"/>
                  <a:gd name="T15" fmla="*/ 0 h 113"/>
                  <a:gd name="T16" fmla="*/ 0 w 56"/>
                  <a:gd name="T17" fmla="*/ 0 h 113"/>
                  <a:gd name="T18" fmla="*/ 0 w 56"/>
                  <a:gd name="T19" fmla="*/ 0 h 113"/>
                  <a:gd name="T20" fmla="*/ 0 w 56"/>
                  <a:gd name="T21" fmla="*/ 0 h 113"/>
                  <a:gd name="T22" fmla="*/ 0 w 56"/>
                  <a:gd name="T23" fmla="*/ 0 h 113"/>
                  <a:gd name="T24" fmla="*/ 0 w 56"/>
                  <a:gd name="T25" fmla="*/ 0 h 113"/>
                  <a:gd name="T26" fmla="*/ 0 w 56"/>
                  <a:gd name="T27" fmla="*/ 0 h 113"/>
                  <a:gd name="T28" fmla="*/ 0 w 56"/>
                  <a:gd name="T29" fmla="*/ 0 h 113"/>
                  <a:gd name="T30" fmla="*/ 0 w 56"/>
                  <a:gd name="T31" fmla="*/ 0 h 113"/>
                  <a:gd name="T32" fmla="*/ 0 w 56"/>
                  <a:gd name="T33" fmla="*/ 0 h 113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w 56"/>
                  <a:gd name="T52" fmla="*/ 0 h 113"/>
                  <a:gd name="T53" fmla="*/ 56 w 56"/>
                  <a:gd name="T54" fmla="*/ 113 h 113"/>
                </a:gdLst>
                <a:ahLst/>
                <a:cxnLst>
                  <a:cxn ang="T34">
                    <a:pos x="T0" y="T1"/>
                  </a:cxn>
                  <a:cxn ang="T35">
                    <a:pos x="T2" y="T3"/>
                  </a:cxn>
                  <a:cxn ang="T36">
                    <a:pos x="T4" y="T5"/>
                  </a:cxn>
                  <a:cxn ang="T37">
                    <a:pos x="T6" y="T7"/>
                  </a:cxn>
                  <a:cxn ang="T38">
                    <a:pos x="T8" y="T9"/>
                  </a:cxn>
                  <a:cxn ang="T39">
                    <a:pos x="T10" y="T11"/>
                  </a:cxn>
                  <a:cxn ang="T40">
                    <a:pos x="T12" y="T13"/>
                  </a:cxn>
                  <a:cxn ang="T41">
                    <a:pos x="T14" y="T15"/>
                  </a:cxn>
                  <a:cxn ang="T42">
                    <a:pos x="T16" y="T17"/>
                  </a:cxn>
                  <a:cxn ang="T43">
                    <a:pos x="T18" y="T19"/>
                  </a:cxn>
                  <a:cxn ang="T44">
                    <a:pos x="T20" y="T21"/>
                  </a:cxn>
                  <a:cxn ang="T45">
                    <a:pos x="T22" y="T23"/>
                  </a:cxn>
                  <a:cxn ang="T46">
                    <a:pos x="T24" y="T25"/>
                  </a:cxn>
                  <a:cxn ang="T47">
                    <a:pos x="T26" y="T27"/>
                  </a:cxn>
                  <a:cxn ang="T48">
                    <a:pos x="T28" y="T29"/>
                  </a:cxn>
                  <a:cxn ang="T49">
                    <a:pos x="T30" y="T31"/>
                  </a:cxn>
                  <a:cxn ang="T50">
                    <a:pos x="T32" y="T33"/>
                  </a:cxn>
                </a:cxnLst>
                <a:rect l="T51" t="T52" r="T53" b="T54"/>
                <a:pathLst>
                  <a:path w="56" h="113">
                    <a:moveTo>
                      <a:pt x="56" y="57"/>
                    </a:moveTo>
                    <a:lnTo>
                      <a:pt x="56" y="113"/>
                    </a:lnTo>
                    <a:lnTo>
                      <a:pt x="44" y="112"/>
                    </a:lnTo>
                    <a:lnTo>
                      <a:pt x="31" y="108"/>
                    </a:lnTo>
                    <a:lnTo>
                      <a:pt x="21" y="101"/>
                    </a:lnTo>
                    <a:lnTo>
                      <a:pt x="12" y="92"/>
                    </a:lnTo>
                    <a:lnTo>
                      <a:pt x="5" y="82"/>
                    </a:lnTo>
                    <a:lnTo>
                      <a:pt x="1" y="70"/>
                    </a:lnTo>
                    <a:lnTo>
                      <a:pt x="0" y="57"/>
                    </a:lnTo>
                    <a:lnTo>
                      <a:pt x="1" y="45"/>
                    </a:lnTo>
                    <a:lnTo>
                      <a:pt x="5" y="33"/>
                    </a:lnTo>
                    <a:lnTo>
                      <a:pt x="12" y="23"/>
                    </a:lnTo>
                    <a:lnTo>
                      <a:pt x="21" y="14"/>
                    </a:lnTo>
                    <a:lnTo>
                      <a:pt x="31" y="7"/>
                    </a:lnTo>
                    <a:lnTo>
                      <a:pt x="44" y="2"/>
                    </a:lnTo>
                    <a:lnTo>
                      <a:pt x="56" y="0"/>
                    </a:lnTo>
                    <a:lnTo>
                      <a:pt x="56" y="57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1177" name="Freeform 477">
                <a:extLst>
                  <a:ext uri="{FF2B5EF4-FFF2-40B4-BE49-F238E27FC236}">
                    <a16:creationId xmlns:a16="http://schemas.microsoft.com/office/drawing/2014/main" id="{F1671A59-EB5F-59F2-4D6A-E3C9BC447BA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018" y="3741"/>
                <a:ext cx="8" cy="16"/>
              </a:xfrm>
              <a:custGeom>
                <a:avLst/>
                <a:gdLst>
                  <a:gd name="T0" fmla="*/ 0 w 56"/>
                  <a:gd name="T1" fmla="*/ 0 h 113"/>
                  <a:gd name="T2" fmla="*/ 0 w 56"/>
                  <a:gd name="T3" fmla="*/ 0 h 113"/>
                  <a:gd name="T4" fmla="*/ 0 w 56"/>
                  <a:gd name="T5" fmla="*/ 0 h 113"/>
                  <a:gd name="T6" fmla="*/ 0 w 56"/>
                  <a:gd name="T7" fmla="*/ 0 h 113"/>
                  <a:gd name="T8" fmla="*/ 0 w 56"/>
                  <a:gd name="T9" fmla="*/ 0 h 113"/>
                  <a:gd name="T10" fmla="*/ 0 w 56"/>
                  <a:gd name="T11" fmla="*/ 0 h 113"/>
                  <a:gd name="T12" fmla="*/ 0 w 56"/>
                  <a:gd name="T13" fmla="*/ 0 h 113"/>
                  <a:gd name="T14" fmla="*/ 0 w 56"/>
                  <a:gd name="T15" fmla="*/ 0 h 113"/>
                  <a:gd name="T16" fmla="*/ 0 w 56"/>
                  <a:gd name="T17" fmla="*/ 0 h 113"/>
                  <a:gd name="T18" fmla="*/ 0 w 56"/>
                  <a:gd name="T19" fmla="*/ 0 h 113"/>
                  <a:gd name="T20" fmla="*/ 0 w 56"/>
                  <a:gd name="T21" fmla="*/ 0 h 113"/>
                  <a:gd name="T22" fmla="*/ 0 w 56"/>
                  <a:gd name="T23" fmla="*/ 0 h 113"/>
                  <a:gd name="T24" fmla="*/ 0 w 56"/>
                  <a:gd name="T25" fmla="*/ 0 h 113"/>
                  <a:gd name="T26" fmla="*/ 0 w 56"/>
                  <a:gd name="T27" fmla="*/ 0 h 113"/>
                  <a:gd name="T28" fmla="*/ 0 w 56"/>
                  <a:gd name="T29" fmla="*/ 0 h 113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w 56"/>
                  <a:gd name="T46" fmla="*/ 0 h 113"/>
                  <a:gd name="T47" fmla="*/ 56 w 56"/>
                  <a:gd name="T48" fmla="*/ 113 h 113"/>
                </a:gdLst>
                <a:ahLst/>
                <a:cxnLst>
                  <a:cxn ang="T30">
                    <a:pos x="T0" y="T1"/>
                  </a:cxn>
                  <a:cxn ang="T31">
                    <a:pos x="T2" y="T3"/>
                  </a:cxn>
                  <a:cxn ang="T32">
                    <a:pos x="T4" y="T5"/>
                  </a:cxn>
                  <a:cxn ang="T33">
                    <a:pos x="T6" y="T7"/>
                  </a:cxn>
                  <a:cxn ang="T34">
                    <a:pos x="T8" y="T9"/>
                  </a:cxn>
                  <a:cxn ang="T35">
                    <a:pos x="T10" y="T11"/>
                  </a:cxn>
                  <a:cxn ang="T36">
                    <a:pos x="T12" y="T13"/>
                  </a:cxn>
                  <a:cxn ang="T37">
                    <a:pos x="T14" y="T15"/>
                  </a:cxn>
                  <a:cxn ang="T38">
                    <a:pos x="T16" y="T17"/>
                  </a:cxn>
                  <a:cxn ang="T39">
                    <a:pos x="T18" y="T19"/>
                  </a:cxn>
                  <a:cxn ang="T40">
                    <a:pos x="T20" y="T21"/>
                  </a:cxn>
                  <a:cxn ang="T41">
                    <a:pos x="T22" y="T23"/>
                  </a:cxn>
                  <a:cxn ang="T42">
                    <a:pos x="T24" y="T25"/>
                  </a:cxn>
                  <a:cxn ang="T43">
                    <a:pos x="T26" y="T27"/>
                  </a:cxn>
                  <a:cxn ang="T44">
                    <a:pos x="T28" y="T29"/>
                  </a:cxn>
                </a:cxnLst>
                <a:rect l="T45" t="T46" r="T47" b="T48"/>
                <a:pathLst>
                  <a:path w="56" h="113">
                    <a:moveTo>
                      <a:pt x="56" y="113"/>
                    </a:moveTo>
                    <a:lnTo>
                      <a:pt x="44" y="112"/>
                    </a:lnTo>
                    <a:lnTo>
                      <a:pt x="31" y="108"/>
                    </a:lnTo>
                    <a:lnTo>
                      <a:pt x="21" y="101"/>
                    </a:lnTo>
                    <a:lnTo>
                      <a:pt x="12" y="92"/>
                    </a:lnTo>
                    <a:lnTo>
                      <a:pt x="5" y="82"/>
                    </a:lnTo>
                    <a:lnTo>
                      <a:pt x="1" y="70"/>
                    </a:lnTo>
                    <a:lnTo>
                      <a:pt x="0" y="57"/>
                    </a:lnTo>
                    <a:lnTo>
                      <a:pt x="1" y="45"/>
                    </a:lnTo>
                    <a:lnTo>
                      <a:pt x="5" y="33"/>
                    </a:lnTo>
                    <a:lnTo>
                      <a:pt x="12" y="23"/>
                    </a:lnTo>
                    <a:lnTo>
                      <a:pt x="21" y="14"/>
                    </a:lnTo>
                    <a:lnTo>
                      <a:pt x="31" y="7"/>
                    </a:lnTo>
                    <a:lnTo>
                      <a:pt x="44" y="2"/>
                    </a:lnTo>
                    <a:lnTo>
                      <a:pt x="56" y="0"/>
                    </a:lnTo>
                  </a:path>
                </a:pathLst>
              </a:cu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1178" name="Freeform 478">
                <a:extLst>
                  <a:ext uri="{FF2B5EF4-FFF2-40B4-BE49-F238E27FC236}">
                    <a16:creationId xmlns:a16="http://schemas.microsoft.com/office/drawing/2014/main" id="{9031EE94-E976-7B0B-733E-BFC6680244D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026" y="3741"/>
                <a:ext cx="781" cy="16"/>
              </a:xfrm>
              <a:custGeom>
                <a:avLst/>
                <a:gdLst>
                  <a:gd name="T0" fmla="*/ 0 w 5467"/>
                  <a:gd name="T1" fmla="*/ 0 h 113"/>
                  <a:gd name="T2" fmla="*/ 0 w 5467"/>
                  <a:gd name="T3" fmla="*/ 0 h 113"/>
                  <a:gd name="T4" fmla="*/ 0 w 5467"/>
                  <a:gd name="T5" fmla="*/ 0 h 113"/>
                  <a:gd name="T6" fmla="*/ 0 w 5467"/>
                  <a:gd name="T7" fmla="*/ 0 h 113"/>
                  <a:gd name="T8" fmla="*/ 0 w 5467"/>
                  <a:gd name="T9" fmla="*/ 0 h 113"/>
                  <a:gd name="T10" fmla="*/ 0 w 5467"/>
                  <a:gd name="T11" fmla="*/ 0 h 113"/>
                  <a:gd name="T12" fmla="*/ 0 w 5467"/>
                  <a:gd name="T13" fmla="*/ 0 h 113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5467"/>
                  <a:gd name="T22" fmla="*/ 0 h 113"/>
                  <a:gd name="T23" fmla="*/ 5467 w 5467"/>
                  <a:gd name="T24" fmla="*/ 113 h 113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5467" h="113">
                    <a:moveTo>
                      <a:pt x="0" y="0"/>
                    </a:moveTo>
                    <a:lnTo>
                      <a:pt x="0" y="57"/>
                    </a:lnTo>
                    <a:lnTo>
                      <a:pt x="0" y="113"/>
                    </a:lnTo>
                    <a:lnTo>
                      <a:pt x="5467" y="113"/>
                    </a:lnTo>
                    <a:lnTo>
                      <a:pt x="5467" y="57"/>
                    </a:lnTo>
                    <a:lnTo>
                      <a:pt x="5467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1179" name="Freeform 479">
                <a:extLst>
                  <a:ext uri="{FF2B5EF4-FFF2-40B4-BE49-F238E27FC236}">
                    <a16:creationId xmlns:a16="http://schemas.microsoft.com/office/drawing/2014/main" id="{CC6B307C-656E-BDD0-5FDC-187BA022CBB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026" y="3741"/>
                <a:ext cx="781" cy="16"/>
              </a:xfrm>
              <a:custGeom>
                <a:avLst/>
                <a:gdLst>
                  <a:gd name="T0" fmla="*/ 0 w 5467"/>
                  <a:gd name="T1" fmla="*/ 0 h 113"/>
                  <a:gd name="T2" fmla="*/ 0 w 5467"/>
                  <a:gd name="T3" fmla="*/ 0 h 113"/>
                  <a:gd name="T4" fmla="*/ 0 w 5467"/>
                  <a:gd name="T5" fmla="*/ 0 h 113"/>
                  <a:gd name="T6" fmla="*/ 0 w 5467"/>
                  <a:gd name="T7" fmla="*/ 0 h 113"/>
                  <a:gd name="T8" fmla="*/ 0 w 5467"/>
                  <a:gd name="T9" fmla="*/ 0 h 113"/>
                  <a:gd name="T10" fmla="*/ 0 w 5467"/>
                  <a:gd name="T11" fmla="*/ 0 h 113"/>
                  <a:gd name="T12" fmla="*/ 0 w 5467"/>
                  <a:gd name="T13" fmla="*/ 0 h 113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5467"/>
                  <a:gd name="T22" fmla="*/ 0 h 113"/>
                  <a:gd name="T23" fmla="*/ 5467 w 5467"/>
                  <a:gd name="T24" fmla="*/ 113 h 113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5467" h="113">
                    <a:moveTo>
                      <a:pt x="0" y="0"/>
                    </a:moveTo>
                    <a:lnTo>
                      <a:pt x="0" y="57"/>
                    </a:lnTo>
                    <a:lnTo>
                      <a:pt x="0" y="113"/>
                    </a:lnTo>
                    <a:lnTo>
                      <a:pt x="5467" y="113"/>
                    </a:lnTo>
                    <a:lnTo>
                      <a:pt x="5467" y="57"/>
                    </a:lnTo>
                    <a:lnTo>
                      <a:pt x="5467" y="0"/>
                    </a:lnTo>
                    <a:lnTo>
                      <a:pt x="0" y="0"/>
                    </a:lnTo>
                    <a:close/>
                  </a:path>
                </a:pathLst>
              </a:cu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1180" name="Freeform 480">
                <a:extLst>
                  <a:ext uri="{FF2B5EF4-FFF2-40B4-BE49-F238E27FC236}">
                    <a16:creationId xmlns:a16="http://schemas.microsoft.com/office/drawing/2014/main" id="{20D7584E-0AAA-8BA0-424F-37A46F82850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807" y="3741"/>
                <a:ext cx="9" cy="16"/>
              </a:xfrm>
              <a:custGeom>
                <a:avLst/>
                <a:gdLst>
                  <a:gd name="T0" fmla="*/ 0 w 57"/>
                  <a:gd name="T1" fmla="*/ 0 h 113"/>
                  <a:gd name="T2" fmla="*/ 0 w 57"/>
                  <a:gd name="T3" fmla="*/ 0 h 113"/>
                  <a:gd name="T4" fmla="*/ 0 w 57"/>
                  <a:gd name="T5" fmla="*/ 0 h 113"/>
                  <a:gd name="T6" fmla="*/ 0 w 57"/>
                  <a:gd name="T7" fmla="*/ 0 h 113"/>
                  <a:gd name="T8" fmla="*/ 0 w 57"/>
                  <a:gd name="T9" fmla="*/ 0 h 113"/>
                  <a:gd name="T10" fmla="*/ 0 w 57"/>
                  <a:gd name="T11" fmla="*/ 0 h 113"/>
                  <a:gd name="T12" fmla="*/ 0 w 57"/>
                  <a:gd name="T13" fmla="*/ 0 h 113"/>
                  <a:gd name="T14" fmla="*/ 0 w 57"/>
                  <a:gd name="T15" fmla="*/ 0 h 113"/>
                  <a:gd name="T16" fmla="*/ 0 w 57"/>
                  <a:gd name="T17" fmla="*/ 0 h 113"/>
                  <a:gd name="T18" fmla="*/ 0 w 57"/>
                  <a:gd name="T19" fmla="*/ 0 h 113"/>
                  <a:gd name="T20" fmla="*/ 0 w 57"/>
                  <a:gd name="T21" fmla="*/ 0 h 113"/>
                  <a:gd name="T22" fmla="*/ 0 w 57"/>
                  <a:gd name="T23" fmla="*/ 0 h 113"/>
                  <a:gd name="T24" fmla="*/ 0 w 57"/>
                  <a:gd name="T25" fmla="*/ 0 h 113"/>
                  <a:gd name="T26" fmla="*/ 0 w 57"/>
                  <a:gd name="T27" fmla="*/ 0 h 113"/>
                  <a:gd name="T28" fmla="*/ 0 w 57"/>
                  <a:gd name="T29" fmla="*/ 0 h 113"/>
                  <a:gd name="T30" fmla="*/ 0 w 57"/>
                  <a:gd name="T31" fmla="*/ 0 h 113"/>
                  <a:gd name="T32" fmla="*/ 0 w 57"/>
                  <a:gd name="T33" fmla="*/ 0 h 113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w 57"/>
                  <a:gd name="T52" fmla="*/ 0 h 113"/>
                  <a:gd name="T53" fmla="*/ 57 w 57"/>
                  <a:gd name="T54" fmla="*/ 113 h 113"/>
                </a:gdLst>
                <a:ahLst/>
                <a:cxnLst>
                  <a:cxn ang="T34">
                    <a:pos x="T0" y="T1"/>
                  </a:cxn>
                  <a:cxn ang="T35">
                    <a:pos x="T2" y="T3"/>
                  </a:cxn>
                  <a:cxn ang="T36">
                    <a:pos x="T4" y="T5"/>
                  </a:cxn>
                  <a:cxn ang="T37">
                    <a:pos x="T6" y="T7"/>
                  </a:cxn>
                  <a:cxn ang="T38">
                    <a:pos x="T8" y="T9"/>
                  </a:cxn>
                  <a:cxn ang="T39">
                    <a:pos x="T10" y="T11"/>
                  </a:cxn>
                  <a:cxn ang="T40">
                    <a:pos x="T12" y="T13"/>
                  </a:cxn>
                  <a:cxn ang="T41">
                    <a:pos x="T14" y="T15"/>
                  </a:cxn>
                  <a:cxn ang="T42">
                    <a:pos x="T16" y="T17"/>
                  </a:cxn>
                  <a:cxn ang="T43">
                    <a:pos x="T18" y="T19"/>
                  </a:cxn>
                  <a:cxn ang="T44">
                    <a:pos x="T20" y="T21"/>
                  </a:cxn>
                  <a:cxn ang="T45">
                    <a:pos x="T22" y="T23"/>
                  </a:cxn>
                  <a:cxn ang="T46">
                    <a:pos x="T24" y="T25"/>
                  </a:cxn>
                  <a:cxn ang="T47">
                    <a:pos x="T26" y="T27"/>
                  </a:cxn>
                  <a:cxn ang="T48">
                    <a:pos x="T28" y="T29"/>
                  </a:cxn>
                  <a:cxn ang="T49">
                    <a:pos x="T30" y="T31"/>
                  </a:cxn>
                  <a:cxn ang="T50">
                    <a:pos x="T32" y="T33"/>
                  </a:cxn>
                </a:cxnLst>
                <a:rect l="T51" t="T52" r="T53" b="T54"/>
                <a:pathLst>
                  <a:path w="57" h="113">
                    <a:moveTo>
                      <a:pt x="0" y="57"/>
                    </a:moveTo>
                    <a:lnTo>
                      <a:pt x="0" y="0"/>
                    </a:lnTo>
                    <a:lnTo>
                      <a:pt x="12" y="2"/>
                    </a:lnTo>
                    <a:lnTo>
                      <a:pt x="24" y="7"/>
                    </a:lnTo>
                    <a:lnTo>
                      <a:pt x="34" y="14"/>
                    </a:lnTo>
                    <a:lnTo>
                      <a:pt x="43" y="23"/>
                    </a:lnTo>
                    <a:lnTo>
                      <a:pt x="50" y="33"/>
                    </a:lnTo>
                    <a:lnTo>
                      <a:pt x="55" y="45"/>
                    </a:lnTo>
                    <a:lnTo>
                      <a:pt x="57" y="57"/>
                    </a:lnTo>
                    <a:lnTo>
                      <a:pt x="55" y="70"/>
                    </a:lnTo>
                    <a:lnTo>
                      <a:pt x="50" y="82"/>
                    </a:lnTo>
                    <a:lnTo>
                      <a:pt x="43" y="92"/>
                    </a:lnTo>
                    <a:lnTo>
                      <a:pt x="34" y="101"/>
                    </a:lnTo>
                    <a:lnTo>
                      <a:pt x="24" y="108"/>
                    </a:lnTo>
                    <a:lnTo>
                      <a:pt x="12" y="112"/>
                    </a:lnTo>
                    <a:lnTo>
                      <a:pt x="0" y="113"/>
                    </a:lnTo>
                    <a:lnTo>
                      <a:pt x="0" y="57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1181" name="Freeform 481">
                <a:extLst>
                  <a:ext uri="{FF2B5EF4-FFF2-40B4-BE49-F238E27FC236}">
                    <a16:creationId xmlns:a16="http://schemas.microsoft.com/office/drawing/2014/main" id="{12EDF998-C71D-3D95-E9AA-516BE4C3CDA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807" y="3741"/>
                <a:ext cx="9" cy="16"/>
              </a:xfrm>
              <a:custGeom>
                <a:avLst/>
                <a:gdLst>
                  <a:gd name="T0" fmla="*/ 0 w 57"/>
                  <a:gd name="T1" fmla="*/ 0 h 113"/>
                  <a:gd name="T2" fmla="*/ 0 w 57"/>
                  <a:gd name="T3" fmla="*/ 0 h 113"/>
                  <a:gd name="T4" fmla="*/ 0 w 57"/>
                  <a:gd name="T5" fmla="*/ 0 h 113"/>
                  <a:gd name="T6" fmla="*/ 0 w 57"/>
                  <a:gd name="T7" fmla="*/ 0 h 113"/>
                  <a:gd name="T8" fmla="*/ 0 w 57"/>
                  <a:gd name="T9" fmla="*/ 0 h 113"/>
                  <a:gd name="T10" fmla="*/ 0 w 57"/>
                  <a:gd name="T11" fmla="*/ 0 h 113"/>
                  <a:gd name="T12" fmla="*/ 0 w 57"/>
                  <a:gd name="T13" fmla="*/ 0 h 113"/>
                  <a:gd name="T14" fmla="*/ 0 w 57"/>
                  <a:gd name="T15" fmla="*/ 0 h 113"/>
                  <a:gd name="T16" fmla="*/ 0 w 57"/>
                  <a:gd name="T17" fmla="*/ 0 h 113"/>
                  <a:gd name="T18" fmla="*/ 0 w 57"/>
                  <a:gd name="T19" fmla="*/ 0 h 113"/>
                  <a:gd name="T20" fmla="*/ 0 w 57"/>
                  <a:gd name="T21" fmla="*/ 0 h 113"/>
                  <a:gd name="T22" fmla="*/ 0 w 57"/>
                  <a:gd name="T23" fmla="*/ 0 h 113"/>
                  <a:gd name="T24" fmla="*/ 0 w 57"/>
                  <a:gd name="T25" fmla="*/ 0 h 113"/>
                  <a:gd name="T26" fmla="*/ 0 w 57"/>
                  <a:gd name="T27" fmla="*/ 0 h 113"/>
                  <a:gd name="T28" fmla="*/ 0 w 57"/>
                  <a:gd name="T29" fmla="*/ 0 h 113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w 57"/>
                  <a:gd name="T46" fmla="*/ 0 h 113"/>
                  <a:gd name="T47" fmla="*/ 57 w 57"/>
                  <a:gd name="T48" fmla="*/ 113 h 113"/>
                </a:gdLst>
                <a:ahLst/>
                <a:cxnLst>
                  <a:cxn ang="T30">
                    <a:pos x="T0" y="T1"/>
                  </a:cxn>
                  <a:cxn ang="T31">
                    <a:pos x="T2" y="T3"/>
                  </a:cxn>
                  <a:cxn ang="T32">
                    <a:pos x="T4" y="T5"/>
                  </a:cxn>
                  <a:cxn ang="T33">
                    <a:pos x="T6" y="T7"/>
                  </a:cxn>
                  <a:cxn ang="T34">
                    <a:pos x="T8" y="T9"/>
                  </a:cxn>
                  <a:cxn ang="T35">
                    <a:pos x="T10" y="T11"/>
                  </a:cxn>
                  <a:cxn ang="T36">
                    <a:pos x="T12" y="T13"/>
                  </a:cxn>
                  <a:cxn ang="T37">
                    <a:pos x="T14" y="T15"/>
                  </a:cxn>
                  <a:cxn ang="T38">
                    <a:pos x="T16" y="T17"/>
                  </a:cxn>
                  <a:cxn ang="T39">
                    <a:pos x="T18" y="T19"/>
                  </a:cxn>
                  <a:cxn ang="T40">
                    <a:pos x="T20" y="T21"/>
                  </a:cxn>
                  <a:cxn ang="T41">
                    <a:pos x="T22" y="T23"/>
                  </a:cxn>
                  <a:cxn ang="T42">
                    <a:pos x="T24" y="T25"/>
                  </a:cxn>
                  <a:cxn ang="T43">
                    <a:pos x="T26" y="T27"/>
                  </a:cxn>
                  <a:cxn ang="T44">
                    <a:pos x="T28" y="T29"/>
                  </a:cxn>
                </a:cxnLst>
                <a:rect l="T45" t="T46" r="T47" b="T48"/>
                <a:pathLst>
                  <a:path w="57" h="113">
                    <a:moveTo>
                      <a:pt x="0" y="0"/>
                    </a:moveTo>
                    <a:lnTo>
                      <a:pt x="12" y="2"/>
                    </a:lnTo>
                    <a:lnTo>
                      <a:pt x="24" y="7"/>
                    </a:lnTo>
                    <a:lnTo>
                      <a:pt x="34" y="14"/>
                    </a:lnTo>
                    <a:lnTo>
                      <a:pt x="43" y="23"/>
                    </a:lnTo>
                    <a:lnTo>
                      <a:pt x="50" y="33"/>
                    </a:lnTo>
                    <a:lnTo>
                      <a:pt x="55" y="45"/>
                    </a:lnTo>
                    <a:lnTo>
                      <a:pt x="57" y="57"/>
                    </a:lnTo>
                    <a:lnTo>
                      <a:pt x="55" y="70"/>
                    </a:lnTo>
                    <a:lnTo>
                      <a:pt x="50" y="82"/>
                    </a:lnTo>
                    <a:lnTo>
                      <a:pt x="43" y="92"/>
                    </a:lnTo>
                    <a:lnTo>
                      <a:pt x="34" y="101"/>
                    </a:lnTo>
                    <a:lnTo>
                      <a:pt x="24" y="108"/>
                    </a:lnTo>
                    <a:lnTo>
                      <a:pt x="12" y="112"/>
                    </a:lnTo>
                    <a:lnTo>
                      <a:pt x="0" y="113"/>
                    </a:lnTo>
                  </a:path>
                </a:pathLst>
              </a:cu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1182" name="Freeform 482">
                <a:extLst>
                  <a:ext uri="{FF2B5EF4-FFF2-40B4-BE49-F238E27FC236}">
                    <a16:creationId xmlns:a16="http://schemas.microsoft.com/office/drawing/2014/main" id="{E6E1ECE1-5084-E322-8B32-8232D6EE203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799" y="3749"/>
                <a:ext cx="17" cy="8"/>
              </a:xfrm>
              <a:custGeom>
                <a:avLst/>
                <a:gdLst>
                  <a:gd name="T0" fmla="*/ 0 w 114"/>
                  <a:gd name="T1" fmla="*/ 0 h 56"/>
                  <a:gd name="T2" fmla="*/ 0 w 114"/>
                  <a:gd name="T3" fmla="*/ 0 h 56"/>
                  <a:gd name="T4" fmla="*/ 0 w 114"/>
                  <a:gd name="T5" fmla="*/ 0 h 56"/>
                  <a:gd name="T6" fmla="*/ 0 w 114"/>
                  <a:gd name="T7" fmla="*/ 0 h 56"/>
                  <a:gd name="T8" fmla="*/ 0 w 114"/>
                  <a:gd name="T9" fmla="*/ 0 h 56"/>
                  <a:gd name="T10" fmla="*/ 0 w 114"/>
                  <a:gd name="T11" fmla="*/ 0 h 56"/>
                  <a:gd name="T12" fmla="*/ 0 w 114"/>
                  <a:gd name="T13" fmla="*/ 0 h 56"/>
                  <a:gd name="T14" fmla="*/ 0 w 114"/>
                  <a:gd name="T15" fmla="*/ 0 h 56"/>
                  <a:gd name="T16" fmla="*/ 0 w 114"/>
                  <a:gd name="T17" fmla="*/ 0 h 56"/>
                  <a:gd name="T18" fmla="*/ 0 w 114"/>
                  <a:gd name="T19" fmla="*/ 0 h 56"/>
                  <a:gd name="T20" fmla="*/ 0 w 114"/>
                  <a:gd name="T21" fmla="*/ 0 h 56"/>
                  <a:gd name="T22" fmla="*/ 0 w 114"/>
                  <a:gd name="T23" fmla="*/ 0 h 56"/>
                  <a:gd name="T24" fmla="*/ 0 w 114"/>
                  <a:gd name="T25" fmla="*/ 0 h 56"/>
                  <a:gd name="T26" fmla="*/ 0 w 114"/>
                  <a:gd name="T27" fmla="*/ 0 h 56"/>
                  <a:gd name="T28" fmla="*/ 0 w 114"/>
                  <a:gd name="T29" fmla="*/ 0 h 56"/>
                  <a:gd name="T30" fmla="*/ 0 w 114"/>
                  <a:gd name="T31" fmla="*/ 0 h 56"/>
                  <a:gd name="T32" fmla="*/ 0 w 114"/>
                  <a:gd name="T33" fmla="*/ 0 h 5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w 114"/>
                  <a:gd name="T52" fmla="*/ 0 h 56"/>
                  <a:gd name="T53" fmla="*/ 114 w 114"/>
                  <a:gd name="T54" fmla="*/ 56 h 56"/>
                </a:gdLst>
                <a:ahLst/>
                <a:cxnLst>
                  <a:cxn ang="T34">
                    <a:pos x="T0" y="T1"/>
                  </a:cxn>
                  <a:cxn ang="T35">
                    <a:pos x="T2" y="T3"/>
                  </a:cxn>
                  <a:cxn ang="T36">
                    <a:pos x="T4" y="T5"/>
                  </a:cxn>
                  <a:cxn ang="T37">
                    <a:pos x="T6" y="T7"/>
                  </a:cxn>
                  <a:cxn ang="T38">
                    <a:pos x="T8" y="T9"/>
                  </a:cxn>
                  <a:cxn ang="T39">
                    <a:pos x="T10" y="T11"/>
                  </a:cxn>
                  <a:cxn ang="T40">
                    <a:pos x="T12" y="T13"/>
                  </a:cxn>
                  <a:cxn ang="T41">
                    <a:pos x="T14" y="T15"/>
                  </a:cxn>
                  <a:cxn ang="T42">
                    <a:pos x="T16" y="T17"/>
                  </a:cxn>
                  <a:cxn ang="T43">
                    <a:pos x="T18" y="T19"/>
                  </a:cxn>
                  <a:cxn ang="T44">
                    <a:pos x="T20" y="T21"/>
                  </a:cxn>
                  <a:cxn ang="T45">
                    <a:pos x="T22" y="T23"/>
                  </a:cxn>
                  <a:cxn ang="T46">
                    <a:pos x="T24" y="T25"/>
                  </a:cxn>
                  <a:cxn ang="T47">
                    <a:pos x="T26" y="T27"/>
                  </a:cxn>
                  <a:cxn ang="T48">
                    <a:pos x="T28" y="T29"/>
                  </a:cxn>
                  <a:cxn ang="T49">
                    <a:pos x="T30" y="T31"/>
                  </a:cxn>
                  <a:cxn ang="T50">
                    <a:pos x="T32" y="T33"/>
                  </a:cxn>
                </a:cxnLst>
                <a:rect l="T51" t="T52" r="T53" b="T54"/>
                <a:pathLst>
                  <a:path w="114" h="56">
                    <a:moveTo>
                      <a:pt x="57" y="0"/>
                    </a:moveTo>
                    <a:lnTo>
                      <a:pt x="114" y="0"/>
                    </a:lnTo>
                    <a:lnTo>
                      <a:pt x="112" y="13"/>
                    </a:lnTo>
                    <a:lnTo>
                      <a:pt x="107" y="25"/>
                    </a:lnTo>
                    <a:lnTo>
                      <a:pt x="100" y="35"/>
                    </a:lnTo>
                    <a:lnTo>
                      <a:pt x="91" y="44"/>
                    </a:lnTo>
                    <a:lnTo>
                      <a:pt x="81" y="51"/>
                    </a:lnTo>
                    <a:lnTo>
                      <a:pt x="69" y="55"/>
                    </a:lnTo>
                    <a:lnTo>
                      <a:pt x="57" y="56"/>
                    </a:lnTo>
                    <a:lnTo>
                      <a:pt x="44" y="55"/>
                    </a:lnTo>
                    <a:lnTo>
                      <a:pt x="32" y="51"/>
                    </a:lnTo>
                    <a:lnTo>
                      <a:pt x="22" y="44"/>
                    </a:lnTo>
                    <a:lnTo>
                      <a:pt x="13" y="35"/>
                    </a:lnTo>
                    <a:lnTo>
                      <a:pt x="6" y="25"/>
                    </a:lnTo>
                    <a:lnTo>
                      <a:pt x="2" y="13"/>
                    </a:lnTo>
                    <a:lnTo>
                      <a:pt x="0" y="0"/>
                    </a:lnTo>
                    <a:lnTo>
                      <a:pt x="57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1183" name="Freeform 483">
                <a:extLst>
                  <a:ext uri="{FF2B5EF4-FFF2-40B4-BE49-F238E27FC236}">
                    <a16:creationId xmlns:a16="http://schemas.microsoft.com/office/drawing/2014/main" id="{985F96CC-3175-068E-ECA3-7495BAA240C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799" y="3749"/>
                <a:ext cx="17" cy="8"/>
              </a:xfrm>
              <a:custGeom>
                <a:avLst/>
                <a:gdLst>
                  <a:gd name="T0" fmla="*/ 0 w 114"/>
                  <a:gd name="T1" fmla="*/ 0 h 56"/>
                  <a:gd name="T2" fmla="*/ 0 w 114"/>
                  <a:gd name="T3" fmla="*/ 0 h 56"/>
                  <a:gd name="T4" fmla="*/ 0 w 114"/>
                  <a:gd name="T5" fmla="*/ 0 h 56"/>
                  <a:gd name="T6" fmla="*/ 0 w 114"/>
                  <a:gd name="T7" fmla="*/ 0 h 56"/>
                  <a:gd name="T8" fmla="*/ 0 w 114"/>
                  <a:gd name="T9" fmla="*/ 0 h 56"/>
                  <a:gd name="T10" fmla="*/ 0 w 114"/>
                  <a:gd name="T11" fmla="*/ 0 h 56"/>
                  <a:gd name="T12" fmla="*/ 0 w 114"/>
                  <a:gd name="T13" fmla="*/ 0 h 56"/>
                  <a:gd name="T14" fmla="*/ 0 w 114"/>
                  <a:gd name="T15" fmla="*/ 0 h 56"/>
                  <a:gd name="T16" fmla="*/ 0 w 114"/>
                  <a:gd name="T17" fmla="*/ 0 h 56"/>
                  <a:gd name="T18" fmla="*/ 0 w 114"/>
                  <a:gd name="T19" fmla="*/ 0 h 56"/>
                  <a:gd name="T20" fmla="*/ 0 w 114"/>
                  <a:gd name="T21" fmla="*/ 0 h 56"/>
                  <a:gd name="T22" fmla="*/ 0 w 114"/>
                  <a:gd name="T23" fmla="*/ 0 h 56"/>
                  <a:gd name="T24" fmla="*/ 0 w 114"/>
                  <a:gd name="T25" fmla="*/ 0 h 56"/>
                  <a:gd name="T26" fmla="*/ 0 w 114"/>
                  <a:gd name="T27" fmla="*/ 0 h 56"/>
                  <a:gd name="T28" fmla="*/ 0 w 114"/>
                  <a:gd name="T29" fmla="*/ 0 h 5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w 114"/>
                  <a:gd name="T46" fmla="*/ 0 h 56"/>
                  <a:gd name="T47" fmla="*/ 114 w 114"/>
                  <a:gd name="T48" fmla="*/ 56 h 56"/>
                </a:gdLst>
                <a:ahLst/>
                <a:cxnLst>
                  <a:cxn ang="T30">
                    <a:pos x="T0" y="T1"/>
                  </a:cxn>
                  <a:cxn ang="T31">
                    <a:pos x="T2" y="T3"/>
                  </a:cxn>
                  <a:cxn ang="T32">
                    <a:pos x="T4" y="T5"/>
                  </a:cxn>
                  <a:cxn ang="T33">
                    <a:pos x="T6" y="T7"/>
                  </a:cxn>
                  <a:cxn ang="T34">
                    <a:pos x="T8" y="T9"/>
                  </a:cxn>
                  <a:cxn ang="T35">
                    <a:pos x="T10" y="T11"/>
                  </a:cxn>
                  <a:cxn ang="T36">
                    <a:pos x="T12" y="T13"/>
                  </a:cxn>
                  <a:cxn ang="T37">
                    <a:pos x="T14" y="T15"/>
                  </a:cxn>
                  <a:cxn ang="T38">
                    <a:pos x="T16" y="T17"/>
                  </a:cxn>
                  <a:cxn ang="T39">
                    <a:pos x="T18" y="T19"/>
                  </a:cxn>
                  <a:cxn ang="T40">
                    <a:pos x="T20" y="T21"/>
                  </a:cxn>
                  <a:cxn ang="T41">
                    <a:pos x="T22" y="T23"/>
                  </a:cxn>
                  <a:cxn ang="T42">
                    <a:pos x="T24" y="T25"/>
                  </a:cxn>
                  <a:cxn ang="T43">
                    <a:pos x="T26" y="T27"/>
                  </a:cxn>
                  <a:cxn ang="T44">
                    <a:pos x="T28" y="T29"/>
                  </a:cxn>
                </a:cxnLst>
                <a:rect l="T45" t="T46" r="T47" b="T48"/>
                <a:pathLst>
                  <a:path w="114" h="56">
                    <a:moveTo>
                      <a:pt x="114" y="0"/>
                    </a:moveTo>
                    <a:lnTo>
                      <a:pt x="112" y="13"/>
                    </a:lnTo>
                    <a:lnTo>
                      <a:pt x="107" y="25"/>
                    </a:lnTo>
                    <a:lnTo>
                      <a:pt x="100" y="35"/>
                    </a:lnTo>
                    <a:lnTo>
                      <a:pt x="91" y="44"/>
                    </a:lnTo>
                    <a:lnTo>
                      <a:pt x="81" y="51"/>
                    </a:lnTo>
                    <a:lnTo>
                      <a:pt x="69" y="55"/>
                    </a:lnTo>
                    <a:lnTo>
                      <a:pt x="57" y="56"/>
                    </a:lnTo>
                    <a:lnTo>
                      <a:pt x="44" y="55"/>
                    </a:lnTo>
                    <a:lnTo>
                      <a:pt x="32" y="51"/>
                    </a:lnTo>
                    <a:lnTo>
                      <a:pt x="22" y="44"/>
                    </a:lnTo>
                    <a:lnTo>
                      <a:pt x="13" y="35"/>
                    </a:lnTo>
                    <a:lnTo>
                      <a:pt x="6" y="25"/>
                    </a:lnTo>
                    <a:lnTo>
                      <a:pt x="2" y="13"/>
                    </a:lnTo>
                    <a:lnTo>
                      <a:pt x="0" y="0"/>
                    </a:lnTo>
                  </a:path>
                </a:pathLst>
              </a:cu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1184" name="Freeform 484">
                <a:extLst>
                  <a:ext uri="{FF2B5EF4-FFF2-40B4-BE49-F238E27FC236}">
                    <a16:creationId xmlns:a16="http://schemas.microsoft.com/office/drawing/2014/main" id="{A7A7718D-7CD8-E65C-F059-F90403C2400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799" y="2900"/>
                <a:ext cx="17" cy="849"/>
              </a:xfrm>
              <a:custGeom>
                <a:avLst/>
                <a:gdLst>
                  <a:gd name="T0" fmla="*/ 0 w 114"/>
                  <a:gd name="T1" fmla="*/ 0 h 5940"/>
                  <a:gd name="T2" fmla="*/ 0 w 114"/>
                  <a:gd name="T3" fmla="*/ 0 h 5940"/>
                  <a:gd name="T4" fmla="*/ 0 w 114"/>
                  <a:gd name="T5" fmla="*/ 0 h 5940"/>
                  <a:gd name="T6" fmla="*/ 0 w 114"/>
                  <a:gd name="T7" fmla="*/ 0 h 5940"/>
                  <a:gd name="T8" fmla="*/ 0 w 114"/>
                  <a:gd name="T9" fmla="*/ 0 h 5940"/>
                  <a:gd name="T10" fmla="*/ 0 w 114"/>
                  <a:gd name="T11" fmla="*/ 0 h 5940"/>
                  <a:gd name="T12" fmla="*/ 0 w 114"/>
                  <a:gd name="T13" fmla="*/ 0 h 5940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114"/>
                  <a:gd name="T22" fmla="*/ 0 h 5940"/>
                  <a:gd name="T23" fmla="*/ 114 w 114"/>
                  <a:gd name="T24" fmla="*/ 5940 h 5940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114" h="5940">
                    <a:moveTo>
                      <a:pt x="0" y="5940"/>
                    </a:moveTo>
                    <a:lnTo>
                      <a:pt x="57" y="5940"/>
                    </a:lnTo>
                    <a:lnTo>
                      <a:pt x="114" y="5940"/>
                    </a:lnTo>
                    <a:lnTo>
                      <a:pt x="114" y="0"/>
                    </a:lnTo>
                    <a:lnTo>
                      <a:pt x="57" y="0"/>
                    </a:lnTo>
                    <a:lnTo>
                      <a:pt x="0" y="0"/>
                    </a:lnTo>
                    <a:lnTo>
                      <a:pt x="0" y="594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1185" name="Freeform 485">
                <a:extLst>
                  <a:ext uri="{FF2B5EF4-FFF2-40B4-BE49-F238E27FC236}">
                    <a16:creationId xmlns:a16="http://schemas.microsoft.com/office/drawing/2014/main" id="{ECF7CEAA-D1EA-9B3A-7FDE-2A92DA34223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799" y="2900"/>
                <a:ext cx="17" cy="849"/>
              </a:xfrm>
              <a:custGeom>
                <a:avLst/>
                <a:gdLst>
                  <a:gd name="T0" fmla="*/ 0 w 114"/>
                  <a:gd name="T1" fmla="*/ 0 h 5940"/>
                  <a:gd name="T2" fmla="*/ 0 w 114"/>
                  <a:gd name="T3" fmla="*/ 0 h 5940"/>
                  <a:gd name="T4" fmla="*/ 0 w 114"/>
                  <a:gd name="T5" fmla="*/ 0 h 5940"/>
                  <a:gd name="T6" fmla="*/ 0 w 114"/>
                  <a:gd name="T7" fmla="*/ 0 h 5940"/>
                  <a:gd name="T8" fmla="*/ 0 w 114"/>
                  <a:gd name="T9" fmla="*/ 0 h 5940"/>
                  <a:gd name="T10" fmla="*/ 0 w 114"/>
                  <a:gd name="T11" fmla="*/ 0 h 5940"/>
                  <a:gd name="T12" fmla="*/ 0 w 114"/>
                  <a:gd name="T13" fmla="*/ 0 h 5940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114"/>
                  <a:gd name="T22" fmla="*/ 0 h 5940"/>
                  <a:gd name="T23" fmla="*/ 114 w 114"/>
                  <a:gd name="T24" fmla="*/ 5940 h 5940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114" h="5940">
                    <a:moveTo>
                      <a:pt x="0" y="5940"/>
                    </a:moveTo>
                    <a:lnTo>
                      <a:pt x="57" y="5940"/>
                    </a:lnTo>
                    <a:lnTo>
                      <a:pt x="114" y="5940"/>
                    </a:lnTo>
                    <a:lnTo>
                      <a:pt x="114" y="0"/>
                    </a:lnTo>
                    <a:lnTo>
                      <a:pt x="57" y="0"/>
                    </a:lnTo>
                    <a:lnTo>
                      <a:pt x="0" y="0"/>
                    </a:lnTo>
                    <a:lnTo>
                      <a:pt x="0" y="5940"/>
                    </a:lnTo>
                    <a:close/>
                  </a:path>
                </a:pathLst>
              </a:cu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1186" name="Freeform 486">
                <a:extLst>
                  <a:ext uri="{FF2B5EF4-FFF2-40B4-BE49-F238E27FC236}">
                    <a16:creationId xmlns:a16="http://schemas.microsoft.com/office/drawing/2014/main" id="{19C871E5-6B61-71A7-8C01-F4E4F95B963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799" y="2892"/>
                <a:ext cx="17" cy="8"/>
              </a:xfrm>
              <a:custGeom>
                <a:avLst/>
                <a:gdLst>
                  <a:gd name="T0" fmla="*/ 0 w 114"/>
                  <a:gd name="T1" fmla="*/ 0 h 57"/>
                  <a:gd name="T2" fmla="*/ 0 w 114"/>
                  <a:gd name="T3" fmla="*/ 0 h 57"/>
                  <a:gd name="T4" fmla="*/ 0 w 114"/>
                  <a:gd name="T5" fmla="*/ 0 h 57"/>
                  <a:gd name="T6" fmla="*/ 0 w 114"/>
                  <a:gd name="T7" fmla="*/ 0 h 57"/>
                  <a:gd name="T8" fmla="*/ 0 w 114"/>
                  <a:gd name="T9" fmla="*/ 0 h 57"/>
                  <a:gd name="T10" fmla="*/ 0 w 114"/>
                  <a:gd name="T11" fmla="*/ 0 h 57"/>
                  <a:gd name="T12" fmla="*/ 0 w 114"/>
                  <a:gd name="T13" fmla="*/ 0 h 57"/>
                  <a:gd name="T14" fmla="*/ 0 w 114"/>
                  <a:gd name="T15" fmla="*/ 0 h 57"/>
                  <a:gd name="T16" fmla="*/ 0 w 114"/>
                  <a:gd name="T17" fmla="*/ 0 h 57"/>
                  <a:gd name="T18" fmla="*/ 0 w 114"/>
                  <a:gd name="T19" fmla="*/ 0 h 57"/>
                  <a:gd name="T20" fmla="*/ 0 w 114"/>
                  <a:gd name="T21" fmla="*/ 0 h 57"/>
                  <a:gd name="T22" fmla="*/ 0 w 114"/>
                  <a:gd name="T23" fmla="*/ 0 h 57"/>
                  <a:gd name="T24" fmla="*/ 0 w 114"/>
                  <a:gd name="T25" fmla="*/ 0 h 57"/>
                  <a:gd name="T26" fmla="*/ 0 w 114"/>
                  <a:gd name="T27" fmla="*/ 0 h 57"/>
                  <a:gd name="T28" fmla="*/ 0 w 114"/>
                  <a:gd name="T29" fmla="*/ 0 h 57"/>
                  <a:gd name="T30" fmla="*/ 0 w 114"/>
                  <a:gd name="T31" fmla="*/ 0 h 57"/>
                  <a:gd name="T32" fmla="*/ 0 w 114"/>
                  <a:gd name="T33" fmla="*/ 0 h 57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w 114"/>
                  <a:gd name="T52" fmla="*/ 0 h 57"/>
                  <a:gd name="T53" fmla="*/ 114 w 114"/>
                  <a:gd name="T54" fmla="*/ 57 h 57"/>
                </a:gdLst>
                <a:ahLst/>
                <a:cxnLst>
                  <a:cxn ang="T34">
                    <a:pos x="T0" y="T1"/>
                  </a:cxn>
                  <a:cxn ang="T35">
                    <a:pos x="T2" y="T3"/>
                  </a:cxn>
                  <a:cxn ang="T36">
                    <a:pos x="T4" y="T5"/>
                  </a:cxn>
                  <a:cxn ang="T37">
                    <a:pos x="T6" y="T7"/>
                  </a:cxn>
                  <a:cxn ang="T38">
                    <a:pos x="T8" y="T9"/>
                  </a:cxn>
                  <a:cxn ang="T39">
                    <a:pos x="T10" y="T11"/>
                  </a:cxn>
                  <a:cxn ang="T40">
                    <a:pos x="T12" y="T13"/>
                  </a:cxn>
                  <a:cxn ang="T41">
                    <a:pos x="T14" y="T15"/>
                  </a:cxn>
                  <a:cxn ang="T42">
                    <a:pos x="T16" y="T17"/>
                  </a:cxn>
                  <a:cxn ang="T43">
                    <a:pos x="T18" y="T19"/>
                  </a:cxn>
                  <a:cxn ang="T44">
                    <a:pos x="T20" y="T21"/>
                  </a:cxn>
                  <a:cxn ang="T45">
                    <a:pos x="T22" y="T23"/>
                  </a:cxn>
                  <a:cxn ang="T46">
                    <a:pos x="T24" y="T25"/>
                  </a:cxn>
                  <a:cxn ang="T47">
                    <a:pos x="T26" y="T27"/>
                  </a:cxn>
                  <a:cxn ang="T48">
                    <a:pos x="T28" y="T29"/>
                  </a:cxn>
                  <a:cxn ang="T49">
                    <a:pos x="T30" y="T31"/>
                  </a:cxn>
                  <a:cxn ang="T50">
                    <a:pos x="T32" y="T33"/>
                  </a:cxn>
                </a:cxnLst>
                <a:rect l="T51" t="T52" r="T53" b="T54"/>
                <a:pathLst>
                  <a:path w="114" h="57">
                    <a:moveTo>
                      <a:pt x="57" y="57"/>
                    </a:moveTo>
                    <a:lnTo>
                      <a:pt x="0" y="57"/>
                    </a:lnTo>
                    <a:lnTo>
                      <a:pt x="2" y="44"/>
                    </a:lnTo>
                    <a:lnTo>
                      <a:pt x="6" y="32"/>
                    </a:lnTo>
                    <a:lnTo>
                      <a:pt x="13" y="22"/>
                    </a:lnTo>
                    <a:lnTo>
                      <a:pt x="22" y="13"/>
                    </a:lnTo>
                    <a:lnTo>
                      <a:pt x="32" y="6"/>
                    </a:lnTo>
                    <a:lnTo>
                      <a:pt x="44" y="2"/>
                    </a:lnTo>
                    <a:lnTo>
                      <a:pt x="57" y="0"/>
                    </a:lnTo>
                    <a:lnTo>
                      <a:pt x="69" y="2"/>
                    </a:lnTo>
                    <a:lnTo>
                      <a:pt x="81" y="6"/>
                    </a:lnTo>
                    <a:lnTo>
                      <a:pt x="91" y="13"/>
                    </a:lnTo>
                    <a:lnTo>
                      <a:pt x="100" y="22"/>
                    </a:lnTo>
                    <a:lnTo>
                      <a:pt x="107" y="32"/>
                    </a:lnTo>
                    <a:lnTo>
                      <a:pt x="112" y="44"/>
                    </a:lnTo>
                    <a:lnTo>
                      <a:pt x="114" y="57"/>
                    </a:lnTo>
                    <a:lnTo>
                      <a:pt x="57" y="57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1187" name="Freeform 487">
                <a:extLst>
                  <a:ext uri="{FF2B5EF4-FFF2-40B4-BE49-F238E27FC236}">
                    <a16:creationId xmlns:a16="http://schemas.microsoft.com/office/drawing/2014/main" id="{DD4088E1-9BBA-9763-D8EE-759A3C9EFAD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799" y="2892"/>
                <a:ext cx="17" cy="8"/>
              </a:xfrm>
              <a:custGeom>
                <a:avLst/>
                <a:gdLst>
                  <a:gd name="T0" fmla="*/ 0 w 114"/>
                  <a:gd name="T1" fmla="*/ 0 h 57"/>
                  <a:gd name="T2" fmla="*/ 0 w 114"/>
                  <a:gd name="T3" fmla="*/ 0 h 57"/>
                  <a:gd name="T4" fmla="*/ 0 w 114"/>
                  <a:gd name="T5" fmla="*/ 0 h 57"/>
                  <a:gd name="T6" fmla="*/ 0 w 114"/>
                  <a:gd name="T7" fmla="*/ 0 h 57"/>
                  <a:gd name="T8" fmla="*/ 0 w 114"/>
                  <a:gd name="T9" fmla="*/ 0 h 57"/>
                  <a:gd name="T10" fmla="*/ 0 w 114"/>
                  <a:gd name="T11" fmla="*/ 0 h 57"/>
                  <a:gd name="T12" fmla="*/ 0 w 114"/>
                  <a:gd name="T13" fmla="*/ 0 h 57"/>
                  <a:gd name="T14" fmla="*/ 0 w 114"/>
                  <a:gd name="T15" fmla="*/ 0 h 57"/>
                  <a:gd name="T16" fmla="*/ 0 w 114"/>
                  <a:gd name="T17" fmla="*/ 0 h 57"/>
                  <a:gd name="T18" fmla="*/ 0 w 114"/>
                  <a:gd name="T19" fmla="*/ 0 h 57"/>
                  <a:gd name="T20" fmla="*/ 0 w 114"/>
                  <a:gd name="T21" fmla="*/ 0 h 57"/>
                  <a:gd name="T22" fmla="*/ 0 w 114"/>
                  <a:gd name="T23" fmla="*/ 0 h 57"/>
                  <a:gd name="T24" fmla="*/ 0 w 114"/>
                  <a:gd name="T25" fmla="*/ 0 h 57"/>
                  <a:gd name="T26" fmla="*/ 0 w 114"/>
                  <a:gd name="T27" fmla="*/ 0 h 57"/>
                  <a:gd name="T28" fmla="*/ 0 w 114"/>
                  <a:gd name="T29" fmla="*/ 0 h 57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w 114"/>
                  <a:gd name="T46" fmla="*/ 0 h 57"/>
                  <a:gd name="T47" fmla="*/ 114 w 114"/>
                  <a:gd name="T48" fmla="*/ 57 h 57"/>
                </a:gdLst>
                <a:ahLst/>
                <a:cxnLst>
                  <a:cxn ang="T30">
                    <a:pos x="T0" y="T1"/>
                  </a:cxn>
                  <a:cxn ang="T31">
                    <a:pos x="T2" y="T3"/>
                  </a:cxn>
                  <a:cxn ang="T32">
                    <a:pos x="T4" y="T5"/>
                  </a:cxn>
                  <a:cxn ang="T33">
                    <a:pos x="T6" y="T7"/>
                  </a:cxn>
                  <a:cxn ang="T34">
                    <a:pos x="T8" y="T9"/>
                  </a:cxn>
                  <a:cxn ang="T35">
                    <a:pos x="T10" y="T11"/>
                  </a:cxn>
                  <a:cxn ang="T36">
                    <a:pos x="T12" y="T13"/>
                  </a:cxn>
                  <a:cxn ang="T37">
                    <a:pos x="T14" y="T15"/>
                  </a:cxn>
                  <a:cxn ang="T38">
                    <a:pos x="T16" y="T17"/>
                  </a:cxn>
                  <a:cxn ang="T39">
                    <a:pos x="T18" y="T19"/>
                  </a:cxn>
                  <a:cxn ang="T40">
                    <a:pos x="T20" y="T21"/>
                  </a:cxn>
                  <a:cxn ang="T41">
                    <a:pos x="T22" y="T23"/>
                  </a:cxn>
                  <a:cxn ang="T42">
                    <a:pos x="T24" y="T25"/>
                  </a:cxn>
                  <a:cxn ang="T43">
                    <a:pos x="T26" y="T27"/>
                  </a:cxn>
                  <a:cxn ang="T44">
                    <a:pos x="T28" y="T29"/>
                  </a:cxn>
                </a:cxnLst>
                <a:rect l="T45" t="T46" r="T47" b="T48"/>
                <a:pathLst>
                  <a:path w="114" h="57">
                    <a:moveTo>
                      <a:pt x="0" y="57"/>
                    </a:moveTo>
                    <a:lnTo>
                      <a:pt x="2" y="44"/>
                    </a:lnTo>
                    <a:lnTo>
                      <a:pt x="6" y="32"/>
                    </a:lnTo>
                    <a:lnTo>
                      <a:pt x="13" y="22"/>
                    </a:lnTo>
                    <a:lnTo>
                      <a:pt x="22" y="13"/>
                    </a:lnTo>
                    <a:lnTo>
                      <a:pt x="32" y="6"/>
                    </a:lnTo>
                    <a:lnTo>
                      <a:pt x="44" y="2"/>
                    </a:lnTo>
                    <a:lnTo>
                      <a:pt x="57" y="0"/>
                    </a:lnTo>
                    <a:lnTo>
                      <a:pt x="69" y="2"/>
                    </a:lnTo>
                    <a:lnTo>
                      <a:pt x="81" y="6"/>
                    </a:lnTo>
                    <a:lnTo>
                      <a:pt x="91" y="13"/>
                    </a:lnTo>
                    <a:lnTo>
                      <a:pt x="100" y="22"/>
                    </a:lnTo>
                    <a:lnTo>
                      <a:pt x="107" y="32"/>
                    </a:lnTo>
                    <a:lnTo>
                      <a:pt x="112" y="44"/>
                    </a:lnTo>
                    <a:lnTo>
                      <a:pt x="114" y="57"/>
                    </a:lnTo>
                  </a:path>
                </a:pathLst>
              </a:cu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1188" name="Freeform 488">
                <a:extLst>
                  <a:ext uri="{FF2B5EF4-FFF2-40B4-BE49-F238E27FC236}">
                    <a16:creationId xmlns:a16="http://schemas.microsoft.com/office/drawing/2014/main" id="{0C3992D1-0690-5CAE-D2CE-251DA79B8F8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807" y="2892"/>
                <a:ext cx="9" cy="16"/>
              </a:xfrm>
              <a:custGeom>
                <a:avLst/>
                <a:gdLst>
                  <a:gd name="T0" fmla="*/ 0 w 57"/>
                  <a:gd name="T1" fmla="*/ 0 h 113"/>
                  <a:gd name="T2" fmla="*/ 0 w 57"/>
                  <a:gd name="T3" fmla="*/ 0 h 113"/>
                  <a:gd name="T4" fmla="*/ 0 w 57"/>
                  <a:gd name="T5" fmla="*/ 0 h 113"/>
                  <a:gd name="T6" fmla="*/ 0 w 57"/>
                  <a:gd name="T7" fmla="*/ 0 h 113"/>
                  <a:gd name="T8" fmla="*/ 0 w 57"/>
                  <a:gd name="T9" fmla="*/ 0 h 113"/>
                  <a:gd name="T10" fmla="*/ 0 w 57"/>
                  <a:gd name="T11" fmla="*/ 0 h 113"/>
                  <a:gd name="T12" fmla="*/ 0 w 57"/>
                  <a:gd name="T13" fmla="*/ 0 h 113"/>
                  <a:gd name="T14" fmla="*/ 0 w 57"/>
                  <a:gd name="T15" fmla="*/ 0 h 113"/>
                  <a:gd name="T16" fmla="*/ 0 w 57"/>
                  <a:gd name="T17" fmla="*/ 0 h 113"/>
                  <a:gd name="T18" fmla="*/ 0 w 57"/>
                  <a:gd name="T19" fmla="*/ 0 h 113"/>
                  <a:gd name="T20" fmla="*/ 0 w 57"/>
                  <a:gd name="T21" fmla="*/ 0 h 113"/>
                  <a:gd name="T22" fmla="*/ 0 w 57"/>
                  <a:gd name="T23" fmla="*/ 0 h 113"/>
                  <a:gd name="T24" fmla="*/ 0 w 57"/>
                  <a:gd name="T25" fmla="*/ 0 h 113"/>
                  <a:gd name="T26" fmla="*/ 0 w 57"/>
                  <a:gd name="T27" fmla="*/ 0 h 113"/>
                  <a:gd name="T28" fmla="*/ 0 w 57"/>
                  <a:gd name="T29" fmla="*/ 0 h 113"/>
                  <a:gd name="T30" fmla="*/ 0 w 57"/>
                  <a:gd name="T31" fmla="*/ 0 h 113"/>
                  <a:gd name="T32" fmla="*/ 0 w 57"/>
                  <a:gd name="T33" fmla="*/ 0 h 113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w 57"/>
                  <a:gd name="T52" fmla="*/ 0 h 113"/>
                  <a:gd name="T53" fmla="*/ 57 w 57"/>
                  <a:gd name="T54" fmla="*/ 113 h 113"/>
                </a:gdLst>
                <a:ahLst/>
                <a:cxnLst>
                  <a:cxn ang="T34">
                    <a:pos x="T0" y="T1"/>
                  </a:cxn>
                  <a:cxn ang="T35">
                    <a:pos x="T2" y="T3"/>
                  </a:cxn>
                  <a:cxn ang="T36">
                    <a:pos x="T4" y="T5"/>
                  </a:cxn>
                  <a:cxn ang="T37">
                    <a:pos x="T6" y="T7"/>
                  </a:cxn>
                  <a:cxn ang="T38">
                    <a:pos x="T8" y="T9"/>
                  </a:cxn>
                  <a:cxn ang="T39">
                    <a:pos x="T10" y="T11"/>
                  </a:cxn>
                  <a:cxn ang="T40">
                    <a:pos x="T12" y="T13"/>
                  </a:cxn>
                  <a:cxn ang="T41">
                    <a:pos x="T14" y="T15"/>
                  </a:cxn>
                  <a:cxn ang="T42">
                    <a:pos x="T16" y="T17"/>
                  </a:cxn>
                  <a:cxn ang="T43">
                    <a:pos x="T18" y="T19"/>
                  </a:cxn>
                  <a:cxn ang="T44">
                    <a:pos x="T20" y="T21"/>
                  </a:cxn>
                  <a:cxn ang="T45">
                    <a:pos x="T22" y="T23"/>
                  </a:cxn>
                  <a:cxn ang="T46">
                    <a:pos x="T24" y="T25"/>
                  </a:cxn>
                  <a:cxn ang="T47">
                    <a:pos x="T26" y="T27"/>
                  </a:cxn>
                  <a:cxn ang="T48">
                    <a:pos x="T28" y="T29"/>
                  </a:cxn>
                  <a:cxn ang="T49">
                    <a:pos x="T30" y="T31"/>
                  </a:cxn>
                  <a:cxn ang="T50">
                    <a:pos x="T32" y="T33"/>
                  </a:cxn>
                </a:cxnLst>
                <a:rect l="T51" t="T52" r="T53" b="T54"/>
                <a:pathLst>
                  <a:path w="57" h="113">
                    <a:moveTo>
                      <a:pt x="0" y="57"/>
                    </a:moveTo>
                    <a:lnTo>
                      <a:pt x="0" y="0"/>
                    </a:lnTo>
                    <a:lnTo>
                      <a:pt x="12" y="2"/>
                    </a:lnTo>
                    <a:lnTo>
                      <a:pt x="24" y="6"/>
                    </a:lnTo>
                    <a:lnTo>
                      <a:pt x="34" y="13"/>
                    </a:lnTo>
                    <a:lnTo>
                      <a:pt x="43" y="22"/>
                    </a:lnTo>
                    <a:lnTo>
                      <a:pt x="50" y="32"/>
                    </a:lnTo>
                    <a:lnTo>
                      <a:pt x="55" y="44"/>
                    </a:lnTo>
                    <a:lnTo>
                      <a:pt x="57" y="57"/>
                    </a:lnTo>
                    <a:lnTo>
                      <a:pt x="55" y="69"/>
                    </a:lnTo>
                    <a:lnTo>
                      <a:pt x="50" y="81"/>
                    </a:lnTo>
                    <a:lnTo>
                      <a:pt x="43" y="92"/>
                    </a:lnTo>
                    <a:lnTo>
                      <a:pt x="34" y="101"/>
                    </a:lnTo>
                    <a:lnTo>
                      <a:pt x="24" y="107"/>
                    </a:lnTo>
                    <a:lnTo>
                      <a:pt x="12" y="112"/>
                    </a:lnTo>
                    <a:lnTo>
                      <a:pt x="0" y="113"/>
                    </a:lnTo>
                    <a:lnTo>
                      <a:pt x="0" y="57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1189" name="Freeform 489">
                <a:extLst>
                  <a:ext uri="{FF2B5EF4-FFF2-40B4-BE49-F238E27FC236}">
                    <a16:creationId xmlns:a16="http://schemas.microsoft.com/office/drawing/2014/main" id="{8F79486D-EE0E-7D39-BB37-4697C59F111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807" y="2892"/>
                <a:ext cx="9" cy="16"/>
              </a:xfrm>
              <a:custGeom>
                <a:avLst/>
                <a:gdLst>
                  <a:gd name="T0" fmla="*/ 0 w 57"/>
                  <a:gd name="T1" fmla="*/ 0 h 113"/>
                  <a:gd name="T2" fmla="*/ 0 w 57"/>
                  <a:gd name="T3" fmla="*/ 0 h 113"/>
                  <a:gd name="T4" fmla="*/ 0 w 57"/>
                  <a:gd name="T5" fmla="*/ 0 h 113"/>
                  <a:gd name="T6" fmla="*/ 0 w 57"/>
                  <a:gd name="T7" fmla="*/ 0 h 113"/>
                  <a:gd name="T8" fmla="*/ 0 w 57"/>
                  <a:gd name="T9" fmla="*/ 0 h 113"/>
                  <a:gd name="T10" fmla="*/ 0 w 57"/>
                  <a:gd name="T11" fmla="*/ 0 h 113"/>
                  <a:gd name="T12" fmla="*/ 0 w 57"/>
                  <a:gd name="T13" fmla="*/ 0 h 113"/>
                  <a:gd name="T14" fmla="*/ 0 w 57"/>
                  <a:gd name="T15" fmla="*/ 0 h 113"/>
                  <a:gd name="T16" fmla="*/ 0 w 57"/>
                  <a:gd name="T17" fmla="*/ 0 h 113"/>
                  <a:gd name="T18" fmla="*/ 0 w 57"/>
                  <a:gd name="T19" fmla="*/ 0 h 113"/>
                  <a:gd name="T20" fmla="*/ 0 w 57"/>
                  <a:gd name="T21" fmla="*/ 0 h 113"/>
                  <a:gd name="T22" fmla="*/ 0 w 57"/>
                  <a:gd name="T23" fmla="*/ 0 h 113"/>
                  <a:gd name="T24" fmla="*/ 0 w 57"/>
                  <a:gd name="T25" fmla="*/ 0 h 113"/>
                  <a:gd name="T26" fmla="*/ 0 w 57"/>
                  <a:gd name="T27" fmla="*/ 0 h 113"/>
                  <a:gd name="T28" fmla="*/ 0 w 57"/>
                  <a:gd name="T29" fmla="*/ 0 h 113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w 57"/>
                  <a:gd name="T46" fmla="*/ 0 h 113"/>
                  <a:gd name="T47" fmla="*/ 57 w 57"/>
                  <a:gd name="T48" fmla="*/ 113 h 113"/>
                </a:gdLst>
                <a:ahLst/>
                <a:cxnLst>
                  <a:cxn ang="T30">
                    <a:pos x="T0" y="T1"/>
                  </a:cxn>
                  <a:cxn ang="T31">
                    <a:pos x="T2" y="T3"/>
                  </a:cxn>
                  <a:cxn ang="T32">
                    <a:pos x="T4" y="T5"/>
                  </a:cxn>
                  <a:cxn ang="T33">
                    <a:pos x="T6" y="T7"/>
                  </a:cxn>
                  <a:cxn ang="T34">
                    <a:pos x="T8" y="T9"/>
                  </a:cxn>
                  <a:cxn ang="T35">
                    <a:pos x="T10" y="T11"/>
                  </a:cxn>
                  <a:cxn ang="T36">
                    <a:pos x="T12" y="T13"/>
                  </a:cxn>
                  <a:cxn ang="T37">
                    <a:pos x="T14" y="T15"/>
                  </a:cxn>
                  <a:cxn ang="T38">
                    <a:pos x="T16" y="T17"/>
                  </a:cxn>
                  <a:cxn ang="T39">
                    <a:pos x="T18" y="T19"/>
                  </a:cxn>
                  <a:cxn ang="T40">
                    <a:pos x="T20" y="T21"/>
                  </a:cxn>
                  <a:cxn ang="T41">
                    <a:pos x="T22" y="T23"/>
                  </a:cxn>
                  <a:cxn ang="T42">
                    <a:pos x="T24" y="T25"/>
                  </a:cxn>
                  <a:cxn ang="T43">
                    <a:pos x="T26" y="T27"/>
                  </a:cxn>
                  <a:cxn ang="T44">
                    <a:pos x="T28" y="T29"/>
                  </a:cxn>
                </a:cxnLst>
                <a:rect l="T45" t="T46" r="T47" b="T48"/>
                <a:pathLst>
                  <a:path w="57" h="113">
                    <a:moveTo>
                      <a:pt x="0" y="0"/>
                    </a:moveTo>
                    <a:lnTo>
                      <a:pt x="12" y="2"/>
                    </a:lnTo>
                    <a:lnTo>
                      <a:pt x="24" y="6"/>
                    </a:lnTo>
                    <a:lnTo>
                      <a:pt x="34" y="13"/>
                    </a:lnTo>
                    <a:lnTo>
                      <a:pt x="43" y="22"/>
                    </a:lnTo>
                    <a:lnTo>
                      <a:pt x="50" y="32"/>
                    </a:lnTo>
                    <a:lnTo>
                      <a:pt x="55" y="44"/>
                    </a:lnTo>
                    <a:lnTo>
                      <a:pt x="57" y="57"/>
                    </a:lnTo>
                    <a:lnTo>
                      <a:pt x="55" y="69"/>
                    </a:lnTo>
                    <a:lnTo>
                      <a:pt x="50" y="81"/>
                    </a:lnTo>
                    <a:lnTo>
                      <a:pt x="43" y="92"/>
                    </a:lnTo>
                    <a:lnTo>
                      <a:pt x="34" y="101"/>
                    </a:lnTo>
                    <a:lnTo>
                      <a:pt x="24" y="107"/>
                    </a:lnTo>
                    <a:lnTo>
                      <a:pt x="12" y="112"/>
                    </a:lnTo>
                    <a:lnTo>
                      <a:pt x="0" y="113"/>
                    </a:lnTo>
                  </a:path>
                </a:pathLst>
              </a:cu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1190" name="Freeform 490">
                <a:extLst>
                  <a:ext uri="{FF2B5EF4-FFF2-40B4-BE49-F238E27FC236}">
                    <a16:creationId xmlns:a16="http://schemas.microsoft.com/office/drawing/2014/main" id="{5D32335E-3065-0046-F2DF-806041612D7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026" y="2892"/>
                <a:ext cx="781" cy="16"/>
              </a:xfrm>
              <a:custGeom>
                <a:avLst/>
                <a:gdLst>
                  <a:gd name="T0" fmla="*/ 0 w 5467"/>
                  <a:gd name="T1" fmla="*/ 0 h 113"/>
                  <a:gd name="T2" fmla="*/ 0 w 5467"/>
                  <a:gd name="T3" fmla="*/ 0 h 113"/>
                  <a:gd name="T4" fmla="*/ 0 w 5467"/>
                  <a:gd name="T5" fmla="*/ 0 h 113"/>
                  <a:gd name="T6" fmla="*/ 0 w 5467"/>
                  <a:gd name="T7" fmla="*/ 0 h 113"/>
                  <a:gd name="T8" fmla="*/ 0 w 5467"/>
                  <a:gd name="T9" fmla="*/ 0 h 113"/>
                  <a:gd name="T10" fmla="*/ 0 w 5467"/>
                  <a:gd name="T11" fmla="*/ 0 h 113"/>
                  <a:gd name="T12" fmla="*/ 0 w 5467"/>
                  <a:gd name="T13" fmla="*/ 0 h 113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5467"/>
                  <a:gd name="T22" fmla="*/ 0 h 113"/>
                  <a:gd name="T23" fmla="*/ 5467 w 5467"/>
                  <a:gd name="T24" fmla="*/ 113 h 113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5467" h="113">
                    <a:moveTo>
                      <a:pt x="5467" y="113"/>
                    </a:moveTo>
                    <a:lnTo>
                      <a:pt x="5467" y="57"/>
                    </a:lnTo>
                    <a:lnTo>
                      <a:pt x="5467" y="0"/>
                    </a:lnTo>
                    <a:lnTo>
                      <a:pt x="0" y="0"/>
                    </a:lnTo>
                    <a:lnTo>
                      <a:pt x="0" y="57"/>
                    </a:lnTo>
                    <a:lnTo>
                      <a:pt x="0" y="113"/>
                    </a:lnTo>
                    <a:lnTo>
                      <a:pt x="5467" y="113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1191" name="Freeform 491">
                <a:extLst>
                  <a:ext uri="{FF2B5EF4-FFF2-40B4-BE49-F238E27FC236}">
                    <a16:creationId xmlns:a16="http://schemas.microsoft.com/office/drawing/2014/main" id="{9B53E427-6BF0-3FB8-CEB6-D00988803A4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026" y="2892"/>
                <a:ext cx="781" cy="16"/>
              </a:xfrm>
              <a:custGeom>
                <a:avLst/>
                <a:gdLst>
                  <a:gd name="T0" fmla="*/ 0 w 5467"/>
                  <a:gd name="T1" fmla="*/ 0 h 113"/>
                  <a:gd name="T2" fmla="*/ 0 w 5467"/>
                  <a:gd name="T3" fmla="*/ 0 h 113"/>
                  <a:gd name="T4" fmla="*/ 0 w 5467"/>
                  <a:gd name="T5" fmla="*/ 0 h 113"/>
                  <a:gd name="T6" fmla="*/ 0 w 5467"/>
                  <a:gd name="T7" fmla="*/ 0 h 113"/>
                  <a:gd name="T8" fmla="*/ 0 w 5467"/>
                  <a:gd name="T9" fmla="*/ 0 h 113"/>
                  <a:gd name="T10" fmla="*/ 0 w 5467"/>
                  <a:gd name="T11" fmla="*/ 0 h 113"/>
                  <a:gd name="T12" fmla="*/ 0 w 5467"/>
                  <a:gd name="T13" fmla="*/ 0 h 113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5467"/>
                  <a:gd name="T22" fmla="*/ 0 h 113"/>
                  <a:gd name="T23" fmla="*/ 5467 w 5467"/>
                  <a:gd name="T24" fmla="*/ 113 h 113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5467" h="113">
                    <a:moveTo>
                      <a:pt x="5467" y="113"/>
                    </a:moveTo>
                    <a:lnTo>
                      <a:pt x="5467" y="57"/>
                    </a:lnTo>
                    <a:lnTo>
                      <a:pt x="5467" y="0"/>
                    </a:lnTo>
                    <a:lnTo>
                      <a:pt x="0" y="0"/>
                    </a:lnTo>
                    <a:lnTo>
                      <a:pt x="0" y="57"/>
                    </a:lnTo>
                    <a:lnTo>
                      <a:pt x="0" y="113"/>
                    </a:lnTo>
                    <a:lnTo>
                      <a:pt x="5467" y="113"/>
                    </a:lnTo>
                    <a:close/>
                  </a:path>
                </a:pathLst>
              </a:cu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1192" name="Freeform 492">
                <a:extLst>
                  <a:ext uri="{FF2B5EF4-FFF2-40B4-BE49-F238E27FC236}">
                    <a16:creationId xmlns:a16="http://schemas.microsoft.com/office/drawing/2014/main" id="{CAC3B05A-1BEE-7F27-1E1C-BBE40E5622E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018" y="2892"/>
                <a:ext cx="8" cy="16"/>
              </a:xfrm>
              <a:custGeom>
                <a:avLst/>
                <a:gdLst>
                  <a:gd name="T0" fmla="*/ 0 w 56"/>
                  <a:gd name="T1" fmla="*/ 0 h 113"/>
                  <a:gd name="T2" fmla="*/ 0 w 56"/>
                  <a:gd name="T3" fmla="*/ 0 h 113"/>
                  <a:gd name="T4" fmla="*/ 0 w 56"/>
                  <a:gd name="T5" fmla="*/ 0 h 113"/>
                  <a:gd name="T6" fmla="*/ 0 w 56"/>
                  <a:gd name="T7" fmla="*/ 0 h 113"/>
                  <a:gd name="T8" fmla="*/ 0 w 56"/>
                  <a:gd name="T9" fmla="*/ 0 h 113"/>
                  <a:gd name="T10" fmla="*/ 0 w 56"/>
                  <a:gd name="T11" fmla="*/ 0 h 113"/>
                  <a:gd name="T12" fmla="*/ 0 w 56"/>
                  <a:gd name="T13" fmla="*/ 0 h 113"/>
                  <a:gd name="T14" fmla="*/ 0 w 56"/>
                  <a:gd name="T15" fmla="*/ 0 h 113"/>
                  <a:gd name="T16" fmla="*/ 0 w 56"/>
                  <a:gd name="T17" fmla="*/ 0 h 113"/>
                  <a:gd name="T18" fmla="*/ 0 w 56"/>
                  <a:gd name="T19" fmla="*/ 0 h 113"/>
                  <a:gd name="T20" fmla="*/ 0 w 56"/>
                  <a:gd name="T21" fmla="*/ 0 h 113"/>
                  <a:gd name="T22" fmla="*/ 0 w 56"/>
                  <a:gd name="T23" fmla="*/ 0 h 113"/>
                  <a:gd name="T24" fmla="*/ 0 w 56"/>
                  <a:gd name="T25" fmla="*/ 0 h 113"/>
                  <a:gd name="T26" fmla="*/ 0 w 56"/>
                  <a:gd name="T27" fmla="*/ 0 h 113"/>
                  <a:gd name="T28" fmla="*/ 0 w 56"/>
                  <a:gd name="T29" fmla="*/ 0 h 113"/>
                  <a:gd name="T30" fmla="*/ 0 w 56"/>
                  <a:gd name="T31" fmla="*/ 0 h 113"/>
                  <a:gd name="T32" fmla="*/ 0 w 56"/>
                  <a:gd name="T33" fmla="*/ 0 h 113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w 56"/>
                  <a:gd name="T52" fmla="*/ 0 h 113"/>
                  <a:gd name="T53" fmla="*/ 56 w 56"/>
                  <a:gd name="T54" fmla="*/ 113 h 113"/>
                </a:gdLst>
                <a:ahLst/>
                <a:cxnLst>
                  <a:cxn ang="T34">
                    <a:pos x="T0" y="T1"/>
                  </a:cxn>
                  <a:cxn ang="T35">
                    <a:pos x="T2" y="T3"/>
                  </a:cxn>
                  <a:cxn ang="T36">
                    <a:pos x="T4" y="T5"/>
                  </a:cxn>
                  <a:cxn ang="T37">
                    <a:pos x="T6" y="T7"/>
                  </a:cxn>
                  <a:cxn ang="T38">
                    <a:pos x="T8" y="T9"/>
                  </a:cxn>
                  <a:cxn ang="T39">
                    <a:pos x="T10" y="T11"/>
                  </a:cxn>
                  <a:cxn ang="T40">
                    <a:pos x="T12" y="T13"/>
                  </a:cxn>
                  <a:cxn ang="T41">
                    <a:pos x="T14" y="T15"/>
                  </a:cxn>
                  <a:cxn ang="T42">
                    <a:pos x="T16" y="T17"/>
                  </a:cxn>
                  <a:cxn ang="T43">
                    <a:pos x="T18" y="T19"/>
                  </a:cxn>
                  <a:cxn ang="T44">
                    <a:pos x="T20" y="T21"/>
                  </a:cxn>
                  <a:cxn ang="T45">
                    <a:pos x="T22" y="T23"/>
                  </a:cxn>
                  <a:cxn ang="T46">
                    <a:pos x="T24" y="T25"/>
                  </a:cxn>
                  <a:cxn ang="T47">
                    <a:pos x="T26" y="T27"/>
                  </a:cxn>
                  <a:cxn ang="T48">
                    <a:pos x="T28" y="T29"/>
                  </a:cxn>
                  <a:cxn ang="T49">
                    <a:pos x="T30" y="T31"/>
                  </a:cxn>
                  <a:cxn ang="T50">
                    <a:pos x="T32" y="T33"/>
                  </a:cxn>
                </a:cxnLst>
                <a:rect l="T51" t="T52" r="T53" b="T54"/>
                <a:pathLst>
                  <a:path w="56" h="113">
                    <a:moveTo>
                      <a:pt x="56" y="57"/>
                    </a:moveTo>
                    <a:lnTo>
                      <a:pt x="56" y="113"/>
                    </a:lnTo>
                    <a:lnTo>
                      <a:pt x="44" y="112"/>
                    </a:lnTo>
                    <a:lnTo>
                      <a:pt x="31" y="107"/>
                    </a:lnTo>
                    <a:lnTo>
                      <a:pt x="21" y="101"/>
                    </a:lnTo>
                    <a:lnTo>
                      <a:pt x="12" y="92"/>
                    </a:lnTo>
                    <a:lnTo>
                      <a:pt x="5" y="81"/>
                    </a:lnTo>
                    <a:lnTo>
                      <a:pt x="1" y="69"/>
                    </a:lnTo>
                    <a:lnTo>
                      <a:pt x="0" y="57"/>
                    </a:lnTo>
                    <a:lnTo>
                      <a:pt x="1" y="44"/>
                    </a:lnTo>
                    <a:lnTo>
                      <a:pt x="5" y="32"/>
                    </a:lnTo>
                    <a:lnTo>
                      <a:pt x="12" y="22"/>
                    </a:lnTo>
                    <a:lnTo>
                      <a:pt x="21" y="13"/>
                    </a:lnTo>
                    <a:lnTo>
                      <a:pt x="31" y="6"/>
                    </a:lnTo>
                    <a:lnTo>
                      <a:pt x="44" y="2"/>
                    </a:lnTo>
                    <a:lnTo>
                      <a:pt x="56" y="0"/>
                    </a:lnTo>
                    <a:lnTo>
                      <a:pt x="56" y="57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1193" name="Freeform 493">
                <a:extLst>
                  <a:ext uri="{FF2B5EF4-FFF2-40B4-BE49-F238E27FC236}">
                    <a16:creationId xmlns:a16="http://schemas.microsoft.com/office/drawing/2014/main" id="{4B6CA75A-AF6D-BE39-D88E-109CB670E45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018" y="2892"/>
                <a:ext cx="8" cy="16"/>
              </a:xfrm>
              <a:custGeom>
                <a:avLst/>
                <a:gdLst>
                  <a:gd name="T0" fmla="*/ 0 w 56"/>
                  <a:gd name="T1" fmla="*/ 0 h 113"/>
                  <a:gd name="T2" fmla="*/ 0 w 56"/>
                  <a:gd name="T3" fmla="*/ 0 h 113"/>
                  <a:gd name="T4" fmla="*/ 0 w 56"/>
                  <a:gd name="T5" fmla="*/ 0 h 113"/>
                  <a:gd name="T6" fmla="*/ 0 w 56"/>
                  <a:gd name="T7" fmla="*/ 0 h 113"/>
                  <a:gd name="T8" fmla="*/ 0 w 56"/>
                  <a:gd name="T9" fmla="*/ 0 h 113"/>
                  <a:gd name="T10" fmla="*/ 0 w 56"/>
                  <a:gd name="T11" fmla="*/ 0 h 113"/>
                  <a:gd name="T12" fmla="*/ 0 w 56"/>
                  <a:gd name="T13" fmla="*/ 0 h 113"/>
                  <a:gd name="T14" fmla="*/ 0 w 56"/>
                  <a:gd name="T15" fmla="*/ 0 h 113"/>
                  <a:gd name="T16" fmla="*/ 0 w 56"/>
                  <a:gd name="T17" fmla="*/ 0 h 113"/>
                  <a:gd name="T18" fmla="*/ 0 w 56"/>
                  <a:gd name="T19" fmla="*/ 0 h 113"/>
                  <a:gd name="T20" fmla="*/ 0 w 56"/>
                  <a:gd name="T21" fmla="*/ 0 h 113"/>
                  <a:gd name="T22" fmla="*/ 0 w 56"/>
                  <a:gd name="T23" fmla="*/ 0 h 113"/>
                  <a:gd name="T24" fmla="*/ 0 w 56"/>
                  <a:gd name="T25" fmla="*/ 0 h 113"/>
                  <a:gd name="T26" fmla="*/ 0 w 56"/>
                  <a:gd name="T27" fmla="*/ 0 h 113"/>
                  <a:gd name="T28" fmla="*/ 0 w 56"/>
                  <a:gd name="T29" fmla="*/ 0 h 113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w 56"/>
                  <a:gd name="T46" fmla="*/ 0 h 113"/>
                  <a:gd name="T47" fmla="*/ 56 w 56"/>
                  <a:gd name="T48" fmla="*/ 113 h 113"/>
                </a:gdLst>
                <a:ahLst/>
                <a:cxnLst>
                  <a:cxn ang="T30">
                    <a:pos x="T0" y="T1"/>
                  </a:cxn>
                  <a:cxn ang="T31">
                    <a:pos x="T2" y="T3"/>
                  </a:cxn>
                  <a:cxn ang="T32">
                    <a:pos x="T4" y="T5"/>
                  </a:cxn>
                  <a:cxn ang="T33">
                    <a:pos x="T6" y="T7"/>
                  </a:cxn>
                  <a:cxn ang="T34">
                    <a:pos x="T8" y="T9"/>
                  </a:cxn>
                  <a:cxn ang="T35">
                    <a:pos x="T10" y="T11"/>
                  </a:cxn>
                  <a:cxn ang="T36">
                    <a:pos x="T12" y="T13"/>
                  </a:cxn>
                  <a:cxn ang="T37">
                    <a:pos x="T14" y="T15"/>
                  </a:cxn>
                  <a:cxn ang="T38">
                    <a:pos x="T16" y="T17"/>
                  </a:cxn>
                  <a:cxn ang="T39">
                    <a:pos x="T18" y="T19"/>
                  </a:cxn>
                  <a:cxn ang="T40">
                    <a:pos x="T20" y="T21"/>
                  </a:cxn>
                  <a:cxn ang="T41">
                    <a:pos x="T22" y="T23"/>
                  </a:cxn>
                  <a:cxn ang="T42">
                    <a:pos x="T24" y="T25"/>
                  </a:cxn>
                  <a:cxn ang="T43">
                    <a:pos x="T26" y="T27"/>
                  </a:cxn>
                  <a:cxn ang="T44">
                    <a:pos x="T28" y="T29"/>
                  </a:cxn>
                </a:cxnLst>
                <a:rect l="T45" t="T46" r="T47" b="T48"/>
                <a:pathLst>
                  <a:path w="56" h="113">
                    <a:moveTo>
                      <a:pt x="56" y="113"/>
                    </a:moveTo>
                    <a:lnTo>
                      <a:pt x="44" y="112"/>
                    </a:lnTo>
                    <a:lnTo>
                      <a:pt x="31" y="107"/>
                    </a:lnTo>
                    <a:lnTo>
                      <a:pt x="21" y="101"/>
                    </a:lnTo>
                    <a:lnTo>
                      <a:pt x="12" y="92"/>
                    </a:lnTo>
                    <a:lnTo>
                      <a:pt x="5" y="81"/>
                    </a:lnTo>
                    <a:lnTo>
                      <a:pt x="1" y="69"/>
                    </a:lnTo>
                    <a:lnTo>
                      <a:pt x="0" y="57"/>
                    </a:lnTo>
                    <a:lnTo>
                      <a:pt x="1" y="44"/>
                    </a:lnTo>
                    <a:lnTo>
                      <a:pt x="5" y="32"/>
                    </a:lnTo>
                    <a:lnTo>
                      <a:pt x="12" y="22"/>
                    </a:lnTo>
                    <a:lnTo>
                      <a:pt x="21" y="13"/>
                    </a:lnTo>
                    <a:lnTo>
                      <a:pt x="31" y="6"/>
                    </a:lnTo>
                    <a:lnTo>
                      <a:pt x="44" y="2"/>
                    </a:lnTo>
                    <a:lnTo>
                      <a:pt x="56" y="0"/>
                    </a:lnTo>
                  </a:path>
                </a:pathLst>
              </a:cu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1194" name="Freeform 494">
                <a:extLst>
                  <a:ext uri="{FF2B5EF4-FFF2-40B4-BE49-F238E27FC236}">
                    <a16:creationId xmlns:a16="http://schemas.microsoft.com/office/drawing/2014/main" id="{54D6A103-0E20-0C75-9211-E42D3761723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018" y="2892"/>
                <a:ext cx="17" cy="8"/>
              </a:xfrm>
              <a:custGeom>
                <a:avLst/>
                <a:gdLst>
                  <a:gd name="T0" fmla="*/ 0 w 113"/>
                  <a:gd name="T1" fmla="*/ 0 h 57"/>
                  <a:gd name="T2" fmla="*/ 0 w 113"/>
                  <a:gd name="T3" fmla="*/ 0 h 57"/>
                  <a:gd name="T4" fmla="*/ 0 w 113"/>
                  <a:gd name="T5" fmla="*/ 0 h 57"/>
                  <a:gd name="T6" fmla="*/ 0 w 113"/>
                  <a:gd name="T7" fmla="*/ 0 h 57"/>
                  <a:gd name="T8" fmla="*/ 0 w 113"/>
                  <a:gd name="T9" fmla="*/ 0 h 57"/>
                  <a:gd name="T10" fmla="*/ 0 w 113"/>
                  <a:gd name="T11" fmla="*/ 0 h 57"/>
                  <a:gd name="T12" fmla="*/ 0 w 113"/>
                  <a:gd name="T13" fmla="*/ 0 h 57"/>
                  <a:gd name="T14" fmla="*/ 0 w 113"/>
                  <a:gd name="T15" fmla="*/ 0 h 57"/>
                  <a:gd name="T16" fmla="*/ 0 w 113"/>
                  <a:gd name="T17" fmla="*/ 0 h 57"/>
                  <a:gd name="T18" fmla="*/ 0 w 113"/>
                  <a:gd name="T19" fmla="*/ 0 h 57"/>
                  <a:gd name="T20" fmla="*/ 0 w 113"/>
                  <a:gd name="T21" fmla="*/ 0 h 57"/>
                  <a:gd name="T22" fmla="*/ 0 w 113"/>
                  <a:gd name="T23" fmla="*/ 0 h 57"/>
                  <a:gd name="T24" fmla="*/ 0 w 113"/>
                  <a:gd name="T25" fmla="*/ 0 h 57"/>
                  <a:gd name="T26" fmla="*/ 0 w 113"/>
                  <a:gd name="T27" fmla="*/ 0 h 57"/>
                  <a:gd name="T28" fmla="*/ 0 w 113"/>
                  <a:gd name="T29" fmla="*/ 0 h 57"/>
                  <a:gd name="T30" fmla="*/ 0 w 113"/>
                  <a:gd name="T31" fmla="*/ 0 h 57"/>
                  <a:gd name="T32" fmla="*/ 0 w 113"/>
                  <a:gd name="T33" fmla="*/ 0 h 57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w 113"/>
                  <a:gd name="T52" fmla="*/ 0 h 57"/>
                  <a:gd name="T53" fmla="*/ 113 w 113"/>
                  <a:gd name="T54" fmla="*/ 57 h 57"/>
                </a:gdLst>
                <a:ahLst/>
                <a:cxnLst>
                  <a:cxn ang="T34">
                    <a:pos x="T0" y="T1"/>
                  </a:cxn>
                  <a:cxn ang="T35">
                    <a:pos x="T2" y="T3"/>
                  </a:cxn>
                  <a:cxn ang="T36">
                    <a:pos x="T4" y="T5"/>
                  </a:cxn>
                  <a:cxn ang="T37">
                    <a:pos x="T6" y="T7"/>
                  </a:cxn>
                  <a:cxn ang="T38">
                    <a:pos x="T8" y="T9"/>
                  </a:cxn>
                  <a:cxn ang="T39">
                    <a:pos x="T10" y="T11"/>
                  </a:cxn>
                  <a:cxn ang="T40">
                    <a:pos x="T12" y="T13"/>
                  </a:cxn>
                  <a:cxn ang="T41">
                    <a:pos x="T14" y="T15"/>
                  </a:cxn>
                  <a:cxn ang="T42">
                    <a:pos x="T16" y="T17"/>
                  </a:cxn>
                  <a:cxn ang="T43">
                    <a:pos x="T18" y="T19"/>
                  </a:cxn>
                  <a:cxn ang="T44">
                    <a:pos x="T20" y="T21"/>
                  </a:cxn>
                  <a:cxn ang="T45">
                    <a:pos x="T22" y="T23"/>
                  </a:cxn>
                  <a:cxn ang="T46">
                    <a:pos x="T24" y="T25"/>
                  </a:cxn>
                  <a:cxn ang="T47">
                    <a:pos x="T26" y="T27"/>
                  </a:cxn>
                  <a:cxn ang="T48">
                    <a:pos x="T28" y="T29"/>
                  </a:cxn>
                  <a:cxn ang="T49">
                    <a:pos x="T30" y="T31"/>
                  </a:cxn>
                  <a:cxn ang="T50">
                    <a:pos x="T32" y="T33"/>
                  </a:cxn>
                </a:cxnLst>
                <a:rect l="T51" t="T52" r="T53" b="T54"/>
                <a:pathLst>
                  <a:path w="113" h="57">
                    <a:moveTo>
                      <a:pt x="56" y="57"/>
                    </a:moveTo>
                    <a:lnTo>
                      <a:pt x="0" y="57"/>
                    </a:lnTo>
                    <a:lnTo>
                      <a:pt x="1" y="44"/>
                    </a:lnTo>
                    <a:lnTo>
                      <a:pt x="5" y="32"/>
                    </a:lnTo>
                    <a:lnTo>
                      <a:pt x="12" y="22"/>
                    </a:lnTo>
                    <a:lnTo>
                      <a:pt x="21" y="13"/>
                    </a:lnTo>
                    <a:lnTo>
                      <a:pt x="31" y="6"/>
                    </a:lnTo>
                    <a:lnTo>
                      <a:pt x="44" y="2"/>
                    </a:lnTo>
                    <a:lnTo>
                      <a:pt x="56" y="0"/>
                    </a:lnTo>
                    <a:lnTo>
                      <a:pt x="68" y="2"/>
                    </a:lnTo>
                    <a:lnTo>
                      <a:pt x="81" y="6"/>
                    </a:lnTo>
                    <a:lnTo>
                      <a:pt x="91" y="13"/>
                    </a:lnTo>
                    <a:lnTo>
                      <a:pt x="100" y="22"/>
                    </a:lnTo>
                    <a:lnTo>
                      <a:pt x="106" y="32"/>
                    </a:lnTo>
                    <a:lnTo>
                      <a:pt x="111" y="44"/>
                    </a:lnTo>
                    <a:lnTo>
                      <a:pt x="113" y="57"/>
                    </a:lnTo>
                    <a:lnTo>
                      <a:pt x="56" y="57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1195" name="Freeform 495">
                <a:extLst>
                  <a:ext uri="{FF2B5EF4-FFF2-40B4-BE49-F238E27FC236}">
                    <a16:creationId xmlns:a16="http://schemas.microsoft.com/office/drawing/2014/main" id="{D412EFBC-5940-F140-226B-C119E3A234B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018" y="2892"/>
                <a:ext cx="17" cy="8"/>
              </a:xfrm>
              <a:custGeom>
                <a:avLst/>
                <a:gdLst>
                  <a:gd name="T0" fmla="*/ 0 w 113"/>
                  <a:gd name="T1" fmla="*/ 0 h 57"/>
                  <a:gd name="T2" fmla="*/ 0 w 113"/>
                  <a:gd name="T3" fmla="*/ 0 h 57"/>
                  <a:gd name="T4" fmla="*/ 0 w 113"/>
                  <a:gd name="T5" fmla="*/ 0 h 57"/>
                  <a:gd name="T6" fmla="*/ 0 w 113"/>
                  <a:gd name="T7" fmla="*/ 0 h 57"/>
                  <a:gd name="T8" fmla="*/ 0 w 113"/>
                  <a:gd name="T9" fmla="*/ 0 h 57"/>
                  <a:gd name="T10" fmla="*/ 0 w 113"/>
                  <a:gd name="T11" fmla="*/ 0 h 57"/>
                  <a:gd name="T12" fmla="*/ 0 w 113"/>
                  <a:gd name="T13" fmla="*/ 0 h 57"/>
                  <a:gd name="T14" fmla="*/ 0 w 113"/>
                  <a:gd name="T15" fmla="*/ 0 h 57"/>
                  <a:gd name="T16" fmla="*/ 0 w 113"/>
                  <a:gd name="T17" fmla="*/ 0 h 57"/>
                  <a:gd name="T18" fmla="*/ 0 w 113"/>
                  <a:gd name="T19" fmla="*/ 0 h 57"/>
                  <a:gd name="T20" fmla="*/ 0 w 113"/>
                  <a:gd name="T21" fmla="*/ 0 h 57"/>
                  <a:gd name="T22" fmla="*/ 0 w 113"/>
                  <a:gd name="T23" fmla="*/ 0 h 57"/>
                  <a:gd name="T24" fmla="*/ 0 w 113"/>
                  <a:gd name="T25" fmla="*/ 0 h 57"/>
                  <a:gd name="T26" fmla="*/ 0 w 113"/>
                  <a:gd name="T27" fmla="*/ 0 h 57"/>
                  <a:gd name="T28" fmla="*/ 0 w 113"/>
                  <a:gd name="T29" fmla="*/ 0 h 57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w 113"/>
                  <a:gd name="T46" fmla="*/ 0 h 57"/>
                  <a:gd name="T47" fmla="*/ 113 w 113"/>
                  <a:gd name="T48" fmla="*/ 57 h 57"/>
                </a:gdLst>
                <a:ahLst/>
                <a:cxnLst>
                  <a:cxn ang="T30">
                    <a:pos x="T0" y="T1"/>
                  </a:cxn>
                  <a:cxn ang="T31">
                    <a:pos x="T2" y="T3"/>
                  </a:cxn>
                  <a:cxn ang="T32">
                    <a:pos x="T4" y="T5"/>
                  </a:cxn>
                  <a:cxn ang="T33">
                    <a:pos x="T6" y="T7"/>
                  </a:cxn>
                  <a:cxn ang="T34">
                    <a:pos x="T8" y="T9"/>
                  </a:cxn>
                  <a:cxn ang="T35">
                    <a:pos x="T10" y="T11"/>
                  </a:cxn>
                  <a:cxn ang="T36">
                    <a:pos x="T12" y="T13"/>
                  </a:cxn>
                  <a:cxn ang="T37">
                    <a:pos x="T14" y="T15"/>
                  </a:cxn>
                  <a:cxn ang="T38">
                    <a:pos x="T16" y="T17"/>
                  </a:cxn>
                  <a:cxn ang="T39">
                    <a:pos x="T18" y="T19"/>
                  </a:cxn>
                  <a:cxn ang="T40">
                    <a:pos x="T20" y="T21"/>
                  </a:cxn>
                  <a:cxn ang="T41">
                    <a:pos x="T22" y="T23"/>
                  </a:cxn>
                  <a:cxn ang="T42">
                    <a:pos x="T24" y="T25"/>
                  </a:cxn>
                  <a:cxn ang="T43">
                    <a:pos x="T26" y="T27"/>
                  </a:cxn>
                  <a:cxn ang="T44">
                    <a:pos x="T28" y="T29"/>
                  </a:cxn>
                </a:cxnLst>
                <a:rect l="T45" t="T46" r="T47" b="T48"/>
                <a:pathLst>
                  <a:path w="113" h="57">
                    <a:moveTo>
                      <a:pt x="0" y="57"/>
                    </a:moveTo>
                    <a:lnTo>
                      <a:pt x="1" y="44"/>
                    </a:lnTo>
                    <a:lnTo>
                      <a:pt x="5" y="32"/>
                    </a:lnTo>
                    <a:lnTo>
                      <a:pt x="12" y="22"/>
                    </a:lnTo>
                    <a:lnTo>
                      <a:pt x="21" y="13"/>
                    </a:lnTo>
                    <a:lnTo>
                      <a:pt x="31" y="6"/>
                    </a:lnTo>
                    <a:lnTo>
                      <a:pt x="44" y="2"/>
                    </a:lnTo>
                    <a:lnTo>
                      <a:pt x="56" y="0"/>
                    </a:lnTo>
                    <a:lnTo>
                      <a:pt x="68" y="2"/>
                    </a:lnTo>
                    <a:lnTo>
                      <a:pt x="81" y="6"/>
                    </a:lnTo>
                    <a:lnTo>
                      <a:pt x="91" y="13"/>
                    </a:lnTo>
                    <a:lnTo>
                      <a:pt x="100" y="22"/>
                    </a:lnTo>
                    <a:lnTo>
                      <a:pt x="106" y="32"/>
                    </a:lnTo>
                    <a:lnTo>
                      <a:pt x="111" y="44"/>
                    </a:lnTo>
                    <a:lnTo>
                      <a:pt x="113" y="57"/>
                    </a:lnTo>
                  </a:path>
                </a:pathLst>
              </a:cu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1196" name="Freeform 496">
                <a:extLst>
                  <a:ext uri="{FF2B5EF4-FFF2-40B4-BE49-F238E27FC236}">
                    <a16:creationId xmlns:a16="http://schemas.microsoft.com/office/drawing/2014/main" id="{D9FD005D-57E4-DC8D-BD7B-C23D912AE6C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018" y="2900"/>
                <a:ext cx="17" cy="849"/>
              </a:xfrm>
              <a:custGeom>
                <a:avLst/>
                <a:gdLst>
                  <a:gd name="T0" fmla="*/ 0 w 113"/>
                  <a:gd name="T1" fmla="*/ 0 h 5940"/>
                  <a:gd name="T2" fmla="*/ 0 w 113"/>
                  <a:gd name="T3" fmla="*/ 0 h 5940"/>
                  <a:gd name="T4" fmla="*/ 0 w 113"/>
                  <a:gd name="T5" fmla="*/ 0 h 5940"/>
                  <a:gd name="T6" fmla="*/ 0 w 113"/>
                  <a:gd name="T7" fmla="*/ 0 h 5940"/>
                  <a:gd name="T8" fmla="*/ 0 w 113"/>
                  <a:gd name="T9" fmla="*/ 0 h 5940"/>
                  <a:gd name="T10" fmla="*/ 0 w 113"/>
                  <a:gd name="T11" fmla="*/ 0 h 5940"/>
                  <a:gd name="T12" fmla="*/ 0 w 113"/>
                  <a:gd name="T13" fmla="*/ 0 h 5940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113"/>
                  <a:gd name="T22" fmla="*/ 0 h 5940"/>
                  <a:gd name="T23" fmla="*/ 113 w 113"/>
                  <a:gd name="T24" fmla="*/ 5940 h 5940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113" h="5940">
                    <a:moveTo>
                      <a:pt x="113" y="0"/>
                    </a:moveTo>
                    <a:lnTo>
                      <a:pt x="56" y="0"/>
                    </a:lnTo>
                    <a:lnTo>
                      <a:pt x="0" y="0"/>
                    </a:lnTo>
                    <a:lnTo>
                      <a:pt x="0" y="5940"/>
                    </a:lnTo>
                    <a:lnTo>
                      <a:pt x="56" y="5940"/>
                    </a:lnTo>
                    <a:lnTo>
                      <a:pt x="113" y="5940"/>
                    </a:lnTo>
                    <a:lnTo>
                      <a:pt x="113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1197" name="Freeform 497">
                <a:extLst>
                  <a:ext uri="{FF2B5EF4-FFF2-40B4-BE49-F238E27FC236}">
                    <a16:creationId xmlns:a16="http://schemas.microsoft.com/office/drawing/2014/main" id="{CD81B31F-F3CF-BEA0-FCCF-F9F8DDD91AE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018" y="2900"/>
                <a:ext cx="17" cy="849"/>
              </a:xfrm>
              <a:custGeom>
                <a:avLst/>
                <a:gdLst>
                  <a:gd name="T0" fmla="*/ 0 w 113"/>
                  <a:gd name="T1" fmla="*/ 0 h 5940"/>
                  <a:gd name="T2" fmla="*/ 0 w 113"/>
                  <a:gd name="T3" fmla="*/ 0 h 5940"/>
                  <a:gd name="T4" fmla="*/ 0 w 113"/>
                  <a:gd name="T5" fmla="*/ 0 h 5940"/>
                  <a:gd name="T6" fmla="*/ 0 w 113"/>
                  <a:gd name="T7" fmla="*/ 0 h 5940"/>
                  <a:gd name="T8" fmla="*/ 0 w 113"/>
                  <a:gd name="T9" fmla="*/ 0 h 5940"/>
                  <a:gd name="T10" fmla="*/ 0 w 113"/>
                  <a:gd name="T11" fmla="*/ 0 h 5940"/>
                  <a:gd name="T12" fmla="*/ 0 w 113"/>
                  <a:gd name="T13" fmla="*/ 0 h 5940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113"/>
                  <a:gd name="T22" fmla="*/ 0 h 5940"/>
                  <a:gd name="T23" fmla="*/ 113 w 113"/>
                  <a:gd name="T24" fmla="*/ 5940 h 5940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113" h="5940">
                    <a:moveTo>
                      <a:pt x="113" y="0"/>
                    </a:moveTo>
                    <a:lnTo>
                      <a:pt x="56" y="0"/>
                    </a:lnTo>
                    <a:lnTo>
                      <a:pt x="0" y="0"/>
                    </a:lnTo>
                    <a:lnTo>
                      <a:pt x="0" y="5940"/>
                    </a:lnTo>
                    <a:lnTo>
                      <a:pt x="56" y="5940"/>
                    </a:lnTo>
                    <a:lnTo>
                      <a:pt x="113" y="5940"/>
                    </a:lnTo>
                    <a:lnTo>
                      <a:pt x="113" y="0"/>
                    </a:lnTo>
                    <a:close/>
                  </a:path>
                </a:pathLst>
              </a:cu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1198" name="Freeform 498">
                <a:extLst>
                  <a:ext uri="{FF2B5EF4-FFF2-40B4-BE49-F238E27FC236}">
                    <a16:creationId xmlns:a16="http://schemas.microsoft.com/office/drawing/2014/main" id="{16F1EE34-92CF-7F36-D288-D331F6B3641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018" y="3749"/>
                <a:ext cx="17" cy="8"/>
              </a:xfrm>
              <a:custGeom>
                <a:avLst/>
                <a:gdLst>
                  <a:gd name="T0" fmla="*/ 0 w 113"/>
                  <a:gd name="T1" fmla="*/ 0 h 56"/>
                  <a:gd name="T2" fmla="*/ 0 w 113"/>
                  <a:gd name="T3" fmla="*/ 0 h 56"/>
                  <a:gd name="T4" fmla="*/ 0 w 113"/>
                  <a:gd name="T5" fmla="*/ 0 h 56"/>
                  <a:gd name="T6" fmla="*/ 0 w 113"/>
                  <a:gd name="T7" fmla="*/ 0 h 56"/>
                  <a:gd name="T8" fmla="*/ 0 w 113"/>
                  <a:gd name="T9" fmla="*/ 0 h 56"/>
                  <a:gd name="T10" fmla="*/ 0 w 113"/>
                  <a:gd name="T11" fmla="*/ 0 h 56"/>
                  <a:gd name="T12" fmla="*/ 0 w 113"/>
                  <a:gd name="T13" fmla="*/ 0 h 56"/>
                  <a:gd name="T14" fmla="*/ 0 w 113"/>
                  <a:gd name="T15" fmla="*/ 0 h 56"/>
                  <a:gd name="T16" fmla="*/ 0 w 113"/>
                  <a:gd name="T17" fmla="*/ 0 h 56"/>
                  <a:gd name="T18" fmla="*/ 0 w 113"/>
                  <a:gd name="T19" fmla="*/ 0 h 56"/>
                  <a:gd name="T20" fmla="*/ 0 w 113"/>
                  <a:gd name="T21" fmla="*/ 0 h 56"/>
                  <a:gd name="T22" fmla="*/ 0 w 113"/>
                  <a:gd name="T23" fmla="*/ 0 h 56"/>
                  <a:gd name="T24" fmla="*/ 0 w 113"/>
                  <a:gd name="T25" fmla="*/ 0 h 56"/>
                  <a:gd name="T26" fmla="*/ 0 w 113"/>
                  <a:gd name="T27" fmla="*/ 0 h 56"/>
                  <a:gd name="T28" fmla="*/ 0 w 113"/>
                  <a:gd name="T29" fmla="*/ 0 h 56"/>
                  <a:gd name="T30" fmla="*/ 0 w 113"/>
                  <a:gd name="T31" fmla="*/ 0 h 56"/>
                  <a:gd name="T32" fmla="*/ 0 w 113"/>
                  <a:gd name="T33" fmla="*/ 0 h 5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w 113"/>
                  <a:gd name="T52" fmla="*/ 0 h 56"/>
                  <a:gd name="T53" fmla="*/ 113 w 113"/>
                  <a:gd name="T54" fmla="*/ 56 h 56"/>
                </a:gdLst>
                <a:ahLst/>
                <a:cxnLst>
                  <a:cxn ang="T34">
                    <a:pos x="T0" y="T1"/>
                  </a:cxn>
                  <a:cxn ang="T35">
                    <a:pos x="T2" y="T3"/>
                  </a:cxn>
                  <a:cxn ang="T36">
                    <a:pos x="T4" y="T5"/>
                  </a:cxn>
                  <a:cxn ang="T37">
                    <a:pos x="T6" y="T7"/>
                  </a:cxn>
                  <a:cxn ang="T38">
                    <a:pos x="T8" y="T9"/>
                  </a:cxn>
                  <a:cxn ang="T39">
                    <a:pos x="T10" y="T11"/>
                  </a:cxn>
                  <a:cxn ang="T40">
                    <a:pos x="T12" y="T13"/>
                  </a:cxn>
                  <a:cxn ang="T41">
                    <a:pos x="T14" y="T15"/>
                  </a:cxn>
                  <a:cxn ang="T42">
                    <a:pos x="T16" y="T17"/>
                  </a:cxn>
                  <a:cxn ang="T43">
                    <a:pos x="T18" y="T19"/>
                  </a:cxn>
                  <a:cxn ang="T44">
                    <a:pos x="T20" y="T21"/>
                  </a:cxn>
                  <a:cxn ang="T45">
                    <a:pos x="T22" y="T23"/>
                  </a:cxn>
                  <a:cxn ang="T46">
                    <a:pos x="T24" y="T25"/>
                  </a:cxn>
                  <a:cxn ang="T47">
                    <a:pos x="T26" y="T27"/>
                  </a:cxn>
                  <a:cxn ang="T48">
                    <a:pos x="T28" y="T29"/>
                  </a:cxn>
                  <a:cxn ang="T49">
                    <a:pos x="T30" y="T31"/>
                  </a:cxn>
                  <a:cxn ang="T50">
                    <a:pos x="T32" y="T33"/>
                  </a:cxn>
                </a:cxnLst>
                <a:rect l="T51" t="T52" r="T53" b="T54"/>
                <a:pathLst>
                  <a:path w="113" h="56">
                    <a:moveTo>
                      <a:pt x="56" y="0"/>
                    </a:moveTo>
                    <a:lnTo>
                      <a:pt x="113" y="0"/>
                    </a:lnTo>
                    <a:lnTo>
                      <a:pt x="111" y="13"/>
                    </a:lnTo>
                    <a:lnTo>
                      <a:pt x="106" y="25"/>
                    </a:lnTo>
                    <a:lnTo>
                      <a:pt x="100" y="35"/>
                    </a:lnTo>
                    <a:lnTo>
                      <a:pt x="91" y="44"/>
                    </a:lnTo>
                    <a:lnTo>
                      <a:pt x="81" y="51"/>
                    </a:lnTo>
                    <a:lnTo>
                      <a:pt x="68" y="55"/>
                    </a:lnTo>
                    <a:lnTo>
                      <a:pt x="56" y="56"/>
                    </a:lnTo>
                    <a:lnTo>
                      <a:pt x="44" y="55"/>
                    </a:lnTo>
                    <a:lnTo>
                      <a:pt x="31" y="51"/>
                    </a:lnTo>
                    <a:lnTo>
                      <a:pt x="21" y="44"/>
                    </a:lnTo>
                    <a:lnTo>
                      <a:pt x="12" y="35"/>
                    </a:lnTo>
                    <a:lnTo>
                      <a:pt x="5" y="25"/>
                    </a:lnTo>
                    <a:lnTo>
                      <a:pt x="1" y="13"/>
                    </a:lnTo>
                    <a:lnTo>
                      <a:pt x="0" y="0"/>
                    </a:lnTo>
                    <a:lnTo>
                      <a:pt x="56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1199" name="Freeform 499">
                <a:extLst>
                  <a:ext uri="{FF2B5EF4-FFF2-40B4-BE49-F238E27FC236}">
                    <a16:creationId xmlns:a16="http://schemas.microsoft.com/office/drawing/2014/main" id="{02E9C91F-82E9-E239-46FE-6F8C4D488EA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018" y="3749"/>
                <a:ext cx="17" cy="8"/>
              </a:xfrm>
              <a:custGeom>
                <a:avLst/>
                <a:gdLst>
                  <a:gd name="T0" fmla="*/ 0 w 113"/>
                  <a:gd name="T1" fmla="*/ 0 h 56"/>
                  <a:gd name="T2" fmla="*/ 0 w 113"/>
                  <a:gd name="T3" fmla="*/ 0 h 56"/>
                  <a:gd name="T4" fmla="*/ 0 w 113"/>
                  <a:gd name="T5" fmla="*/ 0 h 56"/>
                  <a:gd name="T6" fmla="*/ 0 w 113"/>
                  <a:gd name="T7" fmla="*/ 0 h 56"/>
                  <a:gd name="T8" fmla="*/ 0 w 113"/>
                  <a:gd name="T9" fmla="*/ 0 h 56"/>
                  <a:gd name="T10" fmla="*/ 0 w 113"/>
                  <a:gd name="T11" fmla="*/ 0 h 56"/>
                  <a:gd name="T12" fmla="*/ 0 w 113"/>
                  <a:gd name="T13" fmla="*/ 0 h 56"/>
                  <a:gd name="T14" fmla="*/ 0 w 113"/>
                  <a:gd name="T15" fmla="*/ 0 h 56"/>
                  <a:gd name="T16" fmla="*/ 0 w 113"/>
                  <a:gd name="T17" fmla="*/ 0 h 56"/>
                  <a:gd name="T18" fmla="*/ 0 w 113"/>
                  <a:gd name="T19" fmla="*/ 0 h 56"/>
                  <a:gd name="T20" fmla="*/ 0 w 113"/>
                  <a:gd name="T21" fmla="*/ 0 h 56"/>
                  <a:gd name="T22" fmla="*/ 0 w 113"/>
                  <a:gd name="T23" fmla="*/ 0 h 56"/>
                  <a:gd name="T24" fmla="*/ 0 w 113"/>
                  <a:gd name="T25" fmla="*/ 0 h 56"/>
                  <a:gd name="T26" fmla="*/ 0 w 113"/>
                  <a:gd name="T27" fmla="*/ 0 h 56"/>
                  <a:gd name="T28" fmla="*/ 0 w 113"/>
                  <a:gd name="T29" fmla="*/ 0 h 5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w 113"/>
                  <a:gd name="T46" fmla="*/ 0 h 56"/>
                  <a:gd name="T47" fmla="*/ 113 w 113"/>
                  <a:gd name="T48" fmla="*/ 56 h 56"/>
                </a:gdLst>
                <a:ahLst/>
                <a:cxnLst>
                  <a:cxn ang="T30">
                    <a:pos x="T0" y="T1"/>
                  </a:cxn>
                  <a:cxn ang="T31">
                    <a:pos x="T2" y="T3"/>
                  </a:cxn>
                  <a:cxn ang="T32">
                    <a:pos x="T4" y="T5"/>
                  </a:cxn>
                  <a:cxn ang="T33">
                    <a:pos x="T6" y="T7"/>
                  </a:cxn>
                  <a:cxn ang="T34">
                    <a:pos x="T8" y="T9"/>
                  </a:cxn>
                  <a:cxn ang="T35">
                    <a:pos x="T10" y="T11"/>
                  </a:cxn>
                  <a:cxn ang="T36">
                    <a:pos x="T12" y="T13"/>
                  </a:cxn>
                  <a:cxn ang="T37">
                    <a:pos x="T14" y="T15"/>
                  </a:cxn>
                  <a:cxn ang="T38">
                    <a:pos x="T16" y="T17"/>
                  </a:cxn>
                  <a:cxn ang="T39">
                    <a:pos x="T18" y="T19"/>
                  </a:cxn>
                  <a:cxn ang="T40">
                    <a:pos x="T20" y="T21"/>
                  </a:cxn>
                  <a:cxn ang="T41">
                    <a:pos x="T22" y="T23"/>
                  </a:cxn>
                  <a:cxn ang="T42">
                    <a:pos x="T24" y="T25"/>
                  </a:cxn>
                  <a:cxn ang="T43">
                    <a:pos x="T26" y="T27"/>
                  </a:cxn>
                  <a:cxn ang="T44">
                    <a:pos x="T28" y="T29"/>
                  </a:cxn>
                </a:cxnLst>
                <a:rect l="T45" t="T46" r="T47" b="T48"/>
                <a:pathLst>
                  <a:path w="113" h="56">
                    <a:moveTo>
                      <a:pt x="113" y="0"/>
                    </a:moveTo>
                    <a:lnTo>
                      <a:pt x="111" y="13"/>
                    </a:lnTo>
                    <a:lnTo>
                      <a:pt x="106" y="25"/>
                    </a:lnTo>
                    <a:lnTo>
                      <a:pt x="100" y="35"/>
                    </a:lnTo>
                    <a:lnTo>
                      <a:pt x="91" y="44"/>
                    </a:lnTo>
                    <a:lnTo>
                      <a:pt x="81" y="51"/>
                    </a:lnTo>
                    <a:lnTo>
                      <a:pt x="68" y="55"/>
                    </a:lnTo>
                    <a:lnTo>
                      <a:pt x="56" y="56"/>
                    </a:lnTo>
                    <a:lnTo>
                      <a:pt x="44" y="55"/>
                    </a:lnTo>
                    <a:lnTo>
                      <a:pt x="31" y="51"/>
                    </a:lnTo>
                    <a:lnTo>
                      <a:pt x="21" y="44"/>
                    </a:lnTo>
                    <a:lnTo>
                      <a:pt x="12" y="35"/>
                    </a:lnTo>
                    <a:lnTo>
                      <a:pt x="5" y="25"/>
                    </a:lnTo>
                    <a:lnTo>
                      <a:pt x="1" y="13"/>
                    </a:lnTo>
                    <a:lnTo>
                      <a:pt x="0" y="0"/>
                    </a:lnTo>
                  </a:path>
                </a:pathLst>
              </a:cu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1200" name="Freeform 500">
                <a:extLst>
                  <a:ext uri="{FF2B5EF4-FFF2-40B4-BE49-F238E27FC236}">
                    <a16:creationId xmlns:a16="http://schemas.microsoft.com/office/drawing/2014/main" id="{284B9866-7CF5-6B0D-72D4-FA788769503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542" y="3360"/>
                <a:ext cx="17" cy="15"/>
              </a:xfrm>
              <a:custGeom>
                <a:avLst/>
                <a:gdLst>
                  <a:gd name="T0" fmla="*/ 0 w 118"/>
                  <a:gd name="T1" fmla="*/ 0 h 106"/>
                  <a:gd name="T2" fmla="*/ 0 w 118"/>
                  <a:gd name="T3" fmla="*/ 0 h 106"/>
                  <a:gd name="T4" fmla="*/ 0 w 118"/>
                  <a:gd name="T5" fmla="*/ 0 h 106"/>
                  <a:gd name="T6" fmla="*/ 0 w 118"/>
                  <a:gd name="T7" fmla="*/ 0 h 106"/>
                  <a:gd name="T8" fmla="*/ 0 w 118"/>
                  <a:gd name="T9" fmla="*/ 0 h 106"/>
                  <a:gd name="T10" fmla="*/ 0 w 118"/>
                  <a:gd name="T11" fmla="*/ 0 h 106"/>
                  <a:gd name="T12" fmla="*/ 0 w 118"/>
                  <a:gd name="T13" fmla="*/ 0 h 10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118"/>
                  <a:gd name="T22" fmla="*/ 0 h 106"/>
                  <a:gd name="T23" fmla="*/ 118 w 118"/>
                  <a:gd name="T24" fmla="*/ 106 h 10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118" h="106">
                    <a:moveTo>
                      <a:pt x="6" y="106"/>
                    </a:moveTo>
                    <a:lnTo>
                      <a:pt x="62" y="102"/>
                    </a:lnTo>
                    <a:lnTo>
                      <a:pt x="118" y="99"/>
                    </a:lnTo>
                    <a:lnTo>
                      <a:pt x="112" y="0"/>
                    </a:lnTo>
                    <a:lnTo>
                      <a:pt x="56" y="3"/>
                    </a:lnTo>
                    <a:lnTo>
                      <a:pt x="0" y="7"/>
                    </a:lnTo>
                    <a:lnTo>
                      <a:pt x="6" y="106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1201" name="Freeform 501">
                <a:extLst>
                  <a:ext uri="{FF2B5EF4-FFF2-40B4-BE49-F238E27FC236}">
                    <a16:creationId xmlns:a16="http://schemas.microsoft.com/office/drawing/2014/main" id="{6564998E-5E75-ED63-4EFD-454E368AD53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542" y="3360"/>
                <a:ext cx="17" cy="15"/>
              </a:xfrm>
              <a:custGeom>
                <a:avLst/>
                <a:gdLst>
                  <a:gd name="T0" fmla="*/ 0 w 118"/>
                  <a:gd name="T1" fmla="*/ 0 h 106"/>
                  <a:gd name="T2" fmla="*/ 0 w 118"/>
                  <a:gd name="T3" fmla="*/ 0 h 106"/>
                  <a:gd name="T4" fmla="*/ 0 w 118"/>
                  <a:gd name="T5" fmla="*/ 0 h 106"/>
                  <a:gd name="T6" fmla="*/ 0 w 118"/>
                  <a:gd name="T7" fmla="*/ 0 h 106"/>
                  <a:gd name="T8" fmla="*/ 0 w 118"/>
                  <a:gd name="T9" fmla="*/ 0 h 106"/>
                  <a:gd name="T10" fmla="*/ 0 w 118"/>
                  <a:gd name="T11" fmla="*/ 0 h 106"/>
                  <a:gd name="T12" fmla="*/ 0 w 118"/>
                  <a:gd name="T13" fmla="*/ 0 h 10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118"/>
                  <a:gd name="T22" fmla="*/ 0 h 106"/>
                  <a:gd name="T23" fmla="*/ 118 w 118"/>
                  <a:gd name="T24" fmla="*/ 106 h 10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118" h="106">
                    <a:moveTo>
                      <a:pt x="6" y="106"/>
                    </a:moveTo>
                    <a:lnTo>
                      <a:pt x="62" y="102"/>
                    </a:lnTo>
                    <a:lnTo>
                      <a:pt x="118" y="99"/>
                    </a:lnTo>
                    <a:lnTo>
                      <a:pt x="112" y="0"/>
                    </a:lnTo>
                    <a:lnTo>
                      <a:pt x="56" y="3"/>
                    </a:lnTo>
                    <a:lnTo>
                      <a:pt x="0" y="7"/>
                    </a:lnTo>
                    <a:lnTo>
                      <a:pt x="6" y="106"/>
                    </a:lnTo>
                    <a:close/>
                  </a:path>
                </a:pathLst>
              </a:cu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1202" name="Freeform 502">
                <a:extLst>
                  <a:ext uri="{FF2B5EF4-FFF2-40B4-BE49-F238E27FC236}">
                    <a16:creationId xmlns:a16="http://schemas.microsoft.com/office/drawing/2014/main" id="{BED8D6B0-B50E-A8A5-331A-5FDC811E1D7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550" y="3359"/>
                <a:ext cx="8" cy="2"/>
              </a:xfrm>
              <a:custGeom>
                <a:avLst/>
                <a:gdLst>
                  <a:gd name="T0" fmla="*/ 0 w 56"/>
                  <a:gd name="T1" fmla="*/ 0 h 9"/>
                  <a:gd name="T2" fmla="*/ 0 w 56"/>
                  <a:gd name="T3" fmla="*/ 0 h 9"/>
                  <a:gd name="T4" fmla="*/ 0 w 56"/>
                  <a:gd name="T5" fmla="*/ 0 h 9"/>
                  <a:gd name="T6" fmla="*/ 0 w 56"/>
                  <a:gd name="T7" fmla="*/ 0 h 9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56"/>
                  <a:gd name="T13" fmla="*/ 0 h 9"/>
                  <a:gd name="T14" fmla="*/ 56 w 56"/>
                  <a:gd name="T15" fmla="*/ 9 h 9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56" h="9">
                    <a:moveTo>
                      <a:pt x="0" y="9"/>
                    </a:moveTo>
                    <a:lnTo>
                      <a:pt x="56" y="6"/>
                    </a:lnTo>
                    <a:lnTo>
                      <a:pt x="56" y="0"/>
                    </a:lnTo>
                    <a:lnTo>
                      <a:pt x="0" y="9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1203" name="Line 503">
                <a:extLst>
                  <a:ext uri="{FF2B5EF4-FFF2-40B4-BE49-F238E27FC236}">
                    <a16:creationId xmlns:a16="http://schemas.microsoft.com/office/drawing/2014/main" id="{3B9C537E-7FEA-8D9A-9311-6E5A5013FB4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3558" y="3359"/>
                <a:ext cx="1" cy="1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1204" name="Freeform 504">
                <a:extLst>
                  <a:ext uri="{FF2B5EF4-FFF2-40B4-BE49-F238E27FC236}">
                    <a16:creationId xmlns:a16="http://schemas.microsoft.com/office/drawing/2014/main" id="{3AE90941-4E95-FF12-DC41-5C087F31DB7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540" y="3346"/>
                <a:ext cx="18" cy="16"/>
              </a:xfrm>
              <a:custGeom>
                <a:avLst/>
                <a:gdLst>
                  <a:gd name="T0" fmla="*/ 0 w 128"/>
                  <a:gd name="T1" fmla="*/ 0 h 114"/>
                  <a:gd name="T2" fmla="*/ 0 w 128"/>
                  <a:gd name="T3" fmla="*/ 0 h 114"/>
                  <a:gd name="T4" fmla="*/ 0 w 128"/>
                  <a:gd name="T5" fmla="*/ 0 h 114"/>
                  <a:gd name="T6" fmla="*/ 0 w 128"/>
                  <a:gd name="T7" fmla="*/ 0 h 114"/>
                  <a:gd name="T8" fmla="*/ 0 w 128"/>
                  <a:gd name="T9" fmla="*/ 0 h 114"/>
                  <a:gd name="T10" fmla="*/ 0 w 128"/>
                  <a:gd name="T11" fmla="*/ 0 h 114"/>
                  <a:gd name="T12" fmla="*/ 0 w 128"/>
                  <a:gd name="T13" fmla="*/ 0 h 114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128"/>
                  <a:gd name="T22" fmla="*/ 0 h 114"/>
                  <a:gd name="T23" fmla="*/ 128 w 128"/>
                  <a:gd name="T24" fmla="*/ 114 h 114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128" h="114">
                    <a:moveTo>
                      <a:pt x="16" y="114"/>
                    </a:moveTo>
                    <a:lnTo>
                      <a:pt x="72" y="105"/>
                    </a:lnTo>
                    <a:lnTo>
                      <a:pt x="128" y="96"/>
                    </a:lnTo>
                    <a:lnTo>
                      <a:pt x="113" y="0"/>
                    </a:lnTo>
                    <a:lnTo>
                      <a:pt x="57" y="9"/>
                    </a:lnTo>
                    <a:lnTo>
                      <a:pt x="0" y="18"/>
                    </a:lnTo>
                    <a:lnTo>
                      <a:pt x="16" y="114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1205" name="Freeform 505">
                <a:extLst>
                  <a:ext uri="{FF2B5EF4-FFF2-40B4-BE49-F238E27FC236}">
                    <a16:creationId xmlns:a16="http://schemas.microsoft.com/office/drawing/2014/main" id="{A8E71963-AD1E-4C42-53B6-2BB410ADFA2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540" y="3346"/>
                <a:ext cx="18" cy="16"/>
              </a:xfrm>
              <a:custGeom>
                <a:avLst/>
                <a:gdLst>
                  <a:gd name="T0" fmla="*/ 0 w 128"/>
                  <a:gd name="T1" fmla="*/ 0 h 114"/>
                  <a:gd name="T2" fmla="*/ 0 w 128"/>
                  <a:gd name="T3" fmla="*/ 0 h 114"/>
                  <a:gd name="T4" fmla="*/ 0 w 128"/>
                  <a:gd name="T5" fmla="*/ 0 h 114"/>
                  <a:gd name="T6" fmla="*/ 0 w 128"/>
                  <a:gd name="T7" fmla="*/ 0 h 114"/>
                  <a:gd name="T8" fmla="*/ 0 w 128"/>
                  <a:gd name="T9" fmla="*/ 0 h 114"/>
                  <a:gd name="T10" fmla="*/ 0 w 128"/>
                  <a:gd name="T11" fmla="*/ 0 h 114"/>
                  <a:gd name="T12" fmla="*/ 0 w 128"/>
                  <a:gd name="T13" fmla="*/ 0 h 114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128"/>
                  <a:gd name="T22" fmla="*/ 0 h 114"/>
                  <a:gd name="T23" fmla="*/ 128 w 128"/>
                  <a:gd name="T24" fmla="*/ 114 h 114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128" h="114">
                    <a:moveTo>
                      <a:pt x="16" y="114"/>
                    </a:moveTo>
                    <a:lnTo>
                      <a:pt x="72" y="105"/>
                    </a:lnTo>
                    <a:lnTo>
                      <a:pt x="128" y="96"/>
                    </a:lnTo>
                    <a:lnTo>
                      <a:pt x="113" y="0"/>
                    </a:lnTo>
                    <a:lnTo>
                      <a:pt x="57" y="9"/>
                    </a:lnTo>
                    <a:lnTo>
                      <a:pt x="0" y="18"/>
                    </a:lnTo>
                    <a:lnTo>
                      <a:pt x="16" y="114"/>
                    </a:lnTo>
                    <a:close/>
                  </a:path>
                </a:pathLst>
              </a:cu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1206" name="Freeform 506">
                <a:extLst>
                  <a:ext uri="{FF2B5EF4-FFF2-40B4-BE49-F238E27FC236}">
                    <a16:creationId xmlns:a16="http://schemas.microsoft.com/office/drawing/2014/main" id="{26F306EA-3F45-C51B-D2C9-165A102BEB3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548" y="3345"/>
                <a:ext cx="8" cy="2"/>
              </a:xfrm>
              <a:custGeom>
                <a:avLst/>
                <a:gdLst>
                  <a:gd name="T0" fmla="*/ 0 w 56"/>
                  <a:gd name="T1" fmla="*/ 0 h 15"/>
                  <a:gd name="T2" fmla="*/ 0 w 56"/>
                  <a:gd name="T3" fmla="*/ 0 h 15"/>
                  <a:gd name="T4" fmla="*/ 0 w 56"/>
                  <a:gd name="T5" fmla="*/ 0 h 15"/>
                  <a:gd name="T6" fmla="*/ 0 w 56"/>
                  <a:gd name="T7" fmla="*/ 0 h 15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56"/>
                  <a:gd name="T13" fmla="*/ 0 h 15"/>
                  <a:gd name="T14" fmla="*/ 56 w 56"/>
                  <a:gd name="T15" fmla="*/ 15 h 15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56" h="15">
                    <a:moveTo>
                      <a:pt x="0" y="15"/>
                    </a:moveTo>
                    <a:lnTo>
                      <a:pt x="56" y="6"/>
                    </a:lnTo>
                    <a:lnTo>
                      <a:pt x="55" y="0"/>
                    </a:lnTo>
                    <a:lnTo>
                      <a:pt x="0" y="15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1207" name="Line 507">
                <a:extLst>
                  <a:ext uri="{FF2B5EF4-FFF2-40B4-BE49-F238E27FC236}">
                    <a16:creationId xmlns:a16="http://schemas.microsoft.com/office/drawing/2014/main" id="{3024803F-0ED6-EA54-14EF-4B475188895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 flipV="1">
                <a:off x="3556" y="3345"/>
                <a:ext cx="1" cy="1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1208" name="Freeform 508">
                <a:extLst>
                  <a:ext uri="{FF2B5EF4-FFF2-40B4-BE49-F238E27FC236}">
                    <a16:creationId xmlns:a16="http://schemas.microsoft.com/office/drawing/2014/main" id="{99EEA368-4A8D-14B1-374B-349AB790AC4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536" y="3331"/>
                <a:ext cx="20" cy="18"/>
              </a:xfrm>
              <a:custGeom>
                <a:avLst/>
                <a:gdLst>
                  <a:gd name="T0" fmla="*/ 0 w 135"/>
                  <a:gd name="T1" fmla="*/ 0 h 124"/>
                  <a:gd name="T2" fmla="*/ 0 w 135"/>
                  <a:gd name="T3" fmla="*/ 0 h 124"/>
                  <a:gd name="T4" fmla="*/ 0 w 135"/>
                  <a:gd name="T5" fmla="*/ 0 h 124"/>
                  <a:gd name="T6" fmla="*/ 0 w 135"/>
                  <a:gd name="T7" fmla="*/ 0 h 124"/>
                  <a:gd name="T8" fmla="*/ 0 w 135"/>
                  <a:gd name="T9" fmla="*/ 0 h 124"/>
                  <a:gd name="T10" fmla="*/ 0 w 135"/>
                  <a:gd name="T11" fmla="*/ 0 h 124"/>
                  <a:gd name="T12" fmla="*/ 0 w 135"/>
                  <a:gd name="T13" fmla="*/ 0 h 124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135"/>
                  <a:gd name="T22" fmla="*/ 0 h 124"/>
                  <a:gd name="T23" fmla="*/ 135 w 135"/>
                  <a:gd name="T24" fmla="*/ 124 h 124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135" h="124">
                    <a:moveTo>
                      <a:pt x="25" y="124"/>
                    </a:moveTo>
                    <a:lnTo>
                      <a:pt x="80" y="110"/>
                    </a:lnTo>
                    <a:lnTo>
                      <a:pt x="135" y="95"/>
                    </a:lnTo>
                    <a:lnTo>
                      <a:pt x="110" y="0"/>
                    </a:lnTo>
                    <a:lnTo>
                      <a:pt x="55" y="15"/>
                    </a:lnTo>
                    <a:lnTo>
                      <a:pt x="0" y="29"/>
                    </a:lnTo>
                    <a:lnTo>
                      <a:pt x="25" y="124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1209" name="Freeform 509">
                <a:extLst>
                  <a:ext uri="{FF2B5EF4-FFF2-40B4-BE49-F238E27FC236}">
                    <a16:creationId xmlns:a16="http://schemas.microsoft.com/office/drawing/2014/main" id="{5EC9F31F-446B-91A1-5849-1F9BDE4464A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536" y="3331"/>
                <a:ext cx="20" cy="18"/>
              </a:xfrm>
              <a:custGeom>
                <a:avLst/>
                <a:gdLst>
                  <a:gd name="T0" fmla="*/ 0 w 135"/>
                  <a:gd name="T1" fmla="*/ 0 h 124"/>
                  <a:gd name="T2" fmla="*/ 0 w 135"/>
                  <a:gd name="T3" fmla="*/ 0 h 124"/>
                  <a:gd name="T4" fmla="*/ 0 w 135"/>
                  <a:gd name="T5" fmla="*/ 0 h 124"/>
                  <a:gd name="T6" fmla="*/ 0 w 135"/>
                  <a:gd name="T7" fmla="*/ 0 h 124"/>
                  <a:gd name="T8" fmla="*/ 0 w 135"/>
                  <a:gd name="T9" fmla="*/ 0 h 124"/>
                  <a:gd name="T10" fmla="*/ 0 w 135"/>
                  <a:gd name="T11" fmla="*/ 0 h 124"/>
                  <a:gd name="T12" fmla="*/ 0 w 135"/>
                  <a:gd name="T13" fmla="*/ 0 h 124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135"/>
                  <a:gd name="T22" fmla="*/ 0 h 124"/>
                  <a:gd name="T23" fmla="*/ 135 w 135"/>
                  <a:gd name="T24" fmla="*/ 124 h 124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135" h="124">
                    <a:moveTo>
                      <a:pt x="25" y="124"/>
                    </a:moveTo>
                    <a:lnTo>
                      <a:pt x="80" y="110"/>
                    </a:lnTo>
                    <a:lnTo>
                      <a:pt x="135" y="95"/>
                    </a:lnTo>
                    <a:lnTo>
                      <a:pt x="110" y="0"/>
                    </a:lnTo>
                    <a:lnTo>
                      <a:pt x="55" y="15"/>
                    </a:lnTo>
                    <a:lnTo>
                      <a:pt x="0" y="29"/>
                    </a:lnTo>
                    <a:lnTo>
                      <a:pt x="25" y="124"/>
                    </a:lnTo>
                    <a:close/>
                  </a:path>
                </a:pathLst>
              </a:cu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1210" name="Freeform 510">
                <a:extLst>
                  <a:ext uri="{FF2B5EF4-FFF2-40B4-BE49-F238E27FC236}">
                    <a16:creationId xmlns:a16="http://schemas.microsoft.com/office/drawing/2014/main" id="{4D813D62-DB50-7350-E880-F8D464E6A01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544" y="3330"/>
                <a:ext cx="8" cy="3"/>
              </a:xfrm>
              <a:custGeom>
                <a:avLst/>
                <a:gdLst>
                  <a:gd name="T0" fmla="*/ 0 w 55"/>
                  <a:gd name="T1" fmla="*/ 0 h 21"/>
                  <a:gd name="T2" fmla="*/ 0 w 55"/>
                  <a:gd name="T3" fmla="*/ 0 h 21"/>
                  <a:gd name="T4" fmla="*/ 0 w 55"/>
                  <a:gd name="T5" fmla="*/ 0 h 21"/>
                  <a:gd name="T6" fmla="*/ 0 w 55"/>
                  <a:gd name="T7" fmla="*/ 0 h 21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55"/>
                  <a:gd name="T13" fmla="*/ 0 h 21"/>
                  <a:gd name="T14" fmla="*/ 55 w 55"/>
                  <a:gd name="T15" fmla="*/ 21 h 21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55" h="21">
                    <a:moveTo>
                      <a:pt x="0" y="21"/>
                    </a:moveTo>
                    <a:lnTo>
                      <a:pt x="55" y="6"/>
                    </a:lnTo>
                    <a:lnTo>
                      <a:pt x="53" y="0"/>
                    </a:lnTo>
                    <a:lnTo>
                      <a:pt x="0" y="21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1211" name="Line 511">
                <a:extLst>
                  <a:ext uri="{FF2B5EF4-FFF2-40B4-BE49-F238E27FC236}">
                    <a16:creationId xmlns:a16="http://schemas.microsoft.com/office/drawing/2014/main" id="{12DB5D98-7892-C5CE-6435-43EF67E166F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 flipV="1">
                <a:off x="3552" y="3330"/>
                <a:ext cx="1" cy="1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1212" name="Freeform 512">
                <a:extLst>
                  <a:ext uri="{FF2B5EF4-FFF2-40B4-BE49-F238E27FC236}">
                    <a16:creationId xmlns:a16="http://schemas.microsoft.com/office/drawing/2014/main" id="{500E02F7-A2D9-1A7F-1FA5-D44587DD48C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532" y="3317"/>
                <a:ext cx="20" cy="19"/>
              </a:xfrm>
              <a:custGeom>
                <a:avLst/>
                <a:gdLst>
                  <a:gd name="T0" fmla="*/ 0 w 141"/>
                  <a:gd name="T1" fmla="*/ 0 h 132"/>
                  <a:gd name="T2" fmla="*/ 0 w 141"/>
                  <a:gd name="T3" fmla="*/ 0 h 132"/>
                  <a:gd name="T4" fmla="*/ 0 w 141"/>
                  <a:gd name="T5" fmla="*/ 0 h 132"/>
                  <a:gd name="T6" fmla="*/ 0 w 141"/>
                  <a:gd name="T7" fmla="*/ 0 h 132"/>
                  <a:gd name="T8" fmla="*/ 0 w 141"/>
                  <a:gd name="T9" fmla="*/ 0 h 132"/>
                  <a:gd name="T10" fmla="*/ 0 w 141"/>
                  <a:gd name="T11" fmla="*/ 0 h 132"/>
                  <a:gd name="T12" fmla="*/ 0 w 141"/>
                  <a:gd name="T13" fmla="*/ 0 h 132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141"/>
                  <a:gd name="T22" fmla="*/ 0 h 132"/>
                  <a:gd name="T23" fmla="*/ 141 w 141"/>
                  <a:gd name="T24" fmla="*/ 132 h 132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141" h="132">
                    <a:moveTo>
                      <a:pt x="35" y="132"/>
                    </a:moveTo>
                    <a:lnTo>
                      <a:pt x="88" y="112"/>
                    </a:lnTo>
                    <a:lnTo>
                      <a:pt x="141" y="91"/>
                    </a:lnTo>
                    <a:lnTo>
                      <a:pt x="106" y="0"/>
                    </a:lnTo>
                    <a:lnTo>
                      <a:pt x="53" y="21"/>
                    </a:lnTo>
                    <a:lnTo>
                      <a:pt x="0" y="41"/>
                    </a:lnTo>
                    <a:lnTo>
                      <a:pt x="35" y="132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1213" name="Freeform 513">
                <a:extLst>
                  <a:ext uri="{FF2B5EF4-FFF2-40B4-BE49-F238E27FC236}">
                    <a16:creationId xmlns:a16="http://schemas.microsoft.com/office/drawing/2014/main" id="{165112C5-4B06-0FCD-06EF-3D9C07F5D02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532" y="3317"/>
                <a:ext cx="20" cy="19"/>
              </a:xfrm>
              <a:custGeom>
                <a:avLst/>
                <a:gdLst>
                  <a:gd name="T0" fmla="*/ 0 w 141"/>
                  <a:gd name="T1" fmla="*/ 0 h 132"/>
                  <a:gd name="T2" fmla="*/ 0 w 141"/>
                  <a:gd name="T3" fmla="*/ 0 h 132"/>
                  <a:gd name="T4" fmla="*/ 0 w 141"/>
                  <a:gd name="T5" fmla="*/ 0 h 132"/>
                  <a:gd name="T6" fmla="*/ 0 w 141"/>
                  <a:gd name="T7" fmla="*/ 0 h 132"/>
                  <a:gd name="T8" fmla="*/ 0 w 141"/>
                  <a:gd name="T9" fmla="*/ 0 h 132"/>
                  <a:gd name="T10" fmla="*/ 0 w 141"/>
                  <a:gd name="T11" fmla="*/ 0 h 132"/>
                  <a:gd name="T12" fmla="*/ 0 w 141"/>
                  <a:gd name="T13" fmla="*/ 0 h 132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141"/>
                  <a:gd name="T22" fmla="*/ 0 h 132"/>
                  <a:gd name="T23" fmla="*/ 141 w 141"/>
                  <a:gd name="T24" fmla="*/ 132 h 132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141" h="132">
                    <a:moveTo>
                      <a:pt x="35" y="132"/>
                    </a:moveTo>
                    <a:lnTo>
                      <a:pt x="88" y="112"/>
                    </a:lnTo>
                    <a:lnTo>
                      <a:pt x="141" y="91"/>
                    </a:lnTo>
                    <a:lnTo>
                      <a:pt x="106" y="0"/>
                    </a:lnTo>
                    <a:lnTo>
                      <a:pt x="53" y="21"/>
                    </a:lnTo>
                    <a:lnTo>
                      <a:pt x="0" y="41"/>
                    </a:lnTo>
                    <a:lnTo>
                      <a:pt x="35" y="132"/>
                    </a:lnTo>
                    <a:close/>
                  </a:path>
                </a:pathLst>
              </a:cu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1214" name="Freeform 514">
                <a:extLst>
                  <a:ext uri="{FF2B5EF4-FFF2-40B4-BE49-F238E27FC236}">
                    <a16:creationId xmlns:a16="http://schemas.microsoft.com/office/drawing/2014/main" id="{64595F7C-24FD-DBD8-09E7-0EB3B3F64F0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539" y="3317"/>
                <a:ext cx="8" cy="3"/>
              </a:xfrm>
              <a:custGeom>
                <a:avLst/>
                <a:gdLst>
                  <a:gd name="T0" fmla="*/ 0 w 53"/>
                  <a:gd name="T1" fmla="*/ 0 h 26"/>
                  <a:gd name="T2" fmla="*/ 0 w 53"/>
                  <a:gd name="T3" fmla="*/ 0 h 26"/>
                  <a:gd name="T4" fmla="*/ 0 w 53"/>
                  <a:gd name="T5" fmla="*/ 0 h 26"/>
                  <a:gd name="T6" fmla="*/ 0 w 53"/>
                  <a:gd name="T7" fmla="*/ 0 h 26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53"/>
                  <a:gd name="T13" fmla="*/ 0 h 26"/>
                  <a:gd name="T14" fmla="*/ 53 w 53"/>
                  <a:gd name="T15" fmla="*/ 26 h 2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53" h="26">
                    <a:moveTo>
                      <a:pt x="0" y="26"/>
                    </a:moveTo>
                    <a:lnTo>
                      <a:pt x="53" y="5"/>
                    </a:lnTo>
                    <a:lnTo>
                      <a:pt x="51" y="0"/>
                    </a:lnTo>
                    <a:lnTo>
                      <a:pt x="0" y="26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1215" name="Line 515">
                <a:extLst>
                  <a:ext uri="{FF2B5EF4-FFF2-40B4-BE49-F238E27FC236}">
                    <a16:creationId xmlns:a16="http://schemas.microsoft.com/office/drawing/2014/main" id="{FFDEF778-672E-9E55-9B55-7EF99AA69A8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 flipV="1">
                <a:off x="3547" y="3317"/>
                <a:ext cx="1" cy="1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1216" name="Freeform 516">
                <a:extLst>
                  <a:ext uri="{FF2B5EF4-FFF2-40B4-BE49-F238E27FC236}">
                    <a16:creationId xmlns:a16="http://schemas.microsoft.com/office/drawing/2014/main" id="{7DF3D15F-F122-21F4-C254-370C2DFE518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526" y="3304"/>
                <a:ext cx="21" cy="20"/>
              </a:xfrm>
              <a:custGeom>
                <a:avLst/>
                <a:gdLst>
                  <a:gd name="T0" fmla="*/ 0 w 146"/>
                  <a:gd name="T1" fmla="*/ 0 h 139"/>
                  <a:gd name="T2" fmla="*/ 0 w 146"/>
                  <a:gd name="T3" fmla="*/ 0 h 139"/>
                  <a:gd name="T4" fmla="*/ 0 w 146"/>
                  <a:gd name="T5" fmla="*/ 0 h 139"/>
                  <a:gd name="T6" fmla="*/ 0 w 146"/>
                  <a:gd name="T7" fmla="*/ 0 h 139"/>
                  <a:gd name="T8" fmla="*/ 0 w 146"/>
                  <a:gd name="T9" fmla="*/ 0 h 139"/>
                  <a:gd name="T10" fmla="*/ 0 w 146"/>
                  <a:gd name="T11" fmla="*/ 0 h 139"/>
                  <a:gd name="T12" fmla="*/ 0 w 146"/>
                  <a:gd name="T13" fmla="*/ 0 h 139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146"/>
                  <a:gd name="T22" fmla="*/ 0 h 139"/>
                  <a:gd name="T23" fmla="*/ 146 w 146"/>
                  <a:gd name="T24" fmla="*/ 139 h 139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146" h="139">
                    <a:moveTo>
                      <a:pt x="45" y="139"/>
                    </a:moveTo>
                    <a:lnTo>
                      <a:pt x="95" y="114"/>
                    </a:lnTo>
                    <a:lnTo>
                      <a:pt x="146" y="88"/>
                    </a:lnTo>
                    <a:lnTo>
                      <a:pt x="101" y="0"/>
                    </a:lnTo>
                    <a:lnTo>
                      <a:pt x="50" y="26"/>
                    </a:lnTo>
                    <a:lnTo>
                      <a:pt x="0" y="52"/>
                    </a:lnTo>
                    <a:lnTo>
                      <a:pt x="45" y="139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1217" name="Freeform 517">
                <a:extLst>
                  <a:ext uri="{FF2B5EF4-FFF2-40B4-BE49-F238E27FC236}">
                    <a16:creationId xmlns:a16="http://schemas.microsoft.com/office/drawing/2014/main" id="{66AB3E9F-9885-A3EA-DACD-0925D1A025D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526" y="3304"/>
                <a:ext cx="21" cy="20"/>
              </a:xfrm>
              <a:custGeom>
                <a:avLst/>
                <a:gdLst>
                  <a:gd name="T0" fmla="*/ 0 w 146"/>
                  <a:gd name="T1" fmla="*/ 0 h 139"/>
                  <a:gd name="T2" fmla="*/ 0 w 146"/>
                  <a:gd name="T3" fmla="*/ 0 h 139"/>
                  <a:gd name="T4" fmla="*/ 0 w 146"/>
                  <a:gd name="T5" fmla="*/ 0 h 139"/>
                  <a:gd name="T6" fmla="*/ 0 w 146"/>
                  <a:gd name="T7" fmla="*/ 0 h 139"/>
                  <a:gd name="T8" fmla="*/ 0 w 146"/>
                  <a:gd name="T9" fmla="*/ 0 h 139"/>
                  <a:gd name="T10" fmla="*/ 0 w 146"/>
                  <a:gd name="T11" fmla="*/ 0 h 139"/>
                  <a:gd name="T12" fmla="*/ 0 w 146"/>
                  <a:gd name="T13" fmla="*/ 0 h 139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146"/>
                  <a:gd name="T22" fmla="*/ 0 h 139"/>
                  <a:gd name="T23" fmla="*/ 146 w 146"/>
                  <a:gd name="T24" fmla="*/ 139 h 139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146" h="139">
                    <a:moveTo>
                      <a:pt x="45" y="139"/>
                    </a:moveTo>
                    <a:lnTo>
                      <a:pt x="95" y="114"/>
                    </a:lnTo>
                    <a:lnTo>
                      <a:pt x="146" y="88"/>
                    </a:lnTo>
                    <a:lnTo>
                      <a:pt x="101" y="0"/>
                    </a:lnTo>
                    <a:lnTo>
                      <a:pt x="50" y="26"/>
                    </a:lnTo>
                    <a:lnTo>
                      <a:pt x="0" y="52"/>
                    </a:lnTo>
                    <a:lnTo>
                      <a:pt x="45" y="139"/>
                    </a:lnTo>
                    <a:close/>
                  </a:path>
                </a:pathLst>
              </a:cu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1218" name="Freeform 518">
                <a:extLst>
                  <a:ext uri="{FF2B5EF4-FFF2-40B4-BE49-F238E27FC236}">
                    <a16:creationId xmlns:a16="http://schemas.microsoft.com/office/drawing/2014/main" id="{B45B5D90-8A68-D54D-CC0B-3C4DDF25969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533" y="3303"/>
                <a:ext cx="7" cy="5"/>
              </a:xfrm>
              <a:custGeom>
                <a:avLst/>
                <a:gdLst>
                  <a:gd name="T0" fmla="*/ 0 w 51"/>
                  <a:gd name="T1" fmla="*/ 0 h 30"/>
                  <a:gd name="T2" fmla="*/ 0 w 51"/>
                  <a:gd name="T3" fmla="*/ 0 h 30"/>
                  <a:gd name="T4" fmla="*/ 0 w 51"/>
                  <a:gd name="T5" fmla="*/ 0 h 30"/>
                  <a:gd name="T6" fmla="*/ 0 w 51"/>
                  <a:gd name="T7" fmla="*/ 0 h 30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51"/>
                  <a:gd name="T13" fmla="*/ 0 h 30"/>
                  <a:gd name="T14" fmla="*/ 51 w 51"/>
                  <a:gd name="T15" fmla="*/ 30 h 30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51" h="30">
                    <a:moveTo>
                      <a:pt x="0" y="30"/>
                    </a:moveTo>
                    <a:lnTo>
                      <a:pt x="51" y="4"/>
                    </a:lnTo>
                    <a:lnTo>
                      <a:pt x="47" y="0"/>
                    </a:lnTo>
                    <a:lnTo>
                      <a:pt x="0" y="3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1219" name="Line 519">
                <a:extLst>
                  <a:ext uri="{FF2B5EF4-FFF2-40B4-BE49-F238E27FC236}">
                    <a16:creationId xmlns:a16="http://schemas.microsoft.com/office/drawing/2014/main" id="{AE3570A7-F609-03EA-5841-1789B6B6712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 flipV="1">
                <a:off x="3540" y="3303"/>
                <a:ext cx="1" cy="1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1220" name="Freeform 520">
                <a:extLst>
                  <a:ext uri="{FF2B5EF4-FFF2-40B4-BE49-F238E27FC236}">
                    <a16:creationId xmlns:a16="http://schemas.microsoft.com/office/drawing/2014/main" id="{9EBC0A1D-43F8-F4E1-3AFF-B6AEAAABC71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518" y="3292"/>
                <a:ext cx="22" cy="20"/>
              </a:xfrm>
              <a:custGeom>
                <a:avLst/>
                <a:gdLst>
                  <a:gd name="T0" fmla="*/ 0 w 148"/>
                  <a:gd name="T1" fmla="*/ 0 h 143"/>
                  <a:gd name="T2" fmla="*/ 0 w 148"/>
                  <a:gd name="T3" fmla="*/ 0 h 143"/>
                  <a:gd name="T4" fmla="*/ 0 w 148"/>
                  <a:gd name="T5" fmla="*/ 0 h 143"/>
                  <a:gd name="T6" fmla="*/ 0 w 148"/>
                  <a:gd name="T7" fmla="*/ 0 h 143"/>
                  <a:gd name="T8" fmla="*/ 0 w 148"/>
                  <a:gd name="T9" fmla="*/ 0 h 143"/>
                  <a:gd name="T10" fmla="*/ 0 w 148"/>
                  <a:gd name="T11" fmla="*/ 0 h 143"/>
                  <a:gd name="T12" fmla="*/ 0 w 148"/>
                  <a:gd name="T13" fmla="*/ 0 h 143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148"/>
                  <a:gd name="T22" fmla="*/ 0 h 143"/>
                  <a:gd name="T23" fmla="*/ 148 w 148"/>
                  <a:gd name="T24" fmla="*/ 143 h 143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148" h="143">
                    <a:moveTo>
                      <a:pt x="54" y="143"/>
                    </a:moveTo>
                    <a:lnTo>
                      <a:pt x="101" y="113"/>
                    </a:lnTo>
                    <a:lnTo>
                      <a:pt x="148" y="83"/>
                    </a:lnTo>
                    <a:lnTo>
                      <a:pt x="94" y="0"/>
                    </a:lnTo>
                    <a:lnTo>
                      <a:pt x="47" y="30"/>
                    </a:lnTo>
                    <a:lnTo>
                      <a:pt x="0" y="60"/>
                    </a:lnTo>
                    <a:lnTo>
                      <a:pt x="54" y="143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1221" name="Freeform 521">
                <a:extLst>
                  <a:ext uri="{FF2B5EF4-FFF2-40B4-BE49-F238E27FC236}">
                    <a16:creationId xmlns:a16="http://schemas.microsoft.com/office/drawing/2014/main" id="{377528E0-E700-E6DB-CAAC-14A9647841F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518" y="3292"/>
                <a:ext cx="22" cy="20"/>
              </a:xfrm>
              <a:custGeom>
                <a:avLst/>
                <a:gdLst>
                  <a:gd name="T0" fmla="*/ 0 w 148"/>
                  <a:gd name="T1" fmla="*/ 0 h 143"/>
                  <a:gd name="T2" fmla="*/ 0 w 148"/>
                  <a:gd name="T3" fmla="*/ 0 h 143"/>
                  <a:gd name="T4" fmla="*/ 0 w 148"/>
                  <a:gd name="T5" fmla="*/ 0 h 143"/>
                  <a:gd name="T6" fmla="*/ 0 w 148"/>
                  <a:gd name="T7" fmla="*/ 0 h 143"/>
                  <a:gd name="T8" fmla="*/ 0 w 148"/>
                  <a:gd name="T9" fmla="*/ 0 h 143"/>
                  <a:gd name="T10" fmla="*/ 0 w 148"/>
                  <a:gd name="T11" fmla="*/ 0 h 143"/>
                  <a:gd name="T12" fmla="*/ 0 w 148"/>
                  <a:gd name="T13" fmla="*/ 0 h 143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148"/>
                  <a:gd name="T22" fmla="*/ 0 h 143"/>
                  <a:gd name="T23" fmla="*/ 148 w 148"/>
                  <a:gd name="T24" fmla="*/ 143 h 143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148" h="143">
                    <a:moveTo>
                      <a:pt x="54" y="143"/>
                    </a:moveTo>
                    <a:lnTo>
                      <a:pt x="101" y="113"/>
                    </a:lnTo>
                    <a:lnTo>
                      <a:pt x="148" y="83"/>
                    </a:lnTo>
                    <a:lnTo>
                      <a:pt x="94" y="0"/>
                    </a:lnTo>
                    <a:lnTo>
                      <a:pt x="47" y="30"/>
                    </a:lnTo>
                    <a:lnTo>
                      <a:pt x="0" y="60"/>
                    </a:lnTo>
                    <a:lnTo>
                      <a:pt x="54" y="143"/>
                    </a:lnTo>
                    <a:close/>
                  </a:path>
                </a:pathLst>
              </a:cu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1222" name="Freeform 522">
                <a:extLst>
                  <a:ext uri="{FF2B5EF4-FFF2-40B4-BE49-F238E27FC236}">
                    <a16:creationId xmlns:a16="http://schemas.microsoft.com/office/drawing/2014/main" id="{7A653A9B-31C3-274C-3DD4-59992F1D20D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525" y="3291"/>
                <a:ext cx="7" cy="5"/>
              </a:xfrm>
              <a:custGeom>
                <a:avLst/>
                <a:gdLst>
                  <a:gd name="T0" fmla="*/ 0 w 47"/>
                  <a:gd name="T1" fmla="*/ 0 h 36"/>
                  <a:gd name="T2" fmla="*/ 0 w 47"/>
                  <a:gd name="T3" fmla="*/ 0 h 36"/>
                  <a:gd name="T4" fmla="*/ 0 w 47"/>
                  <a:gd name="T5" fmla="*/ 0 h 36"/>
                  <a:gd name="T6" fmla="*/ 0 w 47"/>
                  <a:gd name="T7" fmla="*/ 0 h 36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47"/>
                  <a:gd name="T13" fmla="*/ 0 h 36"/>
                  <a:gd name="T14" fmla="*/ 47 w 47"/>
                  <a:gd name="T15" fmla="*/ 36 h 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47" h="36">
                    <a:moveTo>
                      <a:pt x="0" y="36"/>
                    </a:moveTo>
                    <a:lnTo>
                      <a:pt x="47" y="6"/>
                    </a:lnTo>
                    <a:lnTo>
                      <a:pt x="44" y="0"/>
                    </a:lnTo>
                    <a:lnTo>
                      <a:pt x="0" y="36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1223" name="Line 523">
                <a:extLst>
                  <a:ext uri="{FF2B5EF4-FFF2-40B4-BE49-F238E27FC236}">
                    <a16:creationId xmlns:a16="http://schemas.microsoft.com/office/drawing/2014/main" id="{326BEDB8-4E0A-7D20-1142-E5647A97CFB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 flipV="1">
                <a:off x="3531" y="3291"/>
                <a:ext cx="1" cy="1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1224" name="Freeform 524">
                <a:extLst>
                  <a:ext uri="{FF2B5EF4-FFF2-40B4-BE49-F238E27FC236}">
                    <a16:creationId xmlns:a16="http://schemas.microsoft.com/office/drawing/2014/main" id="{C157F9CE-2A30-4212-F0A3-6E1A816FC40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510" y="3280"/>
                <a:ext cx="21" cy="21"/>
              </a:xfrm>
              <a:custGeom>
                <a:avLst/>
                <a:gdLst>
                  <a:gd name="T0" fmla="*/ 0 w 149"/>
                  <a:gd name="T1" fmla="*/ 0 h 148"/>
                  <a:gd name="T2" fmla="*/ 0 w 149"/>
                  <a:gd name="T3" fmla="*/ 0 h 148"/>
                  <a:gd name="T4" fmla="*/ 0 w 149"/>
                  <a:gd name="T5" fmla="*/ 0 h 148"/>
                  <a:gd name="T6" fmla="*/ 0 w 149"/>
                  <a:gd name="T7" fmla="*/ 0 h 148"/>
                  <a:gd name="T8" fmla="*/ 0 w 149"/>
                  <a:gd name="T9" fmla="*/ 0 h 148"/>
                  <a:gd name="T10" fmla="*/ 0 w 149"/>
                  <a:gd name="T11" fmla="*/ 0 h 148"/>
                  <a:gd name="T12" fmla="*/ 0 w 149"/>
                  <a:gd name="T13" fmla="*/ 0 h 148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149"/>
                  <a:gd name="T22" fmla="*/ 0 h 148"/>
                  <a:gd name="T23" fmla="*/ 149 w 149"/>
                  <a:gd name="T24" fmla="*/ 148 h 148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149" h="148">
                    <a:moveTo>
                      <a:pt x="62" y="148"/>
                    </a:moveTo>
                    <a:lnTo>
                      <a:pt x="105" y="112"/>
                    </a:lnTo>
                    <a:lnTo>
                      <a:pt x="149" y="76"/>
                    </a:lnTo>
                    <a:lnTo>
                      <a:pt x="87" y="0"/>
                    </a:lnTo>
                    <a:lnTo>
                      <a:pt x="44" y="36"/>
                    </a:lnTo>
                    <a:lnTo>
                      <a:pt x="0" y="72"/>
                    </a:lnTo>
                    <a:lnTo>
                      <a:pt x="62" y="148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1225" name="Freeform 525">
                <a:extLst>
                  <a:ext uri="{FF2B5EF4-FFF2-40B4-BE49-F238E27FC236}">
                    <a16:creationId xmlns:a16="http://schemas.microsoft.com/office/drawing/2014/main" id="{AA57D425-B53E-596A-0629-8375111033C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510" y="3280"/>
                <a:ext cx="21" cy="21"/>
              </a:xfrm>
              <a:custGeom>
                <a:avLst/>
                <a:gdLst>
                  <a:gd name="T0" fmla="*/ 0 w 149"/>
                  <a:gd name="T1" fmla="*/ 0 h 148"/>
                  <a:gd name="T2" fmla="*/ 0 w 149"/>
                  <a:gd name="T3" fmla="*/ 0 h 148"/>
                  <a:gd name="T4" fmla="*/ 0 w 149"/>
                  <a:gd name="T5" fmla="*/ 0 h 148"/>
                  <a:gd name="T6" fmla="*/ 0 w 149"/>
                  <a:gd name="T7" fmla="*/ 0 h 148"/>
                  <a:gd name="T8" fmla="*/ 0 w 149"/>
                  <a:gd name="T9" fmla="*/ 0 h 148"/>
                  <a:gd name="T10" fmla="*/ 0 w 149"/>
                  <a:gd name="T11" fmla="*/ 0 h 148"/>
                  <a:gd name="T12" fmla="*/ 0 w 149"/>
                  <a:gd name="T13" fmla="*/ 0 h 148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149"/>
                  <a:gd name="T22" fmla="*/ 0 h 148"/>
                  <a:gd name="T23" fmla="*/ 149 w 149"/>
                  <a:gd name="T24" fmla="*/ 148 h 148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149" h="148">
                    <a:moveTo>
                      <a:pt x="62" y="148"/>
                    </a:moveTo>
                    <a:lnTo>
                      <a:pt x="105" y="112"/>
                    </a:lnTo>
                    <a:lnTo>
                      <a:pt x="149" y="76"/>
                    </a:lnTo>
                    <a:lnTo>
                      <a:pt x="87" y="0"/>
                    </a:lnTo>
                    <a:lnTo>
                      <a:pt x="44" y="36"/>
                    </a:lnTo>
                    <a:lnTo>
                      <a:pt x="0" y="72"/>
                    </a:lnTo>
                    <a:lnTo>
                      <a:pt x="62" y="148"/>
                    </a:lnTo>
                    <a:close/>
                  </a:path>
                </a:pathLst>
              </a:cu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1226" name="Freeform 526">
                <a:extLst>
                  <a:ext uri="{FF2B5EF4-FFF2-40B4-BE49-F238E27FC236}">
                    <a16:creationId xmlns:a16="http://schemas.microsoft.com/office/drawing/2014/main" id="{41D13F62-F53B-5A07-9F84-74E4AC7FF9B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516" y="3279"/>
                <a:ext cx="7" cy="6"/>
              </a:xfrm>
              <a:custGeom>
                <a:avLst/>
                <a:gdLst>
                  <a:gd name="T0" fmla="*/ 0 w 43"/>
                  <a:gd name="T1" fmla="*/ 0 h 41"/>
                  <a:gd name="T2" fmla="*/ 0 w 43"/>
                  <a:gd name="T3" fmla="*/ 0 h 41"/>
                  <a:gd name="T4" fmla="*/ 0 w 43"/>
                  <a:gd name="T5" fmla="*/ 0 h 41"/>
                  <a:gd name="T6" fmla="*/ 0 w 43"/>
                  <a:gd name="T7" fmla="*/ 0 h 41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43"/>
                  <a:gd name="T13" fmla="*/ 0 h 41"/>
                  <a:gd name="T14" fmla="*/ 43 w 43"/>
                  <a:gd name="T15" fmla="*/ 41 h 41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43" h="41">
                    <a:moveTo>
                      <a:pt x="0" y="41"/>
                    </a:moveTo>
                    <a:lnTo>
                      <a:pt x="43" y="5"/>
                    </a:lnTo>
                    <a:lnTo>
                      <a:pt x="40" y="0"/>
                    </a:lnTo>
                    <a:lnTo>
                      <a:pt x="0" y="41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1227" name="Line 527">
                <a:extLst>
                  <a:ext uri="{FF2B5EF4-FFF2-40B4-BE49-F238E27FC236}">
                    <a16:creationId xmlns:a16="http://schemas.microsoft.com/office/drawing/2014/main" id="{2E293F97-C553-8B9B-5359-AB3A62EC683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 flipV="1">
                <a:off x="3522" y="3279"/>
                <a:ext cx="1" cy="1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1228" name="Freeform 528">
                <a:extLst>
                  <a:ext uri="{FF2B5EF4-FFF2-40B4-BE49-F238E27FC236}">
                    <a16:creationId xmlns:a16="http://schemas.microsoft.com/office/drawing/2014/main" id="{DE2A9C66-97F2-610C-DDC1-50317C29395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501" y="3269"/>
                <a:ext cx="21" cy="22"/>
              </a:xfrm>
              <a:custGeom>
                <a:avLst/>
                <a:gdLst>
                  <a:gd name="T0" fmla="*/ 0 w 150"/>
                  <a:gd name="T1" fmla="*/ 0 h 150"/>
                  <a:gd name="T2" fmla="*/ 0 w 150"/>
                  <a:gd name="T3" fmla="*/ 0 h 150"/>
                  <a:gd name="T4" fmla="*/ 0 w 150"/>
                  <a:gd name="T5" fmla="*/ 0 h 150"/>
                  <a:gd name="T6" fmla="*/ 0 w 150"/>
                  <a:gd name="T7" fmla="*/ 0 h 150"/>
                  <a:gd name="T8" fmla="*/ 0 w 150"/>
                  <a:gd name="T9" fmla="*/ 0 h 150"/>
                  <a:gd name="T10" fmla="*/ 0 w 150"/>
                  <a:gd name="T11" fmla="*/ 0 h 150"/>
                  <a:gd name="T12" fmla="*/ 0 w 150"/>
                  <a:gd name="T13" fmla="*/ 0 h 150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150"/>
                  <a:gd name="T22" fmla="*/ 0 h 150"/>
                  <a:gd name="T23" fmla="*/ 150 w 150"/>
                  <a:gd name="T24" fmla="*/ 150 h 150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150" h="150">
                    <a:moveTo>
                      <a:pt x="69" y="150"/>
                    </a:moveTo>
                    <a:lnTo>
                      <a:pt x="110" y="110"/>
                    </a:lnTo>
                    <a:lnTo>
                      <a:pt x="150" y="69"/>
                    </a:lnTo>
                    <a:lnTo>
                      <a:pt x="80" y="0"/>
                    </a:lnTo>
                    <a:lnTo>
                      <a:pt x="40" y="40"/>
                    </a:lnTo>
                    <a:lnTo>
                      <a:pt x="0" y="81"/>
                    </a:lnTo>
                    <a:lnTo>
                      <a:pt x="69" y="15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1229" name="Freeform 529">
                <a:extLst>
                  <a:ext uri="{FF2B5EF4-FFF2-40B4-BE49-F238E27FC236}">
                    <a16:creationId xmlns:a16="http://schemas.microsoft.com/office/drawing/2014/main" id="{0680D4B8-DF04-4916-6070-7088F317F09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501" y="3269"/>
                <a:ext cx="21" cy="22"/>
              </a:xfrm>
              <a:custGeom>
                <a:avLst/>
                <a:gdLst>
                  <a:gd name="T0" fmla="*/ 0 w 150"/>
                  <a:gd name="T1" fmla="*/ 0 h 150"/>
                  <a:gd name="T2" fmla="*/ 0 w 150"/>
                  <a:gd name="T3" fmla="*/ 0 h 150"/>
                  <a:gd name="T4" fmla="*/ 0 w 150"/>
                  <a:gd name="T5" fmla="*/ 0 h 150"/>
                  <a:gd name="T6" fmla="*/ 0 w 150"/>
                  <a:gd name="T7" fmla="*/ 0 h 150"/>
                  <a:gd name="T8" fmla="*/ 0 w 150"/>
                  <a:gd name="T9" fmla="*/ 0 h 150"/>
                  <a:gd name="T10" fmla="*/ 0 w 150"/>
                  <a:gd name="T11" fmla="*/ 0 h 150"/>
                  <a:gd name="T12" fmla="*/ 0 w 150"/>
                  <a:gd name="T13" fmla="*/ 0 h 150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150"/>
                  <a:gd name="T22" fmla="*/ 0 h 150"/>
                  <a:gd name="T23" fmla="*/ 150 w 150"/>
                  <a:gd name="T24" fmla="*/ 150 h 150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150" h="150">
                    <a:moveTo>
                      <a:pt x="69" y="150"/>
                    </a:moveTo>
                    <a:lnTo>
                      <a:pt x="110" y="110"/>
                    </a:lnTo>
                    <a:lnTo>
                      <a:pt x="150" y="69"/>
                    </a:lnTo>
                    <a:lnTo>
                      <a:pt x="80" y="0"/>
                    </a:lnTo>
                    <a:lnTo>
                      <a:pt x="40" y="40"/>
                    </a:lnTo>
                    <a:lnTo>
                      <a:pt x="0" y="81"/>
                    </a:lnTo>
                    <a:lnTo>
                      <a:pt x="69" y="150"/>
                    </a:lnTo>
                    <a:close/>
                  </a:path>
                </a:pathLst>
              </a:cu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1230" name="Freeform 530">
                <a:extLst>
                  <a:ext uri="{FF2B5EF4-FFF2-40B4-BE49-F238E27FC236}">
                    <a16:creationId xmlns:a16="http://schemas.microsoft.com/office/drawing/2014/main" id="{0A706A62-A8CC-B0E9-AA6B-37501B2544A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506" y="3269"/>
                <a:ext cx="6" cy="6"/>
              </a:xfrm>
              <a:custGeom>
                <a:avLst/>
                <a:gdLst>
                  <a:gd name="T0" fmla="*/ 0 w 40"/>
                  <a:gd name="T1" fmla="*/ 0 h 44"/>
                  <a:gd name="T2" fmla="*/ 0 w 40"/>
                  <a:gd name="T3" fmla="*/ 0 h 44"/>
                  <a:gd name="T4" fmla="*/ 0 w 40"/>
                  <a:gd name="T5" fmla="*/ 0 h 44"/>
                  <a:gd name="T6" fmla="*/ 0 w 40"/>
                  <a:gd name="T7" fmla="*/ 0 h 44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40"/>
                  <a:gd name="T13" fmla="*/ 0 h 44"/>
                  <a:gd name="T14" fmla="*/ 40 w 40"/>
                  <a:gd name="T15" fmla="*/ 44 h 44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40" h="44">
                    <a:moveTo>
                      <a:pt x="0" y="44"/>
                    </a:moveTo>
                    <a:lnTo>
                      <a:pt x="40" y="4"/>
                    </a:lnTo>
                    <a:lnTo>
                      <a:pt x="36" y="0"/>
                    </a:lnTo>
                    <a:lnTo>
                      <a:pt x="0" y="44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1231" name="Line 531">
                <a:extLst>
                  <a:ext uri="{FF2B5EF4-FFF2-40B4-BE49-F238E27FC236}">
                    <a16:creationId xmlns:a16="http://schemas.microsoft.com/office/drawing/2014/main" id="{C6D0ACB2-000F-4B71-B068-7040B16004D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 flipV="1">
                <a:off x="3512" y="3269"/>
                <a:ext cx="1" cy="1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1232" name="Freeform 532">
                <a:extLst>
                  <a:ext uri="{FF2B5EF4-FFF2-40B4-BE49-F238E27FC236}">
                    <a16:creationId xmlns:a16="http://schemas.microsoft.com/office/drawing/2014/main" id="{6BFBFD76-0428-DD72-0D7F-EB3F101C8FF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490" y="3260"/>
                <a:ext cx="22" cy="21"/>
              </a:xfrm>
              <a:custGeom>
                <a:avLst/>
                <a:gdLst>
                  <a:gd name="T0" fmla="*/ 0 w 148"/>
                  <a:gd name="T1" fmla="*/ 0 h 149"/>
                  <a:gd name="T2" fmla="*/ 0 w 148"/>
                  <a:gd name="T3" fmla="*/ 0 h 149"/>
                  <a:gd name="T4" fmla="*/ 0 w 148"/>
                  <a:gd name="T5" fmla="*/ 0 h 149"/>
                  <a:gd name="T6" fmla="*/ 0 w 148"/>
                  <a:gd name="T7" fmla="*/ 0 h 149"/>
                  <a:gd name="T8" fmla="*/ 0 w 148"/>
                  <a:gd name="T9" fmla="*/ 0 h 149"/>
                  <a:gd name="T10" fmla="*/ 0 w 148"/>
                  <a:gd name="T11" fmla="*/ 0 h 149"/>
                  <a:gd name="T12" fmla="*/ 0 w 148"/>
                  <a:gd name="T13" fmla="*/ 0 h 149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148"/>
                  <a:gd name="T22" fmla="*/ 0 h 149"/>
                  <a:gd name="T23" fmla="*/ 148 w 148"/>
                  <a:gd name="T24" fmla="*/ 149 h 149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148" h="149">
                    <a:moveTo>
                      <a:pt x="76" y="149"/>
                    </a:moveTo>
                    <a:lnTo>
                      <a:pt x="112" y="105"/>
                    </a:lnTo>
                    <a:lnTo>
                      <a:pt x="148" y="61"/>
                    </a:lnTo>
                    <a:lnTo>
                      <a:pt x="72" y="0"/>
                    </a:lnTo>
                    <a:lnTo>
                      <a:pt x="36" y="43"/>
                    </a:lnTo>
                    <a:lnTo>
                      <a:pt x="0" y="87"/>
                    </a:lnTo>
                    <a:lnTo>
                      <a:pt x="76" y="149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1233" name="Freeform 533">
                <a:extLst>
                  <a:ext uri="{FF2B5EF4-FFF2-40B4-BE49-F238E27FC236}">
                    <a16:creationId xmlns:a16="http://schemas.microsoft.com/office/drawing/2014/main" id="{41144511-5172-8C09-7D75-9390F7A8F74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490" y="3260"/>
                <a:ext cx="22" cy="21"/>
              </a:xfrm>
              <a:custGeom>
                <a:avLst/>
                <a:gdLst>
                  <a:gd name="T0" fmla="*/ 0 w 148"/>
                  <a:gd name="T1" fmla="*/ 0 h 149"/>
                  <a:gd name="T2" fmla="*/ 0 w 148"/>
                  <a:gd name="T3" fmla="*/ 0 h 149"/>
                  <a:gd name="T4" fmla="*/ 0 w 148"/>
                  <a:gd name="T5" fmla="*/ 0 h 149"/>
                  <a:gd name="T6" fmla="*/ 0 w 148"/>
                  <a:gd name="T7" fmla="*/ 0 h 149"/>
                  <a:gd name="T8" fmla="*/ 0 w 148"/>
                  <a:gd name="T9" fmla="*/ 0 h 149"/>
                  <a:gd name="T10" fmla="*/ 0 w 148"/>
                  <a:gd name="T11" fmla="*/ 0 h 149"/>
                  <a:gd name="T12" fmla="*/ 0 w 148"/>
                  <a:gd name="T13" fmla="*/ 0 h 149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148"/>
                  <a:gd name="T22" fmla="*/ 0 h 149"/>
                  <a:gd name="T23" fmla="*/ 148 w 148"/>
                  <a:gd name="T24" fmla="*/ 149 h 149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148" h="149">
                    <a:moveTo>
                      <a:pt x="76" y="149"/>
                    </a:moveTo>
                    <a:lnTo>
                      <a:pt x="112" y="105"/>
                    </a:lnTo>
                    <a:lnTo>
                      <a:pt x="148" y="61"/>
                    </a:lnTo>
                    <a:lnTo>
                      <a:pt x="72" y="0"/>
                    </a:lnTo>
                    <a:lnTo>
                      <a:pt x="36" y="43"/>
                    </a:lnTo>
                    <a:lnTo>
                      <a:pt x="0" y="87"/>
                    </a:lnTo>
                    <a:lnTo>
                      <a:pt x="76" y="149"/>
                    </a:lnTo>
                    <a:close/>
                  </a:path>
                </a:pathLst>
              </a:cu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1234" name="Freeform 534">
                <a:extLst>
                  <a:ext uri="{FF2B5EF4-FFF2-40B4-BE49-F238E27FC236}">
                    <a16:creationId xmlns:a16="http://schemas.microsoft.com/office/drawing/2014/main" id="{1F556283-B15E-F837-23C5-EAB44F57365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496" y="3259"/>
                <a:ext cx="5" cy="7"/>
              </a:xfrm>
              <a:custGeom>
                <a:avLst/>
                <a:gdLst>
                  <a:gd name="T0" fmla="*/ 0 w 36"/>
                  <a:gd name="T1" fmla="*/ 0 h 47"/>
                  <a:gd name="T2" fmla="*/ 0 w 36"/>
                  <a:gd name="T3" fmla="*/ 0 h 47"/>
                  <a:gd name="T4" fmla="*/ 0 w 36"/>
                  <a:gd name="T5" fmla="*/ 0 h 47"/>
                  <a:gd name="T6" fmla="*/ 0 w 36"/>
                  <a:gd name="T7" fmla="*/ 0 h 47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36"/>
                  <a:gd name="T13" fmla="*/ 0 h 47"/>
                  <a:gd name="T14" fmla="*/ 36 w 36"/>
                  <a:gd name="T15" fmla="*/ 47 h 47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36" h="47">
                    <a:moveTo>
                      <a:pt x="0" y="47"/>
                    </a:moveTo>
                    <a:lnTo>
                      <a:pt x="36" y="4"/>
                    </a:lnTo>
                    <a:lnTo>
                      <a:pt x="30" y="0"/>
                    </a:lnTo>
                    <a:lnTo>
                      <a:pt x="0" y="47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1235" name="Line 535">
                <a:extLst>
                  <a:ext uri="{FF2B5EF4-FFF2-40B4-BE49-F238E27FC236}">
                    <a16:creationId xmlns:a16="http://schemas.microsoft.com/office/drawing/2014/main" id="{81B9B087-B008-92CF-746A-6B2C1138241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 flipV="1">
                <a:off x="3500" y="3259"/>
                <a:ext cx="1" cy="1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1236" name="Freeform 536">
                <a:extLst>
                  <a:ext uri="{FF2B5EF4-FFF2-40B4-BE49-F238E27FC236}">
                    <a16:creationId xmlns:a16="http://schemas.microsoft.com/office/drawing/2014/main" id="{714B16B9-1AAC-1A37-557C-ED8A06B0E27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479" y="3252"/>
                <a:ext cx="21" cy="21"/>
              </a:xfrm>
              <a:custGeom>
                <a:avLst/>
                <a:gdLst>
                  <a:gd name="T0" fmla="*/ 0 w 143"/>
                  <a:gd name="T1" fmla="*/ 0 h 147"/>
                  <a:gd name="T2" fmla="*/ 0 w 143"/>
                  <a:gd name="T3" fmla="*/ 0 h 147"/>
                  <a:gd name="T4" fmla="*/ 0 w 143"/>
                  <a:gd name="T5" fmla="*/ 0 h 147"/>
                  <a:gd name="T6" fmla="*/ 0 w 143"/>
                  <a:gd name="T7" fmla="*/ 0 h 147"/>
                  <a:gd name="T8" fmla="*/ 0 w 143"/>
                  <a:gd name="T9" fmla="*/ 0 h 147"/>
                  <a:gd name="T10" fmla="*/ 0 w 143"/>
                  <a:gd name="T11" fmla="*/ 0 h 147"/>
                  <a:gd name="T12" fmla="*/ 0 w 143"/>
                  <a:gd name="T13" fmla="*/ 0 h 147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143"/>
                  <a:gd name="T22" fmla="*/ 0 h 147"/>
                  <a:gd name="T23" fmla="*/ 143 w 143"/>
                  <a:gd name="T24" fmla="*/ 147 h 147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143" h="147">
                    <a:moveTo>
                      <a:pt x="82" y="147"/>
                    </a:moveTo>
                    <a:lnTo>
                      <a:pt x="113" y="99"/>
                    </a:lnTo>
                    <a:lnTo>
                      <a:pt x="143" y="52"/>
                    </a:lnTo>
                    <a:lnTo>
                      <a:pt x="61" y="0"/>
                    </a:lnTo>
                    <a:lnTo>
                      <a:pt x="31" y="47"/>
                    </a:lnTo>
                    <a:lnTo>
                      <a:pt x="0" y="94"/>
                    </a:lnTo>
                    <a:lnTo>
                      <a:pt x="82" y="147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1237" name="Freeform 537">
                <a:extLst>
                  <a:ext uri="{FF2B5EF4-FFF2-40B4-BE49-F238E27FC236}">
                    <a16:creationId xmlns:a16="http://schemas.microsoft.com/office/drawing/2014/main" id="{828BBD12-63BB-F846-F33B-2263D3661B8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479" y="3252"/>
                <a:ext cx="21" cy="21"/>
              </a:xfrm>
              <a:custGeom>
                <a:avLst/>
                <a:gdLst>
                  <a:gd name="T0" fmla="*/ 0 w 143"/>
                  <a:gd name="T1" fmla="*/ 0 h 147"/>
                  <a:gd name="T2" fmla="*/ 0 w 143"/>
                  <a:gd name="T3" fmla="*/ 0 h 147"/>
                  <a:gd name="T4" fmla="*/ 0 w 143"/>
                  <a:gd name="T5" fmla="*/ 0 h 147"/>
                  <a:gd name="T6" fmla="*/ 0 w 143"/>
                  <a:gd name="T7" fmla="*/ 0 h 147"/>
                  <a:gd name="T8" fmla="*/ 0 w 143"/>
                  <a:gd name="T9" fmla="*/ 0 h 147"/>
                  <a:gd name="T10" fmla="*/ 0 w 143"/>
                  <a:gd name="T11" fmla="*/ 0 h 147"/>
                  <a:gd name="T12" fmla="*/ 0 w 143"/>
                  <a:gd name="T13" fmla="*/ 0 h 147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143"/>
                  <a:gd name="T22" fmla="*/ 0 h 147"/>
                  <a:gd name="T23" fmla="*/ 143 w 143"/>
                  <a:gd name="T24" fmla="*/ 147 h 147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143" h="147">
                    <a:moveTo>
                      <a:pt x="82" y="147"/>
                    </a:moveTo>
                    <a:lnTo>
                      <a:pt x="113" y="99"/>
                    </a:lnTo>
                    <a:lnTo>
                      <a:pt x="143" y="52"/>
                    </a:lnTo>
                    <a:lnTo>
                      <a:pt x="61" y="0"/>
                    </a:lnTo>
                    <a:lnTo>
                      <a:pt x="31" y="47"/>
                    </a:lnTo>
                    <a:lnTo>
                      <a:pt x="0" y="94"/>
                    </a:lnTo>
                    <a:lnTo>
                      <a:pt x="82" y="147"/>
                    </a:lnTo>
                    <a:close/>
                  </a:path>
                </a:pathLst>
              </a:cu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1238" name="Freeform 538">
                <a:extLst>
                  <a:ext uri="{FF2B5EF4-FFF2-40B4-BE49-F238E27FC236}">
                    <a16:creationId xmlns:a16="http://schemas.microsoft.com/office/drawing/2014/main" id="{596FC3F5-EEDD-34B6-505F-610D773601B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484" y="3251"/>
                <a:ext cx="4" cy="8"/>
              </a:xfrm>
              <a:custGeom>
                <a:avLst/>
                <a:gdLst>
                  <a:gd name="T0" fmla="*/ 0 w 30"/>
                  <a:gd name="T1" fmla="*/ 0 h 51"/>
                  <a:gd name="T2" fmla="*/ 0 w 30"/>
                  <a:gd name="T3" fmla="*/ 0 h 51"/>
                  <a:gd name="T4" fmla="*/ 0 w 30"/>
                  <a:gd name="T5" fmla="*/ 0 h 51"/>
                  <a:gd name="T6" fmla="*/ 0 w 30"/>
                  <a:gd name="T7" fmla="*/ 0 h 51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30"/>
                  <a:gd name="T13" fmla="*/ 0 h 51"/>
                  <a:gd name="T14" fmla="*/ 30 w 30"/>
                  <a:gd name="T15" fmla="*/ 51 h 51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30" h="51">
                    <a:moveTo>
                      <a:pt x="0" y="51"/>
                    </a:moveTo>
                    <a:lnTo>
                      <a:pt x="30" y="4"/>
                    </a:lnTo>
                    <a:lnTo>
                      <a:pt x="26" y="0"/>
                    </a:lnTo>
                    <a:lnTo>
                      <a:pt x="0" y="51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1239" name="Line 539">
                <a:extLst>
                  <a:ext uri="{FF2B5EF4-FFF2-40B4-BE49-F238E27FC236}">
                    <a16:creationId xmlns:a16="http://schemas.microsoft.com/office/drawing/2014/main" id="{D189E49C-6B5E-1756-20F2-4B4AD4CB9CB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 flipV="1">
                <a:off x="3488" y="3251"/>
                <a:ext cx="1" cy="1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1240" name="Freeform 540">
                <a:extLst>
                  <a:ext uri="{FF2B5EF4-FFF2-40B4-BE49-F238E27FC236}">
                    <a16:creationId xmlns:a16="http://schemas.microsoft.com/office/drawing/2014/main" id="{01CC74D5-40AF-21DB-73E4-6FEF09381F2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468" y="3245"/>
                <a:ext cx="20" cy="21"/>
              </a:xfrm>
              <a:custGeom>
                <a:avLst/>
                <a:gdLst>
                  <a:gd name="T0" fmla="*/ 0 w 140"/>
                  <a:gd name="T1" fmla="*/ 0 h 146"/>
                  <a:gd name="T2" fmla="*/ 0 w 140"/>
                  <a:gd name="T3" fmla="*/ 0 h 146"/>
                  <a:gd name="T4" fmla="*/ 0 w 140"/>
                  <a:gd name="T5" fmla="*/ 0 h 146"/>
                  <a:gd name="T6" fmla="*/ 0 w 140"/>
                  <a:gd name="T7" fmla="*/ 0 h 146"/>
                  <a:gd name="T8" fmla="*/ 0 w 140"/>
                  <a:gd name="T9" fmla="*/ 0 h 146"/>
                  <a:gd name="T10" fmla="*/ 0 w 140"/>
                  <a:gd name="T11" fmla="*/ 0 h 146"/>
                  <a:gd name="T12" fmla="*/ 0 w 140"/>
                  <a:gd name="T13" fmla="*/ 0 h 14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140"/>
                  <a:gd name="T22" fmla="*/ 0 h 146"/>
                  <a:gd name="T23" fmla="*/ 140 w 140"/>
                  <a:gd name="T24" fmla="*/ 146 h 14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140" h="146">
                    <a:moveTo>
                      <a:pt x="88" y="146"/>
                    </a:moveTo>
                    <a:lnTo>
                      <a:pt x="114" y="96"/>
                    </a:lnTo>
                    <a:lnTo>
                      <a:pt x="140" y="45"/>
                    </a:lnTo>
                    <a:lnTo>
                      <a:pt x="52" y="0"/>
                    </a:lnTo>
                    <a:lnTo>
                      <a:pt x="26" y="51"/>
                    </a:lnTo>
                    <a:lnTo>
                      <a:pt x="0" y="101"/>
                    </a:lnTo>
                    <a:lnTo>
                      <a:pt x="88" y="146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1241" name="Freeform 541">
                <a:extLst>
                  <a:ext uri="{FF2B5EF4-FFF2-40B4-BE49-F238E27FC236}">
                    <a16:creationId xmlns:a16="http://schemas.microsoft.com/office/drawing/2014/main" id="{880E2799-DE7A-A800-C8DB-7162EF46286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468" y="3245"/>
                <a:ext cx="20" cy="21"/>
              </a:xfrm>
              <a:custGeom>
                <a:avLst/>
                <a:gdLst>
                  <a:gd name="T0" fmla="*/ 0 w 140"/>
                  <a:gd name="T1" fmla="*/ 0 h 146"/>
                  <a:gd name="T2" fmla="*/ 0 w 140"/>
                  <a:gd name="T3" fmla="*/ 0 h 146"/>
                  <a:gd name="T4" fmla="*/ 0 w 140"/>
                  <a:gd name="T5" fmla="*/ 0 h 146"/>
                  <a:gd name="T6" fmla="*/ 0 w 140"/>
                  <a:gd name="T7" fmla="*/ 0 h 146"/>
                  <a:gd name="T8" fmla="*/ 0 w 140"/>
                  <a:gd name="T9" fmla="*/ 0 h 146"/>
                  <a:gd name="T10" fmla="*/ 0 w 140"/>
                  <a:gd name="T11" fmla="*/ 0 h 146"/>
                  <a:gd name="T12" fmla="*/ 0 w 140"/>
                  <a:gd name="T13" fmla="*/ 0 h 14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140"/>
                  <a:gd name="T22" fmla="*/ 0 h 146"/>
                  <a:gd name="T23" fmla="*/ 140 w 140"/>
                  <a:gd name="T24" fmla="*/ 146 h 14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140" h="146">
                    <a:moveTo>
                      <a:pt x="88" y="146"/>
                    </a:moveTo>
                    <a:lnTo>
                      <a:pt x="114" y="96"/>
                    </a:lnTo>
                    <a:lnTo>
                      <a:pt x="140" y="45"/>
                    </a:lnTo>
                    <a:lnTo>
                      <a:pt x="52" y="0"/>
                    </a:lnTo>
                    <a:lnTo>
                      <a:pt x="26" y="51"/>
                    </a:lnTo>
                    <a:lnTo>
                      <a:pt x="0" y="101"/>
                    </a:lnTo>
                    <a:lnTo>
                      <a:pt x="88" y="146"/>
                    </a:lnTo>
                    <a:close/>
                  </a:path>
                </a:pathLst>
              </a:cu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1242" name="Freeform 542">
                <a:extLst>
                  <a:ext uri="{FF2B5EF4-FFF2-40B4-BE49-F238E27FC236}">
                    <a16:creationId xmlns:a16="http://schemas.microsoft.com/office/drawing/2014/main" id="{C7B14919-319B-D6EF-84CD-C821979B64D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471" y="3245"/>
                <a:ext cx="4" cy="7"/>
              </a:xfrm>
              <a:custGeom>
                <a:avLst/>
                <a:gdLst>
                  <a:gd name="T0" fmla="*/ 0 w 26"/>
                  <a:gd name="T1" fmla="*/ 0 h 53"/>
                  <a:gd name="T2" fmla="*/ 0 w 26"/>
                  <a:gd name="T3" fmla="*/ 0 h 53"/>
                  <a:gd name="T4" fmla="*/ 0 w 26"/>
                  <a:gd name="T5" fmla="*/ 0 h 53"/>
                  <a:gd name="T6" fmla="*/ 0 w 26"/>
                  <a:gd name="T7" fmla="*/ 0 h 53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26"/>
                  <a:gd name="T13" fmla="*/ 0 h 53"/>
                  <a:gd name="T14" fmla="*/ 26 w 26"/>
                  <a:gd name="T15" fmla="*/ 53 h 53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26" h="53">
                    <a:moveTo>
                      <a:pt x="0" y="53"/>
                    </a:moveTo>
                    <a:lnTo>
                      <a:pt x="26" y="2"/>
                    </a:lnTo>
                    <a:lnTo>
                      <a:pt x="20" y="0"/>
                    </a:lnTo>
                    <a:lnTo>
                      <a:pt x="0" y="53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1243" name="Line 543">
                <a:extLst>
                  <a:ext uri="{FF2B5EF4-FFF2-40B4-BE49-F238E27FC236}">
                    <a16:creationId xmlns:a16="http://schemas.microsoft.com/office/drawing/2014/main" id="{B9FFBDBE-14A5-C02E-6D67-94406DACC9A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 flipV="1">
                <a:off x="3474" y="3245"/>
                <a:ext cx="1" cy="1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1244" name="Freeform 544">
                <a:extLst>
                  <a:ext uri="{FF2B5EF4-FFF2-40B4-BE49-F238E27FC236}">
                    <a16:creationId xmlns:a16="http://schemas.microsoft.com/office/drawing/2014/main" id="{2E5FF600-2F8B-E5DC-6F61-CE62CBC8ABD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455" y="3240"/>
                <a:ext cx="19" cy="20"/>
              </a:xfrm>
              <a:custGeom>
                <a:avLst/>
                <a:gdLst>
                  <a:gd name="T0" fmla="*/ 0 w 131"/>
                  <a:gd name="T1" fmla="*/ 0 h 141"/>
                  <a:gd name="T2" fmla="*/ 0 w 131"/>
                  <a:gd name="T3" fmla="*/ 0 h 141"/>
                  <a:gd name="T4" fmla="*/ 0 w 131"/>
                  <a:gd name="T5" fmla="*/ 0 h 141"/>
                  <a:gd name="T6" fmla="*/ 0 w 131"/>
                  <a:gd name="T7" fmla="*/ 0 h 141"/>
                  <a:gd name="T8" fmla="*/ 0 w 131"/>
                  <a:gd name="T9" fmla="*/ 0 h 141"/>
                  <a:gd name="T10" fmla="*/ 0 w 131"/>
                  <a:gd name="T11" fmla="*/ 0 h 141"/>
                  <a:gd name="T12" fmla="*/ 0 w 131"/>
                  <a:gd name="T13" fmla="*/ 0 h 141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131"/>
                  <a:gd name="T22" fmla="*/ 0 h 141"/>
                  <a:gd name="T23" fmla="*/ 131 w 131"/>
                  <a:gd name="T24" fmla="*/ 141 h 141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131" h="141">
                    <a:moveTo>
                      <a:pt x="91" y="141"/>
                    </a:moveTo>
                    <a:lnTo>
                      <a:pt x="111" y="88"/>
                    </a:lnTo>
                    <a:lnTo>
                      <a:pt x="131" y="35"/>
                    </a:lnTo>
                    <a:lnTo>
                      <a:pt x="41" y="0"/>
                    </a:lnTo>
                    <a:lnTo>
                      <a:pt x="20" y="53"/>
                    </a:lnTo>
                    <a:lnTo>
                      <a:pt x="0" y="106"/>
                    </a:lnTo>
                    <a:lnTo>
                      <a:pt x="91" y="141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1245" name="Freeform 545">
                <a:extLst>
                  <a:ext uri="{FF2B5EF4-FFF2-40B4-BE49-F238E27FC236}">
                    <a16:creationId xmlns:a16="http://schemas.microsoft.com/office/drawing/2014/main" id="{F9365DE5-E83D-9884-C061-23E98C5FC62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455" y="3240"/>
                <a:ext cx="19" cy="20"/>
              </a:xfrm>
              <a:custGeom>
                <a:avLst/>
                <a:gdLst>
                  <a:gd name="T0" fmla="*/ 0 w 131"/>
                  <a:gd name="T1" fmla="*/ 0 h 141"/>
                  <a:gd name="T2" fmla="*/ 0 w 131"/>
                  <a:gd name="T3" fmla="*/ 0 h 141"/>
                  <a:gd name="T4" fmla="*/ 0 w 131"/>
                  <a:gd name="T5" fmla="*/ 0 h 141"/>
                  <a:gd name="T6" fmla="*/ 0 w 131"/>
                  <a:gd name="T7" fmla="*/ 0 h 141"/>
                  <a:gd name="T8" fmla="*/ 0 w 131"/>
                  <a:gd name="T9" fmla="*/ 0 h 141"/>
                  <a:gd name="T10" fmla="*/ 0 w 131"/>
                  <a:gd name="T11" fmla="*/ 0 h 141"/>
                  <a:gd name="T12" fmla="*/ 0 w 131"/>
                  <a:gd name="T13" fmla="*/ 0 h 141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131"/>
                  <a:gd name="T22" fmla="*/ 0 h 141"/>
                  <a:gd name="T23" fmla="*/ 131 w 131"/>
                  <a:gd name="T24" fmla="*/ 141 h 141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131" h="141">
                    <a:moveTo>
                      <a:pt x="91" y="141"/>
                    </a:moveTo>
                    <a:lnTo>
                      <a:pt x="111" y="88"/>
                    </a:lnTo>
                    <a:lnTo>
                      <a:pt x="131" y="35"/>
                    </a:lnTo>
                    <a:lnTo>
                      <a:pt x="41" y="0"/>
                    </a:lnTo>
                    <a:lnTo>
                      <a:pt x="20" y="53"/>
                    </a:lnTo>
                    <a:lnTo>
                      <a:pt x="0" y="106"/>
                    </a:lnTo>
                    <a:lnTo>
                      <a:pt x="91" y="141"/>
                    </a:lnTo>
                    <a:close/>
                  </a:path>
                </a:pathLst>
              </a:cu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1246" name="Freeform 546">
                <a:extLst>
                  <a:ext uri="{FF2B5EF4-FFF2-40B4-BE49-F238E27FC236}">
                    <a16:creationId xmlns:a16="http://schemas.microsoft.com/office/drawing/2014/main" id="{5ED41849-AB09-5DB5-24B8-887D7829F54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458" y="3239"/>
                <a:ext cx="3" cy="8"/>
              </a:xfrm>
              <a:custGeom>
                <a:avLst/>
                <a:gdLst>
                  <a:gd name="T0" fmla="*/ 0 w 21"/>
                  <a:gd name="T1" fmla="*/ 0 h 55"/>
                  <a:gd name="T2" fmla="*/ 0 w 21"/>
                  <a:gd name="T3" fmla="*/ 0 h 55"/>
                  <a:gd name="T4" fmla="*/ 0 w 21"/>
                  <a:gd name="T5" fmla="*/ 0 h 55"/>
                  <a:gd name="T6" fmla="*/ 0 w 21"/>
                  <a:gd name="T7" fmla="*/ 0 h 55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21"/>
                  <a:gd name="T13" fmla="*/ 0 h 55"/>
                  <a:gd name="T14" fmla="*/ 21 w 21"/>
                  <a:gd name="T15" fmla="*/ 55 h 55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21" h="55">
                    <a:moveTo>
                      <a:pt x="0" y="55"/>
                    </a:moveTo>
                    <a:lnTo>
                      <a:pt x="21" y="2"/>
                    </a:lnTo>
                    <a:lnTo>
                      <a:pt x="15" y="0"/>
                    </a:lnTo>
                    <a:lnTo>
                      <a:pt x="0" y="55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1247" name="Line 547">
                <a:extLst>
                  <a:ext uri="{FF2B5EF4-FFF2-40B4-BE49-F238E27FC236}">
                    <a16:creationId xmlns:a16="http://schemas.microsoft.com/office/drawing/2014/main" id="{2CC7816E-FFAC-1D97-5C49-B3D20D305EF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 flipV="1">
                <a:off x="3460" y="3239"/>
                <a:ext cx="1" cy="1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1248" name="Freeform 548">
                <a:extLst>
                  <a:ext uri="{FF2B5EF4-FFF2-40B4-BE49-F238E27FC236}">
                    <a16:creationId xmlns:a16="http://schemas.microsoft.com/office/drawing/2014/main" id="{182DD44D-BA8C-9EB0-D430-ED91FFE2D37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443" y="3236"/>
                <a:ext cx="17" cy="19"/>
              </a:xfrm>
              <a:custGeom>
                <a:avLst/>
                <a:gdLst>
                  <a:gd name="T0" fmla="*/ 0 w 125"/>
                  <a:gd name="T1" fmla="*/ 0 h 136"/>
                  <a:gd name="T2" fmla="*/ 0 w 125"/>
                  <a:gd name="T3" fmla="*/ 0 h 136"/>
                  <a:gd name="T4" fmla="*/ 0 w 125"/>
                  <a:gd name="T5" fmla="*/ 0 h 136"/>
                  <a:gd name="T6" fmla="*/ 0 w 125"/>
                  <a:gd name="T7" fmla="*/ 0 h 136"/>
                  <a:gd name="T8" fmla="*/ 0 w 125"/>
                  <a:gd name="T9" fmla="*/ 0 h 136"/>
                  <a:gd name="T10" fmla="*/ 0 w 125"/>
                  <a:gd name="T11" fmla="*/ 0 h 136"/>
                  <a:gd name="T12" fmla="*/ 0 w 125"/>
                  <a:gd name="T13" fmla="*/ 0 h 1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125"/>
                  <a:gd name="T22" fmla="*/ 0 h 136"/>
                  <a:gd name="T23" fmla="*/ 125 w 125"/>
                  <a:gd name="T24" fmla="*/ 136 h 13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125" h="136">
                    <a:moveTo>
                      <a:pt x="96" y="136"/>
                    </a:moveTo>
                    <a:lnTo>
                      <a:pt x="110" y="81"/>
                    </a:lnTo>
                    <a:lnTo>
                      <a:pt x="125" y="26"/>
                    </a:lnTo>
                    <a:lnTo>
                      <a:pt x="30" y="0"/>
                    </a:lnTo>
                    <a:lnTo>
                      <a:pt x="15" y="55"/>
                    </a:lnTo>
                    <a:lnTo>
                      <a:pt x="0" y="110"/>
                    </a:lnTo>
                    <a:lnTo>
                      <a:pt x="96" y="136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1249" name="Freeform 549">
                <a:extLst>
                  <a:ext uri="{FF2B5EF4-FFF2-40B4-BE49-F238E27FC236}">
                    <a16:creationId xmlns:a16="http://schemas.microsoft.com/office/drawing/2014/main" id="{916B3054-3A17-8588-1887-24623FFE8E4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443" y="3236"/>
                <a:ext cx="17" cy="19"/>
              </a:xfrm>
              <a:custGeom>
                <a:avLst/>
                <a:gdLst>
                  <a:gd name="T0" fmla="*/ 0 w 125"/>
                  <a:gd name="T1" fmla="*/ 0 h 136"/>
                  <a:gd name="T2" fmla="*/ 0 w 125"/>
                  <a:gd name="T3" fmla="*/ 0 h 136"/>
                  <a:gd name="T4" fmla="*/ 0 w 125"/>
                  <a:gd name="T5" fmla="*/ 0 h 136"/>
                  <a:gd name="T6" fmla="*/ 0 w 125"/>
                  <a:gd name="T7" fmla="*/ 0 h 136"/>
                  <a:gd name="T8" fmla="*/ 0 w 125"/>
                  <a:gd name="T9" fmla="*/ 0 h 136"/>
                  <a:gd name="T10" fmla="*/ 0 w 125"/>
                  <a:gd name="T11" fmla="*/ 0 h 136"/>
                  <a:gd name="T12" fmla="*/ 0 w 125"/>
                  <a:gd name="T13" fmla="*/ 0 h 1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125"/>
                  <a:gd name="T22" fmla="*/ 0 h 136"/>
                  <a:gd name="T23" fmla="*/ 125 w 125"/>
                  <a:gd name="T24" fmla="*/ 136 h 13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125" h="136">
                    <a:moveTo>
                      <a:pt x="96" y="136"/>
                    </a:moveTo>
                    <a:lnTo>
                      <a:pt x="110" y="81"/>
                    </a:lnTo>
                    <a:lnTo>
                      <a:pt x="125" y="26"/>
                    </a:lnTo>
                    <a:lnTo>
                      <a:pt x="30" y="0"/>
                    </a:lnTo>
                    <a:lnTo>
                      <a:pt x="15" y="55"/>
                    </a:lnTo>
                    <a:lnTo>
                      <a:pt x="0" y="110"/>
                    </a:lnTo>
                    <a:lnTo>
                      <a:pt x="96" y="136"/>
                    </a:lnTo>
                    <a:close/>
                  </a:path>
                </a:pathLst>
              </a:cu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1250" name="Freeform 550">
                <a:extLst>
                  <a:ext uri="{FF2B5EF4-FFF2-40B4-BE49-F238E27FC236}">
                    <a16:creationId xmlns:a16="http://schemas.microsoft.com/office/drawing/2014/main" id="{B369FFB4-6063-94DA-DE13-D0B52C1B6CF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445" y="3236"/>
                <a:ext cx="2" cy="8"/>
              </a:xfrm>
              <a:custGeom>
                <a:avLst/>
                <a:gdLst>
                  <a:gd name="T0" fmla="*/ 0 w 15"/>
                  <a:gd name="T1" fmla="*/ 0 h 56"/>
                  <a:gd name="T2" fmla="*/ 0 w 15"/>
                  <a:gd name="T3" fmla="*/ 0 h 56"/>
                  <a:gd name="T4" fmla="*/ 0 w 15"/>
                  <a:gd name="T5" fmla="*/ 0 h 56"/>
                  <a:gd name="T6" fmla="*/ 0 w 15"/>
                  <a:gd name="T7" fmla="*/ 0 h 56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15"/>
                  <a:gd name="T13" fmla="*/ 0 h 56"/>
                  <a:gd name="T14" fmla="*/ 15 w 15"/>
                  <a:gd name="T15" fmla="*/ 56 h 5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15" h="56">
                    <a:moveTo>
                      <a:pt x="0" y="56"/>
                    </a:moveTo>
                    <a:lnTo>
                      <a:pt x="15" y="1"/>
                    </a:lnTo>
                    <a:lnTo>
                      <a:pt x="9" y="0"/>
                    </a:lnTo>
                    <a:lnTo>
                      <a:pt x="0" y="56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1251" name="Line 551">
                <a:extLst>
                  <a:ext uri="{FF2B5EF4-FFF2-40B4-BE49-F238E27FC236}">
                    <a16:creationId xmlns:a16="http://schemas.microsoft.com/office/drawing/2014/main" id="{B32D9860-214D-9E43-2830-9F15FEC0245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 flipV="1">
                <a:off x="3446" y="3236"/>
                <a:ext cx="1" cy="1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1252" name="Freeform 552">
                <a:extLst>
                  <a:ext uri="{FF2B5EF4-FFF2-40B4-BE49-F238E27FC236}">
                    <a16:creationId xmlns:a16="http://schemas.microsoft.com/office/drawing/2014/main" id="{F8B463BC-B9DD-3BD0-8F2F-9208146717F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430" y="3233"/>
                <a:ext cx="16" cy="19"/>
              </a:xfrm>
              <a:custGeom>
                <a:avLst/>
                <a:gdLst>
                  <a:gd name="T0" fmla="*/ 0 w 115"/>
                  <a:gd name="T1" fmla="*/ 0 h 128"/>
                  <a:gd name="T2" fmla="*/ 0 w 115"/>
                  <a:gd name="T3" fmla="*/ 0 h 128"/>
                  <a:gd name="T4" fmla="*/ 0 w 115"/>
                  <a:gd name="T5" fmla="*/ 0 h 128"/>
                  <a:gd name="T6" fmla="*/ 0 w 115"/>
                  <a:gd name="T7" fmla="*/ 0 h 128"/>
                  <a:gd name="T8" fmla="*/ 0 w 115"/>
                  <a:gd name="T9" fmla="*/ 0 h 128"/>
                  <a:gd name="T10" fmla="*/ 0 w 115"/>
                  <a:gd name="T11" fmla="*/ 0 h 128"/>
                  <a:gd name="T12" fmla="*/ 0 w 115"/>
                  <a:gd name="T13" fmla="*/ 0 h 128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115"/>
                  <a:gd name="T22" fmla="*/ 0 h 128"/>
                  <a:gd name="T23" fmla="*/ 115 w 115"/>
                  <a:gd name="T24" fmla="*/ 128 h 128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115" h="128">
                    <a:moveTo>
                      <a:pt x="97" y="128"/>
                    </a:moveTo>
                    <a:lnTo>
                      <a:pt x="106" y="72"/>
                    </a:lnTo>
                    <a:lnTo>
                      <a:pt x="115" y="16"/>
                    </a:lnTo>
                    <a:lnTo>
                      <a:pt x="18" y="0"/>
                    </a:lnTo>
                    <a:lnTo>
                      <a:pt x="9" y="57"/>
                    </a:lnTo>
                    <a:lnTo>
                      <a:pt x="0" y="113"/>
                    </a:lnTo>
                    <a:lnTo>
                      <a:pt x="97" y="128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1253" name="Freeform 553">
                <a:extLst>
                  <a:ext uri="{FF2B5EF4-FFF2-40B4-BE49-F238E27FC236}">
                    <a16:creationId xmlns:a16="http://schemas.microsoft.com/office/drawing/2014/main" id="{E26A2978-5057-7A74-C737-3A5D4887AB5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430" y="3233"/>
                <a:ext cx="16" cy="19"/>
              </a:xfrm>
              <a:custGeom>
                <a:avLst/>
                <a:gdLst>
                  <a:gd name="T0" fmla="*/ 0 w 115"/>
                  <a:gd name="T1" fmla="*/ 0 h 128"/>
                  <a:gd name="T2" fmla="*/ 0 w 115"/>
                  <a:gd name="T3" fmla="*/ 0 h 128"/>
                  <a:gd name="T4" fmla="*/ 0 w 115"/>
                  <a:gd name="T5" fmla="*/ 0 h 128"/>
                  <a:gd name="T6" fmla="*/ 0 w 115"/>
                  <a:gd name="T7" fmla="*/ 0 h 128"/>
                  <a:gd name="T8" fmla="*/ 0 w 115"/>
                  <a:gd name="T9" fmla="*/ 0 h 128"/>
                  <a:gd name="T10" fmla="*/ 0 w 115"/>
                  <a:gd name="T11" fmla="*/ 0 h 128"/>
                  <a:gd name="T12" fmla="*/ 0 w 115"/>
                  <a:gd name="T13" fmla="*/ 0 h 128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115"/>
                  <a:gd name="T22" fmla="*/ 0 h 128"/>
                  <a:gd name="T23" fmla="*/ 115 w 115"/>
                  <a:gd name="T24" fmla="*/ 128 h 128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115" h="128">
                    <a:moveTo>
                      <a:pt x="97" y="128"/>
                    </a:moveTo>
                    <a:lnTo>
                      <a:pt x="106" y="72"/>
                    </a:lnTo>
                    <a:lnTo>
                      <a:pt x="115" y="16"/>
                    </a:lnTo>
                    <a:lnTo>
                      <a:pt x="18" y="0"/>
                    </a:lnTo>
                    <a:lnTo>
                      <a:pt x="9" y="57"/>
                    </a:lnTo>
                    <a:lnTo>
                      <a:pt x="0" y="113"/>
                    </a:lnTo>
                    <a:lnTo>
                      <a:pt x="97" y="128"/>
                    </a:lnTo>
                    <a:close/>
                  </a:path>
                </a:pathLst>
              </a:cu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1254" name="Freeform 554">
                <a:extLst>
                  <a:ext uri="{FF2B5EF4-FFF2-40B4-BE49-F238E27FC236}">
                    <a16:creationId xmlns:a16="http://schemas.microsoft.com/office/drawing/2014/main" id="{20D9AA75-EF67-5451-F0BE-61CE8C54F65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431" y="3233"/>
                <a:ext cx="1" cy="8"/>
              </a:xfrm>
              <a:custGeom>
                <a:avLst/>
                <a:gdLst>
                  <a:gd name="T0" fmla="*/ 0 w 9"/>
                  <a:gd name="T1" fmla="*/ 0 h 57"/>
                  <a:gd name="T2" fmla="*/ 0 w 9"/>
                  <a:gd name="T3" fmla="*/ 0 h 57"/>
                  <a:gd name="T4" fmla="*/ 0 w 9"/>
                  <a:gd name="T5" fmla="*/ 0 h 57"/>
                  <a:gd name="T6" fmla="*/ 0 w 9"/>
                  <a:gd name="T7" fmla="*/ 0 h 57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9"/>
                  <a:gd name="T13" fmla="*/ 0 h 57"/>
                  <a:gd name="T14" fmla="*/ 9 w 9"/>
                  <a:gd name="T15" fmla="*/ 57 h 57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9" h="57">
                    <a:moveTo>
                      <a:pt x="0" y="57"/>
                    </a:moveTo>
                    <a:lnTo>
                      <a:pt x="9" y="0"/>
                    </a:lnTo>
                    <a:lnTo>
                      <a:pt x="3" y="0"/>
                    </a:lnTo>
                    <a:lnTo>
                      <a:pt x="0" y="57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1255" name="Line 555">
                <a:extLst>
                  <a:ext uri="{FF2B5EF4-FFF2-40B4-BE49-F238E27FC236}">
                    <a16:creationId xmlns:a16="http://schemas.microsoft.com/office/drawing/2014/main" id="{18CDB51C-A068-84D4-1743-2BC19D398EF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3431" y="3233"/>
                <a:ext cx="1" cy="1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1256" name="Freeform 556">
                <a:extLst>
                  <a:ext uri="{FF2B5EF4-FFF2-40B4-BE49-F238E27FC236}">
                    <a16:creationId xmlns:a16="http://schemas.microsoft.com/office/drawing/2014/main" id="{6E05638B-B413-AEB9-94C6-CD561E98A47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417" y="3233"/>
                <a:ext cx="14" cy="16"/>
              </a:xfrm>
              <a:custGeom>
                <a:avLst/>
                <a:gdLst>
                  <a:gd name="T0" fmla="*/ 0 w 102"/>
                  <a:gd name="T1" fmla="*/ 0 h 117"/>
                  <a:gd name="T2" fmla="*/ 0 w 102"/>
                  <a:gd name="T3" fmla="*/ 0 h 117"/>
                  <a:gd name="T4" fmla="*/ 0 w 102"/>
                  <a:gd name="T5" fmla="*/ 0 h 117"/>
                  <a:gd name="T6" fmla="*/ 0 w 102"/>
                  <a:gd name="T7" fmla="*/ 0 h 117"/>
                  <a:gd name="T8" fmla="*/ 0 w 102"/>
                  <a:gd name="T9" fmla="*/ 0 h 117"/>
                  <a:gd name="T10" fmla="*/ 0 w 102"/>
                  <a:gd name="T11" fmla="*/ 0 h 117"/>
                  <a:gd name="T12" fmla="*/ 0 w 102"/>
                  <a:gd name="T13" fmla="*/ 0 h 117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102"/>
                  <a:gd name="T22" fmla="*/ 0 h 117"/>
                  <a:gd name="T23" fmla="*/ 102 w 102"/>
                  <a:gd name="T24" fmla="*/ 117 h 117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102" h="117">
                    <a:moveTo>
                      <a:pt x="97" y="117"/>
                    </a:moveTo>
                    <a:lnTo>
                      <a:pt x="99" y="61"/>
                    </a:lnTo>
                    <a:lnTo>
                      <a:pt x="102" y="4"/>
                    </a:lnTo>
                    <a:lnTo>
                      <a:pt x="4" y="0"/>
                    </a:lnTo>
                    <a:lnTo>
                      <a:pt x="2" y="56"/>
                    </a:lnTo>
                    <a:lnTo>
                      <a:pt x="0" y="112"/>
                    </a:lnTo>
                    <a:lnTo>
                      <a:pt x="97" y="117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1257" name="Freeform 557">
                <a:extLst>
                  <a:ext uri="{FF2B5EF4-FFF2-40B4-BE49-F238E27FC236}">
                    <a16:creationId xmlns:a16="http://schemas.microsoft.com/office/drawing/2014/main" id="{81F5985C-7EA6-AD81-8F1F-1F381E98C11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417" y="3233"/>
                <a:ext cx="14" cy="16"/>
              </a:xfrm>
              <a:custGeom>
                <a:avLst/>
                <a:gdLst>
                  <a:gd name="T0" fmla="*/ 0 w 102"/>
                  <a:gd name="T1" fmla="*/ 0 h 117"/>
                  <a:gd name="T2" fmla="*/ 0 w 102"/>
                  <a:gd name="T3" fmla="*/ 0 h 117"/>
                  <a:gd name="T4" fmla="*/ 0 w 102"/>
                  <a:gd name="T5" fmla="*/ 0 h 117"/>
                  <a:gd name="T6" fmla="*/ 0 w 102"/>
                  <a:gd name="T7" fmla="*/ 0 h 117"/>
                  <a:gd name="T8" fmla="*/ 0 w 102"/>
                  <a:gd name="T9" fmla="*/ 0 h 117"/>
                  <a:gd name="T10" fmla="*/ 0 w 102"/>
                  <a:gd name="T11" fmla="*/ 0 h 117"/>
                  <a:gd name="T12" fmla="*/ 0 w 102"/>
                  <a:gd name="T13" fmla="*/ 0 h 117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102"/>
                  <a:gd name="T22" fmla="*/ 0 h 117"/>
                  <a:gd name="T23" fmla="*/ 102 w 102"/>
                  <a:gd name="T24" fmla="*/ 117 h 117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102" h="117">
                    <a:moveTo>
                      <a:pt x="97" y="117"/>
                    </a:moveTo>
                    <a:lnTo>
                      <a:pt x="99" y="61"/>
                    </a:lnTo>
                    <a:lnTo>
                      <a:pt x="102" y="4"/>
                    </a:lnTo>
                    <a:lnTo>
                      <a:pt x="4" y="0"/>
                    </a:lnTo>
                    <a:lnTo>
                      <a:pt x="2" y="56"/>
                    </a:lnTo>
                    <a:lnTo>
                      <a:pt x="0" y="112"/>
                    </a:lnTo>
                    <a:lnTo>
                      <a:pt x="97" y="117"/>
                    </a:lnTo>
                    <a:close/>
                  </a:path>
                </a:pathLst>
              </a:cu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1258" name="Freeform 558">
                <a:extLst>
                  <a:ext uri="{FF2B5EF4-FFF2-40B4-BE49-F238E27FC236}">
                    <a16:creationId xmlns:a16="http://schemas.microsoft.com/office/drawing/2014/main" id="{E1ABFB1D-0083-6E87-6F1B-4D52C81A571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417" y="3233"/>
                <a:ext cx="1" cy="8"/>
              </a:xfrm>
              <a:custGeom>
                <a:avLst/>
                <a:gdLst>
                  <a:gd name="T0" fmla="*/ 0 w 4"/>
                  <a:gd name="T1" fmla="*/ 0 h 56"/>
                  <a:gd name="T2" fmla="*/ 0 w 4"/>
                  <a:gd name="T3" fmla="*/ 0 h 56"/>
                  <a:gd name="T4" fmla="*/ 0 w 4"/>
                  <a:gd name="T5" fmla="*/ 0 h 56"/>
                  <a:gd name="T6" fmla="*/ 0 w 4"/>
                  <a:gd name="T7" fmla="*/ 0 h 56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4"/>
                  <a:gd name="T13" fmla="*/ 0 h 56"/>
                  <a:gd name="T14" fmla="*/ 4 w 4"/>
                  <a:gd name="T15" fmla="*/ 56 h 5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4" h="56">
                    <a:moveTo>
                      <a:pt x="2" y="56"/>
                    </a:moveTo>
                    <a:lnTo>
                      <a:pt x="4" y="0"/>
                    </a:lnTo>
                    <a:lnTo>
                      <a:pt x="0" y="0"/>
                    </a:lnTo>
                    <a:lnTo>
                      <a:pt x="2" y="56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1259" name="Line 559">
                <a:extLst>
                  <a:ext uri="{FF2B5EF4-FFF2-40B4-BE49-F238E27FC236}">
                    <a16:creationId xmlns:a16="http://schemas.microsoft.com/office/drawing/2014/main" id="{759A741D-74DD-4FA8-A0AE-0BD4EB98DE9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3417" y="3233"/>
                <a:ext cx="1" cy="1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1260" name="Freeform 560">
                <a:extLst>
                  <a:ext uri="{FF2B5EF4-FFF2-40B4-BE49-F238E27FC236}">
                    <a16:creationId xmlns:a16="http://schemas.microsoft.com/office/drawing/2014/main" id="{13EEFD3B-9E21-56FE-2759-0E97564C84B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403" y="3233"/>
                <a:ext cx="14" cy="16"/>
              </a:xfrm>
              <a:custGeom>
                <a:avLst/>
                <a:gdLst>
                  <a:gd name="T0" fmla="*/ 0 w 103"/>
                  <a:gd name="T1" fmla="*/ 0 h 117"/>
                  <a:gd name="T2" fmla="*/ 0 w 103"/>
                  <a:gd name="T3" fmla="*/ 0 h 117"/>
                  <a:gd name="T4" fmla="*/ 0 w 103"/>
                  <a:gd name="T5" fmla="*/ 0 h 117"/>
                  <a:gd name="T6" fmla="*/ 0 w 103"/>
                  <a:gd name="T7" fmla="*/ 0 h 117"/>
                  <a:gd name="T8" fmla="*/ 0 w 103"/>
                  <a:gd name="T9" fmla="*/ 0 h 117"/>
                  <a:gd name="T10" fmla="*/ 0 w 103"/>
                  <a:gd name="T11" fmla="*/ 0 h 117"/>
                  <a:gd name="T12" fmla="*/ 0 w 103"/>
                  <a:gd name="T13" fmla="*/ 0 h 117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103"/>
                  <a:gd name="T22" fmla="*/ 0 h 117"/>
                  <a:gd name="T23" fmla="*/ 103 w 103"/>
                  <a:gd name="T24" fmla="*/ 117 h 117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103" h="117">
                    <a:moveTo>
                      <a:pt x="103" y="112"/>
                    </a:moveTo>
                    <a:lnTo>
                      <a:pt x="101" y="56"/>
                    </a:lnTo>
                    <a:lnTo>
                      <a:pt x="99" y="0"/>
                    </a:lnTo>
                    <a:lnTo>
                      <a:pt x="0" y="4"/>
                    </a:lnTo>
                    <a:lnTo>
                      <a:pt x="2" y="61"/>
                    </a:lnTo>
                    <a:lnTo>
                      <a:pt x="4" y="117"/>
                    </a:lnTo>
                    <a:lnTo>
                      <a:pt x="103" y="112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1261" name="Freeform 561">
                <a:extLst>
                  <a:ext uri="{FF2B5EF4-FFF2-40B4-BE49-F238E27FC236}">
                    <a16:creationId xmlns:a16="http://schemas.microsoft.com/office/drawing/2014/main" id="{A57CBE3F-594C-0EA5-B84A-0406774BDA7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403" y="3233"/>
                <a:ext cx="14" cy="16"/>
              </a:xfrm>
              <a:custGeom>
                <a:avLst/>
                <a:gdLst>
                  <a:gd name="T0" fmla="*/ 0 w 103"/>
                  <a:gd name="T1" fmla="*/ 0 h 117"/>
                  <a:gd name="T2" fmla="*/ 0 w 103"/>
                  <a:gd name="T3" fmla="*/ 0 h 117"/>
                  <a:gd name="T4" fmla="*/ 0 w 103"/>
                  <a:gd name="T5" fmla="*/ 0 h 117"/>
                  <a:gd name="T6" fmla="*/ 0 w 103"/>
                  <a:gd name="T7" fmla="*/ 0 h 117"/>
                  <a:gd name="T8" fmla="*/ 0 w 103"/>
                  <a:gd name="T9" fmla="*/ 0 h 117"/>
                  <a:gd name="T10" fmla="*/ 0 w 103"/>
                  <a:gd name="T11" fmla="*/ 0 h 117"/>
                  <a:gd name="T12" fmla="*/ 0 w 103"/>
                  <a:gd name="T13" fmla="*/ 0 h 117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103"/>
                  <a:gd name="T22" fmla="*/ 0 h 117"/>
                  <a:gd name="T23" fmla="*/ 103 w 103"/>
                  <a:gd name="T24" fmla="*/ 117 h 117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103" h="117">
                    <a:moveTo>
                      <a:pt x="103" y="112"/>
                    </a:moveTo>
                    <a:lnTo>
                      <a:pt x="101" y="56"/>
                    </a:lnTo>
                    <a:lnTo>
                      <a:pt x="99" y="0"/>
                    </a:lnTo>
                    <a:lnTo>
                      <a:pt x="0" y="4"/>
                    </a:lnTo>
                    <a:lnTo>
                      <a:pt x="2" y="61"/>
                    </a:lnTo>
                    <a:lnTo>
                      <a:pt x="4" y="117"/>
                    </a:lnTo>
                    <a:lnTo>
                      <a:pt x="103" y="112"/>
                    </a:lnTo>
                    <a:close/>
                  </a:path>
                </a:pathLst>
              </a:cu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1262" name="Freeform 562">
                <a:extLst>
                  <a:ext uri="{FF2B5EF4-FFF2-40B4-BE49-F238E27FC236}">
                    <a16:creationId xmlns:a16="http://schemas.microsoft.com/office/drawing/2014/main" id="{03F4E143-2F80-230E-2C88-8E04545063F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402" y="3233"/>
                <a:ext cx="1" cy="8"/>
              </a:xfrm>
              <a:custGeom>
                <a:avLst/>
                <a:gdLst>
                  <a:gd name="T0" fmla="*/ 0 w 9"/>
                  <a:gd name="T1" fmla="*/ 0 h 57"/>
                  <a:gd name="T2" fmla="*/ 0 w 9"/>
                  <a:gd name="T3" fmla="*/ 0 h 57"/>
                  <a:gd name="T4" fmla="*/ 0 w 9"/>
                  <a:gd name="T5" fmla="*/ 0 h 57"/>
                  <a:gd name="T6" fmla="*/ 0 w 9"/>
                  <a:gd name="T7" fmla="*/ 0 h 57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9"/>
                  <a:gd name="T13" fmla="*/ 0 h 57"/>
                  <a:gd name="T14" fmla="*/ 9 w 9"/>
                  <a:gd name="T15" fmla="*/ 57 h 57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9" h="57">
                    <a:moveTo>
                      <a:pt x="9" y="57"/>
                    </a:moveTo>
                    <a:lnTo>
                      <a:pt x="7" y="0"/>
                    </a:lnTo>
                    <a:lnTo>
                      <a:pt x="0" y="0"/>
                    </a:lnTo>
                    <a:lnTo>
                      <a:pt x="9" y="57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1263" name="Line 563">
                <a:extLst>
                  <a:ext uri="{FF2B5EF4-FFF2-40B4-BE49-F238E27FC236}">
                    <a16:creationId xmlns:a16="http://schemas.microsoft.com/office/drawing/2014/main" id="{7E017CB7-1FA6-4E5D-0E70-BDA43E9998B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3402" y="3233"/>
                <a:ext cx="1" cy="1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1264" name="Freeform 564">
                <a:extLst>
                  <a:ext uri="{FF2B5EF4-FFF2-40B4-BE49-F238E27FC236}">
                    <a16:creationId xmlns:a16="http://schemas.microsoft.com/office/drawing/2014/main" id="{55701006-81D0-410D-B732-66F824A1D40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388" y="3233"/>
                <a:ext cx="16" cy="19"/>
              </a:xfrm>
              <a:custGeom>
                <a:avLst/>
                <a:gdLst>
                  <a:gd name="T0" fmla="*/ 0 w 114"/>
                  <a:gd name="T1" fmla="*/ 0 h 128"/>
                  <a:gd name="T2" fmla="*/ 0 w 114"/>
                  <a:gd name="T3" fmla="*/ 0 h 128"/>
                  <a:gd name="T4" fmla="*/ 0 w 114"/>
                  <a:gd name="T5" fmla="*/ 0 h 128"/>
                  <a:gd name="T6" fmla="*/ 0 w 114"/>
                  <a:gd name="T7" fmla="*/ 0 h 128"/>
                  <a:gd name="T8" fmla="*/ 0 w 114"/>
                  <a:gd name="T9" fmla="*/ 0 h 128"/>
                  <a:gd name="T10" fmla="*/ 0 w 114"/>
                  <a:gd name="T11" fmla="*/ 0 h 128"/>
                  <a:gd name="T12" fmla="*/ 0 w 114"/>
                  <a:gd name="T13" fmla="*/ 0 h 128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114"/>
                  <a:gd name="T22" fmla="*/ 0 h 128"/>
                  <a:gd name="T23" fmla="*/ 114 w 114"/>
                  <a:gd name="T24" fmla="*/ 128 h 128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114" h="128">
                    <a:moveTo>
                      <a:pt x="114" y="113"/>
                    </a:moveTo>
                    <a:lnTo>
                      <a:pt x="105" y="57"/>
                    </a:lnTo>
                    <a:lnTo>
                      <a:pt x="96" y="0"/>
                    </a:lnTo>
                    <a:lnTo>
                      <a:pt x="0" y="16"/>
                    </a:lnTo>
                    <a:lnTo>
                      <a:pt x="9" y="72"/>
                    </a:lnTo>
                    <a:lnTo>
                      <a:pt x="17" y="128"/>
                    </a:lnTo>
                    <a:lnTo>
                      <a:pt x="114" y="113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1265" name="Freeform 565">
                <a:extLst>
                  <a:ext uri="{FF2B5EF4-FFF2-40B4-BE49-F238E27FC236}">
                    <a16:creationId xmlns:a16="http://schemas.microsoft.com/office/drawing/2014/main" id="{B541F7A8-781D-11C8-7699-6BE6AA6FAAE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388" y="3233"/>
                <a:ext cx="16" cy="19"/>
              </a:xfrm>
              <a:custGeom>
                <a:avLst/>
                <a:gdLst>
                  <a:gd name="T0" fmla="*/ 0 w 114"/>
                  <a:gd name="T1" fmla="*/ 0 h 128"/>
                  <a:gd name="T2" fmla="*/ 0 w 114"/>
                  <a:gd name="T3" fmla="*/ 0 h 128"/>
                  <a:gd name="T4" fmla="*/ 0 w 114"/>
                  <a:gd name="T5" fmla="*/ 0 h 128"/>
                  <a:gd name="T6" fmla="*/ 0 w 114"/>
                  <a:gd name="T7" fmla="*/ 0 h 128"/>
                  <a:gd name="T8" fmla="*/ 0 w 114"/>
                  <a:gd name="T9" fmla="*/ 0 h 128"/>
                  <a:gd name="T10" fmla="*/ 0 w 114"/>
                  <a:gd name="T11" fmla="*/ 0 h 128"/>
                  <a:gd name="T12" fmla="*/ 0 w 114"/>
                  <a:gd name="T13" fmla="*/ 0 h 128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114"/>
                  <a:gd name="T22" fmla="*/ 0 h 128"/>
                  <a:gd name="T23" fmla="*/ 114 w 114"/>
                  <a:gd name="T24" fmla="*/ 128 h 128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114" h="128">
                    <a:moveTo>
                      <a:pt x="114" y="113"/>
                    </a:moveTo>
                    <a:lnTo>
                      <a:pt x="105" y="57"/>
                    </a:lnTo>
                    <a:lnTo>
                      <a:pt x="96" y="0"/>
                    </a:lnTo>
                    <a:lnTo>
                      <a:pt x="0" y="16"/>
                    </a:lnTo>
                    <a:lnTo>
                      <a:pt x="9" y="72"/>
                    </a:lnTo>
                    <a:lnTo>
                      <a:pt x="17" y="128"/>
                    </a:lnTo>
                    <a:lnTo>
                      <a:pt x="114" y="113"/>
                    </a:lnTo>
                    <a:close/>
                  </a:path>
                </a:pathLst>
              </a:cu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1266" name="Freeform 566">
                <a:extLst>
                  <a:ext uri="{FF2B5EF4-FFF2-40B4-BE49-F238E27FC236}">
                    <a16:creationId xmlns:a16="http://schemas.microsoft.com/office/drawing/2014/main" id="{CFEBE902-5BE5-2AF0-6966-06045AF9C99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387" y="3236"/>
                <a:ext cx="2" cy="8"/>
              </a:xfrm>
              <a:custGeom>
                <a:avLst/>
                <a:gdLst>
                  <a:gd name="T0" fmla="*/ 0 w 15"/>
                  <a:gd name="T1" fmla="*/ 0 h 56"/>
                  <a:gd name="T2" fmla="*/ 0 w 15"/>
                  <a:gd name="T3" fmla="*/ 0 h 56"/>
                  <a:gd name="T4" fmla="*/ 0 w 15"/>
                  <a:gd name="T5" fmla="*/ 0 h 56"/>
                  <a:gd name="T6" fmla="*/ 0 w 15"/>
                  <a:gd name="T7" fmla="*/ 0 h 56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15"/>
                  <a:gd name="T13" fmla="*/ 0 h 56"/>
                  <a:gd name="T14" fmla="*/ 15 w 15"/>
                  <a:gd name="T15" fmla="*/ 56 h 5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15" h="56">
                    <a:moveTo>
                      <a:pt x="15" y="56"/>
                    </a:moveTo>
                    <a:lnTo>
                      <a:pt x="6" y="0"/>
                    </a:lnTo>
                    <a:lnTo>
                      <a:pt x="0" y="1"/>
                    </a:lnTo>
                    <a:lnTo>
                      <a:pt x="15" y="56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1267" name="Line 567">
                <a:extLst>
                  <a:ext uri="{FF2B5EF4-FFF2-40B4-BE49-F238E27FC236}">
                    <a16:creationId xmlns:a16="http://schemas.microsoft.com/office/drawing/2014/main" id="{707AE4F1-BD19-A99A-25FB-4C6383C1BEA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3387" y="3236"/>
                <a:ext cx="1" cy="1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1268" name="Freeform 568">
                <a:extLst>
                  <a:ext uri="{FF2B5EF4-FFF2-40B4-BE49-F238E27FC236}">
                    <a16:creationId xmlns:a16="http://schemas.microsoft.com/office/drawing/2014/main" id="{81D3370A-3471-1F30-C87D-3EF840B752D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374" y="3236"/>
                <a:ext cx="17" cy="19"/>
              </a:xfrm>
              <a:custGeom>
                <a:avLst/>
                <a:gdLst>
                  <a:gd name="T0" fmla="*/ 0 w 123"/>
                  <a:gd name="T1" fmla="*/ 0 h 136"/>
                  <a:gd name="T2" fmla="*/ 0 w 123"/>
                  <a:gd name="T3" fmla="*/ 0 h 136"/>
                  <a:gd name="T4" fmla="*/ 0 w 123"/>
                  <a:gd name="T5" fmla="*/ 0 h 136"/>
                  <a:gd name="T6" fmla="*/ 0 w 123"/>
                  <a:gd name="T7" fmla="*/ 0 h 136"/>
                  <a:gd name="T8" fmla="*/ 0 w 123"/>
                  <a:gd name="T9" fmla="*/ 0 h 136"/>
                  <a:gd name="T10" fmla="*/ 0 w 123"/>
                  <a:gd name="T11" fmla="*/ 0 h 136"/>
                  <a:gd name="T12" fmla="*/ 0 w 123"/>
                  <a:gd name="T13" fmla="*/ 0 h 1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123"/>
                  <a:gd name="T22" fmla="*/ 0 h 136"/>
                  <a:gd name="T23" fmla="*/ 123 w 123"/>
                  <a:gd name="T24" fmla="*/ 136 h 13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123" h="136">
                    <a:moveTo>
                      <a:pt x="123" y="110"/>
                    </a:moveTo>
                    <a:lnTo>
                      <a:pt x="109" y="55"/>
                    </a:lnTo>
                    <a:lnTo>
                      <a:pt x="94" y="0"/>
                    </a:lnTo>
                    <a:lnTo>
                      <a:pt x="0" y="26"/>
                    </a:lnTo>
                    <a:lnTo>
                      <a:pt x="14" y="81"/>
                    </a:lnTo>
                    <a:lnTo>
                      <a:pt x="29" y="136"/>
                    </a:lnTo>
                    <a:lnTo>
                      <a:pt x="123" y="11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1269" name="Freeform 569">
                <a:extLst>
                  <a:ext uri="{FF2B5EF4-FFF2-40B4-BE49-F238E27FC236}">
                    <a16:creationId xmlns:a16="http://schemas.microsoft.com/office/drawing/2014/main" id="{D06357B2-9432-AF19-DFA3-5C4AF00FBD6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374" y="3236"/>
                <a:ext cx="17" cy="19"/>
              </a:xfrm>
              <a:custGeom>
                <a:avLst/>
                <a:gdLst>
                  <a:gd name="T0" fmla="*/ 0 w 123"/>
                  <a:gd name="T1" fmla="*/ 0 h 136"/>
                  <a:gd name="T2" fmla="*/ 0 w 123"/>
                  <a:gd name="T3" fmla="*/ 0 h 136"/>
                  <a:gd name="T4" fmla="*/ 0 w 123"/>
                  <a:gd name="T5" fmla="*/ 0 h 136"/>
                  <a:gd name="T6" fmla="*/ 0 w 123"/>
                  <a:gd name="T7" fmla="*/ 0 h 136"/>
                  <a:gd name="T8" fmla="*/ 0 w 123"/>
                  <a:gd name="T9" fmla="*/ 0 h 136"/>
                  <a:gd name="T10" fmla="*/ 0 w 123"/>
                  <a:gd name="T11" fmla="*/ 0 h 136"/>
                  <a:gd name="T12" fmla="*/ 0 w 123"/>
                  <a:gd name="T13" fmla="*/ 0 h 1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123"/>
                  <a:gd name="T22" fmla="*/ 0 h 136"/>
                  <a:gd name="T23" fmla="*/ 123 w 123"/>
                  <a:gd name="T24" fmla="*/ 136 h 13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123" h="136">
                    <a:moveTo>
                      <a:pt x="123" y="110"/>
                    </a:moveTo>
                    <a:lnTo>
                      <a:pt x="109" y="55"/>
                    </a:lnTo>
                    <a:lnTo>
                      <a:pt x="94" y="0"/>
                    </a:lnTo>
                    <a:lnTo>
                      <a:pt x="0" y="26"/>
                    </a:lnTo>
                    <a:lnTo>
                      <a:pt x="14" y="81"/>
                    </a:lnTo>
                    <a:lnTo>
                      <a:pt x="29" y="136"/>
                    </a:lnTo>
                    <a:lnTo>
                      <a:pt x="123" y="110"/>
                    </a:lnTo>
                    <a:close/>
                  </a:path>
                </a:pathLst>
              </a:cu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1270" name="Freeform 570">
                <a:extLst>
                  <a:ext uri="{FF2B5EF4-FFF2-40B4-BE49-F238E27FC236}">
                    <a16:creationId xmlns:a16="http://schemas.microsoft.com/office/drawing/2014/main" id="{E60C4DDA-0212-EAA5-0DD8-E4678971F05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373" y="3239"/>
                <a:ext cx="3" cy="8"/>
              </a:xfrm>
              <a:custGeom>
                <a:avLst/>
                <a:gdLst>
                  <a:gd name="T0" fmla="*/ 0 w 20"/>
                  <a:gd name="T1" fmla="*/ 0 h 55"/>
                  <a:gd name="T2" fmla="*/ 0 w 20"/>
                  <a:gd name="T3" fmla="*/ 0 h 55"/>
                  <a:gd name="T4" fmla="*/ 0 w 20"/>
                  <a:gd name="T5" fmla="*/ 0 h 55"/>
                  <a:gd name="T6" fmla="*/ 0 w 20"/>
                  <a:gd name="T7" fmla="*/ 0 h 55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20"/>
                  <a:gd name="T13" fmla="*/ 0 h 55"/>
                  <a:gd name="T14" fmla="*/ 20 w 20"/>
                  <a:gd name="T15" fmla="*/ 55 h 55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20" h="55">
                    <a:moveTo>
                      <a:pt x="20" y="55"/>
                    </a:moveTo>
                    <a:lnTo>
                      <a:pt x="6" y="0"/>
                    </a:lnTo>
                    <a:lnTo>
                      <a:pt x="0" y="2"/>
                    </a:lnTo>
                    <a:lnTo>
                      <a:pt x="20" y="55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1271" name="Line 571">
                <a:extLst>
                  <a:ext uri="{FF2B5EF4-FFF2-40B4-BE49-F238E27FC236}">
                    <a16:creationId xmlns:a16="http://schemas.microsoft.com/office/drawing/2014/main" id="{68A76BDC-2BD2-C4CE-3970-54DCB30208A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3373" y="3239"/>
                <a:ext cx="1" cy="1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1272" name="Freeform 572">
                <a:extLst>
                  <a:ext uri="{FF2B5EF4-FFF2-40B4-BE49-F238E27FC236}">
                    <a16:creationId xmlns:a16="http://schemas.microsoft.com/office/drawing/2014/main" id="{A2AE5B24-75B7-1B93-C047-0F24CD004CE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360" y="3240"/>
                <a:ext cx="18" cy="20"/>
              </a:xfrm>
              <a:custGeom>
                <a:avLst/>
                <a:gdLst>
                  <a:gd name="T0" fmla="*/ 0 w 132"/>
                  <a:gd name="T1" fmla="*/ 0 h 141"/>
                  <a:gd name="T2" fmla="*/ 0 w 132"/>
                  <a:gd name="T3" fmla="*/ 0 h 141"/>
                  <a:gd name="T4" fmla="*/ 0 w 132"/>
                  <a:gd name="T5" fmla="*/ 0 h 141"/>
                  <a:gd name="T6" fmla="*/ 0 w 132"/>
                  <a:gd name="T7" fmla="*/ 0 h 141"/>
                  <a:gd name="T8" fmla="*/ 0 w 132"/>
                  <a:gd name="T9" fmla="*/ 0 h 141"/>
                  <a:gd name="T10" fmla="*/ 0 w 132"/>
                  <a:gd name="T11" fmla="*/ 0 h 141"/>
                  <a:gd name="T12" fmla="*/ 0 w 132"/>
                  <a:gd name="T13" fmla="*/ 0 h 141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132"/>
                  <a:gd name="T22" fmla="*/ 0 h 141"/>
                  <a:gd name="T23" fmla="*/ 132 w 132"/>
                  <a:gd name="T24" fmla="*/ 141 h 141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132" h="141">
                    <a:moveTo>
                      <a:pt x="132" y="106"/>
                    </a:moveTo>
                    <a:lnTo>
                      <a:pt x="112" y="53"/>
                    </a:lnTo>
                    <a:lnTo>
                      <a:pt x="92" y="0"/>
                    </a:lnTo>
                    <a:lnTo>
                      <a:pt x="0" y="35"/>
                    </a:lnTo>
                    <a:lnTo>
                      <a:pt x="20" y="88"/>
                    </a:lnTo>
                    <a:lnTo>
                      <a:pt x="40" y="141"/>
                    </a:lnTo>
                    <a:lnTo>
                      <a:pt x="132" y="106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1273" name="Freeform 573">
                <a:extLst>
                  <a:ext uri="{FF2B5EF4-FFF2-40B4-BE49-F238E27FC236}">
                    <a16:creationId xmlns:a16="http://schemas.microsoft.com/office/drawing/2014/main" id="{94DF3883-22CC-E3DA-E3B6-F38EA828F22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360" y="3240"/>
                <a:ext cx="18" cy="20"/>
              </a:xfrm>
              <a:custGeom>
                <a:avLst/>
                <a:gdLst>
                  <a:gd name="T0" fmla="*/ 0 w 132"/>
                  <a:gd name="T1" fmla="*/ 0 h 141"/>
                  <a:gd name="T2" fmla="*/ 0 w 132"/>
                  <a:gd name="T3" fmla="*/ 0 h 141"/>
                  <a:gd name="T4" fmla="*/ 0 w 132"/>
                  <a:gd name="T5" fmla="*/ 0 h 141"/>
                  <a:gd name="T6" fmla="*/ 0 w 132"/>
                  <a:gd name="T7" fmla="*/ 0 h 141"/>
                  <a:gd name="T8" fmla="*/ 0 w 132"/>
                  <a:gd name="T9" fmla="*/ 0 h 141"/>
                  <a:gd name="T10" fmla="*/ 0 w 132"/>
                  <a:gd name="T11" fmla="*/ 0 h 141"/>
                  <a:gd name="T12" fmla="*/ 0 w 132"/>
                  <a:gd name="T13" fmla="*/ 0 h 141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132"/>
                  <a:gd name="T22" fmla="*/ 0 h 141"/>
                  <a:gd name="T23" fmla="*/ 132 w 132"/>
                  <a:gd name="T24" fmla="*/ 141 h 141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132" h="141">
                    <a:moveTo>
                      <a:pt x="132" y="106"/>
                    </a:moveTo>
                    <a:lnTo>
                      <a:pt x="112" y="53"/>
                    </a:lnTo>
                    <a:lnTo>
                      <a:pt x="92" y="0"/>
                    </a:lnTo>
                    <a:lnTo>
                      <a:pt x="0" y="35"/>
                    </a:lnTo>
                    <a:lnTo>
                      <a:pt x="20" y="88"/>
                    </a:lnTo>
                    <a:lnTo>
                      <a:pt x="40" y="141"/>
                    </a:lnTo>
                    <a:lnTo>
                      <a:pt x="132" y="106"/>
                    </a:lnTo>
                    <a:close/>
                  </a:path>
                </a:pathLst>
              </a:cu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1274" name="Freeform 574">
                <a:extLst>
                  <a:ext uri="{FF2B5EF4-FFF2-40B4-BE49-F238E27FC236}">
                    <a16:creationId xmlns:a16="http://schemas.microsoft.com/office/drawing/2014/main" id="{CE8F8FC5-047C-5DA4-47F8-59CC20DDC69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359" y="3245"/>
                <a:ext cx="3" cy="7"/>
              </a:xfrm>
              <a:custGeom>
                <a:avLst/>
                <a:gdLst>
                  <a:gd name="T0" fmla="*/ 0 w 26"/>
                  <a:gd name="T1" fmla="*/ 0 h 53"/>
                  <a:gd name="T2" fmla="*/ 0 w 26"/>
                  <a:gd name="T3" fmla="*/ 0 h 53"/>
                  <a:gd name="T4" fmla="*/ 0 w 26"/>
                  <a:gd name="T5" fmla="*/ 0 h 53"/>
                  <a:gd name="T6" fmla="*/ 0 w 26"/>
                  <a:gd name="T7" fmla="*/ 0 h 53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26"/>
                  <a:gd name="T13" fmla="*/ 0 h 53"/>
                  <a:gd name="T14" fmla="*/ 26 w 26"/>
                  <a:gd name="T15" fmla="*/ 53 h 53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26" h="53">
                    <a:moveTo>
                      <a:pt x="26" y="53"/>
                    </a:moveTo>
                    <a:lnTo>
                      <a:pt x="6" y="0"/>
                    </a:lnTo>
                    <a:lnTo>
                      <a:pt x="0" y="2"/>
                    </a:lnTo>
                    <a:lnTo>
                      <a:pt x="26" y="53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1275" name="Line 575">
                <a:extLst>
                  <a:ext uri="{FF2B5EF4-FFF2-40B4-BE49-F238E27FC236}">
                    <a16:creationId xmlns:a16="http://schemas.microsoft.com/office/drawing/2014/main" id="{DF955F40-9A92-71C6-CD77-D53A9889079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3359" y="3245"/>
                <a:ext cx="1" cy="1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1276" name="Freeform 576">
                <a:extLst>
                  <a:ext uri="{FF2B5EF4-FFF2-40B4-BE49-F238E27FC236}">
                    <a16:creationId xmlns:a16="http://schemas.microsoft.com/office/drawing/2014/main" id="{3545EC9C-E7D6-F433-30EB-7FF517307DE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346" y="3245"/>
                <a:ext cx="20" cy="21"/>
              </a:xfrm>
              <a:custGeom>
                <a:avLst/>
                <a:gdLst>
                  <a:gd name="T0" fmla="*/ 0 w 139"/>
                  <a:gd name="T1" fmla="*/ 0 h 146"/>
                  <a:gd name="T2" fmla="*/ 0 w 139"/>
                  <a:gd name="T3" fmla="*/ 0 h 146"/>
                  <a:gd name="T4" fmla="*/ 0 w 139"/>
                  <a:gd name="T5" fmla="*/ 0 h 146"/>
                  <a:gd name="T6" fmla="*/ 0 w 139"/>
                  <a:gd name="T7" fmla="*/ 0 h 146"/>
                  <a:gd name="T8" fmla="*/ 0 w 139"/>
                  <a:gd name="T9" fmla="*/ 0 h 146"/>
                  <a:gd name="T10" fmla="*/ 0 w 139"/>
                  <a:gd name="T11" fmla="*/ 0 h 146"/>
                  <a:gd name="T12" fmla="*/ 0 w 139"/>
                  <a:gd name="T13" fmla="*/ 0 h 14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139"/>
                  <a:gd name="T22" fmla="*/ 0 h 146"/>
                  <a:gd name="T23" fmla="*/ 139 w 139"/>
                  <a:gd name="T24" fmla="*/ 146 h 14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139" h="146">
                    <a:moveTo>
                      <a:pt x="139" y="101"/>
                    </a:moveTo>
                    <a:lnTo>
                      <a:pt x="113" y="51"/>
                    </a:lnTo>
                    <a:lnTo>
                      <a:pt x="87" y="0"/>
                    </a:lnTo>
                    <a:lnTo>
                      <a:pt x="0" y="45"/>
                    </a:lnTo>
                    <a:lnTo>
                      <a:pt x="26" y="96"/>
                    </a:lnTo>
                    <a:lnTo>
                      <a:pt x="51" y="146"/>
                    </a:lnTo>
                    <a:lnTo>
                      <a:pt x="139" y="101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1277" name="Freeform 577">
                <a:extLst>
                  <a:ext uri="{FF2B5EF4-FFF2-40B4-BE49-F238E27FC236}">
                    <a16:creationId xmlns:a16="http://schemas.microsoft.com/office/drawing/2014/main" id="{EF9C33C0-BB23-0D24-E744-F5B48478779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346" y="3245"/>
                <a:ext cx="20" cy="21"/>
              </a:xfrm>
              <a:custGeom>
                <a:avLst/>
                <a:gdLst>
                  <a:gd name="T0" fmla="*/ 0 w 139"/>
                  <a:gd name="T1" fmla="*/ 0 h 146"/>
                  <a:gd name="T2" fmla="*/ 0 w 139"/>
                  <a:gd name="T3" fmla="*/ 0 h 146"/>
                  <a:gd name="T4" fmla="*/ 0 w 139"/>
                  <a:gd name="T5" fmla="*/ 0 h 146"/>
                  <a:gd name="T6" fmla="*/ 0 w 139"/>
                  <a:gd name="T7" fmla="*/ 0 h 146"/>
                  <a:gd name="T8" fmla="*/ 0 w 139"/>
                  <a:gd name="T9" fmla="*/ 0 h 146"/>
                  <a:gd name="T10" fmla="*/ 0 w 139"/>
                  <a:gd name="T11" fmla="*/ 0 h 146"/>
                  <a:gd name="T12" fmla="*/ 0 w 139"/>
                  <a:gd name="T13" fmla="*/ 0 h 14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139"/>
                  <a:gd name="T22" fmla="*/ 0 h 146"/>
                  <a:gd name="T23" fmla="*/ 139 w 139"/>
                  <a:gd name="T24" fmla="*/ 146 h 14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139" h="146">
                    <a:moveTo>
                      <a:pt x="139" y="101"/>
                    </a:moveTo>
                    <a:lnTo>
                      <a:pt x="113" y="51"/>
                    </a:lnTo>
                    <a:lnTo>
                      <a:pt x="87" y="0"/>
                    </a:lnTo>
                    <a:lnTo>
                      <a:pt x="0" y="45"/>
                    </a:lnTo>
                    <a:lnTo>
                      <a:pt x="26" y="96"/>
                    </a:lnTo>
                    <a:lnTo>
                      <a:pt x="51" y="146"/>
                    </a:lnTo>
                    <a:lnTo>
                      <a:pt x="139" y="101"/>
                    </a:lnTo>
                    <a:close/>
                  </a:path>
                </a:pathLst>
              </a:cu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1278" name="Freeform 578">
                <a:extLst>
                  <a:ext uri="{FF2B5EF4-FFF2-40B4-BE49-F238E27FC236}">
                    <a16:creationId xmlns:a16="http://schemas.microsoft.com/office/drawing/2014/main" id="{94279362-CBDA-11CF-6C06-B60EDAB5563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346" y="3251"/>
                <a:ext cx="4" cy="8"/>
              </a:xfrm>
              <a:custGeom>
                <a:avLst/>
                <a:gdLst>
                  <a:gd name="T0" fmla="*/ 0 w 31"/>
                  <a:gd name="T1" fmla="*/ 0 h 51"/>
                  <a:gd name="T2" fmla="*/ 0 w 31"/>
                  <a:gd name="T3" fmla="*/ 0 h 51"/>
                  <a:gd name="T4" fmla="*/ 0 w 31"/>
                  <a:gd name="T5" fmla="*/ 0 h 51"/>
                  <a:gd name="T6" fmla="*/ 0 w 31"/>
                  <a:gd name="T7" fmla="*/ 0 h 51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31"/>
                  <a:gd name="T13" fmla="*/ 0 h 51"/>
                  <a:gd name="T14" fmla="*/ 31 w 31"/>
                  <a:gd name="T15" fmla="*/ 51 h 51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31" h="51">
                    <a:moveTo>
                      <a:pt x="31" y="51"/>
                    </a:moveTo>
                    <a:lnTo>
                      <a:pt x="5" y="0"/>
                    </a:lnTo>
                    <a:lnTo>
                      <a:pt x="0" y="4"/>
                    </a:lnTo>
                    <a:lnTo>
                      <a:pt x="31" y="51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1279" name="Line 579">
                <a:extLst>
                  <a:ext uri="{FF2B5EF4-FFF2-40B4-BE49-F238E27FC236}">
                    <a16:creationId xmlns:a16="http://schemas.microsoft.com/office/drawing/2014/main" id="{8A24D82F-A41E-70A0-3DA7-2CC3BD23CD9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3346" y="3251"/>
                <a:ext cx="1" cy="1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1280" name="Freeform 580">
                <a:extLst>
                  <a:ext uri="{FF2B5EF4-FFF2-40B4-BE49-F238E27FC236}">
                    <a16:creationId xmlns:a16="http://schemas.microsoft.com/office/drawing/2014/main" id="{C6640EAA-686A-4FA7-09DF-772E47FF781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334" y="3252"/>
                <a:ext cx="20" cy="21"/>
              </a:xfrm>
              <a:custGeom>
                <a:avLst/>
                <a:gdLst>
                  <a:gd name="T0" fmla="*/ 0 w 143"/>
                  <a:gd name="T1" fmla="*/ 0 h 147"/>
                  <a:gd name="T2" fmla="*/ 0 w 143"/>
                  <a:gd name="T3" fmla="*/ 0 h 147"/>
                  <a:gd name="T4" fmla="*/ 0 w 143"/>
                  <a:gd name="T5" fmla="*/ 0 h 147"/>
                  <a:gd name="T6" fmla="*/ 0 w 143"/>
                  <a:gd name="T7" fmla="*/ 0 h 147"/>
                  <a:gd name="T8" fmla="*/ 0 w 143"/>
                  <a:gd name="T9" fmla="*/ 0 h 147"/>
                  <a:gd name="T10" fmla="*/ 0 w 143"/>
                  <a:gd name="T11" fmla="*/ 0 h 147"/>
                  <a:gd name="T12" fmla="*/ 0 w 143"/>
                  <a:gd name="T13" fmla="*/ 0 h 147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143"/>
                  <a:gd name="T22" fmla="*/ 0 h 147"/>
                  <a:gd name="T23" fmla="*/ 143 w 143"/>
                  <a:gd name="T24" fmla="*/ 147 h 147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143" h="147">
                    <a:moveTo>
                      <a:pt x="143" y="94"/>
                    </a:moveTo>
                    <a:lnTo>
                      <a:pt x="113" y="47"/>
                    </a:lnTo>
                    <a:lnTo>
                      <a:pt x="82" y="0"/>
                    </a:lnTo>
                    <a:lnTo>
                      <a:pt x="0" y="52"/>
                    </a:lnTo>
                    <a:lnTo>
                      <a:pt x="31" y="99"/>
                    </a:lnTo>
                    <a:lnTo>
                      <a:pt x="61" y="147"/>
                    </a:lnTo>
                    <a:lnTo>
                      <a:pt x="143" y="94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1281" name="Freeform 581">
                <a:extLst>
                  <a:ext uri="{FF2B5EF4-FFF2-40B4-BE49-F238E27FC236}">
                    <a16:creationId xmlns:a16="http://schemas.microsoft.com/office/drawing/2014/main" id="{2DC03B36-5197-7713-312C-8E999A14C68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334" y="3252"/>
                <a:ext cx="20" cy="21"/>
              </a:xfrm>
              <a:custGeom>
                <a:avLst/>
                <a:gdLst>
                  <a:gd name="T0" fmla="*/ 0 w 143"/>
                  <a:gd name="T1" fmla="*/ 0 h 147"/>
                  <a:gd name="T2" fmla="*/ 0 w 143"/>
                  <a:gd name="T3" fmla="*/ 0 h 147"/>
                  <a:gd name="T4" fmla="*/ 0 w 143"/>
                  <a:gd name="T5" fmla="*/ 0 h 147"/>
                  <a:gd name="T6" fmla="*/ 0 w 143"/>
                  <a:gd name="T7" fmla="*/ 0 h 147"/>
                  <a:gd name="T8" fmla="*/ 0 w 143"/>
                  <a:gd name="T9" fmla="*/ 0 h 147"/>
                  <a:gd name="T10" fmla="*/ 0 w 143"/>
                  <a:gd name="T11" fmla="*/ 0 h 147"/>
                  <a:gd name="T12" fmla="*/ 0 w 143"/>
                  <a:gd name="T13" fmla="*/ 0 h 147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143"/>
                  <a:gd name="T22" fmla="*/ 0 h 147"/>
                  <a:gd name="T23" fmla="*/ 143 w 143"/>
                  <a:gd name="T24" fmla="*/ 147 h 147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143" h="147">
                    <a:moveTo>
                      <a:pt x="143" y="94"/>
                    </a:moveTo>
                    <a:lnTo>
                      <a:pt x="113" y="47"/>
                    </a:lnTo>
                    <a:lnTo>
                      <a:pt x="82" y="0"/>
                    </a:lnTo>
                    <a:lnTo>
                      <a:pt x="0" y="52"/>
                    </a:lnTo>
                    <a:lnTo>
                      <a:pt x="31" y="99"/>
                    </a:lnTo>
                    <a:lnTo>
                      <a:pt x="61" y="147"/>
                    </a:lnTo>
                    <a:lnTo>
                      <a:pt x="143" y="94"/>
                    </a:lnTo>
                    <a:close/>
                  </a:path>
                </a:pathLst>
              </a:cu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1282" name="Freeform 582">
                <a:extLst>
                  <a:ext uri="{FF2B5EF4-FFF2-40B4-BE49-F238E27FC236}">
                    <a16:creationId xmlns:a16="http://schemas.microsoft.com/office/drawing/2014/main" id="{22069D84-94C1-ED89-2E44-A6DF866A708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333" y="3259"/>
                <a:ext cx="5" cy="7"/>
              </a:xfrm>
              <a:custGeom>
                <a:avLst/>
                <a:gdLst>
                  <a:gd name="T0" fmla="*/ 0 w 36"/>
                  <a:gd name="T1" fmla="*/ 0 h 47"/>
                  <a:gd name="T2" fmla="*/ 0 w 36"/>
                  <a:gd name="T3" fmla="*/ 0 h 47"/>
                  <a:gd name="T4" fmla="*/ 0 w 36"/>
                  <a:gd name="T5" fmla="*/ 0 h 47"/>
                  <a:gd name="T6" fmla="*/ 0 w 36"/>
                  <a:gd name="T7" fmla="*/ 0 h 47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36"/>
                  <a:gd name="T13" fmla="*/ 0 h 47"/>
                  <a:gd name="T14" fmla="*/ 36 w 36"/>
                  <a:gd name="T15" fmla="*/ 47 h 47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36" h="47">
                    <a:moveTo>
                      <a:pt x="36" y="47"/>
                    </a:moveTo>
                    <a:lnTo>
                      <a:pt x="5" y="0"/>
                    </a:lnTo>
                    <a:lnTo>
                      <a:pt x="0" y="4"/>
                    </a:lnTo>
                    <a:lnTo>
                      <a:pt x="36" y="47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1283" name="Line 583">
                <a:extLst>
                  <a:ext uri="{FF2B5EF4-FFF2-40B4-BE49-F238E27FC236}">
                    <a16:creationId xmlns:a16="http://schemas.microsoft.com/office/drawing/2014/main" id="{F442A5D4-5061-75D0-627A-BAF497AEB60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3333" y="3259"/>
                <a:ext cx="1" cy="1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1284" name="Freeform 584">
                <a:extLst>
                  <a:ext uri="{FF2B5EF4-FFF2-40B4-BE49-F238E27FC236}">
                    <a16:creationId xmlns:a16="http://schemas.microsoft.com/office/drawing/2014/main" id="{97865DCC-58BB-AFF9-6ED3-48EF11707F4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322" y="3260"/>
                <a:ext cx="21" cy="21"/>
              </a:xfrm>
              <a:custGeom>
                <a:avLst/>
                <a:gdLst>
                  <a:gd name="T0" fmla="*/ 0 w 148"/>
                  <a:gd name="T1" fmla="*/ 0 h 149"/>
                  <a:gd name="T2" fmla="*/ 0 w 148"/>
                  <a:gd name="T3" fmla="*/ 0 h 149"/>
                  <a:gd name="T4" fmla="*/ 0 w 148"/>
                  <a:gd name="T5" fmla="*/ 0 h 149"/>
                  <a:gd name="T6" fmla="*/ 0 w 148"/>
                  <a:gd name="T7" fmla="*/ 0 h 149"/>
                  <a:gd name="T8" fmla="*/ 0 w 148"/>
                  <a:gd name="T9" fmla="*/ 0 h 149"/>
                  <a:gd name="T10" fmla="*/ 0 w 148"/>
                  <a:gd name="T11" fmla="*/ 0 h 149"/>
                  <a:gd name="T12" fmla="*/ 0 w 148"/>
                  <a:gd name="T13" fmla="*/ 0 h 149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148"/>
                  <a:gd name="T22" fmla="*/ 0 h 149"/>
                  <a:gd name="T23" fmla="*/ 148 w 148"/>
                  <a:gd name="T24" fmla="*/ 149 h 149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148" h="149">
                    <a:moveTo>
                      <a:pt x="148" y="87"/>
                    </a:moveTo>
                    <a:lnTo>
                      <a:pt x="112" y="43"/>
                    </a:lnTo>
                    <a:lnTo>
                      <a:pt x="76" y="0"/>
                    </a:lnTo>
                    <a:lnTo>
                      <a:pt x="0" y="61"/>
                    </a:lnTo>
                    <a:lnTo>
                      <a:pt x="35" y="105"/>
                    </a:lnTo>
                    <a:lnTo>
                      <a:pt x="71" y="149"/>
                    </a:lnTo>
                    <a:lnTo>
                      <a:pt x="148" y="87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1285" name="Freeform 585">
                <a:extLst>
                  <a:ext uri="{FF2B5EF4-FFF2-40B4-BE49-F238E27FC236}">
                    <a16:creationId xmlns:a16="http://schemas.microsoft.com/office/drawing/2014/main" id="{7F2AD566-B051-3C4A-0A58-81D46C87E34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322" y="3260"/>
                <a:ext cx="21" cy="21"/>
              </a:xfrm>
              <a:custGeom>
                <a:avLst/>
                <a:gdLst>
                  <a:gd name="T0" fmla="*/ 0 w 148"/>
                  <a:gd name="T1" fmla="*/ 0 h 149"/>
                  <a:gd name="T2" fmla="*/ 0 w 148"/>
                  <a:gd name="T3" fmla="*/ 0 h 149"/>
                  <a:gd name="T4" fmla="*/ 0 w 148"/>
                  <a:gd name="T5" fmla="*/ 0 h 149"/>
                  <a:gd name="T6" fmla="*/ 0 w 148"/>
                  <a:gd name="T7" fmla="*/ 0 h 149"/>
                  <a:gd name="T8" fmla="*/ 0 w 148"/>
                  <a:gd name="T9" fmla="*/ 0 h 149"/>
                  <a:gd name="T10" fmla="*/ 0 w 148"/>
                  <a:gd name="T11" fmla="*/ 0 h 149"/>
                  <a:gd name="T12" fmla="*/ 0 w 148"/>
                  <a:gd name="T13" fmla="*/ 0 h 149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148"/>
                  <a:gd name="T22" fmla="*/ 0 h 149"/>
                  <a:gd name="T23" fmla="*/ 148 w 148"/>
                  <a:gd name="T24" fmla="*/ 149 h 149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148" h="149">
                    <a:moveTo>
                      <a:pt x="148" y="87"/>
                    </a:moveTo>
                    <a:lnTo>
                      <a:pt x="112" y="43"/>
                    </a:lnTo>
                    <a:lnTo>
                      <a:pt x="76" y="0"/>
                    </a:lnTo>
                    <a:lnTo>
                      <a:pt x="0" y="61"/>
                    </a:lnTo>
                    <a:lnTo>
                      <a:pt x="35" y="105"/>
                    </a:lnTo>
                    <a:lnTo>
                      <a:pt x="71" y="149"/>
                    </a:lnTo>
                    <a:lnTo>
                      <a:pt x="148" y="87"/>
                    </a:lnTo>
                    <a:close/>
                  </a:path>
                </a:pathLst>
              </a:cu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1286" name="Freeform 586">
                <a:extLst>
                  <a:ext uri="{FF2B5EF4-FFF2-40B4-BE49-F238E27FC236}">
                    <a16:creationId xmlns:a16="http://schemas.microsoft.com/office/drawing/2014/main" id="{826E3B04-7F6C-9D1B-1C12-E36F84B4920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322" y="3269"/>
                <a:ext cx="5" cy="6"/>
              </a:xfrm>
              <a:custGeom>
                <a:avLst/>
                <a:gdLst>
                  <a:gd name="T0" fmla="*/ 0 w 40"/>
                  <a:gd name="T1" fmla="*/ 0 h 44"/>
                  <a:gd name="T2" fmla="*/ 0 w 40"/>
                  <a:gd name="T3" fmla="*/ 0 h 44"/>
                  <a:gd name="T4" fmla="*/ 0 w 40"/>
                  <a:gd name="T5" fmla="*/ 0 h 44"/>
                  <a:gd name="T6" fmla="*/ 0 w 40"/>
                  <a:gd name="T7" fmla="*/ 0 h 44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40"/>
                  <a:gd name="T13" fmla="*/ 0 h 44"/>
                  <a:gd name="T14" fmla="*/ 40 w 40"/>
                  <a:gd name="T15" fmla="*/ 44 h 44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40" h="44">
                    <a:moveTo>
                      <a:pt x="40" y="44"/>
                    </a:moveTo>
                    <a:lnTo>
                      <a:pt x="5" y="0"/>
                    </a:lnTo>
                    <a:lnTo>
                      <a:pt x="0" y="4"/>
                    </a:lnTo>
                    <a:lnTo>
                      <a:pt x="40" y="44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1287" name="Line 587">
                <a:extLst>
                  <a:ext uri="{FF2B5EF4-FFF2-40B4-BE49-F238E27FC236}">
                    <a16:creationId xmlns:a16="http://schemas.microsoft.com/office/drawing/2014/main" id="{C58175E7-6714-3F4F-788D-1C57BB0D6AF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3322" y="3269"/>
                <a:ext cx="1" cy="1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1288" name="Freeform 588">
                <a:extLst>
                  <a:ext uri="{FF2B5EF4-FFF2-40B4-BE49-F238E27FC236}">
                    <a16:creationId xmlns:a16="http://schemas.microsoft.com/office/drawing/2014/main" id="{34F56926-FC2D-C2E7-14EA-D04394E77FD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312" y="3269"/>
                <a:ext cx="21" cy="22"/>
              </a:xfrm>
              <a:custGeom>
                <a:avLst/>
                <a:gdLst>
                  <a:gd name="T0" fmla="*/ 0 w 151"/>
                  <a:gd name="T1" fmla="*/ 0 h 150"/>
                  <a:gd name="T2" fmla="*/ 0 w 151"/>
                  <a:gd name="T3" fmla="*/ 0 h 150"/>
                  <a:gd name="T4" fmla="*/ 0 w 151"/>
                  <a:gd name="T5" fmla="*/ 0 h 150"/>
                  <a:gd name="T6" fmla="*/ 0 w 151"/>
                  <a:gd name="T7" fmla="*/ 0 h 150"/>
                  <a:gd name="T8" fmla="*/ 0 w 151"/>
                  <a:gd name="T9" fmla="*/ 0 h 150"/>
                  <a:gd name="T10" fmla="*/ 0 w 151"/>
                  <a:gd name="T11" fmla="*/ 0 h 150"/>
                  <a:gd name="T12" fmla="*/ 0 w 151"/>
                  <a:gd name="T13" fmla="*/ 0 h 150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151"/>
                  <a:gd name="T22" fmla="*/ 0 h 150"/>
                  <a:gd name="T23" fmla="*/ 151 w 151"/>
                  <a:gd name="T24" fmla="*/ 150 h 150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151" h="150">
                    <a:moveTo>
                      <a:pt x="151" y="81"/>
                    </a:moveTo>
                    <a:lnTo>
                      <a:pt x="110" y="40"/>
                    </a:lnTo>
                    <a:lnTo>
                      <a:pt x="70" y="0"/>
                    </a:lnTo>
                    <a:lnTo>
                      <a:pt x="0" y="69"/>
                    </a:lnTo>
                    <a:lnTo>
                      <a:pt x="41" y="110"/>
                    </a:lnTo>
                    <a:lnTo>
                      <a:pt x="81" y="150"/>
                    </a:lnTo>
                    <a:lnTo>
                      <a:pt x="151" y="81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1289" name="Freeform 589">
                <a:extLst>
                  <a:ext uri="{FF2B5EF4-FFF2-40B4-BE49-F238E27FC236}">
                    <a16:creationId xmlns:a16="http://schemas.microsoft.com/office/drawing/2014/main" id="{84341A47-2B18-894E-F13B-54731AEFCD9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312" y="3269"/>
                <a:ext cx="21" cy="22"/>
              </a:xfrm>
              <a:custGeom>
                <a:avLst/>
                <a:gdLst>
                  <a:gd name="T0" fmla="*/ 0 w 151"/>
                  <a:gd name="T1" fmla="*/ 0 h 150"/>
                  <a:gd name="T2" fmla="*/ 0 w 151"/>
                  <a:gd name="T3" fmla="*/ 0 h 150"/>
                  <a:gd name="T4" fmla="*/ 0 w 151"/>
                  <a:gd name="T5" fmla="*/ 0 h 150"/>
                  <a:gd name="T6" fmla="*/ 0 w 151"/>
                  <a:gd name="T7" fmla="*/ 0 h 150"/>
                  <a:gd name="T8" fmla="*/ 0 w 151"/>
                  <a:gd name="T9" fmla="*/ 0 h 150"/>
                  <a:gd name="T10" fmla="*/ 0 w 151"/>
                  <a:gd name="T11" fmla="*/ 0 h 150"/>
                  <a:gd name="T12" fmla="*/ 0 w 151"/>
                  <a:gd name="T13" fmla="*/ 0 h 150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151"/>
                  <a:gd name="T22" fmla="*/ 0 h 150"/>
                  <a:gd name="T23" fmla="*/ 151 w 151"/>
                  <a:gd name="T24" fmla="*/ 150 h 150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151" h="150">
                    <a:moveTo>
                      <a:pt x="151" y="81"/>
                    </a:moveTo>
                    <a:lnTo>
                      <a:pt x="110" y="40"/>
                    </a:lnTo>
                    <a:lnTo>
                      <a:pt x="70" y="0"/>
                    </a:lnTo>
                    <a:lnTo>
                      <a:pt x="0" y="69"/>
                    </a:lnTo>
                    <a:lnTo>
                      <a:pt x="41" y="110"/>
                    </a:lnTo>
                    <a:lnTo>
                      <a:pt x="81" y="150"/>
                    </a:lnTo>
                    <a:lnTo>
                      <a:pt x="151" y="81"/>
                    </a:lnTo>
                    <a:close/>
                  </a:path>
                </a:pathLst>
              </a:cu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1290" name="Freeform 590">
                <a:extLst>
                  <a:ext uri="{FF2B5EF4-FFF2-40B4-BE49-F238E27FC236}">
                    <a16:creationId xmlns:a16="http://schemas.microsoft.com/office/drawing/2014/main" id="{4045212F-2B31-1F58-7662-459060E2533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311" y="3279"/>
                <a:ext cx="6" cy="6"/>
              </a:xfrm>
              <a:custGeom>
                <a:avLst/>
                <a:gdLst>
                  <a:gd name="T0" fmla="*/ 0 w 44"/>
                  <a:gd name="T1" fmla="*/ 0 h 41"/>
                  <a:gd name="T2" fmla="*/ 0 w 44"/>
                  <a:gd name="T3" fmla="*/ 0 h 41"/>
                  <a:gd name="T4" fmla="*/ 0 w 44"/>
                  <a:gd name="T5" fmla="*/ 0 h 41"/>
                  <a:gd name="T6" fmla="*/ 0 w 44"/>
                  <a:gd name="T7" fmla="*/ 0 h 41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44"/>
                  <a:gd name="T13" fmla="*/ 0 h 41"/>
                  <a:gd name="T14" fmla="*/ 44 w 44"/>
                  <a:gd name="T15" fmla="*/ 41 h 41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44" h="41">
                    <a:moveTo>
                      <a:pt x="44" y="41"/>
                    </a:moveTo>
                    <a:lnTo>
                      <a:pt x="3" y="0"/>
                    </a:lnTo>
                    <a:lnTo>
                      <a:pt x="0" y="5"/>
                    </a:lnTo>
                    <a:lnTo>
                      <a:pt x="44" y="41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1291" name="Line 591">
                <a:extLst>
                  <a:ext uri="{FF2B5EF4-FFF2-40B4-BE49-F238E27FC236}">
                    <a16:creationId xmlns:a16="http://schemas.microsoft.com/office/drawing/2014/main" id="{D1F6BB1B-9A37-C0D6-0DEF-FD8805A0363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3311" y="3279"/>
                <a:ext cx="1" cy="1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1292" name="Freeform 592">
                <a:extLst>
                  <a:ext uri="{FF2B5EF4-FFF2-40B4-BE49-F238E27FC236}">
                    <a16:creationId xmlns:a16="http://schemas.microsoft.com/office/drawing/2014/main" id="{3A75E355-67F0-4927-52DC-7D023A65D96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302" y="3280"/>
                <a:ext cx="22" cy="21"/>
              </a:xfrm>
              <a:custGeom>
                <a:avLst/>
                <a:gdLst>
                  <a:gd name="T0" fmla="*/ 0 w 150"/>
                  <a:gd name="T1" fmla="*/ 0 h 148"/>
                  <a:gd name="T2" fmla="*/ 0 w 150"/>
                  <a:gd name="T3" fmla="*/ 0 h 148"/>
                  <a:gd name="T4" fmla="*/ 0 w 150"/>
                  <a:gd name="T5" fmla="*/ 0 h 148"/>
                  <a:gd name="T6" fmla="*/ 0 w 150"/>
                  <a:gd name="T7" fmla="*/ 0 h 148"/>
                  <a:gd name="T8" fmla="*/ 0 w 150"/>
                  <a:gd name="T9" fmla="*/ 0 h 148"/>
                  <a:gd name="T10" fmla="*/ 0 w 150"/>
                  <a:gd name="T11" fmla="*/ 0 h 148"/>
                  <a:gd name="T12" fmla="*/ 0 w 150"/>
                  <a:gd name="T13" fmla="*/ 0 h 148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150"/>
                  <a:gd name="T22" fmla="*/ 0 h 148"/>
                  <a:gd name="T23" fmla="*/ 150 w 150"/>
                  <a:gd name="T24" fmla="*/ 148 h 148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150" h="148">
                    <a:moveTo>
                      <a:pt x="150" y="72"/>
                    </a:moveTo>
                    <a:lnTo>
                      <a:pt x="106" y="36"/>
                    </a:lnTo>
                    <a:lnTo>
                      <a:pt x="62" y="0"/>
                    </a:lnTo>
                    <a:lnTo>
                      <a:pt x="0" y="76"/>
                    </a:lnTo>
                    <a:lnTo>
                      <a:pt x="44" y="112"/>
                    </a:lnTo>
                    <a:lnTo>
                      <a:pt x="88" y="148"/>
                    </a:lnTo>
                    <a:lnTo>
                      <a:pt x="150" y="72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1293" name="Freeform 593">
                <a:extLst>
                  <a:ext uri="{FF2B5EF4-FFF2-40B4-BE49-F238E27FC236}">
                    <a16:creationId xmlns:a16="http://schemas.microsoft.com/office/drawing/2014/main" id="{5D6180D6-A7CA-1332-4C92-2A46DFAB7A9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302" y="3280"/>
                <a:ext cx="22" cy="21"/>
              </a:xfrm>
              <a:custGeom>
                <a:avLst/>
                <a:gdLst>
                  <a:gd name="T0" fmla="*/ 0 w 150"/>
                  <a:gd name="T1" fmla="*/ 0 h 148"/>
                  <a:gd name="T2" fmla="*/ 0 w 150"/>
                  <a:gd name="T3" fmla="*/ 0 h 148"/>
                  <a:gd name="T4" fmla="*/ 0 w 150"/>
                  <a:gd name="T5" fmla="*/ 0 h 148"/>
                  <a:gd name="T6" fmla="*/ 0 w 150"/>
                  <a:gd name="T7" fmla="*/ 0 h 148"/>
                  <a:gd name="T8" fmla="*/ 0 w 150"/>
                  <a:gd name="T9" fmla="*/ 0 h 148"/>
                  <a:gd name="T10" fmla="*/ 0 w 150"/>
                  <a:gd name="T11" fmla="*/ 0 h 148"/>
                  <a:gd name="T12" fmla="*/ 0 w 150"/>
                  <a:gd name="T13" fmla="*/ 0 h 148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150"/>
                  <a:gd name="T22" fmla="*/ 0 h 148"/>
                  <a:gd name="T23" fmla="*/ 150 w 150"/>
                  <a:gd name="T24" fmla="*/ 148 h 148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150" h="148">
                    <a:moveTo>
                      <a:pt x="150" y="72"/>
                    </a:moveTo>
                    <a:lnTo>
                      <a:pt x="106" y="36"/>
                    </a:lnTo>
                    <a:lnTo>
                      <a:pt x="62" y="0"/>
                    </a:lnTo>
                    <a:lnTo>
                      <a:pt x="0" y="76"/>
                    </a:lnTo>
                    <a:lnTo>
                      <a:pt x="44" y="112"/>
                    </a:lnTo>
                    <a:lnTo>
                      <a:pt x="88" y="148"/>
                    </a:lnTo>
                    <a:lnTo>
                      <a:pt x="150" y="72"/>
                    </a:lnTo>
                    <a:close/>
                  </a:path>
                </a:pathLst>
              </a:cu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1294" name="Freeform 594">
                <a:extLst>
                  <a:ext uri="{FF2B5EF4-FFF2-40B4-BE49-F238E27FC236}">
                    <a16:creationId xmlns:a16="http://schemas.microsoft.com/office/drawing/2014/main" id="{BD423C0C-CBB7-FFBB-C6FA-E19048037CF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302" y="3291"/>
                <a:ext cx="7" cy="5"/>
              </a:xfrm>
              <a:custGeom>
                <a:avLst/>
                <a:gdLst>
                  <a:gd name="T0" fmla="*/ 0 w 47"/>
                  <a:gd name="T1" fmla="*/ 0 h 36"/>
                  <a:gd name="T2" fmla="*/ 0 w 47"/>
                  <a:gd name="T3" fmla="*/ 0 h 36"/>
                  <a:gd name="T4" fmla="*/ 0 w 47"/>
                  <a:gd name="T5" fmla="*/ 0 h 36"/>
                  <a:gd name="T6" fmla="*/ 0 w 47"/>
                  <a:gd name="T7" fmla="*/ 0 h 36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47"/>
                  <a:gd name="T13" fmla="*/ 0 h 36"/>
                  <a:gd name="T14" fmla="*/ 47 w 47"/>
                  <a:gd name="T15" fmla="*/ 36 h 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47" h="36">
                    <a:moveTo>
                      <a:pt x="47" y="36"/>
                    </a:moveTo>
                    <a:lnTo>
                      <a:pt x="3" y="0"/>
                    </a:lnTo>
                    <a:lnTo>
                      <a:pt x="0" y="6"/>
                    </a:lnTo>
                    <a:lnTo>
                      <a:pt x="47" y="36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1295" name="Line 595">
                <a:extLst>
                  <a:ext uri="{FF2B5EF4-FFF2-40B4-BE49-F238E27FC236}">
                    <a16:creationId xmlns:a16="http://schemas.microsoft.com/office/drawing/2014/main" id="{43C7CF9D-6C97-0DAD-3114-5C4E06FF0CF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3302" y="3291"/>
                <a:ext cx="1" cy="1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1296" name="Freeform 596">
                <a:extLst>
                  <a:ext uri="{FF2B5EF4-FFF2-40B4-BE49-F238E27FC236}">
                    <a16:creationId xmlns:a16="http://schemas.microsoft.com/office/drawing/2014/main" id="{2643E986-0670-9E56-05BE-65BA35986BE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294" y="3292"/>
                <a:ext cx="21" cy="20"/>
              </a:xfrm>
              <a:custGeom>
                <a:avLst/>
                <a:gdLst>
                  <a:gd name="T0" fmla="*/ 0 w 148"/>
                  <a:gd name="T1" fmla="*/ 0 h 143"/>
                  <a:gd name="T2" fmla="*/ 0 w 148"/>
                  <a:gd name="T3" fmla="*/ 0 h 143"/>
                  <a:gd name="T4" fmla="*/ 0 w 148"/>
                  <a:gd name="T5" fmla="*/ 0 h 143"/>
                  <a:gd name="T6" fmla="*/ 0 w 148"/>
                  <a:gd name="T7" fmla="*/ 0 h 143"/>
                  <a:gd name="T8" fmla="*/ 0 w 148"/>
                  <a:gd name="T9" fmla="*/ 0 h 143"/>
                  <a:gd name="T10" fmla="*/ 0 w 148"/>
                  <a:gd name="T11" fmla="*/ 0 h 143"/>
                  <a:gd name="T12" fmla="*/ 0 w 148"/>
                  <a:gd name="T13" fmla="*/ 0 h 143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148"/>
                  <a:gd name="T22" fmla="*/ 0 h 143"/>
                  <a:gd name="T23" fmla="*/ 148 w 148"/>
                  <a:gd name="T24" fmla="*/ 143 h 143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148" h="143">
                    <a:moveTo>
                      <a:pt x="148" y="60"/>
                    </a:moveTo>
                    <a:lnTo>
                      <a:pt x="101" y="30"/>
                    </a:lnTo>
                    <a:lnTo>
                      <a:pt x="54" y="0"/>
                    </a:lnTo>
                    <a:lnTo>
                      <a:pt x="0" y="83"/>
                    </a:lnTo>
                    <a:lnTo>
                      <a:pt x="47" y="113"/>
                    </a:lnTo>
                    <a:lnTo>
                      <a:pt x="94" y="143"/>
                    </a:lnTo>
                    <a:lnTo>
                      <a:pt x="148" y="6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1297" name="Freeform 597">
                <a:extLst>
                  <a:ext uri="{FF2B5EF4-FFF2-40B4-BE49-F238E27FC236}">
                    <a16:creationId xmlns:a16="http://schemas.microsoft.com/office/drawing/2014/main" id="{9C825100-B03E-4298-46EA-7B7C8D43896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294" y="3292"/>
                <a:ext cx="21" cy="20"/>
              </a:xfrm>
              <a:custGeom>
                <a:avLst/>
                <a:gdLst>
                  <a:gd name="T0" fmla="*/ 0 w 148"/>
                  <a:gd name="T1" fmla="*/ 0 h 143"/>
                  <a:gd name="T2" fmla="*/ 0 w 148"/>
                  <a:gd name="T3" fmla="*/ 0 h 143"/>
                  <a:gd name="T4" fmla="*/ 0 w 148"/>
                  <a:gd name="T5" fmla="*/ 0 h 143"/>
                  <a:gd name="T6" fmla="*/ 0 w 148"/>
                  <a:gd name="T7" fmla="*/ 0 h 143"/>
                  <a:gd name="T8" fmla="*/ 0 w 148"/>
                  <a:gd name="T9" fmla="*/ 0 h 143"/>
                  <a:gd name="T10" fmla="*/ 0 w 148"/>
                  <a:gd name="T11" fmla="*/ 0 h 143"/>
                  <a:gd name="T12" fmla="*/ 0 w 148"/>
                  <a:gd name="T13" fmla="*/ 0 h 143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148"/>
                  <a:gd name="T22" fmla="*/ 0 h 143"/>
                  <a:gd name="T23" fmla="*/ 148 w 148"/>
                  <a:gd name="T24" fmla="*/ 143 h 143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148" h="143">
                    <a:moveTo>
                      <a:pt x="148" y="60"/>
                    </a:moveTo>
                    <a:lnTo>
                      <a:pt x="101" y="30"/>
                    </a:lnTo>
                    <a:lnTo>
                      <a:pt x="54" y="0"/>
                    </a:lnTo>
                    <a:lnTo>
                      <a:pt x="0" y="83"/>
                    </a:lnTo>
                    <a:lnTo>
                      <a:pt x="47" y="113"/>
                    </a:lnTo>
                    <a:lnTo>
                      <a:pt x="94" y="143"/>
                    </a:lnTo>
                    <a:lnTo>
                      <a:pt x="148" y="60"/>
                    </a:lnTo>
                    <a:close/>
                  </a:path>
                </a:pathLst>
              </a:cu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1298" name="Freeform 598">
                <a:extLst>
                  <a:ext uri="{FF2B5EF4-FFF2-40B4-BE49-F238E27FC236}">
                    <a16:creationId xmlns:a16="http://schemas.microsoft.com/office/drawing/2014/main" id="{2B8FD1FE-E461-0541-60D1-6916C024503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294" y="3303"/>
                <a:ext cx="7" cy="5"/>
              </a:xfrm>
              <a:custGeom>
                <a:avLst/>
                <a:gdLst>
                  <a:gd name="T0" fmla="*/ 0 w 50"/>
                  <a:gd name="T1" fmla="*/ 0 h 30"/>
                  <a:gd name="T2" fmla="*/ 0 w 50"/>
                  <a:gd name="T3" fmla="*/ 0 h 30"/>
                  <a:gd name="T4" fmla="*/ 0 w 50"/>
                  <a:gd name="T5" fmla="*/ 0 h 30"/>
                  <a:gd name="T6" fmla="*/ 0 w 50"/>
                  <a:gd name="T7" fmla="*/ 0 h 30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50"/>
                  <a:gd name="T13" fmla="*/ 0 h 30"/>
                  <a:gd name="T14" fmla="*/ 50 w 50"/>
                  <a:gd name="T15" fmla="*/ 30 h 30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50" h="30">
                    <a:moveTo>
                      <a:pt x="50" y="30"/>
                    </a:moveTo>
                    <a:lnTo>
                      <a:pt x="3" y="0"/>
                    </a:lnTo>
                    <a:lnTo>
                      <a:pt x="0" y="4"/>
                    </a:lnTo>
                    <a:lnTo>
                      <a:pt x="50" y="3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1299" name="Line 599">
                <a:extLst>
                  <a:ext uri="{FF2B5EF4-FFF2-40B4-BE49-F238E27FC236}">
                    <a16:creationId xmlns:a16="http://schemas.microsoft.com/office/drawing/2014/main" id="{CA1F521D-7FDE-36B1-1049-3D4DC0624BA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3294" y="3303"/>
                <a:ext cx="1" cy="1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1300" name="Freeform 600">
                <a:extLst>
                  <a:ext uri="{FF2B5EF4-FFF2-40B4-BE49-F238E27FC236}">
                    <a16:creationId xmlns:a16="http://schemas.microsoft.com/office/drawing/2014/main" id="{4A31553E-2358-1152-7201-443BB15C434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287" y="3304"/>
                <a:ext cx="21" cy="20"/>
              </a:xfrm>
              <a:custGeom>
                <a:avLst/>
                <a:gdLst>
                  <a:gd name="T0" fmla="*/ 0 w 145"/>
                  <a:gd name="T1" fmla="*/ 0 h 139"/>
                  <a:gd name="T2" fmla="*/ 0 w 145"/>
                  <a:gd name="T3" fmla="*/ 0 h 139"/>
                  <a:gd name="T4" fmla="*/ 0 w 145"/>
                  <a:gd name="T5" fmla="*/ 0 h 139"/>
                  <a:gd name="T6" fmla="*/ 0 w 145"/>
                  <a:gd name="T7" fmla="*/ 0 h 139"/>
                  <a:gd name="T8" fmla="*/ 0 w 145"/>
                  <a:gd name="T9" fmla="*/ 0 h 139"/>
                  <a:gd name="T10" fmla="*/ 0 w 145"/>
                  <a:gd name="T11" fmla="*/ 0 h 139"/>
                  <a:gd name="T12" fmla="*/ 0 w 145"/>
                  <a:gd name="T13" fmla="*/ 0 h 139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145"/>
                  <a:gd name="T22" fmla="*/ 0 h 139"/>
                  <a:gd name="T23" fmla="*/ 145 w 145"/>
                  <a:gd name="T24" fmla="*/ 139 h 139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145" h="139">
                    <a:moveTo>
                      <a:pt x="145" y="52"/>
                    </a:moveTo>
                    <a:lnTo>
                      <a:pt x="94" y="26"/>
                    </a:lnTo>
                    <a:lnTo>
                      <a:pt x="44" y="0"/>
                    </a:lnTo>
                    <a:lnTo>
                      <a:pt x="0" y="88"/>
                    </a:lnTo>
                    <a:lnTo>
                      <a:pt x="50" y="114"/>
                    </a:lnTo>
                    <a:lnTo>
                      <a:pt x="101" y="139"/>
                    </a:lnTo>
                    <a:lnTo>
                      <a:pt x="145" y="52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1301" name="Freeform 601">
                <a:extLst>
                  <a:ext uri="{FF2B5EF4-FFF2-40B4-BE49-F238E27FC236}">
                    <a16:creationId xmlns:a16="http://schemas.microsoft.com/office/drawing/2014/main" id="{904D195C-CAF3-E5B8-DA1A-E9668C9801F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287" y="3304"/>
                <a:ext cx="21" cy="20"/>
              </a:xfrm>
              <a:custGeom>
                <a:avLst/>
                <a:gdLst>
                  <a:gd name="T0" fmla="*/ 0 w 145"/>
                  <a:gd name="T1" fmla="*/ 0 h 139"/>
                  <a:gd name="T2" fmla="*/ 0 w 145"/>
                  <a:gd name="T3" fmla="*/ 0 h 139"/>
                  <a:gd name="T4" fmla="*/ 0 w 145"/>
                  <a:gd name="T5" fmla="*/ 0 h 139"/>
                  <a:gd name="T6" fmla="*/ 0 w 145"/>
                  <a:gd name="T7" fmla="*/ 0 h 139"/>
                  <a:gd name="T8" fmla="*/ 0 w 145"/>
                  <a:gd name="T9" fmla="*/ 0 h 139"/>
                  <a:gd name="T10" fmla="*/ 0 w 145"/>
                  <a:gd name="T11" fmla="*/ 0 h 139"/>
                  <a:gd name="T12" fmla="*/ 0 w 145"/>
                  <a:gd name="T13" fmla="*/ 0 h 139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145"/>
                  <a:gd name="T22" fmla="*/ 0 h 139"/>
                  <a:gd name="T23" fmla="*/ 145 w 145"/>
                  <a:gd name="T24" fmla="*/ 139 h 139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145" h="139">
                    <a:moveTo>
                      <a:pt x="145" y="52"/>
                    </a:moveTo>
                    <a:lnTo>
                      <a:pt x="94" y="26"/>
                    </a:lnTo>
                    <a:lnTo>
                      <a:pt x="44" y="0"/>
                    </a:lnTo>
                    <a:lnTo>
                      <a:pt x="0" y="88"/>
                    </a:lnTo>
                    <a:lnTo>
                      <a:pt x="50" y="114"/>
                    </a:lnTo>
                    <a:lnTo>
                      <a:pt x="101" y="139"/>
                    </a:lnTo>
                    <a:lnTo>
                      <a:pt x="145" y="52"/>
                    </a:lnTo>
                    <a:close/>
                  </a:path>
                </a:pathLst>
              </a:cu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1302" name="Freeform 602">
                <a:extLst>
                  <a:ext uri="{FF2B5EF4-FFF2-40B4-BE49-F238E27FC236}">
                    <a16:creationId xmlns:a16="http://schemas.microsoft.com/office/drawing/2014/main" id="{126FA336-A950-5FD2-9C01-90A523822A4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287" y="3317"/>
                <a:ext cx="8" cy="3"/>
              </a:xfrm>
              <a:custGeom>
                <a:avLst/>
                <a:gdLst>
                  <a:gd name="T0" fmla="*/ 0 w 52"/>
                  <a:gd name="T1" fmla="*/ 0 h 26"/>
                  <a:gd name="T2" fmla="*/ 0 w 52"/>
                  <a:gd name="T3" fmla="*/ 0 h 26"/>
                  <a:gd name="T4" fmla="*/ 0 w 52"/>
                  <a:gd name="T5" fmla="*/ 0 h 26"/>
                  <a:gd name="T6" fmla="*/ 0 w 52"/>
                  <a:gd name="T7" fmla="*/ 0 h 26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52"/>
                  <a:gd name="T13" fmla="*/ 0 h 26"/>
                  <a:gd name="T14" fmla="*/ 52 w 52"/>
                  <a:gd name="T15" fmla="*/ 26 h 2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52" h="26">
                    <a:moveTo>
                      <a:pt x="52" y="26"/>
                    </a:moveTo>
                    <a:lnTo>
                      <a:pt x="2" y="0"/>
                    </a:lnTo>
                    <a:lnTo>
                      <a:pt x="0" y="4"/>
                    </a:lnTo>
                    <a:lnTo>
                      <a:pt x="52" y="26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1303" name="Line 603">
                <a:extLst>
                  <a:ext uri="{FF2B5EF4-FFF2-40B4-BE49-F238E27FC236}">
                    <a16:creationId xmlns:a16="http://schemas.microsoft.com/office/drawing/2014/main" id="{8EDC56D4-5414-56B3-FE7E-B01056AD362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3287" y="3317"/>
                <a:ext cx="1" cy="1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1304" name="Freeform 604">
                <a:extLst>
                  <a:ext uri="{FF2B5EF4-FFF2-40B4-BE49-F238E27FC236}">
                    <a16:creationId xmlns:a16="http://schemas.microsoft.com/office/drawing/2014/main" id="{7070F2B6-E3CB-1AFC-D1DE-F9D43442965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282" y="3317"/>
                <a:ext cx="20" cy="19"/>
              </a:xfrm>
              <a:custGeom>
                <a:avLst/>
                <a:gdLst>
                  <a:gd name="T0" fmla="*/ 0 w 141"/>
                  <a:gd name="T1" fmla="*/ 0 h 134"/>
                  <a:gd name="T2" fmla="*/ 0 w 141"/>
                  <a:gd name="T3" fmla="*/ 0 h 134"/>
                  <a:gd name="T4" fmla="*/ 0 w 141"/>
                  <a:gd name="T5" fmla="*/ 0 h 134"/>
                  <a:gd name="T6" fmla="*/ 0 w 141"/>
                  <a:gd name="T7" fmla="*/ 0 h 134"/>
                  <a:gd name="T8" fmla="*/ 0 w 141"/>
                  <a:gd name="T9" fmla="*/ 0 h 134"/>
                  <a:gd name="T10" fmla="*/ 0 w 141"/>
                  <a:gd name="T11" fmla="*/ 0 h 134"/>
                  <a:gd name="T12" fmla="*/ 0 w 141"/>
                  <a:gd name="T13" fmla="*/ 0 h 134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141"/>
                  <a:gd name="T22" fmla="*/ 0 h 134"/>
                  <a:gd name="T23" fmla="*/ 141 w 141"/>
                  <a:gd name="T24" fmla="*/ 134 h 134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141" h="134">
                    <a:moveTo>
                      <a:pt x="141" y="43"/>
                    </a:moveTo>
                    <a:lnTo>
                      <a:pt x="88" y="22"/>
                    </a:lnTo>
                    <a:lnTo>
                      <a:pt x="36" y="0"/>
                    </a:lnTo>
                    <a:lnTo>
                      <a:pt x="0" y="91"/>
                    </a:lnTo>
                    <a:lnTo>
                      <a:pt x="53" y="113"/>
                    </a:lnTo>
                    <a:lnTo>
                      <a:pt x="105" y="134"/>
                    </a:lnTo>
                    <a:lnTo>
                      <a:pt x="141" y="43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1305" name="Freeform 605">
                <a:extLst>
                  <a:ext uri="{FF2B5EF4-FFF2-40B4-BE49-F238E27FC236}">
                    <a16:creationId xmlns:a16="http://schemas.microsoft.com/office/drawing/2014/main" id="{9D495BA8-A94F-AD62-F4E7-3154AAA594C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282" y="3317"/>
                <a:ext cx="20" cy="19"/>
              </a:xfrm>
              <a:custGeom>
                <a:avLst/>
                <a:gdLst>
                  <a:gd name="T0" fmla="*/ 0 w 141"/>
                  <a:gd name="T1" fmla="*/ 0 h 134"/>
                  <a:gd name="T2" fmla="*/ 0 w 141"/>
                  <a:gd name="T3" fmla="*/ 0 h 134"/>
                  <a:gd name="T4" fmla="*/ 0 w 141"/>
                  <a:gd name="T5" fmla="*/ 0 h 134"/>
                  <a:gd name="T6" fmla="*/ 0 w 141"/>
                  <a:gd name="T7" fmla="*/ 0 h 134"/>
                  <a:gd name="T8" fmla="*/ 0 w 141"/>
                  <a:gd name="T9" fmla="*/ 0 h 134"/>
                  <a:gd name="T10" fmla="*/ 0 w 141"/>
                  <a:gd name="T11" fmla="*/ 0 h 134"/>
                  <a:gd name="T12" fmla="*/ 0 w 141"/>
                  <a:gd name="T13" fmla="*/ 0 h 134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141"/>
                  <a:gd name="T22" fmla="*/ 0 h 134"/>
                  <a:gd name="T23" fmla="*/ 141 w 141"/>
                  <a:gd name="T24" fmla="*/ 134 h 134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141" h="134">
                    <a:moveTo>
                      <a:pt x="141" y="43"/>
                    </a:moveTo>
                    <a:lnTo>
                      <a:pt x="88" y="22"/>
                    </a:lnTo>
                    <a:lnTo>
                      <a:pt x="36" y="0"/>
                    </a:lnTo>
                    <a:lnTo>
                      <a:pt x="0" y="91"/>
                    </a:lnTo>
                    <a:lnTo>
                      <a:pt x="53" y="113"/>
                    </a:lnTo>
                    <a:lnTo>
                      <a:pt x="105" y="134"/>
                    </a:lnTo>
                    <a:lnTo>
                      <a:pt x="141" y="43"/>
                    </a:lnTo>
                    <a:close/>
                  </a:path>
                </a:pathLst>
              </a:cu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1306" name="Freeform 606">
                <a:extLst>
                  <a:ext uri="{FF2B5EF4-FFF2-40B4-BE49-F238E27FC236}">
                    <a16:creationId xmlns:a16="http://schemas.microsoft.com/office/drawing/2014/main" id="{3AAC17F6-622D-29BE-6C1E-354978095B3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282" y="3330"/>
                <a:ext cx="8" cy="3"/>
              </a:xfrm>
              <a:custGeom>
                <a:avLst/>
                <a:gdLst>
                  <a:gd name="T0" fmla="*/ 0 w 55"/>
                  <a:gd name="T1" fmla="*/ 0 h 22"/>
                  <a:gd name="T2" fmla="*/ 0 w 55"/>
                  <a:gd name="T3" fmla="*/ 0 h 22"/>
                  <a:gd name="T4" fmla="*/ 0 w 55"/>
                  <a:gd name="T5" fmla="*/ 0 h 22"/>
                  <a:gd name="T6" fmla="*/ 0 w 55"/>
                  <a:gd name="T7" fmla="*/ 0 h 22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55"/>
                  <a:gd name="T13" fmla="*/ 0 h 22"/>
                  <a:gd name="T14" fmla="*/ 55 w 55"/>
                  <a:gd name="T15" fmla="*/ 22 h 22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55" h="22">
                    <a:moveTo>
                      <a:pt x="55" y="22"/>
                    </a:moveTo>
                    <a:lnTo>
                      <a:pt x="2" y="0"/>
                    </a:lnTo>
                    <a:lnTo>
                      <a:pt x="0" y="7"/>
                    </a:lnTo>
                    <a:lnTo>
                      <a:pt x="55" y="22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1307" name="Line 607">
                <a:extLst>
                  <a:ext uri="{FF2B5EF4-FFF2-40B4-BE49-F238E27FC236}">
                    <a16:creationId xmlns:a16="http://schemas.microsoft.com/office/drawing/2014/main" id="{C5B673A2-4822-6193-D74A-8B67C03CF13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3282" y="3330"/>
                <a:ext cx="1" cy="1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1308" name="Freeform 608">
                <a:extLst>
                  <a:ext uri="{FF2B5EF4-FFF2-40B4-BE49-F238E27FC236}">
                    <a16:creationId xmlns:a16="http://schemas.microsoft.com/office/drawing/2014/main" id="{787E4234-6221-ACE0-4B14-5CDBA71497B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278" y="3331"/>
                <a:ext cx="19" cy="18"/>
              </a:xfrm>
              <a:custGeom>
                <a:avLst/>
                <a:gdLst>
                  <a:gd name="T0" fmla="*/ 0 w 135"/>
                  <a:gd name="T1" fmla="*/ 0 h 124"/>
                  <a:gd name="T2" fmla="*/ 0 w 135"/>
                  <a:gd name="T3" fmla="*/ 0 h 124"/>
                  <a:gd name="T4" fmla="*/ 0 w 135"/>
                  <a:gd name="T5" fmla="*/ 0 h 124"/>
                  <a:gd name="T6" fmla="*/ 0 w 135"/>
                  <a:gd name="T7" fmla="*/ 0 h 124"/>
                  <a:gd name="T8" fmla="*/ 0 w 135"/>
                  <a:gd name="T9" fmla="*/ 0 h 124"/>
                  <a:gd name="T10" fmla="*/ 0 w 135"/>
                  <a:gd name="T11" fmla="*/ 0 h 124"/>
                  <a:gd name="T12" fmla="*/ 0 w 135"/>
                  <a:gd name="T13" fmla="*/ 0 h 124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135"/>
                  <a:gd name="T22" fmla="*/ 0 h 124"/>
                  <a:gd name="T23" fmla="*/ 135 w 135"/>
                  <a:gd name="T24" fmla="*/ 124 h 124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135" h="124">
                    <a:moveTo>
                      <a:pt x="135" y="29"/>
                    </a:moveTo>
                    <a:lnTo>
                      <a:pt x="80" y="15"/>
                    </a:lnTo>
                    <a:lnTo>
                      <a:pt x="25" y="0"/>
                    </a:lnTo>
                    <a:lnTo>
                      <a:pt x="0" y="95"/>
                    </a:lnTo>
                    <a:lnTo>
                      <a:pt x="55" y="110"/>
                    </a:lnTo>
                    <a:lnTo>
                      <a:pt x="110" y="124"/>
                    </a:lnTo>
                    <a:lnTo>
                      <a:pt x="135" y="29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1309" name="Freeform 609">
                <a:extLst>
                  <a:ext uri="{FF2B5EF4-FFF2-40B4-BE49-F238E27FC236}">
                    <a16:creationId xmlns:a16="http://schemas.microsoft.com/office/drawing/2014/main" id="{B31707CD-2188-AAF3-7899-B3644E9CB67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278" y="3331"/>
                <a:ext cx="19" cy="18"/>
              </a:xfrm>
              <a:custGeom>
                <a:avLst/>
                <a:gdLst>
                  <a:gd name="T0" fmla="*/ 0 w 135"/>
                  <a:gd name="T1" fmla="*/ 0 h 124"/>
                  <a:gd name="T2" fmla="*/ 0 w 135"/>
                  <a:gd name="T3" fmla="*/ 0 h 124"/>
                  <a:gd name="T4" fmla="*/ 0 w 135"/>
                  <a:gd name="T5" fmla="*/ 0 h 124"/>
                  <a:gd name="T6" fmla="*/ 0 w 135"/>
                  <a:gd name="T7" fmla="*/ 0 h 124"/>
                  <a:gd name="T8" fmla="*/ 0 w 135"/>
                  <a:gd name="T9" fmla="*/ 0 h 124"/>
                  <a:gd name="T10" fmla="*/ 0 w 135"/>
                  <a:gd name="T11" fmla="*/ 0 h 124"/>
                  <a:gd name="T12" fmla="*/ 0 w 135"/>
                  <a:gd name="T13" fmla="*/ 0 h 124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135"/>
                  <a:gd name="T22" fmla="*/ 0 h 124"/>
                  <a:gd name="T23" fmla="*/ 135 w 135"/>
                  <a:gd name="T24" fmla="*/ 124 h 124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135" h="124">
                    <a:moveTo>
                      <a:pt x="135" y="29"/>
                    </a:moveTo>
                    <a:lnTo>
                      <a:pt x="80" y="15"/>
                    </a:lnTo>
                    <a:lnTo>
                      <a:pt x="25" y="0"/>
                    </a:lnTo>
                    <a:lnTo>
                      <a:pt x="0" y="95"/>
                    </a:lnTo>
                    <a:lnTo>
                      <a:pt x="55" y="110"/>
                    </a:lnTo>
                    <a:lnTo>
                      <a:pt x="110" y="124"/>
                    </a:lnTo>
                    <a:lnTo>
                      <a:pt x="135" y="29"/>
                    </a:lnTo>
                    <a:close/>
                  </a:path>
                </a:pathLst>
              </a:cu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1310" name="Freeform 610">
                <a:extLst>
                  <a:ext uri="{FF2B5EF4-FFF2-40B4-BE49-F238E27FC236}">
                    <a16:creationId xmlns:a16="http://schemas.microsoft.com/office/drawing/2014/main" id="{9581EEDD-DC50-988B-6BB2-CBCD5199793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278" y="3345"/>
                <a:ext cx="8" cy="2"/>
              </a:xfrm>
              <a:custGeom>
                <a:avLst/>
                <a:gdLst>
                  <a:gd name="T0" fmla="*/ 0 w 56"/>
                  <a:gd name="T1" fmla="*/ 0 h 15"/>
                  <a:gd name="T2" fmla="*/ 0 w 56"/>
                  <a:gd name="T3" fmla="*/ 0 h 15"/>
                  <a:gd name="T4" fmla="*/ 0 w 56"/>
                  <a:gd name="T5" fmla="*/ 0 h 15"/>
                  <a:gd name="T6" fmla="*/ 0 w 56"/>
                  <a:gd name="T7" fmla="*/ 0 h 15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56"/>
                  <a:gd name="T13" fmla="*/ 0 h 15"/>
                  <a:gd name="T14" fmla="*/ 56 w 56"/>
                  <a:gd name="T15" fmla="*/ 15 h 15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56" h="15">
                    <a:moveTo>
                      <a:pt x="56" y="15"/>
                    </a:moveTo>
                    <a:lnTo>
                      <a:pt x="1" y="0"/>
                    </a:lnTo>
                    <a:lnTo>
                      <a:pt x="0" y="6"/>
                    </a:lnTo>
                    <a:lnTo>
                      <a:pt x="56" y="15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1311" name="Line 611">
                <a:extLst>
                  <a:ext uri="{FF2B5EF4-FFF2-40B4-BE49-F238E27FC236}">
                    <a16:creationId xmlns:a16="http://schemas.microsoft.com/office/drawing/2014/main" id="{425F0091-1605-7C3C-46F0-260E2FD79E4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3278" y="3345"/>
                <a:ext cx="1" cy="1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1312" name="Freeform 612">
                <a:extLst>
                  <a:ext uri="{FF2B5EF4-FFF2-40B4-BE49-F238E27FC236}">
                    <a16:creationId xmlns:a16="http://schemas.microsoft.com/office/drawing/2014/main" id="{B7CEEA68-E5DF-89C8-808C-B66D1AFBD78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276" y="3346"/>
                <a:ext cx="18" cy="16"/>
              </a:xfrm>
              <a:custGeom>
                <a:avLst/>
                <a:gdLst>
                  <a:gd name="T0" fmla="*/ 0 w 128"/>
                  <a:gd name="T1" fmla="*/ 0 h 114"/>
                  <a:gd name="T2" fmla="*/ 0 w 128"/>
                  <a:gd name="T3" fmla="*/ 0 h 114"/>
                  <a:gd name="T4" fmla="*/ 0 w 128"/>
                  <a:gd name="T5" fmla="*/ 0 h 114"/>
                  <a:gd name="T6" fmla="*/ 0 w 128"/>
                  <a:gd name="T7" fmla="*/ 0 h 114"/>
                  <a:gd name="T8" fmla="*/ 0 w 128"/>
                  <a:gd name="T9" fmla="*/ 0 h 114"/>
                  <a:gd name="T10" fmla="*/ 0 w 128"/>
                  <a:gd name="T11" fmla="*/ 0 h 114"/>
                  <a:gd name="T12" fmla="*/ 0 w 128"/>
                  <a:gd name="T13" fmla="*/ 0 h 114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128"/>
                  <a:gd name="T22" fmla="*/ 0 h 114"/>
                  <a:gd name="T23" fmla="*/ 128 w 128"/>
                  <a:gd name="T24" fmla="*/ 114 h 114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128" h="114">
                    <a:moveTo>
                      <a:pt x="128" y="18"/>
                    </a:moveTo>
                    <a:lnTo>
                      <a:pt x="72" y="9"/>
                    </a:lnTo>
                    <a:lnTo>
                      <a:pt x="16" y="0"/>
                    </a:lnTo>
                    <a:lnTo>
                      <a:pt x="0" y="96"/>
                    </a:lnTo>
                    <a:lnTo>
                      <a:pt x="56" y="105"/>
                    </a:lnTo>
                    <a:lnTo>
                      <a:pt x="112" y="114"/>
                    </a:lnTo>
                    <a:lnTo>
                      <a:pt x="128" y="18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1313" name="Freeform 613">
                <a:extLst>
                  <a:ext uri="{FF2B5EF4-FFF2-40B4-BE49-F238E27FC236}">
                    <a16:creationId xmlns:a16="http://schemas.microsoft.com/office/drawing/2014/main" id="{8820A392-B85B-F2F7-C129-28932C25CED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276" y="3346"/>
                <a:ext cx="18" cy="16"/>
              </a:xfrm>
              <a:custGeom>
                <a:avLst/>
                <a:gdLst>
                  <a:gd name="T0" fmla="*/ 0 w 128"/>
                  <a:gd name="T1" fmla="*/ 0 h 114"/>
                  <a:gd name="T2" fmla="*/ 0 w 128"/>
                  <a:gd name="T3" fmla="*/ 0 h 114"/>
                  <a:gd name="T4" fmla="*/ 0 w 128"/>
                  <a:gd name="T5" fmla="*/ 0 h 114"/>
                  <a:gd name="T6" fmla="*/ 0 w 128"/>
                  <a:gd name="T7" fmla="*/ 0 h 114"/>
                  <a:gd name="T8" fmla="*/ 0 w 128"/>
                  <a:gd name="T9" fmla="*/ 0 h 114"/>
                  <a:gd name="T10" fmla="*/ 0 w 128"/>
                  <a:gd name="T11" fmla="*/ 0 h 114"/>
                  <a:gd name="T12" fmla="*/ 0 w 128"/>
                  <a:gd name="T13" fmla="*/ 0 h 114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128"/>
                  <a:gd name="T22" fmla="*/ 0 h 114"/>
                  <a:gd name="T23" fmla="*/ 128 w 128"/>
                  <a:gd name="T24" fmla="*/ 114 h 114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128" h="114">
                    <a:moveTo>
                      <a:pt x="128" y="18"/>
                    </a:moveTo>
                    <a:lnTo>
                      <a:pt x="72" y="9"/>
                    </a:lnTo>
                    <a:lnTo>
                      <a:pt x="16" y="0"/>
                    </a:lnTo>
                    <a:lnTo>
                      <a:pt x="0" y="96"/>
                    </a:lnTo>
                    <a:lnTo>
                      <a:pt x="56" y="105"/>
                    </a:lnTo>
                    <a:lnTo>
                      <a:pt x="112" y="114"/>
                    </a:lnTo>
                    <a:lnTo>
                      <a:pt x="128" y="18"/>
                    </a:lnTo>
                    <a:close/>
                  </a:path>
                </a:pathLst>
              </a:cu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1314" name="Freeform 614">
                <a:extLst>
                  <a:ext uri="{FF2B5EF4-FFF2-40B4-BE49-F238E27FC236}">
                    <a16:creationId xmlns:a16="http://schemas.microsoft.com/office/drawing/2014/main" id="{71819522-EFAB-D590-BCC8-96DFD439BB9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276" y="3359"/>
                <a:ext cx="8" cy="2"/>
              </a:xfrm>
              <a:custGeom>
                <a:avLst/>
                <a:gdLst>
                  <a:gd name="T0" fmla="*/ 0 w 56"/>
                  <a:gd name="T1" fmla="*/ 0 h 9"/>
                  <a:gd name="T2" fmla="*/ 0 w 56"/>
                  <a:gd name="T3" fmla="*/ 0 h 9"/>
                  <a:gd name="T4" fmla="*/ 0 w 56"/>
                  <a:gd name="T5" fmla="*/ 0 h 9"/>
                  <a:gd name="T6" fmla="*/ 0 w 56"/>
                  <a:gd name="T7" fmla="*/ 0 h 9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56"/>
                  <a:gd name="T13" fmla="*/ 0 h 9"/>
                  <a:gd name="T14" fmla="*/ 56 w 56"/>
                  <a:gd name="T15" fmla="*/ 9 h 9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56" h="9">
                    <a:moveTo>
                      <a:pt x="56" y="9"/>
                    </a:moveTo>
                    <a:lnTo>
                      <a:pt x="0" y="0"/>
                    </a:lnTo>
                    <a:lnTo>
                      <a:pt x="0" y="7"/>
                    </a:lnTo>
                    <a:lnTo>
                      <a:pt x="56" y="9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1315" name="Line 615">
                <a:extLst>
                  <a:ext uri="{FF2B5EF4-FFF2-40B4-BE49-F238E27FC236}">
                    <a16:creationId xmlns:a16="http://schemas.microsoft.com/office/drawing/2014/main" id="{7207FF5D-CBEA-02DF-AEF4-5033D0A7A84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276" y="3359"/>
                <a:ext cx="1" cy="1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1316" name="Freeform 616">
                <a:extLst>
                  <a:ext uri="{FF2B5EF4-FFF2-40B4-BE49-F238E27FC236}">
                    <a16:creationId xmlns:a16="http://schemas.microsoft.com/office/drawing/2014/main" id="{106C27AB-CF71-AA48-DC25-F4BF8B915F4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275" y="3360"/>
                <a:ext cx="17" cy="15"/>
              </a:xfrm>
              <a:custGeom>
                <a:avLst/>
                <a:gdLst>
                  <a:gd name="T0" fmla="*/ 0 w 116"/>
                  <a:gd name="T1" fmla="*/ 0 h 103"/>
                  <a:gd name="T2" fmla="*/ 0 w 116"/>
                  <a:gd name="T3" fmla="*/ 0 h 103"/>
                  <a:gd name="T4" fmla="*/ 0 w 116"/>
                  <a:gd name="T5" fmla="*/ 0 h 103"/>
                  <a:gd name="T6" fmla="*/ 0 w 116"/>
                  <a:gd name="T7" fmla="*/ 0 h 103"/>
                  <a:gd name="T8" fmla="*/ 0 w 116"/>
                  <a:gd name="T9" fmla="*/ 0 h 103"/>
                  <a:gd name="T10" fmla="*/ 0 w 116"/>
                  <a:gd name="T11" fmla="*/ 0 h 103"/>
                  <a:gd name="T12" fmla="*/ 0 w 116"/>
                  <a:gd name="T13" fmla="*/ 0 h 103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116"/>
                  <a:gd name="T22" fmla="*/ 0 h 103"/>
                  <a:gd name="T23" fmla="*/ 116 w 116"/>
                  <a:gd name="T24" fmla="*/ 103 h 103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116" h="103">
                    <a:moveTo>
                      <a:pt x="116" y="5"/>
                    </a:moveTo>
                    <a:lnTo>
                      <a:pt x="60" y="2"/>
                    </a:lnTo>
                    <a:lnTo>
                      <a:pt x="4" y="0"/>
                    </a:lnTo>
                    <a:lnTo>
                      <a:pt x="0" y="99"/>
                    </a:lnTo>
                    <a:lnTo>
                      <a:pt x="56" y="101"/>
                    </a:lnTo>
                    <a:lnTo>
                      <a:pt x="112" y="103"/>
                    </a:lnTo>
                    <a:lnTo>
                      <a:pt x="116" y="5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1317" name="Freeform 617">
                <a:extLst>
                  <a:ext uri="{FF2B5EF4-FFF2-40B4-BE49-F238E27FC236}">
                    <a16:creationId xmlns:a16="http://schemas.microsoft.com/office/drawing/2014/main" id="{CD21D033-F031-1520-D101-28A6FF7B738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275" y="3360"/>
                <a:ext cx="17" cy="15"/>
              </a:xfrm>
              <a:custGeom>
                <a:avLst/>
                <a:gdLst>
                  <a:gd name="T0" fmla="*/ 0 w 116"/>
                  <a:gd name="T1" fmla="*/ 0 h 103"/>
                  <a:gd name="T2" fmla="*/ 0 w 116"/>
                  <a:gd name="T3" fmla="*/ 0 h 103"/>
                  <a:gd name="T4" fmla="*/ 0 w 116"/>
                  <a:gd name="T5" fmla="*/ 0 h 103"/>
                  <a:gd name="T6" fmla="*/ 0 w 116"/>
                  <a:gd name="T7" fmla="*/ 0 h 103"/>
                  <a:gd name="T8" fmla="*/ 0 w 116"/>
                  <a:gd name="T9" fmla="*/ 0 h 103"/>
                  <a:gd name="T10" fmla="*/ 0 w 116"/>
                  <a:gd name="T11" fmla="*/ 0 h 103"/>
                  <a:gd name="T12" fmla="*/ 0 w 116"/>
                  <a:gd name="T13" fmla="*/ 0 h 103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116"/>
                  <a:gd name="T22" fmla="*/ 0 h 103"/>
                  <a:gd name="T23" fmla="*/ 116 w 116"/>
                  <a:gd name="T24" fmla="*/ 103 h 103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116" h="103">
                    <a:moveTo>
                      <a:pt x="116" y="5"/>
                    </a:moveTo>
                    <a:lnTo>
                      <a:pt x="60" y="2"/>
                    </a:lnTo>
                    <a:lnTo>
                      <a:pt x="4" y="0"/>
                    </a:lnTo>
                    <a:lnTo>
                      <a:pt x="0" y="99"/>
                    </a:lnTo>
                    <a:lnTo>
                      <a:pt x="56" y="101"/>
                    </a:lnTo>
                    <a:lnTo>
                      <a:pt x="112" y="103"/>
                    </a:lnTo>
                    <a:lnTo>
                      <a:pt x="116" y="5"/>
                    </a:lnTo>
                    <a:close/>
                  </a:path>
                </a:pathLst>
              </a:cu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1318" name="Freeform 618">
                <a:extLst>
                  <a:ext uri="{FF2B5EF4-FFF2-40B4-BE49-F238E27FC236}">
                    <a16:creationId xmlns:a16="http://schemas.microsoft.com/office/drawing/2014/main" id="{DC4A285F-577B-AD8B-3E1C-EC412212B4C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275" y="3374"/>
                <a:ext cx="8" cy="1"/>
              </a:xfrm>
              <a:custGeom>
                <a:avLst/>
                <a:gdLst>
                  <a:gd name="T0" fmla="*/ 0 w 56"/>
                  <a:gd name="T1" fmla="*/ 0 h 4"/>
                  <a:gd name="T2" fmla="*/ 0 w 56"/>
                  <a:gd name="T3" fmla="*/ 0 h 4"/>
                  <a:gd name="T4" fmla="*/ 0 w 56"/>
                  <a:gd name="T5" fmla="*/ 0 h 4"/>
                  <a:gd name="T6" fmla="*/ 0 w 56"/>
                  <a:gd name="T7" fmla="*/ 0 h 4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56"/>
                  <a:gd name="T13" fmla="*/ 0 h 4"/>
                  <a:gd name="T14" fmla="*/ 56 w 56"/>
                  <a:gd name="T15" fmla="*/ 4 h 4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56" h="4">
                    <a:moveTo>
                      <a:pt x="56" y="2"/>
                    </a:moveTo>
                    <a:lnTo>
                      <a:pt x="0" y="0"/>
                    </a:lnTo>
                    <a:lnTo>
                      <a:pt x="0" y="4"/>
                    </a:lnTo>
                    <a:lnTo>
                      <a:pt x="56" y="2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1319" name="Line 619">
                <a:extLst>
                  <a:ext uri="{FF2B5EF4-FFF2-40B4-BE49-F238E27FC236}">
                    <a16:creationId xmlns:a16="http://schemas.microsoft.com/office/drawing/2014/main" id="{E83929C4-1A23-E9E6-EFBD-654B8FA6A36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275" y="3374"/>
                <a:ext cx="1" cy="1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1320" name="Freeform 620">
                <a:extLst>
                  <a:ext uri="{FF2B5EF4-FFF2-40B4-BE49-F238E27FC236}">
                    <a16:creationId xmlns:a16="http://schemas.microsoft.com/office/drawing/2014/main" id="{4367DEC7-5448-CB6C-80DC-9D0425406D7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275" y="3374"/>
                <a:ext cx="17" cy="15"/>
              </a:xfrm>
              <a:custGeom>
                <a:avLst/>
                <a:gdLst>
                  <a:gd name="T0" fmla="*/ 0 w 116"/>
                  <a:gd name="T1" fmla="*/ 0 h 102"/>
                  <a:gd name="T2" fmla="*/ 0 w 116"/>
                  <a:gd name="T3" fmla="*/ 0 h 102"/>
                  <a:gd name="T4" fmla="*/ 0 w 116"/>
                  <a:gd name="T5" fmla="*/ 0 h 102"/>
                  <a:gd name="T6" fmla="*/ 0 w 116"/>
                  <a:gd name="T7" fmla="*/ 0 h 102"/>
                  <a:gd name="T8" fmla="*/ 0 w 116"/>
                  <a:gd name="T9" fmla="*/ 0 h 102"/>
                  <a:gd name="T10" fmla="*/ 0 w 116"/>
                  <a:gd name="T11" fmla="*/ 0 h 102"/>
                  <a:gd name="T12" fmla="*/ 0 w 116"/>
                  <a:gd name="T13" fmla="*/ 0 h 102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116"/>
                  <a:gd name="T22" fmla="*/ 0 h 102"/>
                  <a:gd name="T23" fmla="*/ 116 w 116"/>
                  <a:gd name="T24" fmla="*/ 102 h 102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116" h="102">
                    <a:moveTo>
                      <a:pt x="112" y="0"/>
                    </a:moveTo>
                    <a:lnTo>
                      <a:pt x="56" y="2"/>
                    </a:lnTo>
                    <a:lnTo>
                      <a:pt x="0" y="4"/>
                    </a:lnTo>
                    <a:lnTo>
                      <a:pt x="4" y="102"/>
                    </a:lnTo>
                    <a:lnTo>
                      <a:pt x="60" y="100"/>
                    </a:lnTo>
                    <a:lnTo>
                      <a:pt x="116" y="98"/>
                    </a:lnTo>
                    <a:lnTo>
                      <a:pt x="112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1321" name="Freeform 621">
                <a:extLst>
                  <a:ext uri="{FF2B5EF4-FFF2-40B4-BE49-F238E27FC236}">
                    <a16:creationId xmlns:a16="http://schemas.microsoft.com/office/drawing/2014/main" id="{585DCF00-D31E-456E-7C20-AF1F6C67076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275" y="3374"/>
                <a:ext cx="17" cy="15"/>
              </a:xfrm>
              <a:custGeom>
                <a:avLst/>
                <a:gdLst>
                  <a:gd name="T0" fmla="*/ 0 w 116"/>
                  <a:gd name="T1" fmla="*/ 0 h 102"/>
                  <a:gd name="T2" fmla="*/ 0 w 116"/>
                  <a:gd name="T3" fmla="*/ 0 h 102"/>
                  <a:gd name="T4" fmla="*/ 0 w 116"/>
                  <a:gd name="T5" fmla="*/ 0 h 102"/>
                  <a:gd name="T6" fmla="*/ 0 w 116"/>
                  <a:gd name="T7" fmla="*/ 0 h 102"/>
                  <a:gd name="T8" fmla="*/ 0 w 116"/>
                  <a:gd name="T9" fmla="*/ 0 h 102"/>
                  <a:gd name="T10" fmla="*/ 0 w 116"/>
                  <a:gd name="T11" fmla="*/ 0 h 102"/>
                  <a:gd name="T12" fmla="*/ 0 w 116"/>
                  <a:gd name="T13" fmla="*/ 0 h 102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116"/>
                  <a:gd name="T22" fmla="*/ 0 h 102"/>
                  <a:gd name="T23" fmla="*/ 116 w 116"/>
                  <a:gd name="T24" fmla="*/ 102 h 102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116" h="102">
                    <a:moveTo>
                      <a:pt x="112" y="0"/>
                    </a:moveTo>
                    <a:lnTo>
                      <a:pt x="56" y="2"/>
                    </a:lnTo>
                    <a:lnTo>
                      <a:pt x="0" y="4"/>
                    </a:lnTo>
                    <a:lnTo>
                      <a:pt x="4" y="102"/>
                    </a:lnTo>
                    <a:lnTo>
                      <a:pt x="60" y="100"/>
                    </a:lnTo>
                    <a:lnTo>
                      <a:pt x="116" y="98"/>
                    </a:lnTo>
                    <a:lnTo>
                      <a:pt x="112" y="0"/>
                    </a:lnTo>
                    <a:close/>
                  </a:path>
                </a:pathLst>
              </a:cu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1322" name="Freeform 622">
                <a:extLst>
                  <a:ext uri="{FF2B5EF4-FFF2-40B4-BE49-F238E27FC236}">
                    <a16:creationId xmlns:a16="http://schemas.microsoft.com/office/drawing/2014/main" id="{AA64EB40-3D73-9092-BDCE-CA4E88C2400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276" y="3389"/>
                <a:ext cx="8" cy="1"/>
              </a:xfrm>
              <a:custGeom>
                <a:avLst/>
                <a:gdLst>
                  <a:gd name="T0" fmla="*/ 0 w 56"/>
                  <a:gd name="T1" fmla="*/ 0 h 9"/>
                  <a:gd name="T2" fmla="*/ 0 w 56"/>
                  <a:gd name="T3" fmla="*/ 0 h 9"/>
                  <a:gd name="T4" fmla="*/ 0 w 56"/>
                  <a:gd name="T5" fmla="*/ 0 h 9"/>
                  <a:gd name="T6" fmla="*/ 0 w 56"/>
                  <a:gd name="T7" fmla="*/ 0 h 9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56"/>
                  <a:gd name="T13" fmla="*/ 0 h 9"/>
                  <a:gd name="T14" fmla="*/ 56 w 56"/>
                  <a:gd name="T15" fmla="*/ 9 h 9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56" h="9">
                    <a:moveTo>
                      <a:pt x="56" y="0"/>
                    </a:moveTo>
                    <a:lnTo>
                      <a:pt x="0" y="2"/>
                    </a:lnTo>
                    <a:lnTo>
                      <a:pt x="0" y="9"/>
                    </a:lnTo>
                    <a:lnTo>
                      <a:pt x="56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1323" name="Line 623">
                <a:extLst>
                  <a:ext uri="{FF2B5EF4-FFF2-40B4-BE49-F238E27FC236}">
                    <a16:creationId xmlns:a16="http://schemas.microsoft.com/office/drawing/2014/main" id="{B1593358-9465-C639-E79A-532441B01F9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276" y="3389"/>
                <a:ext cx="1" cy="1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1324" name="Freeform 624">
                <a:extLst>
                  <a:ext uri="{FF2B5EF4-FFF2-40B4-BE49-F238E27FC236}">
                    <a16:creationId xmlns:a16="http://schemas.microsoft.com/office/drawing/2014/main" id="{EB8C5F21-2BF4-7883-6B74-DC8090A4A33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276" y="3387"/>
                <a:ext cx="18" cy="17"/>
              </a:xfrm>
              <a:custGeom>
                <a:avLst/>
                <a:gdLst>
                  <a:gd name="T0" fmla="*/ 0 w 128"/>
                  <a:gd name="T1" fmla="*/ 0 h 114"/>
                  <a:gd name="T2" fmla="*/ 0 w 128"/>
                  <a:gd name="T3" fmla="*/ 0 h 114"/>
                  <a:gd name="T4" fmla="*/ 0 w 128"/>
                  <a:gd name="T5" fmla="*/ 0 h 114"/>
                  <a:gd name="T6" fmla="*/ 0 w 128"/>
                  <a:gd name="T7" fmla="*/ 0 h 114"/>
                  <a:gd name="T8" fmla="*/ 0 w 128"/>
                  <a:gd name="T9" fmla="*/ 0 h 114"/>
                  <a:gd name="T10" fmla="*/ 0 w 128"/>
                  <a:gd name="T11" fmla="*/ 0 h 114"/>
                  <a:gd name="T12" fmla="*/ 0 w 128"/>
                  <a:gd name="T13" fmla="*/ 0 h 114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128"/>
                  <a:gd name="T22" fmla="*/ 0 h 114"/>
                  <a:gd name="T23" fmla="*/ 128 w 128"/>
                  <a:gd name="T24" fmla="*/ 114 h 114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128" h="114">
                    <a:moveTo>
                      <a:pt x="112" y="0"/>
                    </a:moveTo>
                    <a:lnTo>
                      <a:pt x="56" y="9"/>
                    </a:lnTo>
                    <a:lnTo>
                      <a:pt x="0" y="18"/>
                    </a:lnTo>
                    <a:lnTo>
                      <a:pt x="16" y="114"/>
                    </a:lnTo>
                    <a:lnTo>
                      <a:pt x="72" y="105"/>
                    </a:lnTo>
                    <a:lnTo>
                      <a:pt x="128" y="96"/>
                    </a:lnTo>
                    <a:lnTo>
                      <a:pt x="112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1325" name="Freeform 625">
                <a:extLst>
                  <a:ext uri="{FF2B5EF4-FFF2-40B4-BE49-F238E27FC236}">
                    <a16:creationId xmlns:a16="http://schemas.microsoft.com/office/drawing/2014/main" id="{18FFCB36-4F9A-AFE9-C141-341720F812A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276" y="3387"/>
                <a:ext cx="18" cy="17"/>
              </a:xfrm>
              <a:custGeom>
                <a:avLst/>
                <a:gdLst>
                  <a:gd name="T0" fmla="*/ 0 w 128"/>
                  <a:gd name="T1" fmla="*/ 0 h 114"/>
                  <a:gd name="T2" fmla="*/ 0 w 128"/>
                  <a:gd name="T3" fmla="*/ 0 h 114"/>
                  <a:gd name="T4" fmla="*/ 0 w 128"/>
                  <a:gd name="T5" fmla="*/ 0 h 114"/>
                  <a:gd name="T6" fmla="*/ 0 w 128"/>
                  <a:gd name="T7" fmla="*/ 0 h 114"/>
                  <a:gd name="T8" fmla="*/ 0 w 128"/>
                  <a:gd name="T9" fmla="*/ 0 h 114"/>
                  <a:gd name="T10" fmla="*/ 0 w 128"/>
                  <a:gd name="T11" fmla="*/ 0 h 114"/>
                  <a:gd name="T12" fmla="*/ 0 w 128"/>
                  <a:gd name="T13" fmla="*/ 0 h 114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128"/>
                  <a:gd name="T22" fmla="*/ 0 h 114"/>
                  <a:gd name="T23" fmla="*/ 128 w 128"/>
                  <a:gd name="T24" fmla="*/ 114 h 114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128" h="114">
                    <a:moveTo>
                      <a:pt x="112" y="0"/>
                    </a:moveTo>
                    <a:lnTo>
                      <a:pt x="56" y="9"/>
                    </a:lnTo>
                    <a:lnTo>
                      <a:pt x="0" y="18"/>
                    </a:lnTo>
                    <a:lnTo>
                      <a:pt x="16" y="114"/>
                    </a:lnTo>
                    <a:lnTo>
                      <a:pt x="72" y="105"/>
                    </a:lnTo>
                    <a:lnTo>
                      <a:pt x="128" y="96"/>
                    </a:lnTo>
                    <a:lnTo>
                      <a:pt x="112" y="0"/>
                    </a:lnTo>
                    <a:close/>
                  </a:path>
                </a:pathLst>
              </a:cu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1326" name="Freeform 626">
                <a:extLst>
                  <a:ext uri="{FF2B5EF4-FFF2-40B4-BE49-F238E27FC236}">
                    <a16:creationId xmlns:a16="http://schemas.microsoft.com/office/drawing/2014/main" id="{1A1DE0E8-55EE-C25F-D9B5-26F54A433CC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278" y="3402"/>
                <a:ext cx="8" cy="3"/>
              </a:xfrm>
              <a:custGeom>
                <a:avLst/>
                <a:gdLst>
                  <a:gd name="T0" fmla="*/ 0 w 56"/>
                  <a:gd name="T1" fmla="*/ 0 h 15"/>
                  <a:gd name="T2" fmla="*/ 0 w 56"/>
                  <a:gd name="T3" fmla="*/ 0 h 15"/>
                  <a:gd name="T4" fmla="*/ 0 w 56"/>
                  <a:gd name="T5" fmla="*/ 0 h 15"/>
                  <a:gd name="T6" fmla="*/ 0 w 56"/>
                  <a:gd name="T7" fmla="*/ 0 h 15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56"/>
                  <a:gd name="T13" fmla="*/ 0 h 15"/>
                  <a:gd name="T14" fmla="*/ 56 w 56"/>
                  <a:gd name="T15" fmla="*/ 15 h 15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56" h="15">
                    <a:moveTo>
                      <a:pt x="56" y="0"/>
                    </a:moveTo>
                    <a:lnTo>
                      <a:pt x="0" y="9"/>
                    </a:lnTo>
                    <a:lnTo>
                      <a:pt x="1" y="15"/>
                    </a:lnTo>
                    <a:lnTo>
                      <a:pt x="56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1327" name="Line 627">
                <a:extLst>
                  <a:ext uri="{FF2B5EF4-FFF2-40B4-BE49-F238E27FC236}">
                    <a16:creationId xmlns:a16="http://schemas.microsoft.com/office/drawing/2014/main" id="{6DDA1420-E985-C8AF-97C8-45D108CDC14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278" y="3404"/>
                <a:ext cx="1" cy="1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1328" name="Freeform 628">
                <a:extLst>
                  <a:ext uri="{FF2B5EF4-FFF2-40B4-BE49-F238E27FC236}">
                    <a16:creationId xmlns:a16="http://schemas.microsoft.com/office/drawing/2014/main" id="{7EDAE0D1-B782-3CCF-72DE-4C14CC874E8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278" y="3400"/>
                <a:ext cx="19" cy="18"/>
              </a:xfrm>
              <a:custGeom>
                <a:avLst/>
                <a:gdLst>
                  <a:gd name="T0" fmla="*/ 0 w 135"/>
                  <a:gd name="T1" fmla="*/ 0 h 124"/>
                  <a:gd name="T2" fmla="*/ 0 w 135"/>
                  <a:gd name="T3" fmla="*/ 0 h 124"/>
                  <a:gd name="T4" fmla="*/ 0 w 135"/>
                  <a:gd name="T5" fmla="*/ 0 h 124"/>
                  <a:gd name="T6" fmla="*/ 0 w 135"/>
                  <a:gd name="T7" fmla="*/ 0 h 124"/>
                  <a:gd name="T8" fmla="*/ 0 w 135"/>
                  <a:gd name="T9" fmla="*/ 0 h 124"/>
                  <a:gd name="T10" fmla="*/ 0 w 135"/>
                  <a:gd name="T11" fmla="*/ 0 h 124"/>
                  <a:gd name="T12" fmla="*/ 0 w 135"/>
                  <a:gd name="T13" fmla="*/ 0 h 124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135"/>
                  <a:gd name="T22" fmla="*/ 0 h 124"/>
                  <a:gd name="T23" fmla="*/ 135 w 135"/>
                  <a:gd name="T24" fmla="*/ 124 h 124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135" h="124">
                    <a:moveTo>
                      <a:pt x="110" y="0"/>
                    </a:moveTo>
                    <a:lnTo>
                      <a:pt x="55" y="14"/>
                    </a:lnTo>
                    <a:lnTo>
                      <a:pt x="0" y="29"/>
                    </a:lnTo>
                    <a:lnTo>
                      <a:pt x="25" y="124"/>
                    </a:lnTo>
                    <a:lnTo>
                      <a:pt x="80" y="110"/>
                    </a:lnTo>
                    <a:lnTo>
                      <a:pt x="135" y="95"/>
                    </a:lnTo>
                    <a:lnTo>
                      <a:pt x="110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1329" name="Freeform 629">
                <a:extLst>
                  <a:ext uri="{FF2B5EF4-FFF2-40B4-BE49-F238E27FC236}">
                    <a16:creationId xmlns:a16="http://schemas.microsoft.com/office/drawing/2014/main" id="{72778050-7C04-EA45-736B-2289E42E52B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278" y="3400"/>
                <a:ext cx="19" cy="18"/>
              </a:xfrm>
              <a:custGeom>
                <a:avLst/>
                <a:gdLst>
                  <a:gd name="T0" fmla="*/ 0 w 135"/>
                  <a:gd name="T1" fmla="*/ 0 h 124"/>
                  <a:gd name="T2" fmla="*/ 0 w 135"/>
                  <a:gd name="T3" fmla="*/ 0 h 124"/>
                  <a:gd name="T4" fmla="*/ 0 w 135"/>
                  <a:gd name="T5" fmla="*/ 0 h 124"/>
                  <a:gd name="T6" fmla="*/ 0 w 135"/>
                  <a:gd name="T7" fmla="*/ 0 h 124"/>
                  <a:gd name="T8" fmla="*/ 0 w 135"/>
                  <a:gd name="T9" fmla="*/ 0 h 124"/>
                  <a:gd name="T10" fmla="*/ 0 w 135"/>
                  <a:gd name="T11" fmla="*/ 0 h 124"/>
                  <a:gd name="T12" fmla="*/ 0 w 135"/>
                  <a:gd name="T13" fmla="*/ 0 h 124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135"/>
                  <a:gd name="T22" fmla="*/ 0 h 124"/>
                  <a:gd name="T23" fmla="*/ 135 w 135"/>
                  <a:gd name="T24" fmla="*/ 124 h 124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135" h="124">
                    <a:moveTo>
                      <a:pt x="110" y="0"/>
                    </a:moveTo>
                    <a:lnTo>
                      <a:pt x="55" y="14"/>
                    </a:lnTo>
                    <a:lnTo>
                      <a:pt x="0" y="29"/>
                    </a:lnTo>
                    <a:lnTo>
                      <a:pt x="25" y="124"/>
                    </a:lnTo>
                    <a:lnTo>
                      <a:pt x="80" y="110"/>
                    </a:lnTo>
                    <a:lnTo>
                      <a:pt x="135" y="95"/>
                    </a:lnTo>
                    <a:lnTo>
                      <a:pt x="110" y="0"/>
                    </a:lnTo>
                    <a:close/>
                  </a:path>
                </a:pathLst>
              </a:cu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1330" name="Freeform 630">
                <a:extLst>
                  <a:ext uri="{FF2B5EF4-FFF2-40B4-BE49-F238E27FC236}">
                    <a16:creationId xmlns:a16="http://schemas.microsoft.com/office/drawing/2014/main" id="{E85EDD2F-ECA9-4591-27F1-045BD1AD43E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282" y="3416"/>
                <a:ext cx="8" cy="3"/>
              </a:xfrm>
              <a:custGeom>
                <a:avLst/>
                <a:gdLst>
                  <a:gd name="T0" fmla="*/ 0 w 55"/>
                  <a:gd name="T1" fmla="*/ 0 h 21"/>
                  <a:gd name="T2" fmla="*/ 0 w 55"/>
                  <a:gd name="T3" fmla="*/ 0 h 21"/>
                  <a:gd name="T4" fmla="*/ 0 w 55"/>
                  <a:gd name="T5" fmla="*/ 0 h 21"/>
                  <a:gd name="T6" fmla="*/ 0 w 55"/>
                  <a:gd name="T7" fmla="*/ 0 h 21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55"/>
                  <a:gd name="T13" fmla="*/ 0 h 21"/>
                  <a:gd name="T14" fmla="*/ 55 w 55"/>
                  <a:gd name="T15" fmla="*/ 21 h 21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55" h="21">
                    <a:moveTo>
                      <a:pt x="55" y="0"/>
                    </a:moveTo>
                    <a:lnTo>
                      <a:pt x="0" y="14"/>
                    </a:lnTo>
                    <a:lnTo>
                      <a:pt x="2" y="21"/>
                    </a:lnTo>
                    <a:lnTo>
                      <a:pt x="55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1331" name="Line 631">
                <a:extLst>
                  <a:ext uri="{FF2B5EF4-FFF2-40B4-BE49-F238E27FC236}">
                    <a16:creationId xmlns:a16="http://schemas.microsoft.com/office/drawing/2014/main" id="{B49B4E9C-62F3-B849-E7DB-D6927148181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282" y="3418"/>
                <a:ext cx="1" cy="1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1332" name="Freeform 632">
                <a:extLst>
                  <a:ext uri="{FF2B5EF4-FFF2-40B4-BE49-F238E27FC236}">
                    <a16:creationId xmlns:a16="http://schemas.microsoft.com/office/drawing/2014/main" id="{FE3C98A1-773D-78C9-48DA-6B78B8C31C8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282" y="3413"/>
                <a:ext cx="20" cy="19"/>
              </a:xfrm>
              <a:custGeom>
                <a:avLst/>
                <a:gdLst>
                  <a:gd name="T0" fmla="*/ 0 w 141"/>
                  <a:gd name="T1" fmla="*/ 0 h 134"/>
                  <a:gd name="T2" fmla="*/ 0 w 141"/>
                  <a:gd name="T3" fmla="*/ 0 h 134"/>
                  <a:gd name="T4" fmla="*/ 0 w 141"/>
                  <a:gd name="T5" fmla="*/ 0 h 134"/>
                  <a:gd name="T6" fmla="*/ 0 w 141"/>
                  <a:gd name="T7" fmla="*/ 0 h 134"/>
                  <a:gd name="T8" fmla="*/ 0 w 141"/>
                  <a:gd name="T9" fmla="*/ 0 h 134"/>
                  <a:gd name="T10" fmla="*/ 0 w 141"/>
                  <a:gd name="T11" fmla="*/ 0 h 134"/>
                  <a:gd name="T12" fmla="*/ 0 w 141"/>
                  <a:gd name="T13" fmla="*/ 0 h 134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141"/>
                  <a:gd name="T22" fmla="*/ 0 h 134"/>
                  <a:gd name="T23" fmla="*/ 141 w 141"/>
                  <a:gd name="T24" fmla="*/ 134 h 134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141" h="134">
                    <a:moveTo>
                      <a:pt x="105" y="0"/>
                    </a:moveTo>
                    <a:lnTo>
                      <a:pt x="53" y="22"/>
                    </a:lnTo>
                    <a:lnTo>
                      <a:pt x="0" y="43"/>
                    </a:lnTo>
                    <a:lnTo>
                      <a:pt x="36" y="134"/>
                    </a:lnTo>
                    <a:lnTo>
                      <a:pt x="88" y="113"/>
                    </a:lnTo>
                    <a:lnTo>
                      <a:pt x="141" y="91"/>
                    </a:lnTo>
                    <a:lnTo>
                      <a:pt x="105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1333" name="Freeform 633">
                <a:extLst>
                  <a:ext uri="{FF2B5EF4-FFF2-40B4-BE49-F238E27FC236}">
                    <a16:creationId xmlns:a16="http://schemas.microsoft.com/office/drawing/2014/main" id="{521CAB69-0860-458B-0DD5-FC4C0950C5D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282" y="3413"/>
                <a:ext cx="20" cy="19"/>
              </a:xfrm>
              <a:custGeom>
                <a:avLst/>
                <a:gdLst>
                  <a:gd name="T0" fmla="*/ 0 w 141"/>
                  <a:gd name="T1" fmla="*/ 0 h 134"/>
                  <a:gd name="T2" fmla="*/ 0 w 141"/>
                  <a:gd name="T3" fmla="*/ 0 h 134"/>
                  <a:gd name="T4" fmla="*/ 0 w 141"/>
                  <a:gd name="T5" fmla="*/ 0 h 134"/>
                  <a:gd name="T6" fmla="*/ 0 w 141"/>
                  <a:gd name="T7" fmla="*/ 0 h 134"/>
                  <a:gd name="T8" fmla="*/ 0 w 141"/>
                  <a:gd name="T9" fmla="*/ 0 h 134"/>
                  <a:gd name="T10" fmla="*/ 0 w 141"/>
                  <a:gd name="T11" fmla="*/ 0 h 134"/>
                  <a:gd name="T12" fmla="*/ 0 w 141"/>
                  <a:gd name="T13" fmla="*/ 0 h 134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141"/>
                  <a:gd name="T22" fmla="*/ 0 h 134"/>
                  <a:gd name="T23" fmla="*/ 141 w 141"/>
                  <a:gd name="T24" fmla="*/ 134 h 134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141" h="134">
                    <a:moveTo>
                      <a:pt x="105" y="0"/>
                    </a:moveTo>
                    <a:lnTo>
                      <a:pt x="53" y="22"/>
                    </a:lnTo>
                    <a:lnTo>
                      <a:pt x="0" y="43"/>
                    </a:lnTo>
                    <a:lnTo>
                      <a:pt x="36" y="134"/>
                    </a:lnTo>
                    <a:lnTo>
                      <a:pt x="88" y="113"/>
                    </a:lnTo>
                    <a:lnTo>
                      <a:pt x="141" y="91"/>
                    </a:lnTo>
                    <a:lnTo>
                      <a:pt x="105" y="0"/>
                    </a:lnTo>
                    <a:close/>
                  </a:path>
                </a:pathLst>
              </a:cu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1334" name="Freeform 634">
                <a:extLst>
                  <a:ext uri="{FF2B5EF4-FFF2-40B4-BE49-F238E27FC236}">
                    <a16:creationId xmlns:a16="http://schemas.microsoft.com/office/drawing/2014/main" id="{5C44CD64-416D-6B44-78F8-D0F70E32347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287" y="3429"/>
                <a:ext cx="8" cy="4"/>
              </a:xfrm>
              <a:custGeom>
                <a:avLst/>
                <a:gdLst>
                  <a:gd name="T0" fmla="*/ 0 w 52"/>
                  <a:gd name="T1" fmla="*/ 0 h 25"/>
                  <a:gd name="T2" fmla="*/ 0 w 52"/>
                  <a:gd name="T3" fmla="*/ 0 h 25"/>
                  <a:gd name="T4" fmla="*/ 0 w 52"/>
                  <a:gd name="T5" fmla="*/ 0 h 25"/>
                  <a:gd name="T6" fmla="*/ 0 w 52"/>
                  <a:gd name="T7" fmla="*/ 0 h 25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52"/>
                  <a:gd name="T13" fmla="*/ 0 h 25"/>
                  <a:gd name="T14" fmla="*/ 52 w 52"/>
                  <a:gd name="T15" fmla="*/ 25 h 25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52" h="25">
                    <a:moveTo>
                      <a:pt x="52" y="0"/>
                    </a:moveTo>
                    <a:lnTo>
                      <a:pt x="0" y="21"/>
                    </a:lnTo>
                    <a:lnTo>
                      <a:pt x="2" y="25"/>
                    </a:lnTo>
                    <a:lnTo>
                      <a:pt x="52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1335" name="Line 635">
                <a:extLst>
                  <a:ext uri="{FF2B5EF4-FFF2-40B4-BE49-F238E27FC236}">
                    <a16:creationId xmlns:a16="http://schemas.microsoft.com/office/drawing/2014/main" id="{AA05E55F-7ED6-0BF4-098D-33707140572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287" y="3432"/>
                <a:ext cx="1" cy="1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1336" name="Freeform 636">
                <a:extLst>
                  <a:ext uri="{FF2B5EF4-FFF2-40B4-BE49-F238E27FC236}">
                    <a16:creationId xmlns:a16="http://schemas.microsoft.com/office/drawing/2014/main" id="{06DC8B39-6B8E-2DDE-2FC3-2FFDD78ACA9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287" y="3425"/>
                <a:ext cx="21" cy="20"/>
              </a:xfrm>
              <a:custGeom>
                <a:avLst/>
                <a:gdLst>
                  <a:gd name="T0" fmla="*/ 0 w 145"/>
                  <a:gd name="T1" fmla="*/ 0 h 139"/>
                  <a:gd name="T2" fmla="*/ 0 w 145"/>
                  <a:gd name="T3" fmla="*/ 0 h 139"/>
                  <a:gd name="T4" fmla="*/ 0 w 145"/>
                  <a:gd name="T5" fmla="*/ 0 h 139"/>
                  <a:gd name="T6" fmla="*/ 0 w 145"/>
                  <a:gd name="T7" fmla="*/ 0 h 139"/>
                  <a:gd name="T8" fmla="*/ 0 w 145"/>
                  <a:gd name="T9" fmla="*/ 0 h 139"/>
                  <a:gd name="T10" fmla="*/ 0 w 145"/>
                  <a:gd name="T11" fmla="*/ 0 h 139"/>
                  <a:gd name="T12" fmla="*/ 0 w 145"/>
                  <a:gd name="T13" fmla="*/ 0 h 139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145"/>
                  <a:gd name="T22" fmla="*/ 0 h 139"/>
                  <a:gd name="T23" fmla="*/ 145 w 145"/>
                  <a:gd name="T24" fmla="*/ 139 h 139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145" h="139">
                    <a:moveTo>
                      <a:pt x="101" y="0"/>
                    </a:moveTo>
                    <a:lnTo>
                      <a:pt x="50" y="26"/>
                    </a:lnTo>
                    <a:lnTo>
                      <a:pt x="0" y="51"/>
                    </a:lnTo>
                    <a:lnTo>
                      <a:pt x="44" y="139"/>
                    </a:lnTo>
                    <a:lnTo>
                      <a:pt x="94" y="113"/>
                    </a:lnTo>
                    <a:lnTo>
                      <a:pt x="145" y="87"/>
                    </a:lnTo>
                    <a:lnTo>
                      <a:pt x="101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1337" name="Freeform 637">
                <a:extLst>
                  <a:ext uri="{FF2B5EF4-FFF2-40B4-BE49-F238E27FC236}">
                    <a16:creationId xmlns:a16="http://schemas.microsoft.com/office/drawing/2014/main" id="{B77D403F-8523-3E44-6143-F893151F367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287" y="3425"/>
                <a:ext cx="21" cy="20"/>
              </a:xfrm>
              <a:custGeom>
                <a:avLst/>
                <a:gdLst>
                  <a:gd name="T0" fmla="*/ 0 w 145"/>
                  <a:gd name="T1" fmla="*/ 0 h 139"/>
                  <a:gd name="T2" fmla="*/ 0 w 145"/>
                  <a:gd name="T3" fmla="*/ 0 h 139"/>
                  <a:gd name="T4" fmla="*/ 0 w 145"/>
                  <a:gd name="T5" fmla="*/ 0 h 139"/>
                  <a:gd name="T6" fmla="*/ 0 w 145"/>
                  <a:gd name="T7" fmla="*/ 0 h 139"/>
                  <a:gd name="T8" fmla="*/ 0 w 145"/>
                  <a:gd name="T9" fmla="*/ 0 h 139"/>
                  <a:gd name="T10" fmla="*/ 0 w 145"/>
                  <a:gd name="T11" fmla="*/ 0 h 139"/>
                  <a:gd name="T12" fmla="*/ 0 w 145"/>
                  <a:gd name="T13" fmla="*/ 0 h 139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145"/>
                  <a:gd name="T22" fmla="*/ 0 h 139"/>
                  <a:gd name="T23" fmla="*/ 145 w 145"/>
                  <a:gd name="T24" fmla="*/ 139 h 139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145" h="139">
                    <a:moveTo>
                      <a:pt x="101" y="0"/>
                    </a:moveTo>
                    <a:lnTo>
                      <a:pt x="50" y="26"/>
                    </a:lnTo>
                    <a:lnTo>
                      <a:pt x="0" y="51"/>
                    </a:lnTo>
                    <a:lnTo>
                      <a:pt x="44" y="139"/>
                    </a:lnTo>
                    <a:lnTo>
                      <a:pt x="94" y="113"/>
                    </a:lnTo>
                    <a:lnTo>
                      <a:pt x="145" y="87"/>
                    </a:lnTo>
                    <a:lnTo>
                      <a:pt x="101" y="0"/>
                    </a:lnTo>
                    <a:close/>
                  </a:path>
                </a:pathLst>
              </a:cu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1338" name="Freeform 638">
                <a:extLst>
                  <a:ext uri="{FF2B5EF4-FFF2-40B4-BE49-F238E27FC236}">
                    <a16:creationId xmlns:a16="http://schemas.microsoft.com/office/drawing/2014/main" id="{E4BB1554-105B-EEA3-1F19-A9893F7D7D1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294" y="3442"/>
                <a:ext cx="7" cy="4"/>
              </a:xfrm>
              <a:custGeom>
                <a:avLst/>
                <a:gdLst>
                  <a:gd name="T0" fmla="*/ 0 w 50"/>
                  <a:gd name="T1" fmla="*/ 0 h 30"/>
                  <a:gd name="T2" fmla="*/ 0 w 50"/>
                  <a:gd name="T3" fmla="*/ 0 h 30"/>
                  <a:gd name="T4" fmla="*/ 0 w 50"/>
                  <a:gd name="T5" fmla="*/ 0 h 30"/>
                  <a:gd name="T6" fmla="*/ 0 w 50"/>
                  <a:gd name="T7" fmla="*/ 0 h 30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50"/>
                  <a:gd name="T13" fmla="*/ 0 h 30"/>
                  <a:gd name="T14" fmla="*/ 50 w 50"/>
                  <a:gd name="T15" fmla="*/ 30 h 30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50" h="30">
                    <a:moveTo>
                      <a:pt x="50" y="0"/>
                    </a:moveTo>
                    <a:lnTo>
                      <a:pt x="0" y="26"/>
                    </a:lnTo>
                    <a:lnTo>
                      <a:pt x="3" y="30"/>
                    </a:lnTo>
                    <a:lnTo>
                      <a:pt x="50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1339" name="Line 639">
                <a:extLst>
                  <a:ext uri="{FF2B5EF4-FFF2-40B4-BE49-F238E27FC236}">
                    <a16:creationId xmlns:a16="http://schemas.microsoft.com/office/drawing/2014/main" id="{09B1F32F-EF56-517D-5D18-DA1CD193062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294" y="3445"/>
                <a:ext cx="1" cy="1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1340" name="Freeform 640">
                <a:extLst>
                  <a:ext uri="{FF2B5EF4-FFF2-40B4-BE49-F238E27FC236}">
                    <a16:creationId xmlns:a16="http://schemas.microsoft.com/office/drawing/2014/main" id="{273870BB-5F7F-3D3D-9D05-E41B290E46F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294" y="3437"/>
                <a:ext cx="21" cy="21"/>
              </a:xfrm>
              <a:custGeom>
                <a:avLst/>
                <a:gdLst>
                  <a:gd name="T0" fmla="*/ 0 w 148"/>
                  <a:gd name="T1" fmla="*/ 0 h 143"/>
                  <a:gd name="T2" fmla="*/ 0 w 148"/>
                  <a:gd name="T3" fmla="*/ 0 h 143"/>
                  <a:gd name="T4" fmla="*/ 0 w 148"/>
                  <a:gd name="T5" fmla="*/ 0 h 143"/>
                  <a:gd name="T6" fmla="*/ 0 w 148"/>
                  <a:gd name="T7" fmla="*/ 0 h 143"/>
                  <a:gd name="T8" fmla="*/ 0 w 148"/>
                  <a:gd name="T9" fmla="*/ 0 h 143"/>
                  <a:gd name="T10" fmla="*/ 0 w 148"/>
                  <a:gd name="T11" fmla="*/ 0 h 143"/>
                  <a:gd name="T12" fmla="*/ 0 w 148"/>
                  <a:gd name="T13" fmla="*/ 0 h 143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148"/>
                  <a:gd name="T22" fmla="*/ 0 h 143"/>
                  <a:gd name="T23" fmla="*/ 148 w 148"/>
                  <a:gd name="T24" fmla="*/ 143 h 143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148" h="143">
                    <a:moveTo>
                      <a:pt x="94" y="0"/>
                    </a:moveTo>
                    <a:lnTo>
                      <a:pt x="47" y="30"/>
                    </a:lnTo>
                    <a:lnTo>
                      <a:pt x="0" y="60"/>
                    </a:lnTo>
                    <a:lnTo>
                      <a:pt x="54" y="143"/>
                    </a:lnTo>
                    <a:lnTo>
                      <a:pt x="101" y="113"/>
                    </a:lnTo>
                    <a:lnTo>
                      <a:pt x="148" y="83"/>
                    </a:lnTo>
                    <a:lnTo>
                      <a:pt x="94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1341" name="Freeform 641">
                <a:extLst>
                  <a:ext uri="{FF2B5EF4-FFF2-40B4-BE49-F238E27FC236}">
                    <a16:creationId xmlns:a16="http://schemas.microsoft.com/office/drawing/2014/main" id="{36CAA0F1-944E-B98F-DC4C-8471183D839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294" y="3437"/>
                <a:ext cx="21" cy="21"/>
              </a:xfrm>
              <a:custGeom>
                <a:avLst/>
                <a:gdLst>
                  <a:gd name="T0" fmla="*/ 0 w 148"/>
                  <a:gd name="T1" fmla="*/ 0 h 143"/>
                  <a:gd name="T2" fmla="*/ 0 w 148"/>
                  <a:gd name="T3" fmla="*/ 0 h 143"/>
                  <a:gd name="T4" fmla="*/ 0 w 148"/>
                  <a:gd name="T5" fmla="*/ 0 h 143"/>
                  <a:gd name="T6" fmla="*/ 0 w 148"/>
                  <a:gd name="T7" fmla="*/ 0 h 143"/>
                  <a:gd name="T8" fmla="*/ 0 w 148"/>
                  <a:gd name="T9" fmla="*/ 0 h 143"/>
                  <a:gd name="T10" fmla="*/ 0 w 148"/>
                  <a:gd name="T11" fmla="*/ 0 h 143"/>
                  <a:gd name="T12" fmla="*/ 0 w 148"/>
                  <a:gd name="T13" fmla="*/ 0 h 143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148"/>
                  <a:gd name="T22" fmla="*/ 0 h 143"/>
                  <a:gd name="T23" fmla="*/ 148 w 148"/>
                  <a:gd name="T24" fmla="*/ 143 h 143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148" h="143">
                    <a:moveTo>
                      <a:pt x="94" y="0"/>
                    </a:moveTo>
                    <a:lnTo>
                      <a:pt x="47" y="30"/>
                    </a:lnTo>
                    <a:lnTo>
                      <a:pt x="0" y="60"/>
                    </a:lnTo>
                    <a:lnTo>
                      <a:pt x="54" y="143"/>
                    </a:lnTo>
                    <a:lnTo>
                      <a:pt x="101" y="113"/>
                    </a:lnTo>
                    <a:lnTo>
                      <a:pt x="148" y="83"/>
                    </a:lnTo>
                    <a:lnTo>
                      <a:pt x="94" y="0"/>
                    </a:lnTo>
                    <a:close/>
                  </a:path>
                </a:pathLst>
              </a:cu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1342" name="Freeform 642">
                <a:extLst>
                  <a:ext uri="{FF2B5EF4-FFF2-40B4-BE49-F238E27FC236}">
                    <a16:creationId xmlns:a16="http://schemas.microsoft.com/office/drawing/2014/main" id="{82A4A407-46FF-CD4F-7388-9E3E5C72D04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302" y="3453"/>
                <a:ext cx="7" cy="6"/>
              </a:xfrm>
              <a:custGeom>
                <a:avLst/>
                <a:gdLst>
                  <a:gd name="T0" fmla="*/ 0 w 47"/>
                  <a:gd name="T1" fmla="*/ 0 h 36"/>
                  <a:gd name="T2" fmla="*/ 0 w 47"/>
                  <a:gd name="T3" fmla="*/ 0 h 36"/>
                  <a:gd name="T4" fmla="*/ 0 w 47"/>
                  <a:gd name="T5" fmla="*/ 0 h 36"/>
                  <a:gd name="T6" fmla="*/ 0 w 47"/>
                  <a:gd name="T7" fmla="*/ 0 h 36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47"/>
                  <a:gd name="T13" fmla="*/ 0 h 36"/>
                  <a:gd name="T14" fmla="*/ 47 w 47"/>
                  <a:gd name="T15" fmla="*/ 36 h 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47" h="36">
                    <a:moveTo>
                      <a:pt x="47" y="0"/>
                    </a:moveTo>
                    <a:lnTo>
                      <a:pt x="0" y="30"/>
                    </a:lnTo>
                    <a:lnTo>
                      <a:pt x="3" y="36"/>
                    </a:lnTo>
                    <a:lnTo>
                      <a:pt x="47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1343" name="Line 643">
                <a:extLst>
                  <a:ext uri="{FF2B5EF4-FFF2-40B4-BE49-F238E27FC236}">
                    <a16:creationId xmlns:a16="http://schemas.microsoft.com/office/drawing/2014/main" id="{01ADB48F-E768-72E2-8221-954450AE519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302" y="3458"/>
                <a:ext cx="1" cy="1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1344" name="Freeform 644">
                <a:extLst>
                  <a:ext uri="{FF2B5EF4-FFF2-40B4-BE49-F238E27FC236}">
                    <a16:creationId xmlns:a16="http://schemas.microsoft.com/office/drawing/2014/main" id="{D799BCC7-8E24-29C3-39FC-CA3EF6A9730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302" y="3448"/>
                <a:ext cx="22" cy="21"/>
              </a:xfrm>
              <a:custGeom>
                <a:avLst/>
                <a:gdLst>
                  <a:gd name="T0" fmla="*/ 0 w 150"/>
                  <a:gd name="T1" fmla="*/ 0 h 148"/>
                  <a:gd name="T2" fmla="*/ 0 w 150"/>
                  <a:gd name="T3" fmla="*/ 0 h 148"/>
                  <a:gd name="T4" fmla="*/ 0 w 150"/>
                  <a:gd name="T5" fmla="*/ 0 h 148"/>
                  <a:gd name="T6" fmla="*/ 0 w 150"/>
                  <a:gd name="T7" fmla="*/ 0 h 148"/>
                  <a:gd name="T8" fmla="*/ 0 w 150"/>
                  <a:gd name="T9" fmla="*/ 0 h 148"/>
                  <a:gd name="T10" fmla="*/ 0 w 150"/>
                  <a:gd name="T11" fmla="*/ 0 h 148"/>
                  <a:gd name="T12" fmla="*/ 0 w 150"/>
                  <a:gd name="T13" fmla="*/ 0 h 148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150"/>
                  <a:gd name="T22" fmla="*/ 0 h 148"/>
                  <a:gd name="T23" fmla="*/ 150 w 150"/>
                  <a:gd name="T24" fmla="*/ 148 h 148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150" h="148">
                    <a:moveTo>
                      <a:pt x="88" y="0"/>
                    </a:moveTo>
                    <a:lnTo>
                      <a:pt x="44" y="36"/>
                    </a:lnTo>
                    <a:lnTo>
                      <a:pt x="0" y="72"/>
                    </a:lnTo>
                    <a:lnTo>
                      <a:pt x="62" y="148"/>
                    </a:lnTo>
                    <a:lnTo>
                      <a:pt x="106" y="112"/>
                    </a:lnTo>
                    <a:lnTo>
                      <a:pt x="150" y="77"/>
                    </a:lnTo>
                    <a:lnTo>
                      <a:pt x="88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1345" name="Freeform 645">
                <a:extLst>
                  <a:ext uri="{FF2B5EF4-FFF2-40B4-BE49-F238E27FC236}">
                    <a16:creationId xmlns:a16="http://schemas.microsoft.com/office/drawing/2014/main" id="{2C5BDB7B-90B5-6056-5DEB-9332BC3096E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302" y="3448"/>
                <a:ext cx="22" cy="21"/>
              </a:xfrm>
              <a:custGeom>
                <a:avLst/>
                <a:gdLst>
                  <a:gd name="T0" fmla="*/ 0 w 150"/>
                  <a:gd name="T1" fmla="*/ 0 h 148"/>
                  <a:gd name="T2" fmla="*/ 0 w 150"/>
                  <a:gd name="T3" fmla="*/ 0 h 148"/>
                  <a:gd name="T4" fmla="*/ 0 w 150"/>
                  <a:gd name="T5" fmla="*/ 0 h 148"/>
                  <a:gd name="T6" fmla="*/ 0 w 150"/>
                  <a:gd name="T7" fmla="*/ 0 h 148"/>
                  <a:gd name="T8" fmla="*/ 0 w 150"/>
                  <a:gd name="T9" fmla="*/ 0 h 148"/>
                  <a:gd name="T10" fmla="*/ 0 w 150"/>
                  <a:gd name="T11" fmla="*/ 0 h 148"/>
                  <a:gd name="T12" fmla="*/ 0 w 150"/>
                  <a:gd name="T13" fmla="*/ 0 h 148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150"/>
                  <a:gd name="T22" fmla="*/ 0 h 148"/>
                  <a:gd name="T23" fmla="*/ 150 w 150"/>
                  <a:gd name="T24" fmla="*/ 148 h 148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150" h="148">
                    <a:moveTo>
                      <a:pt x="88" y="0"/>
                    </a:moveTo>
                    <a:lnTo>
                      <a:pt x="44" y="36"/>
                    </a:lnTo>
                    <a:lnTo>
                      <a:pt x="0" y="72"/>
                    </a:lnTo>
                    <a:lnTo>
                      <a:pt x="62" y="148"/>
                    </a:lnTo>
                    <a:lnTo>
                      <a:pt x="106" y="112"/>
                    </a:lnTo>
                    <a:lnTo>
                      <a:pt x="150" y="77"/>
                    </a:lnTo>
                    <a:lnTo>
                      <a:pt x="88" y="0"/>
                    </a:lnTo>
                    <a:close/>
                  </a:path>
                </a:pathLst>
              </a:cu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1346" name="Freeform 646">
                <a:extLst>
                  <a:ext uri="{FF2B5EF4-FFF2-40B4-BE49-F238E27FC236}">
                    <a16:creationId xmlns:a16="http://schemas.microsoft.com/office/drawing/2014/main" id="{CFE30CE0-870E-182C-C68B-769E9EDF28C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311" y="3464"/>
                <a:ext cx="6" cy="6"/>
              </a:xfrm>
              <a:custGeom>
                <a:avLst/>
                <a:gdLst>
                  <a:gd name="T0" fmla="*/ 0 w 44"/>
                  <a:gd name="T1" fmla="*/ 0 h 41"/>
                  <a:gd name="T2" fmla="*/ 0 w 44"/>
                  <a:gd name="T3" fmla="*/ 0 h 41"/>
                  <a:gd name="T4" fmla="*/ 0 w 44"/>
                  <a:gd name="T5" fmla="*/ 0 h 41"/>
                  <a:gd name="T6" fmla="*/ 0 w 44"/>
                  <a:gd name="T7" fmla="*/ 0 h 41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44"/>
                  <a:gd name="T13" fmla="*/ 0 h 41"/>
                  <a:gd name="T14" fmla="*/ 44 w 44"/>
                  <a:gd name="T15" fmla="*/ 41 h 41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44" h="41">
                    <a:moveTo>
                      <a:pt x="44" y="0"/>
                    </a:moveTo>
                    <a:lnTo>
                      <a:pt x="0" y="36"/>
                    </a:lnTo>
                    <a:lnTo>
                      <a:pt x="3" y="41"/>
                    </a:lnTo>
                    <a:lnTo>
                      <a:pt x="44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1347" name="Line 647">
                <a:extLst>
                  <a:ext uri="{FF2B5EF4-FFF2-40B4-BE49-F238E27FC236}">
                    <a16:creationId xmlns:a16="http://schemas.microsoft.com/office/drawing/2014/main" id="{513B247C-2405-3441-F9B0-F94C2BFB7B6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311" y="3469"/>
                <a:ext cx="1" cy="1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1348" name="Freeform 648">
                <a:extLst>
                  <a:ext uri="{FF2B5EF4-FFF2-40B4-BE49-F238E27FC236}">
                    <a16:creationId xmlns:a16="http://schemas.microsoft.com/office/drawing/2014/main" id="{E2985BAC-E712-F1C9-3993-A6F028BB291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312" y="3459"/>
                <a:ext cx="21" cy="21"/>
              </a:xfrm>
              <a:custGeom>
                <a:avLst/>
                <a:gdLst>
                  <a:gd name="T0" fmla="*/ 0 w 151"/>
                  <a:gd name="T1" fmla="*/ 0 h 150"/>
                  <a:gd name="T2" fmla="*/ 0 w 151"/>
                  <a:gd name="T3" fmla="*/ 0 h 150"/>
                  <a:gd name="T4" fmla="*/ 0 w 151"/>
                  <a:gd name="T5" fmla="*/ 0 h 150"/>
                  <a:gd name="T6" fmla="*/ 0 w 151"/>
                  <a:gd name="T7" fmla="*/ 0 h 150"/>
                  <a:gd name="T8" fmla="*/ 0 w 151"/>
                  <a:gd name="T9" fmla="*/ 0 h 150"/>
                  <a:gd name="T10" fmla="*/ 0 w 151"/>
                  <a:gd name="T11" fmla="*/ 0 h 150"/>
                  <a:gd name="T12" fmla="*/ 0 w 151"/>
                  <a:gd name="T13" fmla="*/ 0 h 150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151"/>
                  <a:gd name="T22" fmla="*/ 0 h 150"/>
                  <a:gd name="T23" fmla="*/ 151 w 151"/>
                  <a:gd name="T24" fmla="*/ 150 h 150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151" h="150">
                    <a:moveTo>
                      <a:pt x="81" y="0"/>
                    </a:moveTo>
                    <a:lnTo>
                      <a:pt x="41" y="40"/>
                    </a:lnTo>
                    <a:lnTo>
                      <a:pt x="0" y="81"/>
                    </a:lnTo>
                    <a:lnTo>
                      <a:pt x="70" y="150"/>
                    </a:lnTo>
                    <a:lnTo>
                      <a:pt x="110" y="110"/>
                    </a:lnTo>
                    <a:lnTo>
                      <a:pt x="151" y="70"/>
                    </a:lnTo>
                    <a:lnTo>
                      <a:pt x="81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1349" name="Freeform 649">
                <a:extLst>
                  <a:ext uri="{FF2B5EF4-FFF2-40B4-BE49-F238E27FC236}">
                    <a16:creationId xmlns:a16="http://schemas.microsoft.com/office/drawing/2014/main" id="{C176ECDF-ECFD-A7B4-ACA8-F792EBDD68A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312" y="3459"/>
                <a:ext cx="21" cy="21"/>
              </a:xfrm>
              <a:custGeom>
                <a:avLst/>
                <a:gdLst>
                  <a:gd name="T0" fmla="*/ 0 w 151"/>
                  <a:gd name="T1" fmla="*/ 0 h 150"/>
                  <a:gd name="T2" fmla="*/ 0 w 151"/>
                  <a:gd name="T3" fmla="*/ 0 h 150"/>
                  <a:gd name="T4" fmla="*/ 0 w 151"/>
                  <a:gd name="T5" fmla="*/ 0 h 150"/>
                  <a:gd name="T6" fmla="*/ 0 w 151"/>
                  <a:gd name="T7" fmla="*/ 0 h 150"/>
                  <a:gd name="T8" fmla="*/ 0 w 151"/>
                  <a:gd name="T9" fmla="*/ 0 h 150"/>
                  <a:gd name="T10" fmla="*/ 0 w 151"/>
                  <a:gd name="T11" fmla="*/ 0 h 150"/>
                  <a:gd name="T12" fmla="*/ 0 w 151"/>
                  <a:gd name="T13" fmla="*/ 0 h 150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151"/>
                  <a:gd name="T22" fmla="*/ 0 h 150"/>
                  <a:gd name="T23" fmla="*/ 151 w 151"/>
                  <a:gd name="T24" fmla="*/ 150 h 150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151" h="150">
                    <a:moveTo>
                      <a:pt x="81" y="0"/>
                    </a:moveTo>
                    <a:lnTo>
                      <a:pt x="41" y="40"/>
                    </a:lnTo>
                    <a:lnTo>
                      <a:pt x="0" y="81"/>
                    </a:lnTo>
                    <a:lnTo>
                      <a:pt x="70" y="150"/>
                    </a:lnTo>
                    <a:lnTo>
                      <a:pt x="110" y="110"/>
                    </a:lnTo>
                    <a:lnTo>
                      <a:pt x="151" y="70"/>
                    </a:lnTo>
                    <a:lnTo>
                      <a:pt x="81" y="0"/>
                    </a:lnTo>
                    <a:close/>
                  </a:path>
                </a:pathLst>
              </a:cu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1350" name="Freeform 650">
                <a:extLst>
                  <a:ext uri="{FF2B5EF4-FFF2-40B4-BE49-F238E27FC236}">
                    <a16:creationId xmlns:a16="http://schemas.microsoft.com/office/drawing/2014/main" id="{18894308-0DAE-8279-C0B7-6E64F54DA0F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322" y="3474"/>
                <a:ext cx="5" cy="7"/>
              </a:xfrm>
              <a:custGeom>
                <a:avLst/>
                <a:gdLst>
                  <a:gd name="T0" fmla="*/ 0 w 40"/>
                  <a:gd name="T1" fmla="*/ 0 h 44"/>
                  <a:gd name="T2" fmla="*/ 0 w 40"/>
                  <a:gd name="T3" fmla="*/ 0 h 44"/>
                  <a:gd name="T4" fmla="*/ 0 w 40"/>
                  <a:gd name="T5" fmla="*/ 0 h 44"/>
                  <a:gd name="T6" fmla="*/ 0 w 40"/>
                  <a:gd name="T7" fmla="*/ 0 h 44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40"/>
                  <a:gd name="T13" fmla="*/ 0 h 44"/>
                  <a:gd name="T14" fmla="*/ 40 w 40"/>
                  <a:gd name="T15" fmla="*/ 44 h 44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40" h="44">
                    <a:moveTo>
                      <a:pt x="40" y="0"/>
                    </a:moveTo>
                    <a:lnTo>
                      <a:pt x="0" y="40"/>
                    </a:lnTo>
                    <a:lnTo>
                      <a:pt x="5" y="44"/>
                    </a:lnTo>
                    <a:lnTo>
                      <a:pt x="40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1351" name="Line 651">
                <a:extLst>
                  <a:ext uri="{FF2B5EF4-FFF2-40B4-BE49-F238E27FC236}">
                    <a16:creationId xmlns:a16="http://schemas.microsoft.com/office/drawing/2014/main" id="{B5729956-CB7E-4258-D9DC-5291E4E4C01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322" y="3480"/>
                <a:ext cx="1" cy="1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1352" name="Freeform 652">
                <a:extLst>
                  <a:ext uri="{FF2B5EF4-FFF2-40B4-BE49-F238E27FC236}">
                    <a16:creationId xmlns:a16="http://schemas.microsoft.com/office/drawing/2014/main" id="{2EA56CB3-F769-08BE-0BBD-FFE9C8E3FC4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322" y="3468"/>
                <a:ext cx="21" cy="21"/>
              </a:xfrm>
              <a:custGeom>
                <a:avLst/>
                <a:gdLst>
                  <a:gd name="T0" fmla="*/ 0 w 148"/>
                  <a:gd name="T1" fmla="*/ 0 h 149"/>
                  <a:gd name="T2" fmla="*/ 0 w 148"/>
                  <a:gd name="T3" fmla="*/ 0 h 149"/>
                  <a:gd name="T4" fmla="*/ 0 w 148"/>
                  <a:gd name="T5" fmla="*/ 0 h 149"/>
                  <a:gd name="T6" fmla="*/ 0 w 148"/>
                  <a:gd name="T7" fmla="*/ 0 h 149"/>
                  <a:gd name="T8" fmla="*/ 0 w 148"/>
                  <a:gd name="T9" fmla="*/ 0 h 149"/>
                  <a:gd name="T10" fmla="*/ 0 w 148"/>
                  <a:gd name="T11" fmla="*/ 0 h 149"/>
                  <a:gd name="T12" fmla="*/ 0 w 148"/>
                  <a:gd name="T13" fmla="*/ 0 h 149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148"/>
                  <a:gd name="T22" fmla="*/ 0 h 149"/>
                  <a:gd name="T23" fmla="*/ 148 w 148"/>
                  <a:gd name="T24" fmla="*/ 149 h 149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148" h="149">
                    <a:moveTo>
                      <a:pt x="71" y="0"/>
                    </a:moveTo>
                    <a:lnTo>
                      <a:pt x="35" y="44"/>
                    </a:lnTo>
                    <a:lnTo>
                      <a:pt x="0" y="88"/>
                    </a:lnTo>
                    <a:lnTo>
                      <a:pt x="76" y="149"/>
                    </a:lnTo>
                    <a:lnTo>
                      <a:pt x="112" y="106"/>
                    </a:lnTo>
                    <a:lnTo>
                      <a:pt x="148" y="62"/>
                    </a:lnTo>
                    <a:lnTo>
                      <a:pt x="71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1353" name="Freeform 653">
                <a:extLst>
                  <a:ext uri="{FF2B5EF4-FFF2-40B4-BE49-F238E27FC236}">
                    <a16:creationId xmlns:a16="http://schemas.microsoft.com/office/drawing/2014/main" id="{9EF6A2E2-4487-BD94-BA39-EC7312D9682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322" y="3468"/>
                <a:ext cx="21" cy="21"/>
              </a:xfrm>
              <a:custGeom>
                <a:avLst/>
                <a:gdLst>
                  <a:gd name="T0" fmla="*/ 0 w 148"/>
                  <a:gd name="T1" fmla="*/ 0 h 149"/>
                  <a:gd name="T2" fmla="*/ 0 w 148"/>
                  <a:gd name="T3" fmla="*/ 0 h 149"/>
                  <a:gd name="T4" fmla="*/ 0 w 148"/>
                  <a:gd name="T5" fmla="*/ 0 h 149"/>
                  <a:gd name="T6" fmla="*/ 0 w 148"/>
                  <a:gd name="T7" fmla="*/ 0 h 149"/>
                  <a:gd name="T8" fmla="*/ 0 w 148"/>
                  <a:gd name="T9" fmla="*/ 0 h 149"/>
                  <a:gd name="T10" fmla="*/ 0 w 148"/>
                  <a:gd name="T11" fmla="*/ 0 h 149"/>
                  <a:gd name="T12" fmla="*/ 0 w 148"/>
                  <a:gd name="T13" fmla="*/ 0 h 149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148"/>
                  <a:gd name="T22" fmla="*/ 0 h 149"/>
                  <a:gd name="T23" fmla="*/ 148 w 148"/>
                  <a:gd name="T24" fmla="*/ 149 h 149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148" h="149">
                    <a:moveTo>
                      <a:pt x="71" y="0"/>
                    </a:moveTo>
                    <a:lnTo>
                      <a:pt x="35" y="44"/>
                    </a:lnTo>
                    <a:lnTo>
                      <a:pt x="0" y="88"/>
                    </a:lnTo>
                    <a:lnTo>
                      <a:pt x="76" y="149"/>
                    </a:lnTo>
                    <a:lnTo>
                      <a:pt x="112" y="106"/>
                    </a:lnTo>
                    <a:lnTo>
                      <a:pt x="148" y="62"/>
                    </a:lnTo>
                    <a:lnTo>
                      <a:pt x="71" y="0"/>
                    </a:lnTo>
                    <a:close/>
                  </a:path>
                </a:pathLst>
              </a:cu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1354" name="Freeform 654">
                <a:extLst>
                  <a:ext uri="{FF2B5EF4-FFF2-40B4-BE49-F238E27FC236}">
                    <a16:creationId xmlns:a16="http://schemas.microsoft.com/office/drawing/2014/main" id="{DBFDB251-785D-B9B8-4955-1F022F2A0D9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333" y="3483"/>
                <a:ext cx="5" cy="7"/>
              </a:xfrm>
              <a:custGeom>
                <a:avLst/>
                <a:gdLst>
                  <a:gd name="T0" fmla="*/ 0 w 36"/>
                  <a:gd name="T1" fmla="*/ 0 h 47"/>
                  <a:gd name="T2" fmla="*/ 0 w 36"/>
                  <a:gd name="T3" fmla="*/ 0 h 47"/>
                  <a:gd name="T4" fmla="*/ 0 w 36"/>
                  <a:gd name="T5" fmla="*/ 0 h 47"/>
                  <a:gd name="T6" fmla="*/ 0 w 36"/>
                  <a:gd name="T7" fmla="*/ 0 h 47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36"/>
                  <a:gd name="T13" fmla="*/ 0 h 47"/>
                  <a:gd name="T14" fmla="*/ 36 w 36"/>
                  <a:gd name="T15" fmla="*/ 47 h 47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36" h="47">
                    <a:moveTo>
                      <a:pt x="36" y="0"/>
                    </a:moveTo>
                    <a:lnTo>
                      <a:pt x="0" y="43"/>
                    </a:lnTo>
                    <a:lnTo>
                      <a:pt x="5" y="47"/>
                    </a:lnTo>
                    <a:lnTo>
                      <a:pt x="36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1355" name="Line 655">
                <a:extLst>
                  <a:ext uri="{FF2B5EF4-FFF2-40B4-BE49-F238E27FC236}">
                    <a16:creationId xmlns:a16="http://schemas.microsoft.com/office/drawing/2014/main" id="{6198C200-7FDF-28F4-44B3-0801AE57A8C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333" y="3489"/>
                <a:ext cx="1" cy="1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1356" name="Freeform 656">
                <a:extLst>
                  <a:ext uri="{FF2B5EF4-FFF2-40B4-BE49-F238E27FC236}">
                    <a16:creationId xmlns:a16="http://schemas.microsoft.com/office/drawing/2014/main" id="{9CF044EB-09AE-829B-20E2-AD8277EA222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334" y="3476"/>
                <a:ext cx="20" cy="21"/>
              </a:xfrm>
              <a:custGeom>
                <a:avLst/>
                <a:gdLst>
                  <a:gd name="T0" fmla="*/ 0 w 143"/>
                  <a:gd name="T1" fmla="*/ 0 h 147"/>
                  <a:gd name="T2" fmla="*/ 0 w 143"/>
                  <a:gd name="T3" fmla="*/ 0 h 147"/>
                  <a:gd name="T4" fmla="*/ 0 w 143"/>
                  <a:gd name="T5" fmla="*/ 0 h 147"/>
                  <a:gd name="T6" fmla="*/ 0 w 143"/>
                  <a:gd name="T7" fmla="*/ 0 h 147"/>
                  <a:gd name="T8" fmla="*/ 0 w 143"/>
                  <a:gd name="T9" fmla="*/ 0 h 147"/>
                  <a:gd name="T10" fmla="*/ 0 w 143"/>
                  <a:gd name="T11" fmla="*/ 0 h 147"/>
                  <a:gd name="T12" fmla="*/ 0 w 143"/>
                  <a:gd name="T13" fmla="*/ 0 h 147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143"/>
                  <a:gd name="T22" fmla="*/ 0 h 147"/>
                  <a:gd name="T23" fmla="*/ 143 w 143"/>
                  <a:gd name="T24" fmla="*/ 147 h 147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143" h="147">
                    <a:moveTo>
                      <a:pt x="61" y="0"/>
                    </a:moveTo>
                    <a:lnTo>
                      <a:pt x="31" y="47"/>
                    </a:lnTo>
                    <a:lnTo>
                      <a:pt x="0" y="94"/>
                    </a:lnTo>
                    <a:lnTo>
                      <a:pt x="82" y="147"/>
                    </a:lnTo>
                    <a:lnTo>
                      <a:pt x="113" y="99"/>
                    </a:lnTo>
                    <a:lnTo>
                      <a:pt x="143" y="52"/>
                    </a:lnTo>
                    <a:lnTo>
                      <a:pt x="61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1357" name="Freeform 657">
                <a:extLst>
                  <a:ext uri="{FF2B5EF4-FFF2-40B4-BE49-F238E27FC236}">
                    <a16:creationId xmlns:a16="http://schemas.microsoft.com/office/drawing/2014/main" id="{96B40DDC-ED3E-6F37-C2B3-6C245707153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334" y="3476"/>
                <a:ext cx="20" cy="21"/>
              </a:xfrm>
              <a:custGeom>
                <a:avLst/>
                <a:gdLst>
                  <a:gd name="T0" fmla="*/ 0 w 143"/>
                  <a:gd name="T1" fmla="*/ 0 h 147"/>
                  <a:gd name="T2" fmla="*/ 0 w 143"/>
                  <a:gd name="T3" fmla="*/ 0 h 147"/>
                  <a:gd name="T4" fmla="*/ 0 w 143"/>
                  <a:gd name="T5" fmla="*/ 0 h 147"/>
                  <a:gd name="T6" fmla="*/ 0 w 143"/>
                  <a:gd name="T7" fmla="*/ 0 h 147"/>
                  <a:gd name="T8" fmla="*/ 0 w 143"/>
                  <a:gd name="T9" fmla="*/ 0 h 147"/>
                  <a:gd name="T10" fmla="*/ 0 w 143"/>
                  <a:gd name="T11" fmla="*/ 0 h 147"/>
                  <a:gd name="T12" fmla="*/ 0 w 143"/>
                  <a:gd name="T13" fmla="*/ 0 h 147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143"/>
                  <a:gd name="T22" fmla="*/ 0 h 147"/>
                  <a:gd name="T23" fmla="*/ 143 w 143"/>
                  <a:gd name="T24" fmla="*/ 147 h 147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143" h="147">
                    <a:moveTo>
                      <a:pt x="61" y="0"/>
                    </a:moveTo>
                    <a:lnTo>
                      <a:pt x="31" y="47"/>
                    </a:lnTo>
                    <a:lnTo>
                      <a:pt x="0" y="94"/>
                    </a:lnTo>
                    <a:lnTo>
                      <a:pt x="82" y="147"/>
                    </a:lnTo>
                    <a:lnTo>
                      <a:pt x="113" y="99"/>
                    </a:lnTo>
                    <a:lnTo>
                      <a:pt x="143" y="52"/>
                    </a:lnTo>
                    <a:lnTo>
                      <a:pt x="61" y="0"/>
                    </a:lnTo>
                    <a:close/>
                  </a:path>
                </a:pathLst>
              </a:cu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1358" name="Freeform 658">
                <a:extLst>
                  <a:ext uri="{FF2B5EF4-FFF2-40B4-BE49-F238E27FC236}">
                    <a16:creationId xmlns:a16="http://schemas.microsoft.com/office/drawing/2014/main" id="{90BF5484-0F02-7CB3-8409-53B282EBCF8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346" y="3491"/>
                <a:ext cx="4" cy="7"/>
              </a:xfrm>
              <a:custGeom>
                <a:avLst/>
                <a:gdLst>
                  <a:gd name="T0" fmla="*/ 0 w 31"/>
                  <a:gd name="T1" fmla="*/ 0 h 51"/>
                  <a:gd name="T2" fmla="*/ 0 w 31"/>
                  <a:gd name="T3" fmla="*/ 0 h 51"/>
                  <a:gd name="T4" fmla="*/ 0 w 31"/>
                  <a:gd name="T5" fmla="*/ 0 h 51"/>
                  <a:gd name="T6" fmla="*/ 0 w 31"/>
                  <a:gd name="T7" fmla="*/ 0 h 51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31"/>
                  <a:gd name="T13" fmla="*/ 0 h 51"/>
                  <a:gd name="T14" fmla="*/ 31 w 31"/>
                  <a:gd name="T15" fmla="*/ 51 h 51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31" h="51">
                    <a:moveTo>
                      <a:pt x="31" y="0"/>
                    </a:moveTo>
                    <a:lnTo>
                      <a:pt x="0" y="48"/>
                    </a:lnTo>
                    <a:lnTo>
                      <a:pt x="5" y="51"/>
                    </a:lnTo>
                    <a:lnTo>
                      <a:pt x="31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1359" name="Line 659">
                <a:extLst>
                  <a:ext uri="{FF2B5EF4-FFF2-40B4-BE49-F238E27FC236}">
                    <a16:creationId xmlns:a16="http://schemas.microsoft.com/office/drawing/2014/main" id="{BE764CF4-38E3-B52D-83E1-4C0C9A9600E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346" y="3497"/>
                <a:ext cx="1" cy="1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1360" name="Freeform 660">
                <a:extLst>
                  <a:ext uri="{FF2B5EF4-FFF2-40B4-BE49-F238E27FC236}">
                    <a16:creationId xmlns:a16="http://schemas.microsoft.com/office/drawing/2014/main" id="{083EABA8-F3DE-2D1B-7E98-07AB1AFAD2D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346" y="3483"/>
                <a:ext cx="20" cy="21"/>
              </a:xfrm>
              <a:custGeom>
                <a:avLst/>
                <a:gdLst>
                  <a:gd name="T0" fmla="*/ 0 w 139"/>
                  <a:gd name="T1" fmla="*/ 0 h 146"/>
                  <a:gd name="T2" fmla="*/ 0 w 139"/>
                  <a:gd name="T3" fmla="*/ 0 h 146"/>
                  <a:gd name="T4" fmla="*/ 0 w 139"/>
                  <a:gd name="T5" fmla="*/ 0 h 146"/>
                  <a:gd name="T6" fmla="*/ 0 w 139"/>
                  <a:gd name="T7" fmla="*/ 0 h 146"/>
                  <a:gd name="T8" fmla="*/ 0 w 139"/>
                  <a:gd name="T9" fmla="*/ 0 h 146"/>
                  <a:gd name="T10" fmla="*/ 0 w 139"/>
                  <a:gd name="T11" fmla="*/ 0 h 146"/>
                  <a:gd name="T12" fmla="*/ 0 w 139"/>
                  <a:gd name="T13" fmla="*/ 0 h 14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139"/>
                  <a:gd name="T22" fmla="*/ 0 h 146"/>
                  <a:gd name="T23" fmla="*/ 139 w 139"/>
                  <a:gd name="T24" fmla="*/ 146 h 14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139" h="146">
                    <a:moveTo>
                      <a:pt x="51" y="0"/>
                    </a:moveTo>
                    <a:lnTo>
                      <a:pt x="26" y="50"/>
                    </a:lnTo>
                    <a:lnTo>
                      <a:pt x="0" y="101"/>
                    </a:lnTo>
                    <a:lnTo>
                      <a:pt x="87" y="146"/>
                    </a:lnTo>
                    <a:lnTo>
                      <a:pt x="113" y="95"/>
                    </a:lnTo>
                    <a:lnTo>
                      <a:pt x="139" y="45"/>
                    </a:lnTo>
                    <a:lnTo>
                      <a:pt x="51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1361" name="Freeform 661">
                <a:extLst>
                  <a:ext uri="{FF2B5EF4-FFF2-40B4-BE49-F238E27FC236}">
                    <a16:creationId xmlns:a16="http://schemas.microsoft.com/office/drawing/2014/main" id="{01CD0533-6238-E8B6-1EAD-58B0D303C64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346" y="3483"/>
                <a:ext cx="20" cy="21"/>
              </a:xfrm>
              <a:custGeom>
                <a:avLst/>
                <a:gdLst>
                  <a:gd name="T0" fmla="*/ 0 w 139"/>
                  <a:gd name="T1" fmla="*/ 0 h 146"/>
                  <a:gd name="T2" fmla="*/ 0 w 139"/>
                  <a:gd name="T3" fmla="*/ 0 h 146"/>
                  <a:gd name="T4" fmla="*/ 0 w 139"/>
                  <a:gd name="T5" fmla="*/ 0 h 146"/>
                  <a:gd name="T6" fmla="*/ 0 w 139"/>
                  <a:gd name="T7" fmla="*/ 0 h 146"/>
                  <a:gd name="T8" fmla="*/ 0 w 139"/>
                  <a:gd name="T9" fmla="*/ 0 h 146"/>
                  <a:gd name="T10" fmla="*/ 0 w 139"/>
                  <a:gd name="T11" fmla="*/ 0 h 146"/>
                  <a:gd name="T12" fmla="*/ 0 w 139"/>
                  <a:gd name="T13" fmla="*/ 0 h 14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139"/>
                  <a:gd name="T22" fmla="*/ 0 h 146"/>
                  <a:gd name="T23" fmla="*/ 139 w 139"/>
                  <a:gd name="T24" fmla="*/ 146 h 14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139" h="146">
                    <a:moveTo>
                      <a:pt x="51" y="0"/>
                    </a:moveTo>
                    <a:lnTo>
                      <a:pt x="26" y="50"/>
                    </a:lnTo>
                    <a:lnTo>
                      <a:pt x="0" y="101"/>
                    </a:lnTo>
                    <a:lnTo>
                      <a:pt x="87" y="146"/>
                    </a:lnTo>
                    <a:lnTo>
                      <a:pt x="113" y="95"/>
                    </a:lnTo>
                    <a:lnTo>
                      <a:pt x="139" y="45"/>
                    </a:lnTo>
                    <a:lnTo>
                      <a:pt x="51" y="0"/>
                    </a:lnTo>
                    <a:close/>
                  </a:path>
                </a:pathLst>
              </a:cu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1362" name="Freeform 662">
                <a:extLst>
                  <a:ext uri="{FF2B5EF4-FFF2-40B4-BE49-F238E27FC236}">
                    <a16:creationId xmlns:a16="http://schemas.microsoft.com/office/drawing/2014/main" id="{D64EEBA0-C8B5-AB6B-8F18-3E839CA2B31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359" y="3497"/>
                <a:ext cx="3" cy="8"/>
              </a:xfrm>
              <a:custGeom>
                <a:avLst/>
                <a:gdLst>
                  <a:gd name="T0" fmla="*/ 0 w 26"/>
                  <a:gd name="T1" fmla="*/ 0 h 53"/>
                  <a:gd name="T2" fmla="*/ 0 w 26"/>
                  <a:gd name="T3" fmla="*/ 0 h 53"/>
                  <a:gd name="T4" fmla="*/ 0 w 26"/>
                  <a:gd name="T5" fmla="*/ 0 h 53"/>
                  <a:gd name="T6" fmla="*/ 0 w 26"/>
                  <a:gd name="T7" fmla="*/ 0 h 53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26"/>
                  <a:gd name="T13" fmla="*/ 0 h 53"/>
                  <a:gd name="T14" fmla="*/ 26 w 26"/>
                  <a:gd name="T15" fmla="*/ 53 h 53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26" h="53">
                    <a:moveTo>
                      <a:pt x="26" y="0"/>
                    </a:moveTo>
                    <a:lnTo>
                      <a:pt x="0" y="51"/>
                    </a:lnTo>
                    <a:lnTo>
                      <a:pt x="6" y="53"/>
                    </a:lnTo>
                    <a:lnTo>
                      <a:pt x="26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1363" name="Line 663">
                <a:extLst>
                  <a:ext uri="{FF2B5EF4-FFF2-40B4-BE49-F238E27FC236}">
                    <a16:creationId xmlns:a16="http://schemas.microsoft.com/office/drawing/2014/main" id="{AB5C7109-D7A3-4AE1-B80A-D53F942E3BA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359" y="3504"/>
                <a:ext cx="1" cy="1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1364" name="Freeform 664">
                <a:extLst>
                  <a:ext uri="{FF2B5EF4-FFF2-40B4-BE49-F238E27FC236}">
                    <a16:creationId xmlns:a16="http://schemas.microsoft.com/office/drawing/2014/main" id="{DC835124-76F6-C35F-4CE0-E859F90ED87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360" y="3490"/>
                <a:ext cx="18" cy="20"/>
              </a:xfrm>
              <a:custGeom>
                <a:avLst/>
                <a:gdLst>
                  <a:gd name="T0" fmla="*/ 0 w 132"/>
                  <a:gd name="T1" fmla="*/ 0 h 140"/>
                  <a:gd name="T2" fmla="*/ 0 w 132"/>
                  <a:gd name="T3" fmla="*/ 0 h 140"/>
                  <a:gd name="T4" fmla="*/ 0 w 132"/>
                  <a:gd name="T5" fmla="*/ 0 h 140"/>
                  <a:gd name="T6" fmla="*/ 0 w 132"/>
                  <a:gd name="T7" fmla="*/ 0 h 140"/>
                  <a:gd name="T8" fmla="*/ 0 w 132"/>
                  <a:gd name="T9" fmla="*/ 0 h 140"/>
                  <a:gd name="T10" fmla="*/ 0 w 132"/>
                  <a:gd name="T11" fmla="*/ 0 h 140"/>
                  <a:gd name="T12" fmla="*/ 0 w 132"/>
                  <a:gd name="T13" fmla="*/ 0 h 140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132"/>
                  <a:gd name="T22" fmla="*/ 0 h 140"/>
                  <a:gd name="T23" fmla="*/ 132 w 132"/>
                  <a:gd name="T24" fmla="*/ 140 h 140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132" h="140">
                    <a:moveTo>
                      <a:pt x="40" y="0"/>
                    </a:moveTo>
                    <a:lnTo>
                      <a:pt x="20" y="52"/>
                    </a:lnTo>
                    <a:lnTo>
                      <a:pt x="0" y="105"/>
                    </a:lnTo>
                    <a:lnTo>
                      <a:pt x="92" y="140"/>
                    </a:lnTo>
                    <a:lnTo>
                      <a:pt x="112" y="87"/>
                    </a:lnTo>
                    <a:lnTo>
                      <a:pt x="132" y="34"/>
                    </a:lnTo>
                    <a:lnTo>
                      <a:pt x="40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1365" name="Freeform 665">
                <a:extLst>
                  <a:ext uri="{FF2B5EF4-FFF2-40B4-BE49-F238E27FC236}">
                    <a16:creationId xmlns:a16="http://schemas.microsoft.com/office/drawing/2014/main" id="{20DD538A-1060-CC8D-E1F1-C229FD3BBE4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360" y="3490"/>
                <a:ext cx="18" cy="20"/>
              </a:xfrm>
              <a:custGeom>
                <a:avLst/>
                <a:gdLst>
                  <a:gd name="T0" fmla="*/ 0 w 132"/>
                  <a:gd name="T1" fmla="*/ 0 h 140"/>
                  <a:gd name="T2" fmla="*/ 0 w 132"/>
                  <a:gd name="T3" fmla="*/ 0 h 140"/>
                  <a:gd name="T4" fmla="*/ 0 w 132"/>
                  <a:gd name="T5" fmla="*/ 0 h 140"/>
                  <a:gd name="T6" fmla="*/ 0 w 132"/>
                  <a:gd name="T7" fmla="*/ 0 h 140"/>
                  <a:gd name="T8" fmla="*/ 0 w 132"/>
                  <a:gd name="T9" fmla="*/ 0 h 140"/>
                  <a:gd name="T10" fmla="*/ 0 w 132"/>
                  <a:gd name="T11" fmla="*/ 0 h 140"/>
                  <a:gd name="T12" fmla="*/ 0 w 132"/>
                  <a:gd name="T13" fmla="*/ 0 h 140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132"/>
                  <a:gd name="T22" fmla="*/ 0 h 140"/>
                  <a:gd name="T23" fmla="*/ 132 w 132"/>
                  <a:gd name="T24" fmla="*/ 140 h 140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132" h="140">
                    <a:moveTo>
                      <a:pt x="40" y="0"/>
                    </a:moveTo>
                    <a:lnTo>
                      <a:pt x="20" y="52"/>
                    </a:lnTo>
                    <a:lnTo>
                      <a:pt x="0" y="105"/>
                    </a:lnTo>
                    <a:lnTo>
                      <a:pt x="92" y="140"/>
                    </a:lnTo>
                    <a:lnTo>
                      <a:pt x="112" y="87"/>
                    </a:lnTo>
                    <a:lnTo>
                      <a:pt x="132" y="34"/>
                    </a:lnTo>
                    <a:lnTo>
                      <a:pt x="40" y="0"/>
                    </a:lnTo>
                    <a:close/>
                  </a:path>
                </a:pathLst>
              </a:cu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1366" name="Freeform 666">
                <a:extLst>
                  <a:ext uri="{FF2B5EF4-FFF2-40B4-BE49-F238E27FC236}">
                    <a16:creationId xmlns:a16="http://schemas.microsoft.com/office/drawing/2014/main" id="{54FB70E3-F586-76F7-190C-5EC74034757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373" y="3502"/>
                <a:ext cx="3" cy="8"/>
              </a:xfrm>
              <a:custGeom>
                <a:avLst/>
                <a:gdLst>
                  <a:gd name="T0" fmla="*/ 0 w 20"/>
                  <a:gd name="T1" fmla="*/ 0 h 55"/>
                  <a:gd name="T2" fmla="*/ 0 w 20"/>
                  <a:gd name="T3" fmla="*/ 0 h 55"/>
                  <a:gd name="T4" fmla="*/ 0 w 20"/>
                  <a:gd name="T5" fmla="*/ 0 h 55"/>
                  <a:gd name="T6" fmla="*/ 0 w 20"/>
                  <a:gd name="T7" fmla="*/ 0 h 55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20"/>
                  <a:gd name="T13" fmla="*/ 0 h 55"/>
                  <a:gd name="T14" fmla="*/ 20 w 20"/>
                  <a:gd name="T15" fmla="*/ 55 h 55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20" h="55">
                    <a:moveTo>
                      <a:pt x="20" y="0"/>
                    </a:moveTo>
                    <a:lnTo>
                      <a:pt x="0" y="53"/>
                    </a:lnTo>
                    <a:lnTo>
                      <a:pt x="6" y="55"/>
                    </a:lnTo>
                    <a:lnTo>
                      <a:pt x="20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1367" name="Line 667">
                <a:extLst>
                  <a:ext uri="{FF2B5EF4-FFF2-40B4-BE49-F238E27FC236}">
                    <a16:creationId xmlns:a16="http://schemas.microsoft.com/office/drawing/2014/main" id="{EB1B5F43-0EC4-D4D5-853A-17DC329C145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373" y="3510"/>
                <a:ext cx="1" cy="1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1368" name="Freeform 668">
                <a:extLst>
                  <a:ext uri="{FF2B5EF4-FFF2-40B4-BE49-F238E27FC236}">
                    <a16:creationId xmlns:a16="http://schemas.microsoft.com/office/drawing/2014/main" id="{5ACC1773-31F2-B52B-7125-86EE2A052BE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374" y="3494"/>
                <a:ext cx="17" cy="20"/>
              </a:xfrm>
              <a:custGeom>
                <a:avLst/>
                <a:gdLst>
                  <a:gd name="T0" fmla="*/ 0 w 123"/>
                  <a:gd name="T1" fmla="*/ 0 h 136"/>
                  <a:gd name="T2" fmla="*/ 0 w 123"/>
                  <a:gd name="T3" fmla="*/ 0 h 136"/>
                  <a:gd name="T4" fmla="*/ 0 w 123"/>
                  <a:gd name="T5" fmla="*/ 0 h 136"/>
                  <a:gd name="T6" fmla="*/ 0 w 123"/>
                  <a:gd name="T7" fmla="*/ 0 h 136"/>
                  <a:gd name="T8" fmla="*/ 0 w 123"/>
                  <a:gd name="T9" fmla="*/ 0 h 136"/>
                  <a:gd name="T10" fmla="*/ 0 w 123"/>
                  <a:gd name="T11" fmla="*/ 0 h 136"/>
                  <a:gd name="T12" fmla="*/ 0 w 123"/>
                  <a:gd name="T13" fmla="*/ 0 h 1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123"/>
                  <a:gd name="T22" fmla="*/ 0 h 136"/>
                  <a:gd name="T23" fmla="*/ 123 w 123"/>
                  <a:gd name="T24" fmla="*/ 136 h 13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123" h="136">
                    <a:moveTo>
                      <a:pt x="29" y="0"/>
                    </a:moveTo>
                    <a:lnTo>
                      <a:pt x="14" y="55"/>
                    </a:lnTo>
                    <a:lnTo>
                      <a:pt x="0" y="110"/>
                    </a:lnTo>
                    <a:lnTo>
                      <a:pt x="94" y="136"/>
                    </a:lnTo>
                    <a:lnTo>
                      <a:pt x="109" y="81"/>
                    </a:lnTo>
                    <a:lnTo>
                      <a:pt x="123" y="26"/>
                    </a:lnTo>
                    <a:lnTo>
                      <a:pt x="29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1369" name="Freeform 669">
                <a:extLst>
                  <a:ext uri="{FF2B5EF4-FFF2-40B4-BE49-F238E27FC236}">
                    <a16:creationId xmlns:a16="http://schemas.microsoft.com/office/drawing/2014/main" id="{8D914162-9CED-5625-6C4F-4E715826189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374" y="3494"/>
                <a:ext cx="17" cy="20"/>
              </a:xfrm>
              <a:custGeom>
                <a:avLst/>
                <a:gdLst>
                  <a:gd name="T0" fmla="*/ 0 w 123"/>
                  <a:gd name="T1" fmla="*/ 0 h 136"/>
                  <a:gd name="T2" fmla="*/ 0 w 123"/>
                  <a:gd name="T3" fmla="*/ 0 h 136"/>
                  <a:gd name="T4" fmla="*/ 0 w 123"/>
                  <a:gd name="T5" fmla="*/ 0 h 136"/>
                  <a:gd name="T6" fmla="*/ 0 w 123"/>
                  <a:gd name="T7" fmla="*/ 0 h 136"/>
                  <a:gd name="T8" fmla="*/ 0 w 123"/>
                  <a:gd name="T9" fmla="*/ 0 h 136"/>
                  <a:gd name="T10" fmla="*/ 0 w 123"/>
                  <a:gd name="T11" fmla="*/ 0 h 136"/>
                  <a:gd name="T12" fmla="*/ 0 w 123"/>
                  <a:gd name="T13" fmla="*/ 0 h 1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123"/>
                  <a:gd name="T22" fmla="*/ 0 h 136"/>
                  <a:gd name="T23" fmla="*/ 123 w 123"/>
                  <a:gd name="T24" fmla="*/ 136 h 13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123" h="136">
                    <a:moveTo>
                      <a:pt x="29" y="0"/>
                    </a:moveTo>
                    <a:lnTo>
                      <a:pt x="14" y="55"/>
                    </a:lnTo>
                    <a:lnTo>
                      <a:pt x="0" y="110"/>
                    </a:lnTo>
                    <a:lnTo>
                      <a:pt x="94" y="136"/>
                    </a:lnTo>
                    <a:lnTo>
                      <a:pt x="109" y="81"/>
                    </a:lnTo>
                    <a:lnTo>
                      <a:pt x="123" y="26"/>
                    </a:lnTo>
                    <a:lnTo>
                      <a:pt x="29" y="0"/>
                    </a:lnTo>
                    <a:close/>
                  </a:path>
                </a:pathLst>
              </a:cu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1370" name="Freeform 670">
                <a:extLst>
                  <a:ext uri="{FF2B5EF4-FFF2-40B4-BE49-F238E27FC236}">
                    <a16:creationId xmlns:a16="http://schemas.microsoft.com/office/drawing/2014/main" id="{7270D29E-6FA3-68F2-395D-D5212D4C02F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387" y="3506"/>
                <a:ext cx="2" cy="8"/>
              </a:xfrm>
              <a:custGeom>
                <a:avLst/>
                <a:gdLst>
                  <a:gd name="T0" fmla="*/ 0 w 15"/>
                  <a:gd name="T1" fmla="*/ 0 h 56"/>
                  <a:gd name="T2" fmla="*/ 0 w 15"/>
                  <a:gd name="T3" fmla="*/ 0 h 56"/>
                  <a:gd name="T4" fmla="*/ 0 w 15"/>
                  <a:gd name="T5" fmla="*/ 0 h 56"/>
                  <a:gd name="T6" fmla="*/ 0 w 15"/>
                  <a:gd name="T7" fmla="*/ 0 h 56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15"/>
                  <a:gd name="T13" fmla="*/ 0 h 56"/>
                  <a:gd name="T14" fmla="*/ 15 w 15"/>
                  <a:gd name="T15" fmla="*/ 56 h 5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15" h="56">
                    <a:moveTo>
                      <a:pt x="15" y="0"/>
                    </a:moveTo>
                    <a:lnTo>
                      <a:pt x="0" y="55"/>
                    </a:lnTo>
                    <a:lnTo>
                      <a:pt x="6" y="56"/>
                    </a:lnTo>
                    <a:lnTo>
                      <a:pt x="15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1371" name="Line 671">
                <a:extLst>
                  <a:ext uri="{FF2B5EF4-FFF2-40B4-BE49-F238E27FC236}">
                    <a16:creationId xmlns:a16="http://schemas.microsoft.com/office/drawing/2014/main" id="{DFD63EB9-DDEB-8AFE-BA72-90E52E31165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387" y="3514"/>
                <a:ext cx="1" cy="1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1372" name="Freeform 672">
                <a:extLst>
                  <a:ext uri="{FF2B5EF4-FFF2-40B4-BE49-F238E27FC236}">
                    <a16:creationId xmlns:a16="http://schemas.microsoft.com/office/drawing/2014/main" id="{EB3A02BA-B541-96BE-323B-838B42B5CF6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388" y="3498"/>
                <a:ext cx="16" cy="18"/>
              </a:xfrm>
              <a:custGeom>
                <a:avLst/>
                <a:gdLst>
                  <a:gd name="T0" fmla="*/ 0 w 114"/>
                  <a:gd name="T1" fmla="*/ 0 h 128"/>
                  <a:gd name="T2" fmla="*/ 0 w 114"/>
                  <a:gd name="T3" fmla="*/ 0 h 128"/>
                  <a:gd name="T4" fmla="*/ 0 w 114"/>
                  <a:gd name="T5" fmla="*/ 0 h 128"/>
                  <a:gd name="T6" fmla="*/ 0 w 114"/>
                  <a:gd name="T7" fmla="*/ 0 h 128"/>
                  <a:gd name="T8" fmla="*/ 0 w 114"/>
                  <a:gd name="T9" fmla="*/ 0 h 128"/>
                  <a:gd name="T10" fmla="*/ 0 w 114"/>
                  <a:gd name="T11" fmla="*/ 0 h 128"/>
                  <a:gd name="T12" fmla="*/ 0 w 114"/>
                  <a:gd name="T13" fmla="*/ 0 h 128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114"/>
                  <a:gd name="T22" fmla="*/ 0 h 128"/>
                  <a:gd name="T23" fmla="*/ 114 w 114"/>
                  <a:gd name="T24" fmla="*/ 128 h 128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114" h="128">
                    <a:moveTo>
                      <a:pt x="17" y="0"/>
                    </a:moveTo>
                    <a:lnTo>
                      <a:pt x="9" y="56"/>
                    </a:lnTo>
                    <a:lnTo>
                      <a:pt x="0" y="112"/>
                    </a:lnTo>
                    <a:lnTo>
                      <a:pt x="96" y="128"/>
                    </a:lnTo>
                    <a:lnTo>
                      <a:pt x="105" y="72"/>
                    </a:lnTo>
                    <a:lnTo>
                      <a:pt x="114" y="16"/>
                    </a:lnTo>
                    <a:lnTo>
                      <a:pt x="17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1373" name="Freeform 673">
                <a:extLst>
                  <a:ext uri="{FF2B5EF4-FFF2-40B4-BE49-F238E27FC236}">
                    <a16:creationId xmlns:a16="http://schemas.microsoft.com/office/drawing/2014/main" id="{97385F70-AF89-44EB-9CB1-8B33833945E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388" y="3498"/>
                <a:ext cx="16" cy="18"/>
              </a:xfrm>
              <a:custGeom>
                <a:avLst/>
                <a:gdLst>
                  <a:gd name="T0" fmla="*/ 0 w 114"/>
                  <a:gd name="T1" fmla="*/ 0 h 128"/>
                  <a:gd name="T2" fmla="*/ 0 w 114"/>
                  <a:gd name="T3" fmla="*/ 0 h 128"/>
                  <a:gd name="T4" fmla="*/ 0 w 114"/>
                  <a:gd name="T5" fmla="*/ 0 h 128"/>
                  <a:gd name="T6" fmla="*/ 0 w 114"/>
                  <a:gd name="T7" fmla="*/ 0 h 128"/>
                  <a:gd name="T8" fmla="*/ 0 w 114"/>
                  <a:gd name="T9" fmla="*/ 0 h 128"/>
                  <a:gd name="T10" fmla="*/ 0 w 114"/>
                  <a:gd name="T11" fmla="*/ 0 h 128"/>
                  <a:gd name="T12" fmla="*/ 0 w 114"/>
                  <a:gd name="T13" fmla="*/ 0 h 128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114"/>
                  <a:gd name="T22" fmla="*/ 0 h 128"/>
                  <a:gd name="T23" fmla="*/ 114 w 114"/>
                  <a:gd name="T24" fmla="*/ 128 h 128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114" h="128">
                    <a:moveTo>
                      <a:pt x="17" y="0"/>
                    </a:moveTo>
                    <a:lnTo>
                      <a:pt x="9" y="56"/>
                    </a:lnTo>
                    <a:lnTo>
                      <a:pt x="0" y="112"/>
                    </a:lnTo>
                    <a:lnTo>
                      <a:pt x="96" y="128"/>
                    </a:lnTo>
                    <a:lnTo>
                      <a:pt x="105" y="72"/>
                    </a:lnTo>
                    <a:lnTo>
                      <a:pt x="114" y="16"/>
                    </a:lnTo>
                    <a:lnTo>
                      <a:pt x="17" y="0"/>
                    </a:lnTo>
                    <a:close/>
                  </a:path>
                </a:pathLst>
              </a:cu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1374" name="Freeform 674">
                <a:extLst>
                  <a:ext uri="{FF2B5EF4-FFF2-40B4-BE49-F238E27FC236}">
                    <a16:creationId xmlns:a16="http://schemas.microsoft.com/office/drawing/2014/main" id="{6AA95D62-7AB2-3B4E-316C-FCC8DCCD74A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402" y="3508"/>
                <a:ext cx="1" cy="8"/>
              </a:xfrm>
              <a:custGeom>
                <a:avLst/>
                <a:gdLst>
                  <a:gd name="T0" fmla="*/ 0 w 9"/>
                  <a:gd name="T1" fmla="*/ 0 h 56"/>
                  <a:gd name="T2" fmla="*/ 0 w 9"/>
                  <a:gd name="T3" fmla="*/ 0 h 56"/>
                  <a:gd name="T4" fmla="*/ 0 w 9"/>
                  <a:gd name="T5" fmla="*/ 0 h 56"/>
                  <a:gd name="T6" fmla="*/ 0 w 9"/>
                  <a:gd name="T7" fmla="*/ 0 h 56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9"/>
                  <a:gd name="T13" fmla="*/ 0 h 56"/>
                  <a:gd name="T14" fmla="*/ 9 w 9"/>
                  <a:gd name="T15" fmla="*/ 56 h 5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9" h="56">
                    <a:moveTo>
                      <a:pt x="9" y="0"/>
                    </a:moveTo>
                    <a:lnTo>
                      <a:pt x="0" y="56"/>
                    </a:lnTo>
                    <a:lnTo>
                      <a:pt x="7" y="56"/>
                    </a:lnTo>
                    <a:lnTo>
                      <a:pt x="9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1375" name="Line 675">
                <a:extLst>
                  <a:ext uri="{FF2B5EF4-FFF2-40B4-BE49-F238E27FC236}">
                    <a16:creationId xmlns:a16="http://schemas.microsoft.com/office/drawing/2014/main" id="{5E8F4037-3489-D8D7-D36F-D393C8ED95C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402" y="3516"/>
                <a:ext cx="1" cy="1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</p:grpSp>
        <p:grpSp>
          <p:nvGrpSpPr>
            <p:cNvPr id="497" name="Group 676">
              <a:extLst>
                <a:ext uri="{FF2B5EF4-FFF2-40B4-BE49-F238E27FC236}">
                  <a16:creationId xmlns:a16="http://schemas.microsoft.com/office/drawing/2014/main" id="{9C44AF87-4CED-5D52-345B-700E139FD85E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999" y="2878"/>
              <a:ext cx="1523" cy="893"/>
              <a:chOff x="2999" y="2878"/>
              <a:chExt cx="1523" cy="893"/>
            </a:xfrm>
          </p:grpSpPr>
          <p:sp>
            <p:nvSpPr>
              <p:cNvPr id="976" name="Freeform 677">
                <a:extLst>
                  <a:ext uri="{FF2B5EF4-FFF2-40B4-BE49-F238E27FC236}">
                    <a16:creationId xmlns:a16="http://schemas.microsoft.com/office/drawing/2014/main" id="{E525C75F-83B4-9307-9DFC-A4E6C61CD6C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403" y="3500"/>
                <a:ext cx="14" cy="17"/>
              </a:xfrm>
              <a:custGeom>
                <a:avLst/>
                <a:gdLst>
                  <a:gd name="T0" fmla="*/ 0 w 103"/>
                  <a:gd name="T1" fmla="*/ 0 h 116"/>
                  <a:gd name="T2" fmla="*/ 0 w 103"/>
                  <a:gd name="T3" fmla="*/ 0 h 116"/>
                  <a:gd name="T4" fmla="*/ 0 w 103"/>
                  <a:gd name="T5" fmla="*/ 0 h 116"/>
                  <a:gd name="T6" fmla="*/ 0 w 103"/>
                  <a:gd name="T7" fmla="*/ 0 h 116"/>
                  <a:gd name="T8" fmla="*/ 0 w 103"/>
                  <a:gd name="T9" fmla="*/ 0 h 116"/>
                  <a:gd name="T10" fmla="*/ 0 w 103"/>
                  <a:gd name="T11" fmla="*/ 0 h 116"/>
                  <a:gd name="T12" fmla="*/ 0 w 103"/>
                  <a:gd name="T13" fmla="*/ 0 h 11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103"/>
                  <a:gd name="T22" fmla="*/ 0 h 116"/>
                  <a:gd name="T23" fmla="*/ 103 w 103"/>
                  <a:gd name="T24" fmla="*/ 116 h 11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103" h="116">
                    <a:moveTo>
                      <a:pt x="4" y="0"/>
                    </a:moveTo>
                    <a:lnTo>
                      <a:pt x="2" y="56"/>
                    </a:lnTo>
                    <a:lnTo>
                      <a:pt x="0" y="112"/>
                    </a:lnTo>
                    <a:lnTo>
                      <a:pt x="99" y="116"/>
                    </a:lnTo>
                    <a:lnTo>
                      <a:pt x="101" y="60"/>
                    </a:lnTo>
                    <a:lnTo>
                      <a:pt x="103" y="4"/>
                    </a:lnTo>
                    <a:lnTo>
                      <a:pt x="4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977" name="Freeform 678">
                <a:extLst>
                  <a:ext uri="{FF2B5EF4-FFF2-40B4-BE49-F238E27FC236}">
                    <a16:creationId xmlns:a16="http://schemas.microsoft.com/office/drawing/2014/main" id="{8FD63A0A-A0BF-0C43-05F7-9297836D3A7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403" y="3500"/>
                <a:ext cx="14" cy="17"/>
              </a:xfrm>
              <a:custGeom>
                <a:avLst/>
                <a:gdLst>
                  <a:gd name="T0" fmla="*/ 0 w 103"/>
                  <a:gd name="T1" fmla="*/ 0 h 116"/>
                  <a:gd name="T2" fmla="*/ 0 w 103"/>
                  <a:gd name="T3" fmla="*/ 0 h 116"/>
                  <a:gd name="T4" fmla="*/ 0 w 103"/>
                  <a:gd name="T5" fmla="*/ 0 h 116"/>
                  <a:gd name="T6" fmla="*/ 0 w 103"/>
                  <a:gd name="T7" fmla="*/ 0 h 116"/>
                  <a:gd name="T8" fmla="*/ 0 w 103"/>
                  <a:gd name="T9" fmla="*/ 0 h 116"/>
                  <a:gd name="T10" fmla="*/ 0 w 103"/>
                  <a:gd name="T11" fmla="*/ 0 h 116"/>
                  <a:gd name="T12" fmla="*/ 0 w 103"/>
                  <a:gd name="T13" fmla="*/ 0 h 11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103"/>
                  <a:gd name="T22" fmla="*/ 0 h 116"/>
                  <a:gd name="T23" fmla="*/ 103 w 103"/>
                  <a:gd name="T24" fmla="*/ 116 h 11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103" h="116">
                    <a:moveTo>
                      <a:pt x="4" y="0"/>
                    </a:moveTo>
                    <a:lnTo>
                      <a:pt x="2" y="56"/>
                    </a:lnTo>
                    <a:lnTo>
                      <a:pt x="0" y="112"/>
                    </a:lnTo>
                    <a:lnTo>
                      <a:pt x="99" y="116"/>
                    </a:lnTo>
                    <a:lnTo>
                      <a:pt x="101" y="60"/>
                    </a:lnTo>
                    <a:lnTo>
                      <a:pt x="103" y="4"/>
                    </a:lnTo>
                    <a:lnTo>
                      <a:pt x="4" y="0"/>
                    </a:lnTo>
                    <a:close/>
                  </a:path>
                </a:pathLst>
              </a:cu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978" name="Freeform 679">
                <a:extLst>
                  <a:ext uri="{FF2B5EF4-FFF2-40B4-BE49-F238E27FC236}">
                    <a16:creationId xmlns:a16="http://schemas.microsoft.com/office/drawing/2014/main" id="{A26508EB-D07B-87B9-CE86-C10D8573D3E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417" y="3509"/>
                <a:ext cx="1" cy="8"/>
              </a:xfrm>
              <a:custGeom>
                <a:avLst/>
                <a:gdLst>
                  <a:gd name="T0" fmla="*/ 0 w 4"/>
                  <a:gd name="T1" fmla="*/ 0 h 56"/>
                  <a:gd name="T2" fmla="*/ 0 w 4"/>
                  <a:gd name="T3" fmla="*/ 0 h 56"/>
                  <a:gd name="T4" fmla="*/ 0 w 4"/>
                  <a:gd name="T5" fmla="*/ 0 h 56"/>
                  <a:gd name="T6" fmla="*/ 0 w 4"/>
                  <a:gd name="T7" fmla="*/ 0 h 56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4"/>
                  <a:gd name="T13" fmla="*/ 0 h 56"/>
                  <a:gd name="T14" fmla="*/ 4 w 4"/>
                  <a:gd name="T15" fmla="*/ 56 h 5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4" h="56">
                    <a:moveTo>
                      <a:pt x="2" y="0"/>
                    </a:moveTo>
                    <a:lnTo>
                      <a:pt x="0" y="56"/>
                    </a:lnTo>
                    <a:lnTo>
                      <a:pt x="4" y="56"/>
                    </a:lnTo>
                    <a:lnTo>
                      <a:pt x="2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979" name="Line 680">
                <a:extLst>
                  <a:ext uri="{FF2B5EF4-FFF2-40B4-BE49-F238E27FC236}">
                    <a16:creationId xmlns:a16="http://schemas.microsoft.com/office/drawing/2014/main" id="{C6DFB0ED-6DD4-F12B-2A9D-7FBE5EF5131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417" y="3517"/>
                <a:ext cx="1" cy="1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980" name="Freeform 681">
                <a:extLst>
                  <a:ext uri="{FF2B5EF4-FFF2-40B4-BE49-F238E27FC236}">
                    <a16:creationId xmlns:a16="http://schemas.microsoft.com/office/drawing/2014/main" id="{E4581DC2-767B-335D-E5CF-A5AE7CA99DA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417" y="3500"/>
                <a:ext cx="14" cy="17"/>
              </a:xfrm>
              <a:custGeom>
                <a:avLst/>
                <a:gdLst>
                  <a:gd name="T0" fmla="*/ 0 w 102"/>
                  <a:gd name="T1" fmla="*/ 0 h 116"/>
                  <a:gd name="T2" fmla="*/ 0 w 102"/>
                  <a:gd name="T3" fmla="*/ 0 h 116"/>
                  <a:gd name="T4" fmla="*/ 0 w 102"/>
                  <a:gd name="T5" fmla="*/ 0 h 116"/>
                  <a:gd name="T6" fmla="*/ 0 w 102"/>
                  <a:gd name="T7" fmla="*/ 0 h 116"/>
                  <a:gd name="T8" fmla="*/ 0 w 102"/>
                  <a:gd name="T9" fmla="*/ 0 h 116"/>
                  <a:gd name="T10" fmla="*/ 0 w 102"/>
                  <a:gd name="T11" fmla="*/ 0 h 116"/>
                  <a:gd name="T12" fmla="*/ 0 w 102"/>
                  <a:gd name="T13" fmla="*/ 0 h 11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102"/>
                  <a:gd name="T22" fmla="*/ 0 h 116"/>
                  <a:gd name="T23" fmla="*/ 102 w 102"/>
                  <a:gd name="T24" fmla="*/ 116 h 11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102" h="116">
                    <a:moveTo>
                      <a:pt x="0" y="4"/>
                    </a:moveTo>
                    <a:lnTo>
                      <a:pt x="2" y="60"/>
                    </a:lnTo>
                    <a:lnTo>
                      <a:pt x="4" y="116"/>
                    </a:lnTo>
                    <a:lnTo>
                      <a:pt x="102" y="112"/>
                    </a:lnTo>
                    <a:lnTo>
                      <a:pt x="99" y="56"/>
                    </a:lnTo>
                    <a:lnTo>
                      <a:pt x="97" y="0"/>
                    </a:lnTo>
                    <a:lnTo>
                      <a:pt x="0" y="4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981" name="Freeform 682">
                <a:extLst>
                  <a:ext uri="{FF2B5EF4-FFF2-40B4-BE49-F238E27FC236}">
                    <a16:creationId xmlns:a16="http://schemas.microsoft.com/office/drawing/2014/main" id="{8984FD2E-EBFF-1090-EDF4-FE0A06629E7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417" y="3500"/>
                <a:ext cx="14" cy="17"/>
              </a:xfrm>
              <a:custGeom>
                <a:avLst/>
                <a:gdLst>
                  <a:gd name="T0" fmla="*/ 0 w 102"/>
                  <a:gd name="T1" fmla="*/ 0 h 116"/>
                  <a:gd name="T2" fmla="*/ 0 w 102"/>
                  <a:gd name="T3" fmla="*/ 0 h 116"/>
                  <a:gd name="T4" fmla="*/ 0 w 102"/>
                  <a:gd name="T5" fmla="*/ 0 h 116"/>
                  <a:gd name="T6" fmla="*/ 0 w 102"/>
                  <a:gd name="T7" fmla="*/ 0 h 116"/>
                  <a:gd name="T8" fmla="*/ 0 w 102"/>
                  <a:gd name="T9" fmla="*/ 0 h 116"/>
                  <a:gd name="T10" fmla="*/ 0 w 102"/>
                  <a:gd name="T11" fmla="*/ 0 h 116"/>
                  <a:gd name="T12" fmla="*/ 0 w 102"/>
                  <a:gd name="T13" fmla="*/ 0 h 11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102"/>
                  <a:gd name="T22" fmla="*/ 0 h 116"/>
                  <a:gd name="T23" fmla="*/ 102 w 102"/>
                  <a:gd name="T24" fmla="*/ 116 h 11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102" h="116">
                    <a:moveTo>
                      <a:pt x="0" y="4"/>
                    </a:moveTo>
                    <a:lnTo>
                      <a:pt x="2" y="60"/>
                    </a:lnTo>
                    <a:lnTo>
                      <a:pt x="4" y="116"/>
                    </a:lnTo>
                    <a:lnTo>
                      <a:pt x="102" y="112"/>
                    </a:lnTo>
                    <a:lnTo>
                      <a:pt x="99" y="56"/>
                    </a:lnTo>
                    <a:lnTo>
                      <a:pt x="97" y="0"/>
                    </a:lnTo>
                    <a:lnTo>
                      <a:pt x="0" y="4"/>
                    </a:lnTo>
                    <a:close/>
                  </a:path>
                </a:pathLst>
              </a:cu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982" name="Freeform 683">
                <a:extLst>
                  <a:ext uri="{FF2B5EF4-FFF2-40B4-BE49-F238E27FC236}">
                    <a16:creationId xmlns:a16="http://schemas.microsoft.com/office/drawing/2014/main" id="{64C3361A-B205-73AB-BBB6-3E690E20906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431" y="3508"/>
                <a:ext cx="1" cy="8"/>
              </a:xfrm>
              <a:custGeom>
                <a:avLst/>
                <a:gdLst>
                  <a:gd name="T0" fmla="*/ 0 w 9"/>
                  <a:gd name="T1" fmla="*/ 0 h 56"/>
                  <a:gd name="T2" fmla="*/ 0 w 9"/>
                  <a:gd name="T3" fmla="*/ 0 h 56"/>
                  <a:gd name="T4" fmla="*/ 0 w 9"/>
                  <a:gd name="T5" fmla="*/ 0 h 56"/>
                  <a:gd name="T6" fmla="*/ 0 w 9"/>
                  <a:gd name="T7" fmla="*/ 0 h 56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9"/>
                  <a:gd name="T13" fmla="*/ 0 h 56"/>
                  <a:gd name="T14" fmla="*/ 9 w 9"/>
                  <a:gd name="T15" fmla="*/ 56 h 5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9" h="56">
                    <a:moveTo>
                      <a:pt x="0" y="0"/>
                    </a:moveTo>
                    <a:lnTo>
                      <a:pt x="3" y="56"/>
                    </a:lnTo>
                    <a:lnTo>
                      <a:pt x="9" y="56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983" name="Line 684">
                <a:extLst>
                  <a:ext uri="{FF2B5EF4-FFF2-40B4-BE49-F238E27FC236}">
                    <a16:creationId xmlns:a16="http://schemas.microsoft.com/office/drawing/2014/main" id="{128F482A-45B5-91C8-5005-1D3ACE61CE6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431" y="3516"/>
                <a:ext cx="1" cy="1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984" name="Freeform 685">
                <a:extLst>
                  <a:ext uri="{FF2B5EF4-FFF2-40B4-BE49-F238E27FC236}">
                    <a16:creationId xmlns:a16="http://schemas.microsoft.com/office/drawing/2014/main" id="{2E70D707-3BD9-B478-9FB7-DE7A1957729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430" y="3498"/>
                <a:ext cx="16" cy="18"/>
              </a:xfrm>
              <a:custGeom>
                <a:avLst/>
                <a:gdLst>
                  <a:gd name="T0" fmla="*/ 0 w 115"/>
                  <a:gd name="T1" fmla="*/ 0 h 128"/>
                  <a:gd name="T2" fmla="*/ 0 w 115"/>
                  <a:gd name="T3" fmla="*/ 0 h 128"/>
                  <a:gd name="T4" fmla="*/ 0 w 115"/>
                  <a:gd name="T5" fmla="*/ 0 h 128"/>
                  <a:gd name="T6" fmla="*/ 0 w 115"/>
                  <a:gd name="T7" fmla="*/ 0 h 128"/>
                  <a:gd name="T8" fmla="*/ 0 w 115"/>
                  <a:gd name="T9" fmla="*/ 0 h 128"/>
                  <a:gd name="T10" fmla="*/ 0 w 115"/>
                  <a:gd name="T11" fmla="*/ 0 h 128"/>
                  <a:gd name="T12" fmla="*/ 0 w 115"/>
                  <a:gd name="T13" fmla="*/ 0 h 128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115"/>
                  <a:gd name="T22" fmla="*/ 0 h 128"/>
                  <a:gd name="T23" fmla="*/ 115 w 115"/>
                  <a:gd name="T24" fmla="*/ 128 h 128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115" h="128">
                    <a:moveTo>
                      <a:pt x="0" y="16"/>
                    </a:moveTo>
                    <a:lnTo>
                      <a:pt x="9" y="72"/>
                    </a:lnTo>
                    <a:lnTo>
                      <a:pt x="18" y="128"/>
                    </a:lnTo>
                    <a:lnTo>
                      <a:pt x="115" y="112"/>
                    </a:lnTo>
                    <a:lnTo>
                      <a:pt x="106" y="56"/>
                    </a:lnTo>
                    <a:lnTo>
                      <a:pt x="97" y="0"/>
                    </a:lnTo>
                    <a:lnTo>
                      <a:pt x="0" y="16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985" name="Freeform 686">
                <a:extLst>
                  <a:ext uri="{FF2B5EF4-FFF2-40B4-BE49-F238E27FC236}">
                    <a16:creationId xmlns:a16="http://schemas.microsoft.com/office/drawing/2014/main" id="{C13A1C0B-C1CF-2B65-D78A-6EB26478C1F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430" y="3498"/>
                <a:ext cx="16" cy="18"/>
              </a:xfrm>
              <a:custGeom>
                <a:avLst/>
                <a:gdLst>
                  <a:gd name="T0" fmla="*/ 0 w 115"/>
                  <a:gd name="T1" fmla="*/ 0 h 128"/>
                  <a:gd name="T2" fmla="*/ 0 w 115"/>
                  <a:gd name="T3" fmla="*/ 0 h 128"/>
                  <a:gd name="T4" fmla="*/ 0 w 115"/>
                  <a:gd name="T5" fmla="*/ 0 h 128"/>
                  <a:gd name="T6" fmla="*/ 0 w 115"/>
                  <a:gd name="T7" fmla="*/ 0 h 128"/>
                  <a:gd name="T8" fmla="*/ 0 w 115"/>
                  <a:gd name="T9" fmla="*/ 0 h 128"/>
                  <a:gd name="T10" fmla="*/ 0 w 115"/>
                  <a:gd name="T11" fmla="*/ 0 h 128"/>
                  <a:gd name="T12" fmla="*/ 0 w 115"/>
                  <a:gd name="T13" fmla="*/ 0 h 128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115"/>
                  <a:gd name="T22" fmla="*/ 0 h 128"/>
                  <a:gd name="T23" fmla="*/ 115 w 115"/>
                  <a:gd name="T24" fmla="*/ 128 h 128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115" h="128">
                    <a:moveTo>
                      <a:pt x="0" y="16"/>
                    </a:moveTo>
                    <a:lnTo>
                      <a:pt x="9" y="72"/>
                    </a:lnTo>
                    <a:lnTo>
                      <a:pt x="18" y="128"/>
                    </a:lnTo>
                    <a:lnTo>
                      <a:pt x="115" y="112"/>
                    </a:lnTo>
                    <a:lnTo>
                      <a:pt x="106" y="56"/>
                    </a:lnTo>
                    <a:lnTo>
                      <a:pt x="97" y="0"/>
                    </a:lnTo>
                    <a:lnTo>
                      <a:pt x="0" y="16"/>
                    </a:lnTo>
                    <a:close/>
                  </a:path>
                </a:pathLst>
              </a:cu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986" name="Freeform 687">
                <a:extLst>
                  <a:ext uri="{FF2B5EF4-FFF2-40B4-BE49-F238E27FC236}">
                    <a16:creationId xmlns:a16="http://schemas.microsoft.com/office/drawing/2014/main" id="{6DD43E73-60F7-C4FC-B35D-2A196620158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445" y="3506"/>
                <a:ext cx="2" cy="8"/>
              </a:xfrm>
              <a:custGeom>
                <a:avLst/>
                <a:gdLst>
                  <a:gd name="T0" fmla="*/ 0 w 15"/>
                  <a:gd name="T1" fmla="*/ 0 h 56"/>
                  <a:gd name="T2" fmla="*/ 0 w 15"/>
                  <a:gd name="T3" fmla="*/ 0 h 56"/>
                  <a:gd name="T4" fmla="*/ 0 w 15"/>
                  <a:gd name="T5" fmla="*/ 0 h 56"/>
                  <a:gd name="T6" fmla="*/ 0 w 15"/>
                  <a:gd name="T7" fmla="*/ 0 h 56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15"/>
                  <a:gd name="T13" fmla="*/ 0 h 56"/>
                  <a:gd name="T14" fmla="*/ 15 w 15"/>
                  <a:gd name="T15" fmla="*/ 56 h 5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15" h="56">
                    <a:moveTo>
                      <a:pt x="0" y="0"/>
                    </a:moveTo>
                    <a:lnTo>
                      <a:pt x="9" y="56"/>
                    </a:lnTo>
                    <a:lnTo>
                      <a:pt x="15" y="55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987" name="Line 688">
                <a:extLst>
                  <a:ext uri="{FF2B5EF4-FFF2-40B4-BE49-F238E27FC236}">
                    <a16:creationId xmlns:a16="http://schemas.microsoft.com/office/drawing/2014/main" id="{A3EE8039-DBD2-FE74-E312-B9445CF9CAD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3446" y="3514"/>
                <a:ext cx="1" cy="1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988" name="Freeform 689">
                <a:extLst>
                  <a:ext uri="{FF2B5EF4-FFF2-40B4-BE49-F238E27FC236}">
                    <a16:creationId xmlns:a16="http://schemas.microsoft.com/office/drawing/2014/main" id="{C444098F-9C92-8AB7-0768-DE8C54F6683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443" y="3494"/>
                <a:ext cx="17" cy="20"/>
              </a:xfrm>
              <a:custGeom>
                <a:avLst/>
                <a:gdLst>
                  <a:gd name="T0" fmla="*/ 0 w 125"/>
                  <a:gd name="T1" fmla="*/ 0 h 136"/>
                  <a:gd name="T2" fmla="*/ 0 w 125"/>
                  <a:gd name="T3" fmla="*/ 0 h 136"/>
                  <a:gd name="T4" fmla="*/ 0 w 125"/>
                  <a:gd name="T5" fmla="*/ 0 h 136"/>
                  <a:gd name="T6" fmla="*/ 0 w 125"/>
                  <a:gd name="T7" fmla="*/ 0 h 136"/>
                  <a:gd name="T8" fmla="*/ 0 w 125"/>
                  <a:gd name="T9" fmla="*/ 0 h 136"/>
                  <a:gd name="T10" fmla="*/ 0 w 125"/>
                  <a:gd name="T11" fmla="*/ 0 h 136"/>
                  <a:gd name="T12" fmla="*/ 0 w 125"/>
                  <a:gd name="T13" fmla="*/ 0 h 1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125"/>
                  <a:gd name="T22" fmla="*/ 0 h 136"/>
                  <a:gd name="T23" fmla="*/ 125 w 125"/>
                  <a:gd name="T24" fmla="*/ 136 h 13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125" h="136">
                    <a:moveTo>
                      <a:pt x="0" y="26"/>
                    </a:moveTo>
                    <a:lnTo>
                      <a:pt x="15" y="81"/>
                    </a:lnTo>
                    <a:lnTo>
                      <a:pt x="30" y="136"/>
                    </a:lnTo>
                    <a:lnTo>
                      <a:pt x="125" y="110"/>
                    </a:lnTo>
                    <a:lnTo>
                      <a:pt x="110" y="55"/>
                    </a:lnTo>
                    <a:lnTo>
                      <a:pt x="96" y="0"/>
                    </a:lnTo>
                    <a:lnTo>
                      <a:pt x="0" y="26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989" name="Freeform 690">
                <a:extLst>
                  <a:ext uri="{FF2B5EF4-FFF2-40B4-BE49-F238E27FC236}">
                    <a16:creationId xmlns:a16="http://schemas.microsoft.com/office/drawing/2014/main" id="{714B95AB-CB5B-E56C-E928-CF8EBC3E3D8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443" y="3494"/>
                <a:ext cx="17" cy="20"/>
              </a:xfrm>
              <a:custGeom>
                <a:avLst/>
                <a:gdLst>
                  <a:gd name="T0" fmla="*/ 0 w 125"/>
                  <a:gd name="T1" fmla="*/ 0 h 136"/>
                  <a:gd name="T2" fmla="*/ 0 w 125"/>
                  <a:gd name="T3" fmla="*/ 0 h 136"/>
                  <a:gd name="T4" fmla="*/ 0 w 125"/>
                  <a:gd name="T5" fmla="*/ 0 h 136"/>
                  <a:gd name="T6" fmla="*/ 0 w 125"/>
                  <a:gd name="T7" fmla="*/ 0 h 136"/>
                  <a:gd name="T8" fmla="*/ 0 w 125"/>
                  <a:gd name="T9" fmla="*/ 0 h 136"/>
                  <a:gd name="T10" fmla="*/ 0 w 125"/>
                  <a:gd name="T11" fmla="*/ 0 h 136"/>
                  <a:gd name="T12" fmla="*/ 0 w 125"/>
                  <a:gd name="T13" fmla="*/ 0 h 1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125"/>
                  <a:gd name="T22" fmla="*/ 0 h 136"/>
                  <a:gd name="T23" fmla="*/ 125 w 125"/>
                  <a:gd name="T24" fmla="*/ 136 h 13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125" h="136">
                    <a:moveTo>
                      <a:pt x="0" y="26"/>
                    </a:moveTo>
                    <a:lnTo>
                      <a:pt x="15" y="81"/>
                    </a:lnTo>
                    <a:lnTo>
                      <a:pt x="30" y="136"/>
                    </a:lnTo>
                    <a:lnTo>
                      <a:pt x="125" y="110"/>
                    </a:lnTo>
                    <a:lnTo>
                      <a:pt x="110" y="55"/>
                    </a:lnTo>
                    <a:lnTo>
                      <a:pt x="96" y="0"/>
                    </a:lnTo>
                    <a:lnTo>
                      <a:pt x="0" y="26"/>
                    </a:lnTo>
                    <a:close/>
                  </a:path>
                </a:pathLst>
              </a:cu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990" name="Freeform 691">
                <a:extLst>
                  <a:ext uri="{FF2B5EF4-FFF2-40B4-BE49-F238E27FC236}">
                    <a16:creationId xmlns:a16="http://schemas.microsoft.com/office/drawing/2014/main" id="{F978B78A-5B09-982C-4A6F-50F8EEA291C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458" y="3502"/>
                <a:ext cx="3" cy="8"/>
              </a:xfrm>
              <a:custGeom>
                <a:avLst/>
                <a:gdLst>
                  <a:gd name="T0" fmla="*/ 0 w 21"/>
                  <a:gd name="T1" fmla="*/ 0 h 55"/>
                  <a:gd name="T2" fmla="*/ 0 w 21"/>
                  <a:gd name="T3" fmla="*/ 0 h 55"/>
                  <a:gd name="T4" fmla="*/ 0 w 21"/>
                  <a:gd name="T5" fmla="*/ 0 h 55"/>
                  <a:gd name="T6" fmla="*/ 0 w 21"/>
                  <a:gd name="T7" fmla="*/ 0 h 55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21"/>
                  <a:gd name="T13" fmla="*/ 0 h 55"/>
                  <a:gd name="T14" fmla="*/ 21 w 21"/>
                  <a:gd name="T15" fmla="*/ 55 h 55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21" h="55">
                    <a:moveTo>
                      <a:pt x="0" y="0"/>
                    </a:moveTo>
                    <a:lnTo>
                      <a:pt x="15" y="55"/>
                    </a:lnTo>
                    <a:lnTo>
                      <a:pt x="21" y="53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991" name="Line 692">
                <a:extLst>
                  <a:ext uri="{FF2B5EF4-FFF2-40B4-BE49-F238E27FC236}">
                    <a16:creationId xmlns:a16="http://schemas.microsoft.com/office/drawing/2014/main" id="{5C072C8A-907D-A929-C247-6E47386D7E8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3460" y="3510"/>
                <a:ext cx="1" cy="1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992" name="Freeform 693">
                <a:extLst>
                  <a:ext uri="{FF2B5EF4-FFF2-40B4-BE49-F238E27FC236}">
                    <a16:creationId xmlns:a16="http://schemas.microsoft.com/office/drawing/2014/main" id="{B6CCDD2C-64C0-AAEC-4B3B-C57609BEF77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455" y="3490"/>
                <a:ext cx="19" cy="20"/>
              </a:xfrm>
              <a:custGeom>
                <a:avLst/>
                <a:gdLst>
                  <a:gd name="T0" fmla="*/ 0 w 131"/>
                  <a:gd name="T1" fmla="*/ 0 h 140"/>
                  <a:gd name="T2" fmla="*/ 0 w 131"/>
                  <a:gd name="T3" fmla="*/ 0 h 140"/>
                  <a:gd name="T4" fmla="*/ 0 w 131"/>
                  <a:gd name="T5" fmla="*/ 0 h 140"/>
                  <a:gd name="T6" fmla="*/ 0 w 131"/>
                  <a:gd name="T7" fmla="*/ 0 h 140"/>
                  <a:gd name="T8" fmla="*/ 0 w 131"/>
                  <a:gd name="T9" fmla="*/ 0 h 140"/>
                  <a:gd name="T10" fmla="*/ 0 w 131"/>
                  <a:gd name="T11" fmla="*/ 0 h 140"/>
                  <a:gd name="T12" fmla="*/ 0 w 131"/>
                  <a:gd name="T13" fmla="*/ 0 h 140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131"/>
                  <a:gd name="T22" fmla="*/ 0 h 140"/>
                  <a:gd name="T23" fmla="*/ 131 w 131"/>
                  <a:gd name="T24" fmla="*/ 140 h 140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131" h="140">
                    <a:moveTo>
                      <a:pt x="0" y="34"/>
                    </a:moveTo>
                    <a:lnTo>
                      <a:pt x="20" y="87"/>
                    </a:lnTo>
                    <a:lnTo>
                      <a:pt x="41" y="140"/>
                    </a:lnTo>
                    <a:lnTo>
                      <a:pt x="131" y="105"/>
                    </a:lnTo>
                    <a:lnTo>
                      <a:pt x="111" y="52"/>
                    </a:lnTo>
                    <a:lnTo>
                      <a:pt x="91" y="0"/>
                    </a:lnTo>
                    <a:lnTo>
                      <a:pt x="0" y="34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993" name="Freeform 694">
                <a:extLst>
                  <a:ext uri="{FF2B5EF4-FFF2-40B4-BE49-F238E27FC236}">
                    <a16:creationId xmlns:a16="http://schemas.microsoft.com/office/drawing/2014/main" id="{A3BDCDA8-A326-5657-1D34-C67EA1DE3F3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455" y="3490"/>
                <a:ext cx="19" cy="20"/>
              </a:xfrm>
              <a:custGeom>
                <a:avLst/>
                <a:gdLst>
                  <a:gd name="T0" fmla="*/ 0 w 131"/>
                  <a:gd name="T1" fmla="*/ 0 h 140"/>
                  <a:gd name="T2" fmla="*/ 0 w 131"/>
                  <a:gd name="T3" fmla="*/ 0 h 140"/>
                  <a:gd name="T4" fmla="*/ 0 w 131"/>
                  <a:gd name="T5" fmla="*/ 0 h 140"/>
                  <a:gd name="T6" fmla="*/ 0 w 131"/>
                  <a:gd name="T7" fmla="*/ 0 h 140"/>
                  <a:gd name="T8" fmla="*/ 0 w 131"/>
                  <a:gd name="T9" fmla="*/ 0 h 140"/>
                  <a:gd name="T10" fmla="*/ 0 w 131"/>
                  <a:gd name="T11" fmla="*/ 0 h 140"/>
                  <a:gd name="T12" fmla="*/ 0 w 131"/>
                  <a:gd name="T13" fmla="*/ 0 h 140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131"/>
                  <a:gd name="T22" fmla="*/ 0 h 140"/>
                  <a:gd name="T23" fmla="*/ 131 w 131"/>
                  <a:gd name="T24" fmla="*/ 140 h 140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131" h="140">
                    <a:moveTo>
                      <a:pt x="0" y="34"/>
                    </a:moveTo>
                    <a:lnTo>
                      <a:pt x="20" y="87"/>
                    </a:lnTo>
                    <a:lnTo>
                      <a:pt x="41" y="140"/>
                    </a:lnTo>
                    <a:lnTo>
                      <a:pt x="131" y="105"/>
                    </a:lnTo>
                    <a:lnTo>
                      <a:pt x="111" y="52"/>
                    </a:lnTo>
                    <a:lnTo>
                      <a:pt x="91" y="0"/>
                    </a:lnTo>
                    <a:lnTo>
                      <a:pt x="0" y="34"/>
                    </a:lnTo>
                    <a:close/>
                  </a:path>
                </a:pathLst>
              </a:cu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994" name="Freeform 695">
                <a:extLst>
                  <a:ext uri="{FF2B5EF4-FFF2-40B4-BE49-F238E27FC236}">
                    <a16:creationId xmlns:a16="http://schemas.microsoft.com/office/drawing/2014/main" id="{238F8E1D-0F74-7CEC-9EBD-4F100EEC138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471" y="3497"/>
                <a:ext cx="4" cy="8"/>
              </a:xfrm>
              <a:custGeom>
                <a:avLst/>
                <a:gdLst>
                  <a:gd name="T0" fmla="*/ 0 w 26"/>
                  <a:gd name="T1" fmla="*/ 0 h 53"/>
                  <a:gd name="T2" fmla="*/ 0 w 26"/>
                  <a:gd name="T3" fmla="*/ 0 h 53"/>
                  <a:gd name="T4" fmla="*/ 0 w 26"/>
                  <a:gd name="T5" fmla="*/ 0 h 53"/>
                  <a:gd name="T6" fmla="*/ 0 w 26"/>
                  <a:gd name="T7" fmla="*/ 0 h 53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26"/>
                  <a:gd name="T13" fmla="*/ 0 h 53"/>
                  <a:gd name="T14" fmla="*/ 26 w 26"/>
                  <a:gd name="T15" fmla="*/ 53 h 53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26" h="53">
                    <a:moveTo>
                      <a:pt x="0" y="0"/>
                    </a:moveTo>
                    <a:lnTo>
                      <a:pt x="20" y="53"/>
                    </a:lnTo>
                    <a:lnTo>
                      <a:pt x="26" y="51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995" name="Line 696">
                <a:extLst>
                  <a:ext uri="{FF2B5EF4-FFF2-40B4-BE49-F238E27FC236}">
                    <a16:creationId xmlns:a16="http://schemas.microsoft.com/office/drawing/2014/main" id="{93E35881-B700-541B-3D76-A99FFB62799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3474" y="3504"/>
                <a:ext cx="1" cy="1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996" name="Freeform 697">
                <a:extLst>
                  <a:ext uri="{FF2B5EF4-FFF2-40B4-BE49-F238E27FC236}">
                    <a16:creationId xmlns:a16="http://schemas.microsoft.com/office/drawing/2014/main" id="{F88B6695-F3CD-574C-9C69-A1676E61309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468" y="3483"/>
                <a:ext cx="20" cy="21"/>
              </a:xfrm>
              <a:custGeom>
                <a:avLst/>
                <a:gdLst>
                  <a:gd name="T0" fmla="*/ 0 w 140"/>
                  <a:gd name="T1" fmla="*/ 0 h 146"/>
                  <a:gd name="T2" fmla="*/ 0 w 140"/>
                  <a:gd name="T3" fmla="*/ 0 h 146"/>
                  <a:gd name="T4" fmla="*/ 0 w 140"/>
                  <a:gd name="T5" fmla="*/ 0 h 146"/>
                  <a:gd name="T6" fmla="*/ 0 w 140"/>
                  <a:gd name="T7" fmla="*/ 0 h 146"/>
                  <a:gd name="T8" fmla="*/ 0 w 140"/>
                  <a:gd name="T9" fmla="*/ 0 h 146"/>
                  <a:gd name="T10" fmla="*/ 0 w 140"/>
                  <a:gd name="T11" fmla="*/ 0 h 146"/>
                  <a:gd name="T12" fmla="*/ 0 w 140"/>
                  <a:gd name="T13" fmla="*/ 0 h 14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140"/>
                  <a:gd name="T22" fmla="*/ 0 h 146"/>
                  <a:gd name="T23" fmla="*/ 140 w 140"/>
                  <a:gd name="T24" fmla="*/ 146 h 14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140" h="146">
                    <a:moveTo>
                      <a:pt x="0" y="45"/>
                    </a:moveTo>
                    <a:lnTo>
                      <a:pt x="26" y="95"/>
                    </a:lnTo>
                    <a:lnTo>
                      <a:pt x="52" y="146"/>
                    </a:lnTo>
                    <a:lnTo>
                      <a:pt x="140" y="101"/>
                    </a:lnTo>
                    <a:lnTo>
                      <a:pt x="114" y="50"/>
                    </a:lnTo>
                    <a:lnTo>
                      <a:pt x="88" y="0"/>
                    </a:lnTo>
                    <a:lnTo>
                      <a:pt x="0" y="45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997" name="Freeform 698">
                <a:extLst>
                  <a:ext uri="{FF2B5EF4-FFF2-40B4-BE49-F238E27FC236}">
                    <a16:creationId xmlns:a16="http://schemas.microsoft.com/office/drawing/2014/main" id="{59204093-E122-4B04-F513-BFF51E2FE2D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468" y="3483"/>
                <a:ext cx="20" cy="21"/>
              </a:xfrm>
              <a:custGeom>
                <a:avLst/>
                <a:gdLst>
                  <a:gd name="T0" fmla="*/ 0 w 140"/>
                  <a:gd name="T1" fmla="*/ 0 h 146"/>
                  <a:gd name="T2" fmla="*/ 0 w 140"/>
                  <a:gd name="T3" fmla="*/ 0 h 146"/>
                  <a:gd name="T4" fmla="*/ 0 w 140"/>
                  <a:gd name="T5" fmla="*/ 0 h 146"/>
                  <a:gd name="T6" fmla="*/ 0 w 140"/>
                  <a:gd name="T7" fmla="*/ 0 h 146"/>
                  <a:gd name="T8" fmla="*/ 0 w 140"/>
                  <a:gd name="T9" fmla="*/ 0 h 146"/>
                  <a:gd name="T10" fmla="*/ 0 w 140"/>
                  <a:gd name="T11" fmla="*/ 0 h 146"/>
                  <a:gd name="T12" fmla="*/ 0 w 140"/>
                  <a:gd name="T13" fmla="*/ 0 h 14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140"/>
                  <a:gd name="T22" fmla="*/ 0 h 146"/>
                  <a:gd name="T23" fmla="*/ 140 w 140"/>
                  <a:gd name="T24" fmla="*/ 146 h 14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140" h="146">
                    <a:moveTo>
                      <a:pt x="0" y="45"/>
                    </a:moveTo>
                    <a:lnTo>
                      <a:pt x="26" y="95"/>
                    </a:lnTo>
                    <a:lnTo>
                      <a:pt x="52" y="146"/>
                    </a:lnTo>
                    <a:lnTo>
                      <a:pt x="140" y="101"/>
                    </a:lnTo>
                    <a:lnTo>
                      <a:pt x="114" y="50"/>
                    </a:lnTo>
                    <a:lnTo>
                      <a:pt x="88" y="0"/>
                    </a:lnTo>
                    <a:lnTo>
                      <a:pt x="0" y="45"/>
                    </a:lnTo>
                    <a:close/>
                  </a:path>
                </a:pathLst>
              </a:cu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998" name="Freeform 699">
                <a:extLst>
                  <a:ext uri="{FF2B5EF4-FFF2-40B4-BE49-F238E27FC236}">
                    <a16:creationId xmlns:a16="http://schemas.microsoft.com/office/drawing/2014/main" id="{EB21E983-4894-EF8B-3585-719592076A5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484" y="3491"/>
                <a:ext cx="4" cy="7"/>
              </a:xfrm>
              <a:custGeom>
                <a:avLst/>
                <a:gdLst>
                  <a:gd name="T0" fmla="*/ 0 w 30"/>
                  <a:gd name="T1" fmla="*/ 0 h 51"/>
                  <a:gd name="T2" fmla="*/ 0 w 30"/>
                  <a:gd name="T3" fmla="*/ 0 h 51"/>
                  <a:gd name="T4" fmla="*/ 0 w 30"/>
                  <a:gd name="T5" fmla="*/ 0 h 51"/>
                  <a:gd name="T6" fmla="*/ 0 w 30"/>
                  <a:gd name="T7" fmla="*/ 0 h 51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30"/>
                  <a:gd name="T13" fmla="*/ 0 h 51"/>
                  <a:gd name="T14" fmla="*/ 30 w 30"/>
                  <a:gd name="T15" fmla="*/ 51 h 51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30" h="51">
                    <a:moveTo>
                      <a:pt x="0" y="0"/>
                    </a:moveTo>
                    <a:lnTo>
                      <a:pt x="26" y="51"/>
                    </a:lnTo>
                    <a:lnTo>
                      <a:pt x="30" y="48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999" name="Line 700">
                <a:extLst>
                  <a:ext uri="{FF2B5EF4-FFF2-40B4-BE49-F238E27FC236}">
                    <a16:creationId xmlns:a16="http://schemas.microsoft.com/office/drawing/2014/main" id="{E94C33CD-C2F7-4ED8-A2C8-9CBB802FEB4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3488" y="3497"/>
                <a:ext cx="1" cy="1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1000" name="Freeform 701">
                <a:extLst>
                  <a:ext uri="{FF2B5EF4-FFF2-40B4-BE49-F238E27FC236}">
                    <a16:creationId xmlns:a16="http://schemas.microsoft.com/office/drawing/2014/main" id="{FD9D6B61-CFA6-FC3E-B2BF-8DAF1559A2F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479" y="3476"/>
                <a:ext cx="21" cy="21"/>
              </a:xfrm>
              <a:custGeom>
                <a:avLst/>
                <a:gdLst>
                  <a:gd name="T0" fmla="*/ 0 w 143"/>
                  <a:gd name="T1" fmla="*/ 0 h 147"/>
                  <a:gd name="T2" fmla="*/ 0 w 143"/>
                  <a:gd name="T3" fmla="*/ 0 h 147"/>
                  <a:gd name="T4" fmla="*/ 0 w 143"/>
                  <a:gd name="T5" fmla="*/ 0 h 147"/>
                  <a:gd name="T6" fmla="*/ 0 w 143"/>
                  <a:gd name="T7" fmla="*/ 0 h 147"/>
                  <a:gd name="T8" fmla="*/ 0 w 143"/>
                  <a:gd name="T9" fmla="*/ 0 h 147"/>
                  <a:gd name="T10" fmla="*/ 0 w 143"/>
                  <a:gd name="T11" fmla="*/ 0 h 147"/>
                  <a:gd name="T12" fmla="*/ 0 w 143"/>
                  <a:gd name="T13" fmla="*/ 0 h 147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143"/>
                  <a:gd name="T22" fmla="*/ 0 h 147"/>
                  <a:gd name="T23" fmla="*/ 143 w 143"/>
                  <a:gd name="T24" fmla="*/ 147 h 147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143" h="147">
                    <a:moveTo>
                      <a:pt x="0" y="52"/>
                    </a:moveTo>
                    <a:lnTo>
                      <a:pt x="31" y="99"/>
                    </a:lnTo>
                    <a:lnTo>
                      <a:pt x="61" y="147"/>
                    </a:lnTo>
                    <a:lnTo>
                      <a:pt x="143" y="94"/>
                    </a:lnTo>
                    <a:lnTo>
                      <a:pt x="113" y="47"/>
                    </a:lnTo>
                    <a:lnTo>
                      <a:pt x="82" y="0"/>
                    </a:lnTo>
                    <a:lnTo>
                      <a:pt x="0" y="52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1001" name="Freeform 702">
                <a:extLst>
                  <a:ext uri="{FF2B5EF4-FFF2-40B4-BE49-F238E27FC236}">
                    <a16:creationId xmlns:a16="http://schemas.microsoft.com/office/drawing/2014/main" id="{D1032C18-BFD3-8162-37F3-E99753ED58A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479" y="3476"/>
                <a:ext cx="21" cy="21"/>
              </a:xfrm>
              <a:custGeom>
                <a:avLst/>
                <a:gdLst>
                  <a:gd name="T0" fmla="*/ 0 w 143"/>
                  <a:gd name="T1" fmla="*/ 0 h 147"/>
                  <a:gd name="T2" fmla="*/ 0 w 143"/>
                  <a:gd name="T3" fmla="*/ 0 h 147"/>
                  <a:gd name="T4" fmla="*/ 0 w 143"/>
                  <a:gd name="T5" fmla="*/ 0 h 147"/>
                  <a:gd name="T6" fmla="*/ 0 w 143"/>
                  <a:gd name="T7" fmla="*/ 0 h 147"/>
                  <a:gd name="T8" fmla="*/ 0 w 143"/>
                  <a:gd name="T9" fmla="*/ 0 h 147"/>
                  <a:gd name="T10" fmla="*/ 0 w 143"/>
                  <a:gd name="T11" fmla="*/ 0 h 147"/>
                  <a:gd name="T12" fmla="*/ 0 w 143"/>
                  <a:gd name="T13" fmla="*/ 0 h 147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143"/>
                  <a:gd name="T22" fmla="*/ 0 h 147"/>
                  <a:gd name="T23" fmla="*/ 143 w 143"/>
                  <a:gd name="T24" fmla="*/ 147 h 147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143" h="147">
                    <a:moveTo>
                      <a:pt x="0" y="52"/>
                    </a:moveTo>
                    <a:lnTo>
                      <a:pt x="31" y="99"/>
                    </a:lnTo>
                    <a:lnTo>
                      <a:pt x="61" y="147"/>
                    </a:lnTo>
                    <a:lnTo>
                      <a:pt x="143" y="94"/>
                    </a:lnTo>
                    <a:lnTo>
                      <a:pt x="113" y="47"/>
                    </a:lnTo>
                    <a:lnTo>
                      <a:pt x="82" y="0"/>
                    </a:lnTo>
                    <a:lnTo>
                      <a:pt x="0" y="52"/>
                    </a:lnTo>
                    <a:close/>
                  </a:path>
                </a:pathLst>
              </a:cu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1002" name="Freeform 703">
                <a:extLst>
                  <a:ext uri="{FF2B5EF4-FFF2-40B4-BE49-F238E27FC236}">
                    <a16:creationId xmlns:a16="http://schemas.microsoft.com/office/drawing/2014/main" id="{B0CFD21E-2E18-7B62-6E51-11E044133B8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496" y="3483"/>
                <a:ext cx="5" cy="7"/>
              </a:xfrm>
              <a:custGeom>
                <a:avLst/>
                <a:gdLst>
                  <a:gd name="T0" fmla="*/ 0 w 36"/>
                  <a:gd name="T1" fmla="*/ 0 h 47"/>
                  <a:gd name="T2" fmla="*/ 0 w 36"/>
                  <a:gd name="T3" fmla="*/ 0 h 47"/>
                  <a:gd name="T4" fmla="*/ 0 w 36"/>
                  <a:gd name="T5" fmla="*/ 0 h 47"/>
                  <a:gd name="T6" fmla="*/ 0 w 36"/>
                  <a:gd name="T7" fmla="*/ 0 h 47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36"/>
                  <a:gd name="T13" fmla="*/ 0 h 47"/>
                  <a:gd name="T14" fmla="*/ 36 w 36"/>
                  <a:gd name="T15" fmla="*/ 47 h 47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36" h="47">
                    <a:moveTo>
                      <a:pt x="0" y="0"/>
                    </a:moveTo>
                    <a:lnTo>
                      <a:pt x="30" y="47"/>
                    </a:lnTo>
                    <a:lnTo>
                      <a:pt x="36" y="43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1003" name="Line 704">
                <a:extLst>
                  <a:ext uri="{FF2B5EF4-FFF2-40B4-BE49-F238E27FC236}">
                    <a16:creationId xmlns:a16="http://schemas.microsoft.com/office/drawing/2014/main" id="{138D8137-A3A5-FD7C-8929-9CB0FB2A4EF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3500" y="3489"/>
                <a:ext cx="1" cy="1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1004" name="Freeform 705">
                <a:extLst>
                  <a:ext uri="{FF2B5EF4-FFF2-40B4-BE49-F238E27FC236}">
                    <a16:creationId xmlns:a16="http://schemas.microsoft.com/office/drawing/2014/main" id="{696D7500-37F6-581A-BDD4-8446A24F6E2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490" y="3468"/>
                <a:ext cx="22" cy="21"/>
              </a:xfrm>
              <a:custGeom>
                <a:avLst/>
                <a:gdLst>
                  <a:gd name="T0" fmla="*/ 0 w 148"/>
                  <a:gd name="T1" fmla="*/ 0 h 149"/>
                  <a:gd name="T2" fmla="*/ 0 w 148"/>
                  <a:gd name="T3" fmla="*/ 0 h 149"/>
                  <a:gd name="T4" fmla="*/ 0 w 148"/>
                  <a:gd name="T5" fmla="*/ 0 h 149"/>
                  <a:gd name="T6" fmla="*/ 0 w 148"/>
                  <a:gd name="T7" fmla="*/ 0 h 149"/>
                  <a:gd name="T8" fmla="*/ 0 w 148"/>
                  <a:gd name="T9" fmla="*/ 0 h 149"/>
                  <a:gd name="T10" fmla="*/ 0 w 148"/>
                  <a:gd name="T11" fmla="*/ 0 h 149"/>
                  <a:gd name="T12" fmla="*/ 0 w 148"/>
                  <a:gd name="T13" fmla="*/ 0 h 149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148"/>
                  <a:gd name="T22" fmla="*/ 0 h 149"/>
                  <a:gd name="T23" fmla="*/ 148 w 148"/>
                  <a:gd name="T24" fmla="*/ 149 h 149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148" h="149">
                    <a:moveTo>
                      <a:pt x="0" y="62"/>
                    </a:moveTo>
                    <a:lnTo>
                      <a:pt x="36" y="106"/>
                    </a:lnTo>
                    <a:lnTo>
                      <a:pt x="72" y="149"/>
                    </a:lnTo>
                    <a:lnTo>
                      <a:pt x="148" y="88"/>
                    </a:lnTo>
                    <a:lnTo>
                      <a:pt x="112" y="44"/>
                    </a:lnTo>
                    <a:lnTo>
                      <a:pt x="76" y="0"/>
                    </a:lnTo>
                    <a:lnTo>
                      <a:pt x="0" y="62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1005" name="Freeform 706">
                <a:extLst>
                  <a:ext uri="{FF2B5EF4-FFF2-40B4-BE49-F238E27FC236}">
                    <a16:creationId xmlns:a16="http://schemas.microsoft.com/office/drawing/2014/main" id="{358F6709-8A72-0AD1-83E0-C1ECBAA6307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490" y="3468"/>
                <a:ext cx="22" cy="21"/>
              </a:xfrm>
              <a:custGeom>
                <a:avLst/>
                <a:gdLst>
                  <a:gd name="T0" fmla="*/ 0 w 148"/>
                  <a:gd name="T1" fmla="*/ 0 h 149"/>
                  <a:gd name="T2" fmla="*/ 0 w 148"/>
                  <a:gd name="T3" fmla="*/ 0 h 149"/>
                  <a:gd name="T4" fmla="*/ 0 w 148"/>
                  <a:gd name="T5" fmla="*/ 0 h 149"/>
                  <a:gd name="T6" fmla="*/ 0 w 148"/>
                  <a:gd name="T7" fmla="*/ 0 h 149"/>
                  <a:gd name="T8" fmla="*/ 0 w 148"/>
                  <a:gd name="T9" fmla="*/ 0 h 149"/>
                  <a:gd name="T10" fmla="*/ 0 w 148"/>
                  <a:gd name="T11" fmla="*/ 0 h 149"/>
                  <a:gd name="T12" fmla="*/ 0 w 148"/>
                  <a:gd name="T13" fmla="*/ 0 h 149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148"/>
                  <a:gd name="T22" fmla="*/ 0 h 149"/>
                  <a:gd name="T23" fmla="*/ 148 w 148"/>
                  <a:gd name="T24" fmla="*/ 149 h 149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148" h="149">
                    <a:moveTo>
                      <a:pt x="0" y="62"/>
                    </a:moveTo>
                    <a:lnTo>
                      <a:pt x="36" y="106"/>
                    </a:lnTo>
                    <a:lnTo>
                      <a:pt x="72" y="149"/>
                    </a:lnTo>
                    <a:lnTo>
                      <a:pt x="148" y="88"/>
                    </a:lnTo>
                    <a:lnTo>
                      <a:pt x="112" y="44"/>
                    </a:lnTo>
                    <a:lnTo>
                      <a:pt x="76" y="0"/>
                    </a:lnTo>
                    <a:lnTo>
                      <a:pt x="0" y="62"/>
                    </a:lnTo>
                    <a:close/>
                  </a:path>
                </a:pathLst>
              </a:cu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1006" name="Freeform 707">
                <a:extLst>
                  <a:ext uri="{FF2B5EF4-FFF2-40B4-BE49-F238E27FC236}">
                    <a16:creationId xmlns:a16="http://schemas.microsoft.com/office/drawing/2014/main" id="{1D02BA22-4D2E-1166-9320-5BB567E0D85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506" y="3474"/>
                <a:ext cx="6" cy="7"/>
              </a:xfrm>
              <a:custGeom>
                <a:avLst/>
                <a:gdLst>
                  <a:gd name="T0" fmla="*/ 0 w 40"/>
                  <a:gd name="T1" fmla="*/ 0 h 44"/>
                  <a:gd name="T2" fmla="*/ 0 w 40"/>
                  <a:gd name="T3" fmla="*/ 0 h 44"/>
                  <a:gd name="T4" fmla="*/ 0 w 40"/>
                  <a:gd name="T5" fmla="*/ 0 h 44"/>
                  <a:gd name="T6" fmla="*/ 0 w 40"/>
                  <a:gd name="T7" fmla="*/ 0 h 44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40"/>
                  <a:gd name="T13" fmla="*/ 0 h 44"/>
                  <a:gd name="T14" fmla="*/ 40 w 40"/>
                  <a:gd name="T15" fmla="*/ 44 h 44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40" h="44">
                    <a:moveTo>
                      <a:pt x="0" y="0"/>
                    </a:moveTo>
                    <a:lnTo>
                      <a:pt x="36" y="44"/>
                    </a:lnTo>
                    <a:lnTo>
                      <a:pt x="40" y="4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1007" name="Line 708">
                <a:extLst>
                  <a:ext uri="{FF2B5EF4-FFF2-40B4-BE49-F238E27FC236}">
                    <a16:creationId xmlns:a16="http://schemas.microsoft.com/office/drawing/2014/main" id="{B11A4981-71BF-5175-E317-CFBD6CB0728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3512" y="3480"/>
                <a:ext cx="1" cy="1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1008" name="Freeform 709">
                <a:extLst>
                  <a:ext uri="{FF2B5EF4-FFF2-40B4-BE49-F238E27FC236}">
                    <a16:creationId xmlns:a16="http://schemas.microsoft.com/office/drawing/2014/main" id="{0C45CE2A-8AB9-4E3C-2944-5F088BA18A3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501" y="3459"/>
                <a:ext cx="21" cy="21"/>
              </a:xfrm>
              <a:custGeom>
                <a:avLst/>
                <a:gdLst>
                  <a:gd name="T0" fmla="*/ 0 w 150"/>
                  <a:gd name="T1" fmla="*/ 0 h 150"/>
                  <a:gd name="T2" fmla="*/ 0 w 150"/>
                  <a:gd name="T3" fmla="*/ 0 h 150"/>
                  <a:gd name="T4" fmla="*/ 0 w 150"/>
                  <a:gd name="T5" fmla="*/ 0 h 150"/>
                  <a:gd name="T6" fmla="*/ 0 w 150"/>
                  <a:gd name="T7" fmla="*/ 0 h 150"/>
                  <a:gd name="T8" fmla="*/ 0 w 150"/>
                  <a:gd name="T9" fmla="*/ 0 h 150"/>
                  <a:gd name="T10" fmla="*/ 0 w 150"/>
                  <a:gd name="T11" fmla="*/ 0 h 150"/>
                  <a:gd name="T12" fmla="*/ 0 w 150"/>
                  <a:gd name="T13" fmla="*/ 0 h 150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150"/>
                  <a:gd name="T22" fmla="*/ 0 h 150"/>
                  <a:gd name="T23" fmla="*/ 150 w 150"/>
                  <a:gd name="T24" fmla="*/ 150 h 150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150" h="150">
                    <a:moveTo>
                      <a:pt x="0" y="70"/>
                    </a:moveTo>
                    <a:lnTo>
                      <a:pt x="40" y="110"/>
                    </a:lnTo>
                    <a:lnTo>
                      <a:pt x="80" y="150"/>
                    </a:lnTo>
                    <a:lnTo>
                      <a:pt x="150" y="81"/>
                    </a:lnTo>
                    <a:lnTo>
                      <a:pt x="110" y="40"/>
                    </a:lnTo>
                    <a:lnTo>
                      <a:pt x="69" y="0"/>
                    </a:lnTo>
                    <a:lnTo>
                      <a:pt x="0" y="7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1009" name="Freeform 710">
                <a:extLst>
                  <a:ext uri="{FF2B5EF4-FFF2-40B4-BE49-F238E27FC236}">
                    <a16:creationId xmlns:a16="http://schemas.microsoft.com/office/drawing/2014/main" id="{19EEDD49-6C85-2E0B-B083-7E2A6CA45E4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501" y="3459"/>
                <a:ext cx="21" cy="21"/>
              </a:xfrm>
              <a:custGeom>
                <a:avLst/>
                <a:gdLst>
                  <a:gd name="T0" fmla="*/ 0 w 150"/>
                  <a:gd name="T1" fmla="*/ 0 h 150"/>
                  <a:gd name="T2" fmla="*/ 0 w 150"/>
                  <a:gd name="T3" fmla="*/ 0 h 150"/>
                  <a:gd name="T4" fmla="*/ 0 w 150"/>
                  <a:gd name="T5" fmla="*/ 0 h 150"/>
                  <a:gd name="T6" fmla="*/ 0 w 150"/>
                  <a:gd name="T7" fmla="*/ 0 h 150"/>
                  <a:gd name="T8" fmla="*/ 0 w 150"/>
                  <a:gd name="T9" fmla="*/ 0 h 150"/>
                  <a:gd name="T10" fmla="*/ 0 w 150"/>
                  <a:gd name="T11" fmla="*/ 0 h 150"/>
                  <a:gd name="T12" fmla="*/ 0 w 150"/>
                  <a:gd name="T13" fmla="*/ 0 h 150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150"/>
                  <a:gd name="T22" fmla="*/ 0 h 150"/>
                  <a:gd name="T23" fmla="*/ 150 w 150"/>
                  <a:gd name="T24" fmla="*/ 150 h 150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150" h="150">
                    <a:moveTo>
                      <a:pt x="0" y="70"/>
                    </a:moveTo>
                    <a:lnTo>
                      <a:pt x="40" y="110"/>
                    </a:lnTo>
                    <a:lnTo>
                      <a:pt x="80" y="150"/>
                    </a:lnTo>
                    <a:lnTo>
                      <a:pt x="150" y="81"/>
                    </a:lnTo>
                    <a:lnTo>
                      <a:pt x="110" y="40"/>
                    </a:lnTo>
                    <a:lnTo>
                      <a:pt x="69" y="0"/>
                    </a:lnTo>
                    <a:lnTo>
                      <a:pt x="0" y="70"/>
                    </a:lnTo>
                    <a:close/>
                  </a:path>
                </a:pathLst>
              </a:cu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1010" name="Freeform 711">
                <a:extLst>
                  <a:ext uri="{FF2B5EF4-FFF2-40B4-BE49-F238E27FC236}">
                    <a16:creationId xmlns:a16="http://schemas.microsoft.com/office/drawing/2014/main" id="{CA88F133-2F6A-A742-DBC1-D6174D20C9D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516" y="3464"/>
                <a:ext cx="7" cy="6"/>
              </a:xfrm>
              <a:custGeom>
                <a:avLst/>
                <a:gdLst>
                  <a:gd name="T0" fmla="*/ 0 w 43"/>
                  <a:gd name="T1" fmla="*/ 0 h 41"/>
                  <a:gd name="T2" fmla="*/ 0 w 43"/>
                  <a:gd name="T3" fmla="*/ 0 h 41"/>
                  <a:gd name="T4" fmla="*/ 0 w 43"/>
                  <a:gd name="T5" fmla="*/ 0 h 41"/>
                  <a:gd name="T6" fmla="*/ 0 w 43"/>
                  <a:gd name="T7" fmla="*/ 0 h 41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43"/>
                  <a:gd name="T13" fmla="*/ 0 h 41"/>
                  <a:gd name="T14" fmla="*/ 43 w 43"/>
                  <a:gd name="T15" fmla="*/ 41 h 41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43" h="41">
                    <a:moveTo>
                      <a:pt x="0" y="0"/>
                    </a:moveTo>
                    <a:lnTo>
                      <a:pt x="40" y="41"/>
                    </a:lnTo>
                    <a:lnTo>
                      <a:pt x="43" y="36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1011" name="Line 712">
                <a:extLst>
                  <a:ext uri="{FF2B5EF4-FFF2-40B4-BE49-F238E27FC236}">
                    <a16:creationId xmlns:a16="http://schemas.microsoft.com/office/drawing/2014/main" id="{0029148D-9493-30AF-623F-83E02C63BC4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3522" y="3469"/>
                <a:ext cx="1" cy="1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1012" name="Freeform 713">
                <a:extLst>
                  <a:ext uri="{FF2B5EF4-FFF2-40B4-BE49-F238E27FC236}">
                    <a16:creationId xmlns:a16="http://schemas.microsoft.com/office/drawing/2014/main" id="{72FB4F6F-3AFF-2FC0-266F-0C549BCEF1C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510" y="3448"/>
                <a:ext cx="21" cy="21"/>
              </a:xfrm>
              <a:custGeom>
                <a:avLst/>
                <a:gdLst>
                  <a:gd name="T0" fmla="*/ 0 w 149"/>
                  <a:gd name="T1" fmla="*/ 0 h 148"/>
                  <a:gd name="T2" fmla="*/ 0 w 149"/>
                  <a:gd name="T3" fmla="*/ 0 h 148"/>
                  <a:gd name="T4" fmla="*/ 0 w 149"/>
                  <a:gd name="T5" fmla="*/ 0 h 148"/>
                  <a:gd name="T6" fmla="*/ 0 w 149"/>
                  <a:gd name="T7" fmla="*/ 0 h 148"/>
                  <a:gd name="T8" fmla="*/ 0 w 149"/>
                  <a:gd name="T9" fmla="*/ 0 h 148"/>
                  <a:gd name="T10" fmla="*/ 0 w 149"/>
                  <a:gd name="T11" fmla="*/ 0 h 148"/>
                  <a:gd name="T12" fmla="*/ 0 w 149"/>
                  <a:gd name="T13" fmla="*/ 0 h 148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149"/>
                  <a:gd name="T22" fmla="*/ 0 h 148"/>
                  <a:gd name="T23" fmla="*/ 149 w 149"/>
                  <a:gd name="T24" fmla="*/ 148 h 148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149" h="148">
                    <a:moveTo>
                      <a:pt x="0" y="77"/>
                    </a:moveTo>
                    <a:lnTo>
                      <a:pt x="44" y="112"/>
                    </a:lnTo>
                    <a:lnTo>
                      <a:pt x="87" y="148"/>
                    </a:lnTo>
                    <a:lnTo>
                      <a:pt x="149" y="72"/>
                    </a:lnTo>
                    <a:lnTo>
                      <a:pt x="105" y="36"/>
                    </a:lnTo>
                    <a:lnTo>
                      <a:pt x="62" y="0"/>
                    </a:lnTo>
                    <a:lnTo>
                      <a:pt x="0" y="77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1013" name="Freeform 714">
                <a:extLst>
                  <a:ext uri="{FF2B5EF4-FFF2-40B4-BE49-F238E27FC236}">
                    <a16:creationId xmlns:a16="http://schemas.microsoft.com/office/drawing/2014/main" id="{4729A85F-AFC9-B781-D9F2-BBE36ECFDC2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510" y="3448"/>
                <a:ext cx="21" cy="21"/>
              </a:xfrm>
              <a:custGeom>
                <a:avLst/>
                <a:gdLst>
                  <a:gd name="T0" fmla="*/ 0 w 149"/>
                  <a:gd name="T1" fmla="*/ 0 h 148"/>
                  <a:gd name="T2" fmla="*/ 0 w 149"/>
                  <a:gd name="T3" fmla="*/ 0 h 148"/>
                  <a:gd name="T4" fmla="*/ 0 w 149"/>
                  <a:gd name="T5" fmla="*/ 0 h 148"/>
                  <a:gd name="T6" fmla="*/ 0 w 149"/>
                  <a:gd name="T7" fmla="*/ 0 h 148"/>
                  <a:gd name="T8" fmla="*/ 0 w 149"/>
                  <a:gd name="T9" fmla="*/ 0 h 148"/>
                  <a:gd name="T10" fmla="*/ 0 w 149"/>
                  <a:gd name="T11" fmla="*/ 0 h 148"/>
                  <a:gd name="T12" fmla="*/ 0 w 149"/>
                  <a:gd name="T13" fmla="*/ 0 h 148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149"/>
                  <a:gd name="T22" fmla="*/ 0 h 148"/>
                  <a:gd name="T23" fmla="*/ 149 w 149"/>
                  <a:gd name="T24" fmla="*/ 148 h 148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149" h="148">
                    <a:moveTo>
                      <a:pt x="0" y="77"/>
                    </a:moveTo>
                    <a:lnTo>
                      <a:pt x="44" y="112"/>
                    </a:lnTo>
                    <a:lnTo>
                      <a:pt x="87" y="148"/>
                    </a:lnTo>
                    <a:lnTo>
                      <a:pt x="149" y="72"/>
                    </a:lnTo>
                    <a:lnTo>
                      <a:pt x="105" y="36"/>
                    </a:lnTo>
                    <a:lnTo>
                      <a:pt x="62" y="0"/>
                    </a:lnTo>
                    <a:lnTo>
                      <a:pt x="0" y="77"/>
                    </a:lnTo>
                    <a:close/>
                  </a:path>
                </a:pathLst>
              </a:cu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1014" name="Freeform 715">
                <a:extLst>
                  <a:ext uri="{FF2B5EF4-FFF2-40B4-BE49-F238E27FC236}">
                    <a16:creationId xmlns:a16="http://schemas.microsoft.com/office/drawing/2014/main" id="{17362318-4714-FFCA-F5CE-6B63F98CAA1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525" y="3453"/>
                <a:ext cx="7" cy="6"/>
              </a:xfrm>
              <a:custGeom>
                <a:avLst/>
                <a:gdLst>
                  <a:gd name="T0" fmla="*/ 0 w 47"/>
                  <a:gd name="T1" fmla="*/ 0 h 36"/>
                  <a:gd name="T2" fmla="*/ 0 w 47"/>
                  <a:gd name="T3" fmla="*/ 0 h 36"/>
                  <a:gd name="T4" fmla="*/ 0 w 47"/>
                  <a:gd name="T5" fmla="*/ 0 h 36"/>
                  <a:gd name="T6" fmla="*/ 0 w 47"/>
                  <a:gd name="T7" fmla="*/ 0 h 36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47"/>
                  <a:gd name="T13" fmla="*/ 0 h 36"/>
                  <a:gd name="T14" fmla="*/ 47 w 47"/>
                  <a:gd name="T15" fmla="*/ 36 h 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47" h="36">
                    <a:moveTo>
                      <a:pt x="0" y="0"/>
                    </a:moveTo>
                    <a:lnTo>
                      <a:pt x="44" y="36"/>
                    </a:lnTo>
                    <a:lnTo>
                      <a:pt x="47" y="3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1015" name="Line 716">
                <a:extLst>
                  <a:ext uri="{FF2B5EF4-FFF2-40B4-BE49-F238E27FC236}">
                    <a16:creationId xmlns:a16="http://schemas.microsoft.com/office/drawing/2014/main" id="{CB2E4B88-B3C3-2FA1-973C-17A2A98F317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3531" y="3458"/>
                <a:ext cx="1" cy="1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1016" name="Freeform 717">
                <a:extLst>
                  <a:ext uri="{FF2B5EF4-FFF2-40B4-BE49-F238E27FC236}">
                    <a16:creationId xmlns:a16="http://schemas.microsoft.com/office/drawing/2014/main" id="{37CDC7AD-C70C-F9F6-B919-F85383A8214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518" y="3437"/>
                <a:ext cx="22" cy="21"/>
              </a:xfrm>
              <a:custGeom>
                <a:avLst/>
                <a:gdLst>
                  <a:gd name="T0" fmla="*/ 0 w 148"/>
                  <a:gd name="T1" fmla="*/ 0 h 143"/>
                  <a:gd name="T2" fmla="*/ 0 w 148"/>
                  <a:gd name="T3" fmla="*/ 0 h 143"/>
                  <a:gd name="T4" fmla="*/ 0 w 148"/>
                  <a:gd name="T5" fmla="*/ 0 h 143"/>
                  <a:gd name="T6" fmla="*/ 0 w 148"/>
                  <a:gd name="T7" fmla="*/ 0 h 143"/>
                  <a:gd name="T8" fmla="*/ 0 w 148"/>
                  <a:gd name="T9" fmla="*/ 0 h 143"/>
                  <a:gd name="T10" fmla="*/ 0 w 148"/>
                  <a:gd name="T11" fmla="*/ 0 h 143"/>
                  <a:gd name="T12" fmla="*/ 0 w 148"/>
                  <a:gd name="T13" fmla="*/ 0 h 143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148"/>
                  <a:gd name="T22" fmla="*/ 0 h 143"/>
                  <a:gd name="T23" fmla="*/ 148 w 148"/>
                  <a:gd name="T24" fmla="*/ 143 h 143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148" h="143">
                    <a:moveTo>
                      <a:pt x="0" y="83"/>
                    </a:moveTo>
                    <a:lnTo>
                      <a:pt x="47" y="113"/>
                    </a:lnTo>
                    <a:lnTo>
                      <a:pt x="94" y="143"/>
                    </a:lnTo>
                    <a:lnTo>
                      <a:pt x="148" y="60"/>
                    </a:lnTo>
                    <a:lnTo>
                      <a:pt x="101" y="30"/>
                    </a:lnTo>
                    <a:lnTo>
                      <a:pt x="54" y="0"/>
                    </a:lnTo>
                    <a:lnTo>
                      <a:pt x="0" y="83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1017" name="Freeform 718">
                <a:extLst>
                  <a:ext uri="{FF2B5EF4-FFF2-40B4-BE49-F238E27FC236}">
                    <a16:creationId xmlns:a16="http://schemas.microsoft.com/office/drawing/2014/main" id="{742E7687-7FE0-7051-7611-D371ADA4291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518" y="3437"/>
                <a:ext cx="22" cy="21"/>
              </a:xfrm>
              <a:custGeom>
                <a:avLst/>
                <a:gdLst>
                  <a:gd name="T0" fmla="*/ 0 w 148"/>
                  <a:gd name="T1" fmla="*/ 0 h 143"/>
                  <a:gd name="T2" fmla="*/ 0 w 148"/>
                  <a:gd name="T3" fmla="*/ 0 h 143"/>
                  <a:gd name="T4" fmla="*/ 0 w 148"/>
                  <a:gd name="T5" fmla="*/ 0 h 143"/>
                  <a:gd name="T6" fmla="*/ 0 w 148"/>
                  <a:gd name="T7" fmla="*/ 0 h 143"/>
                  <a:gd name="T8" fmla="*/ 0 w 148"/>
                  <a:gd name="T9" fmla="*/ 0 h 143"/>
                  <a:gd name="T10" fmla="*/ 0 w 148"/>
                  <a:gd name="T11" fmla="*/ 0 h 143"/>
                  <a:gd name="T12" fmla="*/ 0 w 148"/>
                  <a:gd name="T13" fmla="*/ 0 h 143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148"/>
                  <a:gd name="T22" fmla="*/ 0 h 143"/>
                  <a:gd name="T23" fmla="*/ 148 w 148"/>
                  <a:gd name="T24" fmla="*/ 143 h 143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148" h="143">
                    <a:moveTo>
                      <a:pt x="0" y="83"/>
                    </a:moveTo>
                    <a:lnTo>
                      <a:pt x="47" y="113"/>
                    </a:lnTo>
                    <a:lnTo>
                      <a:pt x="94" y="143"/>
                    </a:lnTo>
                    <a:lnTo>
                      <a:pt x="148" y="60"/>
                    </a:lnTo>
                    <a:lnTo>
                      <a:pt x="101" y="30"/>
                    </a:lnTo>
                    <a:lnTo>
                      <a:pt x="54" y="0"/>
                    </a:lnTo>
                    <a:lnTo>
                      <a:pt x="0" y="83"/>
                    </a:lnTo>
                    <a:close/>
                  </a:path>
                </a:pathLst>
              </a:cu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1018" name="Freeform 719">
                <a:extLst>
                  <a:ext uri="{FF2B5EF4-FFF2-40B4-BE49-F238E27FC236}">
                    <a16:creationId xmlns:a16="http://schemas.microsoft.com/office/drawing/2014/main" id="{9DAA808E-EE4B-90E0-832E-EA14024D383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533" y="3442"/>
                <a:ext cx="7" cy="4"/>
              </a:xfrm>
              <a:custGeom>
                <a:avLst/>
                <a:gdLst>
                  <a:gd name="T0" fmla="*/ 0 w 51"/>
                  <a:gd name="T1" fmla="*/ 0 h 30"/>
                  <a:gd name="T2" fmla="*/ 0 w 51"/>
                  <a:gd name="T3" fmla="*/ 0 h 30"/>
                  <a:gd name="T4" fmla="*/ 0 w 51"/>
                  <a:gd name="T5" fmla="*/ 0 h 30"/>
                  <a:gd name="T6" fmla="*/ 0 w 51"/>
                  <a:gd name="T7" fmla="*/ 0 h 30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51"/>
                  <a:gd name="T13" fmla="*/ 0 h 30"/>
                  <a:gd name="T14" fmla="*/ 51 w 51"/>
                  <a:gd name="T15" fmla="*/ 30 h 30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51" h="30">
                    <a:moveTo>
                      <a:pt x="0" y="0"/>
                    </a:moveTo>
                    <a:lnTo>
                      <a:pt x="47" y="30"/>
                    </a:lnTo>
                    <a:lnTo>
                      <a:pt x="51" y="26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1019" name="Line 720">
                <a:extLst>
                  <a:ext uri="{FF2B5EF4-FFF2-40B4-BE49-F238E27FC236}">
                    <a16:creationId xmlns:a16="http://schemas.microsoft.com/office/drawing/2014/main" id="{FC1A4C66-E108-1999-9A77-806BB753A53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3540" y="3445"/>
                <a:ext cx="1" cy="1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1020" name="Freeform 721">
                <a:extLst>
                  <a:ext uri="{FF2B5EF4-FFF2-40B4-BE49-F238E27FC236}">
                    <a16:creationId xmlns:a16="http://schemas.microsoft.com/office/drawing/2014/main" id="{BB14F17E-0432-8868-D795-330A4077B3A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526" y="3425"/>
                <a:ext cx="21" cy="20"/>
              </a:xfrm>
              <a:custGeom>
                <a:avLst/>
                <a:gdLst>
                  <a:gd name="T0" fmla="*/ 0 w 146"/>
                  <a:gd name="T1" fmla="*/ 0 h 139"/>
                  <a:gd name="T2" fmla="*/ 0 w 146"/>
                  <a:gd name="T3" fmla="*/ 0 h 139"/>
                  <a:gd name="T4" fmla="*/ 0 w 146"/>
                  <a:gd name="T5" fmla="*/ 0 h 139"/>
                  <a:gd name="T6" fmla="*/ 0 w 146"/>
                  <a:gd name="T7" fmla="*/ 0 h 139"/>
                  <a:gd name="T8" fmla="*/ 0 w 146"/>
                  <a:gd name="T9" fmla="*/ 0 h 139"/>
                  <a:gd name="T10" fmla="*/ 0 w 146"/>
                  <a:gd name="T11" fmla="*/ 0 h 139"/>
                  <a:gd name="T12" fmla="*/ 0 w 146"/>
                  <a:gd name="T13" fmla="*/ 0 h 139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146"/>
                  <a:gd name="T22" fmla="*/ 0 h 139"/>
                  <a:gd name="T23" fmla="*/ 146 w 146"/>
                  <a:gd name="T24" fmla="*/ 139 h 139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146" h="139">
                    <a:moveTo>
                      <a:pt x="0" y="87"/>
                    </a:moveTo>
                    <a:lnTo>
                      <a:pt x="50" y="113"/>
                    </a:lnTo>
                    <a:lnTo>
                      <a:pt x="101" y="139"/>
                    </a:lnTo>
                    <a:lnTo>
                      <a:pt x="146" y="51"/>
                    </a:lnTo>
                    <a:lnTo>
                      <a:pt x="95" y="26"/>
                    </a:lnTo>
                    <a:lnTo>
                      <a:pt x="45" y="0"/>
                    </a:lnTo>
                    <a:lnTo>
                      <a:pt x="0" y="87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1021" name="Freeform 722">
                <a:extLst>
                  <a:ext uri="{FF2B5EF4-FFF2-40B4-BE49-F238E27FC236}">
                    <a16:creationId xmlns:a16="http://schemas.microsoft.com/office/drawing/2014/main" id="{8D1CC514-E09D-90E7-7508-4DEC52189CB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526" y="3425"/>
                <a:ext cx="21" cy="20"/>
              </a:xfrm>
              <a:custGeom>
                <a:avLst/>
                <a:gdLst>
                  <a:gd name="T0" fmla="*/ 0 w 146"/>
                  <a:gd name="T1" fmla="*/ 0 h 139"/>
                  <a:gd name="T2" fmla="*/ 0 w 146"/>
                  <a:gd name="T3" fmla="*/ 0 h 139"/>
                  <a:gd name="T4" fmla="*/ 0 w 146"/>
                  <a:gd name="T5" fmla="*/ 0 h 139"/>
                  <a:gd name="T6" fmla="*/ 0 w 146"/>
                  <a:gd name="T7" fmla="*/ 0 h 139"/>
                  <a:gd name="T8" fmla="*/ 0 w 146"/>
                  <a:gd name="T9" fmla="*/ 0 h 139"/>
                  <a:gd name="T10" fmla="*/ 0 w 146"/>
                  <a:gd name="T11" fmla="*/ 0 h 139"/>
                  <a:gd name="T12" fmla="*/ 0 w 146"/>
                  <a:gd name="T13" fmla="*/ 0 h 139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146"/>
                  <a:gd name="T22" fmla="*/ 0 h 139"/>
                  <a:gd name="T23" fmla="*/ 146 w 146"/>
                  <a:gd name="T24" fmla="*/ 139 h 139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146" h="139">
                    <a:moveTo>
                      <a:pt x="0" y="87"/>
                    </a:moveTo>
                    <a:lnTo>
                      <a:pt x="50" y="113"/>
                    </a:lnTo>
                    <a:lnTo>
                      <a:pt x="101" y="139"/>
                    </a:lnTo>
                    <a:lnTo>
                      <a:pt x="146" y="51"/>
                    </a:lnTo>
                    <a:lnTo>
                      <a:pt x="95" y="26"/>
                    </a:lnTo>
                    <a:lnTo>
                      <a:pt x="45" y="0"/>
                    </a:lnTo>
                    <a:lnTo>
                      <a:pt x="0" y="87"/>
                    </a:lnTo>
                    <a:close/>
                  </a:path>
                </a:pathLst>
              </a:cu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1022" name="Freeform 723">
                <a:extLst>
                  <a:ext uri="{FF2B5EF4-FFF2-40B4-BE49-F238E27FC236}">
                    <a16:creationId xmlns:a16="http://schemas.microsoft.com/office/drawing/2014/main" id="{090C80C7-953D-996E-DA80-BDFF2F769E0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539" y="3429"/>
                <a:ext cx="8" cy="4"/>
              </a:xfrm>
              <a:custGeom>
                <a:avLst/>
                <a:gdLst>
                  <a:gd name="T0" fmla="*/ 0 w 53"/>
                  <a:gd name="T1" fmla="*/ 0 h 25"/>
                  <a:gd name="T2" fmla="*/ 0 w 53"/>
                  <a:gd name="T3" fmla="*/ 0 h 25"/>
                  <a:gd name="T4" fmla="*/ 0 w 53"/>
                  <a:gd name="T5" fmla="*/ 0 h 25"/>
                  <a:gd name="T6" fmla="*/ 0 w 53"/>
                  <a:gd name="T7" fmla="*/ 0 h 25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53"/>
                  <a:gd name="T13" fmla="*/ 0 h 25"/>
                  <a:gd name="T14" fmla="*/ 53 w 53"/>
                  <a:gd name="T15" fmla="*/ 25 h 25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53" h="25">
                    <a:moveTo>
                      <a:pt x="0" y="0"/>
                    </a:moveTo>
                    <a:lnTo>
                      <a:pt x="51" y="25"/>
                    </a:lnTo>
                    <a:lnTo>
                      <a:pt x="53" y="2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1023" name="Line 724">
                <a:extLst>
                  <a:ext uri="{FF2B5EF4-FFF2-40B4-BE49-F238E27FC236}">
                    <a16:creationId xmlns:a16="http://schemas.microsoft.com/office/drawing/2014/main" id="{D59D17AA-0E4C-F9AB-07FA-FA48EDE7087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3547" y="3432"/>
                <a:ext cx="1" cy="1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1024" name="Freeform 725">
                <a:extLst>
                  <a:ext uri="{FF2B5EF4-FFF2-40B4-BE49-F238E27FC236}">
                    <a16:creationId xmlns:a16="http://schemas.microsoft.com/office/drawing/2014/main" id="{94F11218-0152-FEC1-90FA-7D13B812E57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532" y="3413"/>
                <a:ext cx="20" cy="19"/>
              </a:xfrm>
              <a:custGeom>
                <a:avLst/>
                <a:gdLst>
                  <a:gd name="T0" fmla="*/ 0 w 141"/>
                  <a:gd name="T1" fmla="*/ 0 h 132"/>
                  <a:gd name="T2" fmla="*/ 0 w 141"/>
                  <a:gd name="T3" fmla="*/ 0 h 132"/>
                  <a:gd name="T4" fmla="*/ 0 w 141"/>
                  <a:gd name="T5" fmla="*/ 0 h 132"/>
                  <a:gd name="T6" fmla="*/ 0 w 141"/>
                  <a:gd name="T7" fmla="*/ 0 h 132"/>
                  <a:gd name="T8" fmla="*/ 0 w 141"/>
                  <a:gd name="T9" fmla="*/ 0 h 132"/>
                  <a:gd name="T10" fmla="*/ 0 w 141"/>
                  <a:gd name="T11" fmla="*/ 0 h 132"/>
                  <a:gd name="T12" fmla="*/ 0 w 141"/>
                  <a:gd name="T13" fmla="*/ 0 h 132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141"/>
                  <a:gd name="T22" fmla="*/ 0 h 132"/>
                  <a:gd name="T23" fmla="*/ 141 w 141"/>
                  <a:gd name="T24" fmla="*/ 132 h 132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141" h="132">
                    <a:moveTo>
                      <a:pt x="0" y="91"/>
                    </a:moveTo>
                    <a:lnTo>
                      <a:pt x="53" y="112"/>
                    </a:lnTo>
                    <a:lnTo>
                      <a:pt x="106" y="132"/>
                    </a:lnTo>
                    <a:lnTo>
                      <a:pt x="141" y="41"/>
                    </a:lnTo>
                    <a:lnTo>
                      <a:pt x="88" y="21"/>
                    </a:lnTo>
                    <a:lnTo>
                      <a:pt x="35" y="0"/>
                    </a:lnTo>
                    <a:lnTo>
                      <a:pt x="0" y="91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1025" name="Freeform 726">
                <a:extLst>
                  <a:ext uri="{FF2B5EF4-FFF2-40B4-BE49-F238E27FC236}">
                    <a16:creationId xmlns:a16="http://schemas.microsoft.com/office/drawing/2014/main" id="{A56156E4-936E-3085-7F7E-D2BF0A0D6CD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532" y="3413"/>
                <a:ext cx="20" cy="19"/>
              </a:xfrm>
              <a:custGeom>
                <a:avLst/>
                <a:gdLst>
                  <a:gd name="T0" fmla="*/ 0 w 141"/>
                  <a:gd name="T1" fmla="*/ 0 h 132"/>
                  <a:gd name="T2" fmla="*/ 0 w 141"/>
                  <a:gd name="T3" fmla="*/ 0 h 132"/>
                  <a:gd name="T4" fmla="*/ 0 w 141"/>
                  <a:gd name="T5" fmla="*/ 0 h 132"/>
                  <a:gd name="T6" fmla="*/ 0 w 141"/>
                  <a:gd name="T7" fmla="*/ 0 h 132"/>
                  <a:gd name="T8" fmla="*/ 0 w 141"/>
                  <a:gd name="T9" fmla="*/ 0 h 132"/>
                  <a:gd name="T10" fmla="*/ 0 w 141"/>
                  <a:gd name="T11" fmla="*/ 0 h 132"/>
                  <a:gd name="T12" fmla="*/ 0 w 141"/>
                  <a:gd name="T13" fmla="*/ 0 h 132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141"/>
                  <a:gd name="T22" fmla="*/ 0 h 132"/>
                  <a:gd name="T23" fmla="*/ 141 w 141"/>
                  <a:gd name="T24" fmla="*/ 132 h 132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141" h="132">
                    <a:moveTo>
                      <a:pt x="0" y="91"/>
                    </a:moveTo>
                    <a:lnTo>
                      <a:pt x="53" y="112"/>
                    </a:lnTo>
                    <a:lnTo>
                      <a:pt x="106" y="132"/>
                    </a:lnTo>
                    <a:lnTo>
                      <a:pt x="141" y="41"/>
                    </a:lnTo>
                    <a:lnTo>
                      <a:pt x="88" y="21"/>
                    </a:lnTo>
                    <a:lnTo>
                      <a:pt x="35" y="0"/>
                    </a:lnTo>
                    <a:lnTo>
                      <a:pt x="0" y="91"/>
                    </a:lnTo>
                    <a:close/>
                  </a:path>
                </a:pathLst>
              </a:cu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1026" name="Freeform 727">
                <a:extLst>
                  <a:ext uri="{FF2B5EF4-FFF2-40B4-BE49-F238E27FC236}">
                    <a16:creationId xmlns:a16="http://schemas.microsoft.com/office/drawing/2014/main" id="{21F3B2ED-942D-E4E2-92D3-95E5B8D151C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544" y="3416"/>
                <a:ext cx="8" cy="3"/>
              </a:xfrm>
              <a:custGeom>
                <a:avLst/>
                <a:gdLst>
                  <a:gd name="T0" fmla="*/ 0 w 55"/>
                  <a:gd name="T1" fmla="*/ 0 h 20"/>
                  <a:gd name="T2" fmla="*/ 0 w 55"/>
                  <a:gd name="T3" fmla="*/ 0 h 20"/>
                  <a:gd name="T4" fmla="*/ 0 w 55"/>
                  <a:gd name="T5" fmla="*/ 0 h 20"/>
                  <a:gd name="T6" fmla="*/ 0 w 55"/>
                  <a:gd name="T7" fmla="*/ 0 h 20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55"/>
                  <a:gd name="T13" fmla="*/ 0 h 20"/>
                  <a:gd name="T14" fmla="*/ 55 w 55"/>
                  <a:gd name="T15" fmla="*/ 20 h 20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55" h="20">
                    <a:moveTo>
                      <a:pt x="0" y="0"/>
                    </a:moveTo>
                    <a:lnTo>
                      <a:pt x="53" y="20"/>
                    </a:lnTo>
                    <a:lnTo>
                      <a:pt x="55" y="14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1027" name="Line 728">
                <a:extLst>
                  <a:ext uri="{FF2B5EF4-FFF2-40B4-BE49-F238E27FC236}">
                    <a16:creationId xmlns:a16="http://schemas.microsoft.com/office/drawing/2014/main" id="{1D4A1A22-5749-257B-DE2E-1DD829F2065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3552" y="3418"/>
                <a:ext cx="1" cy="1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1028" name="Freeform 729">
                <a:extLst>
                  <a:ext uri="{FF2B5EF4-FFF2-40B4-BE49-F238E27FC236}">
                    <a16:creationId xmlns:a16="http://schemas.microsoft.com/office/drawing/2014/main" id="{857CA733-A99E-E22F-0A1B-E66C919ADF9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536" y="3400"/>
                <a:ext cx="20" cy="18"/>
              </a:xfrm>
              <a:custGeom>
                <a:avLst/>
                <a:gdLst>
                  <a:gd name="T0" fmla="*/ 0 w 135"/>
                  <a:gd name="T1" fmla="*/ 0 h 124"/>
                  <a:gd name="T2" fmla="*/ 0 w 135"/>
                  <a:gd name="T3" fmla="*/ 0 h 124"/>
                  <a:gd name="T4" fmla="*/ 0 w 135"/>
                  <a:gd name="T5" fmla="*/ 0 h 124"/>
                  <a:gd name="T6" fmla="*/ 0 w 135"/>
                  <a:gd name="T7" fmla="*/ 0 h 124"/>
                  <a:gd name="T8" fmla="*/ 0 w 135"/>
                  <a:gd name="T9" fmla="*/ 0 h 124"/>
                  <a:gd name="T10" fmla="*/ 0 w 135"/>
                  <a:gd name="T11" fmla="*/ 0 h 124"/>
                  <a:gd name="T12" fmla="*/ 0 w 135"/>
                  <a:gd name="T13" fmla="*/ 0 h 124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135"/>
                  <a:gd name="T22" fmla="*/ 0 h 124"/>
                  <a:gd name="T23" fmla="*/ 135 w 135"/>
                  <a:gd name="T24" fmla="*/ 124 h 124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135" h="124">
                    <a:moveTo>
                      <a:pt x="0" y="95"/>
                    </a:moveTo>
                    <a:lnTo>
                      <a:pt x="55" y="110"/>
                    </a:lnTo>
                    <a:lnTo>
                      <a:pt x="110" y="124"/>
                    </a:lnTo>
                    <a:lnTo>
                      <a:pt x="135" y="29"/>
                    </a:lnTo>
                    <a:lnTo>
                      <a:pt x="80" y="14"/>
                    </a:lnTo>
                    <a:lnTo>
                      <a:pt x="25" y="0"/>
                    </a:lnTo>
                    <a:lnTo>
                      <a:pt x="0" y="95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1029" name="Freeform 730">
                <a:extLst>
                  <a:ext uri="{FF2B5EF4-FFF2-40B4-BE49-F238E27FC236}">
                    <a16:creationId xmlns:a16="http://schemas.microsoft.com/office/drawing/2014/main" id="{D3A34D42-4410-811D-6616-1BD42EAC2E8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536" y="3400"/>
                <a:ext cx="20" cy="18"/>
              </a:xfrm>
              <a:custGeom>
                <a:avLst/>
                <a:gdLst>
                  <a:gd name="T0" fmla="*/ 0 w 135"/>
                  <a:gd name="T1" fmla="*/ 0 h 124"/>
                  <a:gd name="T2" fmla="*/ 0 w 135"/>
                  <a:gd name="T3" fmla="*/ 0 h 124"/>
                  <a:gd name="T4" fmla="*/ 0 w 135"/>
                  <a:gd name="T5" fmla="*/ 0 h 124"/>
                  <a:gd name="T6" fmla="*/ 0 w 135"/>
                  <a:gd name="T7" fmla="*/ 0 h 124"/>
                  <a:gd name="T8" fmla="*/ 0 w 135"/>
                  <a:gd name="T9" fmla="*/ 0 h 124"/>
                  <a:gd name="T10" fmla="*/ 0 w 135"/>
                  <a:gd name="T11" fmla="*/ 0 h 124"/>
                  <a:gd name="T12" fmla="*/ 0 w 135"/>
                  <a:gd name="T13" fmla="*/ 0 h 124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135"/>
                  <a:gd name="T22" fmla="*/ 0 h 124"/>
                  <a:gd name="T23" fmla="*/ 135 w 135"/>
                  <a:gd name="T24" fmla="*/ 124 h 124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135" h="124">
                    <a:moveTo>
                      <a:pt x="0" y="95"/>
                    </a:moveTo>
                    <a:lnTo>
                      <a:pt x="55" y="110"/>
                    </a:lnTo>
                    <a:lnTo>
                      <a:pt x="110" y="124"/>
                    </a:lnTo>
                    <a:lnTo>
                      <a:pt x="135" y="29"/>
                    </a:lnTo>
                    <a:lnTo>
                      <a:pt x="80" y="14"/>
                    </a:lnTo>
                    <a:lnTo>
                      <a:pt x="25" y="0"/>
                    </a:lnTo>
                    <a:lnTo>
                      <a:pt x="0" y="95"/>
                    </a:lnTo>
                    <a:close/>
                  </a:path>
                </a:pathLst>
              </a:cu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1030" name="Freeform 731">
                <a:extLst>
                  <a:ext uri="{FF2B5EF4-FFF2-40B4-BE49-F238E27FC236}">
                    <a16:creationId xmlns:a16="http://schemas.microsoft.com/office/drawing/2014/main" id="{3AC71CBE-128B-5B20-6C9E-D14C7399776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548" y="3402"/>
                <a:ext cx="8" cy="3"/>
              </a:xfrm>
              <a:custGeom>
                <a:avLst/>
                <a:gdLst>
                  <a:gd name="T0" fmla="*/ 0 w 56"/>
                  <a:gd name="T1" fmla="*/ 0 h 15"/>
                  <a:gd name="T2" fmla="*/ 0 w 56"/>
                  <a:gd name="T3" fmla="*/ 0 h 15"/>
                  <a:gd name="T4" fmla="*/ 0 w 56"/>
                  <a:gd name="T5" fmla="*/ 0 h 15"/>
                  <a:gd name="T6" fmla="*/ 0 w 56"/>
                  <a:gd name="T7" fmla="*/ 0 h 15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56"/>
                  <a:gd name="T13" fmla="*/ 0 h 15"/>
                  <a:gd name="T14" fmla="*/ 56 w 56"/>
                  <a:gd name="T15" fmla="*/ 15 h 15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56" h="15">
                    <a:moveTo>
                      <a:pt x="0" y="0"/>
                    </a:moveTo>
                    <a:lnTo>
                      <a:pt x="55" y="15"/>
                    </a:lnTo>
                    <a:lnTo>
                      <a:pt x="56" y="9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1031" name="Line 732">
                <a:extLst>
                  <a:ext uri="{FF2B5EF4-FFF2-40B4-BE49-F238E27FC236}">
                    <a16:creationId xmlns:a16="http://schemas.microsoft.com/office/drawing/2014/main" id="{4E29263C-952B-1D02-2D13-8245827905D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3556" y="3404"/>
                <a:ext cx="1" cy="1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1032" name="Freeform 733">
                <a:extLst>
                  <a:ext uri="{FF2B5EF4-FFF2-40B4-BE49-F238E27FC236}">
                    <a16:creationId xmlns:a16="http://schemas.microsoft.com/office/drawing/2014/main" id="{05995C54-2587-7872-3AE9-BB1E138DF17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540" y="3387"/>
                <a:ext cx="18" cy="17"/>
              </a:xfrm>
              <a:custGeom>
                <a:avLst/>
                <a:gdLst>
                  <a:gd name="T0" fmla="*/ 0 w 128"/>
                  <a:gd name="T1" fmla="*/ 0 h 114"/>
                  <a:gd name="T2" fmla="*/ 0 w 128"/>
                  <a:gd name="T3" fmla="*/ 0 h 114"/>
                  <a:gd name="T4" fmla="*/ 0 w 128"/>
                  <a:gd name="T5" fmla="*/ 0 h 114"/>
                  <a:gd name="T6" fmla="*/ 0 w 128"/>
                  <a:gd name="T7" fmla="*/ 0 h 114"/>
                  <a:gd name="T8" fmla="*/ 0 w 128"/>
                  <a:gd name="T9" fmla="*/ 0 h 114"/>
                  <a:gd name="T10" fmla="*/ 0 w 128"/>
                  <a:gd name="T11" fmla="*/ 0 h 114"/>
                  <a:gd name="T12" fmla="*/ 0 w 128"/>
                  <a:gd name="T13" fmla="*/ 0 h 114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128"/>
                  <a:gd name="T22" fmla="*/ 0 h 114"/>
                  <a:gd name="T23" fmla="*/ 128 w 128"/>
                  <a:gd name="T24" fmla="*/ 114 h 114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128" h="114">
                    <a:moveTo>
                      <a:pt x="0" y="96"/>
                    </a:moveTo>
                    <a:lnTo>
                      <a:pt x="57" y="105"/>
                    </a:lnTo>
                    <a:lnTo>
                      <a:pt x="113" y="114"/>
                    </a:lnTo>
                    <a:lnTo>
                      <a:pt x="128" y="18"/>
                    </a:lnTo>
                    <a:lnTo>
                      <a:pt x="72" y="9"/>
                    </a:lnTo>
                    <a:lnTo>
                      <a:pt x="16" y="0"/>
                    </a:lnTo>
                    <a:lnTo>
                      <a:pt x="0" y="96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1033" name="Freeform 734">
                <a:extLst>
                  <a:ext uri="{FF2B5EF4-FFF2-40B4-BE49-F238E27FC236}">
                    <a16:creationId xmlns:a16="http://schemas.microsoft.com/office/drawing/2014/main" id="{9BBB9EEA-52E3-9E79-3261-E93E0C69776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540" y="3387"/>
                <a:ext cx="18" cy="17"/>
              </a:xfrm>
              <a:custGeom>
                <a:avLst/>
                <a:gdLst>
                  <a:gd name="T0" fmla="*/ 0 w 128"/>
                  <a:gd name="T1" fmla="*/ 0 h 114"/>
                  <a:gd name="T2" fmla="*/ 0 w 128"/>
                  <a:gd name="T3" fmla="*/ 0 h 114"/>
                  <a:gd name="T4" fmla="*/ 0 w 128"/>
                  <a:gd name="T5" fmla="*/ 0 h 114"/>
                  <a:gd name="T6" fmla="*/ 0 w 128"/>
                  <a:gd name="T7" fmla="*/ 0 h 114"/>
                  <a:gd name="T8" fmla="*/ 0 w 128"/>
                  <a:gd name="T9" fmla="*/ 0 h 114"/>
                  <a:gd name="T10" fmla="*/ 0 w 128"/>
                  <a:gd name="T11" fmla="*/ 0 h 114"/>
                  <a:gd name="T12" fmla="*/ 0 w 128"/>
                  <a:gd name="T13" fmla="*/ 0 h 114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128"/>
                  <a:gd name="T22" fmla="*/ 0 h 114"/>
                  <a:gd name="T23" fmla="*/ 128 w 128"/>
                  <a:gd name="T24" fmla="*/ 114 h 114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128" h="114">
                    <a:moveTo>
                      <a:pt x="0" y="96"/>
                    </a:moveTo>
                    <a:lnTo>
                      <a:pt x="57" y="105"/>
                    </a:lnTo>
                    <a:lnTo>
                      <a:pt x="113" y="114"/>
                    </a:lnTo>
                    <a:lnTo>
                      <a:pt x="128" y="18"/>
                    </a:lnTo>
                    <a:lnTo>
                      <a:pt x="72" y="9"/>
                    </a:lnTo>
                    <a:lnTo>
                      <a:pt x="16" y="0"/>
                    </a:lnTo>
                    <a:lnTo>
                      <a:pt x="0" y="96"/>
                    </a:lnTo>
                    <a:close/>
                  </a:path>
                </a:pathLst>
              </a:cu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1034" name="Freeform 735">
                <a:extLst>
                  <a:ext uri="{FF2B5EF4-FFF2-40B4-BE49-F238E27FC236}">
                    <a16:creationId xmlns:a16="http://schemas.microsoft.com/office/drawing/2014/main" id="{F834FB6F-619F-ED4F-62F8-5B382ED3138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550" y="3389"/>
                <a:ext cx="8" cy="1"/>
              </a:xfrm>
              <a:custGeom>
                <a:avLst/>
                <a:gdLst>
                  <a:gd name="T0" fmla="*/ 0 w 56"/>
                  <a:gd name="T1" fmla="*/ 0 h 9"/>
                  <a:gd name="T2" fmla="*/ 0 w 56"/>
                  <a:gd name="T3" fmla="*/ 0 h 9"/>
                  <a:gd name="T4" fmla="*/ 0 w 56"/>
                  <a:gd name="T5" fmla="*/ 0 h 9"/>
                  <a:gd name="T6" fmla="*/ 0 w 56"/>
                  <a:gd name="T7" fmla="*/ 0 h 9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56"/>
                  <a:gd name="T13" fmla="*/ 0 h 9"/>
                  <a:gd name="T14" fmla="*/ 56 w 56"/>
                  <a:gd name="T15" fmla="*/ 9 h 9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56" h="9">
                    <a:moveTo>
                      <a:pt x="0" y="0"/>
                    </a:moveTo>
                    <a:lnTo>
                      <a:pt x="56" y="9"/>
                    </a:lnTo>
                    <a:lnTo>
                      <a:pt x="56" y="3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1035" name="Line 736">
                <a:extLst>
                  <a:ext uri="{FF2B5EF4-FFF2-40B4-BE49-F238E27FC236}">
                    <a16:creationId xmlns:a16="http://schemas.microsoft.com/office/drawing/2014/main" id="{6C731F4C-9657-B05B-DAEA-E3879380117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3558" y="3389"/>
                <a:ext cx="1" cy="1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1036" name="Freeform 737">
                <a:extLst>
                  <a:ext uri="{FF2B5EF4-FFF2-40B4-BE49-F238E27FC236}">
                    <a16:creationId xmlns:a16="http://schemas.microsoft.com/office/drawing/2014/main" id="{FE221758-8697-8F4D-38D1-2A49D60EDFC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542" y="3374"/>
                <a:ext cx="17" cy="15"/>
              </a:xfrm>
              <a:custGeom>
                <a:avLst/>
                <a:gdLst>
                  <a:gd name="T0" fmla="*/ 0 w 118"/>
                  <a:gd name="T1" fmla="*/ 0 h 104"/>
                  <a:gd name="T2" fmla="*/ 0 w 118"/>
                  <a:gd name="T3" fmla="*/ 0 h 104"/>
                  <a:gd name="T4" fmla="*/ 0 w 118"/>
                  <a:gd name="T5" fmla="*/ 0 h 104"/>
                  <a:gd name="T6" fmla="*/ 0 w 118"/>
                  <a:gd name="T7" fmla="*/ 0 h 104"/>
                  <a:gd name="T8" fmla="*/ 0 w 118"/>
                  <a:gd name="T9" fmla="*/ 0 h 104"/>
                  <a:gd name="T10" fmla="*/ 0 w 118"/>
                  <a:gd name="T11" fmla="*/ 0 h 104"/>
                  <a:gd name="T12" fmla="*/ 0 w 118"/>
                  <a:gd name="T13" fmla="*/ 0 h 104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118"/>
                  <a:gd name="T22" fmla="*/ 0 h 104"/>
                  <a:gd name="T23" fmla="*/ 118 w 118"/>
                  <a:gd name="T24" fmla="*/ 104 h 104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118" h="104">
                    <a:moveTo>
                      <a:pt x="0" y="97"/>
                    </a:moveTo>
                    <a:lnTo>
                      <a:pt x="56" y="101"/>
                    </a:lnTo>
                    <a:lnTo>
                      <a:pt x="112" y="104"/>
                    </a:lnTo>
                    <a:lnTo>
                      <a:pt x="118" y="7"/>
                    </a:lnTo>
                    <a:lnTo>
                      <a:pt x="62" y="3"/>
                    </a:lnTo>
                    <a:lnTo>
                      <a:pt x="6" y="0"/>
                    </a:lnTo>
                    <a:lnTo>
                      <a:pt x="0" y="97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1037" name="Freeform 738">
                <a:extLst>
                  <a:ext uri="{FF2B5EF4-FFF2-40B4-BE49-F238E27FC236}">
                    <a16:creationId xmlns:a16="http://schemas.microsoft.com/office/drawing/2014/main" id="{8FC81F4F-236D-1784-763B-75F47CA5AD4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542" y="3374"/>
                <a:ext cx="17" cy="15"/>
              </a:xfrm>
              <a:custGeom>
                <a:avLst/>
                <a:gdLst>
                  <a:gd name="T0" fmla="*/ 0 w 118"/>
                  <a:gd name="T1" fmla="*/ 0 h 104"/>
                  <a:gd name="T2" fmla="*/ 0 w 118"/>
                  <a:gd name="T3" fmla="*/ 0 h 104"/>
                  <a:gd name="T4" fmla="*/ 0 w 118"/>
                  <a:gd name="T5" fmla="*/ 0 h 104"/>
                  <a:gd name="T6" fmla="*/ 0 w 118"/>
                  <a:gd name="T7" fmla="*/ 0 h 104"/>
                  <a:gd name="T8" fmla="*/ 0 w 118"/>
                  <a:gd name="T9" fmla="*/ 0 h 104"/>
                  <a:gd name="T10" fmla="*/ 0 w 118"/>
                  <a:gd name="T11" fmla="*/ 0 h 104"/>
                  <a:gd name="T12" fmla="*/ 0 w 118"/>
                  <a:gd name="T13" fmla="*/ 0 h 104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118"/>
                  <a:gd name="T22" fmla="*/ 0 h 104"/>
                  <a:gd name="T23" fmla="*/ 118 w 118"/>
                  <a:gd name="T24" fmla="*/ 104 h 104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118" h="104">
                    <a:moveTo>
                      <a:pt x="0" y="97"/>
                    </a:moveTo>
                    <a:lnTo>
                      <a:pt x="56" y="101"/>
                    </a:lnTo>
                    <a:lnTo>
                      <a:pt x="112" y="104"/>
                    </a:lnTo>
                    <a:lnTo>
                      <a:pt x="118" y="7"/>
                    </a:lnTo>
                    <a:lnTo>
                      <a:pt x="62" y="3"/>
                    </a:lnTo>
                    <a:lnTo>
                      <a:pt x="6" y="0"/>
                    </a:lnTo>
                    <a:lnTo>
                      <a:pt x="0" y="97"/>
                    </a:lnTo>
                    <a:close/>
                  </a:path>
                </a:pathLst>
              </a:cu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1038" name="Freeform 739">
                <a:extLst>
                  <a:ext uri="{FF2B5EF4-FFF2-40B4-BE49-F238E27FC236}">
                    <a16:creationId xmlns:a16="http://schemas.microsoft.com/office/drawing/2014/main" id="{C461B85A-549C-E377-AF4D-35788A17745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551" y="3374"/>
                <a:ext cx="8" cy="1"/>
              </a:xfrm>
              <a:custGeom>
                <a:avLst/>
                <a:gdLst>
                  <a:gd name="T0" fmla="*/ 0 w 56"/>
                  <a:gd name="T1" fmla="*/ 0 h 7"/>
                  <a:gd name="T2" fmla="*/ 0 w 56"/>
                  <a:gd name="T3" fmla="*/ 0 h 7"/>
                  <a:gd name="T4" fmla="*/ 0 w 56"/>
                  <a:gd name="T5" fmla="*/ 0 h 7"/>
                  <a:gd name="T6" fmla="*/ 0 w 56"/>
                  <a:gd name="T7" fmla="*/ 0 h 7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56"/>
                  <a:gd name="T13" fmla="*/ 0 h 7"/>
                  <a:gd name="T14" fmla="*/ 56 w 56"/>
                  <a:gd name="T15" fmla="*/ 7 h 7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56" h="7">
                    <a:moveTo>
                      <a:pt x="0" y="3"/>
                    </a:moveTo>
                    <a:lnTo>
                      <a:pt x="56" y="7"/>
                    </a:lnTo>
                    <a:lnTo>
                      <a:pt x="56" y="0"/>
                    </a:lnTo>
                    <a:lnTo>
                      <a:pt x="0" y="3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1039" name="Line 740">
                <a:extLst>
                  <a:ext uri="{FF2B5EF4-FFF2-40B4-BE49-F238E27FC236}">
                    <a16:creationId xmlns:a16="http://schemas.microsoft.com/office/drawing/2014/main" id="{9F65BAAC-79FB-2D0E-B4F6-FBDA5A5D3A0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3559" y="3374"/>
                <a:ext cx="1" cy="1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1040" name="Freeform 741">
                <a:extLst>
                  <a:ext uri="{FF2B5EF4-FFF2-40B4-BE49-F238E27FC236}">
                    <a16:creationId xmlns:a16="http://schemas.microsoft.com/office/drawing/2014/main" id="{6CBB451D-2C9E-7939-35C3-BF72BAFBC67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023" y="3749"/>
                <a:ext cx="16" cy="8"/>
              </a:xfrm>
              <a:custGeom>
                <a:avLst/>
                <a:gdLst>
                  <a:gd name="T0" fmla="*/ 0 w 113"/>
                  <a:gd name="T1" fmla="*/ 0 h 56"/>
                  <a:gd name="T2" fmla="*/ 0 w 113"/>
                  <a:gd name="T3" fmla="*/ 0 h 56"/>
                  <a:gd name="T4" fmla="*/ 0 w 113"/>
                  <a:gd name="T5" fmla="*/ 0 h 56"/>
                  <a:gd name="T6" fmla="*/ 0 w 113"/>
                  <a:gd name="T7" fmla="*/ 0 h 56"/>
                  <a:gd name="T8" fmla="*/ 0 w 113"/>
                  <a:gd name="T9" fmla="*/ 0 h 56"/>
                  <a:gd name="T10" fmla="*/ 0 w 113"/>
                  <a:gd name="T11" fmla="*/ 0 h 56"/>
                  <a:gd name="T12" fmla="*/ 0 w 113"/>
                  <a:gd name="T13" fmla="*/ 0 h 56"/>
                  <a:gd name="T14" fmla="*/ 0 w 113"/>
                  <a:gd name="T15" fmla="*/ 0 h 56"/>
                  <a:gd name="T16" fmla="*/ 0 w 113"/>
                  <a:gd name="T17" fmla="*/ 0 h 56"/>
                  <a:gd name="T18" fmla="*/ 0 w 113"/>
                  <a:gd name="T19" fmla="*/ 0 h 56"/>
                  <a:gd name="T20" fmla="*/ 0 w 113"/>
                  <a:gd name="T21" fmla="*/ 0 h 56"/>
                  <a:gd name="T22" fmla="*/ 0 w 113"/>
                  <a:gd name="T23" fmla="*/ 0 h 56"/>
                  <a:gd name="T24" fmla="*/ 0 w 113"/>
                  <a:gd name="T25" fmla="*/ 0 h 56"/>
                  <a:gd name="T26" fmla="*/ 0 w 113"/>
                  <a:gd name="T27" fmla="*/ 0 h 56"/>
                  <a:gd name="T28" fmla="*/ 0 w 113"/>
                  <a:gd name="T29" fmla="*/ 0 h 56"/>
                  <a:gd name="T30" fmla="*/ 0 w 113"/>
                  <a:gd name="T31" fmla="*/ 0 h 56"/>
                  <a:gd name="T32" fmla="*/ 0 w 113"/>
                  <a:gd name="T33" fmla="*/ 0 h 5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w 113"/>
                  <a:gd name="T52" fmla="*/ 0 h 56"/>
                  <a:gd name="T53" fmla="*/ 113 w 113"/>
                  <a:gd name="T54" fmla="*/ 56 h 56"/>
                </a:gdLst>
                <a:ahLst/>
                <a:cxnLst>
                  <a:cxn ang="T34">
                    <a:pos x="T0" y="T1"/>
                  </a:cxn>
                  <a:cxn ang="T35">
                    <a:pos x="T2" y="T3"/>
                  </a:cxn>
                  <a:cxn ang="T36">
                    <a:pos x="T4" y="T5"/>
                  </a:cxn>
                  <a:cxn ang="T37">
                    <a:pos x="T6" y="T7"/>
                  </a:cxn>
                  <a:cxn ang="T38">
                    <a:pos x="T8" y="T9"/>
                  </a:cxn>
                  <a:cxn ang="T39">
                    <a:pos x="T10" y="T11"/>
                  </a:cxn>
                  <a:cxn ang="T40">
                    <a:pos x="T12" y="T13"/>
                  </a:cxn>
                  <a:cxn ang="T41">
                    <a:pos x="T14" y="T15"/>
                  </a:cxn>
                  <a:cxn ang="T42">
                    <a:pos x="T16" y="T17"/>
                  </a:cxn>
                  <a:cxn ang="T43">
                    <a:pos x="T18" y="T19"/>
                  </a:cxn>
                  <a:cxn ang="T44">
                    <a:pos x="T20" y="T21"/>
                  </a:cxn>
                  <a:cxn ang="T45">
                    <a:pos x="T22" y="T23"/>
                  </a:cxn>
                  <a:cxn ang="T46">
                    <a:pos x="T24" y="T25"/>
                  </a:cxn>
                  <a:cxn ang="T47">
                    <a:pos x="T26" y="T27"/>
                  </a:cxn>
                  <a:cxn ang="T48">
                    <a:pos x="T28" y="T29"/>
                  </a:cxn>
                  <a:cxn ang="T49">
                    <a:pos x="T30" y="T31"/>
                  </a:cxn>
                  <a:cxn ang="T50">
                    <a:pos x="T32" y="T33"/>
                  </a:cxn>
                </a:cxnLst>
                <a:rect l="T51" t="T52" r="T53" b="T54"/>
                <a:pathLst>
                  <a:path w="113" h="56">
                    <a:moveTo>
                      <a:pt x="56" y="0"/>
                    </a:moveTo>
                    <a:lnTo>
                      <a:pt x="113" y="0"/>
                    </a:lnTo>
                    <a:lnTo>
                      <a:pt x="111" y="13"/>
                    </a:lnTo>
                    <a:lnTo>
                      <a:pt x="107" y="25"/>
                    </a:lnTo>
                    <a:lnTo>
                      <a:pt x="100" y="35"/>
                    </a:lnTo>
                    <a:lnTo>
                      <a:pt x="91" y="44"/>
                    </a:lnTo>
                    <a:lnTo>
                      <a:pt x="81" y="51"/>
                    </a:lnTo>
                    <a:lnTo>
                      <a:pt x="68" y="55"/>
                    </a:lnTo>
                    <a:lnTo>
                      <a:pt x="56" y="56"/>
                    </a:lnTo>
                    <a:lnTo>
                      <a:pt x="44" y="55"/>
                    </a:lnTo>
                    <a:lnTo>
                      <a:pt x="31" y="51"/>
                    </a:lnTo>
                    <a:lnTo>
                      <a:pt x="21" y="44"/>
                    </a:lnTo>
                    <a:lnTo>
                      <a:pt x="12" y="35"/>
                    </a:lnTo>
                    <a:lnTo>
                      <a:pt x="6" y="25"/>
                    </a:lnTo>
                    <a:lnTo>
                      <a:pt x="1" y="13"/>
                    </a:lnTo>
                    <a:lnTo>
                      <a:pt x="0" y="0"/>
                    </a:lnTo>
                    <a:lnTo>
                      <a:pt x="56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1041" name="Freeform 742">
                <a:extLst>
                  <a:ext uri="{FF2B5EF4-FFF2-40B4-BE49-F238E27FC236}">
                    <a16:creationId xmlns:a16="http://schemas.microsoft.com/office/drawing/2014/main" id="{91952B11-B56E-BEA7-7F8F-1EE5BA09774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023" y="3749"/>
                <a:ext cx="16" cy="8"/>
              </a:xfrm>
              <a:custGeom>
                <a:avLst/>
                <a:gdLst>
                  <a:gd name="T0" fmla="*/ 0 w 113"/>
                  <a:gd name="T1" fmla="*/ 0 h 56"/>
                  <a:gd name="T2" fmla="*/ 0 w 113"/>
                  <a:gd name="T3" fmla="*/ 0 h 56"/>
                  <a:gd name="T4" fmla="*/ 0 w 113"/>
                  <a:gd name="T5" fmla="*/ 0 h 56"/>
                  <a:gd name="T6" fmla="*/ 0 w 113"/>
                  <a:gd name="T7" fmla="*/ 0 h 56"/>
                  <a:gd name="T8" fmla="*/ 0 w 113"/>
                  <a:gd name="T9" fmla="*/ 0 h 56"/>
                  <a:gd name="T10" fmla="*/ 0 w 113"/>
                  <a:gd name="T11" fmla="*/ 0 h 56"/>
                  <a:gd name="T12" fmla="*/ 0 w 113"/>
                  <a:gd name="T13" fmla="*/ 0 h 56"/>
                  <a:gd name="T14" fmla="*/ 0 w 113"/>
                  <a:gd name="T15" fmla="*/ 0 h 56"/>
                  <a:gd name="T16" fmla="*/ 0 w 113"/>
                  <a:gd name="T17" fmla="*/ 0 h 56"/>
                  <a:gd name="T18" fmla="*/ 0 w 113"/>
                  <a:gd name="T19" fmla="*/ 0 h 56"/>
                  <a:gd name="T20" fmla="*/ 0 w 113"/>
                  <a:gd name="T21" fmla="*/ 0 h 56"/>
                  <a:gd name="T22" fmla="*/ 0 w 113"/>
                  <a:gd name="T23" fmla="*/ 0 h 56"/>
                  <a:gd name="T24" fmla="*/ 0 w 113"/>
                  <a:gd name="T25" fmla="*/ 0 h 56"/>
                  <a:gd name="T26" fmla="*/ 0 w 113"/>
                  <a:gd name="T27" fmla="*/ 0 h 56"/>
                  <a:gd name="T28" fmla="*/ 0 w 113"/>
                  <a:gd name="T29" fmla="*/ 0 h 5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w 113"/>
                  <a:gd name="T46" fmla="*/ 0 h 56"/>
                  <a:gd name="T47" fmla="*/ 113 w 113"/>
                  <a:gd name="T48" fmla="*/ 56 h 56"/>
                </a:gdLst>
                <a:ahLst/>
                <a:cxnLst>
                  <a:cxn ang="T30">
                    <a:pos x="T0" y="T1"/>
                  </a:cxn>
                  <a:cxn ang="T31">
                    <a:pos x="T2" y="T3"/>
                  </a:cxn>
                  <a:cxn ang="T32">
                    <a:pos x="T4" y="T5"/>
                  </a:cxn>
                  <a:cxn ang="T33">
                    <a:pos x="T6" y="T7"/>
                  </a:cxn>
                  <a:cxn ang="T34">
                    <a:pos x="T8" y="T9"/>
                  </a:cxn>
                  <a:cxn ang="T35">
                    <a:pos x="T10" y="T11"/>
                  </a:cxn>
                  <a:cxn ang="T36">
                    <a:pos x="T12" y="T13"/>
                  </a:cxn>
                  <a:cxn ang="T37">
                    <a:pos x="T14" y="T15"/>
                  </a:cxn>
                  <a:cxn ang="T38">
                    <a:pos x="T16" y="T17"/>
                  </a:cxn>
                  <a:cxn ang="T39">
                    <a:pos x="T18" y="T19"/>
                  </a:cxn>
                  <a:cxn ang="T40">
                    <a:pos x="T20" y="T21"/>
                  </a:cxn>
                  <a:cxn ang="T41">
                    <a:pos x="T22" y="T23"/>
                  </a:cxn>
                  <a:cxn ang="T42">
                    <a:pos x="T24" y="T25"/>
                  </a:cxn>
                  <a:cxn ang="T43">
                    <a:pos x="T26" y="T27"/>
                  </a:cxn>
                  <a:cxn ang="T44">
                    <a:pos x="T28" y="T29"/>
                  </a:cxn>
                </a:cxnLst>
                <a:rect l="T45" t="T46" r="T47" b="T48"/>
                <a:pathLst>
                  <a:path w="113" h="56">
                    <a:moveTo>
                      <a:pt x="113" y="0"/>
                    </a:moveTo>
                    <a:lnTo>
                      <a:pt x="111" y="13"/>
                    </a:lnTo>
                    <a:lnTo>
                      <a:pt x="107" y="25"/>
                    </a:lnTo>
                    <a:lnTo>
                      <a:pt x="100" y="35"/>
                    </a:lnTo>
                    <a:lnTo>
                      <a:pt x="91" y="44"/>
                    </a:lnTo>
                    <a:lnTo>
                      <a:pt x="81" y="51"/>
                    </a:lnTo>
                    <a:lnTo>
                      <a:pt x="68" y="55"/>
                    </a:lnTo>
                    <a:lnTo>
                      <a:pt x="56" y="56"/>
                    </a:lnTo>
                    <a:lnTo>
                      <a:pt x="44" y="55"/>
                    </a:lnTo>
                    <a:lnTo>
                      <a:pt x="31" y="51"/>
                    </a:lnTo>
                    <a:lnTo>
                      <a:pt x="21" y="44"/>
                    </a:lnTo>
                    <a:lnTo>
                      <a:pt x="12" y="35"/>
                    </a:lnTo>
                    <a:lnTo>
                      <a:pt x="6" y="25"/>
                    </a:lnTo>
                    <a:lnTo>
                      <a:pt x="1" y="13"/>
                    </a:lnTo>
                    <a:lnTo>
                      <a:pt x="0" y="0"/>
                    </a:lnTo>
                  </a:path>
                </a:pathLst>
              </a:cu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1042" name="Freeform 743">
                <a:extLst>
                  <a:ext uri="{FF2B5EF4-FFF2-40B4-BE49-F238E27FC236}">
                    <a16:creationId xmlns:a16="http://schemas.microsoft.com/office/drawing/2014/main" id="{8FA9EA15-E5AC-8E70-992B-967116255E6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023" y="2900"/>
                <a:ext cx="16" cy="849"/>
              </a:xfrm>
              <a:custGeom>
                <a:avLst/>
                <a:gdLst>
                  <a:gd name="T0" fmla="*/ 0 w 113"/>
                  <a:gd name="T1" fmla="*/ 0 h 5940"/>
                  <a:gd name="T2" fmla="*/ 0 w 113"/>
                  <a:gd name="T3" fmla="*/ 0 h 5940"/>
                  <a:gd name="T4" fmla="*/ 0 w 113"/>
                  <a:gd name="T5" fmla="*/ 0 h 5940"/>
                  <a:gd name="T6" fmla="*/ 0 w 113"/>
                  <a:gd name="T7" fmla="*/ 0 h 5940"/>
                  <a:gd name="T8" fmla="*/ 0 w 113"/>
                  <a:gd name="T9" fmla="*/ 0 h 5940"/>
                  <a:gd name="T10" fmla="*/ 0 w 113"/>
                  <a:gd name="T11" fmla="*/ 0 h 5940"/>
                  <a:gd name="T12" fmla="*/ 0 w 113"/>
                  <a:gd name="T13" fmla="*/ 0 h 5940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113"/>
                  <a:gd name="T22" fmla="*/ 0 h 5940"/>
                  <a:gd name="T23" fmla="*/ 113 w 113"/>
                  <a:gd name="T24" fmla="*/ 5940 h 5940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113" h="5940">
                    <a:moveTo>
                      <a:pt x="0" y="5940"/>
                    </a:moveTo>
                    <a:lnTo>
                      <a:pt x="56" y="5940"/>
                    </a:lnTo>
                    <a:lnTo>
                      <a:pt x="113" y="5940"/>
                    </a:lnTo>
                    <a:lnTo>
                      <a:pt x="113" y="0"/>
                    </a:lnTo>
                    <a:lnTo>
                      <a:pt x="56" y="0"/>
                    </a:lnTo>
                    <a:lnTo>
                      <a:pt x="0" y="0"/>
                    </a:lnTo>
                    <a:lnTo>
                      <a:pt x="0" y="594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1043" name="Freeform 744">
                <a:extLst>
                  <a:ext uri="{FF2B5EF4-FFF2-40B4-BE49-F238E27FC236}">
                    <a16:creationId xmlns:a16="http://schemas.microsoft.com/office/drawing/2014/main" id="{9E66CF35-8ABC-6291-526E-7BEAB45D206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023" y="2900"/>
                <a:ext cx="16" cy="849"/>
              </a:xfrm>
              <a:custGeom>
                <a:avLst/>
                <a:gdLst>
                  <a:gd name="T0" fmla="*/ 0 w 113"/>
                  <a:gd name="T1" fmla="*/ 0 h 5940"/>
                  <a:gd name="T2" fmla="*/ 0 w 113"/>
                  <a:gd name="T3" fmla="*/ 0 h 5940"/>
                  <a:gd name="T4" fmla="*/ 0 w 113"/>
                  <a:gd name="T5" fmla="*/ 0 h 5940"/>
                  <a:gd name="T6" fmla="*/ 0 w 113"/>
                  <a:gd name="T7" fmla="*/ 0 h 5940"/>
                  <a:gd name="T8" fmla="*/ 0 w 113"/>
                  <a:gd name="T9" fmla="*/ 0 h 5940"/>
                  <a:gd name="T10" fmla="*/ 0 w 113"/>
                  <a:gd name="T11" fmla="*/ 0 h 5940"/>
                  <a:gd name="T12" fmla="*/ 0 w 113"/>
                  <a:gd name="T13" fmla="*/ 0 h 5940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113"/>
                  <a:gd name="T22" fmla="*/ 0 h 5940"/>
                  <a:gd name="T23" fmla="*/ 113 w 113"/>
                  <a:gd name="T24" fmla="*/ 5940 h 5940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113" h="5940">
                    <a:moveTo>
                      <a:pt x="0" y="5940"/>
                    </a:moveTo>
                    <a:lnTo>
                      <a:pt x="56" y="5940"/>
                    </a:lnTo>
                    <a:lnTo>
                      <a:pt x="113" y="5940"/>
                    </a:lnTo>
                    <a:lnTo>
                      <a:pt x="113" y="0"/>
                    </a:lnTo>
                    <a:lnTo>
                      <a:pt x="56" y="0"/>
                    </a:lnTo>
                    <a:lnTo>
                      <a:pt x="0" y="0"/>
                    </a:lnTo>
                    <a:lnTo>
                      <a:pt x="0" y="5940"/>
                    </a:lnTo>
                    <a:close/>
                  </a:path>
                </a:pathLst>
              </a:cu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1044" name="Freeform 745">
                <a:extLst>
                  <a:ext uri="{FF2B5EF4-FFF2-40B4-BE49-F238E27FC236}">
                    <a16:creationId xmlns:a16="http://schemas.microsoft.com/office/drawing/2014/main" id="{480F212F-FAE4-F814-E048-6B2E48CEB55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023" y="2892"/>
                <a:ext cx="16" cy="8"/>
              </a:xfrm>
              <a:custGeom>
                <a:avLst/>
                <a:gdLst>
                  <a:gd name="T0" fmla="*/ 0 w 113"/>
                  <a:gd name="T1" fmla="*/ 0 h 57"/>
                  <a:gd name="T2" fmla="*/ 0 w 113"/>
                  <a:gd name="T3" fmla="*/ 0 h 57"/>
                  <a:gd name="T4" fmla="*/ 0 w 113"/>
                  <a:gd name="T5" fmla="*/ 0 h 57"/>
                  <a:gd name="T6" fmla="*/ 0 w 113"/>
                  <a:gd name="T7" fmla="*/ 0 h 57"/>
                  <a:gd name="T8" fmla="*/ 0 w 113"/>
                  <a:gd name="T9" fmla="*/ 0 h 57"/>
                  <a:gd name="T10" fmla="*/ 0 w 113"/>
                  <a:gd name="T11" fmla="*/ 0 h 57"/>
                  <a:gd name="T12" fmla="*/ 0 w 113"/>
                  <a:gd name="T13" fmla="*/ 0 h 57"/>
                  <a:gd name="T14" fmla="*/ 0 w 113"/>
                  <a:gd name="T15" fmla="*/ 0 h 57"/>
                  <a:gd name="T16" fmla="*/ 0 w 113"/>
                  <a:gd name="T17" fmla="*/ 0 h 57"/>
                  <a:gd name="T18" fmla="*/ 0 w 113"/>
                  <a:gd name="T19" fmla="*/ 0 h 57"/>
                  <a:gd name="T20" fmla="*/ 0 w 113"/>
                  <a:gd name="T21" fmla="*/ 0 h 57"/>
                  <a:gd name="T22" fmla="*/ 0 w 113"/>
                  <a:gd name="T23" fmla="*/ 0 h 57"/>
                  <a:gd name="T24" fmla="*/ 0 w 113"/>
                  <a:gd name="T25" fmla="*/ 0 h 57"/>
                  <a:gd name="T26" fmla="*/ 0 w 113"/>
                  <a:gd name="T27" fmla="*/ 0 h 57"/>
                  <a:gd name="T28" fmla="*/ 0 w 113"/>
                  <a:gd name="T29" fmla="*/ 0 h 57"/>
                  <a:gd name="T30" fmla="*/ 0 w 113"/>
                  <a:gd name="T31" fmla="*/ 0 h 57"/>
                  <a:gd name="T32" fmla="*/ 0 w 113"/>
                  <a:gd name="T33" fmla="*/ 0 h 57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w 113"/>
                  <a:gd name="T52" fmla="*/ 0 h 57"/>
                  <a:gd name="T53" fmla="*/ 113 w 113"/>
                  <a:gd name="T54" fmla="*/ 57 h 57"/>
                </a:gdLst>
                <a:ahLst/>
                <a:cxnLst>
                  <a:cxn ang="T34">
                    <a:pos x="T0" y="T1"/>
                  </a:cxn>
                  <a:cxn ang="T35">
                    <a:pos x="T2" y="T3"/>
                  </a:cxn>
                  <a:cxn ang="T36">
                    <a:pos x="T4" y="T5"/>
                  </a:cxn>
                  <a:cxn ang="T37">
                    <a:pos x="T6" y="T7"/>
                  </a:cxn>
                  <a:cxn ang="T38">
                    <a:pos x="T8" y="T9"/>
                  </a:cxn>
                  <a:cxn ang="T39">
                    <a:pos x="T10" y="T11"/>
                  </a:cxn>
                  <a:cxn ang="T40">
                    <a:pos x="T12" y="T13"/>
                  </a:cxn>
                  <a:cxn ang="T41">
                    <a:pos x="T14" y="T15"/>
                  </a:cxn>
                  <a:cxn ang="T42">
                    <a:pos x="T16" y="T17"/>
                  </a:cxn>
                  <a:cxn ang="T43">
                    <a:pos x="T18" y="T19"/>
                  </a:cxn>
                  <a:cxn ang="T44">
                    <a:pos x="T20" y="T21"/>
                  </a:cxn>
                  <a:cxn ang="T45">
                    <a:pos x="T22" y="T23"/>
                  </a:cxn>
                  <a:cxn ang="T46">
                    <a:pos x="T24" y="T25"/>
                  </a:cxn>
                  <a:cxn ang="T47">
                    <a:pos x="T26" y="T27"/>
                  </a:cxn>
                  <a:cxn ang="T48">
                    <a:pos x="T28" y="T29"/>
                  </a:cxn>
                  <a:cxn ang="T49">
                    <a:pos x="T30" y="T31"/>
                  </a:cxn>
                  <a:cxn ang="T50">
                    <a:pos x="T32" y="T33"/>
                  </a:cxn>
                </a:cxnLst>
                <a:rect l="T51" t="T52" r="T53" b="T54"/>
                <a:pathLst>
                  <a:path w="113" h="57">
                    <a:moveTo>
                      <a:pt x="56" y="57"/>
                    </a:moveTo>
                    <a:lnTo>
                      <a:pt x="0" y="57"/>
                    </a:lnTo>
                    <a:lnTo>
                      <a:pt x="1" y="44"/>
                    </a:lnTo>
                    <a:lnTo>
                      <a:pt x="6" y="32"/>
                    </a:lnTo>
                    <a:lnTo>
                      <a:pt x="12" y="22"/>
                    </a:lnTo>
                    <a:lnTo>
                      <a:pt x="21" y="13"/>
                    </a:lnTo>
                    <a:lnTo>
                      <a:pt x="31" y="6"/>
                    </a:lnTo>
                    <a:lnTo>
                      <a:pt x="44" y="2"/>
                    </a:lnTo>
                    <a:lnTo>
                      <a:pt x="56" y="0"/>
                    </a:lnTo>
                    <a:lnTo>
                      <a:pt x="68" y="2"/>
                    </a:lnTo>
                    <a:lnTo>
                      <a:pt x="81" y="6"/>
                    </a:lnTo>
                    <a:lnTo>
                      <a:pt x="91" y="13"/>
                    </a:lnTo>
                    <a:lnTo>
                      <a:pt x="100" y="22"/>
                    </a:lnTo>
                    <a:lnTo>
                      <a:pt x="107" y="32"/>
                    </a:lnTo>
                    <a:lnTo>
                      <a:pt x="111" y="44"/>
                    </a:lnTo>
                    <a:lnTo>
                      <a:pt x="113" y="57"/>
                    </a:lnTo>
                    <a:lnTo>
                      <a:pt x="56" y="57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1045" name="Freeform 746">
                <a:extLst>
                  <a:ext uri="{FF2B5EF4-FFF2-40B4-BE49-F238E27FC236}">
                    <a16:creationId xmlns:a16="http://schemas.microsoft.com/office/drawing/2014/main" id="{DA66B836-6E82-DFEC-87C3-707C7A07304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023" y="2892"/>
                <a:ext cx="16" cy="8"/>
              </a:xfrm>
              <a:custGeom>
                <a:avLst/>
                <a:gdLst>
                  <a:gd name="T0" fmla="*/ 0 w 113"/>
                  <a:gd name="T1" fmla="*/ 0 h 57"/>
                  <a:gd name="T2" fmla="*/ 0 w 113"/>
                  <a:gd name="T3" fmla="*/ 0 h 57"/>
                  <a:gd name="T4" fmla="*/ 0 w 113"/>
                  <a:gd name="T5" fmla="*/ 0 h 57"/>
                  <a:gd name="T6" fmla="*/ 0 w 113"/>
                  <a:gd name="T7" fmla="*/ 0 h 57"/>
                  <a:gd name="T8" fmla="*/ 0 w 113"/>
                  <a:gd name="T9" fmla="*/ 0 h 57"/>
                  <a:gd name="T10" fmla="*/ 0 w 113"/>
                  <a:gd name="T11" fmla="*/ 0 h 57"/>
                  <a:gd name="T12" fmla="*/ 0 w 113"/>
                  <a:gd name="T13" fmla="*/ 0 h 57"/>
                  <a:gd name="T14" fmla="*/ 0 w 113"/>
                  <a:gd name="T15" fmla="*/ 0 h 57"/>
                  <a:gd name="T16" fmla="*/ 0 w 113"/>
                  <a:gd name="T17" fmla="*/ 0 h 57"/>
                  <a:gd name="T18" fmla="*/ 0 w 113"/>
                  <a:gd name="T19" fmla="*/ 0 h 57"/>
                  <a:gd name="T20" fmla="*/ 0 w 113"/>
                  <a:gd name="T21" fmla="*/ 0 h 57"/>
                  <a:gd name="T22" fmla="*/ 0 w 113"/>
                  <a:gd name="T23" fmla="*/ 0 h 57"/>
                  <a:gd name="T24" fmla="*/ 0 w 113"/>
                  <a:gd name="T25" fmla="*/ 0 h 57"/>
                  <a:gd name="T26" fmla="*/ 0 w 113"/>
                  <a:gd name="T27" fmla="*/ 0 h 57"/>
                  <a:gd name="T28" fmla="*/ 0 w 113"/>
                  <a:gd name="T29" fmla="*/ 0 h 57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w 113"/>
                  <a:gd name="T46" fmla="*/ 0 h 57"/>
                  <a:gd name="T47" fmla="*/ 113 w 113"/>
                  <a:gd name="T48" fmla="*/ 57 h 57"/>
                </a:gdLst>
                <a:ahLst/>
                <a:cxnLst>
                  <a:cxn ang="T30">
                    <a:pos x="T0" y="T1"/>
                  </a:cxn>
                  <a:cxn ang="T31">
                    <a:pos x="T2" y="T3"/>
                  </a:cxn>
                  <a:cxn ang="T32">
                    <a:pos x="T4" y="T5"/>
                  </a:cxn>
                  <a:cxn ang="T33">
                    <a:pos x="T6" y="T7"/>
                  </a:cxn>
                  <a:cxn ang="T34">
                    <a:pos x="T8" y="T9"/>
                  </a:cxn>
                  <a:cxn ang="T35">
                    <a:pos x="T10" y="T11"/>
                  </a:cxn>
                  <a:cxn ang="T36">
                    <a:pos x="T12" y="T13"/>
                  </a:cxn>
                  <a:cxn ang="T37">
                    <a:pos x="T14" y="T15"/>
                  </a:cxn>
                  <a:cxn ang="T38">
                    <a:pos x="T16" y="T17"/>
                  </a:cxn>
                  <a:cxn ang="T39">
                    <a:pos x="T18" y="T19"/>
                  </a:cxn>
                  <a:cxn ang="T40">
                    <a:pos x="T20" y="T21"/>
                  </a:cxn>
                  <a:cxn ang="T41">
                    <a:pos x="T22" y="T23"/>
                  </a:cxn>
                  <a:cxn ang="T42">
                    <a:pos x="T24" y="T25"/>
                  </a:cxn>
                  <a:cxn ang="T43">
                    <a:pos x="T26" y="T27"/>
                  </a:cxn>
                  <a:cxn ang="T44">
                    <a:pos x="T28" y="T29"/>
                  </a:cxn>
                </a:cxnLst>
                <a:rect l="T45" t="T46" r="T47" b="T48"/>
                <a:pathLst>
                  <a:path w="113" h="57">
                    <a:moveTo>
                      <a:pt x="0" y="57"/>
                    </a:moveTo>
                    <a:lnTo>
                      <a:pt x="1" y="44"/>
                    </a:lnTo>
                    <a:lnTo>
                      <a:pt x="6" y="32"/>
                    </a:lnTo>
                    <a:lnTo>
                      <a:pt x="12" y="22"/>
                    </a:lnTo>
                    <a:lnTo>
                      <a:pt x="21" y="13"/>
                    </a:lnTo>
                    <a:lnTo>
                      <a:pt x="31" y="6"/>
                    </a:lnTo>
                    <a:lnTo>
                      <a:pt x="44" y="2"/>
                    </a:lnTo>
                    <a:lnTo>
                      <a:pt x="56" y="0"/>
                    </a:lnTo>
                    <a:lnTo>
                      <a:pt x="68" y="2"/>
                    </a:lnTo>
                    <a:lnTo>
                      <a:pt x="81" y="6"/>
                    </a:lnTo>
                    <a:lnTo>
                      <a:pt x="91" y="13"/>
                    </a:lnTo>
                    <a:lnTo>
                      <a:pt x="100" y="22"/>
                    </a:lnTo>
                    <a:lnTo>
                      <a:pt x="107" y="32"/>
                    </a:lnTo>
                    <a:lnTo>
                      <a:pt x="111" y="44"/>
                    </a:lnTo>
                    <a:lnTo>
                      <a:pt x="113" y="57"/>
                    </a:lnTo>
                  </a:path>
                </a:pathLst>
              </a:cu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1046" name="Freeform 747">
                <a:extLst>
                  <a:ext uri="{FF2B5EF4-FFF2-40B4-BE49-F238E27FC236}">
                    <a16:creationId xmlns:a16="http://schemas.microsoft.com/office/drawing/2014/main" id="{9ED4F0A1-25F3-8C1D-229C-DE3B54E19F0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179" y="3375"/>
                <a:ext cx="17" cy="8"/>
              </a:xfrm>
              <a:custGeom>
                <a:avLst/>
                <a:gdLst>
                  <a:gd name="T0" fmla="*/ 0 w 114"/>
                  <a:gd name="T1" fmla="*/ 0 h 56"/>
                  <a:gd name="T2" fmla="*/ 0 w 114"/>
                  <a:gd name="T3" fmla="*/ 0 h 56"/>
                  <a:gd name="T4" fmla="*/ 0 w 114"/>
                  <a:gd name="T5" fmla="*/ 0 h 56"/>
                  <a:gd name="T6" fmla="*/ 0 w 114"/>
                  <a:gd name="T7" fmla="*/ 0 h 56"/>
                  <a:gd name="T8" fmla="*/ 0 w 114"/>
                  <a:gd name="T9" fmla="*/ 0 h 56"/>
                  <a:gd name="T10" fmla="*/ 0 w 114"/>
                  <a:gd name="T11" fmla="*/ 0 h 56"/>
                  <a:gd name="T12" fmla="*/ 0 w 114"/>
                  <a:gd name="T13" fmla="*/ 0 h 56"/>
                  <a:gd name="T14" fmla="*/ 0 w 114"/>
                  <a:gd name="T15" fmla="*/ 0 h 56"/>
                  <a:gd name="T16" fmla="*/ 0 w 114"/>
                  <a:gd name="T17" fmla="*/ 0 h 56"/>
                  <a:gd name="T18" fmla="*/ 0 w 114"/>
                  <a:gd name="T19" fmla="*/ 0 h 56"/>
                  <a:gd name="T20" fmla="*/ 0 w 114"/>
                  <a:gd name="T21" fmla="*/ 0 h 56"/>
                  <a:gd name="T22" fmla="*/ 0 w 114"/>
                  <a:gd name="T23" fmla="*/ 0 h 56"/>
                  <a:gd name="T24" fmla="*/ 0 w 114"/>
                  <a:gd name="T25" fmla="*/ 0 h 56"/>
                  <a:gd name="T26" fmla="*/ 0 w 114"/>
                  <a:gd name="T27" fmla="*/ 0 h 56"/>
                  <a:gd name="T28" fmla="*/ 0 w 114"/>
                  <a:gd name="T29" fmla="*/ 0 h 56"/>
                  <a:gd name="T30" fmla="*/ 0 w 114"/>
                  <a:gd name="T31" fmla="*/ 0 h 56"/>
                  <a:gd name="T32" fmla="*/ 0 w 114"/>
                  <a:gd name="T33" fmla="*/ 0 h 5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w 114"/>
                  <a:gd name="T52" fmla="*/ 0 h 56"/>
                  <a:gd name="T53" fmla="*/ 114 w 114"/>
                  <a:gd name="T54" fmla="*/ 56 h 56"/>
                </a:gdLst>
                <a:ahLst/>
                <a:cxnLst>
                  <a:cxn ang="T34">
                    <a:pos x="T0" y="T1"/>
                  </a:cxn>
                  <a:cxn ang="T35">
                    <a:pos x="T2" y="T3"/>
                  </a:cxn>
                  <a:cxn ang="T36">
                    <a:pos x="T4" y="T5"/>
                  </a:cxn>
                  <a:cxn ang="T37">
                    <a:pos x="T6" y="T7"/>
                  </a:cxn>
                  <a:cxn ang="T38">
                    <a:pos x="T8" y="T9"/>
                  </a:cxn>
                  <a:cxn ang="T39">
                    <a:pos x="T10" y="T11"/>
                  </a:cxn>
                  <a:cxn ang="T40">
                    <a:pos x="T12" y="T13"/>
                  </a:cxn>
                  <a:cxn ang="T41">
                    <a:pos x="T14" y="T15"/>
                  </a:cxn>
                  <a:cxn ang="T42">
                    <a:pos x="T16" y="T17"/>
                  </a:cxn>
                  <a:cxn ang="T43">
                    <a:pos x="T18" y="T19"/>
                  </a:cxn>
                  <a:cxn ang="T44">
                    <a:pos x="T20" y="T21"/>
                  </a:cxn>
                  <a:cxn ang="T45">
                    <a:pos x="T22" y="T23"/>
                  </a:cxn>
                  <a:cxn ang="T46">
                    <a:pos x="T24" y="T25"/>
                  </a:cxn>
                  <a:cxn ang="T47">
                    <a:pos x="T26" y="T27"/>
                  </a:cxn>
                  <a:cxn ang="T48">
                    <a:pos x="T28" y="T29"/>
                  </a:cxn>
                  <a:cxn ang="T49">
                    <a:pos x="T30" y="T31"/>
                  </a:cxn>
                  <a:cxn ang="T50">
                    <a:pos x="T32" y="T33"/>
                  </a:cxn>
                </a:cxnLst>
                <a:rect l="T51" t="T52" r="T53" b="T54"/>
                <a:pathLst>
                  <a:path w="114" h="56">
                    <a:moveTo>
                      <a:pt x="56" y="0"/>
                    </a:moveTo>
                    <a:lnTo>
                      <a:pt x="114" y="0"/>
                    </a:lnTo>
                    <a:lnTo>
                      <a:pt x="111" y="13"/>
                    </a:lnTo>
                    <a:lnTo>
                      <a:pt x="107" y="25"/>
                    </a:lnTo>
                    <a:lnTo>
                      <a:pt x="100" y="35"/>
                    </a:lnTo>
                    <a:lnTo>
                      <a:pt x="91" y="44"/>
                    </a:lnTo>
                    <a:lnTo>
                      <a:pt x="81" y="51"/>
                    </a:lnTo>
                    <a:lnTo>
                      <a:pt x="69" y="55"/>
                    </a:lnTo>
                    <a:lnTo>
                      <a:pt x="56" y="56"/>
                    </a:lnTo>
                    <a:lnTo>
                      <a:pt x="44" y="55"/>
                    </a:lnTo>
                    <a:lnTo>
                      <a:pt x="32" y="51"/>
                    </a:lnTo>
                    <a:lnTo>
                      <a:pt x="22" y="44"/>
                    </a:lnTo>
                    <a:lnTo>
                      <a:pt x="13" y="35"/>
                    </a:lnTo>
                    <a:lnTo>
                      <a:pt x="6" y="25"/>
                    </a:lnTo>
                    <a:lnTo>
                      <a:pt x="1" y="13"/>
                    </a:lnTo>
                    <a:lnTo>
                      <a:pt x="0" y="0"/>
                    </a:lnTo>
                    <a:lnTo>
                      <a:pt x="56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1047" name="Freeform 748">
                <a:extLst>
                  <a:ext uri="{FF2B5EF4-FFF2-40B4-BE49-F238E27FC236}">
                    <a16:creationId xmlns:a16="http://schemas.microsoft.com/office/drawing/2014/main" id="{94BB25F7-1875-6194-3E2A-3F3DD0EDBA1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179" y="3375"/>
                <a:ext cx="17" cy="8"/>
              </a:xfrm>
              <a:custGeom>
                <a:avLst/>
                <a:gdLst>
                  <a:gd name="T0" fmla="*/ 0 w 114"/>
                  <a:gd name="T1" fmla="*/ 0 h 56"/>
                  <a:gd name="T2" fmla="*/ 0 w 114"/>
                  <a:gd name="T3" fmla="*/ 0 h 56"/>
                  <a:gd name="T4" fmla="*/ 0 w 114"/>
                  <a:gd name="T5" fmla="*/ 0 h 56"/>
                  <a:gd name="T6" fmla="*/ 0 w 114"/>
                  <a:gd name="T7" fmla="*/ 0 h 56"/>
                  <a:gd name="T8" fmla="*/ 0 w 114"/>
                  <a:gd name="T9" fmla="*/ 0 h 56"/>
                  <a:gd name="T10" fmla="*/ 0 w 114"/>
                  <a:gd name="T11" fmla="*/ 0 h 56"/>
                  <a:gd name="T12" fmla="*/ 0 w 114"/>
                  <a:gd name="T13" fmla="*/ 0 h 56"/>
                  <a:gd name="T14" fmla="*/ 0 w 114"/>
                  <a:gd name="T15" fmla="*/ 0 h 56"/>
                  <a:gd name="T16" fmla="*/ 0 w 114"/>
                  <a:gd name="T17" fmla="*/ 0 h 56"/>
                  <a:gd name="T18" fmla="*/ 0 w 114"/>
                  <a:gd name="T19" fmla="*/ 0 h 56"/>
                  <a:gd name="T20" fmla="*/ 0 w 114"/>
                  <a:gd name="T21" fmla="*/ 0 h 56"/>
                  <a:gd name="T22" fmla="*/ 0 w 114"/>
                  <a:gd name="T23" fmla="*/ 0 h 56"/>
                  <a:gd name="T24" fmla="*/ 0 w 114"/>
                  <a:gd name="T25" fmla="*/ 0 h 56"/>
                  <a:gd name="T26" fmla="*/ 0 w 114"/>
                  <a:gd name="T27" fmla="*/ 0 h 56"/>
                  <a:gd name="T28" fmla="*/ 0 w 114"/>
                  <a:gd name="T29" fmla="*/ 0 h 5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w 114"/>
                  <a:gd name="T46" fmla="*/ 0 h 56"/>
                  <a:gd name="T47" fmla="*/ 114 w 114"/>
                  <a:gd name="T48" fmla="*/ 56 h 56"/>
                </a:gdLst>
                <a:ahLst/>
                <a:cxnLst>
                  <a:cxn ang="T30">
                    <a:pos x="T0" y="T1"/>
                  </a:cxn>
                  <a:cxn ang="T31">
                    <a:pos x="T2" y="T3"/>
                  </a:cxn>
                  <a:cxn ang="T32">
                    <a:pos x="T4" y="T5"/>
                  </a:cxn>
                  <a:cxn ang="T33">
                    <a:pos x="T6" y="T7"/>
                  </a:cxn>
                  <a:cxn ang="T34">
                    <a:pos x="T8" y="T9"/>
                  </a:cxn>
                  <a:cxn ang="T35">
                    <a:pos x="T10" y="T11"/>
                  </a:cxn>
                  <a:cxn ang="T36">
                    <a:pos x="T12" y="T13"/>
                  </a:cxn>
                  <a:cxn ang="T37">
                    <a:pos x="T14" y="T15"/>
                  </a:cxn>
                  <a:cxn ang="T38">
                    <a:pos x="T16" y="T17"/>
                  </a:cxn>
                  <a:cxn ang="T39">
                    <a:pos x="T18" y="T19"/>
                  </a:cxn>
                  <a:cxn ang="T40">
                    <a:pos x="T20" y="T21"/>
                  </a:cxn>
                  <a:cxn ang="T41">
                    <a:pos x="T22" y="T23"/>
                  </a:cxn>
                  <a:cxn ang="T42">
                    <a:pos x="T24" y="T25"/>
                  </a:cxn>
                  <a:cxn ang="T43">
                    <a:pos x="T26" y="T27"/>
                  </a:cxn>
                  <a:cxn ang="T44">
                    <a:pos x="T28" y="T29"/>
                  </a:cxn>
                </a:cxnLst>
                <a:rect l="T45" t="T46" r="T47" b="T48"/>
                <a:pathLst>
                  <a:path w="114" h="56">
                    <a:moveTo>
                      <a:pt x="114" y="0"/>
                    </a:moveTo>
                    <a:lnTo>
                      <a:pt x="111" y="13"/>
                    </a:lnTo>
                    <a:lnTo>
                      <a:pt x="107" y="25"/>
                    </a:lnTo>
                    <a:lnTo>
                      <a:pt x="100" y="35"/>
                    </a:lnTo>
                    <a:lnTo>
                      <a:pt x="91" y="44"/>
                    </a:lnTo>
                    <a:lnTo>
                      <a:pt x="81" y="51"/>
                    </a:lnTo>
                    <a:lnTo>
                      <a:pt x="69" y="55"/>
                    </a:lnTo>
                    <a:lnTo>
                      <a:pt x="56" y="56"/>
                    </a:lnTo>
                    <a:lnTo>
                      <a:pt x="44" y="55"/>
                    </a:lnTo>
                    <a:lnTo>
                      <a:pt x="32" y="51"/>
                    </a:lnTo>
                    <a:lnTo>
                      <a:pt x="22" y="44"/>
                    </a:lnTo>
                    <a:lnTo>
                      <a:pt x="13" y="35"/>
                    </a:lnTo>
                    <a:lnTo>
                      <a:pt x="6" y="25"/>
                    </a:lnTo>
                    <a:lnTo>
                      <a:pt x="1" y="13"/>
                    </a:lnTo>
                    <a:lnTo>
                      <a:pt x="0" y="0"/>
                    </a:lnTo>
                  </a:path>
                </a:pathLst>
              </a:cu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1048" name="Freeform 749">
                <a:extLst>
                  <a:ext uri="{FF2B5EF4-FFF2-40B4-BE49-F238E27FC236}">
                    <a16:creationId xmlns:a16="http://schemas.microsoft.com/office/drawing/2014/main" id="{55D4EC32-5B97-3197-BA33-907A93A95FF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179" y="2900"/>
                <a:ext cx="17" cy="475"/>
              </a:xfrm>
              <a:custGeom>
                <a:avLst/>
                <a:gdLst>
                  <a:gd name="T0" fmla="*/ 0 w 114"/>
                  <a:gd name="T1" fmla="*/ 0 h 3320"/>
                  <a:gd name="T2" fmla="*/ 0 w 114"/>
                  <a:gd name="T3" fmla="*/ 0 h 3320"/>
                  <a:gd name="T4" fmla="*/ 0 w 114"/>
                  <a:gd name="T5" fmla="*/ 0 h 3320"/>
                  <a:gd name="T6" fmla="*/ 0 w 114"/>
                  <a:gd name="T7" fmla="*/ 0 h 3320"/>
                  <a:gd name="T8" fmla="*/ 0 w 114"/>
                  <a:gd name="T9" fmla="*/ 0 h 3320"/>
                  <a:gd name="T10" fmla="*/ 0 w 114"/>
                  <a:gd name="T11" fmla="*/ 0 h 3320"/>
                  <a:gd name="T12" fmla="*/ 0 w 114"/>
                  <a:gd name="T13" fmla="*/ 0 h 3320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114"/>
                  <a:gd name="T22" fmla="*/ 0 h 3320"/>
                  <a:gd name="T23" fmla="*/ 114 w 114"/>
                  <a:gd name="T24" fmla="*/ 3320 h 3320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114" h="3320">
                    <a:moveTo>
                      <a:pt x="0" y="3320"/>
                    </a:moveTo>
                    <a:lnTo>
                      <a:pt x="56" y="3320"/>
                    </a:lnTo>
                    <a:lnTo>
                      <a:pt x="114" y="3320"/>
                    </a:lnTo>
                    <a:lnTo>
                      <a:pt x="114" y="0"/>
                    </a:lnTo>
                    <a:lnTo>
                      <a:pt x="56" y="0"/>
                    </a:lnTo>
                    <a:lnTo>
                      <a:pt x="0" y="0"/>
                    </a:lnTo>
                    <a:lnTo>
                      <a:pt x="0" y="332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1049" name="Freeform 750">
                <a:extLst>
                  <a:ext uri="{FF2B5EF4-FFF2-40B4-BE49-F238E27FC236}">
                    <a16:creationId xmlns:a16="http://schemas.microsoft.com/office/drawing/2014/main" id="{9AB89340-401C-1D32-BF72-D057703852D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179" y="2900"/>
                <a:ext cx="17" cy="475"/>
              </a:xfrm>
              <a:custGeom>
                <a:avLst/>
                <a:gdLst>
                  <a:gd name="T0" fmla="*/ 0 w 114"/>
                  <a:gd name="T1" fmla="*/ 0 h 3320"/>
                  <a:gd name="T2" fmla="*/ 0 w 114"/>
                  <a:gd name="T3" fmla="*/ 0 h 3320"/>
                  <a:gd name="T4" fmla="*/ 0 w 114"/>
                  <a:gd name="T5" fmla="*/ 0 h 3320"/>
                  <a:gd name="T6" fmla="*/ 0 w 114"/>
                  <a:gd name="T7" fmla="*/ 0 h 3320"/>
                  <a:gd name="T8" fmla="*/ 0 w 114"/>
                  <a:gd name="T9" fmla="*/ 0 h 3320"/>
                  <a:gd name="T10" fmla="*/ 0 w 114"/>
                  <a:gd name="T11" fmla="*/ 0 h 3320"/>
                  <a:gd name="T12" fmla="*/ 0 w 114"/>
                  <a:gd name="T13" fmla="*/ 0 h 3320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114"/>
                  <a:gd name="T22" fmla="*/ 0 h 3320"/>
                  <a:gd name="T23" fmla="*/ 114 w 114"/>
                  <a:gd name="T24" fmla="*/ 3320 h 3320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114" h="3320">
                    <a:moveTo>
                      <a:pt x="0" y="3320"/>
                    </a:moveTo>
                    <a:lnTo>
                      <a:pt x="56" y="3320"/>
                    </a:lnTo>
                    <a:lnTo>
                      <a:pt x="114" y="3320"/>
                    </a:lnTo>
                    <a:lnTo>
                      <a:pt x="114" y="0"/>
                    </a:lnTo>
                    <a:lnTo>
                      <a:pt x="56" y="0"/>
                    </a:lnTo>
                    <a:lnTo>
                      <a:pt x="0" y="0"/>
                    </a:lnTo>
                    <a:lnTo>
                      <a:pt x="0" y="3320"/>
                    </a:lnTo>
                    <a:close/>
                  </a:path>
                </a:pathLst>
              </a:cu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1050" name="Freeform 751">
                <a:extLst>
                  <a:ext uri="{FF2B5EF4-FFF2-40B4-BE49-F238E27FC236}">
                    <a16:creationId xmlns:a16="http://schemas.microsoft.com/office/drawing/2014/main" id="{5E9FFC0A-A298-AC68-594F-0B034766F16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179" y="2892"/>
                <a:ext cx="17" cy="8"/>
              </a:xfrm>
              <a:custGeom>
                <a:avLst/>
                <a:gdLst>
                  <a:gd name="T0" fmla="*/ 0 w 114"/>
                  <a:gd name="T1" fmla="*/ 0 h 57"/>
                  <a:gd name="T2" fmla="*/ 0 w 114"/>
                  <a:gd name="T3" fmla="*/ 0 h 57"/>
                  <a:gd name="T4" fmla="*/ 0 w 114"/>
                  <a:gd name="T5" fmla="*/ 0 h 57"/>
                  <a:gd name="T6" fmla="*/ 0 w 114"/>
                  <a:gd name="T7" fmla="*/ 0 h 57"/>
                  <a:gd name="T8" fmla="*/ 0 w 114"/>
                  <a:gd name="T9" fmla="*/ 0 h 57"/>
                  <a:gd name="T10" fmla="*/ 0 w 114"/>
                  <a:gd name="T11" fmla="*/ 0 h 57"/>
                  <a:gd name="T12" fmla="*/ 0 w 114"/>
                  <a:gd name="T13" fmla="*/ 0 h 57"/>
                  <a:gd name="T14" fmla="*/ 0 w 114"/>
                  <a:gd name="T15" fmla="*/ 0 h 57"/>
                  <a:gd name="T16" fmla="*/ 0 w 114"/>
                  <a:gd name="T17" fmla="*/ 0 h 57"/>
                  <a:gd name="T18" fmla="*/ 0 w 114"/>
                  <a:gd name="T19" fmla="*/ 0 h 57"/>
                  <a:gd name="T20" fmla="*/ 0 w 114"/>
                  <a:gd name="T21" fmla="*/ 0 h 57"/>
                  <a:gd name="T22" fmla="*/ 0 w 114"/>
                  <a:gd name="T23" fmla="*/ 0 h 57"/>
                  <a:gd name="T24" fmla="*/ 0 w 114"/>
                  <a:gd name="T25" fmla="*/ 0 h 57"/>
                  <a:gd name="T26" fmla="*/ 0 w 114"/>
                  <a:gd name="T27" fmla="*/ 0 h 57"/>
                  <a:gd name="T28" fmla="*/ 0 w 114"/>
                  <a:gd name="T29" fmla="*/ 0 h 57"/>
                  <a:gd name="T30" fmla="*/ 0 w 114"/>
                  <a:gd name="T31" fmla="*/ 0 h 57"/>
                  <a:gd name="T32" fmla="*/ 0 w 114"/>
                  <a:gd name="T33" fmla="*/ 0 h 57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w 114"/>
                  <a:gd name="T52" fmla="*/ 0 h 57"/>
                  <a:gd name="T53" fmla="*/ 114 w 114"/>
                  <a:gd name="T54" fmla="*/ 57 h 57"/>
                </a:gdLst>
                <a:ahLst/>
                <a:cxnLst>
                  <a:cxn ang="T34">
                    <a:pos x="T0" y="T1"/>
                  </a:cxn>
                  <a:cxn ang="T35">
                    <a:pos x="T2" y="T3"/>
                  </a:cxn>
                  <a:cxn ang="T36">
                    <a:pos x="T4" y="T5"/>
                  </a:cxn>
                  <a:cxn ang="T37">
                    <a:pos x="T6" y="T7"/>
                  </a:cxn>
                  <a:cxn ang="T38">
                    <a:pos x="T8" y="T9"/>
                  </a:cxn>
                  <a:cxn ang="T39">
                    <a:pos x="T10" y="T11"/>
                  </a:cxn>
                  <a:cxn ang="T40">
                    <a:pos x="T12" y="T13"/>
                  </a:cxn>
                  <a:cxn ang="T41">
                    <a:pos x="T14" y="T15"/>
                  </a:cxn>
                  <a:cxn ang="T42">
                    <a:pos x="T16" y="T17"/>
                  </a:cxn>
                  <a:cxn ang="T43">
                    <a:pos x="T18" y="T19"/>
                  </a:cxn>
                  <a:cxn ang="T44">
                    <a:pos x="T20" y="T21"/>
                  </a:cxn>
                  <a:cxn ang="T45">
                    <a:pos x="T22" y="T23"/>
                  </a:cxn>
                  <a:cxn ang="T46">
                    <a:pos x="T24" y="T25"/>
                  </a:cxn>
                  <a:cxn ang="T47">
                    <a:pos x="T26" y="T27"/>
                  </a:cxn>
                  <a:cxn ang="T48">
                    <a:pos x="T28" y="T29"/>
                  </a:cxn>
                  <a:cxn ang="T49">
                    <a:pos x="T30" y="T31"/>
                  </a:cxn>
                  <a:cxn ang="T50">
                    <a:pos x="T32" y="T33"/>
                  </a:cxn>
                </a:cxnLst>
                <a:rect l="T51" t="T52" r="T53" b="T54"/>
                <a:pathLst>
                  <a:path w="114" h="57">
                    <a:moveTo>
                      <a:pt x="56" y="57"/>
                    </a:moveTo>
                    <a:lnTo>
                      <a:pt x="0" y="57"/>
                    </a:lnTo>
                    <a:lnTo>
                      <a:pt x="1" y="44"/>
                    </a:lnTo>
                    <a:lnTo>
                      <a:pt x="6" y="32"/>
                    </a:lnTo>
                    <a:lnTo>
                      <a:pt x="13" y="22"/>
                    </a:lnTo>
                    <a:lnTo>
                      <a:pt x="22" y="13"/>
                    </a:lnTo>
                    <a:lnTo>
                      <a:pt x="32" y="6"/>
                    </a:lnTo>
                    <a:lnTo>
                      <a:pt x="44" y="2"/>
                    </a:lnTo>
                    <a:lnTo>
                      <a:pt x="56" y="0"/>
                    </a:lnTo>
                    <a:lnTo>
                      <a:pt x="69" y="2"/>
                    </a:lnTo>
                    <a:lnTo>
                      <a:pt x="81" y="6"/>
                    </a:lnTo>
                    <a:lnTo>
                      <a:pt x="91" y="13"/>
                    </a:lnTo>
                    <a:lnTo>
                      <a:pt x="100" y="22"/>
                    </a:lnTo>
                    <a:lnTo>
                      <a:pt x="107" y="32"/>
                    </a:lnTo>
                    <a:lnTo>
                      <a:pt x="111" y="44"/>
                    </a:lnTo>
                    <a:lnTo>
                      <a:pt x="114" y="57"/>
                    </a:lnTo>
                    <a:lnTo>
                      <a:pt x="56" y="57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1051" name="Freeform 752">
                <a:extLst>
                  <a:ext uri="{FF2B5EF4-FFF2-40B4-BE49-F238E27FC236}">
                    <a16:creationId xmlns:a16="http://schemas.microsoft.com/office/drawing/2014/main" id="{C2E95601-D9E6-4697-775D-AB0021CE16B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179" y="2892"/>
                <a:ext cx="17" cy="8"/>
              </a:xfrm>
              <a:custGeom>
                <a:avLst/>
                <a:gdLst>
                  <a:gd name="T0" fmla="*/ 0 w 114"/>
                  <a:gd name="T1" fmla="*/ 0 h 57"/>
                  <a:gd name="T2" fmla="*/ 0 w 114"/>
                  <a:gd name="T3" fmla="*/ 0 h 57"/>
                  <a:gd name="T4" fmla="*/ 0 w 114"/>
                  <a:gd name="T5" fmla="*/ 0 h 57"/>
                  <a:gd name="T6" fmla="*/ 0 w 114"/>
                  <a:gd name="T7" fmla="*/ 0 h 57"/>
                  <a:gd name="T8" fmla="*/ 0 w 114"/>
                  <a:gd name="T9" fmla="*/ 0 h 57"/>
                  <a:gd name="T10" fmla="*/ 0 w 114"/>
                  <a:gd name="T11" fmla="*/ 0 h 57"/>
                  <a:gd name="T12" fmla="*/ 0 w 114"/>
                  <a:gd name="T13" fmla="*/ 0 h 57"/>
                  <a:gd name="T14" fmla="*/ 0 w 114"/>
                  <a:gd name="T15" fmla="*/ 0 h 57"/>
                  <a:gd name="T16" fmla="*/ 0 w 114"/>
                  <a:gd name="T17" fmla="*/ 0 h 57"/>
                  <a:gd name="T18" fmla="*/ 0 w 114"/>
                  <a:gd name="T19" fmla="*/ 0 h 57"/>
                  <a:gd name="T20" fmla="*/ 0 w 114"/>
                  <a:gd name="T21" fmla="*/ 0 h 57"/>
                  <a:gd name="T22" fmla="*/ 0 w 114"/>
                  <a:gd name="T23" fmla="*/ 0 h 57"/>
                  <a:gd name="T24" fmla="*/ 0 w 114"/>
                  <a:gd name="T25" fmla="*/ 0 h 57"/>
                  <a:gd name="T26" fmla="*/ 0 w 114"/>
                  <a:gd name="T27" fmla="*/ 0 h 57"/>
                  <a:gd name="T28" fmla="*/ 0 w 114"/>
                  <a:gd name="T29" fmla="*/ 0 h 57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w 114"/>
                  <a:gd name="T46" fmla="*/ 0 h 57"/>
                  <a:gd name="T47" fmla="*/ 114 w 114"/>
                  <a:gd name="T48" fmla="*/ 57 h 57"/>
                </a:gdLst>
                <a:ahLst/>
                <a:cxnLst>
                  <a:cxn ang="T30">
                    <a:pos x="T0" y="T1"/>
                  </a:cxn>
                  <a:cxn ang="T31">
                    <a:pos x="T2" y="T3"/>
                  </a:cxn>
                  <a:cxn ang="T32">
                    <a:pos x="T4" y="T5"/>
                  </a:cxn>
                  <a:cxn ang="T33">
                    <a:pos x="T6" y="T7"/>
                  </a:cxn>
                  <a:cxn ang="T34">
                    <a:pos x="T8" y="T9"/>
                  </a:cxn>
                  <a:cxn ang="T35">
                    <a:pos x="T10" y="T11"/>
                  </a:cxn>
                  <a:cxn ang="T36">
                    <a:pos x="T12" y="T13"/>
                  </a:cxn>
                  <a:cxn ang="T37">
                    <a:pos x="T14" y="T15"/>
                  </a:cxn>
                  <a:cxn ang="T38">
                    <a:pos x="T16" y="T17"/>
                  </a:cxn>
                  <a:cxn ang="T39">
                    <a:pos x="T18" y="T19"/>
                  </a:cxn>
                  <a:cxn ang="T40">
                    <a:pos x="T20" y="T21"/>
                  </a:cxn>
                  <a:cxn ang="T41">
                    <a:pos x="T22" y="T23"/>
                  </a:cxn>
                  <a:cxn ang="T42">
                    <a:pos x="T24" y="T25"/>
                  </a:cxn>
                  <a:cxn ang="T43">
                    <a:pos x="T26" y="T27"/>
                  </a:cxn>
                  <a:cxn ang="T44">
                    <a:pos x="T28" y="T29"/>
                  </a:cxn>
                </a:cxnLst>
                <a:rect l="T45" t="T46" r="T47" b="T48"/>
                <a:pathLst>
                  <a:path w="114" h="57">
                    <a:moveTo>
                      <a:pt x="0" y="57"/>
                    </a:moveTo>
                    <a:lnTo>
                      <a:pt x="1" y="44"/>
                    </a:lnTo>
                    <a:lnTo>
                      <a:pt x="6" y="32"/>
                    </a:lnTo>
                    <a:lnTo>
                      <a:pt x="13" y="22"/>
                    </a:lnTo>
                    <a:lnTo>
                      <a:pt x="22" y="13"/>
                    </a:lnTo>
                    <a:lnTo>
                      <a:pt x="32" y="6"/>
                    </a:lnTo>
                    <a:lnTo>
                      <a:pt x="44" y="2"/>
                    </a:lnTo>
                    <a:lnTo>
                      <a:pt x="56" y="0"/>
                    </a:lnTo>
                    <a:lnTo>
                      <a:pt x="69" y="2"/>
                    </a:lnTo>
                    <a:lnTo>
                      <a:pt x="81" y="6"/>
                    </a:lnTo>
                    <a:lnTo>
                      <a:pt x="91" y="13"/>
                    </a:lnTo>
                    <a:lnTo>
                      <a:pt x="100" y="22"/>
                    </a:lnTo>
                    <a:lnTo>
                      <a:pt x="107" y="32"/>
                    </a:lnTo>
                    <a:lnTo>
                      <a:pt x="111" y="44"/>
                    </a:lnTo>
                    <a:lnTo>
                      <a:pt x="114" y="57"/>
                    </a:lnTo>
                  </a:path>
                </a:pathLst>
              </a:cu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1052" name="Line 753">
                <a:extLst>
                  <a:ext uri="{FF2B5EF4-FFF2-40B4-BE49-F238E27FC236}">
                    <a16:creationId xmlns:a16="http://schemas.microsoft.com/office/drawing/2014/main" id="{A87D8FCC-9F12-9340-2F4E-4D079D52CCC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4343" y="3574"/>
                <a:ext cx="1" cy="50"/>
              </a:xfrm>
              <a:prstGeom prst="line">
                <a:avLst/>
              </a:prstGeom>
              <a:noFill/>
              <a:ln w="0">
                <a:solidFill>
                  <a:srgbClr val="0000F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1053" name="Line 754">
                <a:extLst>
                  <a:ext uri="{FF2B5EF4-FFF2-40B4-BE49-F238E27FC236}">
                    <a16:creationId xmlns:a16="http://schemas.microsoft.com/office/drawing/2014/main" id="{2373787D-B2ED-CCEC-FCF2-2D650814C27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4343" y="3511"/>
                <a:ext cx="1" cy="42"/>
              </a:xfrm>
              <a:prstGeom prst="line">
                <a:avLst/>
              </a:prstGeom>
              <a:noFill/>
              <a:ln w="0">
                <a:solidFill>
                  <a:srgbClr val="0000F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1054" name="Line 755">
                <a:extLst>
                  <a:ext uri="{FF2B5EF4-FFF2-40B4-BE49-F238E27FC236}">
                    <a16:creationId xmlns:a16="http://schemas.microsoft.com/office/drawing/2014/main" id="{F9FD7A30-0435-F7FF-3A9C-C056B50D7D6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4343" y="3448"/>
                <a:ext cx="1" cy="42"/>
              </a:xfrm>
              <a:prstGeom prst="line">
                <a:avLst/>
              </a:prstGeom>
              <a:noFill/>
              <a:ln w="0">
                <a:solidFill>
                  <a:srgbClr val="0000F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1055" name="Line 756">
                <a:extLst>
                  <a:ext uri="{FF2B5EF4-FFF2-40B4-BE49-F238E27FC236}">
                    <a16:creationId xmlns:a16="http://schemas.microsoft.com/office/drawing/2014/main" id="{9E4211AA-356A-619D-AF34-1F78B1308F3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4343" y="3385"/>
                <a:ext cx="1" cy="42"/>
              </a:xfrm>
              <a:prstGeom prst="line">
                <a:avLst/>
              </a:prstGeom>
              <a:noFill/>
              <a:ln w="0">
                <a:solidFill>
                  <a:srgbClr val="0000F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1056" name="Line 757">
                <a:extLst>
                  <a:ext uri="{FF2B5EF4-FFF2-40B4-BE49-F238E27FC236}">
                    <a16:creationId xmlns:a16="http://schemas.microsoft.com/office/drawing/2014/main" id="{FFE95B85-D5CC-8507-9CC0-19B857F804D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4343" y="3322"/>
                <a:ext cx="1" cy="42"/>
              </a:xfrm>
              <a:prstGeom prst="line">
                <a:avLst/>
              </a:prstGeom>
              <a:noFill/>
              <a:ln w="0">
                <a:solidFill>
                  <a:srgbClr val="0000F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1057" name="Line 758">
                <a:extLst>
                  <a:ext uri="{FF2B5EF4-FFF2-40B4-BE49-F238E27FC236}">
                    <a16:creationId xmlns:a16="http://schemas.microsoft.com/office/drawing/2014/main" id="{3B2BEA72-D47A-6FE6-160A-08C97159845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4343" y="3259"/>
                <a:ext cx="1" cy="42"/>
              </a:xfrm>
              <a:prstGeom prst="line">
                <a:avLst/>
              </a:prstGeom>
              <a:noFill/>
              <a:ln w="0">
                <a:solidFill>
                  <a:srgbClr val="0000F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1058" name="Line 759">
                <a:extLst>
                  <a:ext uri="{FF2B5EF4-FFF2-40B4-BE49-F238E27FC236}">
                    <a16:creationId xmlns:a16="http://schemas.microsoft.com/office/drawing/2014/main" id="{004E8A78-725C-1D02-0115-4AF15029CA7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4343" y="3197"/>
                <a:ext cx="1" cy="42"/>
              </a:xfrm>
              <a:prstGeom prst="line">
                <a:avLst/>
              </a:prstGeom>
              <a:noFill/>
              <a:ln w="0">
                <a:solidFill>
                  <a:srgbClr val="0000F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1059" name="Line 760">
                <a:extLst>
                  <a:ext uri="{FF2B5EF4-FFF2-40B4-BE49-F238E27FC236}">
                    <a16:creationId xmlns:a16="http://schemas.microsoft.com/office/drawing/2014/main" id="{94A39230-8126-C655-4E3C-91AB8F5FEFE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4343" y="3125"/>
                <a:ext cx="1" cy="51"/>
              </a:xfrm>
              <a:prstGeom prst="line">
                <a:avLst/>
              </a:prstGeom>
              <a:noFill/>
              <a:ln w="0">
                <a:solidFill>
                  <a:srgbClr val="0000F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1060" name="Freeform 761">
                <a:extLst>
                  <a:ext uri="{FF2B5EF4-FFF2-40B4-BE49-F238E27FC236}">
                    <a16:creationId xmlns:a16="http://schemas.microsoft.com/office/drawing/2014/main" id="{7F335676-3509-658D-010D-44E22699ABF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492" y="3749"/>
                <a:ext cx="16" cy="8"/>
              </a:xfrm>
              <a:custGeom>
                <a:avLst/>
                <a:gdLst>
                  <a:gd name="T0" fmla="*/ 0 w 114"/>
                  <a:gd name="T1" fmla="*/ 0 h 56"/>
                  <a:gd name="T2" fmla="*/ 0 w 114"/>
                  <a:gd name="T3" fmla="*/ 0 h 56"/>
                  <a:gd name="T4" fmla="*/ 0 w 114"/>
                  <a:gd name="T5" fmla="*/ 0 h 56"/>
                  <a:gd name="T6" fmla="*/ 0 w 114"/>
                  <a:gd name="T7" fmla="*/ 0 h 56"/>
                  <a:gd name="T8" fmla="*/ 0 w 114"/>
                  <a:gd name="T9" fmla="*/ 0 h 56"/>
                  <a:gd name="T10" fmla="*/ 0 w 114"/>
                  <a:gd name="T11" fmla="*/ 0 h 56"/>
                  <a:gd name="T12" fmla="*/ 0 w 114"/>
                  <a:gd name="T13" fmla="*/ 0 h 56"/>
                  <a:gd name="T14" fmla="*/ 0 w 114"/>
                  <a:gd name="T15" fmla="*/ 0 h 56"/>
                  <a:gd name="T16" fmla="*/ 0 w 114"/>
                  <a:gd name="T17" fmla="*/ 0 h 56"/>
                  <a:gd name="T18" fmla="*/ 0 w 114"/>
                  <a:gd name="T19" fmla="*/ 0 h 56"/>
                  <a:gd name="T20" fmla="*/ 0 w 114"/>
                  <a:gd name="T21" fmla="*/ 0 h 56"/>
                  <a:gd name="T22" fmla="*/ 0 w 114"/>
                  <a:gd name="T23" fmla="*/ 0 h 56"/>
                  <a:gd name="T24" fmla="*/ 0 w 114"/>
                  <a:gd name="T25" fmla="*/ 0 h 56"/>
                  <a:gd name="T26" fmla="*/ 0 w 114"/>
                  <a:gd name="T27" fmla="*/ 0 h 56"/>
                  <a:gd name="T28" fmla="*/ 0 w 114"/>
                  <a:gd name="T29" fmla="*/ 0 h 56"/>
                  <a:gd name="T30" fmla="*/ 0 w 114"/>
                  <a:gd name="T31" fmla="*/ 0 h 56"/>
                  <a:gd name="T32" fmla="*/ 0 w 114"/>
                  <a:gd name="T33" fmla="*/ 0 h 5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w 114"/>
                  <a:gd name="T52" fmla="*/ 0 h 56"/>
                  <a:gd name="T53" fmla="*/ 114 w 114"/>
                  <a:gd name="T54" fmla="*/ 56 h 56"/>
                </a:gdLst>
                <a:ahLst/>
                <a:cxnLst>
                  <a:cxn ang="T34">
                    <a:pos x="T0" y="T1"/>
                  </a:cxn>
                  <a:cxn ang="T35">
                    <a:pos x="T2" y="T3"/>
                  </a:cxn>
                  <a:cxn ang="T36">
                    <a:pos x="T4" y="T5"/>
                  </a:cxn>
                  <a:cxn ang="T37">
                    <a:pos x="T6" y="T7"/>
                  </a:cxn>
                  <a:cxn ang="T38">
                    <a:pos x="T8" y="T9"/>
                  </a:cxn>
                  <a:cxn ang="T39">
                    <a:pos x="T10" y="T11"/>
                  </a:cxn>
                  <a:cxn ang="T40">
                    <a:pos x="T12" y="T13"/>
                  </a:cxn>
                  <a:cxn ang="T41">
                    <a:pos x="T14" y="T15"/>
                  </a:cxn>
                  <a:cxn ang="T42">
                    <a:pos x="T16" y="T17"/>
                  </a:cxn>
                  <a:cxn ang="T43">
                    <a:pos x="T18" y="T19"/>
                  </a:cxn>
                  <a:cxn ang="T44">
                    <a:pos x="T20" y="T21"/>
                  </a:cxn>
                  <a:cxn ang="T45">
                    <a:pos x="T22" y="T23"/>
                  </a:cxn>
                  <a:cxn ang="T46">
                    <a:pos x="T24" y="T25"/>
                  </a:cxn>
                  <a:cxn ang="T47">
                    <a:pos x="T26" y="T27"/>
                  </a:cxn>
                  <a:cxn ang="T48">
                    <a:pos x="T28" y="T29"/>
                  </a:cxn>
                  <a:cxn ang="T49">
                    <a:pos x="T30" y="T31"/>
                  </a:cxn>
                  <a:cxn ang="T50">
                    <a:pos x="T32" y="T33"/>
                  </a:cxn>
                </a:cxnLst>
                <a:rect l="T51" t="T52" r="T53" b="T54"/>
                <a:pathLst>
                  <a:path w="114" h="56">
                    <a:moveTo>
                      <a:pt x="57" y="0"/>
                    </a:moveTo>
                    <a:lnTo>
                      <a:pt x="114" y="0"/>
                    </a:lnTo>
                    <a:lnTo>
                      <a:pt x="112" y="13"/>
                    </a:lnTo>
                    <a:lnTo>
                      <a:pt x="107" y="25"/>
                    </a:lnTo>
                    <a:lnTo>
                      <a:pt x="100" y="35"/>
                    </a:lnTo>
                    <a:lnTo>
                      <a:pt x="91" y="44"/>
                    </a:lnTo>
                    <a:lnTo>
                      <a:pt x="81" y="51"/>
                    </a:lnTo>
                    <a:lnTo>
                      <a:pt x="69" y="55"/>
                    </a:lnTo>
                    <a:lnTo>
                      <a:pt x="57" y="56"/>
                    </a:lnTo>
                    <a:lnTo>
                      <a:pt x="44" y="55"/>
                    </a:lnTo>
                    <a:lnTo>
                      <a:pt x="32" y="51"/>
                    </a:lnTo>
                    <a:lnTo>
                      <a:pt x="22" y="44"/>
                    </a:lnTo>
                    <a:lnTo>
                      <a:pt x="13" y="35"/>
                    </a:lnTo>
                    <a:lnTo>
                      <a:pt x="6" y="25"/>
                    </a:lnTo>
                    <a:lnTo>
                      <a:pt x="2" y="13"/>
                    </a:lnTo>
                    <a:lnTo>
                      <a:pt x="0" y="0"/>
                    </a:lnTo>
                    <a:lnTo>
                      <a:pt x="57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1061" name="Freeform 762">
                <a:extLst>
                  <a:ext uri="{FF2B5EF4-FFF2-40B4-BE49-F238E27FC236}">
                    <a16:creationId xmlns:a16="http://schemas.microsoft.com/office/drawing/2014/main" id="{016C4A19-1AC9-E8A3-0952-4B12C1CD27B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492" y="3749"/>
                <a:ext cx="16" cy="8"/>
              </a:xfrm>
              <a:custGeom>
                <a:avLst/>
                <a:gdLst>
                  <a:gd name="T0" fmla="*/ 0 w 114"/>
                  <a:gd name="T1" fmla="*/ 0 h 56"/>
                  <a:gd name="T2" fmla="*/ 0 w 114"/>
                  <a:gd name="T3" fmla="*/ 0 h 56"/>
                  <a:gd name="T4" fmla="*/ 0 w 114"/>
                  <a:gd name="T5" fmla="*/ 0 h 56"/>
                  <a:gd name="T6" fmla="*/ 0 w 114"/>
                  <a:gd name="T7" fmla="*/ 0 h 56"/>
                  <a:gd name="T8" fmla="*/ 0 w 114"/>
                  <a:gd name="T9" fmla="*/ 0 h 56"/>
                  <a:gd name="T10" fmla="*/ 0 w 114"/>
                  <a:gd name="T11" fmla="*/ 0 h 56"/>
                  <a:gd name="T12" fmla="*/ 0 w 114"/>
                  <a:gd name="T13" fmla="*/ 0 h 56"/>
                  <a:gd name="T14" fmla="*/ 0 w 114"/>
                  <a:gd name="T15" fmla="*/ 0 h 56"/>
                  <a:gd name="T16" fmla="*/ 0 w 114"/>
                  <a:gd name="T17" fmla="*/ 0 h 56"/>
                  <a:gd name="T18" fmla="*/ 0 w 114"/>
                  <a:gd name="T19" fmla="*/ 0 h 56"/>
                  <a:gd name="T20" fmla="*/ 0 w 114"/>
                  <a:gd name="T21" fmla="*/ 0 h 56"/>
                  <a:gd name="T22" fmla="*/ 0 w 114"/>
                  <a:gd name="T23" fmla="*/ 0 h 56"/>
                  <a:gd name="T24" fmla="*/ 0 w 114"/>
                  <a:gd name="T25" fmla="*/ 0 h 56"/>
                  <a:gd name="T26" fmla="*/ 0 w 114"/>
                  <a:gd name="T27" fmla="*/ 0 h 56"/>
                  <a:gd name="T28" fmla="*/ 0 w 114"/>
                  <a:gd name="T29" fmla="*/ 0 h 5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w 114"/>
                  <a:gd name="T46" fmla="*/ 0 h 56"/>
                  <a:gd name="T47" fmla="*/ 114 w 114"/>
                  <a:gd name="T48" fmla="*/ 56 h 56"/>
                </a:gdLst>
                <a:ahLst/>
                <a:cxnLst>
                  <a:cxn ang="T30">
                    <a:pos x="T0" y="T1"/>
                  </a:cxn>
                  <a:cxn ang="T31">
                    <a:pos x="T2" y="T3"/>
                  </a:cxn>
                  <a:cxn ang="T32">
                    <a:pos x="T4" y="T5"/>
                  </a:cxn>
                  <a:cxn ang="T33">
                    <a:pos x="T6" y="T7"/>
                  </a:cxn>
                  <a:cxn ang="T34">
                    <a:pos x="T8" y="T9"/>
                  </a:cxn>
                  <a:cxn ang="T35">
                    <a:pos x="T10" y="T11"/>
                  </a:cxn>
                  <a:cxn ang="T36">
                    <a:pos x="T12" y="T13"/>
                  </a:cxn>
                  <a:cxn ang="T37">
                    <a:pos x="T14" y="T15"/>
                  </a:cxn>
                  <a:cxn ang="T38">
                    <a:pos x="T16" y="T17"/>
                  </a:cxn>
                  <a:cxn ang="T39">
                    <a:pos x="T18" y="T19"/>
                  </a:cxn>
                  <a:cxn ang="T40">
                    <a:pos x="T20" y="T21"/>
                  </a:cxn>
                  <a:cxn ang="T41">
                    <a:pos x="T22" y="T23"/>
                  </a:cxn>
                  <a:cxn ang="T42">
                    <a:pos x="T24" y="T25"/>
                  </a:cxn>
                  <a:cxn ang="T43">
                    <a:pos x="T26" y="T27"/>
                  </a:cxn>
                  <a:cxn ang="T44">
                    <a:pos x="T28" y="T29"/>
                  </a:cxn>
                </a:cxnLst>
                <a:rect l="T45" t="T46" r="T47" b="T48"/>
                <a:pathLst>
                  <a:path w="114" h="56">
                    <a:moveTo>
                      <a:pt x="114" y="0"/>
                    </a:moveTo>
                    <a:lnTo>
                      <a:pt x="112" y="13"/>
                    </a:lnTo>
                    <a:lnTo>
                      <a:pt x="107" y="25"/>
                    </a:lnTo>
                    <a:lnTo>
                      <a:pt x="100" y="35"/>
                    </a:lnTo>
                    <a:lnTo>
                      <a:pt x="91" y="44"/>
                    </a:lnTo>
                    <a:lnTo>
                      <a:pt x="81" y="51"/>
                    </a:lnTo>
                    <a:lnTo>
                      <a:pt x="69" y="55"/>
                    </a:lnTo>
                    <a:lnTo>
                      <a:pt x="57" y="56"/>
                    </a:lnTo>
                    <a:lnTo>
                      <a:pt x="44" y="55"/>
                    </a:lnTo>
                    <a:lnTo>
                      <a:pt x="32" y="51"/>
                    </a:lnTo>
                    <a:lnTo>
                      <a:pt x="22" y="44"/>
                    </a:lnTo>
                    <a:lnTo>
                      <a:pt x="13" y="35"/>
                    </a:lnTo>
                    <a:lnTo>
                      <a:pt x="6" y="25"/>
                    </a:lnTo>
                    <a:lnTo>
                      <a:pt x="2" y="13"/>
                    </a:lnTo>
                    <a:lnTo>
                      <a:pt x="0" y="0"/>
                    </a:lnTo>
                  </a:path>
                </a:pathLst>
              </a:cu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1062" name="Freeform 763">
                <a:extLst>
                  <a:ext uri="{FF2B5EF4-FFF2-40B4-BE49-F238E27FC236}">
                    <a16:creationId xmlns:a16="http://schemas.microsoft.com/office/drawing/2014/main" id="{D2164A9D-5909-F69B-AF7B-13503EACADC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492" y="2984"/>
                <a:ext cx="16" cy="765"/>
              </a:xfrm>
              <a:custGeom>
                <a:avLst/>
                <a:gdLst>
                  <a:gd name="T0" fmla="*/ 0 w 114"/>
                  <a:gd name="T1" fmla="*/ 0 h 5356"/>
                  <a:gd name="T2" fmla="*/ 0 w 114"/>
                  <a:gd name="T3" fmla="*/ 0 h 5356"/>
                  <a:gd name="T4" fmla="*/ 0 w 114"/>
                  <a:gd name="T5" fmla="*/ 0 h 5356"/>
                  <a:gd name="T6" fmla="*/ 0 w 114"/>
                  <a:gd name="T7" fmla="*/ 0 h 5356"/>
                  <a:gd name="T8" fmla="*/ 0 w 114"/>
                  <a:gd name="T9" fmla="*/ 0 h 5356"/>
                  <a:gd name="T10" fmla="*/ 0 w 114"/>
                  <a:gd name="T11" fmla="*/ 0 h 5356"/>
                  <a:gd name="T12" fmla="*/ 0 w 114"/>
                  <a:gd name="T13" fmla="*/ 0 h 535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114"/>
                  <a:gd name="T22" fmla="*/ 0 h 5356"/>
                  <a:gd name="T23" fmla="*/ 114 w 114"/>
                  <a:gd name="T24" fmla="*/ 5356 h 535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114" h="5356">
                    <a:moveTo>
                      <a:pt x="0" y="5356"/>
                    </a:moveTo>
                    <a:lnTo>
                      <a:pt x="57" y="5356"/>
                    </a:lnTo>
                    <a:lnTo>
                      <a:pt x="114" y="5356"/>
                    </a:lnTo>
                    <a:lnTo>
                      <a:pt x="114" y="0"/>
                    </a:lnTo>
                    <a:lnTo>
                      <a:pt x="57" y="0"/>
                    </a:lnTo>
                    <a:lnTo>
                      <a:pt x="0" y="0"/>
                    </a:lnTo>
                    <a:lnTo>
                      <a:pt x="0" y="5356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1063" name="Freeform 764">
                <a:extLst>
                  <a:ext uri="{FF2B5EF4-FFF2-40B4-BE49-F238E27FC236}">
                    <a16:creationId xmlns:a16="http://schemas.microsoft.com/office/drawing/2014/main" id="{FFA9A6D5-5CB8-6507-86DA-3CAB8D5C1E9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492" y="2984"/>
                <a:ext cx="16" cy="765"/>
              </a:xfrm>
              <a:custGeom>
                <a:avLst/>
                <a:gdLst>
                  <a:gd name="T0" fmla="*/ 0 w 114"/>
                  <a:gd name="T1" fmla="*/ 0 h 5356"/>
                  <a:gd name="T2" fmla="*/ 0 w 114"/>
                  <a:gd name="T3" fmla="*/ 0 h 5356"/>
                  <a:gd name="T4" fmla="*/ 0 w 114"/>
                  <a:gd name="T5" fmla="*/ 0 h 5356"/>
                  <a:gd name="T6" fmla="*/ 0 w 114"/>
                  <a:gd name="T7" fmla="*/ 0 h 5356"/>
                  <a:gd name="T8" fmla="*/ 0 w 114"/>
                  <a:gd name="T9" fmla="*/ 0 h 5356"/>
                  <a:gd name="T10" fmla="*/ 0 w 114"/>
                  <a:gd name="T11" fmla="*/ 0 h 5356"/>
                  <a:gd name="T12" fmla="*/ 0 w 114"/>
                  <a:gd name="T13" fmla="*/ 0 h 535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114"/>
                  <a:gd name="T22" fmla="*/ 0 h 5356"/>
                  <a:gd name="T23" fmla="*/ 114 w 114"/>
                  <a:gd name="T24" fmla="*/ 5356 h 535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114" h="5356">
                    <a:moveTo>
                      <a:pt x="0" y="5356"/>
                    </a:moveTo>
                    <a:lnTo>
                      <a:pt x="57" y="5356"/>
                    </a:lnTo>
                    <a:lnTo>
                      <a:pt x="114" y="5356"/>
                    </a:lnTo>
                    <a:lnTo>
                      <a:pt x="114" y="0"/>
                    </a:lnTo>
                    <a:lnTo>
                      <a:pt x="57" y="0"/>
                    </a:lnTo>
                    <a:lnTo>
                      <a:pt x="0" y="0"/>
                    </a:lnTo>
                    <a:lnTo>
                      <a:pt x="0" y="5356"/>
                    </a:lnTo>
                    <a:close/>
                  </a:path>
                </a:pathLst>
              </a:cu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1064" name="Freeform 765">
                <a:extLst>
                  <a:ext uri="{FF2B5EF4-FFF2-40B4-BE49-F238E27FC236}">
                    <a16:creationId xmlns:a16="http://schemas.microsoft.com/office/drawing/2014/main" id="{F97BB343-6CDA-C76D-3BFF-1780F27397E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492" y="2976"/>
                <a:ext cx="16" cy="8"/>
              </a:xfrm>
              <a:custGeom>
                <a:avLst/>
                <a:gdLst>
                  <a:gd name="T0" fmla="*/ 0 w 114"/>
                  <a:gd name="T1" fmla="*/ 0 h 57"/>
                  <a:gd name="T2" fmla="*/ 0 w 114"/>
                  <a:gd name="T3" fmla="*/ 0 h 57"/>
                  <a:gd name="T4" fmla="*/ 0 w 114"/>
                  <a:gd name="T5" fmla="*/ 0 h 57"/>
                  <a:gd name="T6" fmla="*/ 0 w 114"/>
                  <a:gd name="T7" fmla="*/ 0 h 57"/>
                  <a:gd name="T8" fmla="*/ 0 w 114"/>
                  <a:gd name="T9" fmla="*/ 0 h 57"/>
                  <a:gd name="T10" fmla="*/ 0 w 114"/>
                  <a:gd name="T11" fmla="*/ 0 h 57"/>
                  <a:gd name="T12" fmla="*/ 0 w 114"/>
                  <a:gd name="T13" fmla="*/ 0 h 57"/>
                  <a:gd name="T14" fmla="*/ 0 w 114"/>
                  <a:gd name="T15" fmla="*/ 0 h 57"/>
                  <a:gd name="T16" fmla="*/ 0 w 114"/>
                  <a:gd name="T17" fmla="*/ 0 h 57"/>
                  <a:gd name="T18" fmla="*/ 0 w 114"/>
                  <a:gd name="T19" fmla="*/ 0 h 57"/>
                  <a:gd name="T20" fmla="*/ 0 w 114"/>
                  <a:gd name="T21" fmla="*/ 0 h 57"/>
                  <a:gd name="T22" fmla="*/ 0 w 114"/>
                  <a:gd name="T23" fmla="*/ 0 h 57"/>
                  <a:gd name="T24" fmla="*/ 0 w 114"/>
                  <a:gd name="T25" fmla="*/ 0 h 57"/>
                  <a:gd name="T26" fmla="*/ 0 w 114"/>
                  <a:gd name="T27" fmla="*/ 0 h 57"/>
                  <a:gd name="T28" fmla="*/ 0 w 114"/>
                  <a:gd name="T29" fmla="*/ 0 h 57"/>
                  <a:gd name="T30" fmla="*/ 0 w 114"/>
                  <a:gd name="T31" fmla="*/ 0 h 57"/>
                  <a:gd name="T32" fmla="*/ 0 w 114"/>
                  <a:gd name="T33" fmla="*/ 0 h 57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w 114"/>
                  <a:gd name="T52" fmla="*/ 0 h 57"/>
                  <a:gd name="T53" fmla="*/ 114 w 114"/>
                  <a:gd name="T54" fmla="*/ 57 h 57"/>
                </a:gdLst>
                <a:ahLst/>
                <a:cxnLst>
                  <a:cxn ang="T34">
                    <a:pos x="T0" y="T1"/>
                  </a:cxn>
                  <a:cxn ang="T35">
                    <a:pos x="T2" y="T3"/>
                  </a:cxn>
                  <a:cxn ang="T36">
                    <a:pos x="T4" y="T5"/>
                  </a:cxn>
                  <a:cxn ang="T37">
                    <a:pos x="T6" y="T7"/>
                  </a:cxn>
                  <a:cxn ang="T38">
                    <a:pos x="T8" y="T9"/>
                  </a:cxn>
                  <a:cxn ang="T39">
                    <a:pos x="T10" y="T11"/>
                  </a:cxn>
                  <a:cxn ang="T40">
                    <a:pos x="T12" y="T13"/>
                  </a:cxn>
                  <a:cxn ang="T41">
                    <a:pos x="T14" y="T15"/>
                  </a:cxn>
                  <a:cxn ang="T42">
                    <a:pos x="T16" y="T17"/>
                  </a:cxn>
                  <a:cxn ang="T43">
                    <a:pos x="T18" y="T19"/>
                  </a:cxn>
                  <a:cxn ang="T44">
                    <a:pos x="T20" y="T21"/>
                  </a:cxn>
                  <a:cxn ang="T45">
                    <a:pos x="T22" y="T23"/>
                  </a:cxn>
                  <a:cxn ang="T46">
                    <a:pos x="T24" y="T25"/>
                  </a:cxn>
                  <a:cxn ang="T47">
                    <a:pos x="T26" y="T27"/>
                  </a:cxn>
                  <a:cxn ang="T48">
                    <a:pos x="T28" y="T29"/>
                  </a:cxn>
                  <a:cxn ang="T49">
                    <a:pos x="T30" y="T31"/>
                  </a:cxn>
                  <a:cxn ang="T50">
                    <a:pos x="T32" y="T33"/>
                  </a:cxn>
                </a:cxnLst>
                <a:rect l="T51" t="T52" r="T53" b="T54"/>
                <a:pathLst>
                  <a:path w="114" h="57">
                    <a:moveTo>
                      <a:pt x="57" y="57"/>
                    </a:moveTo>
                    <a:lnTo>
                      <a:pt x="0" y="57"/>
                    </a:lnTo>
                    <a:lnTo>
                      <a:pt x="2" y="45"/>
                    </a:lnTo>
                    <a:lnTo>
                      <a:pt x="6" y="33"/>
                    </a:lnTo>
                    <a:lnTo>
                      <a:pt x="13" y="23"/>
                    </a:lnTo>
                    <a:lnTo>
                      <a:pt x="22" y="14"/>
                    </a:lnTo>
                    <a:lnTo>
                      <a:pt x="32" y="7"/>
                    </a:lnTo>
                    <a:lnTo>
                      <a:pt x="44" y="2"/>
                    </a:lnTo>
                    <a:lnTo>
                      <a:pt x="57" y="0"/>
                    </a:lnTo>
                    <a:lnTo>
                      <a:pt x="69" y="2"/>
                    </a:lnTo>
                    <a:lnTo>
                      <a:pt x="81" y="7"/>
                    </a:lnTo>
                    <a:lnTo>
                      <a:pt x="91" y="14"/>
                    </a:lnTo>
                    <a:lnTo>
                      <a:pt x="100" y="23"/>
                    </a:lnTo>
                    <a:lnTo>
                      <a:pt x="107" y="33"/>
                    </a:lnTo>
                    <a:lnTo>
                      <a:pt x="112" y="45"/>
                    </a:lnTo>
                    <a:lnTo>
                      <a:pt x="114" y="57"/>
                    </a:lnTo>
                    <a:lnTo>
                      <a:pt x="57" y="57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1065" name="Freeform 766">
                <a:extLst>
                  <a:ext uri="{FF2B5EF4-FFF2-40B4-BE49-F238E27FC236}">
                    <a16:creationId xmlns:a16="http://schemas.microsoft.com/office/drawing/2014/main" id="{EE6CAC68-1F9F-A7F8-18EF-21C7471344F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492" y="2976"/>
                <a:ext cx="16" cy="8"/>
              </a:xfrm>
              <a:custGeom>
                <a:avLst/>
                <a:gdLst>
                  <a:gd name="T0" fmla="*/ 0 w 114"/>
                  <a:gd name="T1" fmla="*/ 0 h 57"/>
                  <a:gd name="T2" fmla="*/ 0 w 114"/>
                  <a:gd name="T3" fmla="*/ 0 h 57"/>
                  <a:gd name="T4" fmla="*/ 0 w 114"/>
                  <a:gd name="T5" fmla="*/ 0 h 57"/>
                  <a:gd name="T6" fmla="*/ 0 w 114"/>
                  <a:gd name="T7" fmla="*/ 0 h 57"/>
                  <a:gd name="T8" fmla="*/ 0 w 114"/>
                  <a:gd name="T9" fmla="*/ 0 h 57"/>
                  <a:gd name="T10" fmla="*/ 0 w 114"/>
                  <a:gd name="T11" fmla="*/ 0 h 57"/>
                  <a:gd name="T12" fmla="*/ 0 w 114"/>
                  <a:gd name="T13" fmla="*/ 0 h 57"/>
                  <a:gd name="T14" fmla="*/ 0 w 114"/>
                  <a:gd name="T15" fmla="*/ 0 h 57"/>
                  <a:gd name="T16" fmla="*/ 0 w 114"/>
                  <a:gd name="T17" fmla="*/ 0 h 57"/>
                  <a:gd name="T18" fmla="*/ 0 w 114"/>
                  <a:gd name="T19" fmla="*/ 0 h 57"/>
                  <a:gd name="T20" fmla="*/ 0 w 114"/>
                  <a:gd name="T21" fmla="*/ 0 h 57"/>
                  <a:gd name="T22" fmla="*/ 0 w 114"/>
                  <a:gd name="T23" fmla="*/ 0 h 57"/>
                  <a:gd name="T24" fmla="*/ 0 w 114"/>
                  <a:gd name="T25" fmla="*/ 0 h 57"/>
                  <a:gd name="T26" fmla="*/ 0 w 114"/>
                  <a:gd name="T27" fmla="*/ 0 h 57"/>
                  <a:gd name="T28" fmla="*/ 0 w 114"/>
                  <a:gd name="T29" fmla="*/ 0 h 57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w 114"/>
                  <a:gd name="T46" fmla="*/ 0 h 57"/>
                  <a:gd name="T47" fmla="*/ 114 w 114"/>
                  <a:gd name="T48" fmla="*/ 57 h 57"/>
                </a:gdLst>
                <a:ahLst/>
                <a:cxnLst>
                  <a:cxn ang="T30">
                    <a:pos x="T0" y="T1"/>
                  </a:cxn>
                  <a:cxn ang="T31">
                    <a:pos x="T2" y="T3"/>
                  </a:cxn>
                  <a:cxn ang="T32">
                    <a:pos x="T4" y="T5"/>
                  </a:cxn>
                  <a:cxn ang="T33">
                    <a:pos x="T6" y="T7"/>
                  </a:cxn>
                  <a:cxn ang="T34">
                    <a:pos x="T8" y="T9"/>
                  </a:cxn>
                  <a:cxn ang="T35">
                    <a:pos x="T10" y="T11"/>
                  </a:cxn>
                  <a:cxn ang="T36">
                    <a:pos x="T12" y="T13"/>
                  </a:cxn>
                  <a:cxn ang="T37">
                    <a:pos x="T14" y="T15"/>
                  </a:cxn>
                  <a:cxn ang="T38">
                    <a:pos x="T16" y="T17"/>
                  </a:cxn>
                  <a:cxn ang="T39">
                    <a:pos x="T18" y="T19"/>
                  </a:cxn>
                  <a:cxn ang="T40">
                    <a:pos x="T20" y="T21"/>
                  </a:cxn>
                  <a:cxn ang="T41">
                    <a:pos x="T22" y="T23"/>
                  </a:cxn>
                  <a:cxn ang="T42">
                    <a:pos x="T24" y="T25"/>
                  </a:cxn>
                  <a:cxn ang="T43">
                    <a:pos x="T26" y="T27"/>
                  </a:cxn>
                  <a:cxn ang="T44">
                    <a:pos x="T28" y="T29"/>
                  </a:cxn>
                </a:cxnLst>
                <a:rect l="T45" t="T46" r="T47" b="T48"/>
                <a:pathLst>
                  <a:path w="114" h="57">
                    <a:moveTo>
                      <a:pt x="0" y="57"/>
                    </a:moveTo>
                    <a:lnTo>
                      <a:pt x="2" y="45"/>
                    </a:lnTo>
                    <a:lnTo>
                      <a:pt x="6" y="33"/>
                    </a:lnTo>
                    <a:lnTo>
                      <a:pt x="13" y="23"/>
                    </a:lnTo>
                    <a:lnTo>
                      <a:pt x="22" y="14"/>
                    </a:lnTo>
                    <a:lnTo>
                      <a:pt x="32" y="7"/>
                    </a:lnTo>
                    <a:lnTo>
                      <a:pt x="44" y="2"/>
                    </a:lnTo>
                    <a:lnTo>
                      <a:pt x="57" y="0"/>
                    </a:lnTo>
                    <a:lnTo>
                      <a:pt x="69" y="2"/>
                    </a:lnTo>
                    <a:lnTo>
                      <a:pt x="81" y="7"/>
                    </a:lnTo>
                    <a:lnTo>
                      <a:pt x="91" y="14"/>
                    </a:lnTo>
                    <a:lnTo>
                      <a:pt x="100" y="23"/>
                    </a:lnTo>
                    <a:lnTo>
                      <a:pt x="107" y="33"/>
                    </a:lnTo>
                    <a:lnTo>
                      <a:pt x="112" y="45"/>
                    </a:lnTo>
                    <a:lnTo>
                      <a:pt x="114" y="57"/>
                    </a:lnTo>
                  </a:path>
                </a:pathLst>
              </a:cu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1066" name="Freeform 767">
                <a:extLst>
                  <a:ext uri="{FF2B5EF4-FFF2-40B4-BE49-F238E27FC236}">
                    <a16:creationId xmlns:a16="http://schemas.microsoft.com/office/drawing/2014/main" id="{C988C384-F65F-1A5A-4143-5378C2A8FC7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023" y="3741"/>
                <a:ext cx="8" cy="16"/>
              </a:xfrm>
              <a:custGeom>
                <a:avLst/>
                <a:gdLst>
                  <a:gd name="T0" fmla="*/ 0 w 56"/>
                  <a:gd name="T1" fmla="*/ 0 h 113"/>
                  <a:gd name="T2" fmla="*/ 0 w 56"/>
                  <a:gd name="T3" fmla="*/ 0 h 113"/>
                  <a:gd name="T4" fmla="*/ 0 w 56"/>
                  <a:gd name="T5" fmla="*/ 0 h 113"/>
                  <a:gd name="T6" fmla="*/ 0 w 56"/>
                  <a:gd name="T7" fmla="*/ 0 h 113"/>
                  <a:gd name="T8" fmla="*/ 0 w 56"/>
                  <a:gd name="T9" fmla="*/ 0 h 113"/>
                  <a:gd name="T10" fmla="*/ 0 w 56"/>
                  <a:gd name="T11" fmla="*/ 0 h 113"/>
                  <a:gd name="T12" fmla="*/ 0 w 56"/>
                  <a:gd name="T13" fmla="*/ 0 h 113"/>
                  <a:gd name="T14" fmla="*/ 0 w 56"/>
                  <a:gd name="T15" fmla="*/ 0 h 113"/>
                  <a:gd name="T16" fmla="*/ 0 w 56"/>
                  <a:gd name="T17" fmla="*/ 0 h 113"/>
                  <a:gd name="T18" fmla="*/ 0 w 56"/>
                  <a:gd name="T19" fmla="*/ 0 h 113"/>
                  <a:gd name="T20" fmla="*/ 0 w 56"/>
                  <a:gd name="T21" fmla="*/ 0 h 113"/>
                  <a:gd name="T22" fmla="*/ 0 w 56"/>
                  <a:gd name="T23" fmla="*/ 0 h 113"/>
                  <a:gd name="T24" fmla="*/ 0 w 56"/>
                  <a:gd name="T25" fmla="*/ 0 h 113"/>
                  <a:gd name="T26" fmla="*/ 0 w 56"/>
                  <a:gd name="T27" fmla="*/ 0 h 113"/>
                  <a:gd name="T28" fmla="*/ 0 w 56"/>
                  <a:gd name="T29" fmla="*/ 0 h 113"/>
                  <a:gd name="T30" fmla="*/ 0 w 56"/>
                  <a:gd name="T31" fmla="*/ 0 h 113"/>
                  <a:gd name="T32" fmla="*/ 0 w 56"/>
                  <a:gd name="T33" fmla="*/ 0 h 113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w 56"/>
                  <a:gd name="T52" fmla="*/ 0 h 113"/>
                  <a:gd name="T53" fmla="*/ 56 w 56"/>
                  <a:gd name="T54" fmla="*/ 113 h 113"/>
                </a:gdLst>
                <a:ahLst/>
                <a:cxnLst>
                  <a:cxn ang="T34">
                    <a:pos x="T0" y="T1"/>
                  </a:cxn>
                  <a:cxn ang="T35">
                    <a:pos x="T2" y="T3"/>
                  </a:cxn>
                  <a:cxn ang="T36">
                    <a:pos x="T4" y="T5"/>
                  </a:cxn>
                  <a:cxn ang="T37">
                    <a:pos x="T6" y="T7"/>
                  </a:cxn>
                  <a:cxn ang="T38">
                    <a:pos x="T8" y="T9"/>
                  </a:cxn>
                  <a:cxn ang="T39">
                    <a:pos x="T10" y="T11"/>
                  </a:cxn>
                  <a:cxn ang="T40">
                    <a:pos x="T12" y="T13"/>
                  </a:cxn>
                  <a:cxn ang="T41">
                    <a:pos x="T14" y="T15"/>
                  </a:cxn>
                  <a:cxn ang="T42">
                    <a:pos x="T16" y="T17"/>
                  </a:cxn>
                  <a:cxn ang="T43">
                    <a:pos x="T18" y="T19"/>
                  </a:cxn>
                  <a:cxn ang="T44">
                    <a:pos x="T20" y="T21"/>
                  </a:cxn>
                  <a:cxn ang="T45">
                    <a:pos x="T22" y="T23"/>
                  </a:cxn>
                  <a:cxn ang="T46">
                    <a:pos x="T24" y="T25"/>
                  </a:cxn>
                  <a:cxn ang="T47">
                    <a:pos x="T26" y="T27"/>
                  </a:cxn>
                  <a:cxn ang="T48">
                    <a:pos x="T28" y="T29"/>
                  </a:cxn>
                  <a:cxn ang="T49">
                    <a:pos x="T30" y="T31"/>
                  </a:cxn>
                  <a:cxn ang="T50">
                    <a:pos x="T32" y="T33"/>
                  </a:cxn>
                </a:cxnLst>
                <a:rect l="T51" t="T52" r="T53" b="T54"/>
                <a:pathLst>
                  <a:path w="56" h="113">
                    <a:moveTo>
                      <a:pt x="56" y="57"/>
                    </a:moveTo>
                    <a:lnTo>
                      <a:pt x="56" y="113"/>
                    </a:lnTo>
                    <a:lnTo>
                      <a:pt x="44" y="112"/>
                    </a:lnTo>
                    <a:lnTo>
                      <a:pt x="31" y="108"/>
                    </a:lnTo>
                    <a:lnTo>
                      <a:pt x="21" y="101"/>
                    </a:lnTo>
                    <a:lnTo>
                      <a:pt x="12" y="92"/>
                    </a:lnTo>
                    <a:lnTo>
                      <a:pt x="6" y="82"/>
                    </a:lnTo>
                    <a:lnTo>
                      <a:pt x="1" y="70"/>
                    </a:lnTo>
                    <a:lnTo>
                      <a:pt x="0" y="57"/>
                    </a:lnTo>
                    <a:lnTo>
                      <a:pt x="1" y="45"/>
                    </a:lnTo>
                    <a:lnTo>
                      <a:pt x="6" y="33"/>
                    </a:lnTo>
                    <a:lnTo>
                      <a:pt x="12" y="23"/>
                    </a:lnTo>
                    <a:lnTo>
                      <a:pt x="21" y="14"/>
                    </a:lnTo>
                    <a:lnTo>
                      <a:pt x="31" y="7"/>
                    </a:lnTo>
                    <a:lnTo>
                      <a:pt x="44" y="2"/>
                    </a:lnTo>
                    <a:lnTo>
                      <a:pt x="56" y="0"/>
                    </a:lnTo>
                    <a:lnTo>
                      <a:pt x="56" y="57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1067" name="Freeform 768">
                <a:extLst>
                  <a:ext uri="{FF2B5EF4-FFF2-40B4-BE49-F238E27FC236}">
                    <a16:creationId xmlns:a16="http://schemas.microsoft.com/office/drawing/2014/main" id="{522F0278-120A-3E89-B046-CFFE25494FD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023" y="3741"/>
                <a:ext cx="8" cy="16"/>
              </a:xfrm>
              <a:custGeom>
                <a:avLst/>
                <a:gdLst>
                  <a:gd name="T0" fmla="*/ 0 w 56"/>
                  <a:gd name="T1" fmla="*/ 0 h 113"/>
                  <a:gd name="T2" fmla="*/ 0 w 56"/>
                  <a:gd name="T3" fmla="*/ 0 h 113"/>
                  <a:gd name="T4" fmla="*/ 0 w 56"/>
                  <a:gd name="T5" fmla="*/ 0 h 113"/>
                  <a:gd name="T6" fmla="*/ 0 w 56"/>
                  <a:gd name="T7" fmla="*/ 0 h 113"/>
                  <a:gd name="T8" fmla="*/ 0 w 56"/>
                  <a:gd name="T9" fmla="*/ 0 h 113"/>
                  <a:gd name="T10" fmla="*/ 0 w 56"/>
                  <a:gd name="T11" fmla="*/ 0 h 113"/>
                  <a:gd name="T12" fmla="*/ 0 w 56"/>
                  <a:gd name="T13" fmla="*/ 0 h 113"/>
                  <a:gd name="T14" fmla="*/ 0 w 56"/>
                  <a:gd name="T15" fmla="*/ 0 h 113"/>
                  <a:gd name="T16" fmla="*/ 0 w 56"/>
                  <a:gd name="T17" fmla="*/ 0 h 113"/>
                  <a:gd name="T18" fmla="*/ 0 w 56"/>
                  <a:gd name="T19" fmla="*/ 0 h 113"/>
                  <a:gd name="T20" fmla="*/ 0 w 56"/>
                  <a:gd name="T21" fmla="*/ 0 h 113"/>
                  <a:gd name="T22" fmla="*/ 0 w 56"/>
                  <a:gd name="T23" fmla="*/ 0 h 113"/>
                  <a:gd name="T24" fmla="*/ 0 w 56"/>
                  <a:gd name="T25" fmla="*/ 0 h 113"/>
                  <a:gd name="T26" fmla="*/ 0 w 56"/>
                  <a:gd name="T27" fmla="*/ 0 h 113"/>
                  <a:gd name="T28" fmla="*/ 0 w 56"/>
                  <a:gd name="T29" fmla="*/ 0 h 113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w 56"/>
                  <a:gd name="T46" fmla="*/ 0 h 113"/>
                  <a:gd name="T47" fmla="*/ 56 w 56"/>
                  <a:gd name="T48" fmla="*/ 113 h 113"/>
                </a:gdLst>
                <a:ahLst/>
                <a:cxnLst>
                  <a:cxn ang="T30">
                    <a:pos x="T0" y="T1"/>
                  </a:cxn>
                  <a:cxn ang="T31">
                    <a:pos x="T2" y="T3"/>
                  </a:cxn>
                  <a:cxn ang="T32">
                    <a:pos x="T4" y="T5"/>
                  </a:cxn>
                  <a:cxn ang="T33">
                    <a:pos x="T6" y="T7"/>
                  </a:cxn>
                  <a:cxn ang="T34">
                    <a:pos x="T8" y="T9"/>
                  </a:cxn>
                  <a:cxn ang="T35">
                    <a:pos x="T10" y="T11"/>
                  </a:cxn>
                  <a:cxn ang="T36">
                    <a:pos x="T12" y="T13"/>
                  </a:cxn>
                  <a:cxn ang="T37">
                    <a:pos x="T14" y="T15"/>
                  </a:cxn>
                  <a:cxn ang="T38">
                    <a:pos x="T16" y="T17"/>
                  </a:cxn>
                  <a:cxn ang="T39">
                    <a:pos x="T18" y="T19"/>
                  </a:cxn>
                  <a:cxn ang="T40">
                    <a:pos x="T20" y="T21"/>
                  </a:cxn>
                  <a:cxn ang="T41">
                    <a:pos x="T22" y="T23"/>
                  </a:cxn>
                  <a:cxn ang="T42">
                    <a:pos x="T24" y="T25"/>
                  </a:cxn>
                  <a:cxn ang="T43">
                    <a:pos x="T26" y="T27"/>
                  </a:cxn>
                  <a:cxn ang="T44">
                    <a:pos x="T28" y="T29"/>
                  </a:cxn>
                </a:cxnLst>
                <a:rect l="T45" t="T46" r="T47" b="T48"/>
                <a:pathLst>
                  <a:path w="56" h="113">
                    <a:moveTo>
                      <a:pt x="56" y="113"/>
                    </a:moveTo>
                    <a:lnTo>
                      <a:pt x="44" y="112"/>
                    </a:lnTo>
                    <a:lnTo>
                      <a:pt x="31" y="108"/>
                    </a:lnTo>
                    <a:lnTo>
                      <a:pt x="21" y="101"/>
                    </a:lnTo>
                    <a:lnTo>
                      <a:pt x="12" y="92"/>
                    </a:lnTo>
                    <a:lnTo>
                      <a:pt x="6" y="82"/>
                    </a:lnTo>
                    <a:lnTo>
                      <a:pt x="1" y="70"/>
                    </a:lnTo>
                    <a:lnTo>
                      <a:pt x="0" y="57"/>
                    </a:lnTo>
                    <a:lnTo>
                      <a:pt x="1" y="45"/>
                    </a:lnTo>
                    <a:lnTo>
                      <a:pt x="6" y="33"/>
                    </a:lnTo>
                    <a:lnTo>
                      <a:pt x="12" y="23"/>
                    </a:lnTo>
                    <a:lnTo>
                      <a:pt x="21" y="14"/>
                    </a:lnTo>
                    <a:lnTo>
                      <a:pt x="31" y="7"/>
                    </a:lnTo>
                    <a:lnTo>
                      <a:pt x="44" y="2"/>
                    </a:lnTo>
                    <a:lnTo>
                      <a:pt x="56" y="0"/>
                    </a:lnTo>
                  </a:path>
                </a:pathLst>
              </a:cu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1068" name="Freeform 769">
                <a:extLst>
                  <a:ext uri="{FF2B5EF4-FFF2-40B4-BE49-F238E27FC236}">
                    <a16:creationId xmlns:a16="http://schemas.microsoft.com/office/drawing/2014/main" id="{6C971F70-DBB9-9924-33B6-1A3DA3DF26F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031" y="3741"/>
                <a:ext cx="469" cy="16"/>
              </a:xfrm>
              <a:custGeom>
                <a:avLst/>
                <a:gdLst>
                  <a:gd name="T0" fmla="*/ 0 w 3281"/>
                  <a:gd name="T1" fmla="*/ 0 h 113"/>
                  <a:gd name="T2" fmla="*/ 0 w 3281"/>
                  <a:gd name="T3" fmla="*/ 0 h 113"/>
                  <a:gd name="T4" fmla="*/ 0 w 3281"/>
                  <a:gd name="T5" fmla="*/ 0 h 113"/>
                  <a:gd name="T6" fmla="*/ 0 w 3281"/>
                  <a:gd name="T7" fmla="*/ 0 h 113"/>
                  <a:gd name="T8" fmla="*/ 0 w 3281"/>
                  <a:gd name="T9" fmla="*/ 0 h 113"/>
                  <a:gd name="T10" fmla="*/ 0 w 3281"/>
                  <a:gd name="T11" fmla="*/ 0 h 113"/>
                  <a:gd name="T12" fmla="*/ 0 w 3281"/>
                  <a:gd name="T13" fmla="*/ 0 h 113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3281"/>
                  <a:gd name="T22" fmla="*/ 0 h 113"/>
                  <a:gd name="T23" fmla="*/ 3281 w 3281"/>
                  <a:gd name="T24" fmla="*/ 113 h 113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3281" h="113">
                    <a:moveTo>
                      <a:pt x="0" y="0"/>
                    </a:moveTo>
                    <a:lnTo>
                      <a:pt x="0" y="57"/>
                    </a:lnTo>
                    <a:lnTo>
                      <a:pt x="0" y="113"/>
                    </a:lnTo>
                    <a:lnTo>
                      <a:pt x="3281" y="113"/>
                    </a:lnTo>
                    <a:lnTo>
                      <a:pt x="3281" y="57"/>
                    </a:lnTo>
                    <a:lnTo>
                      <a:pt x="3281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1069" name="Freeform 770">
                <a:extLst>
                  <a:ext uri="{FF2B5EF4-FFF2-40B4-BE49-F238E27FC236}">
                    <a16:creationId xmlns:a16="http://schemas.microsoft.com/office/drawing/2014/main" id="{E6C6EEC6-22D3-FFD9-000F-EB36EF4A8E4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031" y="3741"/>
                <a:ext cx="469" cy="16"/>
              </a:xfrm>
              <a:custGeom>
                <a:avLst/>
                <a:gdLst>
                  <a:gd name="T0" fmla="*/ 0 w 3281"/>
                  <a:gd name="T1" fmla="*/ 0 h 113"/>
                  <a:gd name="T2" fmla="*/ 0 w 3281"/>
                  <a:gd name="T3" fmla="*/ 0 h 113"/>
                  <a:gd name="T4" fmla="*/ 0 w 3281"/>
                  <a:gd name="T5" fmla="*/ 0 h 113"/>
                  <a:gd name="T6" fmla="*/ 0 w 3281"/>
                  <a:gd name="T7" fmla="*/ 0 h 113"/>
                  <a:gd name="T8" fmla="*/ 0 w 3281"/>
                  <a:gd name="T9" fmla="*/ 0 h 113"/>
                  <a:gd name="T10" fmla="*/ 0 w 3281"/>
                  <a:gd name="T11" fmla="*/ 0 h 113"/>
                  <a:gd name="T12" fmla="*/ 0 w 3281"/>
                  <a:gd name="T13" fmla="*/ 0 h 113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3281"/>
                  <a:gd name="T22" fmla="*/ 0 h 113"/>
                  <a:gd name="T23" fmla="*/ 3281 w 3281"/>
                  <a:gd name="T24" fmla="*/ 113 h 113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3281" h="113">
                    <a:moveTo>
                      <a:pt x="0" y="0"/>
                    </a:moveTo>
                    <a:lnTo>
                      <a:pt x="0" y="57"/>
                    </a:lnTo>
                    <a:lnTo>
                      <a:pt x="0" y="113"/>
                    </a:lnTo>
                    <a:lnTo>
                      <a:pt x="3281" y="113"/>
                    </a:lnTo>
                    <a:lnTo>
                      <a:pt x="3281" y="57"/>
                    </a:lnTo>
                    <a:lnTo>
                      <a:pt x="3281" y="0"/>
                    </a:lnTo>
                    <a:lnTo>
                      <a:pt x="0" y="0"/>
                    </a:lnTo>
                    <a:close/>
                  </a:path>
                </a:pathLst>
              </a:cu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1070" name="Freeform 771">
                <a:extLst>
                  <a:ext uri="{FF2B5EF4-FFF2-40B4-BE49-F238E27FC236}">
                    <a16:creationId xmlns:a16="http://schemas.microsoft.com/office/drawing/2014/main" id="{85523571-73BE-2F6A-6B85-E6D1AECE9D4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500" y="3741"/>
                <a:ext cx="8" cy="16"/>
              </a:xfrm>
              <a:custGeom>
                <a:avLst/>
                <a:gdLst>
                  <a:gd name="T0" fmla="*/ 0 w 57"/>
                  <a:gd name="T1" fmla="*/ 0 h 113"/>
                  <a:gd name="T2" fmla="*/ 0 w 57"/>
                  <a:gd name="T3" fmla="*/ 0 h 113"/>
                  <a:gd name="T4" fmla="*/ 0 w 57"/>
                  <a:gd name="T5" fmla="*/ 0 h 113"/>
                  <a:gd name="T6" fmla="*/ 0 w 57"/>
                  <a:gd name="T7" fmla="*/ 0 h 113"/>
                  <a:gd name="T8" fmla="*/ 0 w 57"/>
                  <a:gd name="T9" fmla="*/ 0 h 113"/>
                  <a:gd name="T10" fmla="*/ 0 w 57"/>
                  <a:gd name="T11" fmla="*/ 0 h 113"/>
                  <a:gd name="T12" fmla="*/ 0 w 57"/>
                  <a:gd name="T13" fmla="*/ 0 h 113"/>
                  <a:gd name="T14" fmla="*/ 0 w 57"/>
                  <a:gd name="T15" fmla="*/ 0 h 113"/>
                  <a:gd name="T16" fmla="*/ 0 w 57"/>
                  <a:gd name="T17" fmla="*/ 0 h 113"/>
                  <a:gd name="T18" fmla="*/ 0 w 57"/>
                  <a:gd name="T19" fmla="*/ 0 h 113"/>
                  <a:gd name="T20" fmla="*/ 0 w 57"/>
                  <a:gd name="T21" fmla="*/ 0 h 113"/>
                  <a:gd name="T22" fmla="*/ 0 w 57"/>
                  <a:gd name="T23" fmla="*/ 0 h 113"/>
                  <a:gd name="T24" fmla="*/ 0 w 57"/>
                  <a:gd name="T25" fmla="*/ 0 h 113"/>
                  <a:gd name="T26" fmla="*/ 0 w 57"/>
                  <a:gd name="T27" fmla="*/ 0 h 113"/>
                  <a:gd name="T28" fmla="*/ 0 w 57"/>
                  <a:gd name="T29" fmla="*/ 0 h 113"/>
                  <a:gd name="T30" fmla="*/ 0 w 57"/>
                  <a:gd name="T31" fmla="*/ 0 h 113"/>
                  <a:gd name="T32" fmla="*/ 0 w 57"/>
                  <a:gd name="T33" fmla="*/ 0 h 113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w 57"/>
                  <a:gd name="T52" fmla="*/ 0 h 113"/>
                  <a:gd name="T53" fmla="*/ 57 w 57"/>
                  <a:gd name="T54" fmla="*/ 113 h 113"/>
                </a:gdLst>
                <a:ahLst/>
                <a:cxnLst>
                  <a:cxn ang="T34">
                    <a:pos x="T0" y="T1"/>
                  </a:cxn>
                  <a:cxn ang="T35">
                    <a:pos x="T2" y="T3"/>
                  </a:cxn>
                  <a:cxn ang="T36">
                    <a:pos x="T4" y="T5"/>
                  </a:cxn>
                  <a:cxn ang="T37">
                    <a:pos x="T6" y="T7"/>
                  </a:cxn>
                  <a:cxn ang="T38">
                    <a:pos x="T8" y="T9"/>
                  </a:cxn>
                  <a:cxn ang="T39">
                    <a:pos x="T10" y="T11"/>
                  </a:cxn>
                  <a:cxn ang="T40">
                    <a:pos x="T12" y="T13"/>
                  </a:cxn>
                  <a:cxn ang="T41">
                    <a:pos x="T14" y="T15"/>
                  </a:cxn>
                  <a:cxn ang="T42">
                    <a:pos x="T16" y="T17"/>
                  </a:cxn>
                  <a:cxn ang="T43">
                    <a:pos x="T18" y="T19"/>
                  </a:cxn>
                  <a:cxn ang="T44">
                    <a:pos x="T20" y="T21"/>
                  </a:cxn>
                  <a:cxn ang="T45">
                    <a:pos x="T22" y="T23"/>
                  </a:cxn>
                  <a:cxn ang="T46">
                    <a:pos x="T24" y="T25"/>
                  </a:cxn>
                  <a:cxn ang="T47">
                    <a:pos x="T26" y="T27"/>
                  </a:cxn>
                  <a:cxn ang="T48">
                    <a:pos x="T28" y="T29"/>
                  </a:cxn>
                  <a:cxn ang="T49">
                    <a:pos x="T30" y="T31"/>
                  </a:cxn>
                  <a:cxn ang="T50">
                    <a:pos x="T32" y="T33"/>
                  </a:cxn>
                </a:cxnLst>
                <a:rect l="T51" t="T52" r="T53" b="T54"/>
                <a:pathLst>
                  <a:path w="57" h="113">
                    <a:moveTo>
                      <a:pt x="0" y="57"/>
                    </a:moveTo>
                    <a:lnTo>
                      <a:pt x="0" y="0"/>
                    </a:lnTo>
                    <a:lnTo>
                      <a:pt x="12" y="2"/>
                    </a:lnTo>
                    <a:lnTo>
                      <a:pt x="24" y="7"/>
                    </a:lnTo>
                    <a:lnTo>
                      <a:pt x="34" y="14"/>
                    </a:lnTo>
                    <a:lnTo>
                      <a:pt x="43" y="23"/>
                    </a:lnTo>
                    <a:lnTo>
                      <a:pt x="50" y="33"/>
                    </a:lnTo>
                    <a:lnTo>
                      <a:pt x="55" y="45"/>
                    </a:lnTo>
                    <a:lnTo>
                      <a:pt x="57" y="57"/>
                    </a:lnTo>
                    <a:lnTo>
                      <a:pt x="55" y="70"/>
                    </a:lnTo>
                    <a:lnTo>
                      <a:pt x="50" y="82"/>
                    </a:lnTo>
                    <a:lnTo>
                      <a:pt x="43" y="92"/>
                    </a:lnTo>
                    <a:lnTo>
                      <a:pt x="34" y="101"/>
                    </a:lnTo>
                    <a:lnTo>
                      <a:pt x="24" y="108"/>
                    </a:lnTo>
                    <a:lnTo>
                      <a:pt x="12" y="112"/>
                    </a:lnTo>
                    <a:lnTo>
                      <a:pt x="0" y="113"/>
                    </a:lnTo>
                    <a:lnTo>
                      <a:pt x="0" y="57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1071" name="Freeform 772">
                <a:extLst>
                  <a:ext uri="{FF2B5EF4-FFF2-40B4-BE49-F238E27FC236}">
                    <a16:creationId xmlns:a16="http://schemas.microsoft.com/office/drawing/2014/main" id="{5EA33F4C-25B5-ED2F-8979-D4108D24B76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500" y="3741"/>
                <a:ext cx="8" cy="16"/>
              </a:xfrm>
              <a:custGeom>
                <a:avLst/>
                <a:gdLst>
                  <a:gd name="T0" fmla="*/ 0 w 57"/>
                  <a:gd name="T1" fmla="*/ 0 h 113"/>
                  <a:gd name="T2" fmla="*/ 0 w 57"/>
                  <a:gd name="T3" fmla="*/ 0 h 113"/>
                  <a:gd name="T4" fmla="*/ 0 w 57"/>
                  <a:gd name="T5" fmla="*/ 0 h 113"/>
                  <a:gd name="T6" fmla="*/ 0 w 57"/>
                  <a:gd name="T7" fmla="*/ 0 h 113"/>
                  <a:gd name="T8" fmla="*/ 0 w 57"/>
                  <a:gd name="T9" fmla="*/ 0 h 113"/>
                  <a:gd name="T10" fmla="*/ 0 w 57"/>
                  <a:gd name="T11" fmla="*/ 0 h 113"/>
                  <a:gd name="T12" fmla="*/ 0 w 57"/>
                  <a:gd name="T13" fmla="*/ 0 h 113"/>
                  <a:gd name="T14" fmla="*/ 0 w 57"/>
                  <a:gd name="T15" fmla="*/ 0 h 113"/>
                  <a:gd name="T16" fmla="*/ 0 w 57"/>
                  <a:gd name="T17" fmla="*/ 0 h 113"/>
                  <a:gd name="T18" fmla="*/ 0 w 57"/>
                  <a:gd name="T19" fmla="*/ 0 h 113"/>
                  <a:gd name="T20" fmla="*/ 0 w 57"/>
                  <a:gd name="T21" fmla="*/ 0 h 113"/>
                  <a:gd name="T22" fmla="*/ 0 w 57"/>
                  <a:gd name="T23" fmla="*/ 0 h 113"/>
                  <a:gd name="T24" fmla="*/ 0 w 57"/>
                  <a:gd name="T25" fmla="*/ 0 h 113"/>
                  <a:gd name="T26" fmla="*/ 0 w 57"/>
                  <a:gd name="T27" fmla="*/ 0 h 113"/>
                  <a:gd name="T28" fmla="*/ 0 w 57"/>
                  <a:gd name="T29" fmla="*/ 0 h 113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w 57"/>
                  <a:gd name="T46" fmla="*/ 0 h 113"/>
                  <a:gd name="T47" fmla="*/ 57 w 57"/>
                  <a:gd name="T48" fmla="*/ 113 h 113"/>
                </a:gdLst>
                <a:ahLst/>
                <a:cxnLst>
                  <a:cxn ang="T30">
                    <a:pos x="T0" y="T1"/>
                  </a:cxn>
                  <a:cxn ang="T31">
                    <a:pos x="T2" y="T3"/>
                  </a:cxn>
                  <a:cxn ang="T32">
                    <a:pos x="T4" y="T5"/>
                  </a:cxn>
                  <a:cxn ang="T33">
                    <a:pos x="T6" y="T7"/>
                  </a:cxn>
                  <a:cxn ang="T34">
                    <a:pos x="T8" y="T9"/>
                  </a:cxn>
                  <a:cxn ang="T35">
                    <a:pos x="T10" y="T11"/>
                  </a:cxn>
                  <a:cxn ang="T36">
                    <a:pos x="T12" y="T13"/>
                  </a:cxn>
                  <a:cxn ang="T37">
                    <a:pos x="T14" y="T15"/>
                  </a:cxn>
                  <a:cxn ang="T38">
                    <a:pos x="T16" y="T17"/>
                  </a:cxn>
                  <a:cxn ang="T39">
                    <a:pos x="T18" y="T19"/>
                  </a:cxn>
                  <a:cxn ang="T40">
                    <a:pos x="T20" y="T21"/>
                  </a:cxn>
                  <a:cxn ang="T41">
                    <a:pos x="T22" y="T23"/>
                  </a:cxn>
                  <a:cxn ang="T42">
                    <a:pos x="T24" y="T25"/>
                  </a:cxn>
                  <a:cxn ang="T43">
                    <a:pos x="T26" y="T27"/>
                  </a:cxn>
                  <a:cxn ang="T44">
                    <a:pos x="T28" y="T29"/>
                  </a:cxn>
                </a:cxnLst>
                <a:rect l="T45" t="T46" r="T47" b="T48"/>
                <a:pathLst>
                  <a:path w="57" h="113">
                    <a:moveTo>
                      <a:pt x="0" y="0"/>
                    </a:moveTo>
                    <a:lnTo>
                      <a:pt x="12" y="2"/>
                    </a:lnTo>
                    <a:lnTo>
                      <a:pt x="24" y="7"/>
                    </a:lnTo>
                    <a:lnTo>
                      <a:pt x="34" y="14"/>
                    </a:lnTo>
                    <a:lnTo>
                      <a:pt x="43" y="23"/>
                    </a:lnTo>
                    <a:lnTo>
                      <a:pt x="50" y="33"/>
                    </a:lnTo>
                    <a:lnTo>
                      <a:pt x="55" y="45"/>
                    </a:lnTo>
                    <a:lnTo>
                      <a:pt x="57" y="57"/>
                    </a:lnTo>
                    <a:lnTo>
                      <a:pt x="55" y="70"/>
                    </a:lnTo>
                    <a:lnTo>
                      <a:pt x="50" y="82"/>
                    </a:lnTo>
                    <a:lnTo>
                      <a:pt x="43" y="92"/>
                    </a:lnTo>
                    <a:lnTo>
                      <a:pt x="34" y="101"/>
                    </a:lnTo>
                    <a:lnTo>
                      <a:pt x="24" y="108"/>
                    </a:lnTo>
                    <a:lnTo>
                      <a:pt x="12" y="112"/>
                    </a:lnTo>
                    <a:lnTo>
                      <a:pt x="0" y="113"/>
                    </a:lnTo>
                  </a:path>
                </a:pathLst>
              </a:cu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1072" name="Freeform 773">
                <a:extLst>
                  <a:ext uri="{FF2B5EF4-FFF2-40B4-BE49-F238E27FC236}">
                    <a16:creationId xmlns:a16="http://schemas.microsoft.com/office/drawing/2014/main" id="{51D1E8F9-4FB3-CE11-5F14-14365F31A89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187" y="2892"/>
                <a:ext cx="9" cy="16"/>
              </a:xfrm>
              <a:custGeom>
                <a:avLst/>
                <a:gdLst>
                  <a:gd name="T0" fmla="*/ 0 w 58"/>
                  <a:gd name="T1" fmla="*/ 0 h 113"/>
                  <a:gd name="T2" fmla="*/ 0 w 58"/>
                  <a:gd name="T3" fmla="*/ 0 h 113"/>
                  <a:gd name="T4" fmla="*/ 0 w 58"/>
                  <a:gd name="T5" fmla="*/ 0 h 113"/>
                  <a:gd name="T6" fmla="*/ 0 w 58"/>
                  <a:gd name="T7" fmla="*/ 0 h 113"/>
                  <a:gd name="T8" fmla="*/ 0 w 58"/>
                  <a:gd name="T9" fmla="*/ 0 h 113"/>
                  <a:gd name="T10" fmla="*/ 0 w 58"/>
                  <a:gd name="T11" fmla="*/ 0 h 113"/>
                  <a:gd name="T12" fmla="*/ 0 w 58"/>
                  <a:gd name="T13" fmla="*/ 0 h 113"/>
                  <a:gd name="T14" fmla="*/ 0 w 58"/>
                  <a:gd name="T15" fmla="*/ 0 h 113"/>
                  <a:gd name="T16" fmla="*/ 0 w 58"/>
                  <a:gd name="T17" fmla="*/ 0 h 113"/>
                  <a:gd name="T18" fmla="*/ 0 w 58"/>
                  <a:gd name="T19" fmla="*/ 0 h 113"/>
                  <a:gd name="T20" fmla="*/ 0 w 58"/>
                  <a:gd name="T21" fmla="*/ 0 h 113"/>
                  <a:gd name="T22" fmla="*/ 0 w 58"/>
                  <a:gd name="T23" fmla="*/ 0 h 113"/>
                  <a:gd name="T24" fmla="*/ 0 w 58"/>
                  <a:gd name="T25" fmla="*/ 0 h 113"/>
                  <a:gd name="T26" fmla="*/ 0 w 58"/>
                  <a:gd name="T27" fmla="*/ 0 h 113"/>
                  <a:gd name="T28" fmla="*/ 0 w 58"/>
                  <a:gd name="T29" fmla="*/ 0 h 113"/>
                  <a:gd name="T30" fmla="*/ 0 w 58"/>
                  <a:gd name="T31" fmla="*/ 0 h 113"/>
                  <a:gd name="T32" fmla="*/ 0 w 58"/>
                  <a:gd name="T33" fmla="*/ 0 h 113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w 58"/>
                  <a:gd name="T52" fmla="*/ 0 h 113"/>
                  <a:gd name="T53" fmla="*/ 58 w 58"/>
                  <a:gd name="T54" fmla="*/ 113 h 113"/>
                </a:gdLst>
                <a:ahLst/>
                <a:cxnLst>
                  <a:cxn ang="T34">
                    <a:pos x="T0" y="T1"/>
                  </a:cxn>
                  <a:cxn ang="T35">
                    <a:pos x="T2" y="T3"/>
                  </a:cxn>
                  <a:cxn ang="T36">
                    <a:pos x="T4" y="T5"/>
                  </a:cxn>
                  <a:cxn ang="T37">
                    <a:pos x="T6" y="T7"/>
                  </a:cxn>
                  <a:cxn ang="T38">
                    <a:pos x="T8" y="T9"/>
                  </a:cxn>
                  <a:cxn ang="T39">
                    <a:pos x="T10" y="T11"/>
                  </a:cxn>
                  <a:cxn ang="T40">
                    <a:pos x="T12" y="T13"/>
                  </a:cxn>
                  <a:cxn ang="T41">
                    <a:pos x="T14" y="T15"/>
                  </a:cxn>
                  <a:cxn ang="T42">
                    <a:pos x="T16" y="T17"/>
                  </a:cxn>
                  <a:cxn ang="T43">
                    <a:pos x="T18" y="T19"/>
                  </a:cxn>
                  <a:cxn ang="T44">
                    <a:pos x="T20" y="T21"/>
                  </a:cxn>
                  <a:cxn ang="T45">
                    <a:pos x="T22" y="T23"/>
                  </a:cxn>
                  <a:cxn ang="T46">
                    <a:pos x="T24" y="T25"/>
                  </a:cxn>
                  <a:cxn ang="T47">
                    <a:pos x="T26" y="T27"/>
                  </a:cxn>
                  <a:cxn ang="T48">
                    <a:pos x="T28" y="T29"/>
                  </a:cxn>
                  <a:cxn ang="T49">
                    <a:pos x="T30" y="T31"/>
                  </a:cxn>
                  <a:cxn ang="T50">
                    <a:pos x="T32" y="T33"/>
                  </a:cxn>
                </a:cxnLst>
                <a:rect l="T51" t="T52" r="T53" b="T54"/>
                <a:pathLst>
                  <a:path w="58" h="113">
                    <a:moveTo>
                      <a:pt x="0" y="57"/>
                    </a:moveTo>
                    <a:lnTo>
                      <a:pt x="0" y="0"/>
                    </a:lnTo>
                    <a:lnTo>
                      <a:pt x="13" y="2"/>
                    </a:lnTo>
                    <a:lnTo>
                      <a:pt x="25" y="6"/>
                    </a:lnTo>
                    <a:lnTo>
                      <a:pt x="35" y="13"/>
                    </a:lnTo>
                    <a:lnTo>
                      <a:pt x="44" y="22"/>
                    </a:lnTo>
                    <a:lnTo>
                      <a:pt x="51" y="32"/>
                    </a:lnTo>
                    <a:lnTo>
                      <a:pt x="55" y="44"/>
                    </a:lnTo>
                    <a:lnTo>
                      <a:pt x="58" y="57"/>
                    </a:lnTo>
                    <a:lnTo>
                      <a:pt x="55" y="69"/>
                    </a:lnTo>
                    <a:lnTo>
                      <a:pt x="51" y="81"/>
                    </a:lnTo>
                    <a:lnTo>
                      <a:pt x="44" y="92"/>
                    </a:lnTo>
                    <a:lnTo>
                      <a:pt x="35" y="101"/>
                    </a:lnTo>
                    <a:lnTo>
                      <a:pt x="25" y="107"/>
                    </a:lnTo>
                    <a:lnTo>
                      <a:pt x="13" y="112"/>
                    </a:lnTo>
                    <a:lnTo>
                      <a:pt x="0" y="113"/>
                    </a:lnTo>
                    <a:lnTo>
                      <a:pt x="0" y="57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1073" name="Freeform 774">
                <a:extLst>
                  <a:ext uri="{FF2B5EF4-FFF2-40B4-BE49-F238E27FC236}">
                    <a16:creationId xmlns:a16="http://schemas.microsoft.com/office/drawing/2014/main" id="{72AFA859-C074-76E9-64AB-A039E6F5F58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187" y="2892"/>
                <a:ext cx="9" cy="16"/>
              </a:xfrm>
              <a:custGeom>
                <a:avLst/>
                <a:gdLst>
                  <a:gd name="T0" fmla="*/ 0 w 58"/>
                  <a:gd name="T1" fmla="*/ 0 h 113"/>
                  <a:gd name="T2" fmla="*/ 0 w 58"/>
                  <a:gd name="T3" fmla="*/ 0 h 113"/>
                  <a:gd name="T4" fmla="*/ 0 w 58"/>
                  <a:gd name="T5" fmla="*/ 0 h 113"/>
                  <a:gd name="T6" fmla="*/ 0 w 58"/>
                  <a:gd name="T7" fmla="*/ 0 h 113"/>
                  <a:gd name="T8" fmla="*/ 0 w 58"/>
                  <a:gd name="T9" fmla="*/ 0 h 113"/>
                  <a:gd name="T10" fmla="*/ 0 w 58"/>
                  <a:gd name="T11" fmla="*/ 0 h 113"/>
                  <a:gd name="T12" fmla="*/ 0 w 58"/>
                  <a:gd name="T13" fmla="*/ 0 h 113"/>
                  <a:gd name="T14" fmla="*/ 0 w 58"/>
                  <a:gd name="T15" fmla="*/ 0 h 113"/>
                  <a:gd name="T16" fmla="*/ 0 w 58"/>
                  <a:gd name="T17" fmla="*/ 0 h 113"/>
                  <a:gd name="T18" fmla="*/ 0 w 58"/>
                  <a:gd name="T19" fmla="*/ 0 h 113"/>
                  <a:gd name="T20" fmla="*/ 0 w 58"/>
                  <a:gd name="T21" fmla="*/ 0 h 113"/>
                  <a:gd name="T22" fmla="*/ 0 w 58"/>
                  <a:gd name="T23" fmla="*/ 0 h 113"/>
                  <a:gd name="T24" fmla="*/ 0 w 58"/>
                  <a:gd name="T25" fmla="*/ 0 h 113"/>
                  <a:gd name="T26" fmla="*/ 0 w 58"/>
                  <a:gd name="T27" fmla="*/ 0 h 113"/>
                  <a:gd name="T28" fmla="*/ 0 w 58"/>
                  <a:gd name="T29" fmla="*/ 0 h 113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w 58"/>
                  <a:gd name="T46" fmla="*/ 0 h 113"/>
                  <a:gd name="T47" fmla="*/ 58 w 58"/>
                  <a:gd name="T48" fmla="*/ 113 h 113"/>
                </a:gdLst>
                <a:ahLst/>
                <a:cxnLst>
                  <a:cxn ang="T30">
                    <a:pos x="T0" y="T1"/>
                  </a:cxn>
                  <a:cxn ang="T31">
                    <a:pos x="T2" y="T3"/>
                  </a:cxn>
                  <a:cxn ang="T32">
                    <a:pos x="T4" y="T5"/>
                  </a:cxn>
                  <a:cxn ang="T33">
                    <a:pos x="T6" y="T7"/>
                  </a:cxn>
                  <a:cxn ang="T34">
                    <a:pos x="T8" y="T9"/>
                  </a:cxn>
                  <a:cxn ang="T35">
                    <a:pos x="T10" y="T11"/>
                  </a:cxn>
                  <a:cxn ang="T36">
                    <a:pos x="T12" y="T13"/>
                  </a:cxn>
                  <a:cxn ang="T37">
                    <a:pos x="T14" y="T15"/>
                  </a:cxn>
                  <a:cxn ang="T38">
                    <a:pos x="T16" y="T17"/>
                  </a:cxn>
                  <a:cxn ang="T39">
                    <a:pos x="T18" y="T19"/>
                  </a:cxn>
                  <a:cxn ang="T40">
                    <a:pos x="T20" y="T21"/>
                  </a:cxn>
                  <a:cxn ang="T41">
                    <a:pos x="T22" y="T23"/>
                  </a:cxn>
                  <a:cxn ang="T42">
                    <a:pos x="T24" y="T25"/>
                  </a:cxn>
                  <a:cxn ang="T43">
                    <a:pos x="T26" y="T27"/>
                  </a:cxn>
                  <a:cxn ang="T44">
                    <a:pos x="T28" y="T29"/>
                  </a:cxn>
                </a:cxnLst>
                <a:rect l="T45" t="T46" r="T47" b="T48"/>
                <a:pathLst>
                  <a:path w="58" h="113">
                    <a:moveTo>
                      <a:pt x="0" y="0"/>
                    </a:moveTo>
                    <a:lnTo>
                      <a:pt x="13" y="2"/>
                    </a:lnTo>
                    <a:lnTo>
                      <a:pt x="25" y="6"/>
                    </a:lnTo>
                    <a:lnTo>
                      <a:pt x="35" y="13"/>
                    </a:lnTo>
                    <a:lnTo>
                      <a:pt x="44" y="22"/>
                    </a:lnTo>
                    <a:lnTo>
                      <a:pt x="51" y="32"/>
                    </a:lnTo>
                    <a:lnTo>
                      <a:pt x="55" y="44"/>
                    </a:lnTo>
                    <a:lnTo>
                      <a:pt x="58" y="57"/>
                    </a:lnTo>
                    <a:lnTo>
                      <a:pt x="55" y="69"/>
                    </a:lnTo>
                    <a:lnTo>
                      <a:pt x="51" y="81"/>
                    </a:lnTo>
                    <a:lnTo>
                      <a:pt x="44" y="92"/>
                    </a:lnTo>
                    <a:lnTo>
                      <a:pt x="35" y="101"/>
                    </a:lnTo>
                    <a:lnTo>
                      <a:pt x="25" y="107"/>
                    </a:lnTo>
                    <a:lnTo>
                      <a:pt x="13" y="112"/>
                    </a:lnTo>
                    <a:lnTo>
                      <a:pt x="0" y="113"/>
                    </a:lnTo>
                  </a:path>
                </a:pathLst>
              </a:cu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1074" name="Freeform 775">
                <a:extLst>
                  <a:ext uri="{FF2B5EF4-FFF2-40B4-BE49-F238E27FC236}">
                    <a16:creationId xmlns:a16="http://schemas.microsoft.com/office/drawing/2014/main" id="{59012AFD-B2F9-332F-6C45-023C40D38BD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031" y="2892"/>
                <a:ext cx="156" cy="16"/>
              </a:xfrm>
              <a:custGeom>
                <a:avLst/>
                <a:gdLst>
                  <a:gd name="T0" fmla="*/ 0 w 1094"/>
                  <a:gd name="T1" fmla="*/ 0 h 113"/>
                  <a:gd name="T2" fmla="*/ 0 w 1094"/>
                  <a:gd name="T3" fmla="*/ 0 h 113"/>
                  <a:gd name="T4" fmla="*/ 0 w 1094"/>
                  <a:gd name="T5" fmla="*/ 0 h 113"/>
                  <a:gd name="T6" fmla="*/ 0 w 1094"/>
                  <a:gd name="T7" fmla="*/ 0 h 113"/>
                  <a:gd name="T8" fmla="*/ 0 w 1094"/>
                  <a:gd name="T9" fmla="*/ 0 h 113"/>
                  <a:gd name="T10" fmla="*/ 0 w 1094"/>
                  <a:gd name="T11" fmla="*/ 0 h 113"/>
                  <a:gd name="T12" fmla="*/ 0 w 1094"/>
                  <a:gd name="T13" fmla="*/ 0 h 113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1094"/>
                  <a:gd name="T22" fmla="*/ 0 h 113"/>
                  <a:gd name="T23" fmla="*/ 1094 w 1094"/>
                  <a:gd name="T24" fmla="*/ 113 h 113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1094" h="113">
                    <a:moveTo>
                      <a:pt x="1094" y="113"/>
                    </a:moveTo>
                    <a:lnTo>
                      <a:pt x="1094" y="57"/>
                    </a:lnTo>
                    <a:lnTo>
                      <a:pt x="1094" y="0"/>
                    </a:lnTo>
                    <a:lnTo>
                      <a:pt x="0" y="0"/>
                    </a:lnTo>
                    <a:lnTo>
                      <a:pt x="0" y="57"/>
                    </a:lnTo>
                    <a:lnTo>
                      <a:pt x="0" y="113"/>
                    </a:lnTo>
                    <a:lnTo>
                      <a:pt x="1094" y="113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1075" name="Freeform 776">
                <a:extLst>
                  <a:ext uri="{FF2B5EF4-FFF2-40B4-BE49-F238E27FC236}">
                    <a16:creationId xmlns:a16="http://schemas.microsoft.com/office/drawing/2014/main" id="{5C22D66D-6B34-A21B-9C6A-DEAB838C02A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031" y="2892"/>
                <a:ext cx="156" cy="16"/>
              </a:xfrm>
              <a:custGeom>
                <a:avLst/>
                <a:gdLst>
                  <a:gd name="T0" fmla="*/ 0 w 1094"/>
                  <a:gd name="T1" fmla="*/ 0 h 113"/>
                  <a:gd name="T2" fmla="*/ 0 w 1094"/>
                  <a:gd name="T3" fmla="*/ 0 h 113"/>
                  <a:gd name="T4" fmla="*/ 0 w 1094"/>
                  <a:gd name="T5" fmla="*/ 0 h 113"/>
                  <a:gd name="T6" fmla="*/ 0 w 1094"/>
                  <a:gd name="T7" fmla="*/ 0 h 113"/>
                  <a:gd name="T8" fmla="*/ 0 w 1094"/>
                  <a:gd name="T9" fmla="*/ 0 h 113"/>
                  <a:gd name="T10" fmla="*/ 0 w 1094"/>
                  <a:gd name="T11" fmla="*/ 0 h 113"/>
                  <a:gd name="T12" fmla="*/ 0 w 1094"/>
                  <a:gd name="T13" fmla="*/ 0 h 113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1094"/>
                  <a:gd name="T22" fmla="*/ 0 h 113"/>
                  <a:gd name="T23" fmla="*/ 1094 w 1094"/>
                  <a:gd name="T24" fmla="*/ 113 h 113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1094" h="113">
                    <a:moveTo>
                      <a:pt x="1094" y="113"/>
                    </a:moveTo>
                    <a:lnTo>
                      <a:pt x="1094" y="57"/>
                    </a:lnTo>
                    <a:lnTo>
                      <a:pt x="1094" y="0"/>
                    </a:lnTo>
                    <a:lnTo>
                      <a:pt x="0" y="0"/>
                    </a:lnTo>
                    <a:lnTo>
                      <a:pt x="0" y="57"/>
                    </a:lnTo>
                    <a:lnTo>
                      <a:pt x="0" y="113"/>
                    </a:lnTo>
                    <a:lnTo>
                      <a:pt x="1094" y="113"/>
                    </a:lnTo>
                    <a:close/>
                  </a:path>
                </a:pathLst>
              </a:cu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1076" name="Freeform 777">
                <a:extLst>
                  <a:ext uri="{FF2B5EF4-FFF2-40B4-BE49-F238E27FC236}">
                    <a16:creationId xmlns:a16="http://schemas.microsoft.com/office/drawing/2014/main" id="{12C920F9-A45B-200D-98DF-4FFD344177B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023" y="2892"/>
                <a:ext cx="8" cy="16"/>
              </a:xfrm>
              <a:custGeom>
                <a:avLst/>
                <a:gdLst>
                  <a:gd name="T0" fmla="*/ 0 w 56"/>
                  <a:gd name="T1" fmla="*/ 0 h 113"/>
                  <a:gd name="T2" fmla="*/ 0 w 56"/>
                  <a:gd name="T3" fmla="*/ 0 h 113"/>
                  <a:gd name="T4" fmla="*/ 0 w 56"/>
                  <a:gd name="T5" fmla="*/ 0 h 113"/>
                  <a:gd name="T6" fmla="*/ 0 w 56"/>
                  <a:gd name="T7" fmla="*/ 0 h 113"/>
                  <a:gd name="T8" fmla="*/ 0 w 56"/>
                  <a:gd name="T9" fmla="*/ 0 h 113"/>
                  <a:gd name="T10" fmla="*/ 0 w 56"/>
                  <a:gd name="T11" fmla="*/ 0 h 113"/>
                  <a:gd name="T12" fmla="*/ 0 w 56"/>
                  <a:gd name="T13" fmla="*/ 0 h 113"/>
                  <a:gd name="T14" fmla="*/ 0 w 56"/>
                  <a:gd name="T15" fmla="*/ 0 h 113"/>
                  <a:gd name="T16" fmla="*/ 0 w 56"/>
                  <a:gd name="T17" fmla="*/ 0 h 113"/>
                  <a:gd name="T18" fmla="*/ 0 w 56"/>
                  <a:gd name="T19" fmla="*/ 0 h 113"/>
                  <a:gd name="T20" fmla="*/ 0 w 56"/>
                  <a:gd name="T21" fmla="*/ 0 h 113"/>
                  <a:gd name="T22" fmla="*/ 0 w 56"/>
                  <a:gd name="T23" fmla="*/ 0 h 113"/>
                  <a:gd name="T24" fmla="*/ 0 w 56"/>
                  <a:gd name="T25" fmla="*/ 0 h 113"/>
                  <a:gd name="T26" fmla="*/ 0 w 56"/>
                  <a:gd name="T27" fmla="*/ 0 h 113"/>
                  <a:gd name="T28" fmla="*/ 0 w 56"/>
                  <a:gd name="T29" fmla="*/ 0 h 113"/>
                  <a:gd name="T30" fmla="*/ 0 w 56"/>
                  <a:gd name="T31" fmla="*/ 0 h 113"/>
                  <a:gd name="T32" fmla="*/ 0 w 56"/>
                  <a:gd name="T33" fmla="*/ 0 h 113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w 56"/>
                  <a:gd name="T52" fmla="*/ 0 h 113"/>
                  <a:gd name="T53" fmla="*/ 56 w 56"/>
                  <a:gd name="T54" fmla="*/ 113 h 113"/>
                </a:gdLst>
                <a:ahLst/>
                <a:cxnLst>
                  <a:cxn ang="T34">
                    <a:pos x="T0" y="T1"/>
                  </a:cxn>
                  <a:cxn ang="T35">
                    <a:pos x="T2" y="T3"/>
                  </a:cxn>
                  <a:cxn ang="T36">
                    <a:pos x="T4" y="T5"/>
                  </a:cxn>
                  <a:cxn ang="T37">
                    <a:pos x="T6" y="T7"/>
                  </a:cxn>
                  <a:cxn ang="T38">
                    <a:pos x="T8" y="T9"/>
                  </a:cxn>
                  <a:cxn ang="T39">
                    <a:pos x="T10" y="T11"/>
                  </a:cxn>
                  <a:cxn ang="T40">
                    <a:pos x="T12" y="T13"/>
                  </a:cxn>
                  <a:cxn ang="T41">
                    <a:pos x="T14" y="T15"/>
                  </a:cxn>
                  <a:cxn ang="T42">
                    <a:pos x="T16" y="T17"/>
                  </a:cxn>
                  <a:cxn ang="T43">
                    <a:pos x="T18" y="T19"/>
                  </a:cxn>
                  <a:cxn ang="T44">
                    <a:pos x="T20" y="T21"/>
                  </a:cxn>
                  <a:cxn ang="T45">
                    <a:pos x="T22" y="T23"/>
                  </a:cxn>
                  <a:cxn ang="T46">
                    <a:pos x="T24" y="T25"/>
                  </a:cxn>
                  <a:cxn ang="T47">
                    <a:pos x="T26" y="T27"/>
                  </a:cxn>
                  <a:cxn ang="T48">
                    <a:pos x="T28" y="T29"/>
                  </a:cxn>
                  <a:cxn ang="T49">
                    <a:pos x="T30" y="T31"/>
                  </a:cxn>
                  <a:cxn ang="T50">
                    <a:pos x="T32" y="T33"/>
                  </a:cxn>
                </a:cxnLst>
                <a:rect l="T51" t="T52" r="T53" b="T54"/>
                <a:pathLst>
                  <a:path w="56" h="113">
                    <a:moveTo>
                      <a:pt x="56" y="57"/>
                    </a:moveTo>
                    <a:lnTo>
                      <a:pt x="56" y="113"/>
                    </a:lnTo>
                    <a:lnTo>
                      <a:pt x="44" y="112"/>
                    </a:lnTo>
                    <a:lnTo>
                      <a:pt x="31" y="107"/>
                    </a:lnTo>
                    <a:lnTo>
                      <a:pt x="21" y="101"/>
                    </a:lnTo>
                    <a:lnTo>
                      <a:pt x="12" y="92"/>
                    </a:lnTo>
                    <a:lnTo>
                      <a:pt x="6" y="81"/>
                    </a:lnTo>
                    <a:lnTo>
                      <a:pt x="1" y="69"/>
                    </a:lnTo>
                    <a:lnTo>
                      <a:pt x="0" y="57"/>
                    </a:lnTo>
                    <a:lnTo>
                      <a:pt x="1" y="44"/>
                    </a:lnTo>
                    <a:lnTo>
                      <a:pt x="6" y="32"/>
                    </a:lnTo>
                    <a:lnTo>
                      <a:pt x="12" y="22"/>
                    </a:lnTo>
                    <a:lnTo>
                      <a:pt x="21" y="13"/>
                    </a:lnTo>
                    <a:lnTo>
                      <a:pt x="31" y="6"/>
                    </a:lnTo>
                    <a:lnTo>
                      <a:pt x="44" y="2"/>
                    </a:lnTo>
                    <a:lnTo>
                      <a:pt x="56" y="0"/>
                    </a:lnTo>
                    <a:lnTo>
                      <a:pt x="56" y="57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1077" name="Freeform 778">
                <a:extLst>
                  <a:ext uri="{FF2B5EF4-FFF2-40B4-BE49-F238E27FC236}">
                    <a16:creationId xmlns:a16="http://schemas.microsoft.com/office/drawing/2014/main" id="{0DDF03BE-189E-35B2-39F7-0BCB10576AD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023" y="2892"/>
                <a:ext cx="8" cy="16"/>
              </a:xfrm>
              <a:custGeom>
                <a:avLst/>
                <a:gdLst>
                  <a:gd name="T0" fmla="*/ 0 w 56"/>
                  <a:gd name="T1" fmla="*/ 0 h 113"/>
                  <a:gd name="T2" fmla="*/ 0 w 56"/>
                  <a:gd name="T3" fmla="*/ 0 h 113"/>
                  <a:gd name="T4" fmla="*/ 0 w 56"/>
                  <a:gd name="T5" fmla="*/ 0 h 113"/>
                  <a:gd name="T6" fmla="*/ 0 w 56"/>
                  <a:gd name="T7" fmla="*/ 0 h 113"/>
                  <a:gd name="T8" fmla="*/ 0 w 56"/>
                  <a:gd name="T9" fmla="*/ 0 h 113"/>
                  <a:gd name="T10" fmla="*/ 0 w 56"/>
                  <a:gd name="T11" fmla="*/ 0 h 113"/>
                  <a:gd name="T12" fmla="*/ 0 w 56"/>
                  <a:gd name="T13" fmla="*/ 0 h 113"/>
                  <a:gd name="T14" fmla="*/ 0 w 56"/>
                  <a:gd name="T15" fmla="*/ 0 h 113"/>
                  <a:gd name="T16" fmla="*/ 0 w 56"/>
                  <a:gd name="T17" fmla="*/ 0 h 113"/>
                  <a:gd name="T18" fmla="*/ 0 w 56"/>
                  <a:gd name="T19" fmla="*/ 0 h 113"/>
                  <a:gd name="T20" fmla="*/ 0 w 56"/>
                  <a:gd name="T21" fmla="*/ 0 h 113"/>
                  <a:gd name="T22" fmla="*/ 0 w 56"/>
                  <a:gd name="T23" fmla="*/ 0 h 113"/>
                  <a:gd name="T24" fmla="*/ 0 w 56"/>
                  <a:gd name="T25" fmla="*/ 0 h 113"/>
                  <a:gd name="T26" fmla="*/ 0 w 56"/>
                  <a:gd name="T27" fmla="*/ 0 h 113"/>
                  <a:gd name="T28" fmla="*/ 0 w 56"/>
                  <a:gd name="T29" fmla="*/ 0 h 113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w 56"/>
                  <a:gd name="T46" fmla="*/ 0 h 113"/>
                  <a:gd name="T47" fmla="*/ 56 w 56"/>
                  <a:gd name="T48" fmla="*/ 113 h 113"/>
                </a:gdLst>
                <a:ahLst/>
                <a:cxnLst>
                  <a:cxn ang="T30">
                    <a:pos x="T0" y="T1"/>
                  </a:cxn>
                  <a:cxn ang="T31">
                    <a:pos x="T2" y="T3"/>
                  </a:cxn>
                  <a:cxn ang="T32">
                    <a:pos x="T4" y="T5"/>
                  </a:cxn>
                  <a:cxn ang="T33">
                    <a:pos x="T6" y="T7"/>
                  </a:cxn>
                  <a:cxn ang="T34">
                    <a:pos x="T8" y="T9"/>
                  </a:cxn>
                  <a:cxn ang="T35">
                    <a:pos x="T10" y="T11"/>
                  </a:cxn>
                  <a:cxn ang="T36">
                    <a:pos x="T12" y="T13"/>
                  </a:cxn>
                  <a:cxn ang="T37">
                    <a:pos x="T14" y="T15"/>
                  </a:cxn>
                  <a:cxn ang="T38">
                    <a:pos x="T16" y="T17"/>
                  </a:cxn>
                  <a:cxn ang="T39">
                    <a:pos x="T18" y="T19"/>
                  </a:cxn>
                  <a:cxn ang="T40">
                    <a:pos x="T20" y="T21"/>
                  </a:cxn>
                  <a:cxn ang="T41">
                    <a:pos x="T22" y="T23"/>
                  </a:cxn>
                  <a:cxn ang="T42">
                    <a:pos x="T24" y="T25"/>
                  </a:cxn>
                  <a:cxn ang="T43">
                    <a:pos x="T26" y="T27"/>
                  </a:cxn>
                  <a:cxn ang="T44">
                    <a:pos x="T28" y="T29"/>
                  </a:cxn>
                </a:cxnLst>
                <a:rect l="T45" t="T46" r="T47" b="T48"/>
                <a:pathLst>
                  <a:path w="56" h="113">
                    <a:moveTo>
                      <a:pt x="56" y="113"/>
                    </a:moveTo>
                    <a:lnTo>
                      <a:pt x="44" y="112"/>
                    </a:lnTo>
                    <a:lnTo>
                      <a:pt x="31" y="107"/>
                    </a:lnTo>
                    <a:lnTo>
                      <a:pt x="21" y="101"/>
                    </a:lnTo>
                    <a:lnTo>
                      <a:pt x="12" y="92"/>
                    </a:lnTo>
                    <a:lnTo>
                      <a:pt x="6" y="81"/>
                    </a:lnTo>
                    <a:lnTo>
                      <a:pt x="1" y="69"/>
                    </a:lnTo>
                    <a:lnTo>
                      <a:pt x="0" y="57"/>
                    </a:lnTo>
                    <a:lnTo>
                      <a:pt x="1" y="44"/>
                    </a:lnTo>
                    <a:lnTo>
                      <a:pt x="6" y="32"/>
                    </a:lnTo>
                    <a:lnTo>
                      <a:pt x="12" y="22"/>
                    </a:lnTo>
                    <a:lnTo>
                      <a:pt x="21" y="13"/>
                    </a:lnTo>
                    <a:lnTo>
                      <a:pt x="31" y="6"/>
                    </a:lnTo>
                    <a:lnTo>
                      <a:pt x="44" y="2"/>
                    </a:lnTo>
                    <a:lnTo>
                      <a:pt x="56" y="0"/>
                    </a:lnTo>
                  </a:path>
                </a:pathLst>
              </a:cu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1078" name="Line 779">
                <a:extLst>
                  <a:ext uri="{FF2B5EF4-FFF2-40B4-BE49-F238E27FC236}">
                    <a16:creationId xmlns:a16="http://schemas.microsoft.com/office/drawing/2014/main" id="{3EC79F5E-0C3E-23B8-7B21-24A3A51C3E8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417" y="3241"/>
                <a:ext cx="539" cy="1"/>
              </a:xfrm>
              <a:prstGeom prst="line">
                <a:avLst/>
              </a:prstGeom>
              <a:noFill/>
              <a:ln w="0">
                <a:solidFill>
                  <a:srgbClr val="0000F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1079" name="Line 780">
                <a:extLst>
                  <a:ext uri="{FF2B5EF4-FFF2-40B4-BE49-F238E27FC236}">
                    <a16:creationId xmlns:a16="http://schemas.microsoft.com/office/drawing/2014/main" id="{2410E8FF-F26A-4B1F-F62D-579C770D785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417" y="3509"/>
                <a:ext cx="539" cy="1"/>
              </a:xfrm>
              <a:prstGeom prst="line">
                <a:avLst/>
              </a:prstGeom>
              <a:noFill/>
              <a:ln w="0">
                <a:solidFill>
                  <a:srgbClr val="0000F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1080" name="Line 781">
                <a:extLst>
                  <a:ext uri="{FF2B5EF4-FFF2-40B4-BE49-F238E27FC236}">
                    <a16:creationId xmlns:a16="http://schemas.microsoft.com/office/drawing/2014/main" id="{169339C3-8F09-AB0D-AFA6-8C22E66D9B4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857" y="3378"/>
                <a:ext cx="225" cy="1"/>
              </a:xfrm>
              <a:prstGeom prst="line">
                <a:avLst/>
              </a:prstGeom>
              <a:noFill/>
              <a:ln w="0">
                <a:solidFill>
                  <a:srgbClr val="0000F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1081" name="Line 782">
                <a:extLst>
                  <a:ext uri="{FF2B5EF4-FFF2-40B4-BE49-F238E27FC236}">
                    <a16:creationId xmlns:a16="http://schemas.microsoft.com/office/drawing/2014/main" id="{CBAB70F7-9638-91F6-9AEA-069BFBD15B9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255" y="3375"/>
                <a:ext cx="21" cy="1"/>
              </a:xfrm>
              <a:prstGeom prst="line">
                <a:avLst/>
              </a:prstGeom>
              <a:noFill/>
              <a:ln w="0">
                <a:solidFill>
                  <a:srgbClr val="0000F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1082" name="Line 783">
                <a:extLst>
                  <a:ext uri="{FF2B5EF4-FFF2-40B4-BE49-F238E27FC236}">
                    <a16:creationId xmlns:a16="http://schemas.microsoft.com/office/drawing/2014/main" id="{C961E529-2B14-D3D5-8734-6476BB2E6F1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297" y="3375"/>
                <a:ext cx="225" cy="1"/>
              </a:xfrm>
              <a:prstGeom prst="line">
                <a:avLst/>
              </a:prstGeom>
              <a:noFill/>
              <a:ln w="0">
                <a:solidFill>
                  <a:srgbClr val="0000F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1083" name="Line 784">
                <a:extLst>
                  <a:ext uri="{FF2B5EF4-FFF2-40B4-BE49-F238E27FC236}">
                    <a16:creationId xmlns:a16="http://schemas.microsoft.com/office/drawing/2014/main" id="{4A6F4ED1-4C1F-2F9C-CB01-F30320D8136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3417" y="3642"/>
                <a:ext cx="1" cy="129"/>
              </a:xfrm>
              <a:prstGeom prst="line">
                <a:avLst/>
              </a:prstGeom>
              <a:noFill/>
              <a:ln w="0">
                <a:solidFill>
                  <a:srgbClr val="0000F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1084" name="Line 785">
                <a:extLst>
                  <a:ext uri="{FF2B5EF4-FFF2-40B4-BE49-F238E27FC236}">
                    <a16:creationId xmlns:a16="http://schemas.microsoft.com/office/drawing/2014/main" id="{8CEB9A6F-60C7-210F-8092-3042AE56B83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3417" y="3600"/>
                <a:ext cx="1" cy="21"/>
              </a:xfrm>
              <a:prstGeom prst="line">
                <a:avLst/>
              </a:prstGeom>
              <a:noFill/>
              <a:ln w="0">
                <a:solidFill>
                  <a:srgbClr val="0000F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1085" name="Line 786">
                <a:extLst>
                  <a:ext uri="{FF2B5EF4-FFF2-40B4-BE49-F238E27FC236}">
                    <a16:creationId xmlns:a16="http://schemas.microsoft.com/office/drawing/2014/main" id="{E7C614F0-FBF1-1FF2-297A-EBC0A320678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3417" y="3356"/>
                <a:ext cx="1" cy="223"/>
              </a:xfrm>
              <a:prstGeom prst="line">
                <a:avLst/>
              </a:prstGeom>
              <a:noFill/>
              <a:ln w="0">
                <a:solidFill>
                  <a:srgbClr val="0000F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1086" name="Line 787">
                <a:extLst>
                  <a:ext uri="{FF2B5EF4-FFF2-40B4-BE49-F238E27FC236}">
                    <a16:creationId xmlns:a16="http://schemas.microsoft.com/office/drawing/2014/main" id="{61B82D69-6FE7-913B-0C89-19469C0CCE9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3417" y="3314"/>
                <a:ext cx="1" cy="21"/>
              </a:xfrm>
              <a:prstGeom prst="line">
                <a:avLst/>
              </a:prstGeom>
              <a:noFill/>
              <a:ln w="0">
                <a:solidFill>
                  <a:srgbClr val="0000F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1087" name="Line 788">
                <a:extLst>
                  <a:ext uri="{FF2B5EF4-FFF2-40B4-BE49-F238E27FC236}">
                    <a16:creationId xmlns:a16="http://schemas.microsoft.com/office/drawing/2014/main" id="{790807A6-31CA-2335-EDCE-FBF4DB75161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3417" y="3070"/>
                <a:ext cx="1" cy="223"/>
              </a:xfrm>
              <a:prstGeom prst="line">
                <a:avLst/>
              </a:prstGeom>
              <a:noFill/>
              <a:ln w="0">
                <a:solidFill>
                  <a:srgbClr val="0000F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1088" name="Line 789">
                <a:extLst>
                  <a:ext uri="{FF2B5EF4-FFF2-40B4-BE49-F238E27FC236}">
                    <a16:creationId xmlns:a16="http://schemas.microsoft.com/office/drawing/2014/main" id="{63AAEF3E-58EF-C85C-F049-6CF9E2C62CA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3417" y="3028"/>
                <a:ext cx="1" cy="21"/>
              </a:xfrm>
              <a:prstGeom prst="line">
                <a:avLst/>
              </a:prstGeom>
              <a:noFill/>
              <a:ln w="0">
                <a:solidFill>
                  <a:srgbClr val="0000F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1089" name="Line 790">
                <a:extLst>
                  <a:ext uri="{FF2B5EF4-FFF2-40B4-BE49-F238E27FC236}">
                    <a16:creationId xmlns:a16="http://schemas.microsoft.com/office/drawing/2014/main" id="{51B4D956-5AFC-4963-1942-0C65D3F50BC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3417" y="2878"/>
                <a:ext cx="1" cy="129"/>
              </a:xfrm>
              <a:prstGeom prst="line">
                <a:avLst/>
              </a:prstGeom>
              <a:noFill/>
              <a:ln w="0">
                <a:solidFill>
                  <a:srgbClr val="0000F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1090" name="Line 791">
                <a:extLst>
                  <a:ext uri="{FF2B5EF4-FFF2-40B4-BE49-F238E27FC236}">
                    <a16:creationId xmlns:a16="http://schemas.microsoft.com/office/drawing/2014/main" id="{BC353868-07B1-6B79-E721-88400689EBE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3591" y="3375"/>
                <a:ext cx="244" cy="1"/>
              </a:xfrm>
              <a:prstGeom prst="line">
                <a:avLst/>
              </a:prstGeom>
              <a:noFill/>
              <a:ln w="0">
                <a:solidFill>
                  <a:srgbClr val="0000F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1091" name="Line 792">
                <a:extLst>
                  <a:ext uri="{FF2B5EF4-FFF2-40B4-BE49-F238E27FC236}">
                    <a16:creationId xmlns:a16="http://schemas.microsoft.com/office/drawing/2014/main" id="{4C1A2E1F-4B3D-C016-E7EB-319BFBF7003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3549" y="3375"/>
                <a:ext cx="21" cy="1"/>
              </a:xfrm>
              <a:prstGeom prst="line">
                <a:avLst/>
              </a:prstGeom>
              <a:noFill/>
              <a:ln w="0">
                <a:solidFill>
                  <a:srgbClr val="0000F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1092" name="Line 793">
                <a:extLst>
                  <a:ext uri="{FF2B5EF4-FFF2-40B4-BE49-F238E27FC236}">
                    <a16:creationId xmlns:a16="http://schemas.microsoft.com/office/drawing/2014/main" id="{5B4D0FDE-1379-19BC-B979-F6203137BD9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3305" y="3375"/>
                <a:ext cx="224" cy="1"/>
              </a:xfrm>
              <a:prstGeom prst="line">
                <a:avLst/>
              </a:prstGeom>
              <a:noFill/>
              <a:ln w="0">
                <a:solidFill>
                  <a:srgbClr val="0000F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1093" name="Line 794">
                <a:extLst>
                  <a:ext uri="{FF2B5EF4-FFF2-40B4-BE49-F238E27FC236}">
                    <a16:creationId xmlns:a16="http://schemas.microsoft.com/office/drawing/2014/main" id="{B1D57DB5-8AEE-9E33-E3E6-A47C428C0A9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3264" y="3375"/>
                <a:ext cx="20" cy="1"/>
              </a:xfrm>
              <a:prstGeom prst="line">
                <a:avLst/>
              </a:prstGeom>
              <a:noFill/>
              <a:ln w="0">
                <a:solidFill>
                  <a:srgbClr val="0000F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1094" name="Line 795">
                <a:extLst>
                  <a:ext uri="{FF2B5EF4-FFF2-40B4-BE49-F238E27FC236}">
                    <a16:creationId xmlns:a16="http://schemas.microsoft.com/office/drawing/2014/main" id="{5D221694-83B2-2251-23CC-35F50390C65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2999" y="3375"/>
                <a:ext cx="244" cy="1"/>
              </a:xfrm>
              <a:prstGeom prst="line">
                <a:avLst/>
              </a:prstGeom>
              <a:noFill/>
              <a:ln w="0">
                <a:solidFill>
                  <a:srgbClr val="0000F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1095" name="Freeform 796">
                <a:extLst>
                  <a:ext uri="{FF2B5EF4-FFF2-40B4-BE49-F238E27FC236}">
                    <a16:creationId xmlns:a16="http://schemas.microsoft.com/office/drawing/2014/main" id="{87BC07D5-9F97-E546-19B4-FA80EFCE215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799" y="3375"/>
                <a:ext cx="16" cy="8"/>
              </a:xfrm>
              <a:custGeom>
                <a:avLst/>
                <a:gdLst>
                  <a:gd name="T0" fmla="*/ 0 w 113"/>
                  <a:gd name="T1" fmla="*/ 0 h 57"/>
                  <a:gd name="T2" fmla="*/ 0 w 113"/>
                  <a:gd name="T3" fmla="*/ 0 h 57"/>
                  <a:gd name="T4" fmla="*/ 0 w 113"/>
                  <a:gd name="T5" fmla="*/ 0 h 57"/>
                  <a:gd name="T6" fmla="*/ 0 w 113"/>
                  <a:gd name="T7" fmla="*/ 0 h 57"/>
                  <a:gd name="T8" fmla="*/ 0 w 113"/>
                  <a:gd name="T9" fmla="*/ 0 h 57"/>
                  <a:gd name="T10" fmla="*/ 0 w 113"/>
                  <a:gd name="T11" fmla="*/ 0 h 57"/>
                  <a:gd name="T12" fmla="*/ 0 w 113"/>
                  <a:gd name="T13" fmla="*/ 0 h 57"/>
                  <a:gd name="T14" fmla="*/ 0 w 113"/>
                  <a:gd name="T15" fmla="*/ 0 h 57"/>
                  <a:gd name="T16" fmla="*/ 0 w 113"/>
                  <a:gd name="T17" fmla="*/ 0 h 57"/>
                  <a:gd name="T18" fmla="*/ 0 w 113"/>
                  <a:gd name="T19" fmla="*/ 0 h 57"/>
                  <a:gd name="T20" fmla="*/ 0 w 113"/>
                  <a:gd name="T21" fmla="*/ 0 h 57"/>
                  <a:gd name="T22" fmla="*/ 0 w 113"/>
                  <a:gd name="T23" fmla="*/ 0 h 57"/>
                  <a:gd name="T24" fmla="*/ 0 w 113"/>
                  <a:gd name="T25" fmla="*/ 0 h 57"/>
                  <a:gd name="T26" fmla="*/ 0 w 113"/>
                  <a:gd name="T27" fmla="*/ 0 h 57"/>
                  <a:gd name="T28" fmla="*/ 0 w 113"/>
                  <a:gd name="T29" fmla="*/ 0 h 57"/>
                  <a:gd name="T30" fmla="*/ 0 w 113"/>
                  <a:gd name="T31" fmla="*/ 0 h 57"/>
                  <a:gd name="T32" fmla="*/ 0 w 113"/>
                  <a:gd name="T33" fmla="*/ 0 h 57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w 113"/>
                  <a:gd name="T52" fmla="*/ 0 h 57"/>
                  <a:gd name="T53" fmla="*/ 113 w 113"/>
                  <a:gd name="T54" fmla="*/ 57 h 57"/>
                </a:gdLst>
                <a:ahLst/>
                <a:cxnLst>
                  <a:cxn ang="T34">
                    <a:pos x="T0" y="T1"/>
                  </a:cxn>
                  <a:cxn ang="T35">
                    <a:pos x="T2" y="T3"/>
                  </a:cxn>
                  <a:cxn ang="T36">
                    <a:pos x="T4" y="T5"/>
                  </a:cxn>
                  <a:cxn ang="T37">
                    <a:pos x="T6" y="T7"/>
                  </a:cxn>
                  <a:cxn ang="T38">
                    <a:pos x="T8" y="T9"/>
                  </a:cxn>
                  <a:cxn ang="T39">
                    <a:pos x="T10" y="T11"/>
                  </a:cxn>
                  <a:cxn ang="T40">
                    <a:pos x="T12" y="T13"/>
                  </a:cxn>
                  <a:cxn ang="T41">
                    <a:pos x="T14" y="T15"/>
                  </a:cxn>
                  <a:cxn ang="T42">
                    <a:pos x="T16" y="T17"/>
                  </a:cxn>
                  <a:cxn ang="T43">
                    <a:pos x="T18" y="T19"/>
                  </a:cxn>
                  <a:cxn ang="T44">
                    <a:pos x="T20" y="T21"/>
                  </a:cxn>
                  <a:cxn ang="T45">
                    <a:pos x="T22" y="T23"/>
                  </a:cxn>
                  <a:cxn ang="T46">
                    <a:pos x="T24" y="T25"/>
                  </a:cxn>
                  <a:cxn ang="T47">
                    <a:pos x="T26" y="T27"/>
                  </a:cxn>
                  <a:cxn ang="T48">
                    <a:pos x="T28" y="T29"/>
                  </a:cxn>
                  <a:cxn ang="T49">
                    <a:pos x="T30" y="T31"/>
                  </a:cxn>
                  <a:cxn ang="T50">
                    <a:pos x="T32" y="T33"/>
                  </a:cxn>
                </a:cxnLst>
                <a:rect l="T51" t="T52" r="T53" b="T54"/>
                <a:pathLst>
                  <a:path w="113" h="57">
                    <a:moveTo>
                      <a:pt x="57" y="1"/>
                    </a:moveTo>
                    <a:lnTo>
                      <a:pt x="113" y="0"/>
                    </a:lnTo>
                    <a:lnTo>
                      <a:pt x="113" y="12"/>
                    </a:lnTo>
                    <a:lnTo>
                      <a:pt x="108" y="25"/>
                    </a:lnTo>
                    <a:lnTo>
                      <a:pt x="101" y="35"/>
                    </a:lnTo>
                    <a:lnTo>
                      <a:pt x="94" y="45"/>
                    </a:lnTo>
                    <a:lnTo>
                      <a:pt x="82" y="52"/>
                    </a:lnTo>
                    <a:lnTo>
                      <a:pt x="71" y="56"/>
                    </a:lnTo>
                    <a:lnTo>
                      <a:pt x="58" y="57"/>
                    </a:lnTo>
                    <a:lnTo>
                      <a:pt x="45" y="57"/>
                    </a:lnTo>
                    <a:lnTo>
                      <a:pt x="33" y="53"/>
                    </a:lnTo>
                    <a:lnTo>
                      <a:pt x="23" y="46"/>
                    </a:lnTo>
                    <a:lnTo>
                      <a:pt x="13" y="38"/>
                    </a:lnTo>
                    <a:lnTo>
                      <a:pt x="6" y="27"/>
                    </a:lnTo>
                    <a:lnTo>
                      <a:pt x="2" y="16"/>
                    </a:lnTo>
                    <a:lnTo>
                      <a:pt x="0" y="2"/>
                    </a:lnTo>
                    <a:lnTo>
                      <a:pt x="57" y="1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1096" name="Freeform 797">
                <a:extLst>
                  <a:ext uri="{FF2B5EF4-FFF2-40B4-BE49-F238E27FC236}">
                    <a16:creationId xmlns:a16="http://schemas.microsoft.com/office/drawing/2014/main" id="{DC673752-4677-5346-AF6D-0F583B04FC8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799" y="3375"/>
                <a:ext cx="16" cy="8"/>
              </a:xfrm>
              <a:custGeom>
                <a:avLst/>
                <a:gdLst>
                  <a:gd name="T0" fmla="*/ 0 w 113"/>
                  <a:gd name="T1" fmla="*/ 0 h 57"/>
                  <a:gd name="T2" fmla="*/ 0 w 113"/>
                  <a:gd name="T3" fmla="*/ 0 h 57"/>
                  <a:gd name="T4" fmla="*/ 0 w 113"/>
                  <a:gd name="T5" fmla="*/ 0 h 57"/>
                  <a:gd name="T6" fmla="*/ 0 w 113"/>
                  <a:gd name="T7" fmla="*/ 0 h 57"/>
                  <a:gd name="T8" fmla="*/ 0 w 113"/>
                  <a:gd name="T9" fmla="*/ 0 h 57"/>
                  <a:gd name="T10" fmla="*/ 0 w 113"/>
                  <a:gd name="T11" fmla="*/ 0 h 57"/>
                  <a:gd name="T12" fmla="*/ 0 w 113"/>
                  <a:gd name="T13" fmla="*/ 0 h 57"/>
                  <a:gd name="T14" fmla="*/ 0 w 113"/>
                  <a:gd name="T15" fmla="*/ 0 h 57"/>
                  <a:gd name="T16" fmla="*/ 0 w 113"/>
                  <a:gd name="T17" fmla="*/ 0 h 57"/>
                  <a:gd name="T18" fmla="*/ 0 w 113"/>
                  <a:gd name="T19" fmla="*/ 0 h 57"/>
                  <a:gd name="T20" fmla="*/ 0 w 113"/>
                  <a:gd name="T21" fmla="*/ 0 h 57"/>
                  <a:gd name="T22" fmla="*/ 0 w 113"/>
                  <a:gd name="T23" fmla="*/ 0 h 57"/>
                  <a:gd name="T24" fmla="*/ 0 w 113"/>
                  <a:gd name="T25" fmla="*/ 0 h 57"/>
                  <a:gd name="T26" fmla="*/ 0 w 113"/>
                  <a:gd name="T27" fmla="*/ 0 h 57"/>
                  <a:gd name="T28" fmla="*/ 0 w 113"/>
                  <a:gd name="T29" fmla="*/ 0 h 57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w 113"/>
                  <a:gd name="T46" fmla="*/ 0 h 57"/>
                  <a:gd name="T47" fmla="*/ 113 w 113"/>
                  <a:gd name="T48" fmla="*/ 57 h 57"/>
                </a:gdLst>
                <a:ahLst/>
                <a:cxnLst>
                  <a:cxn ang="T30">
                    <a:pos x="T0" y="T1"/>
                  </a:cxn>
                  <a:cxn ang="T31">
                    <a:pos x="T2" y="T3"/>
                  </a:cxn>
                  <a:cxn ang="T32">
                    <a:pos x="T4" y="T5"/>
                  </a:cxn>
                  <a:cxn ang="T33">
                    <a:pos x="T6" y="T7"/>
                  </a:cxn>
                  <a:cxn ang="T34">
                    <a:pos x="T8" y="T9"/>
                  </a:cxn>
                  <a:cxn ang="T35">
                    <a:pos x="T10" y="T11"/>
                  </a:cxn>
                  <a:cxn ang="T36">
                    <a:pos x="T12" y="T13"/>
                  </a:cxn>
                  <a:cxn ang="T37">
                    <a:pos x="T14" y="T15"/>
                  </a:cxn>
                  <a:cxn ang="T38">
                    <a:pos x="T16" y="T17"/>
                  </a:cxn>
                  <a:cxn ang="T39">
                    <a:pos x="T18" y="T19"/>
                  </a:cxn>
                  <a:cxn ang="T40">
                    <a:pos x="T20" y="T21"/>
                  </a:cxn>
                  <a:cxn ang="T41">
                    <a:pos x="T22" y="T23"/>
                  </a:cxn>
                  <a:cxn ang="T42">
                    <a:pos x="T24" y="T25"/>
                  </a:cxn>
                  <a:cxn ang="T43">
                    <a:pos x="T26" y="T27"/>
                  </a:cxn>
                  <a:cxn ang="T44">
                    <a:pos x="T28" y="T29"/>
                  </a:cxn>
                </a:cxnLst>
                <a:rect l="T45" t="T46" r="T47" b="T48"/>
                <a:pathLst>
                  <a:path w="113" h="57">
                    <a:moveTo>
                      <a:pt x="113" y="0"/>
                    </a:moveTo>
                    <a:lnTo>
                      <a:pt x="113" y="12"/>
                    </a:lnTo>
                    <a:lnTo>
                      <a:pt x="108" y="25"/>
                    </a:lnTo>
                    <a:lnTo>
                      <a:pt x="101" y="35"/>
                    </a:lnTo>
                    <a:lnTo>
                      <a:pt x="94" y="45"/>
                    </a:lnTo>
                    <a:lnTo>
                      <a:pt x="82" y="52"/>
                    </a:lnTo>
                    <a:lnTo>
                      <a:pt x="71" y="56"/>
                    </a:lnTo>
                    <a:lnTo>
                      <a:pt x="58" y="57"/>
                    </a:lnTo>
                    <a:lnTo>
                      <a:pt x="45" y="57"/>
                    </a:lnTo>
                    <a:lnTo>
                      <a:pt x="33" y="53"/>
                    </a:lnTo>
                    <a:lnTo>
                      <a:pt x="23" y="46"/>
                    </a:lnTo>
                    <a:lnTo>
                      <a:pt x="13" y="38"/>
                    </a:lnTo>
                    <a:lnTo>
                      <a:pt x="6" y="27"/>
                    </a:lnTo>
                    <a:lnTo>
                      <a:pt x="2" y="16"/>
                    </a:lnTo>
                    <a:lnTo>
                      <a:pt x="0" y="2"/>
                    </a:lnTo>
                  </a:path>
                </a:pathLst>
              </a:cu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1097" name="Freeform 798">
                <a:extLst>
                  <a:ext uri="{FF2B5EF4-FFF2-40B4-BE49-F238E27FC236}">
                    <a16:creationId xmlns:a16="http://schemas.microsoft.com/office/drawing/2014/main" id="{85507507-987D-9721-BA62-10779A1F619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799" y="3350"/>
                <a:ext cx="16" cy="25"/>
              </a:xfrm>
              <a:custGeom>
                <a:avLst/>
                <a:gdLst>
                  <a:gd name="T0" fmla="*/ 0 w 117"/>
                  <a:gd name="T1" fmla="*/ 0 h 175"/>
                  <a:gd name="T2" fmla="*/ 0 w 117"/>
                  <a:gd name="T3" fmla="*/ 0 h 175"/>
                  <a:gd name="T4" fmla="*/ 0 w 117"/>
                  <a:gd name="T5" fmla="*/ 0 h 175"/>
                  <a:gd name="T6" fmla="*/ 0 w 117"/>
                  <a:gd name="T7" fmla="*/ 0 h 175"/>
                  <a:gd name="T8" fmla="*/ 0 w 117"/>
                  <a:gd name="T9" fmla="*/ 0 h 175"/>
                  <a:gd name="T10" fmla="*/ 0 w 117"/>
                  <a:gd name="T11" fmla="*/ 0 h 175"/>
                  <a:gd name="T12" fmla="*/ 0 w 117"/>
                  <a:gd name="T13" fmla="*/ 0 h 175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117"/>
                  <a:gd name="T22" fmla="*/ 0 h 175"/>
                  <a:gd name="T23" fmla="*/ 117 w 117"/>
                  <a:gd name="T24" fmla="*/ 175 h 175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117" h="175">
                    <a:moveTo>
                      <a:pt x="4" y="175"/>
                    </a:moveTo>
                    <a:lnTo>
                      <a:pt x="61" y="174"/>
                    </a:lnTo>
                    <a:lnTo>
                      <a:pt x="117" y="173"/>
                    </a:lnTo>
                    <a:lnTo>
                      <a:pt x="112" y="0"/>
                    </a:lnTo>
                    <a:lnTo>
                      <a:pt x="56" y="1"/>
                    </a:lnTo>
                    <a:lnTo>
                      <a:pt x="0" y="2"/>
                    </a:lnTo>
                    <a:lnTo>
                      <a:pt x="4" y="175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1098" name="Freeform 799">
                <a:extLst>
                  <a:ext uri="{FF2B5EF4-FFF2-40B4-BE49-F238E27FC236}">
                    <a16:creationId xmlns:a16="http://schemas.microsoft.com/office/drawing/2014/main" id="{B68362C0-8501-5DF9-8F36-0CCE1931EC1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799" y="3350"/>
                <a:ext cx="16" cy="25"/>
              </a:xfrm>
              <a:custGeom>
                <a:avLst/>
                <a:gdLst>
                  <a:gd name="T0" fmla="*/ 0 w 117"/>
                  <a:gd name="T1" fmla="*/ 0 h 175"/>
                  <a:gd name="T2" fmla="*/ 0 w 117"/>
                  <a:gd name="T3" fmla="*/ 0 h 175"/>
                  <a:gd name="T4" fmla="*/ 0 w 117"/>
                  <a:gd name="T5" fmla="*/ 0 h 175"/>
                  <a:gd name="T6" fmla="*/ 0 w 117"/>
                  <a:gd name="T7" fmla="*/ 0 h 175"/>
                  <a:gd name="T8" fmla="*/ 0 w 117"/>
                  <a:gd name="T9" fmla="*/ 0 h 175"/>
                  <a:gd name="T10" fmla="*/ 0 w 117"/>
                  <a:gd name="T11" fmla="*/ 0 h 175"/>
                  <a:gd name="T12" fmla="*/ 0 w 117"/>
                  <a:gd name="T13" fmla="*/ 0 h 175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117"/>
                  <a:gd name="T22" fmla="*/ 0 h 175"/>
                  <a:gd name="T23" fmla="*/ 117 w 117"/>
                  <a:gd name="T24" fmla="*/ 175 h 175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117" h="175">
                    <a:moveTo>
                      <a:pt x="4" y="175"/>
                    </a:moveTo>
                    <a:lnTo>
                      <a:pt x="61" y="174"/>
                    </a:lnTo>
                    <a:lnTo>
                      <a:pt x="117" y="173"/>
                    </a:lnTo>
                    <a:lnTo>
                      <a:pt x="112" y="0"/>
                    </a:lnTo>
                    <a:lnTo>
                      <a:pt x="56" y="1"/>
                    </a:lnTo>
                    <a:lnTo>
                      <a:pt x="0" y="2"/>
                    </a:lnTo>
                    <a:lnTo>
                      <a:pt x="4" y="175"/>
                    </a:lnTo>
                    <a:close/>
                  </a:path>
                </a:pathLst>
              </a:cu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1099" name="Freeform 800">
                <a:extLst>
                  <a:ext uri="{FF2B5EF4-FFF2-40B4-BE49-F238E27FC236}">
                    <a16:creationId xmlns:a16="http://schemas.microsoft.com/office/drawing/2014/main" id="{8632BFEC-B64E-4B9C-686A-E6BEEACC750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807" y="3349"/>
                <a:ext cx="8" cy="1"/>
              </a:xfrm>
              <a:custGeom>
                <a:avLst/>
                <a:gdLst>
                  <a:gd name="T0" fmla="*/ 0 w 56"/>
                  <a:gd name="T1" fmla="*/ 0 h 5"/>
                  <a:gd name="T2" fmla="*/ 0 w 56"/>
                  <a:gd name="T3" fmla="*/ 0 h 5"/>
                  <a:gd name="T4" fmla="*/ 0 w 56"/>
                  <a:gd name="T5" fmla="*/ 0 h 5"/>
                  <a:gd name="T6" fmla="*/ 0 w 56"/>
                  <a:gd name="T7" fmla="*/ 0 h 5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56"/>
                  <a:gd name="T13" fmla="*/ 0 h 5"/>
                  <a:gd name="T14" fmla="*/ 56 w 56"/>
                  <a:gd name="T15" fmla="*/ 5 h 5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56" h="5">
                    <a:moveTo>
                      <a:pt x="0" y="5"/>
                    </a:moveTo>
                    <a:lnTo>
                      <a:pt x="56" y="4"/>
                    </a:lnTo>
                    <a:lnTo>
                      <a:pt x="56" y="0"/>
                    </a:lnTo>
                    <a:lnTo>
                      <a:pt x="0" y="5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1100" name="Line 801">
                <a:extLst>
                  <a:ext uri="{FF2B5EF4-FFF2-40B4-BE49-F238E27FC236}">
                    <a16:creationId xmlns:a16="http://schemas.microsoft.com/office/drawing/2014/main" id="{61532B1A-5CAE-1957-E73A-B68781324CC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3815" y="3349"/>
                <a:ext cx="1" cy="1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1101" name="Freeform 802">
                <a:extLst>
                  <a:ext uri="{FF2B5EF4-FFF2-40B4-BE49-F238E27FC236}">
                    <a16:creationId xmlns:a16="http://schemas.microsoft.com/office/drawing/2014/main" id="{CBDEBD2A-2A95-49AC-8A33-EC40ED260D0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796" y="3325"/>
                <a:ext cx="19" cy="26"/>
              </a:xfrm>
              <a:custGeom>
                <a:avLst/>
                <a:gdLst>
                  <a:gd name="T0" fmla="*/ 0 w 129"/>
                  <a:gd name="T1" fmla="*/ 0 h 182"/>
                  <a:gd name="T2" fmla="*/ 0 w 129"/>
                  <a:gd name="T3" fmla="*/ 0 h 182"/>
                  <a:gd name="T4" fmla="*/ 0 w 129"/>
                  <a:gd name="T5" fmla="*/ 0 h 182"/>
                  <a:gd name="T6" fmla="*/ 0 w 129"/>
                  <a:gd name="T7" fmla="*/ 0 h 182"/>
                  <a:gd name="T8" fmla="*/ 0 w 129"/>
                  <a:gd name="T9" fmla="*/ 0 h 182"/>
                  <a:gd name="T10" fmla="*/ 0 w 129"/>
                  <a:gd name="T11" fmla="*/ 0 h 182"/>
                  <a:gd name="T12" fmla="*/ 0 w 129"/>
                  <a:gd name="T13" fmla="*/ 0 h 182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129"/>
                  <a:gd name="T22" fmla="*/ 0 h 182"/>
                  <a:gd name="T23" fmla="*/ 129 w 129"/>
                  <a:gd name="T24" fmla="*/ 182 h 182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129" h="182">
                    <a:moveTo>
                      <a:pt x="17" y="182"/>
                    </a:moveTo>
                    <a:lnTo>
                      <a:pt x="73" y="176"/>
                    </a:lnTo>
                    <a:lnTo>
                      <a:pt x="129" y="171"/>
                    </a:lnTo>
                    <a:lnTo>
                      <a:pt x="112" y="0"/>
                    </a:lnTo>
                    <a:lnTo>
                      <a:pt x="56" y="6"/>
                    </a:lnTo>
                    <a:lnTo>
                      <a:pt x="0" y="11"/>
                    </a:lnTo>
                    <a:lnTo>
                      <a:pt x="17" y="182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1102" name="Freeform 803">
                <a:extLst>
                  <a:ext uri="{FF2B5EF4-FFF2-40B4-BE49-F238E27FC236}">
                    <a16:creationId xmlns:a16="http://schemas.microsoft.com/office/drawing/2014/main" id="{F7B92921-60FD-23DC-D476-B68C34D0F46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796" y="3325"/>
                <a:ext cx="19" cy="26"/>
              </a:xfrm>
              <a:custGeom>
                <a:avLst/>
                <a:gdLst>
                  <a:gd name="T0" fmla="*/ 0 w 129"/>
                  <a:gd name="T1" fmla="*/ 0 h 182"/>
                  <a:gd name="T2" fmla="*/ 0 w 129"/>
                  <a:gd name="T3" fmla="*/ 0 h 182"/>
                  <a:gd name="T4" fmla="*/ 0 w 129"/>
                  <a:gd name="T5" fmla="*/ 0 h 182"/>
                  <a:gd name="T6" fmla="*/ 0 w 129"/>
                  <a:gd name="T7" fmla="*/ 0 h 182"/>
                  <a:gd name="T8" fmla="*/ 0 w 129"/>
                  <a:gd name="T9" fmla="*/ 0 h 182"/>
                  <a:gd name="T10" fmla="*/ 0 w 129"/>
                  <a:gd name="T11" fmla="*/ 0 h 182"/>
                  <a:gd name="T12" fmla="*/ 0 w 129"/>
                  <a:gd name="T13" fmla="*/ 0 h 182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129"/>
                  <a:gd name="T22" fmla="*/ 0 h 182"/>
                  <a:gd name="T23" fmla="*/ 129 w 129"/>
                  <a:gd name="T24" fmla="*/ 182 h 182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129" h="182">
                    <a:moveTo>
                      <a:pt x="17" y="182"/>
                    </a:moveTo>
                    <a:lnTo>
                      <a:pt x="73" y="176"/>
                    </a:lnTo>
                    <a:lnTo>
                      <a:pt x="129" y="171"/>
                    </a:lnTo>
                    <a:lnTo>
                      <a:pt x="112" y="0"/>
                    </a:lnTo>
                    <a:lnTo>
                      <a:pt x="56" y="6"/>
                    </a:lnTo>
                    <a:lnTo>
                      <a:pt x="0" y="11"/>
                    </a:lnTo>
                    <a:lnTo>
                      <a:pt x="17" y="182"/>
                    </a:lnTo>
                    <a:close/>
                  </a:path>
                </a:pathLst>
              </a:cu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1103" name="Freeform 804">
                <a:extLst>
                  <a:ext uri="{FF2B5EF4-FFF2-40B4-BE49-F238E27FC236}">
                    <a16:creationId xmlns:a16="http://schemas.microsoft.com/office/drawing/2014/main" id="{EEA95A2B-0AC2-6DC9-3F4C-D9E985016D0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804" y="3324"/>
                <a:ext cx="8" cy="2"/>
              </a:xfrm>
              <a:custGeom>
                <a:avLst/>
                <a:gdLst>
                  <a:gd name="T0" fmla="*/ 0 w 56"/>
                  <a:gd name="T1" fmla="*/ 0 h 9"/>
                  <a:gd name="T2" fmla="*/ 0 w 56"/>
                  <a:gd name="T3" fmla="*/ 0 h 9"/>
                  <a:gd name="T4" fmla="*/ 0 w 56"/>
                  <a:gd name="T5" fmla="*/ 0 h 9"/>
                  <a:gd name="T6" fmla="*/ 0 w 56"/>
                  <a:gd name="T7" fmla="*/ 0 h 9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56"/>
                  <a:gd name="T13" fmla="*/ 0 h 9"/>
                  <a:gd name="T14" fmla="*/ 56 w 56"/>
                  <a:gd name="T15" fmla="*/ 9 h 9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56" h="9">
                    <a:moveTo>
                      <a:pt x="0" y="9"/>
                    </a:moveTo>
                    <a:lnTo>
                      <a:pt x="56" y="3"/>
                    </a:lnTo>
                    <a:lnTo>
                      <a:pt x="56" y="0"/>
                    </a:lnTo>
                    <a:lnTo>
                      <a:pt x="0" y="9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1104" name="Line 805">
                <a:extLst>
                  <a:ext uri="{FF2B5EF4-FFF2-40B4-BE49-F238E27FC236}">
                    <a16:creationId xmlns:a16="http://schemas.microsoft.com/office/drawing/2014/main" id="{A4F51346-731A-A614-468B-604CF721434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3812" y="3324"/>
                <a:ext cx="1" cy="1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1105" name="Freeform 806">
                <a:extLst>
                  <a:ext uri="{FF2B5EF4-FFF2-40B4-BE49-F238E27FC236}">
                    <a16:creationId xmlns:a16="http://schemas.microsoft.com/office/drawing/2014/main" id="{ECB84428-0447-E5D8-8FAE-82CB8C93030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792" y="3300"/>
                <a:ext cx="20" cy="27"/>
              </a:xfrm>
              <a:custGeom>
                <a:avLst/>
                <a:gdLst>
                  <a:gd name="T0" fmla="*/ 0 w 139"/>
                  <a:gd name="T1" fmla="*/ 0 h 188"/>
                  <a:gd name="T2" fmla="*/ 0 w 139"/>
                  <a:gd name="T3" fmla="*/ 0 h 188"/>
                  <a:gd name="T4" fmla="*/ 0 w 139"/>
                  <a:gd name="T5" fmla="*/ 0 h 188"/>
                  <a:gd name="T6" fmla="*/ 0 w 139"/>
                  <a:gd name="T7" fmla="*/ 0 h 188"/>
                  <a:gd name="T8" fmla="*/ 0 w 139"/>
                  <a:gd name="T9" fmla="*/ 0 h 188"/>
                  <a:gd name="T10" fmla="*/ 0 w 139"/>
                  <a:gd name="T11" fmla="*/ 0 h 188"/>
                  <a:gd name="T12" fmla="*/ 0 w 139"/>
                  <a:gd name="T13" fmla="*/ 0 h 188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139"/>
                  <a:gd name="T22" fmla="*/ 0 h 188"/>
                  <a:gd name="T23" fmla="*/ 139 w 139"/>
                  <a:gd name="T24" fmla="*/ 188 h 188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139" h="188">
                    <a:moveTo>
                      <a:pt x="27" y="188"/>
                    </a:moveTo>
                    <a:lnTo>
                      <a:pt x="83" y="179"/>
                    </a:lnTo>
                    <a:lnTo>
                      <a:pt x="139" y="170"/>
                    </a:lnTo>
                    <a:lnTo>
                      <a:pt x="112" y="0"/>
                    </a:lnTo>
                    <a:lnTo>
                      <a:pt x="56" y="9"/>
                    </a:lnTo>
                    <a:lnTo>
                      <a:pt x="0" y="18"/>
                    </a:lnTo>
                    <a:lnTo>
                      <a:pt x="27" y="188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1106" name="Freeform 807">
                <a:extLst>
                  <a:ext uri="{FF2B5EF4-FFF2-40B4-BE49-F238E27FC236}">
                    <a16:creationId xmlns:a16="http://schemas.microsoft.com/office/drawing/2014/main" id="{8D3D09F7-1263-925D-7566-622AD637576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792" y="3300"/>
                <a:ext cx="20" cy="27"/>
              </a:xfrm>
              <a:custGeom>
                <a:avLst/>
                <a:gdLst>
                  <a:gd name="T0" fmla="*/ 0 w 139"/>
                  <a:gd name="T1" fmla="*/ 0 h 188"/>
                  <a:gd name="T2" fmla="*/ 0 w 139"/>
                  <a:gd name="T3" fmla="*/ 0 h 188"/>
                  <a:gd name="T4" fmla="*/ 0 w 139"/>
                  <a:gd name="T5" fmla="*/ 0 h 188"/>
                  <a:gd name="T6" fmla="*/ 0 w 139"/>
                  <a:gd name="T7" fmla="*/ 0 h 188"/>
                  <a:gd name="T8" fmla="*/ 0 w 139"/>
                  <a:gd name="T9" fmla="*/ 0 h 188"/>
                  <a:gd name="T10" fmla="*/ 0 w 139"/>
                  <a:gd name="T11" fmla="*/ 0 h 188"/>
                  <a:gd name="T12" fmla="*/ 0 w 139"/>
                  <a:gd name="T13" fmla="*/ 0 h 188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139"/>
                  <a:gd name="T22" fmla="*/ 0 h 188"/>
                  <a:gd name="T23" fmla="*/ 139 w 139"/>
                  <a:gd name="T24" fmla="*/ 188 h 188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139" h="188">
                    <a:moveTo>
                      <a:pt x="27" y="188"/>
                    </a:moveTo>
                    <a:lnTo>
                      <a:pt x="83" y="179"/>
                    </a:lnTo>
                    <a:lnTo>
                      <a:pt x="139" y="170"/>
                    </a:lnTo>
                    <a:lnTo>
                      <a:pt x="112" y="0"/>
                    </a:lnTo>
                    <a:lnTo>
                      <a:pt x="56" y="9"/>
                    </a:lnTo>
                    <a:lnTo>
                      <a:pt x="0" y="18"/>
                    </a:lnTo>
                    <a:lnTo>
                      <a:pt x="27" y="188"/>
                    </a:lnTo>
                    <a:close/>
                  </a:path>
                </a:pathLst>
              </a:cu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1107" name="Freeform 808">
                <a:extLst>
                  <a:ext uri="{FF2B5EF4-FFF2-40B4-BE49-F238E27FC236}">
                    <a16:creationId xmlns:a16="http://schemas.microsoft.com/office/drawing/2014/main" id="{F433C56B-2157-63D9-04C1-289E4A150C7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800" y="3300"/>
                <a:ext cx="8" cy="1"/>
              </a:xfrm>
              <a:custGeom>
                <a:avLst/>
                <a:gdLst>
                  <a:gd name="T0" fmla="*/ 0 w 56"/>
                  <a:gd name="T1" fmla="*/ 0 h 12"/>
                  <a:gd name="T2" fmla="*/ 0 w 56"/>
                  <a:gd name="T3" fmla="*/ 0 h 12"/>
                  <a:gd name="T4" fmla="*/ 0 w 56"/>
                  <a:gd name="T5" fmla="*/ 0 h 12"/>
                  <a:gd name="T6" fmla="*/ 0 w 56"/>
                  <a:gd name="T7" fmla="*/ 0 h 12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56"/>
                  <a:gd name="T13" fmla="*/ 0 h 12"/>
                  <a:gd name="T14" fmla="*/ 56 w 56"/>
                  <a:gd name="T15" fmla="*/ 12 h 12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56" h="12">
                    <a:moveTo>
                      <a:pt x="0" y="12"/>
                    </a:moveTo>
                    <a:lnTo>
                      <a:pt x="56" y="3"/>
                    </a:lnTo>
                    <a:lnTo>
                      <a:pt x="55" y="0"/>
                    </a:lnTo>
                    <a:lnTo>
                      <a:pt x="0" y="12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1108" name="Line 809">
                <a:extLst>
                  <a:ext uri="{FF2B5EF4-FFF2-40B4-BE49-F238E27FC236}">
                    <a16:creationId xmlns:a16="http://schemas.microsoft.com/office/drawing/2014/main" id="{5CE3E2CD-7948-A1A7-3D29-14F9EDE1B86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 flipV="1">
                <a:off x="3808" y="3300"/>
                <a:ext cx="1" cy="1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1109" name="Freeform 810">
                <a:extLst>
                  <a:ext uri="{FF2B5EF4-FFF2-40B4-BE49-F238E27FC236}">
                    <a16:creationId xmlns:a16="http://schemas.microsoft.com/office/drawing/2014/main" id="{B9B4C526-D5E8-BD04-23C3-09637E6AE11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787" y="3276"/>
                <a:ext cx="21" cy="27"/>
              </a:xfrm>
              <a:custGeom>
                <a:avLst/>
                <a:gdLst>
                  <a:gd name="T0" fmla="*/ 0 w 147"/>
                  <a:gd name="T1" fmla="*/ 0 h 193"/>
                  <a:gd name="T2" fmla="*/ 0 w 147"/>
                  <a:gd name="T3" fmla="*/ 0 h 193"/>
                  <a:gd name="T4" fmla="*/ 0 w 147"/>
                  <a:gd name="T5" fmla="*/ 0 h 193"/>
                  <a:gd name="T6" fmla="*/ 0 w 147"/>
                  <a:gd name="T7" fmla="*/ 0 h 193"/>
                  <a:gd name="T8" fmla="*/ 0 w 147"/>
                  <a:gd name="T9" fmla="*/ 0 h 193"/>
                  <a:gd name="T10" fmla="*/ 0 w 147"/>
                  <a:gd name="T11" fmla="*/ 0 h 193"/>
                  <a:gd name="T12" fmla="*/ 0 w 147"/>
                  <a:gd name="T13" fmla="*/ 0 h 193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147"/>
                  <a:gd name="T22" fmla="*/ 0 h 193"/>
                  <a:gd name="T23" fmla="*/ 147 w 147"/>
                  <a:gd name="T24" fmla="*/ 193 h 193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147" h="193">
                    <a:moveTo>
                      <a:pt x="37" y="193"/>
                    </a:moveTo>
                    <a:lnTo>
                      <a:pt x="92" y="180"/>
                    </a:lnTo>
                    <a:lnTo>
                      <a:pt x="147" y="168"/>
                    </a:lnTo>
                    <a:lnTo>
                      <a:pt x="110" y="0"/>
                    </a:lnTo>
                    <a:lnTo>
                      <a:pt x="55" y="12"/>
                    </a:lnTo>
                    <a:lnTo>
                      <a:pt x="0" y="24"/>
                    </a:lnTo>
                    <a:lnTo>
                      <a:pt x="37" y="193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1110" name="Freeform 811">
                <a:extLst>
                  <a:ext uri="{FF2B5EF4-FFF2-40B4-BE49-F238E27FC236}">
                    <a16:creationId xmlns:a16="http://schemas.microsoft.com/office/drawing/2014/main" id="{515C6B8D-2028-A1F2-5C9A-F2E212F2BEA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787" y="3276"/>
                <a:ext cx="21" cy="27"/>
              </a:xfrm>
              <a:custGeom>
                <a:avLst/>
                <a:gdLst>
                  <a:gd name="T0" fmla="*/ 0 w 147"/>
                  <a:gd name="T1" fmla="*/ 0 h 193"/>
                  <a:gd name="T2" fmla="*/ 0 w 147"/>
                  <a:gd name="T3" fmla="*/ 0 h 193"/>
                  <a:gd name="T4" fmla="*/ 0 w 147"/>
                  <a:gd name="T5" fmla="*/ 0 h 193"/>
                  <a:gd name="T6" fmla="*/ 0 w 147"/>
                  <a:gd name="T7" fmla="*/ 0 h 193"/>
                  <a:gd name="T8" fmla="*/ 0 w 147"/>
                  <a:gd name="T9" fmla="*/ 0 h 193"/>
                  <a:gd name="T10" fmla="*/ 0 w 147"/>
                  <a:gd name="T11" fmla="*/ 0 h 193"/>
                  <a:gd name="T12" fmla="*/ 0 w 147"/>
                  <a:gd name="T13" fmla="*/ 0 h 193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147"/>
                  <a:gd name="T22" fmla="*/ 0 h 193"/>
                  <a:gd name="T23" fmla="*/ 147 w 147"/>
                  <a:gd name="T24" fmla="*/ 193 h 193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147" h="193">
                    <a:moveTo>
                      <a:pt x="37" y="193"/>
                    </a:moveTo>
                    <a:lnTo>
                      <a:pt x="92" y="180"/>
                    </a:lnTo>
                    <a:lnTo>
                      <a:pt x="147" y="168"/>
                    </a:lnTo>
                    <a:lnTo>
                      <a:pt x="110" y="0"/>
                    </a:lnTo>
                    <a:lnTo>
                      <a:pt x="55" y="12"/>
                    </a:lnTo>
                    <a:lnTo>
                      <a:pt x="0" y="24"/>
                    </a:lnTo>
                    <a:lnTo>
                      <a:pt x="37" y="193"/>
                    </a:lnTo>
                    <a:close/>
                  </a:path>
                </a:pathLst>
              </a:cu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1111" name="Freeform 812">
                <a:extLst>
                  <a:ext uri="{FF2B5EF4-FFF2-40B4-BE49-F238E27FC236}">
                    <a16:creationId xmlns:a16="http://schemas.microsoft.com/office/drawing/2014/main" id="{ED5C00A2-3305-7B39-51E1-CAA26460DC9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795" y="3275"/>
                <a:ext cx="8" cy="2"/>
              </a:xfrm>
              <a:custGeom>
                <a:avLst/>
                <a:gdLst>
                  <a:gd name="T0" fmla="*/ 0 w 55"/>
                  <a:gd name="T1" fmla="*/ 0 h 16"/>
                  <a:gd name="T2" fmla="*/ 0 w 55"/>
                  <a:gd name="T3" fmla="*/ 0 h 16"/>
                  <a:gd name="T4" fmla="*/ 0 w 55"/>
                  <a:gd name="T5" fmla="*/ 0 h 16"/>
                  <a:gd name="T6" fmla="*/ 0 w 55"/>
                  <a:gd name="T7" fmla="*/ 0 h 16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55"/>
                  <a:gd name="T13" fmla="*/ 0 h 16"/>
                  <a:gd name="T14" fmla="*/ 55 w 55"/>
                  <a:gd name="T15" fmla="*/ 16 h 1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55" h="16">
                    <a:moveTo>
                      <a:pt x="0" y="16"/>
                    </a:moveTo>
                    <a:lnTo>
                      <a:pt x="55" y="4"/>
                    </a:lnTo>
                    <a:lnTo>
                      <a:pt x="54" y="0"/>
                    </a:lnTo>
                    <a:lnTo>
                      <a:pt x="0" y="16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1112" name="Line 813">
                <a:extLst>
                  <a:ext uri="{FF2B5EF4-FFF2-40B4-BE49-F238E27FC236}">
                    <a16:creationId xmlns:a16="http://schemas.microsoft.com/office/drawing/2014/main" id="{431275CA-4546-C067-889F-8BA62DC89D0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 flipV="1">
                <a:off x="3803" y="3275"/>
                <a:ext cx="1" cy="1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1113" name="Freeform 814">
                <a:extLst>
                  <a:ext uri="{FF2B5EF4-FFF2-40B4-BE49-F238E27FC236}">
                    <a16:creationId xmlns:a16="http://schemas.microsoft.com/office/drawing/2014/main" id="{B4FC6811-C7B5-BDB1-C351-F5DDB2579F5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781" y="3252"/>
                <a:ext cx="22" cy="28"/>
              </a:xfrm>
              <a:custGeom>
                <a:avLst/>
                <a:gdLst>
                  <a:gd name="T0" fmla="*/ 0 w 156"/>
                  <a:gd name="T1" fmla="*/ 0 h 197"/>
                  <a:gd name="T2" fmla="*/ 0 w 156"/>
                  <a:gd name="T3" fmla="*/ 0 h 197"/>
                  <a:gd name="T4" fmla="*/ 0 w 156"/>
                  <a:gd name="T5" fmla="*/ 0 h 197"/>
                  <a:gd name="T6" fmla="*/ 0 w 156"/>
                  <a:gd name="T7" fmla="*/ 0 h 197"/>
                  <a:gd name="T8" fmla="*/ 0 w 156"/>
                  <a:gd name="T9" fmla="*/ 0 h 197"/>
                  <a:gd name="T10" fmla="*/ 0 w 156"/>
                  <a:gd name="T11" fmla="*/ 0 h 197"/>
                  <a:gd name="T12" fmla="*/ 0 w 156"/>
                  <a:gd name="T13" fmla="*/ 0 h 197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156"/>
                  <a:gd name="T22" fmla="*/ 0 h 197"/>
                  <a:gd name="T23" fmla="*/ 156 w 156"/>
                  <a:gd name="T24" fmla="*/ 197 h 197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156" h="197">
                    <a:moveTo>
                      <a:pt x="48" y="197"/>
                    </a:moveTo>
                    <a:lnTo>
                      <a:pt x="102" y="181"/>
                    </a:lnTo>
                    <a:lnTo>
                      <a:pt x="156" y="165"/>
                    </a:lnTo>
                    <a:lnTo>
                      <a:pt x="108" y="0"/>
                    </a:lnTo>
                    <a:lnTo>
                      <a:pt x="54" y="16"/>
                    </a:lnTo>
                    <a:lnTo>
                      <a:pt x="0" y="32"/>
                    </a:lnTo>
                    <a:lnTo>
                      <a:pt x="48" y="197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1114" name="Freeform 815">
                <a:extLst>
                  <a:ext uri="{FF2B5EF4-FFF2-40B4-BE49-F238E27FC236}">
                    <a16:creationId xmlns:a16="http://schemas.microsoft.com/office/drawing/2014/main" id="{B3092F32-9F26-D6FD-DF31-4BC8CCF6252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781" y="3252"/>
                <a:ext cx="22" cy="28"/>
              </a:xfrm>
              <a:custGeom>
                <a:avLst/>
                <a:gdLst>
                  <a:gd name="T0" fmla="*/ 0 w 156"/>
                  <a:gd name="T1" fmla="*/ 0 h 197"/>
                  <a:gd name="T2" fmla="*/ 0 w 156"/>
                  <a:gd name="T3" fmla="*/ 0 h 197"/>
                  <a:gd name="T4" fmla="*/ 0 w 156"/>
                  <a:gd name="T5" fmla="*/ 0 h 197"/>
                  <a:gd name="T6" fmla="*/ 0 w 156"/>
                  <a:gd name="T7" fmla="*/ 0 h 197"/>
                  <a:gd name="T8" fmla="*/ 0 w 156"/>
                  <a:gd name="T9" fmla="*/ 0 h 197"/>
                  <a:gd name="T10" fmla="*/ 0 w 156"/>
                  <a:gd name="T11" fmla="*/ 0 h 197"/>
                  <a:gd name="T12" fmla="*/ 0 w 156"/>
                  <a:gd name="T13" fmla="*/ 0 h 197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156"/>
                  <a:gd name="T22" fmla="*/ 0 h 197"/>
                  <a:gd name="T23" fmla="*/ 156 w 156"/>
                  <a:gd name="T24" fmla="*/ 197 h 197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156" h="197">
                    <a:moveTo>
                      <a:pt x="48" y="197"/>
                    </a:moveTo>
                    <a:lnTo>
                      <a:pt x="102" y="181"/>
                    </a:lnTo>
                    <a:lnTo>
                      <a:pt x="156" y="165"/>
                    </a:lnTo>
                    <a:lnTo>
                      <a:pt x="108" y="0"/>
                    </a:lnTo>
                    <a:lnTo>
                      <a:pt x="54" y="16"/>
                    </a:lnTo>
                    <a:lnTo>
                      <a:pt x="0" y="32"/>
                    </a:lnTo>
                    <a:lnTo>
                      <a:pt x="48" y="197"/>
                    </a:lnTo>
                    <a:close/>
                  </a:path>
                </a:pathLst>
              </a:cu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1115" name="Freeform 816">
                <a:extLst>
                  <a:ext uri="{FF2B5EF4-FFF2-40B4-BE49-F238E27FC236}">
                    <a16:creationId xmlns:a16="http://schemas.microsoft.com/office/drawing/2014/main" id="{ED042FA6-1E2D-37F2-F599-2AD20E19C00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788" y="3251"/>
                <a:ext cx="8" cy="3"/>
              </a:xfrm>
              <a:custGeom>
                <a:avLst/>
                <a:gdLst>
                  <a:gd name="T0" fmla="*/ 0 w 54"/>
                  <a:gd name="T1" fmla="*/ 0 h 19"/>
                  <a:gd name="T2" fmla="*/ 0 w 54"/>
                  <a:gd name="T3" fmla="*/ 0 h 19"/>
                  <a:gd name="T4" fmla="*/ 0 w 54"/>
                  <a:gd name="T5" fmla="*/ 0 h 19"/>
                  <a:gd name="T6" fmla="*/ 0 w 54"/>
                  <a:gd name="T7" fmla="*/ 0 h 19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54"/>
                  <a:gd name="T13" fmla="*/ 0 h 19"/>
                  <a:gd name="T14" fmla="*/ 54 w 54"/>
                  <a:gd name="T15" fmla="*/ 19 h 19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54" h="19">
                    <a:moveTo>
                      <a:pt x="0" y="19"/>
                    </a:moveTo>
                    <a:lnTo>
                      <a:pt x="54" y="3"/>
                    </a:lnTo>
                    <a:lnTo>
                      <a:pt x="53" y="0"/>
                    </a:lnTo>
                    <a:lnTo>
                      <a:pt x="0" y="19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1116" name="Line 817">
                <a:extLst>
                  <a:ext uri="{FF2B5EF4-FFF2-40B4-BE49-F238E27FC236}">
                    <a16:creationId xmlns:a16="http://schemas.microsoft.com/office/drawing/2014/main" id="{AA15E874-2445-2674-9213-49962AE42E9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 flipV="1">
                <a:off x="3796" y="3251"/>
                <a:ext cx="1" cy="1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1117" name="Freeform 818">
                <a:extLst>
                  <a:ext uri="{FF2B5EF4-FFF2-40B4-BE49-F238E27FC236}">
                    <a16:creationId xmlns:a16="http://schemas.microsoft.com/office/drawing/2014/main" id="{0F09AC1D-0FA6-655C-2C47-EF319F98796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772" y="3228"/>
                <a:ext cx="24" cy="29"/>
              </a:xfrm>
              <a:custGeom>
                <a:avLst/>
                <a:gdLst>
                  <a:gd name="T0" fmla="*/ 0 w 164"/>
                  <a:gd name="T1" fmla="*/ 0 h 200"/>
                  <a:gd name="T2" fmla="*/ 0 w 164"/>
                  <a:gd name="T3" fmla="*/ 0 h 200"/>
                  <a:gd name="T4" fmla="*/ 0 w 164"/>
                  <a:gd name="T5" fmla="*/ 0 h 200"/>
                  <a:gd name="T6" fmla="*/ 0 w 164"/>
                  <a:gd name="T7" fmla="*/ 0 h 200"/>
                  <a:gd name="T8" fmla="*/ 0 w 164"/>
                  <a:gd name="T9" fmla="*/ 0 h 200"/>
                  <a:gd name="T10" fmla="*/ 0 w 164"/>
                  <a:gd name="T11" fmla="*/ 0 h 200"/>
                  <a:gd name="T12" fmla="*/ 0 w 164"/>
                  <a:gd name="T13" fmla="*/ 0 h 200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164"/>
                  <a:gd name="T22" fmla="*/ 0 h 200"/>
                  <a:gd name="T23" fmla="*/ 164 w 164"/>
                  <a:gd name="T24" fmla="*/ 200 h 200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164" h="200">
                    <a:moveTo>
                      <a:pt x="58" y="200"/>
                    </a:moveTo>
                    <a:lnTo>
                      <a:pt x="111" y="181"/>
                    </a:lnTo>
                    <a:lnTo>
                      <a:pt x="164" y="162"/>
                    </a:lnTo>
                    <a:lnTo>
                      <a:pt x="105" y="0"/>
                    </a:lnTo>
                    <a:lnTo>
                      <a:pt x="53" y="19"/>
                    </a:lnTo>
                    <a:lnTo>
                      <a:pt x="0" y="39"/>
                    </a:lnTo>
                    <a:lnTo>
                      <a:pt x="58" y="20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1118" name="Freeform 819">
                <a:extLst>
                  <a:ext uri="{FF2B5EF4-FFF2-40B4-BE49-F238E27FC236}">
                    <a16:creationId xmlns:a16="http://schemas.microsoft.com/office/drawing/2014/main" id="{8AE7D2D8-CEB0-2072-A6AF-A4CF1FA97F5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772" y="3228"/>
                <a:ext cx="24" cy="29"/>
              </a:xfrm>
              <a:custGeom>
                <a:avLst/>
                <a:gdLst>
                  <a:gd name="T0" fmla="*/ 0 w 164"/>
                  <a:gd name="T1" fmla="*/ 0 h 200"/>
                  <a:gd name="T2" fmla="*/ 0 w 164"/>
                  <a:gd name="T3" fmla="*/ 0 h 200"/>
                  <a:gd name="T4" fmla="*/ 0 w 164"/>
                  <a:gd name="T5" fmla="*/ 0 h 200"/>
                  <a:gd name="T6" fmla="*/ 0 w 164"/>
                  <a:gd name="T7" fmla="*/ 0 h 200"/>
                  <a:gd name="T8" fmla="*/ 0 w 164"/>
                  <a:gd name="T9" fmla="*/ 0 h 200"/>
                  <a:gd name="T10" fmla="*/ 0 w 164"/>
                  <a:gd name="T11" fmla="*/ 0 h 200"/>
                  <a:gd name="T12" fmla="*/ 0 w 164"/>
                  <a:gd name="T13" fmla="*/ 0 h 200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164"/>
                  <a:gd name="T22" fmla="*/ 0 h 200"/>
                  <a:gd name="T23" fmla="*/ 164 w 164"/>
                  <a:gd name="T24" fmla="*/ 200 h 200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164" h="200">
                    <a:moveTo>
                      <a:pt x="58" y="200"/>
                    </a:moveTo>
                    <a:lnTo>
                      <a:pt x="111" y="181"/>
                    </a:lnTo>
                    <a:lnTo>
                      <a:pt x="164" y="162"/>
                    </a:lnTo>
                    <a:lnTo>
                      <a:pt x="105" y="0"/>
                    </a:lnTo>
                    <a:lnTo>
                      <a:pt x="53" y="19"/>
                    </a:lnTo>
                    <a:lnTo>
                      <a:pt x="0" y="39"/>
                    </a:lnTo>
                    <a:lnTo>
                      <a:pt x="58" y="200"/>
                    </a:lnTo>
                    <a:close/>
                  </a:path>
                </a:pathLst>
              </a:cu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1119" name="Freeform 820">
                <a:extLst>
                  <a:ext uri="{FF2B5EF4-FFF2-40B4-BE49-F238E27FC236}">
                    <a16:creationId xmlns:a16="http://schemas.microsoft.com/office/drawing/2014/main" id="{F26B314D-EA00-9BE9-C5A3-98DAB1E21AB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780" y="3228"/>
                <a:ext cx="7" cy="3"/>
              </a:xfrm>
              <a:custGeom>
                <a:avLst/>
                <a:gdLst>
                  <a:gd name="T0" fmla="*/ 0 w 52"/>
                  <a:gd name="T1" fmla="*/ 0 h 22"/>
                  <a:gd name="T2" fmla="*/ 0 w 52"/>
                  <a:gd name="T3" fmla="*/ 0 h 22"/>
                  <a:gd name="T4" fmla="*/ 0 w 52"/>
                  <a:gd name="T5" fmla="*/ 0 h 22"/>
                  <a:gd name="T6" fmla="*/ 0 w 52"/>
                  <a:gd name="T7" fmla="*/ 0 h 22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52"/>
                  <a:gd name="T13" fmla="*/ 0 h 22"/>
                  <a:gd name="T14" fmla="*/ 52 w 52"/>
                  <a:gd name="T15" fmla="*/ 22 h 22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52" h="22">
                    <a:moveTo>
                      <a:pt x="0" y="22"/>
                    </a:moveTo>
                    <a:lnTo>
                      <a:pt x="52" y="3"/>
                    </a:lnTo>
                    <a:lnTo>
                      <a:pt x="51" y="0"/>
                    </a:lnTo>
                    <a:lnTo>
                      <a:pt x="0" y="22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1120" name="Line 821">
                <a:extLst>
                  <a:ext uri="{FF2B5EF4-FFF2-40B4-BE49-F238E27FC236}">
                    <a16:creationId xmlns:a16="http://schemas.microsoft.com/office/drawing/2014/main" id="{528F8C22-4344-221A-1877-F0A21979A6E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 flipV="1">
                <a:off x="3787" y="3228"/>
                <a:ext cx="1" cy="1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1121" name="Freeform 822">
                <a:extLst>
                  <a:ext uri="{FF2B5EF4-FFF2-40B4-BE49-F238E27FC236}">
                    <a16:creationId xmlns:a16="http://schemas.microsoft.com/office/drawing/2014/main" id="{8DFAA436-3F12-2E01-C4FF-BEFCF8C21C0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763" y="3205"/>
                <a:ext cx="24" cy="29"/>
              </a:xfrm>
              <a:custGeom>
                <a:avLst/>
                <a:gdLst>
                  <a:gd name="T0" fmla="*/ 0 w 170"/>
                  <a:gd name="T1" fmla="*/ 0 h 203"/>
                  <a:gd name="T2" fmla="*/ 0 w 170"/>
                  <a:gd name="T3" fmla="*/ 0 h 203"/>
                  <a:gd name="T4" fmla="*/ 0 w 170"/>
                  <a:gd name="T5" fmla="*/ 0 h 203"/>
                  <a:gd name="T6" fmla="*/ 0 w 170"/>
                  <a:gd name="T7" fmla="*/ 0 h 203"/>
                  <a:gd name="T8" fmla="*/ 0 w 170"/>
                  <a:gd name="T9" fmla="*/ 0 h 203"/>
                  <a:gd name="T10" fmla="*/ 0 w 170"/>
                  <a:gd name="T11" fmla="*/ 0 h 203"/>
                  <a:gd name="T12" fmla="*/ 0 w 170"/>
                  <a:gd name="T13" fmla="*/ 0 h 203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170"/>
                  <a:gd name="T22" fmla="*/ 0 h 203"/>
                  <a:gd name="T23" fmla="*/ 170 w 170"/>
                  <a:gd name="T24" fmla="*/ 203 h 203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170" h="203">
                    <a:moveTo>
                      <a:pt x="67" y="203"/>
                    </a:moveTo>
                    <a:lnTo>
                      <a:pt x="119" y="180"/>
                    </a:lnTo>
                    <a:lnTo>
                      <a:pt x="170" y="158"/>
                    </a:lnTo>
                    <a:lnTo>
                      <a:pt x="103" y="0"/>
                    </a:lnTo>
                    <a:lnTo>
                      <a:pt x="51" y="22"/>
                    </a:lnTo>
                    <a:lnTo>
                      <a:pt x="0" y="45"/>
                    </a:lnTo>
                    <a:lnTo>
                      <a:pt x="67" y="203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1122" name="Freeform 823">
                <a:extLst>
                  <a:ext uri="{FF2B5EF4-FFF2-40B4-BE49-F238E27FC236}">
                    <a16:creationId xmlns:a16="http://schemas.microsoft.com/office/drawing/2014/main" id="{A70F0D60-E9B6-AE0A-600D-33DBB456712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763" y="3205"/>
                <a:ext cx="24" cy="29"/>
              </a:xfrm>
              <a:custGeom>
                <a:avLst/>
                <a:gdLst>
                  <a:gd name="T0" fmla="*/ 0 w 170"/>
                  <a:gd name="T1" fmla="*/ 0 h 203"/>
                  <a:gd name="T2" fmla="*/ 0 w 170"/>
                  <a:gd name="T3" fmla="*/ 0 h 203"/>
                  <a:gd name="T4" fmla="*/ 0 w 170"/>
                  <a:gd name="T5" fmla="*/ 0 h 203"/>
                  <a:gd name="T6" fmla="*/ 0 w 170"/>
                  <a:gd name="T7" fmla="*/ 0 h 203"/>
                  <a:gd name="T8" fmla="*/ 0 w 170"/>
                  <a:gd name="T9" fmla="*/ 0 h 203"/>
                  <a:gd name="T10" fmla="*/ 0 w 170"/>
                  <a:gd name="T11" fmla="*/ 0 h 203"/>
                  <a:gd name="T12" fmla="*/ 0 w 170"/>
                  <a:gd name="T13" fmla="*/ 0 h 203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170"/>
                  <a:gd name="T22" fmla="*/ 0 h 203"/>
                  <a:gd name="T23" fmla="*/ 170 w 170"/>
                  <a:gd name="T24" fmla="*/ 203 h 203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170" h="203">
                    <a:moveTo>
                      <a:pt x="67" y="203"/>
                    </a:moveTo>
                    <a:lnTo>
                      <a:pt x="119" y="180"/>
                    </a:lnTo>
                    <a:lnTo>
                      <a:pt x="170" y="158"/>
                    </a:lnTo>
                    <a:lnTo>
                      <a:pt x="103" y="0"/>
                    </a:lnTo>
                    <a:lnTo>
                      <a:pt x="51" y="22"/>
                    </a:lnTo>
                    <a:lnTo>
                      <a:pt x="0" y="45"/>
                    </a:lnTo>
                    <a:lnTo>
                      <a:pt x="67" y="203"/>
                    </a:lnTo>
                    <a:close/>
                  </a:path>
                </a:pathLst>
              </a:cu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1123" name="Freeform 824">
                <a:extLst>
                  <a:ext uri="{FF2B5EF4-FFF2-40B4-BE49-F238E27FC236}">
                    <a16:creationId xmlns:a16="http://schemas.microsoft.com/office/drawing/2014/main" id="{AECACD42-4EFC-AFEE-7043-7F5181D8061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770" y="3204"/>
                <a:ext cx="8" cy="4"/>
              </a:xfrm>
              <a:custGeom>
                <a:avLst/>
                <a:gdLst>
                  <a:gd name="T0" fmla="*/ 0 w 52"/>
                  <a:gd name="T1" fmla="*/ 0 h 26"/>
                  <a:gd name="T2" fmla="*/ 0 w 52"/>
                  <a:gd name="T3" fmla="*/ 0 h 26"/>
                  <a:gd name="T4" fmla="*/ 0 w 52"/>
                  <a:gd name="T5" fmla="*/ 0 h 26"/>
                  <a:gd name="T6" fmla="*/ 0 w 52"/>
                  <a:gd name="T7" fmla="*/ 0 h 26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52"/>
                  <a:gd name="T13" fmla="*/ 0 h 26"/>
                  <a:gd name="T14" fmla="*/ 52 w 52"/>
                  <a:gd name="T15" fmla="*/ 26 h 2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52" h="26">
                    <a:moveTo>
                      <a:pt x="0" y="26"/>
                    </a:moveTo>
                    <a:lnTo>
                      <a:pt x="52" y="4"/>
                    </a:lnTo>
                    <a:lnTo>
                      <a:pt x="51" y="0"/>
                    </a:lnTo>
                    <a:lnTo>
                      <a:pt x="0" y="26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1124" name="Line 825">
                <a:extLst>
                  <a:ext uri="{FF2B5EF4-FFF2-40B4-BE49-F238E27FC236}">
                    <a16:creationId xmlns:a16="http://schemas.microsoft.com/office/drawing/2014/main" id="{D909B361-FACE-9A01-6BB7-F590ACE2437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 flipV="1">
                <a:off x="3778" y="3204"/>
                <a:ext cx="1" cy="1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1125" name="Freeform 826">
                <a:extLst>
                  <a:ext uri="{FF2B5EF4-FFF2-40B4-BE49-F238E27FC236}">
                    <a16:creationId xmlns:a16="http://schemas.microsoft.com/office/drawing/2014/main" id="{BA93F775-CFDA-DD1B-A0C7-011B00F5896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752" y="3183"/>
                <a:ext cx="26" cy="29"/>
              </a:xfrm>
              <a:custGeom>
                <a:avLst/>
                <a:gdLst>
                  <a:gd name="T0" fmla="*/ 0 w 180"/>
                  <a:gd name="T1" fmla="*/ 0 h 204"/>
                  <a:gd name="T2" fmla="*/ 0 w 180"/>
                  <a:gd name="T3" fmla="*/ 0 h 204"/>
                  <a:gd name="T4" fmla="*/ 0 w 180"/>
                  <a:gd name="T5" fmla="*/ 0 h 204"/>
                  <a:gd name="T6" fmla="*/ 0 w 180"/>
                  <a:gd name="T7" fmla="*/ 0 h 204"/>
                  <a:gd name="T8" fmla="*/ 0 w 180"/>
                  <a:gd name="T9" fmla="*/ 0 h 204"/>
                  <a:gd name="T10" fmla="*/ 0 w 180"/>
                  <a:gd name="T11" fmla="*/ 0 h 204"/>
                  <a:gd name="T12" fmla="*/ 0 w 180"/>
                  <a:gd name="T13" fmla="*/ 0 h 204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180"/>
                  <a:gd name="T22" fmla="*/ 0 h 204"/>
                  <a:gd name="T23" fmla="*/ 180 w 180"/>
                  <a:gd name="T24" fmla="*/ 204 h 204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180" h="204">
                    <a:moveTo>
                      <a:pt x="79" y="204"/>
                    </a:moveTo>
                    <a:lnTo>
                      <a:pt x="129" y="178"/>
                    </a:lnTo>
                    <a:lnTo>
                      <a:pt x="180" y="152"/>
                    </a:lnTo>
                    <a:lnTo>
                      <a:pt x="101" y="0"/>
                    </a:lnTo>
                    <a:lnTo>
                      <a:pt x="51" y="26"/>
                    </a:lnTo>
                    <a:lnTo>
                      <a:pt x="0" y="51"/>
                    </a:lnTo>
                    <a:lnTo>
                      <a:pt x="79" y="204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1126" name="Freeform 827">
                <a:extLst>
                  <a:ext uri="{FF2B5EF4-FFF2-40B4-BE49-F238E27FC236}">
                    <a16:creationId xmlns:a16="http://schemas.microsoft.com/office/drawing/2014/main" id="{B96864D2-373F-2776-6E08-E5AFD749399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752" y="3183"/>
                <a:ext cx="26" cy="29"/>
              </a:xfrm>
              <a:custGeom>
                <a:avLst/>
                <a:gdLst>
                  <a:gd name="T0" fmla="*/ 0 w 180"/>
                  <a:gd name="T1" fmla="*/ 0 h 204"/>
                  <a:gd name="T2" fmla="*/ 0 w 180"/>
                  <a:gd name="T3" fmla="*/ 0 h 204"/>
                  <a:gd name="T4" fmla="*/ 0 w 180"/>
                  <a:gd name="T5" fmla="*/ 0 h 204"/>
                  <a:gd name="T6" fmla="*/ 0 w 180"/>
                  <a:gd name="T7" fmla="*/ 0 h 204"/>
                  <a:gd name="T8" fmla="*/ 0 w 180"/>
                  <a:gd name="T9" fmla="*/ 0 h 204"/>
                  <a:gd name="T10" fmla="*/ 0 w 180"/>
                  <a:gd name="T11" fmla="*/ 0 h 204"/>
                  <a:gd name="T12" fmla="*/ 0 w 180"/>
                  <a:gd name="T13" fmla="*/ 0 h 204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180"/>
                  <a:gd name="T22" fmla="*/ 0 h 204"/>
                  <a:gd name="T23" fmla="*/ 180 w 180"/>
                  <a:gd name="T24" fmla="*/ 204 h 204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180" h="204">
                    <a:moveTo>
                      <a:pt x="79" y="204"/>
                    </a:moveTo>
                    <a:lnTo>
                      <a:pt x="129" y="178"/>
                    </a:lnTo>
                    <a:lnTo>
                      <a:pt x="180" y="152"/>
                    </a:lnTo>
                    <a:lnTo>
                      <a:pt x="101" y="0"/>
                    </a:lnTo>
                    <a:lnTo>
                      <a:pt x="51" y="26"/>
                    </a:lnTo>
                    <a:lnTo>
                      <a:pt x="0" y="51"/>
                    </a:lnTo>
                    <a:lnTo>
                      <a:pt x="79" y="204"/>
                    </a:lnTo>
                    <a:close/>
                  </a:path>
                </a:pathLst>
              </a:cu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1127" name="Freeform 828">
                <a:extLst>
                  <a:ext uri="{FF2B5EF4-FFF2-40B4-BE49-F238E27FC236}">
                    <a16:creationId xmlns:a16="http://schemas.microsoft.com/office/drawing/2014/main" id="{AA770FDB-1902-FD54-4993-704F1C05F7E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759" y="3182"/>
                <a:ext cx="7" cy="4"/>
              </a:xfrm>
              <a:custGeom>
                <a:avLst/>
                <a:gdLst>
                  <a:gd name="T0" fmla="*/ 0 w 50"/>
                  <a:gd name="T1" fmla="*/ 0 h 30"/>
                  <a:gd name="T2" fmla="*/ 0 w 50"/>
                  <a:gd name="T3" fmla="*/ 0 h 30"/>
                  <a:gd name="T4" fmla="*/ 0 w 50"/>
                  <a:gd name="T5" fmla="*/ 0 h 30"/>
                  <a:gd name="T6" fmla="*/ 0 w 50"/>
                  <a:gd name="T7" fmla="*/ 0 h 30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50"/>
                  <a:gd name="T13" fmla="*/ 0 h 30"/>
                  <a:gd name="T14" fmla="*/ 50 w 50"/>
                  <a:gd name="T15" fmla="*/ 30 h 30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50" h="30">
                    <a:moveTo>
                      <a:pt x="0" y="30"/>
                    </a:moveTo>
                    <a:lnTo>
                      <a:pt x="50" y="4"/>
                    </a:lnTo>
                    <a:lnTo>
                      <a:pt x="48" y="0"/>
                    </a:lnTo>
                    <a:lnTo>
                      <a:pt x="0" y="3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1128" name="Line 829">
                <a:extLst>
                  <a:ext uri="{FF2B5EF4-FFF2-40B4-BE49-F238E27FC236}">
                    <a16:creationId xmlns:a16="http://schemas.microsoft.com/office/drawing/2014/main" id="{19C922FC-97E7-7033-B234-AEBB317747E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 flipV="1">
                <a:off x="3766" y="3182"/>
                <a:ext cx="1" cy="1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1129" name="Freeform 830">
                <a:extLst>
                  <a:ext uri="{FF2B5EF4-FFF2-40B4-BE49-F238E27FC236}">
                    <a16:creationId xmlns:a16="http://schemas.microsoft.com/office/drawing/2014/main" id="{672BFDE7-C45C-7F23-EBA4-BDEC1FB5A46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740" y="3161"/>
                <a:ext cx="26" cy="30"/>
              </a:xfrm>
              <a:custGeom>
                <a:avLst/>
                <a:gdLst>
                  <a:gd name="T0" fmla="*/ 0 w 184"/>
                  <a:gd name="T1" fmla="*/ 0 h 207"/>
                  <a:gd name="T2" fmla="*/ 0 w 184"/>
                  <a:gd name="T3" fmla="*/ 0 h 207"/>
                  <a:gd name="T4" fmla="*/ 0 w 184"/>
                  <a:gd name="T5" fmla="*/ 0 h 207"/>
                  <a:gd name="T6" fmla="*/ 0 w 184"/>
                  <a:gd name="T7" fmla="*/ 0 h 207"/>
                  <a:gd name="T8" fmla="*/ 0 w 184"/>
                  <a:gd name="T9" fmla="*/ 0 h 207"/>
                  <a:gd name="T10" fmla="*/ 0 w 184"/>
                  <a:gd name="T11" fmla="*/ 0 h 207"/>
                  <a:gd name="T12" fmla="*/ 0 w 184"/>
                  <a:gd name="T13" fmla="*/ 0 h 207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184"/>
                  <a:gd name="T22" fmla="*/ 0 h 207"/>
                  <a:gd name="T23" fmla="*/ 184 w 184"/>
                  <a:gd name="T24" fmla="*/ 207 h 207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184" h="207">
                    <a:moveTo>
                      <a:pt x="87" y="207"/>
                    </a:moveTo>
                    <a:lnTo>
                      <a:pt x="136" y="178"/>
                    </a:lnTo>
                    <a:lnTo>
                      <a:pt x="184" y="148"/>
                    </a:lnTo>
                    <a:lnTo>
                      <a:pt x="96" y="0"/>
                    </a:lnTo>
                    <a:lnTo>
                      <a:pt x="48" y="30"/>
                    </a:lnTo>
                    <a:lnTo>
                      <a:pt x="0" y="59"/>
                    </a:lnTo>
                    <a:lnTo>
                      <a:pt x="87" y="207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1130" name="Freeform 831">
                <a:extLst>
                  <a:ext uri="{FF2B5EF4-FFF2-40B4-BE49-F238E27FC236}">
                    <a16:creationId xmlns:a16="http://schemas.microsoft.com/office/drawing/2014/main" id="{F9AC8EDE-4730-C6C4-780B-CC1ABC74A0B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740" y="3161"/>
                <a:ext cx="26" cy="30"/>
              </a:xfrm>
              <a:custGeom>
                <a:avLst/>
                <a:gdLst>
                  <a:gd name="T0" fmla="*/ 0 w 184"/>
                  <a:gd name="T1" fmla="*/ 0 h 207"/>
                  <a:gd name="T2" fmla="*/ 0 w 184"/>
                  <a:gd name="T3" fmla="*/ 0 h 207"/>
                  <a:gd name="T4" fmla="*/ 0 w 184"/>
                  <a:gd name="T5" fmla="*/ 0 h 207"/>
                  <a:gd name="T6" fmla="*/ 0 w 184"/>
                  <a:gd name="T7" fmla="*/ 0 h 207"/>
                  <a:gd name="T8" fmla="*/ 0 w 184"/>
                  <a:gd name="T9" fmla="*/ 0 h 207"/>
                  <a:gd name="T10" fmla="*/ 0 w 184"/>
                  <a:gd name="T11" fmla="*/ 0 h 207"/>
                  <a:gd name="T12" fmla="*/ 0 w 184"/>
                  <a:gd name="T13" fmla="*/ 0 h 207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184"/>
                  <a:gd name="T22" fmla="*/ 0 h 207"/>
                  <a:gd name="T23" fmla="*/ 184 w 184"/>
                  <a:gd name="T24" fmla="*/ 207 h 207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184" h="207">
                    <a:moveTo>
                      <a:pt x="87" y="207"/>
                    </a:moveTo>
                    <a:lnTo>
                      <a:pt x="136" y="178"/>
                    </a:lnTo>
                    <a:lnTo>
                      <a:pt x="184" y="148"/>
                    </a:lnTo>
                    <a:lnTo>
                      <a:pt x="96" y="0"/>
                    </a:lnTo>
                    <a:lnTo>
                      <a:pt x="48" y="30"/>
                    </a:lnTo>
                    <a:lnTo>
                      <a:pt x="0" y="59"/>
                    </a:lnTo>
                    <a:lnTo>
                      <a:pt x="87" y="207"/>
                    </a:lnTo>
                    <a:close/>
                  </a:path>
                </a:pathLst>
              </a:cu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1131" name="Freeform 832">
                <a:extLst>
                  <a:ext uri="{FF2B5EF4-FFF2-40B4-BE49-F238E27FC236}">
                    <a16:creationId xmlns:a16="http://schemas.microsoft.com/office/drawing/2014/main" id="{3E405850-BD65-9085-9726-5CB9EFC5C8E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747" y="3161"/>
                <a:ext cx="6" cy="4"/>
              </a:xfrm>
              <a:custGeom>
                <a:avLst/>
                <a:gdLst>
                  <a:gd name="T0" fmla="*/ 0 w 48"/>
                  <a:gd name="T1" fmla="*/ 0 h 32"/>
                  <a:gd name="T2" fmla="*/ 0 w 48"/>
                  <a:gd name="T3" fmla="*/ 0 h 32"/>
                  <a:gd name="T4" fmla="*/ 0 w 48"/>
                  <a:gd name="T5" fmla="*/ 0 h 32"/>
                  <a:gd name="T6" fmla="*/ 0 w 48"/>
                  <a:gd name="T7" fmla="*/ 0 h 32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48"/>
                  <a:gd name="T13" fmla="*/ 0 h 32"/>
                  <a:gd name="T14" fmla="*/ 48 w 48"/>
                  <a:gd name="T15" fmla="*/ 32 h 32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48" h="32">
                    <a:moveTo>
                      <a:pt x="0" y="32"/>
                    </a:moveTo>
                    <a:lnTo>
                      <a:pt x="48" y="2"/>
                    </a:lnTo>
                    <a:lnTo>
                      <a:pt x="47" y="0"/>
                    </a:lnTo>
                    <a:lnTo>
                      <a:pt x="0" y="32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1132" name="Line 833">
                <a:extLst>
                  <a:ext uri="{FF2B5EF4-FFF2-40B4-BE49-F238E27FC236}">
                    <a16:creationId xmlns:a16="http://schemas.microsoft.com/office/drawing/2014/main" id="{032E27A2-9CD0-61E2-9AA1-894A6674CB8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 flipV="1">
                <a:off x="3753" y="3161"/>
                <a:ext cx="1" cy="1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1133" name="Freeform 834">
                <a:extLst>
                  <a:ext uri="{FF2B5EF4-FFF2-40B4-BE49-F238E27FC236}">
                    <a16:creationId xmlns:a16="http://schemas.microsoft.com/office/drawing/2014/main" id="{BFE9EB09-8DA5-99FD-A466-97AA5F9D52C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726" y="3141"/>
                <a:ext cx="27" cy="29"/>
              </a:xfrm>
              <a:custGeom>
                <a:avLst/>
                <a:gdLst>
                  <a:gd name="T0" fmla="*/ 0 w 190"/>
                  <a:gd name="T1" fmla="*/ 0 h 204"/>
                  <a:gd name="T2" fmla="*/ 0 w 190"/>
                  <a:gd name="T3" fmla="*/ 0 h 204"/>
                  <a:gd name="T4" fmla="*/ 0 w 190"/>
                  <a:gd name="T5" fmla="*/ 0 h 204"/>
                  <a:gd name="T6" fmla="*/ 0 w 190"/>
                  <a:gd name="T7" fmla="*/ 0 h 204"/>
                  <a:gd name="T8" fmla="*/ 0 w 190"/>
                  <a:gd name="T9" fmla="*/ 0 h 204"/>
                  <a:gd name="T10" fmla="*/ 0 w 190"/>
                  <a:gd name="T11" fmla="*/ 0 h 204"/>
                  <a:gd name="T12" fmla="*/ 0 w 190"/>
                  <a:gd name="T13" fmla="*/ 0 h 204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190"/>
                  <a:gd name="T22" fmla="*/ 0 h 204"/>
                  <a:gd name="T23" fmla="*/ 190 w 190"/>
                  <a:gd name="T24" fmla="*/ 204 h 204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190" h="204">
                    <a:moveTo>
                      <a:pt x="96" y="204"/>
                    </a:moveTo>
                    <a:lnTo>
                      <a:pt x="143" y="173"/>
                    </a:lnTo>
                    <a:lnTo>
                      <a:pt x="190" y="141"/>
                    </a:lnTo>
                    <a:lnTo>
                      <a:pt x="94" y="0"/>
                    </a:lnTo>
                    <a:lnTo>
                      <a:pt x="47" y="31"/>
                    </a:lnTo>
                    <a:lnTo>
                      <a:pt x="0" y="63"/>
                    </a:lnTo>
                    <a:lnTo>
                      <a:pt x="96" y="204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1134" name="Freeform 835">
                <a:extLst>
                  <a:ext uri="{FF2B5EF4-FFF2-40B4-BE49-F238E27FC236}">
                    <a16:creationId xmlns:a16="http://schemas.microsoft.com/office/drawing/2014/main" id="{D47C35D1-740B-ABB4-46F1-C33148F19B0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726" y="3141"/>
                <a:ext cx="27" cy="29"/>
              </a:xfrm>
              <a:custGeom>
                <a:avLst/>
                <a:gdLst>
                  <a:gd name="T0" fmla="*/ 0 w 190"/>
                  <a:gd name="T1" fmla="*/ 0 h 204"/>
                  <a:gd name="T2" fmla="*/ 0 w 190"/>
                  <a:gd name="T3" fmla="*/ 0 h 204"/>
                  <a:gd name="T4" fmla="*/ 0 w 190"/>
                  <a:gd name="T5" fmla="*/ 0 h 204"/>
                  <a:gd name="T6" fmla="*/ 0 w 190"/>
                  <a:gd name="T7" fmla="*/ 0 h 204"/>
                  <a:gd name="T8" fmla="*/ 0 w 190"/>
                  <a:gd name="T9" fmla="*/ 0 h 204"/>
                  <a:gd name="T10" fmla="*/ 0 w 190"/>
                  <a:gd name="T11" fmla="*/ 0 h 204"/>
                  <a:gd name="T12" fmla="*/ 0 w 190"/>
                  <a:gd name="T13" fmla="*/ 0 h 204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190"/>
                  <a:gd name="T22" fmla="*/ 0 h 204"/>
                  <a:gd name="T23" fmla="*/ 190 w 190"/>
                  <a:gd name="T24" fmla="*/ 204 h 204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190" h="204">
                    <a:moveTo>
                      <a:pt x="96" y="204"/>
                    </a:moveTo>
                    <a:lnTo>
                      <a:pt x="143" y="173"/>
                    </a:lnTo>
                    <a:lnTo>
                      <a:pt x="190" y="141"/>
                    </a:lnTo>
                    <a:lnTo>
                      <a:pt x="94" y="0"/>
                    </a:lnTo>
                    <a:lnTo>
                      <a:pt x="47" y="31"/>
                    </a:lnTo>
                    <a:lnTo>
                      <a:pt x="0" y="63"/>
                    </a:lnTo>
                    <a:lnTo>
                      <a:pt x="96" y="204"/>
                    </a:lnTo>
                    <a:close/>
                  </a:path>
                </a:pathLst>
              </a:cu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1135" name="Freeform 836">
                <a:extLst>
                  <a:ext uri="{FF2B5EF4-FFF2-40B4-BE49-F238E27FC236}">
                    <a16:creationId xmlns:a16="http://schemas.microsoft.com/office/drawing/2014/main" id="{2A405C9D-F855-0DEB-9D04-B0423593817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733" y="3140"/>
                <a:ext cx="7" cy="5"/>
              </a:xfrm>
              <a:custGeom>
                <a:avLst/>
                <a:gdLst>
                  <a:gd name="T0" fmla="*/ 0 w 47"/>
                  <a:gd name="T1" fmla="*/ 0 h 35"/>
                  <a:gd name="T2" fmla="*/ 0 w 47"/>
                  <a:gd name="T3" fmla="*/ 0 h 35"/>
                  <a:gd name="T4" fmla="*/ 0 w 47"/>
                  <a:gd name="T5" fmla="*/ 0 h 35"/>
                  <a:gd name="T6" fmla="*/ 0 w 47"/>
                  <a:gd name="T7" fmla="*/ 0 h 35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47"/>
                  <a:gd name="T13" fmla="*/ 0 h 35"/>
                  <a:gd name="T14" fmla="*/ 47 w 47"/>
                  <a:gd name="T15" fmla="*/ 35 h 35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47" h="35">
                    <a:moveTo>
                      <a:pt x="0" y="35"/>
                    </a:moveTo>
                    <a:lnTo>
                      <a:pt x="47" y="4"/>
                    </a:lnTo>
                    <a:lnTo>
                      <a:pt x="45" y="0"/>
                    </a:lnTo>
                    <a:lnTo>
                      <a:pt x="0" y="35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1136" name="Line 837">
                <a:extLst>
                  <a:ext uri="{FF2B5EF4-FFF2-40B4-BE49-F238E27FC236}">
                    <a16:creationId xmlns:a16="http://schemas.microsoft.com/office/drawing/2014/main" id="{F7106F03-5C7B-4748-9F0A-9EEEEF25373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 flipV="1">
                <a:off x="3739" y="3140"/>
                <a:ext cx="1" cy="1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1137" name="Freeform 838">
                <a:extLst>
                  <a:ext uri="{FF2B5EF4-FFF2-40B4-BE49-F238E27FC236}">
                    <a16:creationId xmlns:a16="http://schemas.microsoft.com/office/drawing/2014/main" id="{35BBE816-1559-7CF9-61D8-9691F06126D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711" y="3121"/>
                <a:ext cx="28" cy="29"/>
              </a:xfrm>
              <a:custGeom>
                <a:avLst/>
                <a:gdLst>
                  <a:gd name="T0" fmla="*/ 0 w 196"/>
                  <a:gd name="T1" fmla="*/ 0 h 205"/>
                  <a:gd name="T2" fmla="*/ 0 w 196"/>
                  <a:gd name="T3" fmla="*/ 0 h 205"/>
                  <a:gd name="T4" fmla="*/ 0 w 196"/>
                  <a:gd name="T5" fmla="*/ 0 h 205"/>
                  <a:gd name="T6" fmla="*/ 0 w 196"/>
                  <a:gd name="T7" fmla="*/ 0 h 205"/>
                  <a:gd name="T8" fmla="*/ 0 w 196"/>
                  <a:gd name="T9" fmla="*/ 0 h 205"/>
                  <a:gd name="T10" fmla="*/ 0 w 196"/>
                  <a:gd name="T11" fmla="*/ 0 h 205"/>
                  <a:gd name="T12" fmla="*/ 0 w 196"/>
                  <a:gd name="T13" fmla="*/ 0 h 205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196"/>
                  <a:gd name="T22" fmla="*/ 0 h 205"/>
                  <a:gd name="T23" fmla="*/ 196 w 196"/>
                  <a:gd name="T24" fmla="*/ 205 h 205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196" h="205">
                    <a:moveTo>
                      <a:pt x="106" y="205"/>
                    </a:moveTo>
                    <a:lnTo>
                      <a:pt x="151" y="170"/>
                    </a:lnTo>
                    <a:lnTo>
                      <a:pt x="196" y="135"/>
                    </a:lnTo>
                    <a:lnTo>
                      <a:pt x="90" y="0"/>
                    </a:lnTo>
                    <a:lnTo>
                      <a:pt x="45" y="34"/>
                    </a:lnTo>
                    <a:lnTo>
                      <a:pt x="0" y="69"/>
                    </a:lnTo>
                    <a:lnTo>
                      <a:pt x="106" y="205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1138" name="Freeform 839">
                <a:extLst>
                  <a:ext uri="{FF2B5EF4-FFF2-40B4-BE49-F238E27FC236}">
                    <a16:creationId xmlns:a16="http://schemas.microsoft.com/office/drawing/2014/main" id="{3A6D6251-F693-DAFA-79A4-6B6AC07BB69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711" y="3121"/>
                <a:ext cx="28" cy="29"/>
              </a:xfrm>
              <a:custGeom>
                <a:avLst/>
                <a:gdLst>
                  <a:gd name="T0" fmla="*/ 0 w 196"/>
                  <a:gd name="T1" fmla="*/ 0 h 205"/>
                  <a:gd name="T2" fmla="*/ 0 w 196"/>
                  <a:gd name="T3" fmla="*/ 0 h 205"/>
                  <a:gd name="T4" fmla="*/ 0 w 196"/>
                  <a:gd name="T5" fmla="*/ 0 h 205"/>
                  <a:gd name="T6" fmla="*/ 0 w 196"/>
                  <a:gd name="T7" fmla="*/ 0 h 205"/>
                  <a:gd name="T8" fmla="*/ 0 w 196"/>
                  <a:gd name="T9" fmla="*/ 0 h 205"/>
                  <a:gd name="T10" fmla="*/ 0 w 196"/>
                  <a:gd name="T11" fmla="*/ 0 h 205"/>
                  <a:gd name="T12" fmla="*/ 0 w 196"/>
                  <a:gd name="T13" fmla="*/ 0 h 205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196"/>
                  <a:gd name="T22" fmla="*/ 0 h 205"/>
                  <a:gd name="T23" fmla="*/ 196 w 196"/>
                  <a:gd name="T24" fmla="*/ 205 h 205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196" h="205">
                    <a:moveTo>
                      <a:pt x="106" y="205"/>
                    </a:moveTo>
                    <a:lnTo>
                      <a:pt x="151" y="170"/>
                    </a:lnTo>
                    <a:lnTo>
                      <a:pt x="196" y="135"/>
                    </a:lnTo>
                    <a:lnTo>
                      <a:pt x="90" y="0"/>
                    </a:lnTo>
                    <a:lnTo>
                      <a:pt x="45" y="34"/>
                    </a:lnTo>
                    <a:lnTo>
                      <a:pt x="0" y="69"/>
                    </a:lnTo>
                    <a:lnTo>
                      <a:pt x="106" y="205"/>
                    </a:lnTo>
                    <a:close/>
                  </a:path>
                </a:pathLst>
              </a:cu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1139" name="Freeform 840">
                <a:extLst>
                  <a:ext uri="{FF2B5EF4-FFF2-40B4-BE49-F238E27FC236}">
                    <a16:creationId xmlns:a16="http://schemas.microsoft.com/office/drawing/2014/main" id="{F97CC3D0-39A0-55F6-3BF2-084B456F259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718" y="3120"/>
                <a:ext cx="6" cy="6"/>
              </a:xfrm>
              <a:custGeom>
                <a:avLst/>
                <a:gdLst>
                  <a:gd name="T0" fmla="*/ 0 w 45"/>
                  <a:gd name="T1" fmla="*/ 0 h 37"/>
                  <a:gd name="T2" fmla="*/ 0 w 45"/>
                  <a:gd name="T3" fmla="*/ 0 h 37"/>
                  <a:gd name="T4" fmla="*/ 0 w 45"/>
                  <a:gd name="T5" fmla="*/ 0 h 37"/>
                  <a:gd name="T6" fmla="*/ 0 w 45"/>
                  <a:gd name="T7" fmla="*/ 0 h 37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45"/>
                  <a:gd name="T13" fmla="*/ 0 h 37"/>
                  <a:gd name="T14" fmla="*/ 45 w 45"/>
                  <a:gd name="T15" fmla="*/ 37 h 37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45" h="37">
                    <a:moveTo>
                      <a:pt x="0" y="37"/>
                    </a:moveTo>
                    <a:lnTo>
                      <a:pt x="45" y="3"/>
                    </a:lnTo>
                    <a:lnTo>
                      <a:pt x="43" y="0"/>
                    </a:lnTo>
                    <a:lnTo>
                      <a:pt x="0" y="37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1140" name="Line 841">
                <a:extLst>
                  <a:ext uri="{FF2B5EF4-FFF2-40B4-BE49-F238E27FC236}">
                    <a16:creationId xmlns:a16="http://schemas.microsoft.com/office/drawing/2014/main" id="{C1DC7F3E-5825-BEE3-ABE9-73DFE98879D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 flipV="1">
                <a:off x="3724" y="3120"/>
                <a:ext cx="1" cy="1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1141" name="Freeform 842">
                <a:extLst>
                  <a:ext uri="{FF2B5EF4-FFF2-40B4-BE49-F238E27FC236}">
                    <a16:creationId xmlns:a16="http://schemas.microsoft.com/office/drawing/2014/main" id="{8CB2EB65-CBD8-FA33-2906-5C41EAA8B74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695" y="3102"/>
                <a:ext cx="29" cy="29"/>
              </a:xfrm>
              <a:custGeom>
                <a:avLst/>
                <a:gdLst>
                  <a:gd name="T0" fmla="*/ 0 w 199"/>
                  <a:gd name="T1" fmla="*/ 0 h 203"/>
                  <a:gd name="T2" fmla="*/ 0 w 199"/>
                  <a:gd name="T3" fmla="*/ 0 h 203"/>
                  <a:gd name="T4" fmla="*/ 0 w 199"/>
                  <a:gd name="T5" fmla="*/ 0 h 203"/>
                  <a:gd name="T6" fmla="*/ 0 w 199"/>
                  <a:gd name="T7" fmla="*/ 0 h 203"/>
                  <a:gd name="T8" fmla="*/ 0 w 199"/>
                  <a:gd name="T9" fmla="*/ 0 h 203"/>
                  <a:gd name="T10" fmla="*/ 0 w 199"/>
                  <a:gd name="T11" fmla="*/ 0 h 203"/>
                  <a:gd name="T12" fmla="*/ 0 w 199"/>
                  <a:gd name="T13" fmla="*/ 0 h 203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199"/>
                  <a:gd name="T22" fmla="*/ 0 h 203"/>
                  <a:gd name="T23" fmla="*/ 199 w 199"/>
                  <a:gd name="T24" fmla="*/ 203 h 203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199" h="203">
                    <a:moveTo>
                      <a:pt x="114" y="203"/>
                    </a:moveTo>
                    <a:lnTo>
                      <a:pt x="156" y="166"/>
                    </a:lnTo>
                    <a:lnTo>
                      <a:pt x="199" y="129"/>
                    </a:lnTo>
                    <a:lnTo>
                      <a:pt x="85" y="0"/>
                    </a:lnTo>
                    <a:lnTo>
                      <a:pt x="43" y="37"/>
                    </a:lnTo>
                    <a:lnTo>
                      <a:pt x="0" y="74"/>
                    </a:lnTo>
                    <a:lnTo>
                      <a:pt x="114" y="203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1142" name="Freeform 843">
                <a:extLst>
                  <a:ext uri="{FF2B5EF4-FFF2-40B4-BE49-F238E27FC236}">
                    <a16:creationId xmlns:a16="http://schemas.microsoft.com/office/drawing/2014/main" id="{E65CA32E-1164-0D84-7521-3CF058FF328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695" y="3102"/>
                <a:ext cx="29" cy="29"/>
              </a:xfrm>
              <a:custGeom>
                <a:avLst/>
                <a:gdLst>
                  <a:gd name="T0" fmla="*/ 0 w 199"/>
                  <a:gd name="T1" fmla="*/ 0 h 203"/>
                  <a:gd name="T2" fmla="*/ 0 w 199"/>
                  <a:gd name="T3" fmla="*/ 0 h 203"/>
                  <a:gd name="T4" fmla="*/ 0 w 199"/>
                  <a:gd name="T5" fmla="*/ 0 h 203"/>
                  <a:gd name="T6" fmla="*/ 0 w 199"/>
                  <a:gd name="T7" fmla="*/ 0 h 203"/>
                  <a:gd name="T8" fmla="*/ 0 w 199"/>
                  <a:gd name="T9" fmla="*/ 0 h 203"/>
                  <a:gd name="T10" fmla="*/ 0 w 199"/>
                  <a:gd name="T11" fmla="*/ 0 h 203"/>
                  <a:gd name="T12" fmla="*/ 0 w 199"/>
                  <a:gd name="T13" fmla="*/ 0 h 203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199"/>
                  <a:gd name="T22" fmla="*/ 0 h 203"/>
                  <a:gd name="T23" fmla="*/ 199 w 199"/>
                  <a:gd name="T24" fmla="*/ 203 h 203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199" h="203">
                    <a:moveTo>
                      <a:pt x="114" y="203"/>
                    </a:moveTo>
                    <a:lnTo>
                      <a:pt x="156" y="166"/>
                    </a:lnTo>
                    <a:lnTo>
                      <a:pt x="199" y="129"/>
                    </a:lnTo>
                    <a:lnTo>
                      <a:pt x="85" y="0"/>
                    </a:lnTo>
                    <a:lnTo>
                      <a:pt x="43" y="37"/>
                    </a:lnTo>
                    <a:lnTo>
                      <a:pt x="0" y="74"/>
                    </a:lnTo>
                    <a:lnTo>
                      <a:pt x="114" y="203"/>
                    </a:lnTo>
                    <a:close/>
                  </a:path>
                </a:pathLst>
              </a:cu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1143" name="Freeform 844">
                <a:extLst>
                  <a:ext uri="{FF2B5EF4-FFF2-40B4-BE49-F238E27FC236}">
                    <a16:creationId xmlns:a16="http://schemas.microsoft.com/office/drawing/2014/main" id="{7375DD67-7C59-23C3-01AD-3BE898E7F87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702" y="3101"/>
                <a:ext cx="6" cy="6"/>
              </a:xfrm>
              <a:custGeom>
                <a:avLst/>
                <a:gdLst>
                  <a:gd name="T0" fmla="*/ 0 w 42"/>
                  <a:gd name="T1" fmla="*/ 0 h 40"/>
                  <a:gd name="T2" fmla="*/ 0 w 42"/>
                  <a:gd name="T3" fmla="*/ 0 h 40"/>
                  <a:gd name="T4" fmla="*/ 0 w 42"/>
                  <a:gd name="T5" fmla="*/ 0 h 40"/>
                  <a:gd name="T6" fmla="*/ 0 w 42"/>
                  <a:gd name="T7" fmla="*/ 0 h 40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42"/>
                  <a:gd name="T13" fmla="*/ 0 h 40"/>
                  <a:gd name="T14" fmla="*/ 42 w 42"/>
                  <a:gd name="T15" fmla="*/ 40 h 40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42" h="40">
                    <a:moveTo>
                      <a:pt x="0" y="40"/>
                    </a:moveTo>
                    <a:lnTo>
                      <a:pt x="42" y="3"/>
                    </a:lnTo>
                    <a:lnTo>
                      <a:pt x="40" y="0"/>
                    </a:lnTo>
                    <a:lnTo>
                      <a:pt x="0" y="4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1144" name="Line 845">
                <a:extLst>
                  <a:ext uri="{FF2B5EF4-FFF2-40B4-BE49-F238E27FC236}">
                    <a16:creationId xmlns:a16="http://schemas.microsoft.com/office/drawing/2014/main" id="{7DE20A3B-5421-0457-A756-5AE4A79BED6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 flipV="1">
                <a:off x="3707" y="3101"/>
                <a:ext cx="1" cy="1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1145" name="Freeform 846">
                <a:extLst>
                  <a:ext uri="{FF2B5EF4-FFF2-40B4-BE49-F238E27FC236}">
                    <a16:creationId xmlns:a16="http://schemas.microsoft.com/office/drawing/2014/main" id="{A142F323-F989-D01B-BC17-6B70ACFD9B8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678" y="3084"/>
                <a:ext cx="29" cy="29"/>
              </a:xfrm>
              <a:custGeom>
                <a:avLst/>
                <a:gdLst>
                  <a:gd name="T0" fmla="*/ 0 w 202"/>
                  <a:gd name="T1" fmla="*/ 0 h 203"/>
                  <a:gd name="T2" fmla="*/ 0 w 202"/>
                  <a:gd name="T3" fmla="*/ 0 h 203"/>
                  <a:gd name="T4" fmla="*/ 0 w 202"/>
                  <a:gd name="T5" fmla="*/ 0 h 203"/>
                  <a:gd name="T6" fmla="*/ 0 w 202"/>
                  <a:gd name="T7" fmla="*/ 0 h 203"/>
                  <a:gd name="T8" fmla="*/ 0 w 202"/>
                  <a:gd name="T9" fmla="*/ 0 h 203"/>
                  <a:gd name="T10" fmla="*/ 0 w 202"/>
                  <a:gd name="T11" fmla="*/ 0 h 203"/>
                  <a:gd name="T12" fmla="*/ 0 w 202"/>
                  <a:gd name="T13" fmla="*/ 0 h 203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202"/>
                  <a:gd name="T22" fmla="*/ 0 h 203"/>
                  <a:gd name="T23" fmla="*/ 202 w 202"/>
                  <a:gd name="T24" fmla="*/ 203 h 203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202" h="203">
                    <a:moveTo>
                      <a:pt x="121" y="203"/>
                    </a:moveTo>
                    <a:lnTo>
                      <a:pt x="162" y="162"/>
                    </a:lnTo>
                    <a:lnTo>
                      <a:pt x="202" y="122"/>
                    </a:lnTo>
                    <a:lnTo>
                      <a:pt x="81" y="0"/>
                    </a:lnTo>
                    <a:lnTo>
                      <a:pt x="41" y="40"/>
                    </a:lnTo>
                    <a:lnTo>
                      <a:pt x="0" y="80"/>
                    </a:lnTo>
                    <a:lnTo>
                      <a:pt x="121" y="203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1146" name="Freeform 847">
                <a:extLst>
                  <a:ext uri="{FF2B5EF4-FFF2-40B4-BE49-F238E27FC236}">
                    <a16:creationId xmlns:a16="http://schemas.microsoft.com/office/drawing/2014/main" id="{5E0F8015-31A7-EDDD-8D90-4CF869445EA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678" y="3084"/>
                <a:ext cx="29" cy="29"/>
              </a:xfrm>
              <a:custGeom>
                <a:avLst/>
                <a:gdLst>
                  <a:gd name="T0" fmla="*/ 0 w 202"/>
                  <a:gd name="T1" fmla="*/ 0 h 203"/>
                  <a:gd name="T2" fmla="*/ 0 w 202"/>
                  <a:gd name="T3" fmla="*/ 0 h 203"/>
                  <a:gd name="T4" fmla="*/ 0 w 202"/>
                  <a:gd name="T5" fmla="*/ 0 h 203"/>
                  <a:gd name="T6" fmla="*/ 0 w 202"/>
                  <a:gd name="T7" fmla="*/ 0 h 203"/>
                  <a:gd name="T8" fmla="*/ 0 w 202"/>
                  <a:gd name="T9" fmla="*/ 0 h 203"/>
                  <a:gd name="T10" fmla="*/ 0 w 202"/>
                  <a:gd name="T11" fmla="*/ 0 h 203"/>
                  <a:gd name="T12" fmla="*/ 0 w 202"/>
                  <a:gd name="T13" fmla="*/ 0 h 203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202"/>
                  <a:gd name="T22" fmla="*/ 0 h 203"/>
                  <a:gd name="T23" fmla="*/ 202 w 202"/>
                  <a:gd name="T24" fmla="*/ 203 h 203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202" h="203">
                    <a:moveTo>
                      <a:pt x="121" y="203"/>
                    </a:moveTo>
                    <a:lnTo>
                      <a:pt x="162" y="162"/>
                    </a:lnTo>
                    <a:lnTo>
                      <a:pt x="202" y="122"/>
                    </a:lnTo>
                    <a:lnTo>
                      <a:pt x="81" y="0"/>
                    </a:lnTo>
                    <a:lnTo>
                      <a:pt x="41" y="40"/>
                    </a:lnTo>
                    <a:lnTo>
                      <a:pt x="0" y="80"/>
                    </a:lnTo>
                    <a:lnTo>
                      <a:pt x="121" y="203"/>
                    </a:lnTo>
                    <a:close/>
                  </a:path>
                </a:pathLst>
              </a:cu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1147" name="Freeform 848">
                <a:extLst>
                  <a:ext uri="{FF2B5EF4-FFF2-40B4-BE49-F238E27FC236}">
                    <a16:creationId xmlns:a16="http://schemas.microsoft.com/office/drawing/2014/main" id="{37B8C363-18C4-9466-B7C3-96EF020F5DA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684" y="3084"/>
                <a:ext cx="6" cy="6"/>
              </a:xfrm>
              <a:custGeom>
                <a:avLst/>
                <a:gdLst>
                  <a:gd name="T0" fmla="*/ 0 w 40"/>
                  <a:gd name="T1" fmla="*/ 0 h 43"/>
                  <a:gd name="T2" fmla="*/ 0 w 40"/>
                  <a:gd name="T3" fmla="*/ 0 h 43"/>
                  <a:gd name="T4" fmla="*/ 0 w 40"/>
                  <a:gd name="T5" fmla="*/ 0 h 43"/>
                  <a:gd name="T6" fmla="*/ 0 w 40"/>
                  <a:gd name="T7" fmla="*/ 0 h 43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40"/>
                  <a:gd name="T13" fmla="*/ 0 h 43"/>
                  <a:gd name="T14" fmla="*/ 40 w 40"/>
                  <a:gd name="T15" fmla="*/ 43 h 43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40" h="43">
                    <a:moveTo>
                      <a:pt x="0" y="43"/>
                    </a:moveTo>
                    <a:lnTo>
                      <a:pt x="40" y="3"/>
                    </a:lnTo>
                    <a:lnTo>
                      <a:pt x="37" y="0"/>
                    </a:lnTo>
                    <a:lnTo>
                      <a:pt x="0" y="43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1148" name="Line 849">
                <a:extLst>
                  <a:ext uri="{FF2B5EF4-FFF2-40B4-BE49-F238E27FC236}">
                    <a16:creationId xmlns:a16="http://schemas.microsoft.com/office/drawing/2014/main" id="{68C11732-0848-419F-14CD-D8CF30A71AE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 flipV="1">
                <a:off x="3690" y="3084"/>
                <a:ext cx="1" cy="1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1149" name="Freeform 850">
                <a:extLst>
                  <a:ext uri="{FF2B5EF4-FFF2-40B4-BE49-F238E27FC236}">
                    <a16:creationId xmlns:a16="http://schemas.microsoft.com/office/drawing/2014/main" id="{25B85892-2518-9D24-737D-41129373B70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661" y="3067"/>
                <a:ext cx="29" cy="29"/>
              </a:xfrm>
              <a:custGeom>
                <a:avLst/>
                <a:gdLst>
                  <a:gd name="T0" fmla="*/ 0 w 203"/>
                  <a:gd name="T1" fmla="*/ 0 h 199"/>
                  <a:gd name="T2" fmla="*/ 0 w 203"/>
                  <a:gd name="T3" fmla="*/ 0 h 199"/>
                  <a:gd name="T4" fmla="*/ 0 w 203"/>
                  <a:gd name="T5" fmla="*/ 0 h 199"/>
                  <a:gd name="T6" fmla="*/ 0 w 203"/>
                  <a:gd name="T7" fmla="*/ 0 h 199"/>
                  <a:gd name="T8" fmla="*/ 0 w 203"/>
                  <a:gd name="T9" fmla="*/ 0 h 199"/>
                  <a:gd name="T10" fmla="*/ 0 w 203"/>
                  <a:gd name="T11" fmla="*/ 0 h 199"/>
                  <a:gd name="T12" fmla="*/ 0 w 203"/>
                  <a:gd name="T13" fmla="*/ 0 h 199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203"/>
                  <a:gd name="T22" fmla="*/ 0 h 199"/>
                  <a:gd name="T23" fmla="*/ 203 w 203"/>
                  <a:gd name="T24" fmla="*/ 199 h 199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203" h="199">
                    <a:moveTo>
                      <a:pt x="129" y="199"/>
                    </a:moveTo>
                    <a:lnTo>
                      <a:pt x="166" y="156"/>
                    </a:lnTo>
                    <a:lnTo>
                      <a:pt x="203" y="113"/>
                    </a:lnTo>
                    <a:lnTo>
                      <a:pt x="74" y="0"/>
                    </a:lnTo>
                    <a:lnTo>
                      <a:pt x="37" y="43"/>
                    </a:lnTo>
                    <a:lnTo>
                      <a:pt x="0" y="85"/>
                    </a:lnTo>
                    <a:lnTo>
                      <a:pt x="129" y="199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1150" name="Freeform 851">
                <a:extLst>
                  <a:ext uri="{FF2B5EF4-FFF2-40B4-BE49-F238E27FC236}">
                    <a16:creationId xmlns:a16="http://schemas.microsoft.com/office/drawing/2014/main" id="{2E16EDAD-816C-5439-E108-7E93C80ABA1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661" y="3067"/>
                <a:ext cx="29" cy="29"/>
              </a:xfrm>
              <a:custGeom>
                <a:avLst/>
                <a:gdLst>
                  <a:gd name="T0" fmla="*/ 0 w 203"/>
                  <a:gd name="T1" fmla="*/ 0 h 199"/>
                  <a:gd name="T2" fmla="*/ 0 w 203"/>
                  <a:gd name="T3" fmla="*/ 0 h 199"/>
                  <a:gd name="T4" fmla="*/ 0 w 203"/>
                  <a:gd name="T5" fmla="*/ 0 h 199"/>
                  <a:gd name="T6" fmla="*/ 0 w 203"/>
                  <a:gd name="T7" fmla="*/ 0 h 199"/>
                  <a:gd name="T8" fmla="*/ 0 w 203"/>
                  <a:gd name="T9" fmla="*/ 0 h 199"/>
                  <a:gd name="T10" fmla="*/ 0 w 203"/>
                  <a:gd name="T11" fmla="*/ 0 h 199"/>
                  <a:gd name="T12" fmla="*/ 0 w 203"/>
                  <a:gd name="T13" fmla="*/ 0 h 199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203"/>
                  <a:gd name="T22" fmla="*/ 0 h 199"/>
                  <a:gd name="T23" fmla="*/ 203 w 203"/>
                  <a:gd name="T24" fmla="*/ 199 h 199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203" h="199">
                    <a:moveTo>
                      <a:pt x="129" y="199"/>
                    </a:moveTo>
                    <a:lnTo>
                      <a:pt x="166" y="156"/>
                    </a:lnTo>
                    <a:lnTo>
                      <a:pt x="203" y="113"/>
                    </a:lnTo>
                    <a:lnTo>
                      <a:pt x="74" y="0"/>
                    </a:lnTo>
                    <a:lnTo>
                      <a:pt x="37" y="43"/>
                    </a:lnTo>
                    <a:lnTo>
                      <a:pt x="0" y="85"/>
                    </a:lnTo>
                    <a:lnTo>
                      <a:pt x="129" y="199"/>
                    </a:lnTo>
                    <a:close/>
                  </a:path>
                </a:pathLst>
              </a:cu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1151" name="Freeform 852">
                <a:extLst>
                  <a:ext uri="{FF2B5EF4-FFF2-40B4-BE49-F238E27FC236}">
                    <a16:creationId xmlns:a16="http://schemas.microsoft.com/office/drawing/2014/main" id="{A1108363-3F2A-AC62-1F83-04149980EC4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666" y="3067"/>
                <a:ext cx="5" cy="7"/>
              </a:xfrm>
              <a:custGeom>
                <a:avLst/>
                <a:gdLst>
                  <a:gd name="T0" fmla="*/ 0 w 37"/>
                  <a:gd name="T1" fmla="*/ 0 h 45"/>
                  <a:gd name="T2" fmla="*/ 0 w 37"/>
                  <a:gd name="T3" fmla="*/ 0 h 45"/>
                  <a:gd name="T4" fmla="*/ 0 w 37"/>
                  <a:gd name="T5" fmla="*/ 0 h 45"/>
                  <a:gd name="T6" fmla="*/ 0 w 37"/>
                  <a:gd name="T7" fmla="*/ 0 h 45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37"/>
                  <a:gd name="T13" fmla="*/ 0 h 45"/>
                  <a:gd name="T14" fmla="*/ 37 w 37"/>
                  <a:gd name="T15" fmla="*/ 45 h 45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37" h="45">
                    <a:moveTo>
                      <a:pt x="0" y="45"/>
                    </a:moveTo>
                    <a:lnTo>
                      <a:pt x="37" y="2"/>
                    </a:lnTo>
                    <a:lnTo>
                      <a:pt x="34" y="0"/>
                    </a:lnTo>
                    <a:lnTo>
                      <a:pt x="0" y="45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1152" name="Line 853">
                <a:extLst>
                  <a:ext uri="{FF2B5EF4-FFF2-40B4-BE49-F238E27FC236}">
                    <a16:creationId xmlns:a16="http://schemas.microsoft.com/office/drawing/2014/main" id="{D2A3FDC0-AE25-6F3D-491C-232A9E68EC8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 flipV="1">
                <a:off x="3671" y="3067"/>
                <a:ext cx="1" cy="1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1153" name="Freeform 854">
                <a:extLst>
                  <a:ext uri="{FF2B5EF4-FFF2-40B4-BE49-F238E27FC236}">
                    <a16:creationId xmlns:a16="http://schemas.microsoft.com/office/drawing/2014/main" id="{2E487586-148F-1021-5A7D-33589FAF2E2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641" y="3052"/>
                <a:ext cx="30" cy="28"/>
              </a:xfrm>
              <a:custGeom>
                <a:avLst/>
                <a:gdLst>
                  <a:gd name="T0" fmla="*/ 0 w 205"/>
                  <a:gd name="T1" fmla="*/ 0 h 196"/>
                  <a:gd name="T2" fmla="*/ 0 w 205"/>
                  <a:gd name="T3" fmla="*/ 0 h 196"/>
                  <a:gd name="T4" fmla="*/ 0 w 205"/>
                  <a:gd name="T5" fmla="*/ 0 h 196"/>
                  <a:gd name="T6" fmla="*/ 0 w 205"/>
                  <a:gd name="T7" fmla="*/ 0 h 196"/>
                  <a:gd name="T8" fmla="*/ 0 w 205"/>
                  <a:gd name="T9" fmla="*/ 0 h 196"/>
                  <a:gd name="T10" fmla="*/ 0 w 205"/>
                  <a:gd name="T11" fmla="*/ 0 h 196"/>
                  <a:gd name="T12" fmla="*/ 0 w 205"/>
                  <a:gd name="T13" fmla="*/ 0 h 19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205"/>
                  <a:gd name="T22" fmla="*/ 0 h 196"/>
                  <a:gd name="T23" fmla="*/ 205 w 205"/>
                  <a:gd name="T24" fmla="*/ 196 h 19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205" h="196">
                    <a:moveTo>
                      <a:pt x="136" y="196"/>
                    </a:moveTo>
                    <a:lnTo>
                      <a:pt x="171" y="151"/>
                    </a:lnTo>
                    <a:lnTo>
                      <a:pt x="205" y="106"/>
                    </a:lnTo>
                    <a:lnTo>
                      <a:pt x="70" y="0"/>
                    </a:lnTo>
                    <a:lnTo>
                      <a:pt x="35" y="45"/>
                    </a:lnTo>
                    <a:lnTo>
                      <a:pt x="0" y="90"/>
                    </a:lnTo>
                    <a:lnTo>
                      <a:pt x="136" y="196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1154" name="Freeform 855">
                <a:extLst>
                  <a:ext uri="{FF2B5EF4-FFF2-40B4-BE49-F238E27FC236}">
                    <a16:creationId xmlns:a16="http://schemas.microsoft.com/office/drawing/2014/main" id="{15B465FF-8ABD-F41B-01F9-81F38D33ABC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641" y="3052"/>
                <a:ext cx="30" cy="28"/>
              </a:xfrm>
              <a:custGeom>
                <a:avLst/>
                <a:gdLst>
                  <a:gd name="T0" fmla="*/ 0 w 205"/>
                  <a:gd name="T1" fmla="*/ 0 h 196"/>
                  <a:gd name="T2" fmla="*/ 0 w 205"/>
                  <a:gd name="T3" fmla="*/ 0 h 196"/>
                  <a:gd name="T4" fmla="*/ 0 w 205"/>
                  <a:gd name="T5" fmla="*/ 0 h 196"/>
                  <a:gd name="T6" fmla="*/ 0 w 205"/>
                  <a:gd name="T7" fmla="*/ 0 h 196"/>
                  <a:gd name="T8" fmla="*/ 0 w 205"/>
                  <a:gd name="T9" fmla="*/ 0 h 196"/>
                  <a:gd name="T10" fmla="*/ 0 w 205"/>
                  <a:gd name="T11" fmla="*/ 0 h 196"/>
                  <a:gd name="T12" fmla="*/ 0 w 205"/>
                  <a:gd name="T13" fmla="*/ 0 h 19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205"/>
                  <a:gd name="T22" fmla="*/ 0 h 196"/>
                  <a:gd name="T23" fmla="*/ 205 w 205"/>
                  <a:gd name="T24" fmla="*/ 196 h 19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205" h="196">
                    <a:moveTo>
                      <a:pt x="136" y="196"/>
                    </a:moveTo>
                    <a:lnTo>
                      <a:pt x="171" y="151"/>
                    </a:lnTo>
                    <a:lnTo>
                      <a:pt x="205" y="106"/>
                    </a:lnTo>
                    <a:lnTo>
                      <a:pt x="70" y="0"/>
                    </a:lnTo>
                    <a:lnTo>
                      <a:pt x="35" y="45"/>
                    </a:lnTo>
                    <a:lnTo>
                      <a:pt x="0" y="90"/>
                    </a:lnTo>
                    <a:lnTo>
                      <a:pt x="136" y="196"/>
                    </a:lnTo>
                    <a:close/>
                  </a:path>
                </a:pathLst>
              </a:cu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1155" name="Freeform 856">
                <a:extLst>
                  <a:ext uri="{FF2B5EF4-FFF2-40B4-BE49-F238E27FC236}">
                    <a16:creationId xmlns:a16="http://schemas.microsoft.com/office/drawing/2014/main" id="{33B2B790-D75B-7F66-940C-14061EC115F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646" y="3052"/>
                <a:ext cx="5" cy="6"/>
              </a:xfrm>
              <a:custGeom>
                <a:avLst/>
                <a:gdLst>
                  <a:gd name="T0" fmla="*/ 0 w 35"/>
                  <a:gd name="T1" fmla="*/ 0 h 47"/>
                  <a:gd name="T2" fmla="*/ 0 w 35"/>
                  <a:gd name="T3" fmla="*/ 0 h 47"/>
                  <a:gd name="T4" fmla="*/ 0 w 35"/>
                  <a:gd name="T5" fmla="*/ 0 h 47"/>
                  <a:gd name="T6" fmla="*/ 0 w 35"/>
                  <a:gd name="T7" fmla="*/ 0 h 47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35"/>
                  <a:gd name="T13" fmla="*/ 0 h 47"/>
                  <a:gd name="T14" fmla="*/ 35 w 35"/>
                  <a:gd name="T15" fmla="*/ 47 h 47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35" h="47">
                    <a:moveTo>
                      <a:pt x="0" y="47"/>
                    </a:moveTo>
                    <a:lnTo>
                      <a:pt x="35" y="2"/>
                    </a:lnTo>
                    <a:lnTo>
                      <a:pt x="31" y="0"/>
                    </a:lnTo>
                    <a:lnTo>
                      <a:pt x="0" y="47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1156" name="Line 857">
                <a:extLst>
                  <a:ext uri="{FF2B5EF4-FFF2-40B4-BE49-F238E27FC236}">
                    <a16:creationId xmlns:a16="http://schemas.microsoft.com/office/drawing/2014/main" id="{F7DED0BC-D03A-94B7-0488-0DDB127E0C1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 flipV="1">
                <a:off x="3651" y="3052"/>
                <a:ext cx="1" cy="1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1157" name="Freeform 858">
                <a:extLst>
                  <a:ext uri="{FF2B5EF4-FFF2-40B4-BE49-F238E27FC236}">
                    <a16:creationId xmlns:a16="http://schemas.microsoft.com/office/drawing/2014/main" id="{F5CBF616-F9B3-4177-DCF3-ED5C037A5DF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622" y="3038"/>
                <a:ext cx="29" cy="27"/>
              </a:xfrm>
              <a:custGeom>
                <a:avLst/>
                <a:gdLst>
                  <a:gd name="T0" fmla="*/ 0 w 204"/>
                  <a:gd name="T1" fmla="*/ 0 h 190"/>
                  <a:gd name="T2" fmla="*/ 0 w 204"/>
                  <a:gd name="T3" fmla="*/ 0 h 190"/>
                  <a:gd name="T4" fmla="*/ 0 w 204"/>
                  <a:gd name="T5" fmla="*/ 0 h 190"/>
                  <a:gd name="T6" fmla="*/ 0 w 204"/>
                  <a:gd name="T7" fmla="*/ 0 h 190"/>
                  <a:gd name="T8" fmla="*/ 0 w 204"/>
                  <a:gd name="T9" fmla="*/ 0 h 190"/>
                  <a:gd name="T10" fmla="*/ 0 w 204"/>
                  <a:gd name="T11" fmla="*/ 0 h 190"/>
                  <a:gd name="T12" fmla="*/ 0 w 204"/>
                  <a:gd name="T13" fmla="*/ 0 h 190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204"/>
                  <a:gd name="T22" fmla="*/ 0 h 190"/>
                  <a:gd name="T23" fmla="*/ 204 w 204"/>
                  <a:gd name="T24" fmla="*/ 190 h 190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204" h="190">
                    <a:moveTo>
                      <a:pt x="141" y="190"/>
                    </a:moveTo>
                    <a:lnTo>
                      <a:pt x="173" y="143"/>
                    </a:lnTo>
                    <a:lnTo>
                      <a:pt x="204" y="96"/>
                    </a:lnTo>
                    <a:lnTo>
                      <a:pt x="63" y="0"/>
                    </a:lnTo>
                    <a:lnTo>
                      <a:pt x="31" y="47"/>
                    </a:lnTo>
                    <a:lnTo>
                      <a:pt x="0" y="94"/>
                    </a:lnTo>
                    <a:lnTo>
                      <a:pt x="141" y="19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1158" name="Freeform 859">
                <a:extLst>
                  <a:ext uri="{FF2B5EF4-FFF2-40B4-BE49-F238E27FC236}">
                    <a16:creationId xmlns:a16="http://schemas.microsoft.com/office/drawing/2014/main" id="{10857442-05DA-AC71-2357-5633B331CC7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622" y="3038"/>
                <a:ext cx="29" cy="27"/>
              </a:xfrm>
              <a:custGeom>
                <a:avLst/>
                <a:gdLst>
                  <a:gd name="T0" fmla="*/ 0 w 204"/>
                  <a:gd name="T1" fmla="*/ 0 h 190"/>
                  <a:gd name="T2" fmla="*/ 0 w 204"/>
                  <a:gd name="T3" fmla="*/ 0 h 190"/>
                  <a:gd name="T4" fmla="*/ 0 w 204"/>
                  <a:gd name="T5" fmla="*/ 0 h 190"/>
                  <a:gd name="T6" fmla="*/ 0 w 204"/>
                  <a:gd name="T7" fmla="*/ 0 h 190"/>
                  <a:gd name="T8" fmla="*/ 0 w 204"/>
                  <a:gd name="T9" fmla="*/ 0 h 190"/>
                  <a:gd name="T10" fmla="*/ 0 w 204"/>
                  <a:gd name="T11" fmla="*/ 0 h 190"/>
                  <a:gd name="T12" fmla="*/ 0 w 204"/>
                  <a:gd name="T13" fmla="*/ 0 h 190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204"/>
                  <a:gd name="T22" fmla="*/ 0 h 190"/>
                  <a:gd name="T23" fmla="*/ 204 w 204"/>
                  <a:gd name="T24" fmla="*/ 190 h 190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204" h="190">
                    <a:moveTo>
                      <a:pt x="141" y="190"/>
                    </a:moveTo>
                    <a:lnTo>
                      <a:pt x="173" y="143"/>
                    </a:lnTo>
                    <a:lnTo>
                      <a:pt x="204" y="96"/>
                    </a:lnTo>
                    <a:lnTo>
                      <a:pt x="63" y="0"/>
                    </a:lnTo>
                    <a:lnTo>
                      <a:pt x="31" y="47"/>
                    </a:lnTo>
                    <a:lnTo>
                      <a:pt x="0" y="94"/>
                    </a:lnTo>
                    <a:lnTo>
                      <a:pt x="141" y="190"/>
                    </a:lnTo>
                    <a:close/>
                  </a:path>
                </a:pathLst>
              </a:cu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1159" name="Freeform 860">
                <a:extLst>
                  <a:ext uri="{FF2B5EF4-FFF2-40B4-BE49-F238E27FC236}">
                    <a16:creationId xmlns:a16="http://schemas.microsoft.com/office/drawing/2014/main" id="{CFB989F8-031B-FF81-357F-149461F9CAE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626" y="3038"/>
                <a:ext cx="5" cy="7"/>
              </a:xfrm>
              <a:custGeom>
                <a:avLst/>
                <a:gdLst>
                  <a:gd name="T0" fmla="*/ 0 w 32"/>
                  <a:gd name="T1" fmla="*/ 0 h 49"/>
                  <a:gd name="T2" fmla="*/ 0 w 32"/>
                  <a:gd name="T3" fmla="*/ 0 h 49"/>
                  <a:gd name="T4" fmla="*/ 0 w 32"/>
                  <a:gd name="T5" fmla="*/ 0 h 49"/>
                  <a:gd name="T6" fmla="*/ 0 w 32"/>
                  <a:gd name="T7" fmla="*/ 0 h 49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32"/>
                  <a:gd name="T13" fmla="*/ 0 h 49"/>
                  <a:gd name="T14" fmla="*/ 32 w 32"/>
                  <a:gd name="T15" fmla="*/ 49 h 49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32" h="49">
                    <a:moveTo>
                      <a:pt x="0" y="49"/>
                    </a:moveTo>
                    <a:lnTo>
                      <a:pt x="32" y="2"/>
                    </a:lnTo>
                    <a:lnTo>
                      <a:pt x="30" y="0"/>
                    </a:lnTo>
                    <a:lnTo>
                      <a:pt x="0" y="49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1160" name="Line 861">
                <a:extLst>
                  <a:ext uri="{FF2B5EF4-FFF2-40B4-BE49-F238E27FC236}">
                    <a16:creationId xmlns:a16="http://schemas.microsoft.com/office/drawing/2014/main" id="{347D8CC9-9528-AF76-5670-88D74EEA669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 flipV="1">
                <a:off x="3630" y="3038"/>
                <a:ext cx="1" cy="1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1161" name="Freeform 862">
                <a:extLst>
                  <a:ext uri="{FF2B5EF4-FFF2-40B4-BE49-F238E27FC236}">
                    <a16:creationId xmlns:a16="http://schemas.microsoft.com/office/drawing/2014/main" id="{AC1231F0-613E-7C57-FBA6-8669C3B7ECD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601" y="3025"/>
                <a:ext cx="29" cy="27"/>
              </a:xfrm>
              <a:custGeom>
                <a:avLst/>
                <a:gdLst>
                  <a:gd name="T0" fmla="*/ 0 w 207"/>
                  <a:gd name="T1" fmla="*/ 0 h 184"/>
                  <a:gd name="T2" fmla="*/ 0 w 207"/>
                  <a:gd name="T3" fmla="*/ 0 h 184"/>
                  <a:gd name="T4" fmla="*/ 0 w 207"/>
                  <a:gd name="T5" fmla="*/ 0 h 184"/>
                  <a:gd name="T6" fmla="*/ 0 w 207"/>
                  <a:gd name="T7" fmla="*/ 0 h 184"/>
                  <a:gd name="T8" fmla="*/ 0 w 207"/>
                  <a:gd name="T9" fmla="*/ 0 h 184"/>
                  <a:gd name="T10" fmla="*/ 0 w 207"/>
                  <a:gd name="T11" fmla="*/ 0 h 184"/>
                  <a:gd name="T12" fmla="*/ 0 w 207"/>
                  <a:gd name="T13" fmla="*/ 0 h 184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207"/>
                  <a:gd name="T22" fmla="*/ 0 h 184"/>
                  <a:gd name="T23" fmla="*/ 207 w 207"/>
                  <a:gd name="T24" fmla="*/ 184 h 184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207" h="184">
                    <a:moveTo>
                      <a:pt x="148" y="184"/>
                    </a:moveTo>
                    <a:lnTo>
                      <a:pt x="177" y="136"/>
                    </a:lnTo>
                    <a:lnTo>
                      <a:pt x="207" y="87"/>
                    </a:lnTo>
                    <a:lnTo>
                      <a:pt x="58" y="0"/>
                    </a:lnTo>
                    <a:lnTo>
                      <a:pt x="29" y="48"/>
                    </a:lnTo>
                    <a:lnTo>
                      <a:pt x="0" y="96"/>
                    </a:lnTo>
                    <a:lnTo>
                      <a:pt x="148" y="184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1162" name="Freeform 863">
                <a:extLst>
                  <a:ext uri="{FF2B5EF4-FFF2-40B4-BE49-F238E27FC236}">
                    <a16:creationId xmlns:a16="http://schemas.microsoft.com/office/drawing/2014/main" id="{3124745F-2C3C-C66A-BF8E-02C3E562D49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601" y="3025"/>
                <a:ext cx="29" cy="27"/>
              </a:xfrm>
              <a:custGeom>
                <a:avLst/>
                <a:gdLst>
                  <a:gd name="T0" fmla="*/ 0 w 207"/>
                  <a:gd name="T1" fmla="*/ 0 h 184"/>
                  <a:gd name="T2" fmla="*/ 0 w 207"/>
                  <a:gd name="T3" fmla="*/ 0 h 184"/>
                  <a:gd name="T4" fmla="*/ 0 w 207"/>
                  <a:gd name="T5" fmla="*/ 0 h 184"/>
                  <a:gd name="T6" fmla="*/ 0 w 207"/>
                  <a:gd name="T7" fmla="*/ 0 h 184"/>
                  <a:gd name="T8" fmla="*/ 0 w 207"/>
                  <a:gd name="T9" fmla="*/ 0 h 184"/>
                  <a:gd name="T10" fmla="*/ 0 w 207"/>
                  <a:gd name="T11" fmla="*/ 0 h 184"/>
                  <a:gd name="T12" fmla="*/ 0 w 207"/>
                  <a:gd name="T13" fmla="*/ 0 h 184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207"/>
                  <a:gd name="T22" fmla="*/ 0 h 184"/>
                  <a:gd name="T23" fmla="*/ 207 w 207"/>
                  <a:gd name="T24" fmla="*/ 184 h 184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207" h="184">
                    <a:moveTo>
                      <a:pt x="148" y="184"/>
                    </a:moveTo>
                    <a:lnTo>
                      <a:pt x="177" y="136"/>
                    </a:lnTo>
                    <a:lnTo>
                      <a:pt x="207" y="87"/>
                    </a:lnTo>
                    <a:lnTo>
                      <a:pt x="58" y="0"/>
                    </a:lnTo>
                    <a:lnTo>
                      <a:pt x="29" y="48"/>
                    </a:lnTo>
                    <a:lnTo>
                      <a:pt x="0" y="96"/>
                    </a:lnTo>
                    <a:lnTo>
                      <a:pt x="148" y="184"/>
                    </a:lnTo>
                    <a:close/>
                  </a:path>
                </a:pathLst>
              </a:cu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1163" name="Freeform 864">
                <a:extLst>
                  <a:ext uri="{FF2B5EF4-FFF2-40B4-BE49-F238E27FC236}">
                    <a16:creationId xmlns:a16="http://schemas.microsoft.com/office/drawing/2014/main" id="{55CCC775-3A02-D492-317C-53E00D703DF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605" y="3025"/>
                <a:ext cx="4" cy="7"/>
              </a:xfrm>
              <a:custGeom>
                <a:avLst/>
                <a:gdLst>
                  <a:gd name="T0" fmla="*/ 0 w 29"/>
                  <a:gd name="T1" fmla="*/ 0 h 50"/>
                  <a:gd name="T2" fmla="*/ 0 w 29"/>
                  <a:gd name="T3" fmla="*/ 0 h 50"/>
                  <a:gd name="T4" fmla="*/ 0 w 29"/>
                  <a:gd name="T5" fmla="*/ 0 h 50"/>
                  <a:gd name="T6" fmla="*/ 0 w 29"/>
                  <a:gd name="T7" fmla="*/ 0 h 50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29"/>
                  <a:gd name="T13" fmla="*/ 0 h 50"/>
                  <a:gd name="T14" fmla="*/ 29 w 29"/>
                  <a:gd name="T15" fmla="*/ 50 h 50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29" h="50">
                    <a:moveTo>
                      <a:pt x="0" y="50"/>
                    </a:moveTo>
                    <a:lnTo>
                      <a:pt x="29" y="2"/>
                    </a:lnTo>
                    <a:lnTo>
                      <a:pt x="26" y="0"/>
                    </a:lnTo>
                    <a:lnTo>
                      <a:pt x="0" y="5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1164" name="Line 865">
                <a:extLst>
                  <a:ext uri="{FF2B5EF4-FFF2-40B4-BE49-F238E27FC236}">
                    <a16:creationId xmlns:a16="http://schemas.microsoft.com/office/drawing/2014/main" id="{85DA9D11-AAAB-1435-3E52-ACFAB240B58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 flipV="1">
                <a:off x="3609" y="3025"/>
                <a:ext cx="1" cy="1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1165" name="Freeform 866">
                <a:extLst>
                  <a:ext uri="{FF2B5EF4-FFF2-40B4-BE49-F238E27FC236}">
                    <a16:creationId xmlns:a16="http://schemas.microsoft.com/office/drawing/2014/main" id="{993E8DCF-382F-4CB3-D63A-9AD4A4F682F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580" y="3014"/>
                <a:ext cx="29" cy="25"/>
              </a:xfrm>
              <a:custGeom>
                <a:avLst/>
                <a:gdLst>
                  <a:gd name="T0" fmla="*/ 0 w 204"/>
                  <a:gd name="T1" fmla="*/ 0 h 179"/>
                  <a:gd name="T2" fmla="*/ 0 w 204"/>
                  <a:gd name="T3" fmla="*/ 0 h 179"/>
                  <a:gd name="T4" fmla="*/ 0 w 204"/>
                  <a:gd name="T5" fmla="*/ 0 h 179"/>
                  <a:gd name="T6" fmla="*/ 0 w 204"/>
                  <a:gd name="T7" fmla="*/ 0 h 179"/>
                  <a:gd name="T8" fmla="*/ 0 w 204"/>
                  <a:gd name="T9" fmla="*/ 0 h 179"/>
                  <a:gd name="T10" fmla="*/ 0 w 204"/>
                  <a:gd name="T11" fmla="*/ 0 h 179"/>
                  <a:gd name="T12" fmla="*/ 0 w 204"/>
                  <a:gd name="T13" fmla="*/ 0 h 179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204"/>
                  <a:gd name="T22" fmla="*/ 0 h 179"/>
                  <a:gd name="T23" fmla="*/ 204 w 204"/>
                  <a:gd name="T24" fmla="*/ 179 h 179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204" h="179">
                    <a:moveTo>
                      <a:pt x="152" y="179"/>
                    </a:moveTo>
                    <a:lnTo>
                      <a:pt x="178" y="128"/>
                    </a:lnTo>
                    <a:lnTo>
                      <a:pt x="204" y="78"/>
                    </a:lnTo>
                    <a:lnTo>
                      <a:pt x="51" y="0"/>
                    </a:lnTo>
                    <a:lnTo>
                      <a:pt x="26" y="51"/>
                    </a:lnTo>
                    <a:lnTo>
                      <a:pt x="0" y="101"/>
                    </a:lnTo>
                    <a:lnTo>
                      <a:pt x="152" y="179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1166" name="Freeform 867">
                <a:extLst>
                  <a:ext uri="{FF2B5EF4-FFF2-40B4-BE49-F238E27FC236}">
                    <a16:creationId xmlns:a16="http://schemas.microsoft.com/office/drawing/2014/main" id="{7962531D-AE1F-88D4-1FBE-3EA76AEA210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580" y="3014"/>
                <a:ext cx="29" cy="25"/>
              </a:xfrm>
              <a:custGeom>
                <a:avLst/>
                <a:gdLst>
                  <a:gd name="T0" fmla="*/ 0 w 204"/>
                  <a:gd name="T1" fmla="*/ 0 h 179"/>
                  <a:gd name="T2" fmla="*/ 0 w 204"/>
                  <a:gd name="T3" fmla="*/ 0 h 179"/>
                  <a:gd name="T4" fmla="*/ 0 w 204"/>
                  <a:gd name="T5" fmla="*/ 0 h 179"/>
                  <a:gd name="T6" fmla="*/ 0 w 204"/>
                  <a:gd name="T7" fmla="*/ 0 h 179"/>
                  <a:gd name="T8" fmla="*/ 0 w 204"/>
                  <a:gd name="T9" fmla="*/ 0 h 179"/>
                  <a:gd name="T10" fmla="*/ 0 w 204"/>
                  <a:gd name="T11" fmla="*/ 0 h 179"/>
                  <a:gd name="T12" fmla="*/ 0 w 204"/>
                  <a:gd name="T13" fmla="*/ 0 h 179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204"/>
                  <a:gd name="T22" fmla="*/ 0 h 179"/>
                  <a:gd name="T23" fmla="*/ 204 w 204"/>
                  <a:gd name="T24" fmla="*/ 179 h 179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204" h="179">
                    <a:moveTo>
                      <a:pt x="152" y="179"/>
                    </a:moveTo>
                    <a:lnTo>
                      <a:pt x="178" y="128"/>
                    </a:lnTo>
                    <a:lnTo>
                      <a:pt x="204" y="78"/>
                    </a:lnTo>
                    <a:lnTo>
                      <a:pt x="51" y="0"/>
                    </a:lnTo>
                    <a:lnTo>
                      <a:pt x="26" y="51"/>
                    </a:lnTo>
                    <a:lnTo>
                      <a:pt x="0" y="101"/>
                    </a:lnTo>
                    <a:lnTo>
                      <a:pt x="152" y="179"/>
                    </a:lnTo>
                    <a:close/>
                  </a:path>
                </a:pathLst>
              </a:cu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1167" name="Freeform 868">
                <a:extLst>
                  <a:ext uri="{FF2B5EF4-FFF2-40B4-BE49-F238E27FC236}">
                    <a16:creationId xmlns:a16="http://schemas.microsoft.com/office/drawing/2014/main" id="{3E2FF390-395E-A915-2136-E785E3B98A1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583" y="3014"/>
                <a:ext cx="4" cy="7"/>
              </a:xfrm>
              <a:custGeom>
                <a:avLst/>
                <a:gdLst>
                  <a:gd name="T0" fmla="*/ 0 w 25"/>
                  <a:gd name="T1" fmla="*/ 0 h 52"/>
                  <a:gd name="T2" fmla="*/ 0 w 25"/>
                  <a:gd name="T3" fmla="*/ 0 h 52"/>
                  <a:gd name="T4" fmla="*/ 0 w 25"/>
                  <a:gd name="T5" fmla="*/ 0 h 52"/>
                  <a:gd name="T6" fmla="*/ 0 w 25"/>
                  <a:gd name="T7" fmla="*/ 0 h 52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25"/>
                  <a:gd name="T13" fmla="*/ 0 h 52"/>
                  <a:gd name="T14" fmla="*/ 25 w 25"/>
                  <a:gd name="T15" fmla="*/ 52 h 52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25" h="52">
                    <a:moveTo>
                      <a:pt x="0" y="52"/>
                    </a:moveTo>
                    <a:lnTo>
                      <a:pt x="25" y="1"/>
                    </a:lnTo>
                    <a:lnTo>
                      <a:pt x="22" y="0"/>
                    </a:lnTo>
                    <a:lnTo>
                      <a:pt x="0" y="52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1168" name="Line 869">
                <a:extLst>
                  <a:ext uri="{FF2B5EF4-FFF2-40B4-BE49-F238E27FC236}">
                    <a16:creationId xmlns:a16="http://schemas.microsoft.com/office/drawing/2014/main" id="{7F8E757A-5D79-3C59-AA39-97EAC296F3A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 flipV="1">
                <a:off x="3586" y="3014"/>
                <a:ext cx="1" cy="1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1169" name="Freeform 870">
                <a:extLst>
                  <a:ext uri="{FF2B5EF4-FFF2-40B4-BE49-F238E27FC236}">
                    <a16:creationId xmlns:a16="http://schemas.microsoft.com/office/drawing/2014/main" id="{BFEEDAEF-342A-A9C1-DBD2-349C4BAB577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557" y="3004"/>
                <a:ext cx="29" cy="24"/>
              </a:xfrm>
              <a:custGeom>
                <a:avLst/>
                <a:gdLst>
                  <a:gd name="T0" fmla="*/ 0 w 203"/>
                  <a:gd name="T1" fmla="*/ 0 h 171"/>
                  <a:gd name="T2" fmla="*/ 0 w 203"/>
                  <a:gd name="T3" fmla="*/ 0 h 171"/>
                  <a:gd name="T4" fmla="*/ 0 w 203"/>
                  <a:gd name="T5" fmla="*/ 0 h 171"/>
                  <a:gd name="T6" fmla="*/ 0 w 203"/>
                  <a:gd name="T7" fmla="*/ 0 h 171"/>
                  <a:gd name="T8" fmla="*/ 0 w 203"/>
                  <a:gd name="T9" fmla="*/ 0 h 171"/>
                  <a:gd name="T10" fmla="*/ 0 w 203"/>
                  <a:gd name="T11" fmla="*/ 0 h 171"/>
                  <a:gd name="T12" fmla="*/ 0 w 203"/>
                  <a:gd name="T13" fmla="*/ 0 h 171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203"/>
                  <a:gd name="T22" fmla="*/ 0 h 171"/>
                  <a:gd name="T23" fmla="*/ 203 w 203"/>
                  <a:gd name="T24" fmla="*/ 171 h 171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203" h="171">
                    <a:moveTo>
                      <a:pt x="158" y="171"/>
                    </a:moveTo>
                    <a:lnTo>
                      <a:pt x="181" y="120"/>
                    </a:lnTo>
                    <a:lnTo>
                      <a:pt x="203" y="68"/>
                    </a:lnTo>
                    <a:lnTo>
                      <a:pt x="45" y="0"/>
                    </a:lnTo>
                    <a:lnTo>
                      <a:pt x="22" y="51"/>
                    </a:lnTo>
                    <a:lnTo>
                      <a:pt x="0" y="103"/>
                    </a:lnTo>
                    <a:lnTo>
                      <a:pt x="158" y="171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1170" name="Freeform 871">
                <a:extLst>
                  <a:ext uri="{FF2B5EF4-FFF2-40B4-BE49-F238E27FC236}">
                    <a16:creationId xmlns:a16="http://schemas.microsoft.com/office/drawing/2014/main" id="{610E9F60-6B49-5D53-2B15-6CDEC7D1CFA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557" y="3004"/>
                <a:ext cx="29" cy="24"/>
              </a:xfrm>
              <a:custGeom>
                <a:avLst/>
                <a:gdLst>
                  <a:gd name="T0" fmla="*/ 0 w 203"/>
                  <a:gd name="T1" fmla="*/ 0 h 171"/>
                  <a:gd name="T2" fmla="*/ 0 w 203"/>
                  <a:gd name="T3" fmla="*/ 0 h 171"/>
                  <a:gd name="T4" fmla="*/ 0 w 203"/>
                  <a:gd name="T5" fmla="*/ 0 h 171"/>
                  <a:gd name="T6" fmla="*/ 0 w 203"/>
                  <a:gd name="T7" fmla="*/ 0 h 171"/>
                  <a:gd name="T8" fmla="*/ 0 w 203"/>
                  <a:gd name="T9" fmla="*/ 0 h 171"/>
                  <a:gd name="T10" fmla="*/ 0 w 203"/>
                  <a:gd name="T11" fmla="*/ 0 h 171"/>
                  <a:gd name="T12" fmla="*/ 0 w 203"/>
                  <a:gd name="T13" fmla="*/ 0 h 171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203"/>
                  <a:gd name="T22" fmla="*/ 0 h 171"/>
                  <a:gd name="T23" fmla="*/ 203 w 203"/>
                  <a:gd name="T24" fmla="*/ 171 h 171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203" h="171">
                    <a:moveTo>
                      <a:pt x="158" y="171"/>
                    </a:moveTo>
                    <a:lnTo>
                      <a:pt x="181" y="120"/>
                    </a:lnTo>
                    <a:lnTo>
                      <a:pt x="203" y="68"/>
                    </a:lnTo>
                    <a:lnTo>
                      <a:pt x="45" y="0"/>
                    </a:lnTo>
                    <a:lnTo>
                      <a:pt x="22" y="51"/>
                    </a:lnTo>
                    <a:lnTo>
                      <a:pt x="0" y="103"/>
                    </a:lnTo>
                    <a:lnTo>
                      <a:pt x="158" y="171"/>
                    </a:lnTo>
                    <a:close/>
                  </a:path>
                </a:pathLst>
              </a:cu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1171" name="Freeform 872">
                <a:extLst>
                  <a:ext uri="{FF2B5EF4-FFF2-40B4-BE49-F238E27FC236}">
                    <a16:creationId xmlns:a16="http://schemas.microsoft.com/office/drawing/2014/main" id="{80AD2B4F-0EBF-3E8E-6114-84B307DB80A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561" y="3004"/>
                <a:ext cx="3" cy="7"/>
              </a:xfrm>
              <a:custGeom>
                <a:avLst/>
                <a:gdLst>
                  <a:gd name="T0" fmla="*/ 0 w 23"/>
                  <a:gd name="T1" fmla="*/ 0 h 52"/>
                  <a:gd name="T2" fmla="*/ 0 w 23"/>
                  <a:gd name="T3" fmla="*/ 0 h 52"/>
                  <a:gd name="T4" fmla="*/ 0 w 23"/>
                  <a:gd name="T5" fmla="*/ 0 h 52"/>
                  <a:gd name="T6" fmla="*/ 0 w 23"/>
                  <a:gd name="T7" fmla="*/ 0 h 52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23"/>
                  <a:gd name="T13" fmla="*/ 0 h 52"/>
                  <a:gd name="T14" fmla="*/ 23 w 23"/>
                  <a:gd name="T15" fmla="*/ 52 h 52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23" h="52">
                    <a:moveTo>
                      <a:pt x="0" y="52"/>
                    </a:moveTo>
                    <a:lnTo>
                      <a:pt x="23" y="1"/>
                    </a:lnTo>
                    <a:lnTo>
                      <a:pt x="19" y="0"/>
                    </a:lnTo>
                    <a:lnTo>
                      <a:pt x="0" y="52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1172" name="Line 873">
                <a:extLst>
                  <a:ext uri="{FF2B5EF4-FFF2-40B4-BE49-F238E27FC236}">
                    <a16:creationId xmlns:a16="http://schemas.microsoft.com/office/drawing/2014/main" id="{90E572FD-40B6-9F0E-E439-F1AF26D78A0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 flipV="1">
                <a:off x="3563" y="3004"/>
                <a:ext cx="1" cy="1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1173" name="Freeform 874">
                <a:extLst>
                  <a:ext uri="{FF2B5EF4-FFF2-40B4-BE49-F238E27FC236}">
                    <a16:creationId xmlns:a16="http://schemas.microsoft.com/office/drawing/2014/main" id="{3A09A905-A4FC-F6FB-F38C-2D8CD714A04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535" y="2995"/>
                <a:ext cx="28" cy="24"/>
              </a:xfrm>
              <a:custGeom>
                <a:avLst/>
                <a:gdLst>
                  <a:gd name="T0" fmla="*/ 0 w 199"/>
                  <a:gd name="T1" fmla="*/ 0 h 164"/>
                  <a:gd name="T2" fmla="*/ 0 w 199"/>
                  <a:gd name="T3" fmla="*/ 0 h 164"/>
                  <a:gd name="T4" fmla="*/ 0 w 199"/>
                  <a:gd name="T5" fmla="*/ 0 h 164"/>
                  <a:gd name="T6" fmla="*/ 0 w 199"/>
                  <a:gd name="T7" fmla="*/ 0 h 164"/>
                  <a:gd name="T8" fmla="*/ 0 w 199"/>
                  <a:gd name="T9" fmla="*/ 0 h 164"/>
                  <a:gd name="T10" fmla="*/ 0 w 199"/>
                  <a:gd name="T11" fmla="*/ 0 h 164"/>
                  <a:gd name="T12" fmla="*/ 0 w 199"/>
                  <a:gd name="T13" fmla="*/ 0 h 164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199"/>
                  <a:gd name="T22" fmla="*/ 0 h 164"/>
                  <a:gd name="T23" fmla="*/ 199 w 199"/>
                  <a:gd name="T24" fmla="*/ 164 h 164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199" h="164">
                    <a:moveTo>
                      <a:pt x="161" y="164"/>
                    </a:moveTo>
                    <a:lnTo>
                      <a:pt x="180" y="111"/>
                    </a:lnTo>
                    <a:lnTo>
                      <a:pt x="199" y="59"/>
                    </a:lnTo>
                    <a:lnTo>
                      <a:pt x="38" y="0"/>
                    </a:lnTo>
                    <a:lnTo>
                      <a:pt x="19" y="53"/>
                    </a:lnTo>
                    <a:lnTo>
                      <a:pt x="0" y="106"/>
                    </a:lnTo>
                    <a:lnTo>
                      <a:pt x="161" y="164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1174" name="Freeform 875">
                <a:extLst>
                  <a:ext uri="{FF2B5EF4-FFF2-40B4-BE49-F238E27FC236}">
                    <a16:creationId xmlns:a16="http://schemas.microsoft.com/office/drawing/2014/main" id="{D675528A-BF22-214A-32AB-51344FE42FC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535" y="2995"/>
                <a:ext cx="28" cy="24"/>
              </a:xfrm>
              <a:custGeom>
                <a:avLst/>
                <a:gdLst>
                  <a:gd name="T0" fmla="*/ 0 w 199"/>
                  <a:gd name="T1" fmla="*/ 0 h 164"/>
                  <a:gd name="T2" fmla="*/ 0 w 199"/>
                  <a:gd name="T3" fmla="*/ 0 h 164"/>
                  <a:gd name="T4" fmla="*/ 0 w 199"/>
                  <a:gd name="T5" fmla="*/ 0 h 164"/>
                  <a:gd name="T6" fmla="*/ 0 w 199"/>
                  <a:gd name="T7" fmla="*/ 0 h 164"/>
                  <a:gd name="T8" fmla="*/ 0 w 199"/>
                  <a:gd name="T9" fmla="*/ 0 h 164"/>
                  <a:gd name="T10" fmla="*/ 0 w 199"/>
                  <a:gd name="T11" fmla="*/ 0 h 164"/>
                  <a:gd name="T12" fmla="*/ 0 w 199"/>
                  <a:gd name="T13" fmla="*/ 0 h 164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199"/>
                  <a:gd name="T22" fmla="*/ 0 h 164"/>
                  <a:gd name="T23" fmla="*/ 199 w 199"/>
                  <a:gd name="T24" fmla="*/ 164 h 164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199" h="164">
                    <a:moveTo>
                      <a:pt x="161" y="164"/>
                    </a:moveTo>
                    <a:lnTo>
                      <a:pt x="180" y="111"/>
                    </a:lnTo>
                    <a:lnTo>
                      <a:pt x="199" y="59"/>
                    </a:lnTo>
                    <a:lnTo>
                      <a:pt x="38" y="0"/>
                    </a:lnTo>
                    <a:lnTo>
                      <a:pt x="19" y="53"/>
                    </a:lnTo>
                    <a:lnTo>
                      <a:pt x="0" y="106"/>
                    </a:lnTo>
                    <a:lnTo>
                      <a:pt x="161" y="164"/>
                    </a:lnTo>
                    <a:close/>
                  </a:path>
                </a:pathLst>
              </a:cu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1175" name="Freeform 876">
                <a:extLst>
                  <a:ext uri="{FF2B5EF4-FFF2-40B4-BE49-F238E27FC236}">
                    <a16:creationId xmlns:a16="http://schemas.microsoft.com/office/drawing/2014/main" id="{43BB111A-5902-8225-FCE1-AC32C0DBA5F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538" y="2995"/>
                <a:ext cx="2" cy="8"/>
              </a:xfrm>
              <a:custGeom>
                <a:avLst/>
                <a:gdLst>
                  <a:gd name="T0" fmla="*/ 0 w 19"/>
                  <a:gd name="T1" fmla="*/ 0 h 54"/>
                  <a:gd name="T2" fmla="*/ 0 w 19"/>
                  <a:gd name="T3" fmla="*/ 0 h 54"/>
                  <a:gd name="T4" fmla="*/ 0 w 19"/>
                  <a:gd name="T5" fmla="*/ 0 h 54"/>
                  <a:gd name="T6" fmla="*/ 0 w 19"/>
                  <a:gd name="T7" fmla="*/ 0 h 54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19"/>
                  <a:gd name="T13" fmla="*/ 0 h 54"/>
                  <a:gd name="T14" fmla="*/ 19 w 19"/>
                  <a:gd name="T15" fmla="*/ 54 h 54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19" h="54">
                    <a:moveTo>
                      <a:pt x="0" y="54"/>
                    </a:moveTo>
                    <a:lnTo>
                      <a:pt x="19" y="1"/>
                    </a:lnTo>
                    <a:lnTo>
                      <a:pt x="15" y="0"/>
                    </a:lnTo>
                    <a:lnTo>
                      <a:pt x="0" y="54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</p:grpSp>
        <p:grpSp>
          <p:nvGrpSpPr>
            <p:cNvPr id="498" name="Group 877">
              <a:extLst>
                <a:ext uri="{FF2B5EF4-FFF2-40B4-BE49-F238E27FC236}">
                  <a16:creationId xmlns:a16="http://schemas.microsoft.com/office/drawing/2014/main" id="{922D465D-F4E9-3E8C-2087-37593533B87C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018" y="2976"/>
              <a:ext cx="657" cy="407"/>
              <a:chOff x="3018" y="2976"/>
              <a:chExt cx="657" cy="407"/>
            </a:xfrm>
          </p:grpSpPr>
          <p:sp>
            <p:nvSpPr>
              <p:cNvPr id="776" name="Line 878">
                <a:extLst>
                  <a:ext uri="{FF2B5EF4-FFF2-40B4-BE49-F238E27FC236}">
                    <a16:creationId xmlns:a16="http://schemas.microsoft.com/office/drawing/2014/main" id="{51FE467B-8381-4C3C-D1E8-F08FA1EFC45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 flipV="1">
                <a:off x="3540" y="2995"/>
                <a:ext cx="1" cy="1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777" name="Freeform 879">
                <a:extLst>
                  <a:ext uri="{FF2B5EF4-FFF2-40B4-BE49-F238E27FC236}">
                    <a16:creationId xmlns:a16="http://schemas.microsoft.com/office/drawing/2014/main" id="{CA62E194-3F17-E93A-D032-EE8242044F7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512" y="2988"/>
                <a:ext cx="28" cy="23"/>
              </a:xfrm>
              <a:custGeom>
                <a:avLst/>
                <a:gdLst>
                  <a:gd name="T0" fmla="*/ 0 w 196"/>
                  <a:gd name="T1" fmla="*/ 0 h 156"/>
                  <a:gd name="T2" fmla="*/ 0 w 196"/>
                  <a:gd name="T3" fmla="*/ 0 h 156"/>
                  <a:gd name="T4" fmla="*/ 0 w 196"/>
                  <a:gd name="T5" fmla="*/ 0 h 156"/>
                  <a:gd name="T6" fmla="*/ 0 w 196"/>
                  <a:gd name="T7" fmla="*/ 0 h 156"/>
                  <a:gd name="T8" fmla="*/ 0 w 196"/>
                  <a:gd name="T9" fmla="*/ 0 h 156"/>
                  <a:gd name="T10" fmla="*/ 0 w 196"/>
                  <a:gd name="T11" fmla="*/ 0 h 156"/>
                  <a:gd name="T12" fmla="*/ 0 w 196"/>
                  <a:gd name="T13" fmla="*/ 0 h 15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196"/>
                  <a:gd name="T22" fmla="*/ 0 h 156"/>
                  <a:gd name="T23" fmla="*/ 196 w 196"/>
                  <a:gd name="T24" fmla="*/ 156 h 15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196" h="156">
                    <a:moveTo>
                      <a:pt x="165" y="156"/>
                    </a:moveTo>
                    <a:lnTo>
                      <a:pt x="181" y="102"/>
                    </a:lnTo>
                    <a:lnTo>
                      <a:pt x="196" y="48"/>
                    </a:lnTo>
                    <a:lnTo>
                      <a:pt x="31" y="0"/>
                    </a:lnTo>
                    <a:lnTo>
                      <a:pt x="16" y="54"/>
                    </a:lnTo>
                    <a:lnTo>
                      <a:pt x="0" y="108"/>
                    </a:lnTo>
                    <a:lnTo>
                      <a:pt x="165" y="156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778" name="Freeform 880">
                <a:extLst>
                  <a:ext uri="{FF2B5EF4-FFF2-40B4-BE49-F238E27FC236}">
                    <a16:creationId xmlns:a16="http://schemas.microsoft.com/office/drawing/2014/main" id="{48F8C312-4BF4-A498-8DC4-C31CA894DD0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512" y="2988"/>
                <a:ext cx="28" cy="23"/>
              </a:xfrm>
              <a:custGeom>
                <a:avLst/>
                <a:gdLst>
                  <a:gd name="T0" fmla="*/ 0 w 196"/>
                  <a:gd name="T1" fmla="*/ 0 h 156"/>
                  <a:gd name="T2" fmla="*/ 0 w 196"/>
                  <a:gd name="T3" fmla="*/ 0 h 156"/>
                  <a:gd name="T4" fmla="*/ 0 w 196"/>
                  <a:gd name="T5" fmla="*/ 0 h 156"/>
                  <a:gd name="T6" fmla="*/ 0 w 196"/>
                  <a:gd name="T7" fmla="*/ 0 h 156"/>
                  <a:gd name="T8" fmla="*/ 0 w 196"/>
                  <a:gd name="T9" fmla="*/ 0 h 156"/>
                  <a:gd name="T10" fmla="*/ 0 w 196"/>
                  <a:gd name="T11" fmla="*/ 0 h 156"/>
                  <a:gd name="T12" fmla="*/ 0 w 196"/>
                  <a:gd name="T13" fmla="*/ 0 h 15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196"/>
                  <a:gd name="T22" fmla="*/ 0 h 156"/>
                  <a:gd name="T23" fmla="*/ 196 w 196"/>
                  <a:gd name="T24" fmla="*/ 156 h 15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196" h="156">
                    <a:moveTo>
                      <a:pt x="165" y="156"/>
                    </a:moveTo>
                    <a:lnTo>
                      <a:pt x="181" y="102"/>
                    </a:lnTo>
                    <a:lnTo>
                      <a:pt x="196" y="48"/>
                    </a:lnTo>
                    <a:lnTo>
                      <a:pt x="31" y="0"/>
                    </a:lnTo>
                    <a:lnTo>
                      <a:pt x="16" y="54"/>
                    </a:lnTo>
                    <a:lnTo>
                      <a:pt x="0" y="108"/>
                    </a:lnTo>
                    <a:lnTo>
                      <a:pt x="165" y="156"/>
                    </a:lnTo>
                    <a:close/>
                  </a:path>
                </a:pathLst>
              </a:cu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779" name="Freeform 881">
                <a:extLst>
                  <a:ext uri="{FF2B5EF4-FFF2-40B4-BE49-F238E27FC236}">
                    <a16:creationId xmlns:a16="http://schemas.microsoft.com/office/drawing/2014/main" id="{0D8E81B3-0372-AAB6-3DE6-852EA42B4B5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514" y="2988"/>
                <a:ext cx="2" cy="8"/>
              </a:xfrm>
              <a:custGeom>
                <a:avLst/>
                <a:gdLst>
                  <a:gd name="T0" fmla="*/ 0 w 15"/>
                  <a:gd name="T1" fmla="*/ 0 h 55"/>
                  <a:gd name="T2" fmla="*/ 0 w 15"/>
                  <a:gd name="T3" fmla="*/ 0 h 55"/>
                  <a:gd name="T4" fmla="*/ 0 w 15"/>
                  <a:gd name="T5" fmla="*/ 0 h 55"/>
                  <a:gd name="T6" fmla="*/ 0 w 15"/>
                  <a:gd name="T7" fmla="*/ 0 h 55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15"/>
                  <a:gd name="T13" fmla="*/ 0 h 55"/>
                  <a:gd name="T14" fmla="*/ 15 w 15"/>
                  <a:gd name="T15" fmla="*/ 55 h 55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15" h="55">
                    <a:moveTo>
                      <a:pt x="0" y="55"/>
                    </a:moveTo>
                    <a:lnTo>
                      <a:pt x="15" y="1"/>
                    </a:lnTo>
                    <a:lnTo>
                      <a:pt x="12" y="0"/>
                    </a:lnTo>
                    <a:lnTo>
                      <a:pt x="0" y="55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780" name="Line 882">
                <a:extLst>
                  <a:ext uri="{FF2B5EF4-FFF2-40B4-BE49-F238E27FC236}">
                    <a16:creationId xmlns:a16="http://schemas.microsoft.com/office/drawing/2014/main" id="{FC423613-EC93-EE44-3271-01E4432157E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 flipV="1">
                <a:off x="3516" y="2988"/>
                <a:ext cx="1" cy="1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781" name="Freeform 883">
                <a:extLst>
                  <a:ext uri="{FF2B5EF4-FFF2-40B4-BE49-F238E27FC236}">
                    <a16:creationId xmlns:a16="http://schemas.microsoft.com/office/drawing/2014/main" id="{402E13B6-484F-33DF-4D29-731B9DC41D5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488" y="2983"/>
                <a:ext cx="28" cy="21"/>
              </a:xfrm>
              <a:custGeom>
                <a:avLst/>
                <a:gdLst>
                  <a:gd name="T0" fmla="*/ 0 w 192"/>
                  <a:gd name="T1" fmla="*/ 0 h 147"/>
                  <a:gd name="T2" fmla="*/ 0 w 192"/>
                  <a:gd name="T3" fmla="*/ 0 h 147"/>
                  <a:gd name="T4" fmla="*/ 0 w 192"/>
                  <a:gd name="T5" fmla="*/ 0 h 147"/>
                  <a:gd name="T6" fmla="*/ 0 w 192"/>
                  <a:gd name="T7" fmla="*/ 0 h 147"/>
                  <a:gd name="T8" fmla="*/ 0 w 192"/>
                  <a:gd name="T9" fmla="*/ 0 h 147"/>
                  <a:gd name="T10" fmla="*/ 0 w 192"/>
                  <a:gd name="T11" fmla="*/ 0 h 147"/>
                  <a:gd name="T12" fmla="*/ 0 w 192"/>
                  <a:gd name="T13" fmla="*/ 0 h 147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192"/>
                  <a:gd name="T22" fmla="*/ 0 h 147"/>
                  <a:gd name="T23" fmla="*/ 192 w 192"/>
                  <a:gd name="T24" fmla="*/ 147 h 147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192" h="147">
                    <a:moveTo>
                      <a:pt x="167" y="147"/>
                    </a:moveTo>
                    <a:lnTo>
                      <a:pt x="180" y="92"/>
                    </a:lnTo>
                    <a:lnTo>
                      <a:pt x="192" y="37"/>
                    </a:lnTo>
                    <a:lnTo>
                      <a:pt x="25" y="0"/>
                    </a:lnTo>
                    <a:lnTo>
                      <a:pt x="13" y="55"/>
                    </a:lnTo>
                    <a:lnTo>
                      <a:pt x="0" y="110"/>
                    </a:lnTo>
                    <a:lnTo>
                      <a:pt x="167" y="147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782" name="Freeform 884">
                <a:extLst>
                  <a:ext uri="{FF2B5EF4-FFF2-40B4-BE49-F238E27FC236}">
                    <a16:creationId xmlns:a16="http://schemas.microsoft.com/office/drawing/2014/main" id="{C72C6372-AD1D-4223-746C-2B2DF54EFE4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488" y="2983"/>
                <a:ext cx="28" cy="21"/>
              </a:xfrm>
              <a:custGeom>
                <a:avLst/>
                <a:gdLst>
                  <a:gd name="T0" fmla="*/ 0 w 192"/>
                  <a:gd name="T1" fmla="*/ 0 h 147"/>
                  <a:gd name="T2" fmla="*/ 0 w 192"/>
                  <a:gd name="T3" fmla="*/ 0 h 147"/>
                  <a:gd name="T4" fmla="*/ 0 w 192"/>
                  <a:gd name="T5" fmla="*/ 0 h 147"/>
                  <a:gd name="T6" fmla="*/ 0 w 192"/>
                  <a:gd name="T7" fmla="*/ 0 h 147"/>
                  <a:gd name="T8" fmla="*/ 0 w 192"/>
                  <a:gd name="T9" fmla="*/ 0 h 147"/>
                  <a:gd name="T10" fmla="*/ 0 w 192"/>
                  <a:gd name="T11" fmla="*/ 0 h 147"/>
                  <a:gd name="T12" fmla="*/ 0 w 192"/>
                  <a:gd name="T13" fmla="*/ 0 h 147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192"/>
                  <a:gd name="T22" fmla="*/ 0 h 147"/>
                  <a:gd name="T23" fmla="*/ 192 w 192"/>
                  <a:gd name="T24" fmla="*/ 147 h 147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192" h="147">
                    <a:moveTo>
                      <a:pt x="167" y="147"/>
                    </a:moveTo>
                    <a:lnTo>
                      <a:pt x="180" y="92"/>
                    </a:lnTo>
                    <a:lnTo>
                      <a:pt x="192" y="37"/>
                    </a:lnTo>
                    <a:lnTo>
                      <a:pt x="25" y="0"/>
                    </a:lnTo>
                    <a:lnTo>
                      <a:pt x="13" y="55"/>
                    </a:lnTo>
                    <a:lnTo>
                      <a:pt x="0" y="110"/>
                    </a:lnTo>
                    <a:lnTo>
                      <a:pt x="167" y="147"/>
                    </a:lnTo>
                    <a:close/>
                  </a:path>
                </a:pathLst>
              </a:cu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783" name="Freeform 885">
                <a:extLst>
                  <a:ext uri="{FF2B5EF4-FFF2-40B4-BE49-F238E27FC236}">
                    <a16:creationId xmlns:a16="http://schemas.microsoft.com/office/drawing/2014/main" id="{E9DC22B2-B584-2723-DEF2-A091F755A17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490" y="2983"/>
                <a:ext cx="2" cy="8"/>
              </a:xfrm>
              <a:custGeom>
                <a:avLst/>
                <a:gdLst>
                  <a:gd name="T0" fmla="*/ 0 w 12"/>
                  <a:gd name="T1" fmla="*/ 0 h 56"/>
                  <a:gd name="T2" fmla="*/ 0 w 12"/>
                  <a:gd name="T3" fmla="*/ 0 h 56"/>
                  <a:gd name="T4" fmla="*/ 0 w 12"/>
                  <a:gd name="T5" fmla="*/ 0 h 56"/>
                  <a:gd name="T6" fmla="*/ 0 w 12"/>
                  <a:gd name="T7" fmla="*/ 0 h 56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12"/>
                  <a:gd name="T13" fmla="*/ 0 h 56"/>
                  <a:gd name="T14" fmla="*/ 12 w 12"/>
                  <a:gd name="T15" fmla="*/ 56 h 5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12" h="56">
                    <a:moveTo>
                      <a:pt x="0" y="56"/>
                    </a:moveTo>
                    <a:lnTo>
                      <a:pt x="12" y="1"/>
                    </a:lnTo>
                    <a:lnTo>
                      <a:pt x="9" y="0"/>
                    </a:lnTo>
                    <a:lnTo>
                      <a:pt x="0" y="56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784" name="Line 886">
                <a:extLst>
                  <a:ext uri="{FF2B5EF4-FFF2-40B4-BE49-F238E27FC236}">
                    <a16:creationId xmlns:a16="http://schemas.microsoft.com/office/drawing/2014/main" id="{EBB97E3E-2DE1-BEB3-A8BA-E515A1F1427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 flipV="1">
                <a:off x="3491" y="2983"/>
                <a:ext cx="1" cy="1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785" name="Freeform 887">
                <a:extLst>
                  <a:ext uri="{FF2B5EF4-FFF2-40B4-BE49-F238E27FC236}">
                    <a16:creationId xmlns:a16="http://schemas.microsoft.com/office/drawing/2014/main" id="{01370A05-8953-F49C-40C4-97747B06EDA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465" y="2979"/>
                <a:ext cx="26" cy="20"/>
              </a:xfrm>
              <a:custGeom>
                <a:avLst/>
                <a:gdLst>
                  <a:gd name="T0" fmla="*/ 0 w 188"/>
                  <a:gd name="T1" fmla="*/ 0 h 139"/>
                  <a:gd name="T2" fmla="*/ 0 w 188"/>
                  <a:gd name="T3" fmla="*/ 0 h 139"/>
                  <a:gd name="T4" fmla="*/ 0 w 188"/>
                  <a:gd name="T5" fmla="*/ 0 h 139"/>
                  <a:gd name="T6" fmla="*/ 0 w 188"/>
                  <a:gd name="T7" fmla="*/ 0 h 139"/>
                  <a:gd name="T8" fmla="*/ 0 w 188"/>
                  <a:gd name="T9" fmla="*/ 0 h 139"/>
                  <a:gd name="T10" fmla="*/ 0 w 188"/>
                  <a:gd name="T11" fmla="*/ 0 h 139"/>
                  <a:gd name="T12" fmla="*/ 0 w 188"/>
                  <a:gd name="T13" fmla="*/ 0 h 139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188"/>
                  <a:gd name="T22" fmla="*/ 0 h 139"/>
                  <a:gd name="T23" fmla="*/ 188 w 188"/>
                  <a:gd name="T24" fmla="*/ 139 h 139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188" h="139">
                    <a:moveTo>
                      <a:pt x="170" y="139"/>
                    </a:moveTo>
                    <a:lnTo>
                      <a:pt x="179" y="83"/>
                    </a:lnTo>
                    <a:lnTo>
                      <a:pt x="188" y="27"/>
                    </a:lnTo>
                    <a:lnTo>
                      <a:pt x="18" y="0"/>
                    </a:lnTo>
                    <a:lnTo>
                      <a:pt x="9" y="56"/>
                    </a:lnTo>
                    <a:lnTo>
                      <a:pt x="0" y="112"/>
                    </a:lnTo>
                    <a:lnTo>
                      <a:pt x="170" y="139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786" name="Freeform 888">
                <a:extLst>
                  <a:ext uri="{FF2B5EF4-FFF2-40B4-BE49-F238E27FC236}">
                    <a16:creationId xmlns:a16="http://schemas.microsoft.com/office/drawing/2014/main" id="{E9434F8D-AA1C-9CE3-E6C0-AE824998146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465" y="2979"/>
                <a:ext cx="26" cy="20"/>
              </a:xfrm>
              <a:custGeom>
                <a:avLst/>
                <a:gdLst>
                  <a:gd name="T0" fmla="*/ 0 w 188"/>
                  <a:gd name="T1" fmla="*/ 0 h 139"/>
                  <a:gd name="T2" fmla="*/ 0 w 188"/>
                  <a:gd name="T3" fmla="*/ 0 h 139"/>
                  <a:gd name="T4" fmla="*/ 0 w 188"/>
                  <a:gd name="T5" fmla="*/ 0 h 139"/>
                  <a:gd name="T6" fmla="*/ 0 w 188"/>
                  <a:gd name="T7" fmla="*/ 0 h 139"/>
                  <a:gd name="T8" fmla="*/ 0 w 188"/>
                  <a:gd name="T9" fmla="*/ 0 h 139"/>
                  <a:gd name="T10" fmla="*/ 0 w 188"/>
                  <a:gd name="T11" fmla="*/ 0 h 139"/>
                  <a:gd name="T12" fmla="*/ 0 w 188"/>
                  <a:gd name="T13" fmla="*/ 0 h 139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188"/>
                  <a:gd name="T22" fmla="*/ 0 h 139"/>
                  <a:gd name="T23" fmla="*/ 188 w 188"/>
                  <a:gd name="T24" fmla="*/ 139 h 139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188" h="139">
                    <a:moveTo>
                      <a:pt x="170" y="139"/>
                    </a:moveTo>
                    <a:lnTo>
                      <a:pt x="179" y="83"/>
                    </a:lnTo>
                    <a:lnTo>
                      <a:pt x="188" y="27"/>
                    </a:lnTo>
                    <a:lnTo>
                      <a:pt x="18" y="0"/>
                    </a:lnTo>
                    <a:lnTo>
                      <a:pt x="9" y="56"/>
                    </a:lnTo>
                    <a:lnTo>
                      <a:pt x="0" y="112"/>
                    </a:lnTo>
                    <a:lnTo>
                      <a:pt x="170" y="139"/>
                    </a:lnTo>
                    <a:close/>
                  </a:path>
                </a:pathLst>
              </a:cu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787" name="Freeform 889">
                <a:extLst>
                  <a:ext uri="{FF2B5EF4-FFF2-40B4-BE49-F238E27FC236}">
                    <a16:creationId xmlns:a16="http://schemas.microsoft.com/office/drawing/2014/main" id="{B04A2035-B7B1-B112-013D-686988124C1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466" y="2979"/>
                <a:ext cx="1" cy="8"/>
              </a:xfrm>
              <a:custGeom>
                <a:avLst/>
                <a:gdLst>
                  <a:gd name="T0" fmla="*/ 0 w 9"/>
                  <a:gd name="T1" fmla="*/ 0 h 56"/>
                  <a:gd name="T2" fmla="*/ 0 w 9"/>
                  <a:gd name="T3" fmla="*/ 0 h 56"/>
                  <a:gd name="T4" fmla="*/ 0 w 9"/>
                  <a:gd name="T5" fmla="*/ 0 h 56"/>
                  <a:gd name="T6" fmla="*/ 0 w 9"/>
                  <a:gd name="T7" fmla="*/ 0 h 56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9"/>
                  <a:gd name="T13" fmla="*/ 0 h 56"/>
                  <a:gd name="T14" fmla="*/ 9 w 9"/>
                  <a:gd name="T15" fmla="*/ 56 h 5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9" h="56">
                    <a:moveTo>
                      <a:pt x="0" y="56"/>
                    </a:moveTo>
                    <a:lnTo>
                      <a:pt x="9" y="0"/>
                    </a:lnTo>
                    <a:lnTo>
                      <a:pt x="6" y="0"/>
                    </a:lnTo>
                    <a:lnTo>
                      <a:pt x="0" y="56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788" name="Line 890">
                <a:extLst>
                  <a:ext uri="{FF2B5EF4-FFF2-40B4-BE49-F238E27FC236}">
                    <a16:creationId xmlns:a16="http://schemas.microsoft.com/office/drawing/2014/main" id="{66B8ED87-17E3-7D2C-EA17-F9395C891FD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3467" y="2979"/>
                <a:ext cx="1" cy="1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789" name="Freeform 891">
                <a:extLst>
                  <a:ext uri="{FF2B5EF4-FFF2-40B4-BE49-F238E27FC236}">
                    <a16:creationId xmlns:a16="http://schemas.microsoft.com/office/drawing/2014/main" id="{FE716295-08E2-8CEF-1C4C-DDB1473587C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441" y="2977"/>
                <a:ext cx="26" cy="18"/>
              </a:xfrm>
              <a:custGeom>
                <a:avLst/>
                <a:gdLst>
                  <a:gd name="T0" fmla="*/ 0 w 182"/>
                  <a:gd name="T1" fmla="*/ 0 h 129"/>
                  <a:gd name="T2" fmla="*/ 0 w 182"/>
                  <a:gd name="T3" fmla="*/ 0 h 129"/>
                  <a:gd name="T4" fmla="*/ 0 w 182"/>
                  <a:gd name="T5" fmla="*/ 0 h 129"/>
                  <a:gd name="T6" fmla="*/ 0 w 182"/>
                  <a:gd name="T7" fmla="*/ 0 h 129"/>
                  <a:gd name="T8" fmla="*/ 0 w 182"/>
                  <a:gd name="T9" fmla="*/ 0 h 129"/>
                  <a:gd name="T10" fmla="*/ 0 w 182"/>
                  <a:gd name="T11" fmla="*/ 0 h 129"/>
                  <a:gd name="T12" fmla="*/ 0 w 182"/>
                  <a:gd name="T13" fmla="*/ 0 h 129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182"/>
                  <a:gd name="T22" fmla="*/ 0 h 129"/>
                  <a:gd name="T23" fmla="*/ 182 w 182"/>
                  <a:gd name="T24" fmla="*/ 129 h 129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182" h="129">
                    <a:moveTo>
                      <a:pt x="170" y="129"/>
                    </a:moveTo>
                    <a:lnTo>
                      <a:pt x="176" y="73"/>
                    </a:lnTo>
                    <a:lnTo>
                      <a:pt x="182" y="17"/>
                    </a:lnTo>
                    <a:lnTo>
                      <a:pt x="11" y="0"/>
                    </a:lnTo>
                    <a:lnTo>
                      <a:pt x="5" y="56"/>
                    </a:lnTo>
                    <a:lnTo>
                      <a:pt x="0" y="112"/>
                    </a:lnTo>
                    <a:lnTo>
                      <a:pt x="170" y="129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790" name="Freeform 892">
                <a:extLst>
                  <a:ext uri="{FF2B5EF4-FFF2-40B4-BE49-F238E27FC236}">
                    <a16:creationId xmlns:a16="http://schemas.microsoft.com/office/drawing/2014/main" id="{F347793D-EE8D-918A-0E73-D181AAB44F8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441" y="2977"/>
                <a:ext cx="26" cy="18"/>
              </a:xfrm>
              <a:custGeom>
                <a:avLst/>
                <a:gdLst>
                  <a:gd name="T0" fmla="*/ 0 w 182"/>
                  <a:gd name="T1" fmla="*/ 0 h 129"/>
                  <a:gd name="T2" fmla="*/ 0 w 182"/>
                  <a:gd name="T3" fmla="*/ 0 h 129"/>
                  <a:gd name="T4" fmla="*/ 0 w 182"/>
                  <a:gd name="T5" fmla="*/ 0 h 129"/>
                  <a:gd name="T6" fmla="*/ 0 w 182"/>
                  <a:gd name="T7" fmla="*/ 0 h 129"/>
                  <a:gd name="T8" fmla="*/ 0 w 182"/>
                  <a:gd name="T9" fmla="*/ 0 h 129"/>
                  <a:gd name="T10" fmla="*/ 0 w 182"/>
                  <a:gd name="T11" fmla="*/ 0 h 129"/>
                  <a:gd name="T12" fmla="*/ 0 w 182"/>
                  <a:gd name="T13" fmla="*/ 0 h 129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182"/>
                  <a:gd name="T22" fmla="*/ 0 h 129"/>
                  <a:gd name="T23" fmla="*/ 182 w 182"/>
                  <a:gd name="T24" fmla="*/ 129 h 129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182" h="129">
                    <a:moveTo>
                      <a:pt x="170" y="129"/>
                    </a:moveTo>
                    <a:lnTo>
                      <a:pt x="176" y="73"/>
                    </a:lnTo>
                    <a:lnTo>
                      <a:pt x="182" y="17"/>
                    </a:lnTo>
                    <a:lnTo>
                      <a:pt x="11" y="0"/>
                    </a:lnTo>
                    <a:lnTo>
                      <a:pt x="5" y="56"/>
                    </a:lnTo>
                    <a:lnTo>
                      <a:pt x="0" y="112"/>
                    </a:lnTo>
                    <a:lnTo>
                      <a:pt x="170" y="129"/>
                    </a:lnTo>
                    <a:close/>
                  </a:path>
                </a:pathLst>
              </a:cu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791" name="Freeform 893">
                <a:extLst>
                  <a:ext uri="{FF2B5EF4-FFF2-40B4-BE49-F238E27FC236}">
                    <a16:creationId xmlns:a16="http://schemas.microsoft.com/office/drawing/2014/main" id="{81189658-04F4-1522-90DF-2D21BEF05DD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441" y="2977"/>
                <a:ext cx="1" cy="8"/>
              </a:xfrm>
              <a:custGeom>
                <a:avLst/>
                <a:gdLst>
                  <a:gd name="T0" fmla="*/ 0 w 6"/>
                  <a:gd name="T1" fmla="*/ 0 h 56"/>
                  <a:gd name="T2" fmla="*/ 0 w 6"/>
                  <a:gd name="T3" fmla="*/ 0 h 56"/>
                  <a:gd name="T4" fmla="*/ 0 w 6"/>
                  <a:gd name="T5" fmla="*/ 0 h 56"/>
                  <a:gd name="T6" fmla="*/ 0 w 6"/>
                  <a:gd name="T7" fmla="*/ 0 h 56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6"/>
                  <a:gd name="T13" fmla="*/ 0 h 56"/>
                  <a:gd name="T14" fmla="*/ 6 w 6"/>
                  <a:gd name="T15" fmla="*/ 56 h 5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6" h="56">
                    <a:moveTo>
                      <a:pt x="0" y="56"/>
                    </a:moveTo>
                    <a:lnTo>
                      <a:pt x="6" y="0"/>
                    </a:lnTo>
                    <a:lnTo>
                      <a:pt x="2" y="0"/>
                    </a:lnTo>
                    <a:lnTo>
                      <a:pt x="0" y="56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792" name="Line 894">
                <a:extLst>
                  <a:ext uri="{FF2B5EF4-FFF2-40B4-BE49-F238E27FC236}">
                    <a16:creationId xmlns:a16="http://schemas.microsoft.com/office/drawing/2014/main" id="{F7FEADBB-36DB-E766-0AF8-1340F78FF62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3442" y="2977"/>
                <a:ext cx="1" cy="1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793" name="Freeform 895">
                <a:extLst>
                  <a:ext uri="{FF2B5EF4-FFF2-40B4-BE49-F238E27FC236}">
                    <a16:creationId xmlns:a16="http://schemas.microsoft.com/office/drawing/2014/main" id="{3D799CA6-A0B5-8DCF-553D-1786F159109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417" y="2976"/>
                <a:ext cx="25" cy="17"/>
              </a:xfrm>
              <a:custGeom>
                <a:avLst/>
                <a:gdLst>
                  <a:gd name="T0" fmla="*/ 0 w 174"/>
                  <a:gd name="T1" fmla="*/ 0 h 117"/>
                  <a:gd name="T2" fmla="*/ 0 w 174"/>
                  <a:gd name="T3" fmla="*/ 0 h 117"/>
                  <a:gd name="T4" fmla="*/ 0 w 174"/>
                  <a:gd name="T5" fmla="*/ 0 h 117"/>
                  <a:gd name="T6" fmla="*/ 0 w 174"/>
                  <a:gd name="T7" fmla="*/ 0 h 117"/>
                  <a:gd name="T8" fmla="*/ 0 w 174"/>
                  <a:gd name="T9" fmla="*/ 0 h 117"/>
                  <a:gd name="T10" fmla="*/ 0 w 174"/>
                  <a:gd name="T11" fmla="*/ 0 h 117"/>
                  <a:gd name="T12" fmla="*/ 0 w 174"/>
                  <a:gd name="T13" fmla="*/ 0 h 117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174"/>
                  <a:gd name="T22" fmla="*/ 0 h 117"/>
                  <a:gd name="T23" fmla="*/ 174 w 174"/>
                  <a:gd name="T24" fmla="*/ 117 h 117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174" h="117">
                    <a:moveTo>
                      <a:pt x="171" y="117"/>
                    </a:moveTo>
                    <a:lnTo>
                      <a:pt x="172" y="61"/>
                    </a:lnTo>
                    <a:lnTo>
                      <a:pt x="174" y="5"/>
                    </a:lnTo>
                    <a:lnTo>
                      <a:pt x="2" y="0"/>
                    </a:lnTo>
                    <a:lnTo>
                      <a:pt x="1" y="56"/>
                    </a:lnTo>
                    <a:lnTo>
                      <a:pt x="0" y="112"/>
                    </a:lnTo>
                    <a:lnTo>
                      <a:pt x="171" y="117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794" name="Freeform 896">
                <a:extLst>
                  <a:ext uri="{FF2B5EF4-FFF2-40B4-BE49-F238E27FC236}">
                    <a16:creationId xmlns:a16="http://schemas.microsoft.com/office/drawing/2014/main" id="{99DAD57D-3662-0A6A-2CC5-40E2CA46C27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417" y="2976"/>
                <a:ext cx="25" cy="17"/>
              </a:xfrm>
              <a:custGeom>
                <a:avLst/>
                <a:gdLst>
                  <a:gd name="T0" fmla="*/ 0 w 174"/>
                  <a:gd name="T1" fmla="*/ 0 h 117"/>
                  <a:gd name="T2" fmla="*/ 0 w 174"/>
                  <a:gd name="T3" fmla="*/ 0 h 117"/>
                  <a:gd name="T4" fmla="*/ 0 w 174"/>
                  <a:gd name="T5" fmla="*/ 0 h 117"/>
                  <a:gd name="T6" fmla="*/ 0 w 174"/>
                  <a:gd name="T7" fmla="*/ 0 h 117"/>
                  <a:gd name="T8" fmla="*/ 0 w 174"/>
                  <a:gd name="T9" fmla="*/ 0 h 117"/>
                  <a:gd name="T10" fmla="*/ 0 w 174"/>
                  <a:gd name="T11" fmla="*/ 0 h 117"/>
                  <a:gd name="T12" fmla="*/ 0 w 174"/>
                  <a:gd name="T13" fmla="*/ 0 h 117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174"/>
                  <a:gd name="T22" fmla="*/ 0 h 117"/>
                  <a:gd name="T23" fmla="*/ 174 w 174"/>
                  <a:gd name="T24" fmla="*/ 117 h 117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174" h="117">
                    <a:moveTo>
                      <a:pt x="171" y="117"/>
                    </a:moveTo>
                    <a:lnTo>
                      <a:pt x="172" y="61"/>
                    </a:lnTo>
                    <a:lnTo>
                      <a:pt x="174" y="5"/>
                    </a:lnTo>
                    <a:lnTo>
                      <a:pt x="2" y="0"/>
                    </a:lnTo>
                    <a:lnTo>
                      <a:pt x="1" y="56"/>
                    </a:lnTo>
                    <a:lnTo>
                      <a:pt x="0" y="112"/>
                    </a:lnTo>
                    <a:lnTo>
                      <a:pt x="171" y="117"/>
                    </a:lnTo>
                    <a:close/>
                  </a:path>
                </a:pathLst>
              </a:cu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795" name="Freeform 897">
                <a:extLst>
                  <a:ext uri="{FF2B5EF4-FFF2-40B4-BE49-F238E27FC236}">
                    <a16:creationId xmlns:a16="http://schemas.microsoft.com/office/drawing/2014/main" id="{5381F426-B6EC-1AD7-D734-83794BA5CA3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417" y="2976"/>
                <a:ext cx="1" cy="8"/>
              </a:xfrm>
              <a:custGeom>
                <a:avLst/>
                <a:gdLst>
                  <a:gd name="T0" fmla="*/ 1 w 2"/>
                  <a:gd name="T1" fmla="*/ 0 h 56"/>
                  <a:gd name="T2" fmla="*/ 1 w 2"/>
                  <a:gd name="T3" fmla="*/ 0 h 56"/>
                  <a:gd name="T4" fmla="*/ 0 w 2"/>
                  <a:gd name="T5" fmla="*/ 0 h 56"/>
                  <a:gd name="T6" fmla="*/ 1 w 2"/>
                  <a:gd name="T7" fmla="*/ 0 h 56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2"/>
                  <a:gd name="T13" fmla="*/ 0 h 56"/>
                  <a:gd name="T14" fmla="*/ 2 w 2"/>
                  <a:gd name="T15" fmla="*/ 56 h 5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2" h="56">
                    <a:moveTo>
                      <a:pt x="1" y="56"/>
                    </a:moveTo>
                    <a:lnTo>
                      <a:pt x="2" y="0"/>
                    </a:lnTo>
                    <a:lnTo>
                      <a:pt x="0" y="0"/>
                    </a:lnTo>
                    <a:lnTo>
                      <a:pt x="1" y="56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796" name="Line 898">
                <a:extLst>
                  <a:ext uri="{FF2B5EF4-FFF2-40B4-BE49-F238E27FC236}">
                    <a16:creationId xmlns:a16="http://schemas.microsoft.com/office/drawing/2014/main" id="{8497A068-2D9F-49EE-DB72-7EB222A06CA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3417" y="2976"/>
                <a:ext cx="1" cy="1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797" name="Freeform 899">
                <a:extLst>
                  <a:ext uri="{FF2B5EF4-FFF2-40B4-BE49-F238E27FC236}">
                    <a16:creationId xmlns:a16="http://schemas.microsoft.com/office/drawing/2014/main" id="{8C0DDE60-1436-605E-610F-FE01E425466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392" y="2976"/>
                <a:ext cx="25" cy="17"/>
              </a:xfrm>
              <a:custGeom>
                <a:avLst/>
                <a:gdLst>
                  <a:gd name="T0" fmla="*/ 0 w 174"/>
                  <a:gd name="T1" fmla="*/ 0 h 117"/>
                  <a:gd name="T2" fmla="*/ 0 w 174"/>
                  <a:gd name="T3" fmla="*/ 0 h 117"/>
                  <a:gd name="T4" fmla="*/ 0 w 174"/>
                  <a:gd name="T5" fmla="*/ 0 h 117"/>
                  <a:gd name="T6" fmla="*/ 0 w 174"/>
                  <a:gd name="T7" fmla="*/ 0 h 117"/>
                  <a:gd name="T8" fmla="*/ 0 w 174"/>
                  <a:gd name="T9" fmla="*/ 0 h 117"/>
                  <a:gd name="T10" fmla="*/ 0 w 174"/>
                  <a:gd name="T11" fmla="*/ 0 h 117"/>
                  <a:gd name="T12" fmla="*/ 0 w 174"/>
                  <a:gd name="T13" fmla="*/ 0 h 117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174"/>
                  <a:gd name="T22" fmla="*/ 0 h 117"/>
                  <a:gd name="T23" fmla="*/ 174 w 174"/>
                  <a:gd name="T24" fmla="*/ 117 h 117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174" h="117">
                    <a:moveTo>
                      <a:pt x="174" y="112"/>
                    </a:moveTo>
                    <a:lnTo>
                      <a:pt x="173" y="56"/>
                    </a:lnTo>
                    <a:lnTo>
                      <a:pt x="172" y="0"/>
                    </a:lnTo>
                    <a:lnTo>
                      <a:pt x="0" y="5"/>
                    </a:lnTo>
                    <a:lnTo>
                      <a:pt x="1" y="61"/>
                    </a:lnTo>
                    <a:lnTo>
                      <a:pt x="2" y="117"/>
                    </a:lnTo>
                    <a:lnTo>
                      <a:pt x="174" y="112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798" name="Freeform 900">
                <a:extLst>
                  <a:ext uri="{FF2B5EF4-FFF2-40B4-BE49-F238E27FC236}">
                    <a16:creationId xmlns:a16="http://schemas.microsoft.com/office/drawing/2014/main" id="{7F50E228-07D3-CD94-B17D-F7473537256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392" y="2976"/>
                <a:ext cx="25" cy="17"/>
              </a:xfrm>
              <a:custGeom>
                <a:avLst/>
                <a:gdLst>
                  <a:gd name="T0" fmla="*/ 0 w 174"/>
                  <a:gd name="T1" fmla="*/ 0 h 117"/>
                  <a:gd name="T2" fmla="*/ 0 w 174"/>
                  <a:gd name="T3" fmla="*/ 0 h 117"/>
                  <a:gd name="T4" fmla="*/ 0 w 174"/>
                  <a:gd name="T5" fmla="*/ 0 h 117"/>
                  <a:gd name="T6" fmla="*/ 0 w 174"/>
                  <a:gd name="T7" fmla="*/ 0 h 117"/>
                  <a:gd name="T8" fmla="*/ 0 w 174"/>
                  <a:gd name="T9" fmla="*/ 0 h 117"/>
                  <a:gd name="T10" fmla="*/ 0 w 174"/>
                  <a:gd name="T11" fmla="*/ 0 h 117"/>
                  <a:gd name="T12" fmla="*/ 0 w 174"/>
                  <a:gd name="T13" fmla="*/ 0 h 117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174"/>
                  <a:gd name="T22" fmla="*/ 0 h 117"/>
                  <a:gd name="T23" fmla="*/ 174 w 174"/>
                  <a:gd name="T24" fmla="*/ 117 h 117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174" h="117">
                    <a:moveTo>
                      <a:pt x="174" y="112"/>
                    </a:moveTo>
                    <a:lnTo>
                      <a:pt x="173" y="56"/>
                    </a:lnTo>
                    <a:lnTo>
                      <a:pt x="172" y="0"/>
                    </a:lnTo>
                    <a:lnTo>
                      <a:pt x="0" y="5"/>
                    </a:lnTo>
                    <a:lnTo>
                      <a:pt x="1" y="61"/>
                    </a:lnTo>
                    <a:lnTo>
                      <a:pt x="2" y="117"/>
                    </a:lnTo>
                    <a:lnTo>
                      <a:pt x="174" y="112"/>
                    </a:lnTo>
                    <a:close/>
                  </a:path>
                </a:pathLst>
              </a:cu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799" name="Freeform 901">
                <a:extLst>
                  <a:ext uri="{FF2B5EF4-FFF2-40B4-BE49-F238E27FC236}">
                    <a16:creationId xmlns:a16="http://schemas.microsoft.com/office/drawing/2014/main" id="{5F2E03C7-1153-2537-3859-738C0218F09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392" y="2977"/>
                <a:ext cx="1" cy="8"/>
              </a:xfrm>
              <a:custGeom>
                <a:avLst/>
                <a:gdLst>
                  <a:gd name="T0" fmla="*/ 0 w 6"/>
                  <a:gd name="T1" fmla="*/ 0 h 56"/>
                  <a:gd name="T2" fmla="*/ 0 w 6"/>
                  <a:gd name="T3" fmla="*/ 0 h 56"/>
                  <a:gd name="T4" fmla="*/ 0 w 6"/>
                  <a:gd name="T5" fmla="*/ 0 h 56"/>
                  <a:gd name="T6" fmla="*/ 0 w 6"/>
                  <a:gd name="T7" fmla="*/ 0 h 56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6"/>
                  <a:gd name="T13" fmla="*/ 0 h 56"/>
                  <a:gd name="T14" fmla="*/ 6 w 6"/>
                  <a:gd name="T15" fmla="*/ 56 h 5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6" h="56">
                    <a:moveTo>
                      <a:pt x="6" y="56"/>
                    </a:moveTo>
                    <a:lnTo>
                      <a:pt x="5" y="0"/>
                    </a:lnTo>
                    <a:lnTo>
                      <a:pt x="0" y="0"/>
                    </a:lnTo>
                    <a:lnTo>
                      <a:pt x="6" y="56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800" name="Line 902">
                <a:extLst>
                  <a:ext uri="{FF2B5EF4-FFF2-40B4-BE49-F238E27FC236}">
                    <a16:creationId xmlns:a16="http://schemas.microsoft.com/office/drawing/2014/main" id="{3E43355F-FA39-F4FF-45F7-E92BD528B55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3392" y="2977"/>
                <a:ext cx="1" cy="1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801" name="Freeform 903">
                <a:extLst>
                  <a:ext uri="{FF2B5EF4-FFF2-40B4-BE49-F238E27FC236}">
                    <a16:creationId xmlns:a16="http://schemas.microsoft.com/office/drawing/2014/main" id="{269DA8D5-27B8-EF69-682F-E4678856620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367" y="2977"/>
                <a:ext cx="26" cy="18"/>
              </a:xfrm>
              <a:custGeom>
                <a:avLst/>
                <a:gdLst>
                  <a:gd name="T0" fmla="*/ 0 w 183"/>
                  <a:gd name="T1" fmla="*/ 0 h 129"/>
                  <a:gd name="T2" fmla="*/ 0 w 183"/>
                  <a:gd name="T3" fmla="*/ 0 h 129"/>
                  <a:gd name="T4" fmla="*/ 0 w 183"/>
                  <a:gd name="T5" fmla="*/ 0 h 129"/>
                  <a:gd name="T6" fmla="*/ 0 w 183"/>
                  <a:gd name="T7" fmla="*/ 0 h 129"/>
                  <a:gd name="T8" fmla="*/ 0 w 183"/>
                  <a:gd name="T9" fmla="*/ 0 h 129"/>
                  <a:gd name="T10" fmla="*/ 0 w 183"/>
                  <a:gd name="T11" fmla="*/ 0 h 129"/>
                  <a:gd name="T12" fmla="*/ 0 w 183"/>
                  <a:gd name="T13" fmla="*/ 0 h 129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183"/>
                  <a:gd name="T22" fmla="*/ 0 h 129"/>
                  <a:gd name="T23" fmla="*/ 183 w 183"/>
                  <a:gd name="T24" fmla="*/ 129 h 129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183" h="129">
                    <a:moveTo>
                      <a:pt x="183" y="112"/>
                    </a:moveTo>
                    <a:lnTo>
                      <a:pt x="177" y="56"/>
                    </a:lnTo>
                    <a:lnTo>
                      <a:pt x="171" y="0"/>
                    </a:lnTo>
                    <a:lnTo>
                      <a:pt x="0" y="17"/>
                    </a:lnTo>
                    <a:lnTo>
                      <a:pt x="5" y="73"/>
                    </a:lnTo>
                    <a:lnTo>
                      <a:pt x="11" y="129"/>
                    </a:lnTo>
                    <a:lnTo>
                      <a:pt x="183" y="112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802" name="Freeform 904">
                <a:extLst>
                  <a:ext uri="{FF2B5EF4-FFF2-40B4-BE49-F238E27FC236}">
                    <a16:creationId xmlns:a16="http://schemas.microsoft.com/office/drawing/2014/main" id="{737B51B8-16C4-5450-F1F5-C9C217396D2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367" y="2977"/>
                <a:ext cx="26" cy="18"/>
              </a:xfrm>
              <a:custGeom>
                <a:avLst/>
                <a:gdLst>
                  <a:gd name="T0" fmla="*/ 0 w 183"/>
                  <a:gd name="T1" fmla="*/ 0 h 129"/>
                  <a:gd name="T2" fmla="*/ 0 w 183"/>
                  <a:gd name="T3" fmla="*/ 0 h 129"/>
                  <a:gd name="T4" fmla="*/ 0 w 183"/>
                  <a:gd name="T5" fmla="*/ 0 h 129"/>
                  <a:gd name="T6" fmla="*/ 0 w 183"/>
                  <a:gd name="T7" fmla="*/ 0 h 129"/>
                  <a:gd name="T8" fmla="*/ 0 w 183"/>
                  <a:gd name="T9" fmla="*/ 0 h 129"/>
                  <a:gd name="T10" fmla="*/ 0 w 183"/>
                  <a:gd name="T11" fmla="*/ 0 h 129"/>
                  <a:gd name="T12" fmla="*/ 0 w 183"/>
                  <a:gd name="T13" fmla="*/ 0 h 129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183"/>
                  <a:gd name="T22" fmla="*/ 0 h 129"/>
                  <a:gd name="T23" fmla="*/ 183 w 183"/>
                  <a:gd name="T24" fmla="*/ 129 h 129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183" h="129">
                    <a:moveTo>
                      <a:pt x="183" y="112"/>
                    </a:moveTo>
                    <a:lnTo>
                      <a:pt x="177" y="56"/>
                    </a:lnTo>
                    <a:lnTo>
                      <a:pt x="171" y="0"/>
                    </a:lnTo>
                    <a:lnTo>
                      <a:pt x="0" y="17"/>
                    </a:lnTo>
                    <a:lnTo>
                      <a:pt x="5" y="73"/>
                    </a:lnTo>
                    <a:lnTo>
                      <a:pt x="11" y="129"/>
                    </a:lnTo>
                    <a:lnTo>
                      <a:pt x="183" y="112"/>
                    </a:lnTo>
                    <a:close/>
                  </a:path>
                </a:pathLst>
              </a:cu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803" name="Freeform 905">
                <a:extLst>
                  <a:ext uri="{FF2B5EF4-FFF2-40B4-BE49-F238E27FC236}">
                    <a16:creationId xmlns:a16="http://schemas.microsoft.com/office/drawing/2014/main" id="{9ECF4A48-76CE-11A4-1D92-9A382E4D5BE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367" y="2979"/>
                <a:ext cx="1" cy="8"/>
              </a:xfrm>
              <a:custGeom>
                <a:avLst/>
                <a:gdLst>
                  <a:gd name="T0" fmla="*/ 0 w 9"/>
                  <a:gd name="T1" fmla="*/ 0 h 56"/>
                  <a:gd name="T2" fmla="*/ 0 w 9"/>
                  <a:gd name="T3" fmla="*/ 0 h 56"/>
                  <a:gd name="T4" fmla="*/ 0 w 9"/>
                  <a:gd name="T5" fmla="*/ 0 h 56"/>
                  <a:gd name="T6" fmla="*/ 0 w 9"/>
                  <a:gd name="T7" fmla="*/ 0 h 56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9"/>
                  <a:gd name="T13" fmla="*/ 0 h 56"/>
                  <a:gd name="T14" fmla="*/ 9 w 9"/>
                  <a:gd name="T15" fmla="*/ 56 h 5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9" h="56">
                    <a:moveTo>
                      <a:pt x="9" y="56"/>
                    </a:moveTo>
                    <a:lnTo>
                      <a:pt x="4" y="0"/>
                    </a:lnTo>
                    <a:lnTo>
                      <a:pt x="0" y="0"/>
                    </a:lnTo>
                    <a:lnTo>
                      <a:pt x="9" y="56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804" name="Line 906">
                <a:extLst>
                  <a:ext uri="{FF2B5EF4-FFF2-40B4-BE49-F238E27FC236}">
                    <a16:creationId xmlns:a16="http://schemas.microsoft.com/office/drawing/2014/main" id="{F4668519-8522-0B48-6F6A-EFDBB807EEB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3367" y="2979"/>
                <a:ext cx="1" cy="1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805" name="Freeform 907">
                <a:extLst>
                  <a:ext uri="{FF2B5EF4-FFF2-40B4-BE49-F238E27FC236}">
                    <a16:creationId xmlns:a16="http://schemas.microsoft.com/office/drawing/2014/main" id="{0E2A8884-B470-60AC-2612-A533BEE5C3C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342" y="2979"/>
                <a:ext cx="27" cy="20"/>
              </a:xfrm>
              <a:custGeom>
                <a:avLst/>
                <a:gdLst>
                  <a:gd name="T0" fmla="*/ 0 w 187"/>
                  <a:gd name="T1" fmla="*/ 0 h 139"/>
                  <a:gd name="T2" fmla="*/ 0 w 187"/>
                  <a:gd name="T3" fmla="*/ 0 h 139"/>
                  <a:gd name="T4" fmla="*/ 0 w 187"/>
                  <a:gd name="T5" fmla="*/ 0 h 139"/>
                  <a:gd name="T6" fmla="*/ 0 w 187"/>
                  <a:gd name="T7" fmla="*/ 0 h 139"/>
                  <a:gd name="T8" fmla="*/ 0 w 187"/>
                  <a:gd name="T9" fmla="*/ 0 h 139"/>
                  <a:gd name="T10" fmla="*/ 0 w 187"/>
                  <a:gd name="T11" fmla="*/ 0 h 139"/>
                  <a:gd name="T12" fmla="*/ 0 w 187"/>
                  <a:gd name="T13" fmla="*/ 0 h 139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187"/>
                  <a:gd name="T22" fmla="*/ 0 h 139"/>
                  <a:gd name="T23" fmla="*/ 187 w 187"/>
                  <a:gd name="T24" fmla="*/ 139 h 139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187" h="139">
                    <a:moveTo>
                      <a:pt x="187" y="112"/>
                    </a:moveTo>
                    <a:lnTo>
                      <a:pt x="178" y="56"/>
                    </a:lnTo>
                    <a:lnTo>
                      <a:pt x="169" y="0"/>
                    </a:lnTo>
                    <a:lnTo>
                      <a:pt x="0" y="27"/>
                    </a:lnTo>
                    <a:lnTo>
                      <a:pt x="9" y="83"/>
                    </a:lnTo>
                    <a:lnTo>
                      <a:pt x="18" y="139"/>
                    </a:lnTo>
                    <a:lnTo>
                      <a:pt x="187" y="112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806" name="Freeform 908">
                <a:extLst>
                  <a:ext uri="{FF2B5EF4-FFF2-40B4-BE49-F238E27FC236}">
                    <a16:creationId xmlns:a16="http://schemas.microsoft.com/office/drawing/2014/main" id="{3A5A405D-5893-F72C-CEC4-0DE398FEE18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342" y="2979"/>
                <a:ext cx="27" cy="20"/>
              </a:xfrm>
              <a:custGeom>
                <a:avLst/>
                <a:gdLst>
                  <a:gd name="T0" fmla="*/ 0 w 187"/>
                  <a:gd name="T1" fmla="*/ 0 h 139"/>
                  <a:gd name="T2" fmla="*/ 0 w 187"/>
                  <a:gd name="T3" fmla="*/ 0 h 139"/>
                  <a:gd name="T4" fmla="*/ 0 w 187"/>
                  <a:gd name="T5" fmla="*/ 0 h 139"/>
                  <a:gd name="T6" fmla="*/ 0 w 187"/>
                  <a:gd name="T7" fmla="*/ 0 h 139"/>
                  <a:gd name="T8" fmla="*/ 0 w 187"/>
                  <a:gd name="T9" fmla="*/ 0 h 139"/>
                  <a:gd name="T10" fmla="*/ 0 w 187"/>
                  <a:gd name="T11" fmla="*/ 0 h 139"/>
                  <a:gd name="T12" fmla="*/ 0 w 187"/>
                  <a:gd name="T13" fmla="*/ 0 h 139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187"/>
                  <a:gd name="T22" fmla="*/ 0 h 139"/>
                  <a:gd name="T23" fmla="*/ 187 w 187"/>
                  <a:gd name="T24" fmla="*/ 139 h 139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187" h="139">
                    <a:moveTo>
                      <a:pt x="187" y="112"/>
                    </a:moveTo>
                    <a:lnTo>
                      <a:pt x="178" y="56"/>
                    </a:lnTo>
                    <a:lnTo>
                      <a:pt x="169" y="0"/>
                    </a:lnTo>
                    <a:lnTo>
                      <a:pt x="0" y="27"/>
                    </a:lnTo>
                    <a:lnTo>
                      <a:pt x="9" y="83"/>
                    </a:lnTo>
                    <a:lnTo>
                      <a:pt x="18" y="139"/>
                    </a:lnTo>
                    <a:lnTo>
                      <a:pt x="187" y="112"/>
                    </a:lnTo>
                    <a:close/>
                  </a:path>
                </a:pathLst>
              </a:cu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807" name="Freeform 909">
                <a:extLst>
                  <a:ext uri="{FF2B5EF4-FFF2-40B4-BE49-F238E27FC236}">
                    <a16:creationId xmlns:a16="http://schemas.microsoft.com/office/drawing/2014/main" id="{E33EE6EB-B73E-88D0-F45B-6349E2F9851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342" y="2983"/>
                <a:ext cx="2" cy="8"/>
              </a:xfrm>
              <a:custGeom>
                <a:avLst/>
                <a:gdLst>
                  <a:gd name="T0" fmla="*/ 0 w 12"/>
                  <a:gd name="T1" fmla="*/ 0 h 56"/>
                  <a:gd name="T2" fmla="*/ 0 w 12"/>
                  <a:gd name="T3" fmla="*/ 0 h 56"/>
                  <a:gd name="T4" fmla="*/ 0 w 12"/>
                  <a:gd name="T5" fmla="*/ 0 h 56"/>
                  <a:gd name="T6" fmla="*/ 0 w 12"/>
                  <a:gd name="T7" fmla="*/ 0 h 56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12"/>
                  <a:gd name="T13" fmla="*/ 0 h 56"/>
                  <a:gd name="T14" fmla="*/ 12 w 12"/>
                  <a:gd name="T15" fmla="*/ 56 h 5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12" h="56">
                    <a:moveTo>
                      <a:pt x="12" y="56"/>
                    </a:moveTo>
                    <a:lnTo>
                      <a:pt x="3" y="0"/>
                    </a:lnTo>
                    <a:lnTo>
                      <a:pt x="0" y="1"/>
                    </a:lnTo>
                    <a:lnTo>
                      <a:pt x="12" y="56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808" name="Line 910">
                <a:extLst>
                  <a:ext uri="{FF2B5EF4-FFF2-40B4-BE49-F238E27FC236}">
                    <a16:creationId xmlns:a16="http://schemas.microsoft.com/office/drawing/2014/main" id="{60EDFF04-1F5B-1296-BDB6-C209FA965D0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3342" y="2983"/>
                <a:ext cx="1" cy="1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809" name="Freeform 911">
                <a:extLst>
                  <a:ext uri="{FF2B5EF4-FFF2-40B4-BE49-F238E27FC236}">
                    <a16:creationId xmlns:a16="http://schemas.microsoft.com/office/drawing/2014/main" id="{12E2B39D-AE4D-7754-4777-E7EB54C4CFC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318" y="2983"/>
                <a:ext cx="27" cy="21"/>
              </a:xfrm>
              <a:custGeom>
                <a:avLst/>
                <a:gdLst>
                  <a:gd name="T0" fmla="*/ 0 w 192"/>
                  <a:gd name="T1" fmla="*/ 0 h 147"/>
                  <a:gd name="T2" fmla="*/ 0 w 192"/>
                  <a:gd name="T3" fmla="*/ 0 h 147"/>
                  <a:gd name="T4" fmla="*/ 0 w 192"/>
                  <a:gd name="T5" fmla="*/ 0 h 147"/>
                  <a:gd name="T6" fmla="*/ 0 w 192"/>
                  <a:gd name="T7" fmla="*/ 0 h 147"/>
                  <a:gd name="T8" fmla="*/ 0 w 192"/>
                  <a:gd name="T9" fmla="*/ 0 h 147"/>
                  <a:gd name="T10" fmla="*/ 0 w 192"/>
                  <a:gd name="T11" fmla="*/ 0 h 147"/>
                  <a:gd name="T12" fmla="*/ 0 w 192"/>
                  <a:gd name="T13" fmla="*/ 0 h 147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192"/>
                  <a:gd name="T22" fmla="*/ 0 h 147"/>
                  <a:gd name="T23" fmla="*/ 192 w 192"/>
                  <a:gd name="T24" fmla="*/ 147 h 147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192" h="147">
                    <a:moveTo>
                      <a:pt x="192" y="110"/>
                    </a:moveTo>
                    <a:lnTo>
                      <a:pt x="180" y="55"/>
                    </a:lnTo>
                    <a:lnTo>
                      <a:pt x="168" y="0"/>
                    </a:lnTo>
                    <a:lnTo>
                      <a:pt x="0" y="37"/>
                    </a:lnTo>
                    <a:lnTo>
                      <a:pt x="13" y="92"/>
                    </a:lnTo>
                    <a:lnTo>
                      <a:pt x="25" y="147"/>
                    </a:lnTo>
                    <a:lnTo>
                      <a:pt x="192" y="11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810" name="Freeform 912">
                <a:extLst>
                  <a:ext uri="{FF2B5EF4-FFF2-40B4-BE49-F238E27FC236}">
                    <a16:creationId xmlns:a16="http://schemas.microsoft.com/office/drawing/2014/main" id="{7D058A23-2FEC-2900-4A84-68EDF1774A0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318" y="2983"/>
                <a:ext cx="27" cy="21"/>
              </a:xfrm>
              <a:custGeom>
                <a:avLst/>
                <a:gdLst>
                  <a:gd name="T0" fmla="*/ 0 w 192"/>
                  <a:gd name="T1" fmla="*/ 0 h 147"/>
                  <a:gd name="T2" fmla="*/ 0 w 192"/>
                  <a:gd name="T3" fmla="*/ 0 h 147"/>
                  <a:gd name="T4" fmla="*/ 0 w 192"/>
                  <a:gd name="T5" fmla="*/ 0 h 147"/>
                  <a:gd name="T6" fmla="*/ 0 w 192"/>
                  <a:gd name="T7" fmla="*/ 0 h 147"/>
                  <a:gd name="T8" fmla="*/ 0 w 192"/>
                  <a:gd name="T9" fmla="*/ 0 h 147"/>
                  <a:gd name="T10" fmla="*/ 0 w 192"/>
                  <a:gd name="T11" fmla="*/ 0 h 147"/>
                  <a:gd name="T12" fmla="*/ 0 w 192"/>
                  <a:gd name="T13" fmla="*/ 0 h 147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192"/>
                  <a:gd name="T22" fmla="*/ 0 h 147"/>
                  <a:gd name="T23" fmla="*/ 192 w 192"/>
                  <a:gd name="T24" fmla="*/ 147 h 147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192" h="147">
                    <a:moveTo>
                      <a:pt x="192" y="110"/>
                    </a:moveTo>
                    <a:lnTo>
                      <a:pt x="180" y="55"/>
                    </a:lnTo>
                    <a:lnTo>
                      <a:pt x="168" y="0"/>
                    </a:lnTo>
                    <a:lnTo>
                      <a:pt x="0" y="37"/>
                    </a:lnTo>
                    <a:lnTo>
                      <a:pt x="13" y="92"/>
                    </a:lnTo>
                    <a:lnTo>
                      <a:pt x="25" y="147"/>
                    </a:lnTo>
                    <a:lnTo>
                      <a:pt x="192" y="110"/>
                    </a:lnTo>
                    <a:close/>
                  </a:path>
                </a:pathLst>
              </a:cu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811" name="Freeform 913">
                <a:extLst>
                  <a:ext uri="{FF2B5EF4-FFF2-40B4-BE49-F238E27FC236}">
                    <a16:creationId xmlns:a16="http://schemas.microsoft.com/office/drawing/2014/main" id="{D8B78A7F-9A8A-BB2A-C670-EBC7590A468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318" y="2988"/>
                <a:ext cx="2" cy="8"/>
              </a:xfrm>
              <a:custGeom>
                <a:avLst/>
                <a:gdLst>
                  <a:gd name="T0" fmla="*/ 0 w 16"/>
                  <a:gd name="T1" fmla="*/ 0 h 55"/>
                  <a:gd name="T2" fmla="*/ 0 w 16"/>
                  <a:gd name="T3" fmla="*/ 0 h 55"/>
                  <a:gd name="T4" fmla="*/ 0 w 16"/>
                  <a:gd name="T5" fmla="*/ 0 h 55"/>
                  <a:gd name="T6" fmla="*/ 0 w 16"/>
                  <a:gd name="T7" fmla="*/ 0 h 55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16"/>
                  <a:gd name="T13" fmla="*/ 0 h 55"/>
                  <a:gd name="T14" fmla="*/ 16 w 16"/>
                  <a:gd name="T15" fmla="*/ 55 h 55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16" h="55">
                    <a:moveTo>
                      <a:pt x="16" y="55"/>
                    </a:moveTo>
                    <a:lnTo>
                      <a:pt x="3" y="0"/>
                    </a:lnTo>
                    <a:lnTo>
                      <a:pt x="0" y="1"/>
                    </a:lnTo>
                    <a:lnTo>
                      <a:pt x="16" y="55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812" name="Line 914">
                <a:extLst>
                  <a:ext uri="{FF2B5EF4-FFF2-40B4-BE49-F238E27FC236}">
                    <a16:creationId xmlns:a16="http://schemas.microsoft.com/office/drawing/2014/main" id="{2CF50E5E-A9EE-6048-1003-015201C97B2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3318" y="2988"/>
                <a:ext cx="1" cy="1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813" name="Freeform 915">
                <a:extLst>
                  <a:ext uri="{FF2B5EF4-FFF2-40B4-BE49-F238E27FC236}">
                    <a16:creationId xmlns:a16="http://schemas.microsoft.com/office/drawing/2014/main" id="{324BDE3C-DFA9-55F2-5C68-7765310E778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294" y="2988"/>
                <a:ext cx="28" cy="23"/>
              </a:xfrm>
              <a:custGeom>
                <a:avLst/>
                <a:gdLst>
                  <a:gd name="T0" fmla="*/ 0 w 196"/>
                  <a:gd name="T1" fmla="*/ 0 h 156"/>
                  <a:gd name="T2" fmla="*/ 0 w 196"/>
                  <a:gd name="T3" fmla="*/ 0 h 156"/>
                  <a:gd name="T4" fmla="*/ 0 w 196"/>
                  <a:gd name="T5" fmla="*/ 0 h 156"/>
                  <a:gd name="T6" fmla="*/ 0 w 196"/>
                  <a:gd name="T7" fmla="*/ 0 h 156"/>
                  <a:gd name="T8" fmla="*/ 0 w 196"/>
                  <a:gd name="T9" fmla="*/ 0 h 156"/>
                  <a:gd name="T10" fmla="*/ 0 w 196"/>
                  <a:gd name="T11" fmla="*/ 0 h 156"/>
                  <a:gd name="T12" fmla="*/ 0 w 196"/>
                  <a:gd name="T13" fmla="*/ 0 h 15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196"/>
                  <a:gd name="T22" fmla="*/ 0 h 156"/>
                  <a:gd name="T23" fmla="*/ 196 w 196"/>
                  <a:gd name="T24" fmla="*/ 156 h 15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196" h="156">
                    <a:moveTo>
                      <a:pt x="196" y="108"/>
                    </a:moveTo>
                    <a:lnTo>
                      <a:pt x="181" y="54"/>
                    </a:lnTo>
                    <a:lnTo>
                      <a:pt x="165" y="0"/>
                    </a:lnTo>
                    <a:lnTo>
                      <a:pt x="0" y="48"/>
                    </a:lnTo>
                    <a:lnTo>
                      <a:pt x="16" y="102"/>
                    </a:lnTo>
                    <a:lnTo>
                      <a:pt x="31" y="156"/>
                    </a:lnTo>
                    <a:lnTo>
                      <a:pt x="196" y="108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814" name="Freeform 916">
                <a:extLst>
                  <a:ext uri="{FF2B5EF4-FFF2-40B4-BE49-F238E27FC236}">
                    <a16:creationId xmlns:a16="http://schemas.microsoft.com/office/drawing/2014/main" id="{24680D86-A53E-6146-E02B-C0E7A8640E6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294" y="2988"/>
                <a:ext cx="28" cy="23"/>
              </a:xfrm>
              <a:custGeom>
                <a:avLst/>
                <a:gdLst>
                  <a:gd name="T0" fmla="*/ 0 w 196"/>
                  <a:gd name="T1" fmla="*/ 0 h 156"/>
                  <a:gd name="T2" fmla="*/ 0 w 196"/>
                  <a:gd name="T3" fmla="*/ 0 h 156"/>
                  <a:gd name="T4" fmla="*/ 0 w 196"/>
                  <a:gd name="T5" fmla="*/ 0 h 156"/>
                  <a:gd name="T6" fmla="*/ 0 w 196"/>
                  <a:gd name="T7" fmla="*/ 0 h 156"/>
                  <a:gd name="T8" fmla="*/ 0 w 196"/>
                  <a:gd name="T9" fmla="*/ 0 h 156"/>
                  <a:gd name="T10" fmla="*/ 0 w 196"/>
                  <a:gd name="T11" fmla="*/ 0 h 156"/>
                  <a:gd name="T12" fmla="*/ 0 w 196"/>
                  <a:gd name="T13" fmla="*/ 0 h 15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196"/>
                  <a:gd name="T22" fmla="*/ 0 h 156"/>
                  <a:gd name="T23" fmla="*/ 196 w 196"/>
                  <a:gd name="T24" fmla="*/ 156 h 15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196" h="156">
                    <a:moveTo>
                      <a:pt x="196" y="108"/>
                    </a:moveTo>
                    <a:lnTo>
                      <a:pt x="181" y="54"/>
                    </a:lnTo>
                    <a:lnTo>
                      <a:pt x="165" y="0"/>
                    </a:lnTo>
                    <a:lnTo>
                      <a:pt x="0" y="48"/>
                    </a:lnTo>
                    <a:lnTo>
                      <a:pt x="16" y="102"/>
                    </a:lnTo>
                    <a:lnTo>
                      <a:pt x="31" y="156"/>
                    </a:lnTo>
                    <a:lnTo>
                      <a:pt x="196" y="108"/>
                    </a:lnTo>
                    <a:close/>
                  </a:path>
                </a:pathLst>
              </a:cu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815" name="Freeform 917">
                <a:extLst>
                  <a:ext uri="{FF2B5EF4-FFF2-40B4-BE49-F238E27FC236}">
                    <a16:creationId xmlns:a16="http://schemas.microsoft.com/office/drawing/2014/main" id="{787786AA-52FE-C721-2141-C62F5140EB1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294" y="2995"/>
                <a:ext cx="2" cy="8"/>
              </a:xfrm>
              <a:custGeom>
                <a:avLst/>
                <a:gdLst>
                  <a:gd name="T0" fmla="*/ 0 w 19"/>
                  <a:gd name="T1" fmla="*/ 0 h 54"/>
                  <a:gd name="T2" fmla="*/ 0 w 19"/>
                  <a:gd name="T3" fmla="*/ 0 h 54"/>
                  <a:gd name="T4" fmla="*/ 0 w 19"/>
                  <a:gd name="T5" fmla="*/ 0 h 54"/>
                  <a:gd name="T6" fmla="*/ 0 w 19"/>
                  <a:gd name="T7" fmla="*/ 0 h 54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19"/>
                  <a:gd name="T13" fmla="*/ 0 h 54"/>
                  <a:gd name="T14" fmla="*/ 19 w 19"/>
                  <a:gd name="T15" fmla="*/ 54 h 54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19" h="54">
                    <a:moveTo>
                      <a:pt x="19" y="54"/>
                    </a:moveTo>
                    <a:lnTo>
                      <a:pt x="3" y="0"/>
                    </a:lnTo>
                    <a:lnTo>
                      <a:pt x="0" y="1"/>
                    </a:lnTo>
                    <a:lnTo>
                      <a:pt x="19" y="54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816" name="Line 918">
                <a:extLst>
                  <a:ext uri="{FF2B5EF4-FFF2-40B4-BE49-F238E27FC236}">
                    <a16:creationId xmlns:a16="http://schemas.microsoft.com/office/drawing/2014/main" id="{921C7B16-490C-2947-DE64-36EB49C2350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3294" y="2995"/>
                <a:ext cx="1" cy="1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817" name="Freeform 919">
                <a:extLst>
                  <a:ext uri="{FF2B5EF4-FFF2-40B4-BE49-F238E27FC236}">
                    <a16:creationId xmlns:a16="http://schemas.microsoft.com/office/drawing/2014/main" id="{0DA3397A-605D-389F-0352-9F49724AB37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270" y="2995"/>
                <a:ext cx="29" cy="24"/>
              </a:xfrm>
              <a:custGeom>
                <a:avLst/>
                <a:gdLst>
                  <a:gd name="T0" fmla="*/ 0 w 200"/>
                  <a:gd name="T1" fmla="*/ 0 h 164"/>
                  <a:gd name="T2" fmla="*/ 0 w 200"/>
                  <a:gd name="T3" fmla="*/ 0 h 164"/>
                  <a:gd name="T4" fmla="*/ 0 w 200"/>
                  <a:gd name="T5" fmla="*/ 0 h 164"/>
                  <a:gd name="T6" fmla="*/ 0 w 200"/>
                  <a:gd name="T7" fmla="*/ 0 h 164"/>
                  <a:gd name="T8" fmla="*/ 0 w 200"/>
                  <a:gd name="T9" fmla="*/ 0 h 164"/>
                  <a:gd name="T10" fmla="*/ 0 w 200"/>
                  <a:gd name="T11" fmla="*/ 0 h 164"/>
                  <a:gd name="T12" fmla="*/ 0 w 200"/>
                  <a:gd name="T13" fmla="*/ 0 h 164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200"/>
                  <a:gd name="T22" fmla="*/ 0 h 164"/>
                  <a:gd name="T23" fmla="*/ 200 w 200"/>
                  <a:gd name="T24" fmla="*/ 164 h 164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200" h="164">
                    <a:moveTo>
                      <a:pt x="200" y="106"/>
                    </a:moveTo>
                    <a:lnTo>
                      <a:pt x="181" y="53"/>
                    </a:lnTo>
                    <a:lnTo>
                      <a:pt x="162" y="0"/>
                    </a:lnTo>
                    <a:lnTo>
                      <a:pt x="0" y="59"/>
                    </a:lnTo>
                    <a:lnTo>
                      <a:pt x="19" y="111"/>
                    </a:lnTo>
                    <a:lnTo>
                      <a:pt x="38" y="164"/>
                    </a:lnTo>
                    <a:lnTo>
                      <a:pt x="200" y="106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818" name="Freeform 920">
                <a:extLst>
                  <a:ext uri="{FF2B5EF4-FFF2-40B4-BE49-F238E27FC236}">
                    <a16:creationId xmlns:a16="http://schemas.microsoft.com/office/drawing/2014/main" id="{318563EF-3376-F3CD-5451-3F6037B73F8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270" y="2995"/>
                <a:ext cx="29" cy="24"/>
              </a:xfrm>
              <a:custGeom>
                <a:avLst/>
                <a:gdLst>
                  <a:gd name="T0" fmla="*/ 0 w 200"/>
                  <a:gd name="T1" fmla="*/ 0 h 164"/>
                  <a:gd name="T2" fmla="*/ 0 w 200"/>
                  <a:gd name="T3" fmla="*/ 0 h 164"/>
                  <a:gd name="T4" fmla="*/ 0 w 200"/>
                  <a:gd name="T5" fmla="*/ 0 h 164"/>
                  <a:gd name="T6" fmla="*/ 0 w 200"/>
                  <a:gd name="T7" fmla="*/ 0 h 164"/>
                  <a:gd name="T8" fmla="*/ 0 w 200"/>
                  <a:gd name="T9" fmla="*/ 0 h 164"/>
                  <a:gd name="T10" fmla="*/ 0 w 200"/>
                  <a:gd name="T11" fmla="*/ 0 h 164"/>
                  <a:gd name="T12" fmla="*/ 0 w 200"/>
                  <a:gd name="T13" fmla="*/ 0 h 164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200"/>
                  <a:gd name="T22" fmla="*/ 0 h 164"/>
                  <a:gd name="T23" fmla="*/ 200 w 200"/>
                  <a:gd name="T24" fmla="*/ 164 h 164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200" h="164">
                    <a:moveTo>
                      <a:pt x="200" y="106"/>
                    </a:moveTo>
                    <a:lnTo>
                      <a:pt x="181" y="53"/>
                    </a:lnTo>
                    <a:lnTo>
                      <a:pt x="162" y="0"/>
                    </a:lnTo>
                    <a:lnTo>
                      <a:pt x="0" y="59"/>
                    </a:lnTo>
                    <a:lnTo>
                      <a:pt x="19" y="111"/>
                    </a:lnTo>
                    <a:lnTo>
                      <a:pt x="38" y="164"/>
                    </a:lnTo>
                    <a:lnTo>
                      <a:pt x="200" y="106"/>
                    </a:lnTo>
                    <a:close/>
                  </a:path>
                </a:pathLst>
              </a:cu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819" name="Freeform 921">
                <a:extLst>
                  <a:ext uri="{FF2B5EF4-FFF2-40B4-BE49-F238E27FC236}">
                    <a16:creationId xmlns:a16="http://schemas.microsoft.com/office/drawing/2014/main" id="{8AC1E7EB-3158-F322-4A25-E858BDF1C4A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270" y="3004"/>
                <a:ext cx="3" cy="7"/>
              </a:xfrm>
              <a:custGeom>
                <a:avLst/>
                <a:gdLst>
                  <a:gd name="T0" fmla="*/ 0 w 22"/>
                  <a:gd name="T1" fmla="*/ 0 h 52"/>
                  <a:gd name="T2" fmla="*/ 0 w 22"/>
                  <a:gd name="T3" fmla="*/ 0 h 52"/>
                  <a:gd name="T4" fmla="*/ 0 w 22"/>
                  <a:gd name="T5" fmla="*/ 0 h 52"/>
                  <a:gd name="T6" fmla="*/ 0 w 22"/>
                  <a:gd name="T7" fmla="*/ 0 h 52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22"/>
                  <a:gd name="T13" fmla="*/ 0 h 52"/>
                  <a:gd name="T14" fmla="*/ 22 w 22"/>
                  <a:gd name="T15" fmla="*/ 52 h 52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22" h="52">
                    <a:moveTo>
                      <a:pt x="22" y="52"/>
                    </a:moveTo>
                    <a:lnTo>
                      <a:pt x="3" y="0"/>
                    </a:lnTo>
                    <a:lnTo>
                      <a:pt x="0" y="1"/>
                    </a:lnTo>
                    <a:lnTo>
                      <a:pt x="22" y="52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820" name="Line 922">
                <a:extLst>
                  <a:ext uri="{FF2B5EF4-FFF2-40B4-BE49-F238E27FC236}">
                    <a16:creationId xmlns:a16="http://schemas.microsoft.com/office/drawing/2014/main" id="{AAD17846-D24E-E332-899C-9AE1187626A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3270" y="3004"/>
                <a:ext cx="1" cy="1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821" name="Freeform 923">
                <a:extLst>
                  <a:ext uri="{FF2B5EF4-FFF2-40B4-BE49-F238E27FC236}">
                    <a16:creationId xmlns:a16="http://schemas.microsoft.com/office/drawing/2014/main" id="{461ABF3D-43FD-C382-AFD1-E0A45EA06D3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248" y="3004"/>
                <a:ext cx="28" cy="24"/>
              </a:xfrm>
              <a:custGeom>
                <a:avLst/>
                <a:gdLst>
                  <a:gd name="T0" fmla="*/ 0 w 202"/>
                  <a:gd name="T1" fmla="*/ 0 h 171"/>
                  <a:gd name="T2" fmla="*/ 0 w 202"/>
                  <a:gd name="T3" fmla="*/ 0 h 171"/>
                  <a:gd name="T4" fmla="*/ 0 w 202"/>
                  <a:gd name="T5" fmla="*/ 0 h 171"/>
                  <a:gd name="T6" fmla="*/ 0 w 202"/>
                  <a:gd name="T7" fmla="*/ 0 h 171"/>
                  <a:gd name="T8" fmla="*/ 0 w 202"/>
                  <a:gd name="T9" fmla="*/ 0 h 171"/>
                  <a:gd name="T10" fmla="*/ 0 w 202"/>
                  <a:gd name="T11" fmla="*/ 0 h 171"/>
                  <a:gd name="T12" fmla="*/ 0 w 202"/>
                  <a:gd name="T13" fmla="*/ 0 h 171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202"/>
                  <a:gd name="T22" fmla="*/ 0 h 171"/>
                  <a:gd name="T23" fmla="*/ 202 w 202"/>
                  <a:gd name="T24" fmla="*/ 171 h 171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202" h="171">
                    <a:moveTo>
                      <a:pt x="202" y="103"/>
                    </a:moveTo>
                    <a:lnTo>
                      <a:pt x="179" y="51"/>
                    </a:lnTo>
                    <a:lnTo>
                      <a:pt x="157" y="0"/>
                    </a:lnTo>
                    <a:lnTo>
                      <a:pt x="0" y="68"/>
                    </a:lnTo>
                    <a:lnTo>
                      <a:pt x="22" y="120"/>
                    </a:lnTo>
                    <a:lnTo>
                      <a:pt x="44" y="171"/>
                    </a:lnTo>
                    <a:lnTo>
                      <a:pt x="202" y="103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822" name="Freeform 924">
                <a:extLst>
                  <a:ext uri="{FF2B5EF4-FFF2-40B4-BE49-F238E27FC236}">
                    <a16:creationId xmlns:a16="http://schemas.microsoft.com/office/drawing/2014/main" id="{31BABA15-3400-8A1B-E13B-9130A4473AE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248" y="3004"/>
                <a:ext cx="28" cy="24"/>
              </a:xfrm>
              <a:custGeom>
                <a:avLst/>
                <a:gdLst>
                  <a:gd name="T0" fmla="*/ 0 w 202"/>
                  <a:gd name="T1" fmla="*/ 0 h 171"/>
                  <a:gd name="T2" fmla="*/ 0 w 202"/>
                  <a:gd name="T3" fmla="*/ 0 h 171"/>
                  <a:gd name="T4" fmla="*/ 0 w 202"/>
                  <a:gd name="T5" fmla="*/ 0 h 171"/>
                  <a:gd name="T6" fmla="*/ 0 w 202"/>
                  <a:gd name="T7" fmla="*/ 0 h 171"/>
                  <a:gd name="T8" fmla="*/ 0 w 202"/>
                  <a:gd name="T9" fmla="*/ 0 h 171"/>
                  <a:gd name="T10" fmla="*/ 0 w 202"/>
                  <a:gd name="T11" fmla="*/ 0 h 171"/>
                  <a:gd name="T12" fmla="*/ 0 w 202"/>
                  <a:gd name="T13" fmla="*/ 0 h 171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202"/>
                  <a:gd name="T22" fmla="*/ 0 h 171"/>
                  <a:gd name="T23" fmla="*/ 202 w 202"/>
                  <a:gd name="T24" fmla="*/ 171 h 171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202" h="171">
                    <a:moveTo>
                      <a:pt x="202" y="103"/>
                    </a:moveTo>
                    <a:lnTo>
                      <a:pt x="179" y="51"/>
                    </a:lnTo>
                    <a:lnTo>
                      <a:pt x="157" y="0"/>
                    </a:lnTo>
                    <a:lnTo>
                      <a:pt x="0" y="68"/>
                    </a:lnTo>
                    <a:lnTo>
                      <a:pt x="22" y="120"/>
                    </a:lnTo>
                    <a:lnTo>
                      <a:pt x="44" y="171"/>
                    </a:lnTo>
                    <a:lnTo>
                      <a:pt x="202" y="103"/>
                    </a:lnTo>
                    <a:close/>
                  </a:path>
                </a:pathLst>
              </a:cu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823" name="Freeform 925">
                <a:extLst>
                  <a:ext uri="{FF2B5EF4-FFF2-40B4-BE49-F238E27FC236}">
                    <a16:creationId xmlns:a16="http://schemas.microsoft.com/office/drawing/2014/main" id="{4F6C8429-EB10-45A3-3020-3F6B93B1CFF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247" y="3014"/>
                <a:ext cx="4" cy="7"/>
              </a:xfrm>
              <a:custGeom>
                <a:avLst/>
                <a:gdLst>
                  <a:gd name="T0" fmla="*/ 0 w 26"/>
                  <a:gd name="T1" fmla="*/ 0 h 52"/>
                  <a:gd name="T2" fmla="*/ 0 w 26"/>
                  <a:gd name="T3" fmla="*/ 0 h 52"/>
                  <a:gd name="T4" fmla="*/ 0 w 26"/>
                  <a:gd name="T5" fmla="*/ 0 h 52"/>
                  <a:gd name="T6" fmla="*/ 0 w 26"/>
                  <a:gd name="T7" fmla="*/ 0 h 52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26"/>
                  <a:gd name="T13" fmla="*/ 0 h 52"/>
                  <a:gd name="T14" fmla="*/ 26 w 26"/>
                  <a:gd name="T15" fmla="*/ 52 h 52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26" h="52">
                    <a:moveTo>
                      <a:pt x="26" y="52"/>
                    </a:moveTo>
                    <a:lnTo>
                      <a:pt x="4" y="0"/>
                    </a:lnTo>
                    <a:lnTo>
                      <a:pt x="0" y="1"/>
                    </a:lnTo>
                    <a:lnTo>
                      <a:pt x="26" y="52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824" name="Line 926">
                <a:extLst>
                  <a:ext uri="{FF2B5EF4-FFF2-40B4-BE49-F238E27FC236}">
                    <a16:creationId xmlns:a16="http://schemas.microsoft.com/office/drawing/2014/main" id="{B5A210D2-8DE8-8BBB-490D-0B3BD55C295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3247" y="3014"/>
                <a:ext cx="1" cy="1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825" name="Freeform 927">
                <a:extLst>
                  <a:ext uri="{FF2B5EF4-FFF2-40B4-BE49-F238E27FC236}">
                    <a16:creationId xmlns:a16="http://schemas.microsoft.com/office/drawing/2014/main" id="{06991421-11AA-E110-6628-3DCEEDC8C5D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225" y="3014"/>
                <a:ext cx="29" cy="25"/>
              </a:xfrm>
              <a:custGeom>
                <a:avLst/>
                <a:gdLst>
                  <a:gd name="T0" fmla="*/ 0 w 206"/>
                  <a:gd name="T1" fmla="*/ 0 h 179"/>
                  <a:gd name="T2" fmla="*/ 0 w 206"/>
                  <a:gd name="T3" fmla="*/ 0 h 179"/>
                  <a:gd name="T4" fmla="*/ 0 w 206"/>
                  <a:gd name="T5" fmla="*/ 0 h 179"/>
                  <a:gd name="T6" fmla="*/ 0 w 206"/>
                  <a:gd name="T7" fmla="*/ 0 h 179"/>
                  <a:gd name="T8" fmla="*/ 0 w 206"/>
                  <a:gd name="T9" fmla="*/ 0 h 179"/>
                  <a:gd name="T10" fmla="*/ 0 w 206"/>
                  <a:gd name="T11" fmla="*/ 0 h 179"/>
                  <a:gd name="T12" fmla="*/ 0 w 206"/>
                  <a:gd name="T13" fmla="*/ 0 h 179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206"/>
                  <a:gd name="T22" fmla="*/ 0 h 179"/>
                  <a:gd name="T23" fmla="*/ 206 w 206"/>
                  <a:gd name="T24" fmla="*/ 179 h 179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206" h="179">
                    <a:moveTo>
                      <a:pt x="206" y="101"/>
                    </a:moveTo>
                    <a:lnTo>
                      <a:pt x="180" y="51"/>
                    </a:lnTo>
                    <a:lnTo>
                      <a:pt x="154" y="0"/>
                    </a:lnTo>
                    <a:lnTo>
                      <a:pt x="0" y="78"/>
                    </a:lnTo>
                    <a:lnTo>
                      <a:pt x="26" y="128"/>
                    </a:lnTo>
                    <a:lnTo>
                      <a:pt x="52" y="179"/>
                    </a:lnTo>
                    <a:lnTo>
                      <a:pt x="206" y="101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826" name="Freeform 928">
                <a:extLst>
                  <a:ext uri="{FF2B5EF4-FFF2-40B4-BE49-F238E27FC236}">
                    <a16:creationId xmlns:a16="http://schemas.microsoft.com/office/drawing/2014/main" id="{33A9365B-1EDD-5CBF-FC63-E4D0328FFC2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225" y="3014"/>
                <a:ext cx="29" cy="25"/>
              </a:xfrm>
              <a:custGeom>
                <a:avLst/>
                <a:gdLst>
                  <a:gd name="T0" fmla="*/ 0 w 206"/>
                  <a:gd name="T1" fmla="*/ 0 h 179"/>
                  <a:gd name="T2" fmla="*/ 0 w 206"/>
                  <a:gd name="T3" fmla="*/ 0 h 179"/>
                  <a:gd name="T4" fmla="*/ 0 w 206"/>
                  <a:gd name="T5" fmla="*/ 0 h 179"/>
                  <a:gd name="T6" fmla="*/ 0 w 206"/>
                  <a:gd name="T7" fmla="*/ 0 h 179"/>
                  <a:gd name="T8" fmla="*/ 0 w 206"/>
                  <a:gd name="T9" fmla="*/ 0 h 179"/>
                  <a:gd name="T10" fmla="*/ 0 w 206"/>
                  <a:gd name="T11" fmla="*/ 0 h 179"/>
                  <a:gd name="T12" fmla="*/ 0 w 206"/>
                  <a:gd name="T13" fmla="*/ 0 h 179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206"/>
                  <a:gd name="T22" fmla="*/ 0 h 179"/>
                  <a:gd name="T23" fmla="*/ 206 w 206"/>
                  <a:gd name="T24" fmla="*/ 179 h 179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206" h="179">
                    <a:moveTo>
                      <a:pt x="206" y="101"/>
                    </a:moveTo>
                    <a:lnTo>
                      <a:pt x="180" y="51"/>
                    </a:lnTo>
                    <a:lnTo>
                      <a:pt x="154" y="0"/>
                    </a:lnTo>
                    <a:lnTo>
                      <a:pt x="0" y="78"/>
                    </a:lnTo>
                    <a:lnTo>
                      <a:pt x="26" y="128"/>
                    </a:lnTo>
                    <a:lnTo>
                      <a:pt x="52" y="179"/>
                    </a:lnTo>
                    <a:lnTo>
                      <a:pt x="206" y="101"/>
                    </a:lnTo>
                    <a:close/>
                  </a:path>
                </a:pathLst>
              </a:cu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827" name="Freeform 929">
                <a:extLst>
                  <a:ext uri="{FF2B5EF4-FFF2-40B4-BE49-F238E27FC236}">
                    <a16:creationId xmlns:a16="http://schemas.microsoft.com/office/drawing/2014/main" id="{424743B9-6D7D-FBC9-D62E-79048041D7C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225" y="3025"/>
                <a:ext cx="4" cy="7"/>
              </a:xfrm>
              <a:custGeom>
                <a:avLst/>
                <a:gdLst>
                  <a:gd name="T0" fmla="*/ 0 w 29"/>
                  <a:gd name="T1" fmla="*/ 0 h 50"/>
                  <a:gd name="T2" fmla="*/ 0 w 29"/>
                  <a:gd name="T3" fmla="*/ 0 h 50"/>
                  <a:gd name="T4" fmla="*/ 0 w 29"/>
                  <a:gd name="T5" fmla="*/ 0 h 50"/>
                  <a:gd name="T6" fmla="*/ 0 w 29"/>
                  <a:gd name="T7" fmla="*/ 0 h 50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29"/>
                  <a:gd name="T13" fmla="*/ 0 h 50"/>
                  <a:gd name="T14" fmla="*/ 29 w 29"/>
                  <a:gd name="T15" fmla="*/ 50 h 50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29" h="50">
                    <a:moveTo>
                      <a:pt x="29" y="50"/>
                    </a:moveTo>
                    <a:lnTo>
                      <a:pt x="3" y="0"/>
                    </a:lnTo>
                    <a:lnTo>
                      <a:pt x="0" y="2"/>
                    </a:lnTo>
                    <a:lnTo>
                      <a:pt x="29" y="5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828" name="Line 930">
                <a:extLst>
                  <a:ext uri="{FF2B5EF4-FFF2-40B4-BE49-F238E27FC236}">
                    <a16:creationId xmlns:a16="http://schemas.microsoft.com/office/drawing/2014/main" id="{DA206AB8-A55D-BA4F-4657-06F8A61738D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3225" y="3025"/>
                <a:ext cx="1" cy="1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829" name="Freeform 931">
                <a:extLst>
                  <a:ext uri="{FF2B5EF4-FFF2-40B4-BE49-F238E27FC236}">
                    <a16:creationId xmlns:a16="http://schemas.microsoft.com/office/drawing/2014/main" id="{12132FB8-8885-E534-33B9-523413EE437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203" y="3025"/>
                <a:ext cx="30" cy="27"/>
              </a:xfrm>
              <a:custGeom>
                <a:avLst/>
                <a:gdLst>
                  <a:gd name="T0" fmla="*/ 0 w 206"/>
                  <a:gd name="T1" fmla="*/ 0 h 184"/>
                  <a:gd name="T2" fmla="*/ 0 w 206"/>
                  <a:gd name="T3" fmla="*/ 0 h 184"/>
                  <a:gd name="T4" fmla="*/ 0 w 206"/>
                  <a:gd name="T5" fmla="*/ 0 h 184"/>
                  <a:gd name="T6" fmla="*/ 0 w 206"/>
                  <a:gd name="T7" fmla="*/ 0 h 184"/>
                  <a:gd name="T8" fmla="*/ 0 w 206"/>
                  <a:gd name="T9" fmla="*/ 0 h 184"/>
                  <a:gd name="T10" fmla="*/ 0 w 206"/>
                  <a:gd name="T11" fmla="*/ 0 h 184"/>
                  <a:gd name="T12" fmla="*/ 0 w 206"/>
                  <a:gd name="T13" fmla="*/ 0 h 184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206"/>
                  <a:gd name="T22" fmla="*/ 0 h 184"/>
                  <a:gd name="T23" fmla="*/ 206 w 206"/>
                  <a:gd name="T24" fmla="*/ 184 h 184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206" h="184">
                    <a:moveTo>
                      <a:pt x="206" y="96"/>
                    </a:moveTo>
                    <a:lnTo>
                      <a:pt x="177" y="48"/>
                    </a:lnTo>
                    <a:lnTo>
                      <a:pt x="148" y="0"/>
                    </a:lnTo>
                    <a:lnTo>
                      <a:pt x="0" y="87"/>
                    </a:lnTo>
                    <a:lnTo>
                      <a:pt x="29" y="136"/>
                    </a:lnTo>
                    <a:lnTo>
                      <a:pt x="58" y="184"/>
                    </a:lnTo>
                    <a:lnTo>
                      <a:pt x="206" y="96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830" name="Freeform 932">
                <a:extLst>
                  <a:ext uri="{FF2B5EF4-FFF2-40B4-BE49-F238E27FC236}">
                    <a16:creationId xmlns:a16="http://schemas.microsoft.com/office/drawing/2014/main" id="{3635BBE0-94C8-D096-318F-23A8B8D3720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203" y="3025"/>
                <a:ext cx="30" cy="27"/>
              </a:xfrm>
              <a:custGeom>
                <a:avLst/>
                <a:gdLst>
                  <a:gd name="T0" fmla="*/ 0 w 206"/>
                  <a:gd name="T1" fmla="*/ 0 h 184"/>
                  <a:gd name="T2" fmla="*/ 0 w 206"/>
                  <a:gd name="T3" fmla="*/ 0 h 184"/>
                  <a:gd name="T4" fmla="*/ 0 w 206"/>
                  <a:gd name="T5" fmla="*/ 0 h 184"/>
                  <a:gd name="T6" fmla="*/ 0 w 206"/>
                  <a:gd name="T7" fmla="*/ 0 h 184"/>
                  <a:gd name="T8" fmla="*/ 0 w 206"/>
                  <a:gd name="T9" fmla="*/ 0 h 184"/>
                  <a:gd name="T10" fmla="*/ 0 w 206"/>
                  <a:gd name="T11" fmla="*/ 0 h 184"/>
                  <a:gd name="T12" fmla="*/ 0 w 206"/>
                  <a:gd name="T13" fmla="*/ 0 h 184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206"/>
                  <a:gd name="T22" fmla="*/ 0 h 184"/>
                  <a:gd name="T23" fmla="*/ 206 w 206"/>
                  <a:gd name="T24" fmla="*/ 184 h 184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206" h="184">
                    <a:moveTo>
                      <a:pt x="206" y="96"/>
                    </a:moveTo>
                    <a:lnTo>
                      <a:pt x="177" y="48"/>
                    </a:lnTo>
                    <a:lnTo>
                      <a:pt x="148" y="0"/>
                    </a:lnTo>
                    <a:lnTo>
                      <a:pt x="0" y="87"/>
                    </a:lnTo>
                    <a:lnTo>
                      <a:pt x="29" y="136"/>
                    </a:lnTo>
                    <a:lnTo>
                      <a:pt x="58" y="184"/>
                    </a:lnTo>
                    <a:lnTo>
                      <a:pt x="206" y="96"/>
                    </a:lnTo>
                    <a:close/>
                  </a:path>
                </a:pathLst>
              </a:cu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831" name="Freeform 933">
                <a:extLst>
                  <a:ext uri="{FF2B5EF4-FFF2-40B4-BE49-F238E27FC236}">
                    <a16:creationId xmlns:a16="http://schemas.microsoft.com/office/drawing/2014/main" id="{5005CAB2-29B5-4E5D-0286-0FF2C65BAAA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203" y="3038"/>
                <a:ext cx="5" cy="7"/>
              </a:xfrm>
              <a:custGeom>
                <a:avLst/>
                <a:gdLst>
                  <a:gd name="T0" fmla="*/ 0 w 31"/>
                  <a:gd name="T1" fmla="*/ 0 h 49"/>
                  <a:gd name="T2" fmla="*/ 0 w 31"/>
                  <a:gd name="T3" fmla="*/ 0 h 49"/>
                  <a:gd name="T4" fmla="*/ 0 w 31"/>
                  <a:gd name="T5" fmla="*/ 0 h 49"/>
                  <a:gd name="T6" fmla="*/ 0 w 31"/>
                  <a:gd name="T7" fmla="*/ 0 h 49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31"/>
                  <a:gd name="T13" fmla="*/ 0 h 49"/>
                  <a:gd name="T14" fmla="*/ 31 w 31"/>
                  <a:gd name="T15" fmla="*/ 49 h 49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31" h="49">
                    <a:moveTo>
                      <a:pt x="31" y="49"/>
                    </a:moveTo>
                    <a:lnTo>
                      <a:pt x="2" y="0"/>
                    </a:lnTo>
                    <a:lnTo>
                      <a:pt x="0" y="2"/>
                    </a:lnTo>
                    <a:lnTo>
                      <a:pt x="31" y="49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832" name="Line 934">
                <a:extLst>
                  <a:ext uri="{FF2B5EF4-FFF2-40B4-BE49-F238E27FC236}">
                    <a16:creationId xmlns:a16="http://schemas.microsoft.com/office/drawing/2014/main" id="{BADD901C-2922-7554-9716-377C4EB7B2E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3203" y="3038"/>
                <a:ext cx="1" cy="1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833" name="Freeform 935">
                <a:extLst>
                  <a:ext uri="{FF2B5EF4-FFF2-40B4-BE49-F238E27FC236}">
                    <a16:creationId xmlns:a16="http://schemas.microsoft.com/office/drawing/2014/main" id="{C100F167-8F31-420E-762C-A3ECD029AD3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183" y="3038"/>
                <a:ext cx="29" cy="27"/>
              </a:xfrm>
              <a:custGeom>
                <a:avLst/>
                <a:gdLst>
                  <a:gd name="T0" fmla="*/ 0 w 205"/>
                  <a:gd name="T1" fmla="*/ 0 h 190"/>
                  <a:gd name="T2" fmla="*/ 0 w 205"/>
                  <a:gd name="T3" fmla="*/ 0 h 190"/>
                  <a:gd name="T4" fmla="*/ 0 w 205"/>
                  <a:gd name="T5" fmla="*/ 0 h 190"/>
                  <a:gd name="T6" fmla="*/ 0 w 205"/>
                  <a:gd name="T7" fmla="*/ 0 h 190"/>
                  <a:gd name="T8" fmla="*/ 0 w 205"/>
                  <a:gd name="T9" fmla="*/ 0 h 190"/>
                  <a:gd name="T10" fmla="*/ 0 w 205"/>
                  <a:gd name="T11" fmla="*/ 0 h 190"/>
                  <a:gd name="T12" fmla="*/ 0 w 205"/>
                  <a:gd name="T13" fmla="*/ 0 h 190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205"/>
                  <a:gd name="T22" fmla="*/ 0 h 190"/>
                  <a:gd name="T23" fmla="*/ 205 w 205"/>
                  <a:gd name="T24" fmla="*/ 190 h 190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205" h="190">
                    <a:moveTo>
                      <a:pt x="205" y="94"/>
                    </a:moveTo>
                    <a:lnTo>
                      <a:pt x="173" y="47"/>
                    </a:lnTo>
                    <a:lnTo>
                      <a:pt x="142" y="0"/>
                    </a:lnTo>
                    <a:lnTo>
                      <a:pt x="0" y="96"/>
                    </a:lnTo>
                    <a:lnTo>
                      <a:pt x="32" y="143"/>
                    </a:lnTo>
                    <a:lnTo>
                      <a:pt x="63" y="190"/>
                    </a:lnTo>
                    <a:lnTo>
                      <a:pt x="205" y="94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834" name="Freeform 936">
                <a:extLst>
                  <a:ext uri="{FF2B5EF4-FFF2-40B4-BE49-F238E27FC236}">
                    <a16:creationId xmlns:a16="http://schemas.microsoft.com/office/drawing/2014/main" id="{40F2B76A-DE28-9372-439F-74E441E8F66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183" y="3038"/>
                <a:ext cx="29" cy="27"/>
              </a:xfrm>
              <a:custGeom>
                <a:avLst/>
                <a:gdLst>
                  <a:gd name="T0" fmla="*/ 0 w 205"/>
                  <a:gd name="T1" fmla="*/ 0 h 190"/>
                  <a:gd name="T2" fmla="*/ 0 w 205"/>
                  <a:gd name="T3" fmla="*/ 0 h 190"/>
                  <a:gd name="T4" fmla="*/ 0 w 205"/>
                  <a:gd name="T5" fmla="*/ 0 h 190"/>
                  <a:gd name="T6" fmla="*/ 0 w 205"/>
                  <a:gd name="T7" fmla="*/ 0 h 190"/>
                  <a:gd name="T8" fmla="*/ 0 w 205"/>
                  <a:gd name="T9" fmla="*/ 0 h 190"/>
                  <a:gd name="T10" fmla="*/ 0 w 205"/>
                  <a:gd name="T11" fmla="*/ 0 h 190"/>
                  <a:gd name="T12" fmla="*/ 0 w 205"/>
                  <a:gd name="T13" fmla="*/ 0 h 190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205"/>
                  <a:gd name="T22" fmla="*/ 0 h 190"/>
                  <a:gd name="T23" fmla="*/ 205 w 205"/>
                  <a:gd name="T24" fmla="*/ 190 h 190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205" h="190">
                    <a:moveTo>
                      <a:pt x="205" y="94"/>
                    </a:moveTo>
                    <a:lnTo>
                      <a:pt x="173" y="47"/>
                    </a:lnTo>
                    <a:lnTo>
                      <a:pt x="142" y="0"/>
                    </a:lnTo>
                    <a:lnTo>
                      <a:pt x="0" y="96"/>
                    </a:lnTo>
                    <a:lnTo>
                      <a:pt x="32" y="143"/>
                    </a:lnTo>
                    <a:lnTo>
                      <a:pt x="63" y="190"/>
                    </a:lnTo>
                    <a:lnTo>
                      <a:pt x="205" y="94"/>
                    </a:lnTo>
                    <a:close/>
                  </a:path>
                </a:pathLst>
              </a:cu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835" name="Freeform 937">
                <a:extLst>
                  <a:ext uri="{FF2B5EF4-FFF2-40B4-BE49-F238E27FC236}">
                    <a16:creationId xmlns:a16="http://schemas.microsoft.com/office/drawing/2014/main" id="{F1F5B26D-156D-A795-C8B1-5E8472F5324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182" y="3052"/>
                <a:ext cx="5" cy="6"/>
              </a:xfrm>
              <a:custGeom>
                <a:avLst/>
                <a:gdLst>
                  <a:gd name="T0" fmla="*/ 0 w 35"/>
                  <a:gd name="T1" fmla="*/ 0 h 47"/>
                  <a:gd name="T2" fmla="*/ 0 w 35"/>
                  <a:gd name="T3" fmla="*/ 0 h 47"/>
                  <a:gd name="T4" fmla="*/ 0 w 35"/>
                  <a:gd name="T5" fmla="*/ 0 h 47"/>
                  <a:gd name="T6" fmla="*/ 0 w 35"/>
                  <a:gd name="T7" fmla="*/ 0 h 47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35"/>
                  <a:gd name="T13" fmla="*/ 0 h 47"/>
                  <a:gd name="T14" fmla="*/ 35 w 35"/>
                  <a:gd name="T15" fmla="*/ 47 h 47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35" h="47">
                    <a:moveTo>
                      <a:pt x="35" y="47"/>
                    </a:moveTo>
                    <a:lnTo>
                      <a:pt x="3" y="0"/>
                    </a:lnTo>
                    <a:lnTo>
                      <a:pt x="0" y="2"/>
                    </a:lnTo>
                    <a:lnTo>
                      <a:pt x="35" y="47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836" name="Line 938">
                <a:extLst>
                  <a:ext uri="{FF2B5EF4-FFF2-40B4-BE49-F238E27FC236}">
                    <a16:creationId xmlns:a16="http://schemas.microsoft.com/office/drawing/2014/main" id="{5D361A7E-A1C8-9860-C131-7EC2EDB47F1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3182" y="3052"/>
                <a:ext cx="1" cy="1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837" name="Freeform 939">
                <a:extLst>
                  <a:ext uri="{FF2B5EF4-FFF2-40B4-BE49-F238E27FC236}">
                    <a16:creationId xmlns:a16="http://schemas.microsoft.com/office/drawing/2014/main" id="{B9E9AA7A-B4D2-8B91-42D8-C695F0F4BC7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163" y="3052"/>
                <a:ext cx="29" cy="28"/>
              </a:xfrm>
              <a:custGeom>
                <a:avLst/>
                <a:gdLst>
                  <a:gd name="T0" fmla="*/ 0 w 205"/>
                  <a:gd name="T1" fmla="*/ 0 h 196"/>
                  <a:gd name="T2" fmla="*/ 0 w 205"/>
                  <a:gd name="T3" fmla="*/ 0 h 196"/>
                  <a:gd name="T4" fmla="*/ 0 w 205"/>
                  <a:gd name="T5" fmla="*/ 0 h 196"/>
                  <a:gd name="T6" fmla="*/ 0 w 205"/>
                  <a:gd name="T7" fmla="*/ 0 h 196"/>
                  <a:gd name="T8" fmla="*/ 0 w 205"/>
                  <a:gd name="T9" fmla="*/ 0 h 196"/>
                  <a:gd name="T10" fmla="*/ 0 w 205"/>
                  <a:gd name="T11" fmla="*/ 0 h 196"/>
                  <a:gd name="T12" fmla="*/ 0 w 205"/>
                  <a:gd name="T13" fmla="*/ 0 h 19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205"/>
                  <a:gd name="T22" fmla="*/ 0 h 196"/>
                  <a:gd name="T23" fmla="*/ 205 w 205"/>
                  <a:gd name="T24" fmla="*/ 196 h 19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205" h="196">
                    <a:moveTo>
                      <a:pt x="205" y="90"/>
                    </a:moveTo>
                    <a:lnTo>
                      <a:pt x="171" y="45"/>
                    </a:lnTo>
                    <a:lnTo>
                      <a:pt x="136" y="0"/>
                    </a:lnTo>
                    <a:lnTo>
                      <a:pt x="0" y="106"/>
                    </a:lnTo>
                    <a:lnTo>
                      <a:pt x="35" y="151"/>
                    </a:lnTo>
                    <a:lnTo>
                      <a:pt x="70" y="196"/>
                    </a:lnTo>
                    <a:lnTo>
                      <a:pt x="205" y="9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838" name="Freeform 940">
                <a:extLst>
                  <a:ext uri="{FF2B5EF4-FFF2-40B4-BE49-F238E27FC236}">
                    <a16:creationId xmlns:a16="http://schemas.microsoft.com/office/drawing/2014/main" id="{46A9BC2A-104C-1E72-B3E5-547E062C878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163" y="3052"/>
                <a:ext cx="29" cy="28"/>
              </a:xfrm>
              <a:custGeom>
                <a:avLst/>
                <a:gdLst>
                  <a:gd name="T0" fmla="*/ 0 w 205"/>
                  <a:gd name="T1" fmla="*/ 0 h 196"/>
                  <a:gd name="T2" fmla="*/ 0 w 205"/>
                  <a:gd name="T3" fmla="*/ 0 h 196"/>
                  <a:gd name="T4" fmla="*/ 0 w 205"/>
                  <a:gd name="T5" fmla="*/ 0 h 196"/>
                  <a:gd name="T6" fmla="*/ 0 w 205"/>
                  <a:gd name="T7" fmla="*/ 0 h 196"/>
                  <a:gd name="T8" fmla="*/ 0 w 205"/>
                  <a:gd name="T9" fmla="*/ 0 h 196"/>
                  <a:gd name="T10" fmla="*/ 0 w 205"/>
                  <a:gd name="T11" fmla="*/ 0 h 196"/>
                  <a:gd name="T12" fmla="*/ 0 w 205"/>
                  <a:gd name="T13" fmla="*/ 0 h 19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205"/>
                  <a:gd name="T22" fmla="*/ 0 h 196"/>
                  <a:gd name="T23" fmla="*/ 205 w 205"/>
                  <a:gd name="T24" fmla="*/ 196 h 19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205" h="196">
                    <a:moveTo>
                      <a:pt x="205" y="90"/>
                    </a:moveTo>
                    <a:lnTo>
                      <a:pt x="171" y="45"/>
                    </a:lnTo>
                    <a:lnTo>
                      <a:pt x="136" y="0"/>
                    </a:lnTo>
                    <a:lnTo>
                      <a:pt x="0" y="106"/>
                    </a:lnTo>
                    <a:lnTo>
                      <a:pt x="35" y="151"/>
                    </a:lnTo>
                    <a:lnTo>
                      <a:pt x="70" y="196"/>
                    </a:lnTo>
                    <a:lnTo>
                      <a:pt x="205" y="90"/>
                    </a:lnTo>
                    <a:close/>
                  </a:path>
                </a:pathLst>
              </a:cu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839" name="Freeform 941">
                <a:extLst>
                  <a:ext uri="{FF2B5EF4-FFF2-40B4-BE49-F238E27FC236}">
                    <a16:creationId xmlns:a16="http://schemas.microsoft.com/office/drawing/2014/main" id="{331C3129-ABE5-800E-7175-B2EE8EAD62D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163" y="3067"/>
                <a:ext cx="5" cy="7"/>
              </a:xfrm>
              <a:custGeom>
                <a:avLst/>
                <a:gdLst>
                  <a:gd name="T0" fmla="*/ 0 w 37"/>
                  <a:gd name="T1" fmla="*/ 0 h 45"/>
                  <a:gd name="T2" fmla="*/ 0 w 37"/>
                  <a:gd name="T3" fmla="*/ 0 h 45"/>
                  <a:gd name="T4" fmla="*/ 0 w 37"/>
                  <a:gd name="T5" fmla="*/ 0 h 45"/>
                  <a:gd name="T6" fmla="*/ 0 w 37"/>
                  <a:gd name="T7" fmla="*/ 0 h 45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37"/>
                  <a:gd name="T13" fmla="*/ 0 h 45"/>
                  <a:gd name="T14" fmla="*/ 37 w 37"/>
                  <a:gd name="T15" fmla="*/ 45 h 45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37" h="45">
                    <a:moveTo>
                      <a:pt x="37" y="45"/>
                    </a:moveTo>
                    <a:lnTo>
                      <a:pt x="2" y="0"/>
                    </a:lnTo>
                    <a:lnTo>
                      <a:pt x="0" y="2"/>
                    </a:lnTo>
                    <a:lnTo>
                      <a:pt x="37" y="45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840" name="Line 942">
                <a:extLst>
                  <a:ext uri="{FF2B5EF4-FFF2-40B4-BE49-F238E27FC236}">
                    <a16:creationId xmlns:a16="http://schemas.microsoft.com/office/drawing/2014/main" id="{F9EF6709-AE95-8D26-1A6F-11CB754E503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3163" y="3067"/>
                <a:ext cx="1" cy="1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841" name="Freeform 943">
                <a:extLst>
                  <a:ext uri="{FF2B5EF4-FFF2-40B4-BE49-F238E27FC236}">
                    <a16:creationId xmlns:a16="http://schemas.microsoft.com/office/drawing/2014/main" id="{6D7A34CD-6095-0399-8E7B-92F16035FE6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144" y="3067"/>
                <a:ext cx="29" cy="29"/>
              </a:xfrm>
              <a:custGeom>
                <a:avLst/>
                <a:gdLst>
                  <a:gd name="T0" fmla="*/ 0 w 203"/>
                  <a:gd name="T1" fmla="*/ 0 h 199"/>
                  <a:gd name="T2" fmla="*/ 0 w 203"/>
                  <a:gd name="T3" fmla="*/ 0 h 199"/>
                  <a:gd name="T4" fmla="*/ 0 w 203"/>
                  <a:gd name="T5" fmla="*/ 0 h 199"/>
                  <a:gd name="T6" fmla="*/ 0 w 203"/>
                  <a:gd name="T7" fmla="*/ 0 h 199"/>
                  <a:gd name="T8" fmla="*/ 0 w 203"/>
                  <a:gd name="T9" fmla="*/ 0 h 199"/>
                  <a:gd name="T10" fmla="*/ 0 w 203"/>
                  <a:gd name="T11" fmla="*/ 0 h 199"/>
                  <a:gd name="T12" fmla="*/ 0 w 203"/>
                  <a:gd name="T13" fmla="*/ 0 h 199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203"/>
                  <a:gd name="T22" fmla="*/ 0 h 199"/>
                  <a:gd name="T23" fmla="*/ 203 w 203"/>
                  <a:gd name="T24" fmla="*/ 199 h 199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203" h="199">
                    <a:moveTo>
                      <a:pt x="203" y="85"/>
                    </a:moveTo>
                    <a:lnTo>
                      <a:pt x="166" y="43"/>
                    </a:lnTo>
                    <a:lnTo>
                      <a:pt x="129" y="0"/>
                    </a:lnTo>
                    <a:lnTo>
                      <a:pt x="0" y="113"/>
                    </a:lnTo>
                    <a:lnTo>
                      <a:pt x="37" y="156"/>
                    </a:lnTo>
                    <a:lnTo>
                      <a:pt x="74" y="199"/>
                    </a:lnTo>
                    <a:lnTo>
                      <a:pt x="203" y="85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842" name="Freeform 944">
                <a:extLst>
                  <a:ext uri="{FF2B5EF4-FFF2-40B4-BE49-F238E27FC236}">
                    <a16:creationId xmlns:a16="http://schemas.microsoft.com/office/drawing/2014/main" id="{2319D6ED-6D3E-204C-5ADA-98FB696E7BF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144" y="3067"/>
                <a:ext cx="29" cy="29"/>
              </a:xfrm>
              <a:custGeom>
                <a:avLst/>
                <a:gdLst>
                  <a:gd name="T0" fmla="*/ 0 w 203"/>
                  <a:gd name="T1" fmla="*/ 0 h 199"/>
                  <a:gd name="T2" fmla="*/ 0 w 203"/>
                  <a:gd name="T3" fmla="*/ 0 h 199"/>
                  <a:gd name="T4" fmla="*/ 0 w 203"/>
                  <a:gd name="T5" fmla="*/ 0 h 199"/>
                  <a:gd name="T6" fmla="*/ 0 w 203"/>
                  <a:gd name="T7" fmla="*/ 0 h 199"/>
                  <a:gd name="T8" fmla="*/ 0 w 203"/>
                  <a:gd name="T9" fmla="*/ 0 h 199"/>
                  <a:gd name="T10" fmla="*/ 0 w 203"/>
                  <a:gd name="T11" fmla="*/ 0 h 199"/>
                  <a:gd name="T12" fmla="*/ 0 w 203"/>
                  <a:gd name="T13" fmla="*/ 0 h 199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203"/>
                  <a:gd name="T22" fmla="*/ 0 h 199"/>
                  <a:gd name="T23" fmla="*/ 203 w 203"/>
                  <a:gd name="T24" fmla="*/ 199 h 199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203" h="199">
                    <a:moveTo>
                      <a:pt x="203" y="85"/>
                    </a:moveTo>
                    <a:lnTo>
                      <a:pt x="166" y="43"/>
                    </a:lnTo>
                    <a:lnTo>
                      <a:pt x="129" y="0"/>
                    </a:lnTo>
                    <a:lnTo>
                      <a:pt x="0" y="113"/>
                    </a:lnTo>
                    <a:lnTo>
                      <a:pt x="37" y="156"/>
                    </a:lnTo>
                    <a:lnTo>
                      <a:pt x="74" y="199"/>
                    </a:lnTo>
                    <a:lnTo>
                      <a:pt x="203" y="85"/>
                    </a:lnTo>
                    <a:close/>
                  </a:path>
                </a:pathLst>
              </a:cu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843" name="Freeform 945">
                <a:extLst>
                  <a:ext uri="{FF2B5EF4-FFF2-40B4-BE49-F238E27FC236}">
                    <a16:creationId xmlns:a16="http://schemas.microsoft.com/office/drawing/2014/main" id="{A42BC3BC-B27E-6D72-3D14-1DE0AA689F7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144" y="3084"/>
                <a:ext cx="6" cy="6"/>
              </a:xfrm>
              <a:custGeom>
                <a:avLst/>
                <a:gdLst>
                  <a:gd name="T0" fmla="*/ 0 w 41"/>
                  <a:gd name="T1" fmla="*/ 0 h 43"/>
                  <a:gd name="T2" fmla="*/ 0 w 41"/>
                  <a:gd name="T3" fmla="*/ 0 h 43"/>
                  <a:gd name="T4" fmla="*/ 0 w 41"/>
                  <a:gd name="T5" fmla="*/ 0 h 43"/>
                  <a:gd name="T6" fmla="*/ 0 w 41"/>
                  <a:gd name="T7" fmla="*/ 0 h 43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41"/>
                  <a:gd name="T13" fmla="*/ 0 h 43"/>
                  <a:gd name="T14" fmla="*/ 41 w 41"/>
                  <a:gd name="T15" fmla="*/ 43 h 43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41" h="43">
                    <a:moveTo>
                      <a:pt x="41" y="43"/>
                    </a:moveTo>
                    <a:lnTo>
                      <a:pt x="4" y="0"/>
                    </a:lnTo>
                    <a:lnTo>
                      <a:pt x="0" y="3"/>
                    </a:lnTo>
                    <a:lnTo>
                      <a:pt x="41" y="43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844" name="Line 946">
                <a:extLst>
                  <a:ext uri="{FF2B5EF4-FFF2-40B4-BE49-F238E27FC236}">
                    <a16:creationId xmlns:a16="http://schemas.microsoft.com/office/drawing/2014/main" id="{4FF4E8A7-C404-195D-2619-41E49D406C5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3144" y="3084"/>
                <a:ext cx="1" cy="1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845" name="Freeform 947">
                <a:extLst>
                  <a:ext uri="{FF2B5EF4-FFF2-40B4-BE49-F238E27FC236}">
                    <a16:creationId xmlns:a16="http://schemas.microsoft.com/office/drawing/2014/main" id="{926E84B2-DD50-09EF-926F-F626CFFE31B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126" y="3084"/>
                <a:ext cx="29" cy="29"/>
              </a:xfrm>
              <a:custGeom>
                <a:avLst/>
                <a:gdLst>
                  <a:gd name="T0" fmla="*/ 0 w 202"/>
                  <a:gd name="T1" fmla="*/ 0 h 203"/>
                  <a:gd name="T2" fmla="*/ 0 w 202"/>
                  <a:gd name="T3" fmla="*/ 0 h 203"/>
                  <a:gd name="T4" fmla="*/ 0 w 202"/>
                  <a:gd name="T5" fmla="*/ 0 h 203"/>
                  <a:gd name="T6" fmla="*/ 0 w 202"/>
                  <a:gd name="T7" fmla="*/ 0 h 203"/>
                  <a:gd name="T8" fmla="*/ 0 w 202"/>
                  <a:gd name="T9" fmla="*/ 0 h 203"/>
                  <a:gd name="T10" fmla="*/ 0 w 202"/>
                  <a:gd name="T11" fmla="*/ 0 h 203"/>
                  <a:gd name="T12" fmla="*/ 0 w 202"/>
                  <a:gd name="T13" fmla="*/ 0 h 203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202"/>
                  <a:gd name="T22" fmla="*/ 0 h 203"/>
                  <a:gd name="T23" fmla="*/ 202 w 202"/>
                  <a:gd name="T24" fmla="*/ 203 h 203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202" h="203">
                    <a:moveTo>
                      <a:pt x="202" y="80"/>
                    </a:moveTo>
                    <a:lnTo>
                      <a:pt x="162" y="40"/>
                    </a:lnTo>
                    <a:lnTo>
                      <a:pt x="121" y="0"/>
                    </a:lnTo>
                    <a:lnTo>
                      <a:pt x="0" y="122"/>
                    </a:lnTo>
                    <a:lnTo>
                      <a:pt x="41" y="162"/>
                    </a:lnTo>
                    <a:lnTo>
                      <a:pt x="81" y="203"/>
                    </a:lnTo>
                    <a:lnTo>
                      <a:pt x="202" y="8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846" name="Freeform 948">
                <a:extLst>
                  <a:ext uri="{FF2B5EF4-FFF2-40B4-BE49-F238E27FC236}">
                    <a16:creationId xmlns:a16="http://schemas.microsoft.com/office/drawing/2014/main" id="{7E46AE99-8266-D2BC-9481-AE0D440502F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126" y="3084"/>
                <a:ext cx="29" cy="29"/>
              </a:xfrm>
              <a:custGeom>
                <a:avLst/>
                <a:gdLst>
                  <a:gd name="T0" fmla="*/ 0 w 202"/>
                  <a:gd name="T1" fmla="*/ 0 h 203"/>
                  <a:gd name="T2" fmla="*/ 0 w 202"/>
                  <a:gd name="T3" fmla="*/ 0 h 203"/>
                  <a:gd name="T4" fmla="*/ 0 w 202"/>
                  <a:gd name="T5" fmla="*/ 0 h 203"/>
                  <a:gd name="T6" fmla="*/ 0 w 202"/>
                  <a:gd name="T7" fmla="*/ 0 h 203"/>
                  <a:gd name="T8" fmla="*/ 0 w 202"/>
                  <a:gd name="T9" fmla="*/ 0 h 203"/>
                  <a:gd name="T10" fmla="*/ 0 w 202"/>
                  <a:gd name="T11" fmla="*/ 0 h 203"/>
                  <a:gd name="T12" fmla="*/ 0 w 202"/>
                  <a:gd name="T13" fmla="*/ 0 h 203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202"/>
                  <a:gd name="T22" fmla="*/ 0 h 203"/>
                  <a:gd name="T23" fmla="*/ 202 w 202"/>
                  <a:gd name="T24" fmla="*/ 203 h 203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202" h="203">
                    <a:moveTo>
                      <a:pt x="202" y="80"/>
                    </a:moveTo>
                    <a:lnTo>
                      <a:pt x="162" y="40"/>
                    </a:lnTo>
                    <a:lnTo>
                      <a:pt x="121" y="0"/>
                    </a:lnTo>
                    <a:lnTo>
                      <a:pt x="0" y="122"/>
                    </a:lnTo>
                    <a:lnTo>
                      <a:pt x="41" y="162"/>
                    </a:lnTo>
                    <a:lnTo>
                      <a:pt x="81" y="203"/>
                    </a:lnTo>
                    <a:lnTo>
                      <a:pt x="202" y="80"/>
                    </a:lnTo>
                    <a:close/>
                  </a:path>
                </a:pathLst>
              </a:cu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847" name="Freeform 949">
                <a:extLst>
                  <a:ext uri="{FF2B5EF4-FFF2-40B4-BE49-F238E27FC236}">
                    <a16:creationId xmlns:a16="http://schemas.microsoft.com/office/drawing/2014/main" id="{C406BA52-52CA-B53D-2F41-64E376377C3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126" y="3101"/>
                <a:ext cx="6" cy="6"/>
              </a:xfrm>
              <a:custGeom>
                <a:avLst/>
                <a:gdLst>
                  <a:gd name="T0" fmla="*/ 0 w 43"/>
                  <a:gd name="T1" fmla="*/ 0 h 40"/>
                  <a:gd name="T2" fmla="*/ 0 w 43"/>
                  <a:gd name="T3" fmla="*/ 0 h 40"/>
                  <a:gd name="T4" fmla="*/ 0 w 43"/>
                  <a:gd name="T5" fmla="*/ 0 h 40"/>
                  <a:gd name="T6" fmla="*/ 0 w 43"/>
                  <a:gd name="T7" fmla="*/ 0 h 40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43"/>
                  <a:gd name="T13" fmla="*/ 0 h 40"/>
                  <a:gd name="T14" fmla="*/ 43 w 43"/>
                  <a:gd name="T15" fmla="*/ 40 h 40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43" h="40">
                    <a:moveTo>
                      <a:pt x="43" y="40"/>
                    </a:moveTo>
                    <a:lnTo>
                      <a:pt x="2" y="0"/>
                    </a:lnTo>
                    <a:lnTo>
                      <a:pt x="0" y="3"/>
                    </a:lnTo>
                    <a:lnTo>
                      <a:pt x="43" y="4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848" name="Line 950">
                <a:extLst>
                  <a:ext uri="{FF2B5EF4-FFF2-40B4-BE49-F238E27FC236}">
                    <a16:creationId xmlns:a16="http://schemas.microsoft.com/office/drawing/2014/main" id="{7393904F-C1FA-470C-FAEA-83AB67D7DF3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3126" y="3101"/>
                <a:ext cx="1" cy="1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849" name="Freeform 951">
                <a:extLst>
                  <a:ext uri="{FF2B5EF4-FFF2-40B4-BE49-F238E27FC236}">
                    <a16:creationId xmlns:a16="http://schemas.microsoft.com/office/drawing/2014/main" id="{030ED9F2-9B2B-49B2-3E69-D22DD2DF49A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110" y="3102"/>
                <a:ext cx="28" cy="29"/>
              </a:xfrm>
              <a:custGeom>
                <a:avLst/>
                <a:gdLst>
                  <a:gd name="T0" fmla="*/ 0 w 198"/>
                  <a:gd name="T1" fmla="*/ 0 h 203"/>
                  <a:gd name="T2" fmla="*/ 0 w 198"/>
                  <a:gd name="T3" fmla="*/ 0 h 203"/>
                  <a:gd name="T4" fmla="*/ 0 w 198"/>
                  <a:gd name="T5" fmla="*/ 0 h 203"/>
                  <a:gd name="T6" fmla="*/ 0 w 198"/>
                  <a:gd name="T7" fmla="*/ 0 h 203"/>
                  <a:gd name="T8" fmla="*/ 0 w 198"/>
                  <a:gd name="T9" fmla="*/ 0 h 203"/>
                  <a:gd name="T10" fmla="*/ 0 w 198"/>
                  <a:gd name="T11" fmla="*/ 0 h 203"/>
                  <a:gd name="T12" fmla="*/ 0 w 198"/>
                  <a:gd name="T13" fmla="*/ 0 h 203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198"/>
                  <a:gd name="T22" fmla="*/ 0 h 203"/>
                  <a:gd name="T23" fmla="*/ 198 w 198"/>
                  <a:gd name="T24" fmla="*/ 203 h 203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198" h="203">
                    <a:moveTo>
                      <a:pt x="198" y="74"/>
                    </a:moveTo>
                    <a:lnTo>
                      <a:pt x="156" y="37"/>
                    </a:lnTo>
                    <a:lnTo>
                      <a:pt x="113" y="0"/>
                    </a:lnTo>
                    <a:lnTo>
                      <a:pt x="0" y="129"/>
                    </a:lnTo>
                    <a:lnTo>
                      <a:pt x="42" y="166"/>
                    </a:lnTo>
                    <a:lnTo>
                      <a:pt x="85" y="203"/>
                    </a:lnTo>
                    <a:lnTo>
                      <a:pt x="198" y="74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850" name="Freeform 952">
                <a:extLst>
                  <a:ext uri="{FF2B5EF4-FFF2-40B4-BE49-F238E27FC236}">
                    <a16:creationId xmlns:a16="http://schemas.microsoft.com/office/drawing/2014/main" id="{48B759A0-1FA7-C861-3150-2BC9FD26A2F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110" y="3102"/>
                <a:ext cx="28" cy="29"/>
              </a:xfrm>
              <a:custGeom>
                <a:avLst/>
                <a:gdLst>
                  <a:gd name="T0" fmla="*/ 0 w 198"/>
                  <a:gd name="T1" fmla="*/ 0 h 203"/>
                  <a:gd name="T2" fmla="*/ 0 w 198"/>
                  <a:gd name="T3" fmla="*/ 0 h 203"/>
                  <a:gd name="T4" fmla="*/ 0 w 198"/>
                  <a:gd name="T5" fmla="*/ 0 h 203"/>
                  <a:gd name="T6" fmla="*/ 0 w 198"/>
                  <a:gd name="T7" fmla="*/ 0 h 203"/>
                  <a:gd name="T8" fmla="*/ 0 w 198"/>
                  <a:gd name="T9" fmla="*/ 0 h 203"/>
                  <a:gd name="T10" fmla="*/ 0 w 198"/>
                  <a:gd name="T11" fmla="*/ 0 h 203"/>
                  <a:gd name="T12" fmla="*/ 0 w 198"/>
                  <a:gd name="T13" fmla="*/ 0 h 203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198"/>
                  <a:gd name="T22" fmla="*/ 0 h 203"/>
                  <a:gd name="T23" fmla="*/ 198 w 198"/>
                  <a:gd name="T24" fmla="*/ 203 h 203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198" h="203">
                    <a:moveTo>
                      <a:pt x="198" y="74"/>
                    </a:moveTo>
                    <a:lnTo>
                      <a:pt x="156" y="37"/>
                    </a:lnTo>
                    <a:lnTo>
                      <a:pt x="113" y="0"/>
                    </a:lnTo>
                    <a:lnTo>
                      <a:pt x="0" y="129"/>
                    </a:lnTo>
                    <a:lnTo>
                      <a:pt x="42" y="166"/>
                    </a:lnTo>
                    <a:lnTo>
                      <a:pt x="85" y="203"/>
                    </a:lnTo>
                    <a:lnTo>
                      <a:pt x="198" y="74"/>
                    </a:lnTo>
                    <a:close/>
                  </a:path>
                </a:pathLst>
              </a:cu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851" name="Freeform 953">
                <a:extLst>
                  <a:ext uri="{FF2B5EF4-FFF2-40B4-BE49-F238E27FC236}">
                    <a16:creationId xmlns:a16="http://schemas.microsoft.com/office/drawing/2014/main" id="{C659FA53-651F-C9A2-0757-A17D7C62791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110" y="3120"/>
                <a:ext cx="6" cy="6"/>
              </a:xfrm>
              <a:custGeom>
                <a:avLst/>
                <a:gdLst>
                  <a:gd name="T0" fmla="*/ 0 w 45"/>
                  <a:gd name="T1" fmla="*/ 0 h 37"/>
                  <a:gd name="T2" fmla="*/ 0 w 45"/>
                  <a:gd name="T3" fmla="*/ 0 h 37"/>
                  <a:gd name="T4" fmla="*/ 0 w 45"/>
                  <a:gd name="T5" fmla="*/ 0 h 37"/>
                  <a:gd name="T6" fmla="*/ 0 w 45"/>
                  <a:gd name="T7" fmla="*/ 0 h 37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45"/>
                  <a:gd name="T13" fmla="*/ 0 h 37"/>
                  <a:gd name="T14" fmla="*/ 45 w 45"/>
                  <a:gd name="T15" fmla="*/ 37 h 37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45" h="37">
                    <a:moveTo>
                      <a:pt x="45" y="37"/>
                    </a:moveTo>
                    <a:lnTo>
                      <a:pt x="3" y="0"/>
                    </a:lnTo>
                    <a:lnTo>
                      <a:pt x="0" y="3"/>
                    </a:lnTo>
                    <a:lnTo>
                      <a:pt x="45" y="37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852" name="Line 954">
                <a:extLst>
                  <a:ext uri="{FF2B5EF4-FFF2-40B4-BE49-F238E27FC236}">
                    <a16:creationId xmlns:a16="http://schemas.microsoft.com/office/drawing/2014/main" id="{ADB3A3E0-BB46-E5BC-4AC9-664CAC58428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3110" y="3120"/>
                <a:ext cx="1" cy="1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853" name="Freeform 955">
                <a:extLst>
                  <a:ext uri="{FF2B5EF4-FFF2-40B4-BE49-F238E27FC236}">
                    <a16:creationId xmlns:a16="http://schemas.microsoft.com/office/drawing/2014/main" id="{3EAE8CF0-8862-0882-1A9C-38842721224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095" y="3121"/>
                <a:ext cx="27" cy="29"/>
              </a:xfrm>
              <a:custGeom>
                <a:avLst/>
                <a:gdLst>
                  <a:gd name="T0" fmla="*/ 0 w 195"/>
                  <a:gd name="T1" fmla="*/ 0 h 205"/>
                  <a:gd name="T2" fmla="*/ 0 w 195"/>
                  <a:gd name="T3" fmla="*/ 0 h 205"/>
                  <a:gd name="T4" fmla="*/ 0 w 195"/>
                  <a:gd name="T5" fmla="*/ 0 h 205"/>
                  <a:gd name="T6" fmla="*/ 0 w 195"/>
                  <a:gd name="T7" fmla="*/ 0 h 205"/>
                  <a:gd name="T8" fmla="*/ 0 w 195"/>
                  <a:gd name="T9" fmla="*/ 0 h 205"/>
                  <a:gd name="T10" fmla="*/ 0 w 195"/>
                  <a:gd name="T11" fmla="*/ 0 h 205"/>
                  <a:gd name="T12" fmla="*/ 0 w 195"/>
                  <a:gd name="T13" fmla="*/ 0 h 205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195"/>
                  <a:gd name="T22" fmla="*/ 0 h 205"/>
                  <a:gd name="T23" fmla="*/ 195 w 195"/>
                  <a:gd name="T24" fmla="*/ 205 h 205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195" h="205">
                    <a:moveTo>
                      <a:pt x="195" y="69"/>
                    </a:moveTo>
                    <a:lnTo>
                      <a:pt x="150" y="34"/>
                    </a:lnTo>
                    <a:lnTo>
                      <a:pt x="105" y="0"/>
                    </a:lnTo>
                    <a:lnTo>
                      <a:pt x="0" y="135"/>
                    </a:lnTo>
                    <a:lnTo>
                      <a:pt x="45" y="170"/>
                    </a:lnTo>
                    <a:lnTo>
                      <a:pt x="90" y="205"/>
                    </a:lnTo>
                    <a:lnTo>
                      <a:pt x="195" y="69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854" name="Freeform 956">
                <a:extLst>
                  <a:ext uri="{FF2B5EF4-FFF2-40B4-BE49-F238E27FC236}">
                    <a16:creationId xmlns:a16="http://schemas.microsoft.com/office/drawing/2014/main" id="{5DE58E58-1CB8-AA27-5BC4-A3EB3237259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095" y="3121"/>
                <a:ext cx="27" cy="29"/>
              </a:xfrm>
              <a:custGeom>
                <a:avLst/>
                <a:gdLst>
                  <a:gd name="T0" fmla="*/ 0 w 195"/>
                  <a:gd name="T1" fmla="*/ 0 h 205"/>
                  <a:gd name="T2" fmla="*/ 0 w 195"/>
                  <a:gd name="T3" fmla="*/ 0 h 205"/>
                  <a:gd name="T4" fmla="*/ 0 w 195"/>
                  <a:gd name="T5" fmla="*/ 0 h 205"/>
                  <a:gd name="T6" fmla="*/ 0 w 195"/>
                  <a:gd name="T7" fmla="*/ 0 h 205"/>
                  <a:gd name="T8" fmla="*/ 0 w 195"/>
                  <a:gd name="T9" fmla="*/ 0 h 205"/>
                  <a:gd name="T10" fmla="*/ 0 w 195"/>
                  <a:gd name="T11" fmla="*/ 0 h 205"/>
                  <a:gd name="T12" fmla="*/ 0 w 195"/>
                  <a:gd name="T13" fmla="*/ 0 h 205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195"/>
                  <a:gd name="T22" fmla="*/ 0 h 205"/>
                  <a:gd name="T23" fmla="*/ 195 w 195"/>
                  <a:gd name="T24" fmla="*/ 205 h 205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195" h="205">
                    <a:moveTo>
                      <a:pt x="195" y="69"/>
                    </a:moveTo>
                    <a:lnTo>
                      <a:pt x="150" y="34"/>
                    </a:lnTo>
                    <a:lnTo>
                      <a:pt x="105" y="0"/>
                    </a:lnTo>
                    <a:lnTo>
                      <a:pt x="0" y="135"/>
                    </a:lnTo>
                    <a:lnTo>
                      <a:pt x="45" y="170"/>
                    </a:lnTo>
                    <a:lnTo>
                      <a:pt x="90" y="205"/>
                    </a:lnTo>
                    <a:lnTo>
                      <a:pt x="195" y="69"/>
                    </a:lnTo>
                    <a:close/>
                  </a:path>
                </a:pathLst>
              </a:cu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855" name="Freeform 957">
                <a:extLst>
                  <a:ext uri="{FF2B5EF4-FFF2-40B4-BE49-F238E27FC236}">
                    <a16:creationId xmlns:a16="http://schemas.microsoft.com/office/drawing/2014/main" id="{3EA4C6ED-4D71-E211-AD45-C56195BF6F8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094" y="3140"/>
                <a:ext cx="7" cy="5"/>
              </a:xfrm>
              <a:custGeom>
                <a:avLst/>
                <a:gdLst>
                  <a:gd name="T0" fmla="*/ 0 w 47"/>
                  <a:gd name="T1" fmla="*/ 0 h 35"/>
                  <a:gd name="T2" fmla="*/ 0 w 47"/>
                  <a:gd name="T3" fmla="*/ 0 h 35"/>
                  <a:gd name="T4" fmla="*/ 0 w 47"/>
                  <a:gd name="T5" fmla="*/ 0 h 35"/>
                  <a:gd name="T6" fmla="*/ 0 w 47"/>
                  <a:gd name="T7" fmla="*/ 0 h 35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47"/>
                  <a:gd name="T13" fmla="*/ 0 h 35"/>
                  <a:gd name="T14" fmla="*/ 47 w 47"/>
                  <a:gd name="T15" fmla="*/ 35 h 35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47" h="35">
                    <a:moveTo>
                      <a:pt x="47" y="35"/>
                    </a:moveTo>
                    <a:lnTo>
                      <a:pt x="2" y="0"/>
                    </a:lnTo>
                    <a:lnTo>
                      <a:pt x="0" y="4"/>
                    </a:lnTo>
                    <a:lnTo>
                      <a:pt x="47" y="35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856" name="Line 958">
                <a:extLst>
                  <a:ext uri="{FF2B5EF4-FFF2-40B4-BE49-F238E27FC236}">
                    <a16:creationId xmlns:a16="http://schemas.microsoft.com/office/drawing/2014/main" id="{B8A3D88A-84F2-F8EE-A157-0E9C25BFA84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3094" y="3140"/>
                <a:ext cx="1" cy="1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857" name="Freeform 959">
                <a:extLst>
                  <a:ext uri="{FF2B5EF4-FFF2-40B4-BE49-F238E27FC236}">
                    <a16:creationId xmlns:a16="http://schemas.microsoft.com/office/drawing/2014/main" id="{11EFBF4C-2FBA-6400-DABD-F7DC6753013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080" y="3141"/>
                <a:ext cx="28" cy="29"/>
              </a:xfrm>
              <a:custGeom>
                <a:avLst/>
                <a:gdLst>
                  <a:gd name="T0" fmla="*/ 0 w 191"/>
                  <a:gd name="T1" fmla="*/ 0 h 204"/>
                  <a:gd name="T2" fmla="*/ 0 w 191"/>
                  <a:gd name="T3" fmla="*/ 0 h 204"/>
                  <a:gd name="T4" fmla="*/ 0 w 191"/>
                  <a:gd name="T5" fmla="*/ 0 h 204"/>
                  <a:gd name="T6" fmla="*/ 0 w 191"/>
                  <a:gd name="T7" fmla="*/ 0 h 204"/>
                  <a:gd name="T8" fmla="*/ 0 w 191"/>
                  <a:gd name="T9" fmla="*/ 0 h 204"/>
                  <a:gd name="T10" fmla="*/ 0 w 191"/>
                  <a:gd name="T11" fmla="*/ 0 h 204"/>
                  <a:gd name="T12" fmla="*/ 0 w 191"/>
                  <a:gd name="T13" fmla="*/ 0 h 204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191"/>
                  <a:gd name="T22" fmla="*/ 0 h 204"/>
                  <a:gd name="T23" fmla="*/ 191 w 191"/>
                  <a:gd name="T24" fmla="*/ 204 h 204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191" h="204">
                    <a:moveTo>
                      <a:pt x="191" y="63"/>
                    </a:moveTo>
                    <a:lnTo>
                      <a:pt x="144" y="31"/>
                    </a:lnTo>
                    <a:lnTo>
                      <a:pt x="97" y="0"/>
                    </a:lnTo>
                    <a:lnTo>
                      <a:pt x="0" y="141"/>
                    </a:lnTo>
                    <a:lnTo>
                      <a:pt x="47" y="173"/>
                    </a:lnTo>
                    <a:lnTo>
                      <a:pt x="94" y="204"/>
                    </a:lnTo>
                    <a:lnTo>
                      <a:pt x="191" y="63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858" name="Freeform 960">
                <a:extLst>
                  <a:ext uri="{FF2B5EF4-FFF2-40B4-BE49-F238E27FC236}">
                    <a16:creationId xmlns:a16="http://schemas.microsoft.com/office/drawing/2014/main" id="{D6D76384-BB17-4504-E37B-0F747FC8BD0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080" y="3141"/>
                <a:ext cx="28" cy="29"/>
              </a:xfrm>
              <a:custGeom>
                <a:avLst/>
                <a:gdLst>
                  <a:gd name="T0" fmla="*/ 0 w 191"/>
                  <a:gd name="T1" fmla="*/ 0 h 204"/>
                  <a:gd name="T2" fmla="*/ 0 w 191"/>
                  <a:gd name="T3" fmla="*/ 0 h 204"/>
                  <a:gd name="T4" fmla="*/ 0 w 191"/>
                  <a:gd name="T5" fmla="*/ 0 h 204"/>
                  <a:gd name="T6" fmla="*/ 0 w 191"/>
                  <a:gd name="T7" fmla="*/ 0 h 204"/>
                  <a:gd name="T8" fmla="*/ 0 w 191"/>
                  <a:gd name="T9" fmla="*/ 0 h 204"/>
                  <a:gd name="T10" fmla="*/ 0 w 191"/>
                  <a:gd name="T11" fmla="*/ 0 h 204"/>
                  <a:gd name="T12" fmla="*/ 0 w 191"/>
                  <a:gd name="T13" fmla="*/ 0 h 204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191"/>
                  <a:gd name="T22" fmla="*/ 0 h 204"/>
                  <a:gd name="T23" fmla="*/ 191 w 191"/>
                  <a:gd name="T24" fmla="*/ 204 h 204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191" h="204">
                    <a:moveTo>
                      <a:pt x="191" y="63"/>
                    </a:moveTo>
                    <a:lnTo>
                      <a:pt x="144" y="31"/>
                    </a:lnTo>
                    <a:lnTo>
                      <a:pt x="97" y="0"/>
                    </a:lnTo>
                    <a:lnTo>
                      <a:pt x="0" y="141"/>
                    </a:lnTo>
                    <a:lnTo>
                      <a:pt x="47" y="173"/>
                    </a:lnTo>
                    <a:lnTo>
                      <a:pt x="94" y="204"/>
                    </a:lnTo>
                    <a:lnTo>
                      <a:pt x="191" y="63"/>
                    </a:lnTo>
                    <a:close/>
                  </a:path>
                </a:pathLst>
              </a:cu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859" name="Freeform 961">
                <a:extLst>
                  <a:ext uri="{FF2B5EF4-FFF2-40B4-BE49-F238E27FC236}">
                    <a16:creationId xmlns:a16="http://schemas.microsoft.com/office/drawing/2014/main" id="{F25D23CD-712A-107D-D105-DEA6B551CA4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080" y="3161"/>
                <a:ext cx="7" cy="4"/>
              </a:xfrm>
              <a:custGeom>
                <a:avLst/>
                <a:gdLst>
                  <a:gd name="T0" fmla="*/ 0 w 48"/>
                  <a:gd name="T1" fmla="*/ 0 h 32"/>
                  <a:gd name="T2" fmla="*/ 0 w 48"/>
                  <a:gd name="T3" fmla="*/ 0 h 32"/>
                  <a:gd name="T4" fmla="*/ 0 w 48"/>
                  <a:gd name="T5" fmla="*/ 0 h 32"/>
                  <a:gd name="T6" fmla="*/ 0 w 48"/>
                  <a:gd name="T7" fmla="*/ 0 h 32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48"/>
                  <a:gd name="T13" fmla="*/ 0 h 32"/>
                  <a:gd name="T14" fmla="*/ 48 w 48"/>
                  <a:gd name="T15" fmla="*/ 32 h 32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48" h="32">
                    <a:moveTo>
                      <a:pt x="48" y="32"/>
                    </a:moveTo>
                    <a:lnTo>
                      <a:pt x="1" y="0"/>
                    </a:lnTo>
                    <a:lnTo>
                      <a:pt x="0" y="2"/>
                    </a:lnTo>
                    <a:lnTo>
                      <a:pt x="48" y="32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860" name="Line 962">
                <a:extLst>
                  <a:ext uri="{FF2B5EF4-FFF2-40B4-BE49-F238E27FC236}">
                    <a16:creationId xmlns:a16="http://schemas.microsoft.com/office/drawing/2014/main" id="{5573E184-5FA8-E7E7-8154-BDFCDF270C4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3080" y="3161"/>
                <a:ext cx="1" cy="1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861" name="Freeform 963">
                <a:extLst>
                  <a:ext uri="{FF2B5EF4-FFF2-40B4-BE49-F238E27FC236}">
                    <a16:creationId xmlns:a16="http://schemas.microsoft.com/office/drawing/2014/main" id="{CD47EFB7-0A52-8D92-52C7-EB774A34633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068" y="3161"/>
                <a:ext cx="26" cy="30"/>
              </a:xfrm>
              <a:custGeom>
                <a:avLst/>
                <a:gdLst>
                  <a:gd name="T0" fmla="*/ 0 w 184"/>
                  <a:gd name="T1" fmla="*/ 0 h 207"/>
                  <a:gd name="T2" fmla="*/ 0 w 184"/>
                  <a:gd name="T3" fmla="*/ 0 h 207"/>
                  <a:gd name="T4" fmla="*/ 0 w 184"/>
                  <a:gd name="T5" fmla="*/ 0 h 207"/>
                  <a:gd name="T6" fmla="*/ 0 w 184"/>
                  <a:gd name="T7" fmla="*/ 0 h 207"/>
                  <a:gd name="T8" fmla="*/ 0 w 184"/>
                  <a:gd name="T9" fmla="*/ 0 h 207"/>
                  <a:gd name="T10" fmla="*/ 0 w 184"/>
                  <a:gd name="T11" fmla="*/ 0 h 207"/>
                  <a:gd name="T12" fmla="*/ 0 w 184"/>
                  <a:gd name="T13" fmla="*/ 0 h 207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184"/>
                  <a:gd name="T22" fmla="*/ 0 h 207"/>
                  <a:gd name="T23" fmla="*/ 184 w 184"/>
                  <a:gd name="T24" fmla="*/ 207 h 207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184" h="207">
                    <a:moveTo>
                      <a:pt x="184" y="59"/>
                    </a:moveTo>
                    <a:lnTo>
                      <a:pt x="136" y="30"/>
                    </a:lnTo>
                    <a:lnTo>
                      <a:pt x="88" y="0"/>
                    </a:lnTo>
                    <a:lnTo>
                      <a:pt x="0" y="148"/>
                    </a:lnTo>
                    <a:lnTo>
                      <a:pt x="49" y="178"/>
                    </a:lnTo>
                    <a:lnTo>
                      <a:pt x="97" y="207"/>
                    </a:lnTo>
                    <a:lnTo>
                      <a:pt x="184" y="59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862" name="Freeform 964">
                <a:extLst>
                  <a:ext uri="{FF2B5EF4-FFF2-40B4-BE49-F238E27FC236}">
                    <a16:creationId xmlns:a16="http://schemas.microsoft.com/office/drawing/2014/main" id="{F87BE340-A8DE-83C3-6816-3C0DC736E56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068" y="3161"/>
                <a:ext cx="26" cy="30"/>
              </a:xfrm>
              <a:custGeom>
                <a:avLst/>
                <a:gdLst>
                  <a:gd name="T0" fmla="*/ 0 w 184"/>
                  <a:gd name="T1" fmla="*/ 0 h 207"/>
                  <a:gd name="T2" fmla="*/ 0 w 184"/>
                  <a:gd name="T3" fmla="*/ 0 h 207"/>
                  <a:gd name="T4" fmla="*/ 0 w 184"/>
                  <a:gd name="T5" fmla="*/ 0 h 207"/>
                  <a:gd name="T6" fmla="*/ 0 w 184"/>
                  <a:gd name="T7" fmla="*/ 0 h 207"/>
                  <a:gd name="T8" fmla="*/ 0 w 184"/>
                  <a:gd name="T9" fmla="*/ 0 h 207"/>
                  <a:gd name="T10" fmla="*/ 0 w 184"/>
                  <a:gd name="T11" fmla="*/ 0 h 207"/>
                  <a:gd name="T12" fmla="*/ 0 w 184"/>
                  <a:gd name="T13" fmla="*/ 0 h 207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184"/>
                  <a:gd name="T22" fmla="*/ 0 h 207"/>
                  <a:gd name="T23" fmla="*/ 184 w 184"/>
                  <a:gd name="T24" fmla="*/ 207 h 207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184" h="207">
                    <a:moveTo>
                      <a:pt x="184" y="59"/>
                    </a:moveTo>
                    <a:lnTo>
                      <a:pt x="136" y="30"/>
                    </a:lnTo>
                    <a:lnTo>
                      <a:pt x="88" y="0"/>
                    </a:lnTo>
                    <a:lnTo>
                      <a:pt x="0" y="148"/>
                    </a:lnTo>
                    <a:lnTo>
                      <a:pt x="49" y="178"/>
                    </a:lnTo>
                    <a:lnTo>
                      <a:pt x="97" y="207"/>
                    </a:lnTo>
                    <a:lnTo>
                      <a:pt x="184" y="59"/>
                    </a:lnTo>
                    <a:close/>
                  </a:path>
                </a:pathLst>
              </a:cu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863" name="Freeform 965">
                <a:extLst>
                  <a:ext uri="{FF2B5EF4-FFF2-40B4-BE49-F238E27FC236}">
                    <a16:creationId xmlns:a16="http://schemas.microsoft.com/office/drawing/2014/main" id="{A8B410F9-F17F-1000-9E50-273E173D543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067" y="3182"/>
                <a:ext cx="8" cy="4"/>
              </a:xfrm>
              <a:custGeom>
                <a:avLst/>
                <a:gdLst>
                  <a:gd name="T0" fmla="*/ 0 w 51"/>
                  <a:gd name="T1" fmla="*/ 0 h 30"/>
                  <a:gd name="T2" fmla="*/ 0 w 51"/>
                  <a:gd name="T3" fmla="*/ 0 h 30"/>
                  <a:gd name="T4" fmla="*/ 0 w 51"/>
                  <a:gd name="T5" fmla="*/ 0 h 30"/>
                  <a:gd name="T6" fmla="*/ 0 w 51"/>
                  <a:gd name="T7" fmla="*/ 0 h 30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51"/>
                  <a:gd name="T13" fmla="*/ 0 h 30"/>
                  <a:gd name="T14" fmla="*/ 51 w 51"/>
                  <a:gd name="T15" fmla="*/ 30 h 30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51" h="30">
                    <a:moveTo>
                      <a:pt x="51" y="30"/>
                    </a:moveTo>
                    <a:lnTo>
                      <a:pt x="2" y="0"/>
                    </a:lnTo>
                    <a:lnTo>
                      <a:pt x="0" y="4"/>
                    </a:lnTo>
                    <a:lnTo>
                      <a:pt x="51" y="3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864" name="Line 966">
                <a:extLst>
                  <a:ext uri="{FF2B5EF4-FFF2-40B4-BE49-F238E27FC236}">
                    <a16:creationId xmlns:a16="http://schemas.microsoft.com/office/drawing/2014/main" id="{BCC6E317-1826-AD42-2CB4-4CB6D9F215D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3067" y="3182"/>
                <a:ext cx="1" cy="1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865" name="Freeform 967">
                <a:extLst>
                  <a:ext uri="{FF2B5EF4-FFF2-40B4-BE49-F238E27FC236}">
                    <a16:creationId xmlns:a16="http://schemas.microsoft.com/office/drawing/2014/main" id="{CEACDD16-67D4-57B7-1466-92C3C7D5712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056" y="3183"/>
                <a:ext cx="26" cy="29"/>
              </a:xfrm>
              <a:custGeom>
                <a:avLst/>
                <a:gdLst>
                  <a:gd name="T0" fmla="*/ 0 w 178"/>
                  <a:gd name="T1" fmla="*/ 0 h 204"/>
                  <a:gd name="T2" fmla="*/ 0 w 178"/>
                  <a:gd name="T3" fmla="*/ 0 h 204"/>
                  <a:gd name="T4" fmla="*/ 0 w 178"/>
                  <a:gd name="T5" fmla="*/ 0 h 204"/>
                  <a:gd name="T6" fmla="*/ 0 w 178"/>
                  <a:gd name="T7" fmla="*/ 0 h 204"/>
                  <a:gd name="T8" fmla="*/ 0 w 178"/>
                  <a:gd name="T9" fmla="*/ 0 h 204"/>
                  <a:gd name="T10" fmla="*/ 0 w 178"/>
                  <a:gd name="T11" fmla="*/ 0 h 204"/>
                  <a:gd name="T12" fmla="*/ 0 w 178"/>
                  <a:gd name="T13" fmla="*/ 0 h 204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178"/>
                  <a:gd name="T22" fmla="*/ 0 h 204"/>
                  <a:gd name="T23" fmla="*/ 178 w 178"/>
                  <a:gd name="T24" fmla="*/ 204 h 204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178" h="204">
                    <a:moveTo>
                      <a:pt x="178" y="51"/>
                    </a:moveTo>
                    <a:lnTo>
                      <a:pt x="128" y="26"/>
                    </a:lnTo>
                    <a:lnTo>
                      <a:pt x="77" y="0"/>
                    </a:lnTo>
                    <a:lnTo>
                      <a:pt x="0" y="152"/>
                    </a:lnTo>
                    <a:lnTo>
                      <a:pt x="50" y="178"/>
                    </a:lnTo>
                    <a:lnTo>
                      <a:pt x="101" y="204"/>
                    </a:lnTo>
                    <a:lnTo>
                      <a:pt x="178" y="51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866" name="Freeform 968">
                <a:extLst>
                  <a:ext uri="{FF2B5EF4-FFF2-40B4-BE49-F238E27FC236}">
                    <a16:creationId xmlns:a16="http://schemas.microsoft.com/office/drawing/2014/main" id="{E912C7BF-191D-4230-5CBD-127764543EA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056" y="3183"/>
                <a:ext cx="26" cy="29"/>
              </a:xfrm>
              <a:custGeom>
                <a:avLst/>
                <a:gdLst>
                  <a:gd name="T0" fmla="*/ 0 w 178"/>
                  <a:gd name="T1" fmla="*/ 0 h 204"/>
                  <a:gd name="T2" fmla="*/ 0 w 178"/>
                  <a:gd name="T3" fmla="*/ 0 h 204"/>
                  <a:gd name="T4" fmla="*/ 0 w 178"/>
                  <a:gd name="T5" fmla="*/ 0 h 204"/>
                  <a:gd name="T6" fmla="*/ 0 w 178"/>
                  <a:gd name="T7" fmla="*/ 0 h 204"/>
                  <a:gd name="T8" fmla="*/ 0 w 178"/>
                  <a:gd name="T9" fmla="*/ 0 h 204"/>
                  <a:gd name="T10" fmla="*/ 0 w 178"/>
                  <a:gd name="T11" fmla="*/ 0 h 204"/>
                  <a:gd name="T12" fmla="*/ 0 w 178"/>
                  <a:gd name="T13" fmla="*/ 0 h 204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178"/>
                  <a:gd name="T22" fmla="*/ 0 h 204"/>
                  <a:gd name="T23" fmla="*/ 178 w 178"/>
                  <a:gd name="T24" fmla="*/ 204 h 204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178" h="204">
                    <a:moveTo>
                      <a:pt x="178" y="51"/>
                    </a:moveTo>
                    <a:lnTo>
                      <a:pt x="128" y="26"/>
                    </a:lnTo>
                    <a:lnTo>
                      <a:pt x="77" y="0"/>
                    </a:lnTo>
                    <a:lnTo>
                      <a:pt x="0" y="152"/>
                    </a:lnTo>
                    <a:lnTo>
                      <a:pt x="50" y="178"/>
                    </a:lnTo>
                    <a:lnTo>
                      <a:pt x="101" y="204"/>
                    </a:lnTo>
                    <a:lnTo>
                      <a:pt x="178" y="51"/>
                    </a:lnTo>
                    <a:close/>
                  </a:path>
                </a:pathLst>
              </a:cu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867" name="Freeform 969">
                <a:extLst>
                  <a:ext uri="{FF2B5EF4-FFF2-40B4-BE49-F238E27FC236}">
                    <a16:creationId xmlns:a16="http://schemas.microsoft.com/office/drawing/2014/main" id="{A7F0A1C9-483D-8D79-4087-FEEFF654A65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056" y="3204"/>
                <a:ext cx="8" cy="4"/>
              </a:xfrm>
              <a:custGeom>
                <a:avLst/>
                <a:gdLst>
                  <a:gd name="T0" fmla="*/ 0 w 51"/>
                  <a:gd name="T1" fmla="*/ 0 h 26"/>
                  <a:gd name="T2" fmla="*/ 0 w 51"/>
                  <a:gd name="T3" fmla="*/ 0 h 26"/>
                  <a:gd name="T4" fmla="*/ 0 w 51"/>
                  <a:gd name="T5" fmla="*/ 0 h 26"/>
                  <a:gd name="T6" fmla="*/ 0 w 51"/>
                  <a:gd name="T7" fmla="*/ 0 h 26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51"/>
                  <a:gd name="T13" fmla="*/ 0 h 26"/>
                  <a:gd name="T14" fmla="*/ 51 w 51"/>
                  <a:gd name="T15" fmla="*/ 26 h 2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51" h="26">
                    <a:moveTo>
                      <a:pt x="51" y="26"/>
                    </a:moveTo>
                    <a:lnTo>
                      <a:pt x="1" y="0"/>
                    </a:lnTo>
                    <a:lnTo>
                      <a:pt x="0" y="4"/>
                    </a:lnTo>
                    <a:lnTo>
                      <a:pt x="51" y="26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868" name="Line 970">
                <a:extLst>
                  <a:ext uri="{FF2B5EF4-FFF2-40B4-BE49-F238E27FC236}">
                    <a16:creationId xmlns:a16="http://schemas.microsoft.com/office/drawing/2014/main" id="{FE79888C-6EF7-4AC5-B1D6-BE37267FCA2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3056" y="3204"/>
                <a:ext cx="1" cy="1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869" name="Freeform 971">
                <a:extLst>
                  <a:ext uri="{FF2B5EF4-FFF2-40B4-BE49-F238E27FC236}">
                    <a16:creationId xmlns:a16="http://schemas.microsoft.com/office/drawing/2014/main" id="{85F84AEE-4878-0A95-A5E7-E28B6AB1020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046" y="3205"/>
                <a:ext cx="25" cy="29"/>
              </a:xfrm>
              <a:custGeom>
                <a:avLst/>
                <a:gdLst>
                  <a:gd name="T0" fmla="*/ 0 w 172"/>
                  <a:gd name="T1" fmla="*/ 0 h 203"/>
                  <a:gd name="T2" fmla="*/ 0 w 172"/>
                  <a:gd name="T3" fmla="*/ 0 h 203"/>
                  <a:gd name="T4" fmla="*/ 0 w 172"/>
                  <a:gd name="T5" fmla="*/ 0 h 203"/>
                  <a:gd name="T6" fmla="*/ 0 w 172"/>
                  <a:gd name="T7" fmla="*/ 0 h 203"/>
                  <a:gd name="T8" fmla="*/ 0 w 172"/>
                  <a:gd name="T9" fmla="*/ 0 h 203"/>
                  <a:gd name="T10" fmla="*/ 0 w 172"/>
                  <a:gd name="T11" fmla="*/ 0 h 203"/>
                  <a:gd name="T12" fmla="*/ 0 w 172"/>
                  <a:gd name="T13" fmla="*/ 0 h 203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172"/>
                  <a:gd name="T22" fmla="*/ 0 h 203"/>
                  <a:gd name="T23" fmla="*/ 172 w 172"/>
                  <a:gd name="T24" fmla="*/ 203 h 203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172" h="203">
                    <a:moveTo>
                      <a:pt x="172" y="45"/>
                    </a:moveTo>
                    <a:lnTo>
                      <a:pt x="120" y="22"/>
                    </a:lnTo>
                    <a:lnTo>
                      <a:pt x="69" y="0"/>
                    </a:lnTo>
                    <a:lnTo>
                      <a:pt x="0" y="158"/>
                    </a:lnTo>
                    <a:lnTo>
                      <a:pt x="52" y="180"/>
                    </a:lnTo>
                    <a:lnTo>
                      <a:pt x="103" y="203"/>
                    </a:lnTo>
                    <a:lnTo>
                      <a:pt x="172" y="45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870" name="Freeform 972">
                <a:extLst>
                  <a:ext uri="{FF2B5EF4-FFF2-40B4-BE49-F238E27FC236}">
                    <a16:creationId xmlns:a16="http://schemas.microsoft.com/office/drawing/2014/main" id="{F16654DE-1F6F-74ED-AEC1-C790CAF7A63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046" y="3205"/>
                <a:ext cx="25" cy="29"/>
              </a:xfrm>
              <a:custGeom>
                <a:avLst/>
                <a:gdLst>
                  <a:gd name="T0" fmla="*/ 0 w 172"/>
                  <a:gd name="T1" fmla="*/ 0 h 203"/>
                  <a:gd name="T2" fmla="*/ 0 w 172"/>
                  <a:gd name="T3" fmla="*/ 0 h 203"/>
                  <a:gd name="T4" fmla="*/ 0 w 172"/>
                  <a:gd name="T5" fmla="*/ 0 h 203"/>
                  <a:gd name="T6" fmla="*/ 0 w 172"/>
                  <a:gd name="T7" fmla="*/ 0 h 203"/>
                  <a:gd name="T8" fmla="*/ 0 w 172"/>
                  <a:gd name="T9" fmla="*/ 0 h 203"/>
                  <a:gd name="T10" fmla="*/ 0 w 172"/>
                  <a:gd name="T11" fmla="*/ 0 h 203"/>
                  <a:gd name="T12" fmla="*/ 0 w 172"/>
                  <a:gd name="T13" fmla="*/ 0 h 203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172"/>
                  <a:gd name="T22" fmla="*/ 0 h 203"/>
                  <a:gd name="T23" fmla="*/ 172 w 172"/>
                  <a:gd name="T24" fmla="*/ 203 h 203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172" h="203">
                    <a:moveTo>
                      <a:pt x="172" y="45"/>
                    </a:moveTo>
                    <a:lnTo>
                      <a:pt x="120" y="22"/>
                    </a:lnTo>
                    <a:lnTo>
                      <a:pt x="69" y="0"/>
                    </a:lnTo>
                    <a:lnTo>
                      <a:pt x="0" y="158"/>
                    </a:lnTo>
                    <a:lnTo>
                      <a:pt x="52" y="180"/>
                    </a:lnTo>
                    <a:lnTo>
                      <a:pt x="103" y="203"/>
                    </a:lnTo>
                    <a:lnTo>
                      <a:pt x="172" y="45"/>
                    </a:lnTo>
                    <a:close/>
                  </a:path>
                </a:pathLst>
              </a:cu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871" name="Freeform 973">
                <a:extLst>
                  <a:ext uri="{FF2B5EF4-FFF2-40B4-BE49-F238E27FC236}">
                    <a16:creationId xmlns:a16="http://schemas.microsoft.com/office/drawing/2014/main" id="{CD837E59-9F4F-6C8A-A89C-5484F1B9A7E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046" y="3228"/>
                <a:ext cx="8" cy="3"/>
              </a:xfrm>
              <a:custGeom>
                <a:avLst/>
                <a:gdLst>
                  <a:gd name="T0" fmla="*/ 0 w 53"/>
                  <a:gd name="T1" fmla="*/ 0 h 22"/>
                  <a:gd name="T2" fmla="*/ 0 w 53"/>
                  <a:gd name="T3" fmla="*/ 0 h 22"/>
                  <a:gd name="T4" fmla="*/ 0 w 53"/>
                  <a:gd name="T5" fmla="*/ 0 h 22"/>
                  <a:gd name="T6" fmla="*/ 0 w 53"/>
                  <a:gd name="T7" fmla="*/ 0 h 22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53"/>
                  <a:gd name="T13" fmla="*/ 0 h 22"/>
                  <a:gd name="T14" fmla="*/ 53 w 53"/>
                  <a:gd name="T15" fmla="*/ 22 h 22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53" h="22">
                    <a:moveTo>
                      <a:pt x="53" y="22"/>
                    </a:moveTo>
                    <a:lnTo>
                      <a:pt x="1" y="0"/>
                    </a:lnTo>
                    <a:lnTo>
                      <a:pt x="0" y="3"/>
                    </a:lnTo>
                    <a:lnTo>
                      <a:pt x="53" y="22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872" name="Line 974">
                <a:extLst>
                  <a:ext uri="{FF2B5EF4-FFF2-40B4-BE49-F238E27FC236}">
                    <a16:creationId xmlns:a16="http://schemas.microsoft.com/office/drawing/2014/main" id="{6DFFD20C-6F42-B9C0-C56C-46E4A1D68C6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3046" y="3228"/>
                <a:ext cx="1" cy="1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873" name="Freeform 975">
                <a:extLst>
                  <a:ext uri="{FF2B5EF4-FFF2-40B4-BE49-F238E27FC236}">
                    <a16:creationId xmlns:a16="http://schemas.microsoft.com/office/drawing/2014/main" id="{828ACBE9-35BF-9B74-0083-9F816E27C8E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038" y="3228"/>
                <a:ext cx="23" cy="29"/>
              </a:xfrm>
              <a:custGeom>
                <a:avLst/>
                <a:gdLst>
                  <a:gd name="T0" fmla="*/ 0 w 164"/>
                  <a:gd name="T1" fmla="*/ 0 h 200"/>
                  <a:gd name="T2" fmla="*/ 0 w 164"/>
                  <a:gd name="T3" fmla="*/ 0 h 200"/>
                  <a:gd name="T4" fmla="*/ 0 w 164"/>
                  <a:gd name="T5" fmla="*/ 0 h 200"/>
                  <a:gd name="T6" fmla="*/ 0 w 164"/>
                  <a:gd name="T7" fmla="*/ 0 h 200"/>
                  <a:gd name="T8" fmla="*/ 0 w 164"/>
                  <a:gd name="T9" fmla="*/ 0 h 200"/>
                  <a:gd name="T10" fmla="*/ 0 w 164"/>
                  <a:gd name="T11" fmla="*/ 0 h 200"/>
                  <a:gd name="T12" fmla="*/ 0 w 164"/>
                  <a:gd name="T13" fmla="*/ 0 h 200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164"/>
                  <a:gd name="T22" fmla="*/ 0 h 200"/>
                  <a:gd name="T23" fmla="*/ 164 w 164"/>
                  <a:gd name="T24" fmla="*/ 200 h 200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164" h="200">
                    <a:moveTo>
                      <a:pt x="164" y="39"/>
                    </a:moveTo>
                    <a:lnTo>
                      <a:pt x="111" y="19"/>
                    </a:lnTo>
                    <a:lnTo>
                      <a:pt x="58" y="0"/>
                    </a:lnTo>
                    <a:lnTo>
                      <a:pt x="0" y="162"/>
                    </a:lnTo>
                    <a:lnTo>
                      <a:pt x="52" y="181"/>
                    </a:lnTo>
                    <a:lnTo>
                      <a:pt x="105" y="200"/>
                    </a:lnTo>
                    <a:lnTo>
                      <a:pt x="164" y="39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874" name="Freeform 976">
                <a:extLst>
                  <a:ext uri="{FF2B5EF4-FFF2-40B4-BE49-F238E27FC236}">
                    <a16:creationId xmlns:a16="http://schemas.microsoft.com/office/drawing/2014/main" id="{210BE274-7A8E-0FC4-8B2A-639DC63023B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038" y="3228"/>
                <a:ext cx="23" cy="29"/>
              </a:xfrm>
              <a:custGeom>
                <a:avLst/>
                <a:gdLst>
                  <a:gd name="T0" fmla="*/ 0 w 164"/>
                  <a:gd name="T1" fmla="*/ 0 h 200"/>
                  <a:gd name="T2" fmla="*/ 0 w 164"/>
                  <a:gd name="T3" fmla="*/ 0 h 200"/>
                  <a:gd name="T4" fmla="*/ 0 w 164"/>
                  <a:gd name="T5" fmla="*/ 0 h 200"/>
                  <a:gd name="T6" fmla="*/ 0 w 164"/>
                  <a:gd name="T7" fmla="*/ 0 h 200"/>
                  <a:gd name="T8" fmla="*/ 0 w 164"/>
                  <a:gd name="T9" fmla="*/ 0 h 200"/>
                  <a:gd name="T10" fmla="*/ 0 w 164"/>
                  <a:gd name="T11" fmla="*/ 0 h 200"/>
                  <a:gd name="T12" fmla="*/ 0 w 164"/>
                  <a:gd name="T13" fmla="*/ 0 h 200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164"/>
                  <a:gd name="T22" fmla="*/ 0 h 200"/>
                  <a:gd name="T23" fmla="*/ 164 w 164"/>
                  <a:gd name="T24" fmla="*/ 200 h 200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164" h="200">
                    <a:moveTo>
                      <a:pt x="164" y="39"/>
                    </a:moveTo>
                    <a:lnTo>
                      <a:pt x="111" y="19"/>
                    </a:lnTo>
                    <a:lnTo>
                      <a:pt x="58" y="0"/>
                    </a:lnTo>
                    <a:lnTo>
                      <a:pt x="0" y="162"/>
                    </a:lnTo>
                    <a:lnTo>
                      <a:pt x="52" y="181"/>
                    </a:lnTo>
                    <a:lnTo>
                      <a:pt x="105" y="200"/>
                    </a:lnTo>
                    <a:lnTo>
                      <a:pt x="164" y="39"/>
                    </a:lnTo>
                    <a:close/>
                  </a:path>
                </a:pathLst>
              </a:cu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875" name="Freeform 977">
                <a:extLst>
                  <a:ext uri="{FF2B5EF4-FFF2-40B4-BE49-F238E27FC236}">
                    <a16:creationId xmlns:a16="http://schemas.microsoft.com/office/drawing/2014/main" id="{9997FE4B-9B7D-3116-FB00-65586165749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038" y="3251"/>
                <a:ext cx="7" cy="3"/>
              </a:xfrm>
              <a:custGeom>
                <a:avLst/>
                <a:gdLst>
                  <a:gd name="T0" fmla="*/ 0 w 53"/>
                  <a:gd name="T1" fmla="*/ 0 h 19"/>
                  <a:gd name="T2" fmla="*/ 0 w 53"/>
                  <a:gd name="T3" fmla="*/ 0 h 19"/>
                  <a:gd name="T4" fmla="*/ 0 w 53"/>
                  <a:gd name="T5" fmla="*/ 0 h 19"/>
                  <a:gd name="T6" fmla="*/ 0 w 53"/>
                  <a:gd name="T7" fmla="*/ 0 h 19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53"/>
                  <a:gd name="T13" fmla="*/ 0 h 19"/>
                  <a:gd name="T14" fmla="*/ 53 w 53"/>
                  <a:gd name="T15" fmla="*/ 19 h 19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53" h="19">
                    <a:moveTo>
                      <a:pt x="53" y="19"/>
                    </a:moveTo>
                    <a:lnTo>
                      <a:pt x="1" y="0"/>
                    </a:lnTo>
                    <a:lnTo>
                      <a:pt x="0" y="3"/>
                    </a:lnTo>
                    <a:lnTo>
                      <a:pt x="53" y="19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876" name="Line 978">
                <a:extLst>
                  <a:ext uri="{FF2B5EF4-FFF2-40B4-BE49-F238E27FC236}">
                    <a16:creationId xmlns:a16="http://schemas.microsoft.com/office/drawing/2014/main" id="{ACBCEB56-033A-5B97-2E22-2E594C59363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3038" y="3251"/>
                <a:ext cx="1" cy="1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877" name="Freeform 979">
                <a:extLst>
                  <a:ext uri="{FF2B5EF4-FFF2-40B4-BE49-F238E27FC236}">
                    <a16:creationId xmlns:a16="http://schemas.microsoft.com/office/drawing/2014/main" id="{62451722-707A-FCB9-26A3-35AA1CD1551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031" y="3252"/>
                <a:ext cx="22" cy="28"/>
              </a:xfrm>
              <a:custGeom>
                <a:avLst/>
                <a:gdLst>
                  <a:gd name="T0" fmla="*/ 0 w 156"/>
                  <a:gd name="T1" fmla="*/ 0 h 197"/>
                  <a:gd name="T2" fmla="*/ 0 w 156"/>
                  <a:gd name="T3" fmla="*/ 0 h 197"/>
                  <a:gd name="T4" fmla="*/ 0 w 156"/>
                  <a:gd name="T5" fmla="*/ 0 h 197"/>
                  <a:gd name="T6" fmla="*/ 0 w 156"/>
                  <a:gd name="T7" fmla="*/ 0 h 197"/>
                  <a:gd name="T8" fmla="*/ 0 w 156"/>
                  <a:gd name="T9" fmla="*/ 0 h 197"/>
                  <a:gd name="T10" fmla="*/ 0 w 156"/>
                  <a:gd name="T11" fmla="*/ 0 h 197"/>
                  <a:gd name="T12" fmla="*/ 0 w 156"/>
                  <a:gd name="T13" fmla="*/ 0 h 197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156"/>
                  <a:gd name="T22" fmla="*/ 0 h 197"/>
                  <a:gd name="T23" fmla="*/ 156 w 156"/>
                  <a:gd name="T24" fmla="*/ 197 h 197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156" h="197">
                    <a:moveTo>
                      <a:pt x="156" y="32"/>
                    </a:moveTo>
                    <a:lnTo>
                      <a:pt x="102" y="16"/>
                    </a:lnTo>
                    <a:lnTo>
                      <a:pt x="49" y="0"/>
                    </a:lnTo>
                    <a:lnTo>
                      <a:pt x="0" y="165"/>
                    </a:lnTo>
                    <a:lnTo>
                      <a:pt x="54" y="181"/>
                    </a:lnTo>
                    <a:lnTo>
                      <a:pt x="108" y="197"/>
                    </a:lnTo>
                    <a:lnTo>
                      <a:pt x="156" y="32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878" name="Freeform 980">
                <a:extLst>
                  <a:ext uri="{FF2B5EF4-FFF2-40B4-BE49-F238E27FC236}">
                    <a16:creationId xmlns:a16="http://schemas.microsoft.com/office/drawing/2014/main" id="{0038B9DA-1982-E5A8-4A70-DA797AB9B49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031" y="3252"/>
                <a:ext cx="22" cy="28"/>
              </a:xfrm>
              <a:custGeom>
                <a:avLst/>
                <a:gdLst>
                  <a:gd name="T0" fmla="*/ 0 w 156"/>
                  <a:gd name="T1" fmla="*/ 0 h 197"/>
                  <a:gd name="T2" fmla="*/ 0 w 156"/>
                  <a:gd name="T3" fmla="*/ 0 h 197"/>
                  <a:gd name="T4" fmla="*/ 0 w 156"/>
                  <a:gd name="T5" fmla="*/ 0 h 197"/>
                  <a:gd name="T6" fmla="*/ 0 w 156"/>
                  <a:gd name="T7" fmla="*/ 0 h 197"/>
                  <a:gd name="T8" fmla="*/ 0 w 156"/>
                  <a:gd name="T9" fmla="*/ 0 h 197"/>
                  <a:gd name="T10" fmla="*/ 0 w 156"/>
                  <a:gd name="T11" fmla="*/ 0 h 197"/>
                  <a:gd name="T12" fmla="*/ 0 w 156"/>
                  <a:gd name="T13" fmla="*/ 0 h 197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156"/>
                  <a:gd name="T22" fmla="*/ 0 h 197"/>
                  <a:gd name="T23" fmla="*/ 156 w 156"/>
                  <a:gd name="T24" fmla="*/ 197 h 197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156" h="197">
                    <a:moveTo>
                      <a:pt x="156" y="32"/>
                    </a:moveTo>
                    <a:lnTo>
                      <a:pt x="102" y="16"/>
                    </a:lnTo>
                    <a:lnTo>
                      <a:pt x="49" y="0"/>
                    </a:lnTo>
                    <a:lnTo>
                      <a:pt x="0" y="165"/>
                    </a:lnTo>
                    <a:lnTo>
                      <a:pt x="54" y="181"/>
                    </a:lnTo>
                    <a:lnTo>
                      <a:pt x="108" y="197"/>
                    </a:lnTo>
                    <a:lnTo>
                      <a:pt x="156" y="32"/>
                    </a:lnTo>
                    <a:close/>
                  </a:path>
                </a:pathLst>
              </a:cu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879" name="Freeform 981">
                <a:extLst>
                  <a:ext uri="{FF2B5EF4-FFF2-40B4-BE49-F238E27FC236}">
                    <a16:creationId xmlns:a16="http://schemas.microsoft.com/office/drawing/2014/main" id="{96736791-CD33-CC72-C9EB-1FDE6AB95B3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031" y="3275"/>
                <a:ext cx="8" cy="2"/>
              </a:xfrm>
              <a:custGeom>
                <a:avLst/>
                <a:gdLst>
                  <a:gd name="T0" fmla="*/ 0 w 55"/>
                  <a:gd name="T1" fmla="*/ 0 h 16"/>
                  <a:gd name="T2" fmla="*/ 0 w 55"/>
                  <a:gd name="T3" fmla="*/ 0 h 16"/>
                  <a:gd name="T4" fmla="*/ 0 w 55"/>
                  <a:gd name="T5" fmla="*/ 0 h 16"/>
                  <a:gd name="T6" fmla="*/ 0 w 55"/>
                  <a:gd name="T7" fmla="*/ 0 h 16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55"/>
                  <a:gd name="T13" fmla="*/ 0 h 16"/>
                  <a:gd name="T14" fmla="*/ 55 w 55"/>
                  <a:gd name="T15" fmla="*/ 16 h 1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55" h="16">
                    <a:moveTo>
                      <a:pt x="55" y="16"/>
                    </a:moveTo>
                    <a:lnTo>
                      <a:pt x="1" y="0"/>
                    </a:lnTo>
                    <a:lnTo>
                      <a:pt x="0" y="4"/>
                    </a:lnTo>
                    <a:lnTo>
                      <a:pt x="55" y="16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880" name="Line 982">
                <a:extLst>
                  <a:ext uri="{FF2B5EF4-FFF2-40B4-BE49-F238E27FC236}">
                    <a16:creationId xmlns:a16="http://schemas.microsoft.com/office/drawing/2014/main" id="{529F3AD1-4D24-83F8-C585-08598297173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3031" y="3275"/>
                <a:ext cx="1" cy="1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881" name="Freeform 983">
                <a:extLst>
                  <a:ext uri="{FF2B5EF4-FFF2-40B4-BE49-F238E27FC236}">
                    <a16:creationId xmlns:a16="http://schemas.microsoft.com/office/drawing/2014/main" id="{EB7CFA41-61F9-4799-D499-7E28EE3A6E5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025" y="3276"/>
                <a:ext cx="21" cy="27"/>
              </a:xfrm>
              <a:custGeom>
                <a:avLst/>
                <a:gdLst>
                  <a:gd name="T0" fmla="*/ 0 w 147"/>
                  <a:gd name="T1" fmla="*/ 0 h 193"/>
                  <a:gd name="T2" fmla="*/ 0 w 147"/>
                  <a:gd name="T3" fmla="*/ 0 h 193"/>
                  <a:gd name="T4" fmla="*/ 0 w 147"/>
                  <a:gd name="T5" fmla="*/ 0 h 193"/>
                  <a:gd name="T6" fmla="*/ 0 w 147"/>
                  <a:gd name="T7" fmla="*/ 0 h 193"/>
                  <a:gd name="T8" fmla="*/ 0 w 147"/>
                  <a:gd name="T9" fmla="*/ 0 h 193"/>
                  <a:gd name="T10" fmla="*/ 0 w 147"/>
                  <a:gd name="T11" fmla="*/ 0 h 193"/>
                  <a:gd name="T12" fmla="*/ 0 w 147"/>
                  <a:gd name="T13" fmla="*/ 0 h 193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147"/>
                  <a:gd name="T22" fmla="*/ 0 h 193"/>
                  <a:gd name="T23" fmla="*/ 147 w 147"/>
                  <a:gd name="T24" fmla="*/ 193 h 193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147" h="193">
                    <a:moveTo>
                      <a:pt x="147" y="24"/>
                    </a:moveTo>
                    <a:lnTo>
                      <a:pt x="92" y="12"/>
                    </a:lnTo>
                    <a:lnTo>
                      <a:pt x="37" y="0"/>
                    </a:lnTo>
                    <a:lnTo>
                      <a:pt x="0" y="168"/>
                    </a:lnTo>
                    <a:lnTo>
                      <a:pt x="55" y="180"/>
                    </a:lnTo>
                    <a:lnTo>
                      <a:pt x="110" y="193"/>
                    </a:lnTo>
                    <a:lnTo>
                      <a:pt x="147" y="24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882" name="Freeform 984">
                <a:extLst>
                  <a:ext uri="{FF2B5EF4-FFF2-40B4-BE49-F238E27FC236}">
                    <a16:creationId xmlns:a16="http://schemas.microsoft.com/office/drawing/2014/main" id="{7B242D5A-DC3C-8813-0A50-9CC4BE69405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025" y="3276"/>
                <a:ext cx="21" cy="27"/>
              </a:xfrm>
              <a:custGeom>
                <a:avLst/>
                <a:gdLst>
                  <a:gd name="T0" fmla="*/ 0 w 147"/>
                  <a:gd name="T1" fmla="*/ 0 h 193"/>
                  <a:gd name="T2" fmla="*/ 0 w 147"/>
                  <a:gd name="T3" fmla="*/ 0 h 193"/>
                  <a:gd name="T4" fmla="*/ 0 w 147"/>
                  <a:gd name="T5" fmla="*/ 0 h 193"/>
                  <a:gd name="T6" fmla="*/ 0 w 147"/>
                  <a:gd name="T7" fmla="*/ 0 h 193"/>
                  <a:gd name="T8" fmla="*/ 0 w 147"/>
                  <a:gd name="T9" fmla="*/ 0 h 193"/>
                  <a:gd name="T10" fmla="*/ 0 w 147"/>
                  <a:gd name="T11" fmla="*/ 0 h 193"/>
                  <a:gd name="T12" fmla="*/ 0 w 147"/>
                  <a:gd name="T13" fmla="*/ 0 h 193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147"/>
                  <a:gd name="T22" fmla="*/ 0 h 193"/>
                  <a:gd name="T23" fmla="*/ 147 w 147"/>
                  <a:gd name="T24" fmla="*/ 193 h 193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147" h="193">
                    <a:moveTo>
                      <a:pt x="147" y="24"/>
                    </a:moveTo>
                    <a:lnTo>
                      <a:pt x="92" y="12"/>
                    </a:lnTo>
                    <a:lnTo>
                      <a:pt x="37" y="0"/>
                    </a:lnTo>
                    <a:lnTo>
                      <a:pt x="0" y="168"/>
                    </a:lnTo>
                    <a:lnTo>
                      <a:pt x="55" y="180"/>
                    </a:lnTo>
                    <a:lnTo>
                      <a:pt x="110" y="193"/>
                    </a:lnTo>
                    <a:lnTo>
                      <a:pt x="147" y="24"/>
                    </a:lnTo>
                    <a:close/>
                  </a:path>
                </a:pathLst>
              </a:cu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883" name="Freeform 985">
                <a:extLst>
                  <a:ext uri="{FF2B5EF4-FFF2-40B4-BE49-F238E27FC236}">
                    <a16:creationId xmlns:a16="http://schemas.microsoft.com/office/drawing/2014/main" id="{FFE0CFF0-6BF6-72D0-7083-AB748E68C95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025" y="3300"/>
                <a:ext cx="8" cy="1"/>
              </a:xfrm>
              <a:custGeom>
                <a:avLst/>
                <a:gdLst>
                  <a:gd name="T0" fmla="*/ 0 w 56"/>
                  <a:gd name="T1" fmla="*/ 0 h 12"/>
                  <a:gd name="T2" fmla="*/ 0 w 56"/>
                  <a:gd name="T3" fmla="*/ 0 h 12"/>
                  <a:gd name="T4" fmla="*/ 0 w 56"/>
                  <a:gd name="T5" fmla="*/ 0 h 12"/>
                  <a:gd name="T6" fmla="*/ 0 w 56"/>
                  <a:gd name="T7" fmla="*/ 0 h 12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56"/>
                  <a:gd name="T13" fmla="*/ 0 h 12"/>
                  <a:gd name="T14" fmla="*/ 56 w 56"/>
                  <a:gd name="T15" fmla="*/ 12 h 12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56" h="12">
                    <a:moveTo>
                      <a:pt x="56" y="12"/>
                    </a:moveTo>
                    <a:lnTo>
                      <a:pt x="1" y="0"/>
                    </a:lnTo>
                    <a:lnTo>
                      <a:pt x="0" y="3"/>
                    </a:lnTo>
                    <a:lnTo>
                      <a:pt x="56" y="12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884" name="Line 986">
                <a:extLst>
                  <a:ext uri="{FF2B5EF4-FFF2-40B4-BE49-F238E27FC236}">
                    <a16:creationId xmlns:a16="http://schemas.microsoft.com/office/drawing/2014/main" id="{4114BB5F-5AA7-6B20-0A69-1A444DDDFCF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3025" y="3300"/>
                <a:ext cx="1" cy="1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885" name="Freeform 987">
                <a:extLst>
                  <a:ext uri="{FF2B5EF4-FFF2-40B4-BE49-F238E27FC236}">
                    <a16:creationId xmlns:a16="http://schemas.microsoft.com/office/drawing/2014/main" id="{3ABF9C71-E8FF-6854-A232-DD3622572D9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021" y="3300"/>
                <a:ext cx="20" cy="27"/>
              </a:xfrm>
              <a:custGeom>
                <a:avLst/>
                <a:gdLst>
                  <a:gd name="T0" fmla="*/ 0 w 139"/>
                  <a:gd name="T1" fmla="*/ 0 h 188"/>
                  <a:gd name="T2" fmla="*/ 0 w 139"/>
                  <a:gd name="T3" fmla="*/ 0 h 188"/>
                  <a:gd name="T4" fmla="*/ 0 w 139"/>
                  <a:gd name="T5" fmla="*/ 0 h 188"/>
                  <a:gd name="T6" fmla="*/ 0 w 139"/>
                  <a:gd name="T7" fmla="*/ 0 h 188"/>
                  <a:gd name="T8" fmla="*/ 0 w 139"/>
                  <a:gd name="T9" fmla="*/ 0 h 188"/>
                  <a:gd name="T10" fmla="*/ 0 w 139"/>
                  <a:gd name="T11" fmla="*/ 0 h 188"/>
                  <a:gd name="T12" fmla="*/ 0 w 139"/>
                  <a:gd name="T13" fmla="*/ 0 h 188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139"/>
                  <a:gd name="T22" fmla="*/ 0 h 188"/>
                  <a:gd name="T23" fmla="*/ 139 w 139"/>
                  <a:gd name="T24" fmla="*/ 188 h 188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139" h="188">
                    <a:moveTo>
                      <a:pt x="139" y="18"/>
                    </a:moveTo>
                    <a:lnTo>
                      <a:pt x="83" y="9"/>
                    </a:lnTo>
                    <a:lnTo>
                      <a:pt x="27" y="0"/>
                    </a:lnTo>
                    <a:lnTo>
                      <a:pt x="0" y="170"/>
                    </a:lnTo>
                    <a:lnTo>
                      <a:pt x="56" y="179"/>
                    </a:lnTo>
                    <a:lnTo>
                      <a:pt x="112" y="188"/>
                    </a:lnTo>
                    <a:lnTo>
                      <a:pt x="139" y="18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886" name="Freeform 988">
                <a:extLst>
                  <a:ext uri="{FF2B5EF4-FFF2-40B4-BE49-F238E27FC236}">
                    <a16:creationId xmlns:a16="http://schemas.microsoft.com/office/drawing/2014/main" id="{4DDDB505-7FC3-B2E4-D39F-8940B808D5F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021" y="3300"/>
                <a:ext cx="20" cy="27"/>
              </a:xfrm>
              <a:custGeom>
                <a:avLst/>
                <a:gdLst>
                  <a:gd name="T0" fmla="*/ 0 w 139"/>
                  <a:gd name="T1" fmla="*/ 0 h 188"/>
                  <a:gd name="T2" fmla="*/ 0 w 139"/>
                  <a:gd name="T3" fmla="*/ 0 h 188"/>
                  <a:gd name="T4" fmla="*/ 0 w 139"/>
                  <a:gd name="T5" fmla="*/ 0 h 188"/>
                  <a:gd name="T6" fmla="*/ 0 w 139"/>
                  <a:gd name="T7" fmla="*/ 0 h 188"/>
                  <a:gd name="T8" fmla="*/ 0 w 139"/>
                  <a:gd name="T9" fmla="*/ 0 h 188"/>
                  <a:gd name="T10" fmla="*/ 0 w 139"/>
                  <a:gd name="T11" fmla="*/ 0 h 188"/>
                  <a:gd name="T12" fmla="*/ 0 w 139"/>
                  <a:gd name="T13" fmla="*/ 0 h 188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139"/>
                  <a:gd name="T22" fmla="*/ 0 h 188"/>
                  <a:gd name="T23" fmla="*/ 139 w 139"/>
                  <a:gd name="T24" fmla="*/ 188 h 188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139" h="188">
                    <a:moveTo>
                      <a:pt x="139" y="18"/>
                    </a:moveTo>
                    <a:lnTo>
                      <a:pt x="83" y="9"/>
                    </a:lnTo>
                    <a:lnTo>
                      <a:pt x="27" y="0"/>
                    </a:lnTo>
                    <a:lnTo>
                      <a:pt x="0" y="170"/>
                    </a:lnTo>
                    <a:lnTo>
                      <a:pt x="56" y="179"/>
                    </a:lnTo>
                    <a:lnTo>
                      <a:pt x="112" y="188"/>
                    </a:lnTo>
                    <a:lnTo>
                      <a:pt x="139" y="18"/>
                    </a:lnTo>
                    <a:close/>
                  </a:path>
                </a:pathLst>
              </a:cu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887" name="Freeform 989">
                <a:extLst>
                  <a:ext uri="{FF2B5EF4-FFF2-40B4-BE49-F238E27FC236}">
                    <a16:creationId xmlns:a16="http://schemas.microsoft.com/office/drawing/2014/main" id="{DF996CAA-9926-E103-7DEA-5E6A269B7E7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021" y="3324"/>
                <a:ext cx="8" cy="2"/>
              </a:xfrm>
              <a:custGeom>
                <a:avLst/>
                <a:gdLst>
                  <a:gd name="T0" fmla="*/ 0 w 56"/>
                  <a:gd name="T1" fmla="*/ 0 h 9"/>
                  <a:gd name="T2" fmla="*/ 0 w 56"/>
                  <a:gd name="T3" fmla="*/ 0 h 9"/>
                  <a:gd name="T4" fmla="*/ 0 w 56"/>
                  <a:gd name="T5" fmla="*/ 0 h 9"/>
                  <a:gd name="T6" fmla="*/ 0 w 56"/>
                  <a:gd name="T7" fmla="*/ 0 h 9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56"/>
                  <a:gd name="T13" fmla="*/ 0 h 9"/>
                  <a:gd name="T14" fmla="*/ 56 w 56"/>
                  <a:gd name="T15" fmla="*/ 9 h 9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56" h="9">
                    <a:moveTo>
                      <a:pt x="56" y="9"/>
                    </a:moveTo>
                    <a:lnTo>
                      <a:pt x="0" y="0"/>
                    </a:lnTo>
                    <a:lnTo>
                      <a:pt x="0" y="3"/>
                    </a:lnTo>
                    <a:lnTo>
                      <a:pt x="56" y="9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888" name="Line 990">
                <a:extLst>
                  <a:ext uri="{FF2B5EF4-FFF2-40B4-BE49-F238E27FC236}">
                    <a16:creationId xmlns:a16="http://schemas.microsoft.com/office/drawing/2014/main" id="{DF3F5578-85D9-A69C-E419-36E2A56A77A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021" y="3324"/>
                <a:ext cx="1" cy="1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889" name="Freeform 991">
                <a:extLst>
                  <a:ext uri="{FF2B5EF4-FFF2-40B4-BE49-F238E27FC236}">
                    <a16:creationId xmlns:a16="http://schemas.microsoft.com/office/drawing/2014/main" id="{2C989893-95AA-C93D-BB78-423EB12E7D9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019" y="3325"/>
                <a:ext cx="18" cy="26"/>
              </a:xfrm>
              <a:custGeom>
                <a:avLst/>
                <a:gdLst>
                  <a:gd name="T0" fmla="*/ 0 w 128"/>
                  <a:gd name="T1" fmla="*/ 0 h 182"/>
                  <a:gd name="T2" fmla="*/ 0 w 128"/>
                  <a:gd name="T3" fmla="*/ 0 h 182"/>
                  <a:gd name="T4" fmla="*/ 0 w 128"/>
                  <a:gd name="T5" fmla="*/ 0 h 182"/>
                  <a:gd name="T6" fmla="*/ 0 w 128"/>
                  <a:gd name="T7" fmla="*/ 0 h 182"/>
                  <a:gd name="T8" fmla="*/ 0 w 128"/>
                  <a:gd name="T9" fmla="*/ 0 h 182"/>
                  <a:gd name="T10" fmla="*/ 0 w 128"/>
                  <a:gd name="T11" fmla="*/ 0 h 182"/>
                  <a:gd name="T12" fmla="*/ 0 w 128"/>
                  <a:gd name="T13" fmla="*/ 0 h 182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128"/>
                  <a:gd name="T22" fmla="*/ 0 h 182"/>
                  <a:gd name="T23" fmla="*/ 128 w 128"/>
                  <a:gd name="T24" fmla="*/ 182 h 182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128" h="182">
                    <a:moveTo>
                      <a:pt x="128" y="11"/>
                    </a:moveTo>
                    <a:lnTo>
                      <a:pt x="72" y="6"/>
                    </a:lnTo>
                    <a:lnTo>
                      <a:pt x="16" y="0"/>
                    </a:lnTo>
                    <a:lnTo>
                      <a:pt x="0" y="171"/>
                    </a:lnTo>
                    <a:lnTo>
                      <a:pt x="57" y="176"/>
                    </a:lnTo>
                    <a:lnTo>
                      <a:pt x="113" y="182"/>
                    </a:lnTo>
                    <a:lnTo>
                      <a:pt x="128" y="11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890" name="Freeform 992">
                <a:extLst>
                  <a:ext uri="{FF2B5EF4-FFF2-40B4-BE49-F238E27FC236}">
                    <a16:creationId xmlns:a16="http://schemas.microsoft.com/office/drawing/2014/main" id="{73334952-F83E-2890-8865-4238C4FE6D9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019" y="3325"/>
                <a:ext cx="18" cy="26"/>
              </a:xfrm>
              <a:custGeom>
                <a:avLst/>
                <a:gdLst>
                  <a:gd name="T0" fmla="*/ 0 w 128"/>
                  <a:gd name="T1" fmla="*/ 0 h 182"/>
                  <a:gd name="T2" fmla="*/ 0 w 128"/>
                  <a:gd name="T3" fmla="*/ 0 h 182"/>
                  <a:gd name="T4" fmla="*/ 0 w 128"/>
                  <a:gd name="T5" fmla="*/ 0 h 182"/>
                  <a:gd name="T6" fmla="*/ 0 w 128"/>
                  <a:gd name="T7" fmla="*/ 0 h 182"/>
                  <a:gd name="T8" fmla="*/ 0 w 128"/>
                  <a:gd name="T9" fmla="*/ 0 h 182"/>
                  <a:gd name="T10" fmla="*/ 0 w 128"/>
                  <a:gd name="T11" fmla="*/ 0 h 182"/>
                  <a:gd name="T12" fmla="*/ 0 w 128"/>
                  <a:gd name="T13" fmla="*/ 0 h 182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128"/>
                  <a:gd name="T22" fmla="*/ 0 h 182"/>
                  <a:gd name="T23" fmla="*/ 128 w 128"/>
                  <a:gd name="T24" fmla="*/ 182 h 182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128" h="182">
                    <a:moveTo>
                      <a:pt x="128" y="11"/>
                    </a:moveTo>
                    <a:lnTo>
                      <a:pt x="72" y="6"/>
                    </a:lnTo>
                    <a:lnTo>
                      <a:pt x="16" y="0"/>
                    </a:lnTo>
                    <a:lnTo>
                      <a:pt x="0" y="171"/>
                    </a:lnTo>
                    <a:lnTo>
                      <a:pt x="57" y="176"/>
                    </a:lnTo>
                    <a:lnTo>
                      <a:pt x="113" y="182"/>
                    </a:lnTo>
                    <a:lnTo>
                      <a:pt x="128" y="11"/>
                    </a:lnTo>
                    <a:close/>
                  </a:path>
                </a:pathLst>
              </a:cu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891" name="Freeform 993">
                <a:extLst>
                  <a:ext uri="{FF2B5EF4-FFF2-40B4-BE49-F238E27FC236}">
                    <a16:creationId xmlns:a16="http://schemas.microsoft.com/office/drawing/2014/main" id="{2619AEC6-F556-17F7-E482-4A3A4536EEF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019" y="3349"/>
                <a:ext cx="8" cy="1"/>
              </a:xfrm>
              <a:custGeom>
                <a:avLst/>
                <a:gdLst>
                  <a:gd name="T0" fmla="*/ 0 w 57"/>
                  <a:gd name="T1" fmla="*/ 0 h 5"/>
                  <a:gd name="T2" fmla="*/ 0 w 57"/>
                  <a:gd name="T3" fmla="*/ 0 h 5"/>
                  <a:gd name="T4" fmla="*/ 0 w 57"/>
                  <a:gd name="T5" fmla="*/ 0 h 5"/>
                  <a:gd name="T6" fmla="*/ 0 w 57"/>
                  <a:gd name="T7" fmla="*/ 0 h 5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57"/>
                  <a:gd name="T13" fmla="*/ 0 h 5"/>
                  <a:gd name="T14" fmla="*/ 57 w 57"/>
                  <a:gd name="T15" fmla="*/ 5 h 5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57" h="5">
                    <a:moveTo>
                      <a:pt x="57" y="5"/>
                    </a:moveTo>
                    <a:lnTo>
                      <a:pt x="0" y="0"/>
                    </a:lnTo>
                    <a:lnTo>
                      <a:pt x="0" y="3"/>
                    </a:lnTo>
                    <a:lnTo>
                      <a:pt x="57" y="5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892" name="Line 994">
                <a:extLst>
                  <a:ext uri="{FF2B5EF4-FFF2-40B4-BE49-F238E27FC236}">
                    <a16:creationId xmlns:a16="http://schemas.microsoft.com/office/drawing/2014/main" id="{0FBCBB46-503C-4BD0-10DC-E7D446C813F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019" y="3349"/>
                <a:ext cx="1" cy="1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893" name="Freeform 995">
                <a:extLst>
                  <a:ext uri="{FF2B5EF4-FFF2-40B4-BE49-F238E27FC236}">
                    <a16:creationId xmlns:a16="http://schemas.microsoft.com/office/drawing/2014/main" id="{02DC75D1-3160-8758-76E5-9833064AA7D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018" y="3350"/>
                <a:ext cx="17" cy="25"/>
              </a:xfrm>
              <a:custGeom>
                <a:avLst/>
                <a:gdLst>
                  <a:gd name="T0" fmla="*/ 0 w 118"/>
                  <a:gd name="T1" fmla="*/ 0 h 177"/>
                  <a:gd name="T2" fmla="*/ 0 w 118"/>
                  <a:gd name="T3" fmla="*/ 0 h 177"/>
                  <a:gd name="T4" fmla="*/ 0 w 118"/>
                  <a:gd name="T5" fmla="*/ 0 h 177"/>
                  <a:gd name="T6" fmla="*/ 0 w 118"/>
                  <a:gd name="T7" fmla="*/ 0 h 177"/>
                  <a:gd name="T8" fmla="*/ 0 w 118"/>
                  <a:gd name="T9" fmla="*/ 0 h 177"/>
                  <a:gd name="T10" fmla="*/ 0 w 118"/>
                  <a:gd name="T11" fmla="*/ 0 h 177"/>
                  <a:gd name="T12" fmla="*/ 0 w 118"/>
                  <a:gd name="T13" fmla="*/ 0 h 177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118"/>
                  <a:gd name="T22" fmla="*/ 0 h 177"/>
                  <a:gd name="T23" fmla="*/ 118 w 118"/>
                  <a:gd name="T24" fmla="*/ 177 h 177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118" h="177">
                    <a:moveTo>
                      <a:pt x="118" y="5"/>
                    </a:moveTo>
                    <a:lnTo>
                      <a:pt x="62" y="2"/>
                    </a:lnTo>
                    <a:lnTo>
                      <a:pt x="5" y="0"/>
                    </a:lnTo>
                    <a:lnTo>
                      <a:pt x="0" y="173"/>
                    </a:lnTo>
                    <a:lnTo>
                      <a:pt x="56" y="175"/>
                    </a:lnTo>
                    <a:lnTo>
                      <a:pt x="112" y="177"/>
                    </a:lnTo>
                    <a:lnTo>
                      <a:pt x="118" y="5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894" name="Freeform 996">
                <a:extLst>
                  <a:ext uri="{FF2B5EF4-FFF2-40B4-BE49-F238E27FC236}">
                    <a16:creationId xmlns:a16="http://schemas.microsoft.com/office/drawing/2014/main" id="{D88804D1-E4EC-3BE1-5EFA-A1562AA7D77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018" y="3350"/>
                <a:ext cx="17" cy="25"/>
              </a:xfrm>
              <a:custGeom>
                <a:avLst/>
                <a:gdLst>
                  <a:gd name="T0" fmla="*/ 0 w 118"/>
                  <a:gd name="T1" fmla="*/ 0 h 177"/>
                  <a:gd name="T2" fmla="*/ 0 w 118"/>
                  <a:gd name="T3" fmla="*/ 0 h 177"/>
                  <a:gd name="T4" fmla="*/ 0 w 118"/>
                  <a:gd name="T5" fmla="*/ 0 h 177"/>
                  <a:gd name="T6" fmla="*/ 0 w 118"/>
                  <a:gd name="T7" fmla="*/ 0 h 177"/>
                  <a:gd name="T8" fmla="*/ 0 w 118"/>
                  <a:gd name="T9" fmla="*/ 0 h 177"/>
                  <a:gd name="T10" fmla="*/ 0 w 118"/>
                  <a:gd name="T11" fmla="*/ 0 h 177"/>
                  <a:gd name="T12" fmla="*/ 0 w 118"/>
                  <a:gd name="T13" fmla="*/ 0 h 177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118"/>
                  <a:gd name="T22" fmla="*/ 0 h 177"/>
                  <a:gd name="T23" fmla="*/ 118 w 118"/>
                  <a:gd name="T24" fmla="*/ 177 h 177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118" h="177">
                    <a:moveTo>
                      <a:pt x="118" y="5"/>
                    </a:moveTo>
                    <a:lnTo>
                      <a:pt x="62" y="2"/>
                    </a:lnTo>
                    <a:lnTo>
                      <a:pt x="5" y="0"/>
                    </a:lnTo>
                    <a:lnTo>
                      <a:pt x="0" y="173"/>
                    </a:lnTo>
                    <a:lnTo>
                      <a:pt x="56" y="175"/>
                    </a:lnTo>
                    <a:lnTo>
                      <a:pt x="112" y="177"/>
                    </a:lnTo>
                    <a:lnTo>
                      <a:pt x="118" y="5"/>
                    </a:lnTo>
                    <a:close/>
                  </a:path>
                </a:pathLst>
              </a:cu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895" name="Freeform 997">
                <a:extLst>
                  <a:ext uri="{FF2B5EF4-FFF2-40B4-BE49-F238E27FC236}">
                    <a16:creationId xmlns:a16="http://schemas.microsoft.com/office/drawing/2014/main" id="{547638E7-5C87-48EB-AD80-3A0C3F47614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018" y="3374"/>
                <a:ext cx="16" cy="9"/>
              </a:xfrm>
              <a:custGeom>
                <a:avLst/>
                <a:gdLst>
                  <a:gd name="T0" fmla="*/ 0 w 112"/>
                  <a:gd name="T1" fmla="*/ 0 h 58"/>
                  <a:gd name="T2" fmla="*/ 0 w 112"/>
                  <a:gd name="T3" fmla="*/ 0 h 58"/>
                  <a:gd name="T4" fmla="*/ 0 w 112"/>
                  <a:gd name="T5" fmla="*/ 0 h 58"/>
                  <a:gd name="T6" fmla="*/ 0 w 112"/>
                  <a:gd name="T7" fmla="*/ 0 h 58"/>
                  <a:gd name="T8" fmla="*/ 0 w 112"/>
                  <a:gd name="T9" fmla="*/ 0 h 58"/>
                  <a:gd name="T10" fmla="*/ 0 w 112"/>
                  <a:gd name="T11" fmla="*/ 0 h 58"/>
                  <a:gd name="T12" fmla="*/ 0 w 112"/>
                  <a:gd name="T13" fmla="*/ 0 h 58"/>
                  <a:gd name="T14" fmla="*/ 0 w 112"/>
                  <a:gd name="T15" fmla="*/ 0 h 58"/>
                  <a:gd name="T16" fmla="*/ 0 w 112"/>
                  <a:gd name="T17" fmla="*/ 0 h 58"/>
                  <a:gd name="T18" fmla="*/ 0 w 112"/>
                  <a:gd name="T19" fmla="*/ 0 h 58"/>
                  <a:gd name="T20" fmla="*/ 0 w 112"/>
                  <a:gd name="T21" fmla="*/ 0 h 58"/>
                  <a:gd name="T22" fmla="*/ 0 w 112"/>
                  <a:gd name="T23" fmla="*/ 0 h 58"/>
                  <a:gd name="T24" fmla="*/ 0 w 112"/>
                  <a:gd name="T25" fmla="*/ 0 h 58"/>
                  <a:gd name="T26" fmla="*/ 0 w 112"/>
                  <a:gd name="T27" fmla="*/ 0 h 58"/>
                  <a:gd name="T28" fmla="*/ 0 w 112"/>
                  <a:gd name="T29" fmla="*/ 0 h 58"/>
                  <a:gd name="T30" fmla="*/ 0 w 112"/>
                  <a:gd name="T31" fmla="*/ 0 h 58"/>
                  <a:gd name="T32" fmla="*/ 0 w 112"/>
                  <a:gd name="T33" fmla="*/ 0 h 58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w 112"/>
                  <a:gd name="T52" fmla="*/ 0 h 58"/>
                  <a:gd name="T53" fmla="*/ 112 w 112"/>
                  <a:gd name="T54" fmla="*/ 58 h 58"/>
                </a:gdLst>
                <a:ahLst/>
                <a:cxnLst>
                  <a:cxn ang="T34">
                    <a:pos x="T0" y="T1"/>
                  </a:cxn>
                  <a:cxn ang="T35">
                    <a:pos x="T2" y="T3"/>
                  </a:cxn>
                  <a:cxn ang="T36">
                    <a:pos x="T4" y="T5"/>
                  </a:cxn>
                  <a:cxn ang="T37">
                    <a:pos x="T6" y="T7"/>
                  </a:cxn>
                  <a:cxn ang="T38">
                    <a:pos x="T8" y="T9"/>
                  </a:cxn>
                  <a:cxn ang="T39">
                    <a:pos x="T10" y="T11"/>
                  </a:cxn>
                  <a:cxn ang="T40">
                    <a:pos x="T12" y="T13"/>
                  </a:cxn>
                  <a:cxn ang="T41">
                    <a:pos x="T14" y="T15"/>
                  </a:cxn>
                  <a:cxn ang="T42">
                    <a:pos x="T16" y="T17"/>
                  </a:cxn>
                  <a:cxn ang="T43">
                    <a:pos x="T18" y="T19"/>
                  </a:cxn>
                  <a:cxn ang="T44">
                    <a:pos x="T20" y="T21"/>
                  </a:cxn>
                  <a:cxn ang="T45">
                    <a:pos x="T22" y="T23"/>
                  </a:cxn>
                  <a:cxn ang="T46">
                    <a:pos x="T24" y="T25"/>
                  </a:cxn>
                  <a:cxn ang="T47">
                    <a:pos x="T26" y="T27"/>
                  </a:cxn>
                  <a:cxn ang="T48">
                    <a:pos x="T28" y="T29"/>
                  </a:cxn>
                  <a:cxn ang="T49">
                    <a:pos x="T30" y="T31"/>
                  </a:cxn>
                  <a:cxn ang="T50">
                    <a:pos x="T32" y="T33"/>
                  </a:cxn>
                </a:cxnLst>
                <a:rect l="T51" t="T52" r="T53" b="T54"/>
                <a:pathLst>
                  <a:path w="112" h="58">
                    <a:moveTo>
                      <a:pt x="56" y="2"/>
                    </a:moveTo>
                    <a:lnTo>
                      <a:pt x="112" y="4"/>
                    </a:lnTo>
                    <a:lnTo>
                      <a:pt x="111" y="17"/>
                    </a:lnTo>
                    <a:lnTo>
                      <a:pt x="106" y="28"/>
                    </a:lnTo>
                    <a:lnTo>
                      <a:pt x="99" y="39"/>
                    </a:lnTo>
                    <a:lnTo>
                      <a:pt x="90" y="47"/>
                    </a:lnTo>
                    <a:lnTo>
                      <a:pt x="78" y="54"/>
                    </a:lnTo>
                    <a:lnTo>
                      <a:pt x="67" y="58"/>
                    </a:lnTo>
                    <a:lnTo>
                      <a:pt x="54" y="58"/>
                    </a:lnTo>
                    <a:lnTo>
                      <a:pt x="41" y="57"/>
                    </a:lnTo>
                    <a:lnTo>
                      <a:pt x="30" y="53"/>
                    </a:lnTo>
                    <a:lnTo>
                      <a:pt x="19" y="45"/>
                    </a:lnTo>
                    <a:lnTo>
                      <a:pt x="11" y="36"/>
                    </a:lnTo>
                    <a:lnTo>
                      <a:pt x="4" y="25"/>
                    </a:lnTo>
                    <a:lnTo>
                      <a:pt x="0" y="13"/>
                    </a:lnTo>
                    <a:lnTo>
                      <a:pt x="0" y="0"/>
                    </a:lnTo>
                    <a:lnTo>
                      <a:pt x="56" y="2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896" name="Freeform 998">
                <a:extLst>
                  <a:ext uri="{FF2B5EF4-FFF2-40B4-BE49-F238E27FC236}">
                    <a16:creationId xmlns:a16="http://schemas.microsoft.com/office/drawing/2014/main" id="{5FCCD12F-3037-DD1C-90DE-382FE57B55D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018" y="3374"/>
                <a:ext cx="16" cy="9"/>
              </a:xfrm>
              <a:custGeom>
                <a:avLst/>
                <a:gdLst>
                  <a:gd name="T0" fmla="*/ 0 w 112"/>
                  <a:gd name="T1" fmla="*/ 0 h 58"/>
                  <a:gd name="T2" fmla="*/ 0 w 112"/>
                  <a:gd name="T3" fmla="*/ 0 h 58"/>
                  <a:gd name="T4" fmla="*/ 0 w 112"/>
                  <a:gd name="T5" fmla="*/ 0 h 58"/>
                  <a:gd name="T6" fmla="*/ 0 w 112"/>
                  <a:gd name="T7" fmla="*/ 0 h 58"/>
                  <a:gd name="T8" fmla="*/ 0 w 112"/>
                  <a:gd name="T9" fmla="*/ 0 h 58"/>
                  <a:gd name="T10" fmla="*/ 0 w 112"/>
                  <a:gd name="T11" fmla="*/ 0 h 58"/>
                  <a:gd name="T12" fmla="*/ 0 w 112"/>
                  <a:gd name="T13" fmla="*/ 0 h 58"/>
                  <a:gd name="T14" fmla="*/ 0 w 112"/>
                  <a:gd name="T15" fmla="*/ 0 h 58"/>
                  <a:gd name="T16" fmla="*/ 0 w 112"/>
                  <a:gd name="T17" fmla="*/ 0 h 58"/>
                  <a:gd name="T18" fmla="*/ 0 w 112"/>
                  <a:gd name="T19" fmla="*/ 0 h 58"/>
                  <a:gd name="T20" fmla="*/ 0 w 112"/>
                  <a:gd name="T21" fmla="*/ 0 h 58"/>
                  <a:gd name="T22" fmla="*/ 0 w 112"/>
                  <a:gd name="T23" fmla="*/ 0 h 58"/>
                  <a:gd name="T24" fmla="*/ 0 w 112"/>
                  <a:gd name="T25" fmla="*/ 0 h 58"/>
                  <a:gd name="T26" fmla="*/ 0 w 112"/>
                  <a:gd name="T27" fmla="*/ 0 h 58"/>
                  <a:gd name="T28" fmla="*/ 0 w 112"/>
                  <a:gd name="T29" fmla="*/ 0 h 58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w 112"/>
                  <a:gd name="T46" fmla="*/ 0 h 58"/>
                  <a:gd name="T47" fmla="*/ 112 w 112"/>
                  <a:gd name="T48" fmla="*/ 58 h 58"/>
                </a:gdLst>
                <a:ahLst/>
                <a:cxnLst>
                  <a:cxn ang="T30">
                    <a:pos x="T0" y="T1"/>
                  </a:cxn>
                  <a:cxn ang="T31">
                    <a:pos x="T2" y="T3"/>
                  </a:cxn>
                  <a:cxn ang="T32">
                    <a:pos x="T4" y="T5"/>
                  </a:cxn>
                  <a:cxn ang="T33">
                    <a:pos x="T6" y="T7"/>
                  </a:cxn>
                  <a:cxn ang="T34">
                    <a:pos x="T8" y="T9"/>
                  </a:cxn>
                  <a:cxn ang="T35">
                    <a:pos x="T10" y="T11"/>
                  </a:cxn>
                  <a:cxn ang="T36">
                    <a:pos x="T12" y="T13"/>
                  </a:cxn>
                  <a:cxn ang="T37">
                    <a:pos x="T14" y="T15"/>
                  </a:cxn>
                  <a:cxn ang="T38">
                    <a:pos x="T16" y="T17"/>
                  </a:cxn>
                  <a:cxn ang="T39">
                    <a:pos x="T18" y="T19"/>
                  </a:cxn>
                  <a:cxn ang="T40">
                    <a:pos x="T20" y="T21"/>
                  </a:cxn>
                  <a:cxn ang="T41">
                    <a:pos x="T22" y="T23"/>
                  </a:cxn>
                  <a:cxn ang="T42">
                    <a:pos x="T24" y="T25"/>
                  </a:cxn>
                  <a:cxn ang="T43">
                    <a:pos x="T26" y="T27"/>
                  </a:cxn>
                  <a:cxn ang="T44">
                    <a:pos x="T28" y="T29"/>
                  </a:cxn>
                </a:cxnLst>
                <a:rect l="T45" t="T46" r="T47" b="T48"/>
                <a:pathLst>
                  <a:path w="112" h="58">
                    <a:moveTo>
                      <a:pt x="112" y="4"/>
                    </a:moveTo>
                    <a:lnTo>
                      <a:pt x="111" y="17"/>
                    </a:lnTo>
                    <a:lnTo>
                      <a:pt x="106" y="28"/>
                    </a:lnTo>
                    <a:lnTo>
                      <a:pt x="99" y="39"/>
                    </a:lnTo>
                    <a:lnTo>
                      <a:pt x="90" y="47"/>
                    </a:lnTo>
                    <a:lnTo>
                      <a:pt x="78" y="54"/>
                    </a:lnTo>
                    <a:lnTo>
                      <a:pt x="67" y="58"/>
                    </a:lnTo>
                    <a:lnTo>
                      <a:pt x="54" y="58"/>
                    </a:lnTo>
                    <a:lnTo>
                      <a:pt x="41" y="57"/>
                    </a:lnTo>
                    <a:lnTo>
                      <a:pt x="30" y="53"/>
                    </a:lnTo>
                    <a:lnTo>
                      <a:pt x="19" y="45"/>
                    </a:lnTo>
                    <a:lnTo>
                      <a:pt x="11" y="36"/>
                    </a:lnTo>
                    <a:lnTo>
                      <a:pt x="4" y="25"/>
                    </a:lnTo>
                    <a:lnTo>
                      <a:pt x="0" y="13"/>
                    </a:lnTo>
                    <a:lnTo>
                      <a:pt x="0" y="0"/>
                    </a:lnTo>
                  </a:path>
                </a:pathLst>
              </a:cu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897" name="Freeform 999">
                <a:extLst>
                  <a:ext uri="{FF2B5EF4-FFF2-40B4-BE49-F238E27FC236}">
                    <a16:creationId xmlns:a16="http://schemas.microsoft.com/office/drawing/2014/main" id="{5BF3EC95-BE4A-E2EB-0518-879CE1915B7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658" y="3355"/>
                <a:ext cx="16" cy="20"/>
              </a:xfrm>
              <a:custGeom>
                <a:avLst/>
                <a:gdLst>
                  <a:gd name="T0" fmla="*/ 0 w 117"/>
                  <a:gd name="T1" fmla="*/ 0 h 142"/>
                  <a:gd name="T2" fmla="*/ 0 w 117"/>
                  <a:gd name="T3" fmla="*/ 0 h 142"/>
                  <a:gd name="T4" fmla="*/ 0 w 117"/>
                  <a:gd name="T5" fmla="*/ 0 h 142"/>
                  <a:gd name="T6" fmla="*/ 0 w 117"/>
                  <a:gd name="T7" fmla="*/ 0 h 142"/>
                  <a:gd name="T8" fmla="*/ 0 w 117"/>
                  <a:gd name="T9" fmla="*/ 0 h 142"/>
                  <a:gd name="T10" fmla="*/ 0 w 117"/>
                  <a:gd name="T11" fmla="*/ 0 h 142"/>
                  <a:gd name="T12" fmla="*/ 0 w 117"/>
                  <a:gd name="T13" fmla="*/ 0 h 142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117"/>
                  <a:gd name="T22" fmla="*/ 0 h 142"/>
                  <a:gd name="T23" fmla="*/ 117 w 117"/>
                  <a:gd name="T24" fmla="*/ 142 h 142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117" h="142">
                    <a:moveTo>
                      <a:pt x="5" y="142"/>
                    </a:moveTo>
                    <a:lnTo>
                      <a:pt x="61" y="140"/>
                    </a:lnTo>
                    <a:lnTo>
                      <a:pt x="117" y="138"/>
                    </a:lnTo>
                    <a:lnTo>
                      <a:pt x="113" y="0"/>
                    </a:lnTo>
                    <a:lnTo>
                      <a:pt x="57" y="2"/>
                    </a:lnTo>
                    <a:lnTo>
                      <a:pt x="0" y="4"/>
                    </a:lnTo>
                    <a:lnTo>
                      <a:pt x="5" y="142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898" name="Freeform 1000">
                <a:extLst>
                  <a:ext uri="{FF2B5EF4-FFF2-40B4-BE49-F238E27FC236}">
                    <a16:creationId xmlns:a16="http://schemas.microsoft.com/office/drawing/2014/main" id="{24E4DA9F-B745-E60F-9153-08823871995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658" y="3355"/>
                <a:ext cx="16" cy="20"/>
              </a:xfrm>
              <a:custGeom>
                <a:avLst/>
                <a:gdLst>
                  <a:gd name="T0" fmla="*/ 0 w 117"/>
                  <a:gd name="T1" fmla="*/ 0 h 142"/>
                  <a:gd name="T2" fmla="*/ 0 w 117"/>
                  <a:gd name="T3" fmla="*/ 0 h 142"/>
                  <a:gd name="T4" fmla="*/ 0 w 117"/>
                  <a:gd name="T5" fmla="*/ 0 h 142"/>
                  <a:gd name="T6" fmla="*/ 0 w 117"/>
                  <a:gd name="T7" fmla="*/ 0 h 142"/>
                  <a:gd name="T8" fmla="*/ 0 w 117"/>
                  <a:gd name="T9" fmla="*/ 0 h 142"/>
                  <a:gd name="T10" fmla="*/ 0 w 117"/>
                  <a:gd name="T11" fmla="*/ 0 h 142"/>
                  <a:gd name="T12" fmla="*/ 0 w 117"/>
                  <a:gd name="T13" fmla="*/ 0 h 142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117"/>
                  <a:gd name="T22" fmla="*/ 0 h 142"/>
                  <a:gd name="T23" fmla="*/ 117 w 117"/>
                  <a:gd name="T24" fmla="*/ 142 h 142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117" h="142">
                    <a:moveTo>
                      <a:pt x="5" y="142"/>
                    </a:moveTo>
                    <a:lnTo>
                      <a:pt x="61" y="140"/>
                    </a:lnTo>
                    <a:lnTo>
                      <a:pt x="117" y="138"/>
                    </a:lnTo>
                    <a:lnTo>
                      <a:pt x="113" y="0"/>
                    </a:lnTo>
                    <a:lnTo>
                      <a:pt x="57" y="2"/>
                    </a:lnTo>
                    <a:lnTo>
                      <a:pt x="0" y="4"/>
                    </a:lnTo>
                    <a:lnTo>
                      <a:pt x="5" y="142"/>
                    </a:lnTo>
                    <a:close/>
                  </a:path>
                </a:pathLst>
              </a:cu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899" name="Freeform 1001">
                <a:extLst>
                  <a:ext uri="{FF2B5EF4-FFF2-40B4-BE49-F238E27FC236}">
                    <a16:creationId xmlns:a16="http://schemas.microsoft.com/office/drawing/2014/main" id="{D0C13FE2-61A3-35B4-49FC-EF80F53A513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666" y="3354"/>
                <a:ext cx="8" cy="1"/>
              </a:xfrm>
              <a:custGeom>
                <a:avLst/>
                <a:gdLst>
                  <a:gd name="T0" fmla="*/ 0 w 56"/>
                  <a:gd name="T1" fmla="*/ 0 h 7"/>
                  <a:gd name="T2" fmla="*/ 0 w 56"/>
                  <a:gd name="T3" fmla="*/ 0 h 7"/>
                  <a:gd name="T4" fmla="*/ 0 w 56"/>
                  <a:gd name="T5" fmla="*/ 0 h 7"/>
                  <a:gd name="T6" fmla="*/ 0 w 56"/>
                  <a:gd name="T7" fmla="*/ 0 h 7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56"/>
                  <a:gd name="T13" fmla="*/ 0 h 7"/>
                  <a:gd name="T14" fmla="*/ 56 w 56"/>
                  <a:gd name="T15" fmla="*/ 7 h 7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56" h="7">
                    <a:moveTo>
                      <a:pt x="0" y="7"/>
                    </a:moveTo>
                    <a:lnTo>
                      <a:pt x="56" y="5"/>
                    </a:lnTo>
                    <a:lnTo>
                      <a:pt x="56" y="0"/>
                    </a:lnTo>
                    <a:lnTo>
                      <a:pt x="0" y="7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900" name="Line 1002">
                <a:extLst>
                  <a:ext uri="{FF2B5EF4-FFF2-40B4-BE49-F238E27FC236}">
                    <a16:creationId xmlns:a16="http://schemas.microsoft.com/office/drawing/2014/main" id="{734DAD29-42CD-904B-3C59-A32F365C385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3674" y="3354"/>
                <a:ext cx="1" cy="1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901" name="Freeform 1003">
                <a:extLst>
                  <a:ext uri="{FF2B5EF4-FFF2-40B4-BE49-F238E27FC236}">
                    <a16:creationId xmlns:a16="http://schemas.microsoft.com/office/drawing/2014/main" id="{19226767-41C5-73D6-F2A3-6A05B4BB9C8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655" y="3335"/>
                <a:ext cx="19" cy="21"/>
              </a:xfrm>
              <a:custGeom>
                <a:avLst/>
                <a:gdLst>
                  <a:gd name="T0" fmla="*/ 0 w 129"/>
                  <a:gd name="T1" fmla="*/ 0 h 149"/>
                  <a:gd name="T2" fmla="*/ 0 w 129"/>
                  <a:gd name="T3" fmla="*/ 0 h 149"/>
                  <a:gd name="T4" fmla="*/ 0 w 129"/>
                  <a:gd name="T5" fmla="*/ 0 h 149"/>
                  <a:gd name="T6" fmla="*/ 0 w 129"/>
                  <a:gd name="T7" fmla="*/ 0 h 149"/>
                  <a:gd name="T8" fmla="*/ 0 w 129"/>
                  <a:gd name="T9" fmla="*/ 0 h 149"/>
                  <a:gd name="T10" fmla="*/ 0 w 129"/>
                  <a:gd name="T11" fmla="*/ 0 h 149"/>
                  <a:gd name="T12" fmla="*/ 0 w 129"/>
                  <a:gd name="T13" fmla="*/ 0 h 149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129"/>
                  <a:gd name="T22" fmla="*/ 0 h 149"/>
                  <a:gd name="T23" fmla="*/ 129 w 129"/>
                  <a:gd name="T24" fmla="*/ 149 h 149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129" h="149">
                    <a:moveTo>
                      <a:pt x="16" y="149"/>
                    </a:moveTo>
                    <a:lnTo>
                      <a:pt x="73" y="142"/>
                    </a:lnTo>
                    <a:lnTo>
                      <a:pt x="129" y="135"/>
                    </a:lnTo>
                    <a:lnTo>
                      <a:pt x="112" y="0"/>
                    </a:lnTo>
                    <a:lnTo>
                      <a:pt x="56" y="6"/>
                    </a:lnTo>
                    <a:lnTo>
                      <a:pt x="0" y="13"/>
                    </a:lnTo>
                    <a:lnTo>
                      <a:pt x="16" y="149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902" name="Freeform 1004">
                <a:extLst>
                  <a:ext uri="{FF2B5EF4-FFF2-40B4-BE49-F238E27FC236}">
                    <a16:creationId xmlns:a16="http://schemas.microsoft.com/office/drawing/2014/main" id="{64BB2CF0-0AB7-C51F-A42C-BD376911CC4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655" y="3335"/>
                <a:ext cx="19" cy="21"/>
              </a:xfrm>
              <a:custGeom>
                <a:avLst/>
                <a:gdLst>
                  <a:gd name="T0" fmla="*/ 0 w 129"/>
                  <a:gd name="T1" fmla="*/ 0 h 149"/>
                  <a:gd name="T2" fmla="*/ 0 w 129"/>
                  <a:gd name="T3" fmla="*/ 0 h 149"/>
                  <a:gd name="T4" fmla="*/ 0 w 129"/>
                  <a:gd name="T5" fmla="*/ 0 h 149"/>
                  <a:gd name="T6" fmla="*/ 0 w 129"/>
                  <a:gd name="T7" fmla="*/ 0 h 149"/>
                  <a:gd name="T8" fmla="*/ 0 w 129"/>
                  <a:gd name="T9" fmla="*/ 0 h 149"/>
                  <a:gd name="T10" fmla="*/ 0 w 129"/>
                  <a:gd name="T11" fmla="*/ 0 h 149"/>
                  <a:gd name="T12" fmla="*/ 0 w 129"/>
                  <a:gd name="T13" fmla="*/ 0 h 149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129"/>
                  <a:gd name="T22" fmla="*/ 0 h 149"/>
                  <a:gd name="T23" fmla="*/ 129 w 129"/>
                  <a:gd name="T24" fmla="*/ 149 h 149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129" h="149">
                    <a:moveTo>
                      <a:pt x="16" y="149"/>
                    </a:moveTo>
                    <a:lnTo>
                      <a:pt x="73" y="142"/>
                    </a:lnTo>
                    <a:lnTo>
                      <a:pt x="129" y="135"/>
                    </a:lnTo>
                    <a:lnTo>
                      <a:pt x="112" y="0"/>
                    </a:lnTo>
                    <a:lnTo>
                      <a:pt x="56" y="6"/>
                    </a:lnTo>
                    <a:lnTo>
                      <a:pt x="0" y="13"/>
                    </a:lnTo>
                    <a:lnTo>
                      <a:pt x="16" y="149"/>
                    </a:lnTo>
                    <a:close/>
                  </a:path>
                </a:pathLst>
              </a:cu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903" name="Freeform 1005">
                <a:extLst>
                  <a:ext uri="{FF2B5EF4-FFF2-40B4-BE49-F238E27FC236}">
                    <a16:creationId xmlns:a16="http://schemas.microsoft.com/office/drawing/2014/main" id="{66F18A93-B6B8-F9B4-429E-AFA5EC5AFDB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663" y="3334"/>
                <a:ext cx="8" cy="2"/>
              </a:xfrm>
              <a:custGeom>
                <a:avLst/>
                <a:gdLst>
                  <a:gd name="T0" fmla="*/ 0 w 56"/>
                  <a:gd name="T1" fmla="*/ 0 h 11"/>
                  <a:gd name="T2" fmla="*/ 0 w 56"/>
                  <a:gd name="T3" fmla="*/ 0 h 11"/>
                  <a:gd name="T4" fmla="*/ 0 w 56"/>
                  <a:gd name="T5" fmla="*/ 0 h 11"/>
                  <a:gd name="T6" fmla="*/ 0 w 56"/>
                  <a:gd name="T7" fmla="*/ 0 h 11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56"/>
                  <a:gd name="T13" fmla="*/ 0 h 11"/>
                  <a:gd name="T14" fmla="*/ 56 w 56"/>
                  <a:gd name="T15" fmla="*/ 11 h 11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56" h="11">
                    <a:moveTo>
                      <a:pt x="0" y="11"/>
                    </a:moveTo>
                    <a:lnTo>
                      <a:pt x="56" y="5"/>
                    </a:lnTo>
                    <a:lnTo>
                      <a:pt x="56" y="0"/>
                    </a:lnTo>
                    <a:lnTo>
                      <a:pt x="0" y="11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904" name="Line 1006">
                <a:extLst>
                  <a:ext uri="{FF2B5EF4-FFF2-40B4-BE49-F238E27FC236}">
                    <a16:creationId xmlns:a16="http://schemas.microsoft.com/office/drawing/2014/main" id="{1CD5E8F0-9BE9-8B12-7C29-A56429D0533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3671" y="3334"/>
                <a:ext cx="1" cy="1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905" name="Freeform 1007">
                <a:extLst>
                  <a:ext uri="{FF2B5EF4-FFF2-40B4-BE49-F238E27FC236}">
                    <a16:creationId xmlns:a16="http://schemas.microsoft.com/office/drawing/2014/main" id="{1E3DA0EE-E9EE-3BC9-9655-F465A2F0CA8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652" y="3315"/>
                <a:ext cx="19" cy="22"/>
              </a:xfrm>
              <a:custGeom>
                <a:avLst/>
                <a:gdLst>
                  <a:gd name="T0" fmla="*/ 0 w 139"/>
                  <a:gd name="T1" fmla="*/ 0 h 158"/>
                  <a:gd name="T2" fmla="*/ 0 w 139"/>
                  <a:gd name="T3" fmla="*/ 0 h 158"/>
                  <a:gd name="T4" fmla="*/ 0 w 139"/>
                  <a:gd name="T5" fmla="*/ 0 h 158"/>
                  <a:gd name="T6" fmla="*/ 0 w 139"/>
                  <a:gd name="T7" fmla="*/ 0 h 158"/>
                  <a:gd name="T8" fmla="*/ 0 w 139"/>
                  <a:gd name="T9" fmla="*/ 0 h 158"/>
                  <a:gd name="T10" fmla="*/ 0 w 139"/>
                  <a:gd name="T11" fmla="*/ 0 h 158"/>
                  <a:gd name="T12" fmla="*/ 0 w 139"/>
                  <a:gd name="T13" fmla="*/ 0 h 158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139"/>
                  <a:gd name="T22" fmla="*/ 0 h 158"/>
                  <a:gd name="T23" fmla="*/ 139 w 139"/>
                  <a:gd name="T24" fmla="*/ 158 h 158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139" h="158">
                    <a:moveTo>
                      <a:pt x="27" y="158"/>
                    </a:moveTo>
                    <a:lnTo>
                      <a:pt x="83" y="146"/>
                    </a:lnTo>
                    <a:lnTo>
                      <a:pt x="139" y="135"/>
                    </a:lnTo>
                    <a:lnTo>
                      <a:pt x="112" y="0"/>
                    </a:lnTo>
                    <a:lnTo>
                      <a:pt x="56" y="12"/>
                    </a:lnTo>
                    <a:lnTo>
                      <a:pt x="0" y="23"/>
                    </a:lnTo>
                    <a:lnTo>
                      <a:pt x="27" y="158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906" name="Freeform 1008">
                <a:extLst>
                  <a:ext uri="{FF2B5EF4-FFF2-40B4-BE49-F238E27FC236}">
                    <a16:creationId xmlns:a16="http://schemas.microsoft.com/office/drawing/2014/main" id="{EEA79809-EF9A-EA7D-40F8-0E741BD5B8B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652" y="3315"/>
                <a:ext cx="19" cy="22"/>
              </a:xfrm>
              <a:custGeom>
                <a:avLst/>
                <a:gdLst>
                  <a:gd name="T0" fmla="*/ 0 w 139"/>
                  <a:gd name="T1" fmla="*/ 0 h 158"/>
                  <a:gd name="T2" fmla="*/ 0 w 139"/>
                  <a:gd name="T3" fmla="*/ 0 h 158"/>
                  <a:gd name="T4" fmla="*/ 0 w 139"/>
                  <a:gd name="T5" fmla="*/ 0 h 158"/>
                  <a:gd name="T6" fmla="*/ 0 w 139"/>
                  <a:gd name="T7" fmla="*/ 0 h 158"/>
                  <a:gd name="T8" fmla="*/ 0 w 139"/>
                  <a:gd name="T9" fmla="*/ 0 h 158"/>
                  <a:gd name="T10" fmla="*/ 0 w 139"/>
                  <a:gd name="T11" fmla="*/ 0 h 158"/>
                  <a:gd name="T12" fmla="*/ 0 w 139"/>
                  <a:gd name="T13" fmla="*/ 0 h 158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139"/>
                  <a:gd name="T22" fmla="*/ 0 h 158"/>
                  <a:gd name="T23" fmla="*/ 139 w 139"/>
                  <a:gd name="T24" fmla="*/ 158 h 158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139" h="158">
                    <a:moveTo>
                      <a:pt x="27" y="158"/>
                    </a:moveTo>
                    <a:lnTo>
                      <a:pt x="83" y="146"/>
                    </a:lnTo>
                    <a:lnTo>
                      <a:pt x="139" y="135"/>
                    </a:lnTo>
                    <a:lnTo>
                      <a:pt x="112" y="0"/>
                    </a:lnTo>
                    <a:lnTo>
                      <a:pt x="56" y="12"/>
                    </a:lnTo>
                    <a:lnTo>
                      <a:pt x="0" y="23"/>
                    </a:lnTo>
                    <a:lnTo>
                      <a:pt x="27" y="158"/>
                    </a:lnTo>
                    <a:close/>
                  </a:path>
                </a:pathLst>
              </a:cu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907" name="Freeform 1009">
                <a:extLst>
                  <a:ext uri="{FF2B5EF4-FFF2-40B4-BE49-F238E27FC236}">
                    <a16:creationId xmlns:a16="http://schemas.microsoft.com/office/drawing/2014/main" id="{238B1AE5-52F2-1E56-759B-AB6154880ED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660" y="3314"/>
                <a:ext cx="8" cy="2"/>
              </a:xfrm>
              <a:custGeom>
                <a:avLst/>
                <a:gdLst>
                  <a:gd name="T0" fmla="*/ 0 w 56"/>
                  <a:gd name="T1" fmla="*/ 0 h 16"/>
                  <a:gd name="T2" fmla="*/ 0 w 56"/>
                  <a:gd name="T3" fmla="*/ 0 h 16"/>
                  <a:gd name="T4" fmla="*/ 0 w 56"/>
                  <a:gd name="T5" fmla="*/ 0 h 16"/>
                  <a:gd name="T6" fmla="*/ 0 w 56"/>
                  <a:gd name="T7" fmla="*/ 0 h 16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56"/>
                  <a:gd name="T13" fmla="*/ 0 h 16"/>
                  <a:gd name="T14" fmla="*/ 56 w 56"/>
                  <a:gd name="T15" fmla="*/ 16 h 1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56" h="16">
                    <a:moveTo>
                      <a:pt x="0" y="16"/>
                    </a:moveTo>
                    <a:lnTo>
                      <a:pt x="56" y="4"/>
                    </a:lnTo>
                    <a:lnTo>
                      <a:pt x="55" y="0"/>
                    </a:lnTo>
                    <a:lnTo>
                      <a:pt x="0" y="16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908" name="Line 1010">
                <a:extLst>
                  <a:ext uri="{FF2B5EF4-FFF2-40B4-BE49-F238E27FC236}">
                    <a16:creationId xmlns:a16="http://schemas.microsoft.com/office/drawing/2014/main" id="{E341B2FF-755D-BC98-A592-14D71A2C4E5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 flipV="1">
                <a:off x="3667" y="3314"/>
                <a:ext cx="1" cy="1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909" name="Freeform 1011">
                <a:extLst>
                  <a:ext uri="{FF2B5EF4-FFF2-40B4-BE49-F238E27FC236}">
                    <a16:creationId xmlns:a16="http://schemas.microsoft.com/office/drawing/2014/main" id="{DDB2806C-AD0B-840B-6B06-867AD34A13B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646" y="3295"/>
                <a:ext cx="21" cy="24"/>
              </a:xfrm>
              <a:custGeom>
                <a:avLst/>
                <a:gdLst>
                  <a:gd name="T0" fmla="*/ 0 w 147"/>
                  <a:gd name="T1" fmla="*/ 0 h 163"/>
                  <a:gd name="T2" fmla="*/ 0 w 147"/>
                  <a:gd name="T3" fmla="*/ 0 h 163"/>
                  <a:gd name="T4" fmla="*/ 0 w 147"/>
                  <a:gd name="T5" fmla="*/ 0 h 163"/>
                  <a:gd name="T6" fmla="*/ 0 w 147"/>
                  <a:gd name="T7" fmla="*/ 0 h 163"/>
                  <a:gd name="T8" fmla="*/ 0 w 147"/>
                  <a:gd name="T9" fmla="*/ 0 h 163"/>
                  <a:gd name="T10" fmla="*/ 0 w 147"/>
                  <a:gd name="T11" fmla="*/ 0 h 163"/>
                  <a:gd name="T12" fmla="*/ 0 w 147"/>
                  <a:gd name="T13" fmla="*/ 0 h 163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147"/>
                  <a:gd name="T22" fmla="*/ 0 h 163"/>
                  <a:gd name="T23" fmla="*/ 147 w 147"/>
                  <a:gd name="T24" fmla="*/ 163 h 163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147" h="163">
                    <a:moveTo>
                      <a:pt x="37" y="163"/>
                    </a:moveTo>
                    <a:lnTo>
                      <a:pt x="92" y="148"/>
                    </a:lnTo>
                    <a:lnTo>
                      <a:pt x="147" y="132"/>
                    </a:lnTo>
                    <a:lnTo>
                      <a:pt x="110" y="0"/>
                    </a:lnTo>
                    <a:lnTo>
                      <a:pt x="55" y="15"/>
                    </a:lnTo>
                    <a:lnTo>
                      <a:pt x="0" y="31"/>
                    </a:lnTo>
                    <a:lnTo>
                      <a:pt x="37" y="163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910" name="Freeform 1012">
                <a:extLst>
                  <a:ext uri="{FF2B5EF4-FFF2-40B4-BE49-F238E27FC236}">
                    <a16:creationId xmlns:a16="http://schemas.microsoft.com/office/drawing/2014/main" id="{4FABBACA-8269-2B41-7908-845F5415ED0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646" y="3295"/>
                <a:ext cx="21" cy="24"/>
              </a:xfrm>
              <a:custGeom>
                <a:avLst/>
                <a:gdLst>
                  <a:gd name="T0" fmla="*/ 0 w 147"/>
                  <a:gd name="T1" fmla="*/ 0 h 163"/>
                  <a:gd name="T2" fmla="*/ 0 w 147"/>
                  <a:gd name="T3" fmla="*/ 0 h 163"/>
                  <a:gd name="T4" fmla="*/ 0 w 147"/>
                  <a:gd name="T5" fmla="*/ 0 h 163"/>
                  <a:gd name="T6" fmla="*/ 0 w 147"/>
                  <a:gd name="T7" fmla="*/ 0 h 163"/>
                  <a:gd name="T8" fmla="*/ 0 w 147"/>
                  <a:gd name="T9" fmla="*/ 0 h 163"/>
                  <a:gd name="T10" fmla="*/ 0 w 147"/>
                  <a:gd name="T11" fmla="*/ 0 h 163"/>
                  <a:gd name="T12" fmla="*/ 0 w 147"/>
                  <a:gd name="T13" fmla="*/ 0 h 163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147"/>
                  <a:gd name="T22" fmla="*/ 0 h 163"/>
                  <a:gd name="T23" fmla="*/ 147 w 147"/>
                  <a:gd name="T24" fmla="*/ 163 h 163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147" h="163">
                    <a:moveTo>
                      <a:pt x="37" y="163"/>
                    </a:moveTo>
                    <a:lnTo>
                      <a:pt x="92" y="148"/>
                    </a:lnTo>
                    <a:lnTo>
                      <a:pt x="147" y="132"/>
                    </a:lnTo>
                    <a:lnTo>
                      <a:pt x="110" y="0"/>
                    </a:lnTo>
                    <a:lnTo>
                      <a:pt x="55" y="15"/>
                    </a:lnTo>
                    <a:lnTo>
                      <a:pt x="0" y="31"/>
                    </a:lnTo>
                    <a:lnTo>
                      <a:pt x="37" y="163"/>
                    </a:lnTo>
                    <a:close/>
                  </a:path>
                </a:pathLst>
              </a:cu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911" name="Freeform 1013">
                <a:extLst>
                  <a:ext uri="{FF2B5EF4-FFF2-40B4-BE49-F238E27FC236}">
                    <a16:creationId xmlns:a16="http://schemas.microsoft.com/office/drawing/2014/main" id="{48441BBB-6165-489C-1D57-1EE90FF54CA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654" y="3295"/>
                <a:ext cx="8" cy="2"/>
              </a:xfrm>
              <a:custGeom>
                <a:avLst/>
                <a:gdLst>
                  <a:gd name="T0" fmla="*/ 0 w 55"/>
                  <a:gd name="T1" fmla="*/ 0 h 19"/>
                  <a:gd name="T2" fmla="*/ 0 w 55"/>
                  <a:gd name="T3" fmla="*/ 0 h 19"/>
                  <a:gd name="T4" fmla="*/ 0 w 55"/>
                  <a:gd name="T5" fmla="*/ 0 h 19"/>
                  <a:gd name="T6" fmla="*/ 0 w 55"/>
                  <a:gd name="T7" fmla="*/ 0 h 19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55"/>
                  <a:gd name="T13" fmla="*/ 0 h 19"/>
                  <a:gd name="T14" fmla="*/ 55 w 55"/>
                  <a:gd name="T15" fmla="*/ 19 h 19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55" h="19">
                    <a:moveTo>
                      <a:pt x="0" y="19"/>
                    </a:moveTo>
                    <a:lnTo>
                      <a:pt x="55" y="4"/>
                    </a:lnTo>
                    <a:lnTo>
                      <a:pt x="53" y="0"/>
                    </a:lnTo>
                    <a:lnTo>
                      <a:pt x="0" y="19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912" name="Line 1014">
                <a:extLst>
                  <a:ext uri="{FF2B5EF4-FFF2-40B4-BE49-F238E27FC236}">
                    <a16:creationId xmlns:a16="http://schemas.microsoft.com/office/drawing/2014/main" id="{3200C088-160E-C6A1-06DC-EAA87F01299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 flipV="1">
                <a:off x="3662" y="3295"/>
                <a:ext cx="1" cy="1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913" name="Freeform 1015">
                <a:extLst>
                  <a:ext uri="{FF2B5EF4-FFF2-40B4-BE49-F238E27FC236}">
                    <a16:creationId xmlns:a16="http://schemas.microsoft.com/office/drawing/2014/main" id="{1F9FD7A3-95F6-45C7-B78B-773328D9704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640" y="3276"/>
                <a:ext cx="22" cy="24"/>
              </a:xfrm>
              <a:custGeom>
                <a:avLst/>
                <a:gdLst>
                  <a:gd name="T0" fmla="*/ 0 w 153"/>
                  <a:gd name="T1" fmla="*/ 0 h 167"/>
                  <a:gd name="T2" fmla="*/ 0 w 153"/>
                  <a:gd name="T3" fmla="*/ 0 h 167"/>
                  <a:gd name="T4" fmla="*/ 0 w 153"/>
                  <a:gd name="T5" fmla="*/ 0 h 167"/>
                  <a:gd name="T6" fmla="*/ 0 w 153"/>
                  <a:gd name="T7" fmla="*/ 0 h 167"/>
                  <a:gd name="T8" fmla="*/ 0 w 153"/>
                  <a:gd name="T9" fmla="*/ 0 h 167"/>
                  <a:gd name="T10" fmla="*/ 0 w 153"/>
                  <a:gd name="T11" fmla="*/ 0 h 167"/>
                  <a:gd name="T12" fmla="*/ 0 w 153"/>
                  <a:gd name="T13" fmla="*/ 0 h 167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153"/>
                  <a:gd name="T22" fmla="*/ 0 h 167"/>
                  <a:gd name="T23" fmla="*/ 153 w 153"/>
                  <a:gd name="T24" fmla="*/ 167 h 167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153" h="167">
                    <a:moveTo>
                      <a:pt x="47" y="167"/>
                    </a:moveTo>
                    <a:lnTo>
                      <a:pt x="100" y="148"/>
                    </a:lnTo>
                    <a:lnTo>
                      <a:pt x="153" y="129"/>
                    </a:lnTo>
                    <a:lnTo>
                      <a:pt x="105" y="0"/>
                    </a:lnTo>
                    <a:lnTo>
                      <a:pt x="53" y="19"/>
                    </a:lnTo>
                    <a:lnTo>
                      <a:pt x="0" y="38"/>
                    </a:lnTo>
                    <a:lnTo>
                      <a:pt x="47" y="167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914" name="Freeform 1016">
                <a:extLst>
                  <a:ext uri="{FF2B5EF4-FFF2-40B4-BE49-F238E27FC236}">
                    <a16:creationId xmlns:a16="http://schemas.microsoft.com/office/drawing/2014/main" id="{83A17E83-26BC-9064-CC4F-35A58B835A6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640" y="3276"/>
                <a:ext cx="22" cy="24"/>
              </a:xfrm>
              <a:custGeom>
                <a:avLst/>
                <a:gdLst>
                  <a:gd name="T0" fmla="*/ 0 w 153"/>
                  <a:gd name="T1" fmla="*/ 0 h 167"/>
                  <a:gd name="T2" fmla="*/ 0 w 153"/>
                  <a:gd name="T3" fmla="*/ 0 h 167"/>
                  <a:gd name="T4" fmla="*/ 0 w 153"/>
                  <a:gd name="T5" fmla="*/ 0 h 167"/>
                  <a:gd name="T6" fmla="*/ 0 w 153"/>
                  <a:gd name="T7" fmla="*/ 0 h 167"/>
                  <a:gd name="T8" fmla="*/ 0 w 153"/>
                  <a:gd name="T9" fmla="*/ 0 h 167"/>
                  <a:gd name="T10" fmla="*/ 0 w 153"/>
                  <a:gd name="T11" fmla="*/ 0 h 167"/>
                  <a:gd name="T12" fmla="*/ 0 w 153"/>
                  <a:gd name="T13" fmla="*/ 0 h 167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153"/>
                  <a:gd name="T22" fmla="*/ 0 h 167"/>
                  <a:gd name="T23" fmla="*/ 153 w 153"/>
                  <a:gd name="T24" fmla="*/ 167 h 167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153" h="167">
                    <a:moveTo>
                      <a:pt x="47" y="167"/>
                    </a:moveTo>
                    <a:lnTo>
                      <a:pt x="100" y="148"/>
                    </a:lnTo>
                    <a:lnTo>
                      <a:pt x="153" y="129"/>
                    </a:lnTo>
                    <a:lnTo>
                      <a:pt x="105" y="0"/>
                    </a:lnTo>
                    <a:lnTo>
                      <a:pt x="53" y="19"/>
                    </a:lnTo>
                    <a:lnTo>
                      <a:pt x="0" y="38"/>
                    </a:lnTo>
                    <a:lnTo>
                      <a:pt x="47" y="167"/>
                    </a:lnTo>
                    <a:close/>
                  </a:path>
                </a:pathLst>
              </a:cu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915" name="Freeform 1017">
                <a:extLst>
                  <a:ext uri="{FF2B5EF4-FFF2-40B4-BE49-F238E27FC236}">
                    <a16:creationId xmlns:a16="http://schemas.microsoft.com/office/drawing/2014/main" id="{710070FC-E72D-7D90-B652-04DCF415E86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648" y="3276"/>
                <a:ext cx="7" cy="3"/>
              </a:xfrm>
              <a:custGeom>
                <a:avLst/>
                <a:gdLst>
                  <a:gd name="T0" fmla="*/ 0 w 52"/>
                  <a:gd name="T1" fmla="*/ 0 h 23"/>
                  <a:gd name="T2" fmla="*/ 0 w 52"/>
                  <a:gd name="T3" fmla="*/ 0 h 23"/>
                  <a:gd name="T4" fmla="*/ 0 w 52"/>
                  <a:gd name="T5" fmla="*/ 0 h 23"/>
                  <a:gd name="T6" fmla="*/ 0 w 52"/>
                  <a:gd name="T7" fmla="*/ 0 h 23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52"/>
                  <a:gd name="T13" fmla="*/ 0 h 23"/>
                  <a:gd name="T14" fmla="*/ 52 w 52"/>
                  <a:gd name="T15" fmla="*/ 23 h 23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52" h="23">
                    <a:moveTo>
                      <a:pt x="0" y="23"/>
                    </a:moveTo>
                    <a:lnTo>
                      <a:pt x="52" y="4"/>
                    </a:lnTo>
                    <a:lnTo>
                      <a:pt x="51" y="0"/>
                    </a:lnTo>
                    <a:lnTo>
                      <a:pt x="0" y="23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916" name="Line 1018">
                <a:extLst>
                  <a:ext uri="{FF2B5EF4-FFF2-40B4-BE49-F238E27FC236}">
                    <a16:creationId xmlns:a16="http://schemas.microsoft.com/office/drawing/2014/main" id="{020CAFE5-C5D5-8AAC-C769-B5C0B4CC683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 flipV="1">
                <a:off x="3655" y="3276"/>
                <a:ext cx="1" cy="1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917" name="Freeform 1019">
                <a:extLst>
                  <a:ext uri="{FF2B5EF4-FFF2-40B4-BE49-F238E27FC236}">
                    <a16:creationId xmlns:a16="http://schemas.microsoft.com/office/drawing/2014/main" id="{80014CA2-8002-DEE3-A7C3-37A4A856DA5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632" y="3258"/>
                <a:ext cx="23" cy="24"/>
              </a:xfrm>
              <a:custGeom>
                <a:avLst/>
                <a:gdLst>
                  <a:gd name="T0" fmla="*/ 0 w 160"/>
                  <a:gd name="T1" fmla="*/ 0 h 172"/>
                  <a:gd name="T2" fmla="*/ 0 w 160"/>
                  <a:gd name="T3" fmla="*/ 0 h 172"/>
                  <a:gd name="T4" fmla="*/ 0 w 160"/>
                  <a:gd name="T5" fmla="*/ 0 h 172"/>
                  <a:gd name="T6" fmla="*/ 0 w 160"/>
                  <a:gd name="T7" fmla="*/ 0 h 172"/>
                  <a:gd name="T8" fmla="*/ 0 w 160"/>
                  <a:gd name="T9" fmla="*/ 0 h 172"/>
                  <a:gd name="T10" fmla="*/ 0 w 160"/>
                  <a:gd name="T11" fmla="*/ 0 h 172"/>
                  <a:gd name="T12" fmla="*/ 0 w 160"/>
                  <a:gd name="T13" fmla="*/ 0 h 172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160"/>
                  <a:gd name="T22" fmla="*/ 0 h 172"/>
                  <a:gd name="T23" fmla="*/ 160 w 160"/>
                  <a:gd name="T24" fmla="*/ 172 h 172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160" h="172">
                    <a:moveTo>
                      <a:pt x="57" y="172"/>
                    </a:moveTo>
                    <a:lnTo>
                      <a:pt x="109" y="148"/>
                    </a:lnTo>
                    <a:lnTo>
                      <a:pt x="160" y="125"/>
                    </a:lnTo>
                    <a:lnTo>
                      <a:pt x="103" y="0"/>
                    </a:lnTo>
                    <a:lnTo>
                      <a:pt x="51" y="24"/>
                    </a:lnTo>
                    <a:lnTo>
                      <a:pt x="0" y="47"/>
                    </a:lnTo>
                    <a:lnTo>
                      <a:pt x="57" y="172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918" name="Freeform 1020">
                <a:extLst>
                  <a:ext uri="{FF2B5EF4-FFF2-40B4-BE49-F238E27FC236}">
                    <a16:creationId xmlns:a16="http://schemas.microsoft.com/office/drawing/2014/main" id="{4F4E18C2-6D19-1242-F21B-9AAFBC8D72B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632" y="3258"/>
                <a:ext cx="23" cy="24"/>
              </a:xfrm>
              <a:custGeom>
                <a:avLst/>
                <a:gdLst>
                  <a:gd name="T0" fmla="*/ 0 w 160"/>
                  <a:gd name="T1" fmla="*/ 0 h 172"/>
                  <a:gd name="T2" fmla="*/ 0 w 160"/>
                  <a:gd name="T3" fmla="*/ 0 h 172"/>
                  <a:gd name="T4" fmla="*/ 0 w 160"/>
                  <a:gd name="T5" fmla="*/ 0 h 172"/>
                  <a:gd name="T6" fmla="*/ 0 w 160"/>
                  <a:gd name="T7" fmla="*/ 0 h 172"/>
                  <a:gd name="T8" fmla="*/ 0 w 160"/>
                  <a:gd name="T9" fmla="*/ 0 h 172"/>
                  <a:gd name="T10" fmla="*/ 0 w 160"/>
                  <a:gd name="T11" fmla="*/ 0 h 172"/>
                  <a:gd name="T12" fmla="*/ 0 w 160"/>
                  <a:gd name="T13" fmla="*/ 0 h 172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160"/>
                  <a:gd name="T22" fmla="*/ 0 h 172"/>
                  <a:gd name="T23" fmla="*/ 160 w 160"/>
                  <a:gd name="T24" fmla="*/ 172 h 172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160" h="172">
                    <a:moveTo>
                      <a:pt x="57" y="172"/>
                    </a:moveTo>
                    <a:lnTo>
                      <a:pt x="109" y="148"/>
                    </a:lnTo>
                    <a:lnTo>
                      <a:pt x="160" y="125"/>
                    </a:lnTo>
                    <a:lnTo>
                      <a:pt x="103" y="0"/>
                    </a:lnTo>
                    <a:lnTo>
                      <a:pt x="51" y="24"/>
                    </a:lnTo>
                    <a:lnTo>
                      <a:pt x="0" y="47"/>
                    </a:lnTo>
                    <a:lnTo>
                      <a:pt x="57" y="172"/>
                    </a:lnTo>
                    <a:close/>
                  </a:path>
                </a:pathLst>
              </a:cu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919" name="Freeform 1021">
                <a:extLst>
                  <a:ext uri="{FF2B5EF4-FFF2-40B4-BE49-F238E27FC236}">
                    <a16:creationId xmlns:a16="http://schemas.microsoft.com/office/drawing/2014/main" id="{FFF8FBB1-028A-7AE0-3BB2-D190609C6B4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639" y="3257"/>
                <a:ext cx="8" cy="4"/>
              </a:xfrm>
              <a:custGeom>
                <a:avLst/>
                <a:gdLst>
                  <a:gd name="T0" fmla="*/ 0 w 52"/>
                  <a:gd name="T1" fmla="*/ 0 h 28"/>
                  <a:gd name="T2" fmla="*/ 0 w 52"/>
                  <a:gd name="T3" fmla="*/ 0 h 28"/>
                  <a:gd name="T4" fmla="*/ 0 w 52"/>
                  <a:gd name="T5" fmla="*/ 0 h 28"/>
                  <a:gd name="T6" fmla="*/ 0 w 52"/>
                  <a:gd name="T7" fmla="*/ 0 h 28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52"/>
                  <a:gd name="T13" fmla="*/ 0 h 28"/>
                  <a:gd name="T14" fmla="*/ 52 w 52"/>
                  <a:gd name="T15" fmla="*/ 28 h 28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52" h="28">
                    <a:moveTo>
                      <a:pt x="0" y="28"/>
                    </a:moveTo>
                    <a:lnTo>
                      <a:pt x="52" y="4"/>
                    </a:lnTo>
                    <a:lnTo>
                      <a:pt x="50" y="0"/>
                    </a:lnTo>
                    <a:lnTo>
                      <a:pt x="0" y="28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920" name="Line 1022">
                <a:extLst>
                  <a:ext uri="{FF2B5EF4-FFF2-40B4-BE49-F238E27FC236}">
                    <a16:creationId xmlns:a16="http://schemas.microsoft.com/office/drawing/2014/main" id="{BEAB51CC-FDAA-D944-E7CE-3C110EB2DF2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 flipV="1">
                <a:off x="3646" y="3257"/>
                <a:ext cx="1" cy="1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921" name="Freeform 1023">
                <a:extLst>
                  <a:ext uri="{FF2B5EF4-FFF2-40B4-BE49-F238E27FC236}">
                    <a16:creationId xmlns:a16="http://schemas.microsoft.com/office/drawing/2014/main" id="{ABB62C30-B577-1AE7-48FC-7954C870837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623" y="3240"/>
                <a:ext cx="23" cy="25"/>
              </a:xfrm>
              <a:custGeom>
                <a:avLst/>
                <a:gdLst>
                  <a:gd name="T0" fmla="*/ 0 w 166"/>
                  <a:gd name="T1" fmla="*/ 0 h 176"/>
                  <a:gd name="T2" fmla="*/ 0 w 166"/>
                  <a:gd name="T3" fmla="*/ 0 h 176"/>
                  <a:gd name="T4" fmla="*/ 0 w 166"/>
                  <a:gd name="T5" fmla="*/ 0 h 176"/>
                  <a:gd name="T6" fmla="*/ 0 w 166"/>
                  <a:gd name="T7" fmla="*/ 0 h 176"/>
                  <a:gd name="T8" fmla="*/ 0 w 166"/>
                  <a:gd name="T9" fmla="*/ 0 h 176"/>
                  <a:gd name="T10" fmla="*/ 0 w 166"/>
                  <a:gd name="T11" fmla="*/ 0 h 176"/>
                  <a:gd name="T12" fmla="*/ 0 w 166"/>
                  <a:gd name="T13" fmla="*/ 0 h 17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166"/>
                  <a:gd name="T22" fmla="*/ 0 h 176"/>
                  <a:gd name="T23" fmla="*/ 166 w 166"/>
                  <a:gd name="T24" fmla="*/ 176 h 17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166" h="176">
                    <a:moveTo>
                      <a:pt x="67" y="176"/>
                    </a:moveTo>
                    <a:lnTo>
                      <a:pt x="116" y="148"/>
                    </a:lnTo>
                    <a:lnTo>
                      <a:pt x="166" y="120"/>
                    </a:lnTo>
                    <a:lnTo>
                      <a:pt x="98" y="0"/>
                    </a:lnTo>
                    <a:lnTo>
                      <a:pt x="49" y="28"/>
                    </a:lnTo>
                    <a:lnTo>
                      <a:pt x="0" y="56"/>
                    </a:lnTo>
                    <a:lnTo>
                      <a:pt x="67" y="176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922" name="Freeform 1024">
                <a:extLst>
                  <a:ext uri="{FF2B5EF4-FFF2-40B4-BE49-F238E27FC236}">
                    <a16:creationId xmlns:a16="http://schemas.microsoft.com/office/drawing/2014/main" id="{B9D44C1F-6746-3CA3-9676-BD156DDA7D7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623" y="3240"/>
                <a:ext cx="23" cy="25"/>
              </a:xfrm>
              <a:custGeom>
                <a:avLst/>
                <a:gdLst>
                  <a:gd name="T0" fmla="*/ 0 w 166"/>
                  <a:gd name="T1" fmla="*/ 0 h 176"/>
                  <a:gd name="T2" fmla="*/ 0 w 166"/>
                  <a:gd name="T3" fmla="*/ 0 h 176"/>
                  <a:gd name="T4" fmla="*/ 0 w 166"/>
                  <a:gd name="T5" fmla="*/ 0 h 176"/>
                  <a:gd name="T6" fmla="*/ 0 w 166"/>
                  <a:gd name="T7" fmla="*/ 0 h 176"/>
                  <a:gd name="T8" fmla="*/ 0 w 166"/>
                  <a:gd name="T9" fmla="*/ 0 h 176"/>
                  <a:gd name="T10" fmla="*/ 0 w 166"/>
                  <a:gd name="T11" fmla="*/ 0 h 176"/>
                  <a:gd name="T12" fmla="*/ 0 w 166"/>
                  <a:gd name="T13" fmla="*/ 0 h 17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166"/>
                  <a:gd name="T22" fmla="*/ 0 h 176"/>
                  <a:gd name="T23" fmla="*/ 166 w 166"/>
                  <a:gd name="T24" fmla="*/ 176 h 17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166" h="176">
                    <a:moveTo>
                      <a:pt x="67" y="176"/>
                    </a:moveTo>
                    <a:lnTo>
                      <a:pt x="116" y="148"/>
                    </a:lnTo>
                    <a:lnTo>
                      <a:pt x="166" y="120"/>
                    </a:lnTo>
                    <a:lnTo>
                      <a:pt x="98" y="0"/>
                    </a:lnTo>
                    <a:lnTo>
                      <a:pt x="49" y="28"/>
                    </a:lnTo>
                    <a:lnTo>
                      <a:pt x="0" y="56"/>
                    </a:lnTo>
                    <a:lnTo>
                      <a:pt x="67" y="176"/>
                    </a:lnTo>
                    <a:close/>
                  </a:path>
                </a:pathLst>
              </a:cu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923" name="Freeform 1025">
                <a:extLst>
                  <a:ext uri="{FF2B5EF4-FFF2-40B4-BE49-F238E27FC236}">
                    <a16:creationId xmlns:a16="http://schemas.microsoft.com/office/drawing/2014/main" id="{A953A7E5-9AB9-4C08-E3EB-3CFA98C476C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630" y="3240"/>
                <a:ext cx="7" cy="4"/>
              </a:xfrm>
              <a:custGeom>
                <a:avLst/>
                <a:gdLst>
                  <a:gd name="T0" fmla="*/ 0 w 49"/>
                  <a:gd name="T1" fmla="*/ 0 h 32"/>
                  <a:gd name="T2" fmla="*/ 0 w 49"/>
                  <a:gd name="T3" fmla="*/ 0 h 32"/>
                  <a:gd name="T4" fmla="*/ 0 w 49"/>
                  <a:gd name="T5" fmla="*/ 0 h 32"/>
                  <a:gd name="T6" fmla="*/ 0 w 49"/>
                  <a:gd name="T7" fmla="*/ 0 h 32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49"/>
                  <a:gd name="T13" fmla="*/ 0 h 32"/>
                  <a:gd name="T14" fmla="*/ 49 w 49"/>
                  <a:gd name="T15" fmla="*/ 32 h 32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49" h="32">
                    <a:moveTo>
                      <a:pt x="0" y="32"/>
                    </a:moveTo>
                    <a:lnTo>
                      <a:pt x="49" y="4"/>
                    </a:lnTo>
                    <a:lnTo>
                      <a:pt x="47" y="0"/>
                    </a:lnTo>
                    <a:lnTo>
                      <a:pt x="0" y="32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924" name="Line 1026">
                <a:extLst>
                  <a:ext uri="{FF2B5EF4-FFF2-40B4-BE49-F238E27FC236}">
                    <a16:creationId xmlns:a16="http://schemas.microsoft.com/office/drawing/2014/main" id="{82963EFF-9FEC-2A73-1B52-8463E7857BC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 flipV="1">
                <a:off x="3636" y="3240"/>
                <a:ext cx="1" cy="1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925" name="Freeform 1027">
                <a:extLst>
                  <a:ext uri="{FF2B5EF4-FFF2-40B4-BE49-F238E27FC236}">
                    <a16:creationId xmlns:a16="http://schemas.microsoft.com/office/drawing/2014/main" id="{D0A1B0C5-3BF7-8BA2-4E9C-D15DC4910F9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612" y="3223"/>
                <a:ext cx="24" cy="26"/>
              </a:xfrm>
              <a:custGeom>
                <a:avLst/>
                <a:gdLst>
                  <a:gd name="T0" fmla="*/ 0 w 170"/>
                  <a:gd name="T1" fmla="*/ 0 h 176"/>
                  <a:gd name="T2" fmla="*/ 0 w 170"/>
                  <a:gd name="T3" fmla="*/ 0 h 176"/>
                  <a:gd name="T4" fmla="*/ 0 w 170"/>
                  <a:gd name="T5" fmla="*/ 0 h 176"/>
                  <a:gd name="T6" fmla="*/ 0 w 170"/>
                  <a:gd name="T7" fmla="*/ 0 h 176"/>
                  <a:gd name="T8" fmla="*/ 0 w 170"/>
                  <a:gd name="T9" fmla="*/ 0 h 176"/>
                  <a:gd name="T10" fmla="*/ 0 w 170"/>
                  <a:gd name="T11" fmla="*/ 0 h 176"/>
                  <a:gd name="T12" fmla="*/ 0 w 170"/>
                  <a:gd name="T13" fmla="*/ 0 h 17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170"/>
                  <a:gd name="T22" fmla="*/ 0 h 176"/>
                  <a:gd name="T23" fmla="*/ 170 w 170"/>
                  <a:gd name="T24" fmla="*/ 176 h 17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170" h="176">
                    <a:moveTo>
                      <a:pt x="76" y="176"/>
                    </a:moveTo>
                    <a:lnTo>
                      <a:pt x="123" y="145"/>
                    </a:lnTo>
                    <a:lnTo>
                      <a:pt x="170" y="113"/>
                    </a:lnTo>
                    <a:lnTo>
                      <a:pt x="94" y="0"/>
                    </a:lnTo>
                    <a:lnTo>
                      <a:pt x="47" y="31"/>
                    </a:lnTo>
                    <a:lnTo>
                      <a:pt x="0" y="63"/>
                    </a:lnTo>
                    <a:lnTo>
                      <a:pt x="76" y="176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926" name="Freeform 1028">
                <a:extLst>
                  <a:ext uri="{FF2B5EF4-FFF2-40B4-BE49-F238E27FC236}">
                    <a16:creationId xmlns:a16="http://schemas.microsoft.com/office/drawing/2014/main" id="{3FE7A3FF-E6C7-197E-0172-F1EE63353C2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612" y="3223"/>
                <a:ext cx="24" cy="26"/>
              </a:xfrm>
              <a:custGeom>
                <a:avLst/>
                <a:gdLst>
                  <a:gd name="T0" fmla="*/ 0 w 170"/>
                  <a:gd name="T1" fmla="*/ 0 h 176"/>
                  <a:gd name="T2" fmla="*/ 0 w 170"/>
                  <a:gd name="T3" fmla="*/ 0 h 176"/>
                  <a:gd name="T4" fmla="*/ 0 w 170"/>
                  <a:gd name="T5" fmla="*/ 0 h 176"/>
                  <a:gd name="T6" fmla="*/ 0 w 170"/>
                  <a:gd name="T7" fmla="*/ 0 h 176"/>
                  <a:gd name="T8" fmla="*/ 0 w 170"/>
                  <a:gd name="T9" fmla="*/ 0 h 176"/>
                  <a:gd name="T10" fmla="*/ 0 w 170"/>
                  <a:gd name="T11" fmla="*/ 0 h 176"/>
                  <a:gd name="T12" fmla="*/ 0 w 170"/>
                  <a:gd name="T13" fmla="*/ 0 h 17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170"/>
                  <a:gd name="T22" fmla="*/ 0 h 176"/>
                  <a:gd name="T23" fmla="*/ 170 w 170"/>
                  <a:gd name="T24" fmla="*/ 176 h 17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170" h="176">
                    <a:moveTo>
                      <a:pt x="76" y="176"/>
                    </a:moveTo>
                    <a:lnTo>
                      <a:pt x="123" y="145"/>
                    </a:lnTo>
                    <a:lnTo>
                      <a:pt x="170" y="113"/>
                    </a:lnTo>
                    <a:lnTo>
                      <a:pt x="94" y="0"/>
                    </a:lnTo>
                    <a:lnTo>
                      <a:pt x="47" y="31"/>
                    </a:lnTo>
                    <a:lnTo>
                      <a:pt x="0" y="63"/>
                    </a:lnTo>
                    <a:lnTo>
                      <a:pt x="76" y="176"/>
                    </a:lnTo>
                    <a:close/>
                  </a:path>
                </a:pathLst>
              </a:cu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927" name="Freeform 1029">
                <a:extLst>
                  <a:ext uri="{FF2B5EF4-FFF2-40B4-BE49-F238E27FC236}">
                    <a16:creationId xmlns:a16="http://schemas.microsoft.com/office/drawing/2014/main" id="{2A3E1000-E2EF-5939-E8EC-954B9567240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619" y="3223"/>
                <a:ext cx="7" cy="5"/>
              </a:xfrm>
              <a:custGeom>
                <a:avLst/>
                <a:gdLst>
                  <a:gd name="T0" fmla="*/ 0 w 47"/>
                  <a:gd name="T1" fmla="*/ 0 h 35"/>
                  <a:gd name="T2" fmla="*/ 0 w 47"/>
                  <a:gd name="T3" fmla="*/ 0 h 35"/>
                  <a:gd name="T4" fmla="*/ 0 w 47"/>
                  <a:gd name="T5" fmla="*/ 0 h 35"/>
                  <a:gd name="T6" fmla="*/ 0 w 47"/>
                  <a:gd name="T7" fmla="*/ 0 h 35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47"/>
                  <a:gd name="T13" fmla="*/ 0 h 35"/>
                  <a:gd name="T14" fmla="*/ 47 w 47"/>
                  <a:gd name="T15" fmla="*/ 35 h 35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47" h="35">
                    <a:moveTo>
                      <a:pt x="0" y="35"/>
                    </a:moveTo>
                    <a:lnTo>
                      <a:pt x="47" y="4"/>
                    </a:lnTo>
                    <a:lnTo>
                      <a:pt x="45" y="0"/>
                    </a:lnTo>
                    <a:lnTo>
                      <a:pt x="0" y="35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928" name="Line 1030">
                <a:extLst>
                  <a:ext uri="{FF2B5EF4-FFF2-40B4-BE49-F238E27FC236}">
                    <a16:creationId xmlns:a16="http://schemas.microsoft.com/office/drawing/2014/main" id="{343C9BF4-A2A2-D24D-3F18-7E711835E3C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 flipV="1">
                <a:off x="3625" y="3223"/>
                <a:ext cx="1" cy="1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929" name="Freeform 1031">
                <a:extLst>
                  <a:ext uri="{FF2B5EF4-FFF2-40B4-BE49-F238E27FC236}">
                    <a16:creationId xmlns:a16="http://schemas.microsoft.com/office/drawing/2014/main" id="{2896D968-4FF1-0D29-755C-AFC27F7DAB0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600" y="3208"/>
                <a:ext cx="25" cy="25"/>
              </a:xfrm>
              <a:custGeom>
                <a:avLst/>
                <a:gdLst>
                  <a:gd name="T0" fmla="*/ 0 w 175"/>
                  <a:gd name="T1" fmla="*/ 0 h 177"/>
                  <a:gd name="T2" fmla="*/ 0 w 175"/>
                  <a:gd name="T3" fmla="*/ 0 h 177"/>
                  <a:gd name="T4" fmla="*/ 0 w 175"/>
                  <a:gd name="T5" fmla="*/ 0 h 177"/>
                  <a:gd name="T6" fmla="*/ 0 w 175"/>
                  <a:gd name="T7" fmla="*/ 0 h 177"/>
                  <a:gd name="T8" fmla="*/ 0 w 175"/>
                  <a:gd name="T9" fmla="*/ 0 h 177"/>
                  <a:gd name="T10" fmla="*/ 0 w 175"/>
                  <a:gd name="T11" fmla="*/ 0 h 177"/>
                  <a:gd name="T12" fmla="*/ 0 w 175"/>
                  <a:gd name="T13" fmla="*/ 0 h 177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175"/>
                  <a:gd name="T22" fmla="*/ 0 h 177"/>
                  <a:gd name="T23" fmla="*/ 175 w 175"/>
                  <a:gd name="T24" fmla="*/ 177 h 177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175" h="177">
                    <a:moveTo>
                      <a:pt x="85" y="177"/>
                    </a:moveTo>
                    <a:lnTo>
                      <a:pt x="130" y="142"/>
                    </a:lnTo>
                    <a:lnTo>
                      <a:pt x="175" y="107"/>
                    </a:lnTo>
                    <a:lnTo>
                      <a:pt x="89" y="0"/>
                    </a:lnTo>
                    <a:lnTo>
                      <a:pt x="44" y="35"/>
                    </a:lnTo>
                    <a:lnTo>
                      <a:pt x="0" y="69"/>
                    </a:lnTo>
                    <a:lnTo>
                      <a:pt x="85" y="177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930" name="Freeform 1032">
                <a:extLst>
                  <a:ext uri="{FF2B5EF4-FFF2-40B4-BE49-F238E27FC236}">
                    <a16:creationId xmlns:a16="http://schemas.microsoft.com/office/drawing/2014/main" id="{6A378C7A-CC02-3190-A93C-A743FA49C5D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600" y="3208"/>
                <a:ext cx="25" cy="25"/>
              </a:xfrm>
              <a:custGeom>
                <a:avLst/>
                <a:gdLst>
                  <a:gd name="T0" fmla="*/ 0 w 175"/>
                  <a:gd name="T1" fmla="*/ 0 h 177"/>
                  <a:gd name="T2" fmla="*/ 0 w 175"/>
                  <a:gd name="T3" fmla="*/ 0 h 177"/>
                  <a:gd name="T4" fmla="*/ 0 w 175"/>
                  <a:gd name="T5" fmla="*/ 0 h 177"/>
                  <a:gd name="T6" fmla="*/ 0 w 175"/>
                  <a:gd name="T7" fmla="*/ 0 h 177"/>
                  <a:gd name="T8" fmla="*/ 0 w 175"/>
                  <a:gd name="T9" fmla="*/ 0 h 177"/>
                  <a:gd name="T10" fmla="*/ 0 w 175"/>
                  <a:gd name="T11" fmla="*/ 0 h 177"/>
                  <a:gd name="T12" fmla="*/ 0 w 175"/>
                  <a:gd name="T13" fmla="*/ 0 h 177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175"/>
                  <a:gd name="T22" fmla="*/ 0 h 177"/>
                  <a:gd name="T23" fmla="*/ 175 w 175"/>
                  <a:gd name="T24" fmla="*/ 177 h 177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175" h="177">
                    <a:moveTo>
                      <a:pt x="85" y="177"/>
                    </a:moveTo>
                    <a:lnTo>
                      <a:pt x="130" y="142"/>
                    </a:lnTo>
                    <a:lnTo>
                      <a:pt x="175" y="107"/>
                    </a:lnTo>
                    <a:lnTo>
                      <a:pt x="89" y="0"/>
                    </a:lnTo>
                    <a:lnTo>
                      <a:pt x="44" y="35"/>
                    </a:lnTo>
                    <a:lnTo>
                      <a:pt x="0" y="69"/>
                    </a:lnTo>
                    <a:lnTo>
                      <a:pt x="85" y="177"/>
                    </a:lnTo>
                    <a:close/>
                  </a:path>
                </a:pathLst>
              </a:cu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931" name="Freeform 1033">
                <a:extLst>
                  <a:ext uri="{FF2B5EF4-FFF2-40B4-BE49-F238E27FC236}">
                    <a16:creationId xmlns:a16="http://schemas.microsoft.com/office/drawing/2014/main" id="{DE415CFE-4145-10B4-32FA-5D0B956C068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607" y="3207"/>
                <a:ext cx="6" cy="6"/>
              </a:xfrm>
              <a:custGeom>
                <a:avLst/>
                <a:gdLst>
                  <a:gd name="T0" fmla="*/ 0 w 45"/>
                  <a:gd name="T1" fmla="*/ 0 h 39"/>
                  <a:gd name="T2" fmla="*/ 0 w 45"/>
                  <a:gd name="T3" fmla="*/ 0 h 39"/>
                  <a:gd name="T4" fmla="*/ 0 w 45"/>
                  <a:gd name="T5" fmla="*/ 0 h 39"/>
                  <a:gd name="T6" fmla="*/ 0 w 45"/>
                  <a:gd name="T7" fmla="*/ 0 h 39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45"/>
                  <a:gd name="T13" fmla="*/ 0 h 39"/>
                  <a:gd name="T14" fmla="*/ 45 w 45"/>
                  <a:gd name="T15" fmla="*/ 39 h 39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45" h="39">
                    <a:moveTo>
                      <a:pt x="0" y="39"/>
                    </a:moveTo>
                    <a:lnTo>
                      <a:pt x="45" y="4"/>
                    </a:lnTo>
                    <a:lnTo>
                      <a:pt x="42" y="0"/>
                    </a:lnTo>
                    <a:lnTo>
                      <a:pt x="0" y="39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932" name="Line 1034">
                <a:extLst>
                  <a:ext uri="{FF2B5EF4-FFF2-40B4-BE49-F238E27FC236}">
                    <a16:creationId xmlns:a16="http://schemas.microsoft.com/office/drawing/2014/main" id="{927A2BA7-91E5-F833-2956-C8565E031D9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 flipV="1">
                <a:off x="3613" y="3207"/>
                <a:ext cx="1" cy="1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933" name="Freeform 1035">
                <a:extLst>
                  <a:ext uri="{FF2B5EF4-FFF2-40B4-BE49-F238E27FC236}">
                    <a16:creationId xmlns:a16="http://schemas.microsoft.com/office/drawing/2014/main" id="{84034F4E-8DD4-83B1-5482-2F289275412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587" y="3193"/>
                <a:ext cx="26" cy="25"/>
              </a:xfrm>
              <a:custGeom>
                <a:avLst/>
                <a:gdLst>
                  <a:gd name="T0" fmla="*/ 0 w 176"/>
                  <a:gd name="T1" fmla="*/ 0 h 178"/>
                  <a:gd name="T2" fmla="*/ 0 w 176"/>
                  <a:gd name="T3" fmla="*/ 0 h 178"/>
                  <a:gd name="T4" fmla="*/ 0 w 176"/>
                  <a:gd name="T5" fmla="*/ 0 h 178"/>
                  <a:gd name="T6" fmla="*/ 0 w 176"/>
                  <a:gd name="T7" fmla="*/ 0 h 178"/>
                  <a:gd name="T8" fmla="*/ 0 w 176"/>
                  <a:gd name="T9" fmla="*/ 0 h 178"/>
                  <a:gd name="T10" fmla="*/ 0 w 176"/>
                  <a:gd name="T11" fmla="*/ 0 h 178"/>
                  <a:gd name="T12" fmla="*/ 0 w 176"/>
                  <a:gd name="T13" fmla="*/ 0 h 178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176"/>
                  <a:gd name="T22" fmla="*/ 0 h 178"/>
                  <a:gd name="T23" fmla="*/ 176 w 176"/>
                  <a:gd name="T24" fmla="*/ 178 h 178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176" h="178">
                    <a:moveTo>
                      <a:pt x="93" y="178"/>
                    </a:moveTo>
                    <a:lnTo>
                      <a:pt x="134" y="140"/>
                    </a:lnTo>
                    <a:lnTo>
                      <a:pt x="176" y="101"/>
                    </a:lnTo>
                    <a:lnTo>
                      <a:pt x="83" y="0"/>
                    </a:lnTo>
                    <a:lnTo>
                      <a:pt x="41" y="39"/>
                    </a:lnTo>
                    <a:lnTo>
                      <a:pt x="0" y="77"/>
                    </a:lnTo>
                    <a:lnTo>
                      <a:pt x="93" y="178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934" name="Freeform 1036">
                <a:extLst>
                  <a:ext uri="{FF2B5EF4-FFF2-40B4-BE49-F238E27FC236}">
                    <a16:creationId xmlns:a16="http://schemas.microsoft.com/office/drawing/2014/main" id="{A3F5D2FE-476F-1180-F821-CF0F1502453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587" y="3193"/>
                <a:ext cx="26" cy="25"/>
              </a:xfrm>
              <a:custGeom>
                <a:avLst/>
                <a:gdLst>
                  <a:gd name="T0" fmla="*/ 0 w 176"/>
                  <a:gd name="T1" fmla="*/ 0 h 178"/>
                  <a:gd name="T2" fmla="*/ 0 w 176"/>
                  <a:gd name="T3" fmla="*/ 0 h 178"/>
                  <a:gd name="T4" fmla="*/ 0 w 176"/>
                  <a:gd name="T5" fmla="*/ 0 h 178"/>
                  <a:gd name="T6" fmla="*/ 0 w 176"/>
                  <a:gd name="T7" fmla="*/ 0 h 178"/>
                  <a:gd name="T8" fmla="*/ 0 w 176"/>
                  <a:gd name="T9" fmla="*/ 0 h 178"/>
                  <a:gd name="T10" fmla="*/ 0 w 176"/>
                  <a:gd name="T11" fmla="*/ 0 h 178"/>
                  <a:gd name="T12" fmla="*/ 0 w 176"/>
                  <a:gd name="T13" fmla="*/ 0 h 178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176"/>
                  <a:gd name="T22" fmla="*/ 0 h 178"/>
                  <a:gd name="T23" fmla="*/ 176 w 176"/>
                  <a:gd name="T24" fmla="*/ 178 h 178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176" h="178">
                    <a:moveTo>
                      <a:pt x="93" y="178"/>
                    </a:moveTo>
                    <a:lnTo>
                      <a:pt x="134" y="140"/>
                    </a:lnTo>
                    <a:lnTo>
                      <a:pt x="176" y="101"/>
                    </a:lnTo>
                    <a:lnTo>
                      <a:pt x="83" y="0"/>
                    </a:lnTo>
                    <a:lnTo>
                      <a:pt x="41" y="39"/>
                    </a:lnTo>
                    <a:lnTo>
                      <a:pt x="0" y="77"/>
                    </a:lnTo>
                    <a:lnTo>
                      <a:pt x="93" y="178"/>
                    </a:lnTo>
                    <a:close/>
                  </a:path>
                </a:pathLst>
              </a:cu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935" name="Freeform 1037">
                <a:extLst>
                  <a:ext uri="{FF2B5EF4-FFF2-40B4-BE49-F238E27FC236}">
                    <a16:creationId xmlns:a16="http://schemas.microsoft.com/office/drawing/2014/main" id="{D7273A54-3902-37D6-017C-37B9E559BCA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593" y="3192"/>
                <a:ext cx="6" cy="6"/>
              </a:xfrm>
              <a:custGeom>
                <a:avLst/>
                <a:gdLst>
                  <a:gd name="T0" fmla="*/ 0 w 42"/>
                  <a:gd name="T1" fmla="*/ 0 h 42"/>
                  <a:gd name="T2" fmla="*/ 0 w 42"/>
                  <a:gd name="T3" fmla="*/ 0 h 42"/>
                  <a:gd name="T4" fmla="*/ 0 w 42"/>
                  <a:gd name="T5" fmla="*/ 0 h 42"/>
                  <a:gd name="T6" fmla="*/ 0 w 42"/>
                  <a:gd name="T7" fmla="*/ 0 h 42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42"/>
                  <a:gd name="T13" fmla="*/ 0 h 42"/>
                  <a:gd name="T14" fmla="*/ 42 w 42"/>
                  <a:gd name="T15" fmla="*/ 42 h 42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42" h="42">
                    <a:moveTo>
                      <a:pt x="0" y="42"/>
                    </a:moveTo>
                    <a:lnTo>
                      <a:pt x="42" y="3"/>
                    </a:lnTo>
                    <a:lnTo>
                      <a:pt x="38" y="0"/>
                    </a:lnTo>
                    <a:lnTo>
                      <a:pt x="0" y="42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936" name="Line 1038">
                <a:extLst>
                  <a:ext uri="{FF2B5EF4-FFF2-40B4-BE49-F238E27FC236}">
                    <a16:creationId xmlns:a16="http://schemas.microsoft.com/office/drawing/2014/main" id="{30AE901F-29DA-0897-4B4F-BFA73047F84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 flipV="1">
                <a:off x="3599" y="3192"/>
                <a:ext cx="1" cy="1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937" name="Freeform 1039">
                <a:extLst>
                  <a:ext uri="{FF2B5EF4-FFF2-40B4-BE49-F238E27FC236}">
                    <a16:creationId xmlns:a16="http://schemas.microsoft.com/office/drawing/2014/main" id="{F0FE9C23-1AF0-DF4B-16C5-462DA08CE3E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574" y="3179"/>
                <a:ext cx="25" cy="25"/>
              </a:xfrm>
              <a:custGeom>
                <a:avLst/>
                <a:gdLst>
                  <a:gd name="T0" fmla="*/ 0 w 176"/>
                  <a:gd name="T1" fmla="*/ 0 h 176"/>
                  <a:gd name="T2" fmla="*/ 0 w 176"/>
                  <a:gd name="T3" fmla="*/ 0 h 176"/>
                  <a:gd name="T4" fmla="*/ 0 w 176"/>
                  <a:gd name="T5" fmla="*/ 0 h 176"/>
                  <a:gd name="T6" fmla="*/ 0 w 176"/>
                  <a:gd name="T7" fmla="*/ 0 h 176"/>
                  <a:gd name="T8" fmla="*/ 0 w 176"/>
                  <a:gd name="T9" fmla="*/ 0 h 176"/>
                  <a:gd name="T10" fmla="*/ 0 w 176"/>
                  <a:gd name="T11" fmla="*/ 0 h 176"/>
                  <a:gd name="T12" fmla="*/ 0 w 176"/>
                  <a:gd name="T13" fmla="*/ 0 h 17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176"/>
                  <a:gd name="T22" fmla="*/ 0 h 176"/>
                  <a:gd name="T23" fmla="*/ 176 w 176"/>
                  <a:gd name="T24" fmla="*/ 176 h 17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176" h="176">
                    <a:moveTo>
                      <a:pt x="100" y="176"/>
                    </a:moveTo>
                    <a:lnTo>
                      <a:pt x="138" y="135"/>
                    </a:lnTo>
                    <a:lnTo>
                      <a:pt x="176" y="93"/>
                    </a:lnTo>
                    <a:lnTo>
                      <a:pt x="77" y="0"/>
                    </a:lnTo>
                    <a:lnTo>
                      <a:pt x="38" y="41"/>
                    </a:lnTo>
                    <a:lnTo>
                      <a:pt x="0" y="83"/>
                    </a:lnTo>
                    <a:lnTo>
                      <a:pt x="100" y="176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938" name="Freeform 1040">
                <a:extLst>
                  <a:ext uri="{FF2B5EF4-FFF2-40B4-BE49-F238E27FC236}">
                    <a16:creationId xmlns:a16="http://schemas.microsoft.com/office/drawing/2014/main" id="{B2585EA0-3B64-7042-CD1A-923694AF0D7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574" y="3179"/>
                <a:ext cx="25" cy="25"/>
              </a:xfrm>
              <a:custGeom>
                <a:avLst/>
                <a:gdLst>
                  <a:gd name="T0" fmla="*/ 0 w 176"/>
                  <a:gd name="T1" fmla="*/ 0 h 176"/>
                  <a:gd name="T2" fmla="*/ 0 w 176"/>
                  <a:gd name="T3" fmla="*/ 0 h 176"/>
                  <a:gd name="T4" fmla="*/ 0 w 176"/>
                  <a:gd name="T5" fmla="*/ 0 h 176"/>
                  <a:gd name="T6" fmla="*/ 0 w 176"/>
                  <a:gd name="T7" fmla="*/ 0 h 176"/>
                  <a:gd name="T8" fmla="*/ 0 w 176"/>
                  <a:gd name="T9" fmla="*/ 0 h 176"/>
                  <a:gd name="T10" fmla="*/ 0 w 176"/>
                  <a:gd name="T11" fmla="*/ 0 h 176"/>
                  <a:gd name="T12" fmla="*/ 0 w 176"/>
                  <a:gd name="T13" fmla="*/ 0 h 17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176"/>
                  <a:gd name="T22" fmla="*/ 0 h 176"/>
                  <a:gd name="T23" fmla="*/ 176 w 176"/>
                  <a:gd name="T24" fmla="*/ 176 h 17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176" h="176">
                    <a:moveTo>
                      <a:pt x="100" y="176"/>
                    </a:moveTo>
                    <a:lnTo>
                      <a:pt x="138" y="135"/>
                    </a:lnTo>
                    <a:lnTo>
                      <a:pt x="176" y="93"/>
                    </a:lnTo>
                    <a:lnTo>
                      <a:pt x="77" y="0"/>
                    </a:lnTo>
                    <a:lnTo>
                      <a:pt x="38" y="41"/>
                    </a:lnTo>
                    <a:lnTo>
                      <a:pt x="0" y="83"/>
                    </a:lnTo>
                    <a:lnTo>
                      <a:pt x="100" y="176"/>
                    </a:lnTo>
                    <a:close/>
                  </a:path>
                </a:pathLst>
              </a:cu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939" name="Freeform 1041">
                <a:extLst>
                  <a:ext uri="{FF2B5EF4-FFF2-40B4-BE49-F238E27FC236}">
                    <a16:creationId xmlns:a16="http://schemas.microsoft.com/office/drawing/2014/main" id="{D450B9BA-F19D-54DA-3A96-6AD73AB489D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579" y="3178"/>
                <a:ext cx="6" cy="7"/>
              </a:xfrm>
              <a:custGeom>
                <a:avLst/>
                <a:gdLst>
                  <a:gd name="T0" fmla="*/ 0 w 39"/>
                  <a:gd name="T1" fmla="*/ 0 h 44"/>
                  <a:gd name="T2" fmla="*/ 0 w 39"/>
                  <a:gd name="T3" fmla="*/ 0 h 44"/>
                  <a:gd name="T4" fmla="*/ 0 w 39"/>
                  <a:gd name="T5" fmla="*/ 0 h 44"/>
                  <a:gd name="T6" fmla="*/ 0 w 39"/>
                  <a:gd name="T7" fmla="*/ 0 h 44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39"/>
                  <a:gd name="T13" fmla="*/ 0 h 44"/>
                  <a:gd name="T14" fmla="*/ 39 w 39"/>
                  <a:gd name="T15" fmla="*/ 44 h 44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39" h="44">
                    <a:moveTo>
                      <a:pt x="0" y="44"/>
                    </a:moveTo>
                    <a:lnTo>
                      <a:pt x="39" y="3"/>
                    </a:lnTo>
                    <a:lnTo>
                      <a:pt x="35" y="0"/>
                    </a:lnTo>
                    <a:lnTo>
                      <a:pt x="0" y="44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940" name="Line 1042">
                <a:extLst>
                  <a:ext uri="{FF2B5EF4-FFF2-40B4-BE49-F238E27FC236}">
                    <a16:creationId xmlns:a16="http://schemas.microsoft.com/office/drawing/2014/main" id="{0F694B07-D57B-F635-D6F9-859813AE6DA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 flipV="1">
                <a:off x="3584" y="3178"/>
                <a:ext cx="1" cy="1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941" name="Freeform 1043">
                <a:extLst>
                  <a:ext uri="{FF2B5EF4-FFF2-40B4-BE49-F238E27FC236}">
                    <a16:creationId xmlns:a16="http://schemas.microsoft.com/office/drawing/2014/main" id="{1E55E5CA-4364-C155-1FD8-2F93D3FD2A0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559" y="3166"/>
                <a:ext cx="25" cy="25"/>
              </a:xfrm>
              <a:custGeom>
                <a:avLst/>
                <a:gdLst>
                  <a:gd name="T0" fmla="*/ 0 w 177"/>
                  <a:gd name="T1" fmla="*/ 0 h 175"/>
                  <a:gd name="T2" fmla="*/ 0 w 177"/>
                  <a:gd name="T3" fmla="*/ 0 h 175"/>
                  <a:gd name="T4" fmla="*/ 0 w 177"/>
                  <a:gd name="T5" fmla="*/ 0 h 175"/>
                  <a:gd name="T6" fmla="*/ 0 w 177"/>
                  <a:gd name="T7" fmla="*/ 0 h 175"/>
                  <a:gd name="T8" fmla="*/ 0 w 177"/>
                  <a:gd name="T9" fmla="*/ 0 h 175"/>
                  <a:gd name="T10" fmla="*/ 0 w 177"/>
                  <a:gd name="T11" fmla="*/ 0 h 175"/>
                  <a:gd name="T12" fmla="*/ 0 w 177"/>
                  <a:gd name="T13" fmla="*/ 0 h 175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177"/>
                  <a:gd name="T22" fmla="*/ 0 h 175"/>
                  <a:gd name="T23" fmla="*/ 177 w 177"/>
                  <a:gd name="T24" fmla="*/ 175 h 175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177" h="175">
                    <a:moveTo>
                      <a:pt x="108" y="175"/>
                    </a:moveTo>
                    <a:lnTo>
                      <a:pt x="142" y="130"/>
                    </a:lnTo>
                    <a:lnTo>
                      <a:pt x="177" y="86"/>
                    </a:lnTo>
                    <a:lnTo>
                      <a:pt x="69" y="0"/>
                    </a:lnTo>
                    <a:lnTo>
                      <a:pt x="35" y="45"/>
                    </a:lnTo>
                    <a:lnTo>
                      <a:pt x="0" y="90"/>
                    </a:lnTo>
                    <a:lnTo>
                      <a:pt x="108" y="175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942" name="Freeform 1044">
                <a:extLst>
                  <a:ext uri="{FF2B5EF4-FFF2-40B4-BE49-F238E27FC236}">
                    <a16:creationId xmlns:a16="http://schemas.microsoft.com/office/drawing/2014/main" id="{C82145BE-69F9-AABE-A499-DA744D304BC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559" y="3166"/>
                <a:ext cx="25" cy="25"/>
              </a:xfrm>
              <a:custGeom>
                <a:avLst/>
                <a:gdLst>
                  <a:gd name="T0" fmla="*/ 0 w 177"/>
                  <a:gd name="T1" fmla="*/ 0 h 175"/>
                  <a:gd name="T2" fmla="*/ 0 w 177"/>
                  <a:gd name="T3" fmla="*/ 0 h 175"/>
                  <a:gd name="T4" fmla="*/ 0 w 177"/>
                  <a:gd name="T5" fmla="*/ 0 h 175"/>
                  <a:gd name="T6" fmla="*/ 0 w 177"/>
                  <a:gd name="T7" fmla="*/ 0 h 175"/>
                  <a:gd name="T8" fmla="*/ 0 w 177"/>
                  <a:gd name="T9" fmla="*/ 0 h 175"/>
                  <a:gd name="T10" fmla="*/ 0 w 177"/>
                  <a:gd name="T11" fmla="*/ 0 h 175"/>
                  <a:gd name="T12" fmla="*/ 0 w 177"/>
                  <a:gd name="T13" fmla="*/ 0 h 175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177"/>
                  <a:gd name="T22" fmla="*/ 0 h 175"/>
                  <a:gd name="T23" fmla="*/ 177 w 177"/>
                  <a:gd name="T24" fmla="*/ 175 h 175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177" h="175">
                    <a:moveTo>
                      <a:pt x="108" y="175"/>
                    </a:moveTo>
                    <a:lnTo>
                      <a:pt x="142" y="130"/>
                    </a:lnTo>
                    <a:lnTo>
                      <a:pt x="177" y="86"/>
                    </a:lnTo>
                    <a:lnTo>
                      <a:pt x="69" y="0"/>
                    </a:lnTo>
                    <a:lnTo>
                      <a:pt x="35" y="45"/>
                    </a:lnTo>
                    <a:lnTo>
                      <a:pt x="0" y="90"/>
                    </a:lnTo>
                    <a:lnTo>
                      <a:pt x="108" y="175"/>
                    </a:lnTo>
                    <a:close/>
                  </a:path>
                </a:pathLst>
              </a:cu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943" name="Freeform 1045">
                <a:extLst>
                  <a:ext uri="{FF2B5EF4-FFF2-40B4-BE49-F238E27FC236}">
                    <a16:creationId xmlns:a16="http://schemas.microsoft.com/office/drawing/2014/main" id="{72AF9516-41CE-00BE-1042-E4D83723B04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564" y="3166"/>
                <a:ext cx="5" cy="7"/>
              </a:xfrm>
              <a:custGeom>
                <a:avLst/>
                <a:gdLst>
                  <a:gd name="T0" fmla="*/ 0 w 34"/>
                  <a:gd name="T1" fmla="*/ 0 h 47"/>
                  <a:gd name="T2" fmla="*/ 0 w 34"/>
                  <a:gd name="T3" fmla="*/ 0 h 47"/>
                  <a:gd name="T4" fmla="*/ 0 w 34"/>
                  <a:gd name="T5" fmla="*/ 0 h 47"/>
                  <a:gd name="T6" fmla="*/ 0 w 34"/>
                  <a:gd name="T7" fmla="*/ 0 h 47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34"/>
                  <a:gd name="T13" fmla="*/ 0 h 47"/>
                  <a:gd name="T14" fmla="*/ 34 w 34"/>
                  <a:gd name="T15" fmla="*/ 47 h 47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34" h="47">
                    <a:moveTo>
                      <a:pt x="0" y="47"/>
                    </a:moveTo>
                    <a:lnTo>
                      <a:pt x="34" y="2"/>
                    </a:lnTo>
                    <a:lnTo>
                      <a:pt x="31" y="0"/>
                    </a:lnTo>
                    <a:lnTo>
                      <a:pt x="0" y="47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944" name="Line 1046">
                <a:extLst>
                  <a:ext uri="{FF2B5EF4-FFF2-40B4-BE49-F238E27FC236}">
                    <a16:creationId xmlns:a16="http://schemas.microsoft.com/office/drawing/2014/main" id="{02B6E743-A6E7-C959-92BA-50960A0D232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 flipV="1">
                <a:off x="3568" y="3166"/>
                <a:ext cx="1" cy="1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945" name="Freeform 1047">
                <a:extLst>
                  <a:ext uri="{FF2B5EF4-FFF2-40B4-BE49-F238E27FC236}">
                    <a16:creationId xmlns:a16="http://schemas.microsoft.com/office/drawing/2014/main" id="{21A1714F-BD31-4E12-6370-D8E678F775F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543" y="3155"/>
                <a:ext cx="25" cy="24"/>
              </a:xfrm>
              <a:custGeom>
                <a:avLst/>
                <a:gdLst>
                  <a:gd name="T0" fmla="*/ 0 w 177"/>
                  <a:gd name="T1" fmla="*/ 0 h 170"/>
                  <a:gd name="T2" fmla="*/ 0 w 177"/>
                  <a:gd name="T3" fmla="*/ 0 h 170"/>
                  <a:gd name="T4" fmla="*/ 0 w 177"/>
                  <a:gd name="T5" fmla="*/ 0 h 170"/>
                  <a:gd name="T6" fmla="*/ 0 w 177"/>
                  <a:gd name="T7" fmla="*/ 0 h 170"/>
                  <a:gd name="T8" fmla="*/ 0 w 177"/>
                  <a:gd name="T9" fmla="*/ 0 h 170"/>
                  <a:gd name="T10" fmla="*/ 0 w 177"/>
                  <a:gd name="T11" fmla="*/ 0 h 170"/>
                  <a:gd name="T12" fmla="*/ 0 w 177"/>
                  <a:gd name="T13" fmla="*/ 0 h 170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177"/>
                  <a:gd name="T22" fmla="*/ 0 h 170"/>
                  <a:gd name="T23" fmla="*/ 177 w 177"/>
                  <a:gd name="T24" fmla="*/ 170 h 170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177" h="170">
                    <a:moveTo>
                      <a:pt x="114" y="170"/>
                    </a:moveTo>
                    <a:lnTo>
                      <a:pt x="146" y="123"/>
                    </a:lnTo>
                    <a:lnTo>
                      <a:pt x="177" y="76"/>
                    </a:lnTo>
                    <a:lnTo>
                      <a:pt x="63" y="0"/>
                    </a:lnTo>
                    <a:lnTo>
                      <a:pt x="31" y="47"/>
                    </a:lnTo>
                    <a:lnTo>
                      <a:pt x="0" y="94"/>
                    </a:lnTo>
                    <a:lnTo>
                      <a:pt x="114" y="17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946" name="Freeform 1048">
                <a:extLst>
                  <a:ext uri="{FF2B5EF4-FFF2-40B4-BE49-F238E27FC236}">
                    <a16:creationId xmlns:a16="http://schemas.microsoft.com/office/drawing/2014/main" id="{D69DDDF5-0231-4905-B4ED-7DD3D839698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543" y="3155"/>
                <a:ext cx="25" cy="24"/>
              </a:xfrm>
              <a:custGeom>
                <a:avLst/>
                <a:gdLst>
                  <a:gd name="T0" fmla="*/ 0 w 177"/>
                  <a:gd name="T1" fmla="*/ 0 h 170"/>
                  <a:gd name="T2" fmla="*/ 0 w 177"/>
                  <a:gd name="T3" fmla="*/ 0 h 170"/>
                  <a:gd name="T4" fmla="*/ 0 w 177"/>
                  <a:gd name="T5" fmla="*/ 0 h 170"/>
                  <a:gd name="T6" fmla="*/ 0 w 177"/>
                  <a:gd name="T7" fmla="*/ 0 h 170"/>
                  <a:gd name="T8" fmla="*/ 0 w 177"/>
                  <a:gd name="T9" fmla="*/ 0 h 170"/>
                  <a:gd name="T10" fmla="*/ 0 w 177"/>
                  <a:gd name="T11" fmla="*/ 0 h 170"/>
                  <a:gd name="T12" fmla="*/ 0 w 177"/>
                  <a:gd name="T13" fmla="*/ 0 h 170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177"/>
                  <a:gd name="T22" fmla="*/ 0 h 170"/>
                  <a:gd name="T23" fmla="*/ 177 w 177"/>
                  <a:gd name="T24" fmla="*/ 170 h 170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177" h="170">
                    <a:moveTo>
                      <a:pt x="114" y="170"/>
                    </a:moveTo>
                    <a:lnTo>
                      <a:pt x="146" y="123"/>
                    </a:lnTo>
                    <a:lnTo>
                      <a:pt x="177" y="76"/>
                    </a:lnTo>
                    <a:lnTo>
                      <a:pt x="63" y="0"/>
                    </a:lnTo>
                    <a:lnTo>
                      <a:pt x="31" y="47"/>
                    </a:lnTo>
                    <a:lnTo>
                      <a:pt x="0" y="94"/>
                    </a:lnTo>
                    <a:lnTo>
                      <a:pt x="114" y="170"/>
                    </a:lnTo>
                    <a:close/>
                  </a:path>
                </a:pathLst>
              </a:cu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947" name="Freeform 1049">
                <a:extLst>
                  <a:ext uri="{FF2B5EF4-FFF2-40B4-BE49-F238E27FC236}">
                    <a16:creationId xmlns:a16="http://schemas.microsoft.com/office/drawing/2014/main" id="{644374E6-601F-91D6-232D-82AB589F9F1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547" y="3155"/>
                <a:ext cx="5" cy="7"/>
              </a:xfrm>
              <a:custGeom>
                <a:avLst/>
                <a:gdLst>
                  <a:gd name="T0" fmla="*/ 0 w 32"/>
                  <a:gd name="T1" fmla="*/ 0 h 50"/>
                  <a:gd name="T2" fmla="*/ 0 w 32"/>
                  <a:gd name="T3" fmla="*/ 0 h 50"/>
                  <a:gd name="T4" fmla="*/ 0 w 32"/>
                  <a:gd name="T5" fmla="*/ 0 h 50"/>
                  <a:gd name="T6" fmla="*/ 0 w 32"/>
                  <a:gd name="T7" fmla="*/ 0 h 50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32"/>
                  <a:gd name="T13" fmla="*/ 0 h 50"/>
                  <a:gd name="T14" fmla="*/ 32 w 32"/>
                  <a:gd name="T15" fmla="*/ 50 h 50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32" h="50">
                    <a:moveTo>
                      <a:pt x="0" y="50"/>
                    </a:moveTo>
                    <a:lnTo>
                      <a:pt x="32" y="3"/>
                    </a:lnTo>
                    <a:lnTo>
                      <a:pt x="28" y="0"/>
                    </a:lnTo>
                    <a:lnTo>
                      <a:pt x="0" y="5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948" name="Line 1050">
                <a:extLst>
                  <a:ext uri="{FF2B5EF4-FFF2-40B4-BE49-F238E27FC236}">
                    <a16:creationId xmlns:a16="http://schemas.microsoft.com/office/drawing/2014/main" id="{8B78B901-C4C7-019A-B40F-C856B6201C9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 flipV="1">
                <a:off x="3551" y="3155"/>
                <a:ext cx="1" cy="1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949" name="Freeform 1051">
                <a:extLst>
                  <a:ext uri="{FF2B5EF4-FFF2-40B4-BE49-F238E27FC236}">
                    <a16:creationId xmlns:a16="http://schemas.microsoft.com/office/drawing/2014/main" id="{5C6A457A-89B6-48EF-90B6-27FB0880CDE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526" y="3145"/>
                <a:ext cx="25" cy="24"/>
              </a:xfrm>
              <a:custGeom>
                <a:avLst/>
                <a:gdLst>
                  <a:gd name="T0" fmla="*/ 0 w 176"/>
                  <a:gd name="T1" fmla="*/ 0 h 166"/>
                  <a:gd name="T2" fmla="*/ 0 w 176"/>
                  <a:gd name="T3" fmla="*/ 0 h 166"/>
                  <a:gd name="T4" fmla="*/ 0 w 176"/>
                  <a:gd name="T5" fmla="*/ 0 h 166"/>
                  <a:gd name="T6" fmla="*/ 0 w 176"/>
                  <a:gd name="T7" fmla="*/ 0 h 166"/>
                  <a:gd name="T8" fmla="*/ 0 w 176"/>
                  <a:gd name="T9" fmla="*/ 0 h 166"/>
                  <a:gd name="T10" fmla="*/ 0 w 176"/>
                  <a:gd name="T11" fmla="*/ 0 h 166"/>
                  <a:gd name="T12" fmla="*/ 0 w 176"/>
                  <a:gd name="T13" fmla="*/ 0 h 16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176"/>
                  <a:gd name="T22" fmla="*/ 0 h 166"/>
                  <a:gd name="T23" fmla="*/ 176 w 176"/>
                  <a:gd name="T24" fmla="*/ 166 h 16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176" h="166">
                    <a:moveTo>
                      <a:pt x="120" y="166"/>
                    </a:moveTo>
                    <a:lnTo>
                      <a:pt x="148" y="117"/>
                    </a:lnTo>
                    <a:lnTo>
                      <a:pt x="176" y="67"/>
                    </a:lnTo>
                    <a:lnTo>
                      <a:pt x="56" y="0"/>
                    </a:lnTo>
                    <a:lnTo>
                      <a:pt x="28" y="50"/>
                    </a:lnTo>
                    <a:lnTo>
                      <a:pt x="0" y="99"/>
                    </a:lnTo>
                    <a:lnTo>
                      <a:pt x="120" y="166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950" name="Freeform 1052">
                <a:extLst>
                  <a:ext uri="{FF2B5EF4-FFF2-40B4-BE49-F238E27FC236}">
                    <a16:creationId xmlns:a16="http://schemas.microsoft.com/office/drawing/2014/main" id="{E3E90EBF-ADEB-3946-DA6E-292093F1199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526" y="3145"/>
                <a:ext cx="25" cy="24"/>
              </a:xfrm>
              <a:custGeom>
                <a:avLst/>
                <a:gdLst>
                  <a:gd name="T0" fmla="*/ 0 w 176"/>
                  <a:gd name="T1" fmla="*/ 0 h 166"/>
                  <a:gd name="T2" fmla="*/ 0 w 176"/>
                  <a:gd name="T3" fmla="*/ 0 h 166"/>
                  <a:gd name="T4" fmla="*/ 0 w 176"/>
                  <a:gd name="T5" fmla="*/ 0 h 166"/>
                  <a:gd name="T6" fmla="*/ 0 w 176"/>
                  <a:gd name="T7" fmla="*/ 0 h 166"/>
                  <a:gd name="T8" fmla="*/ 0 w 176"/>
                  <a:gd name="T9" fmla="*/ 0 h 166"/>
                  <a:gd name="T10" fmla="*/ 0 w 176"/>
                  <a:gd name="T11" fmla="*/ 0 h 166"/>
                  <a:gd name="T12" fmla="*/ 0 w 176"/>
                  <a:gd name="T13" fmla="*/ 0 h 16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176"/>
                  <a:gd name="T22" fmla="*/ 0 h 166"/>
                  <a:gd name="T23" fmla="*/ 176 w 176"/>
                  <a:gd name="T24" fmla="*/ 166 h 16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176" h="166">
                    <a:moveTo>
                      <a:pt x="120" y="166"/>
                    </a:moveTo>
                    <a:lnTo>
                      <a:pt x="148" y="117"/>
                    </a:lnTo>
                    <a:lnTo>
                      <a:pt x="176" y="67"/>
                    </a:lnTo>
                    <a:lnTo>
                      <a:pt x="56" y="0"/>
                    </a:lnTo>
                    <a:lnTo>
                      <a:pt x="28" y="50"/>
                    </a:lnTo>
                    <a:lnTo>
                      <a:pt x="0" y="99"/>
                    </a:lnTo>
                    <a:lnTo>
                      <a:pt x="120" y="166"/>
                    </a:lnTo>
                    <a:close/>
                  </a:path>
                </a:pathLst>
              </a:cu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951" name="Freeform 1053">
                <a:extLst>
                  <a:ext uri="{FF2B5EF4-FFF2-40B4-BE49-F238E27FC236}">
                    <a16:creationId xmlns:a16="http://schemas.microsoft.com/office/drawing/2014/main" id="{EF509DCB-DF7A-39B8-FCB2-F1F5AB4E1E3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530" y="3145"/>
                <a:ext cx="4" cy="7"/>
              </a:xfrm>
              <a:custGeom>
                <a:avLst/>
                <a:gdLst>
                  <a:gd name="T0" fmla="*/ 0 w 28"/>
                  <a:gd name="T1" fmla="*/ 0 h 52"/>
                  <a:gd name="T2" fmla="*/ 0 w 28"/>
                  <a:gd name="T3" fmla="*/ 0 h 52"/>
                  <a:gd name="T4" fmla="*/ 0 w 28"/>
                  <a:gd name="T5" fmla="*/ 0 h 52"/>
                  <a:gd name="T6" fmla="*/ 0 w 28"/>
                  <a:gd name="T7" fmla="*/ 0 h 52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28"/>
                  <a:gd name="T13" fmla="*/ 0 h 52"/>
                  <a:gd name="T14" fmla="*/ 28 w 28"/>
                  <a:gd name="T15" fmla="*/ 52 h 52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28" h="52">
                    <a:moveTo>
                      <a:pt x="0" y="52"/>
                    </a:moveTo>
                    <a:lnTo>
                      <a:pt x="28" y="2"/>
                    </a:lnTo>
                    <a:lnTo>
                      <a:pt x="24" y="0"/>
                    </a:lnTo>
                    <a:lnTo>
                      <a:pt x="0" y="52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952" name="Line 1054">
                <a:extLst>
                  <a:ext uri="{FF2B5EF4-FFF2-40B4-BE49-F238E27FC236}">
                    <a16:creationId xmlns:a16="http://schemas.microsoft.com/office/drawing/2014/main" id="{A10E9A90-5FAF-466A-B028-DF65452379C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 flipV="1">
                <a:off x="3534" y="3145"/>
                <a:ext cx="1" cy="1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953" name="Freeform 1055">
                <a:extLst>
                  <a:ext uri="{FF2B5EF4-FFF2-40B4-BE49-F238E27FC236}">
                    <a16:creationId xmlns:a16="http://schemas.microsoft.com/office/drawing/2014/main" id="{66E06E18-9661-5BE9-DED5-09A567A23EE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509" y="3137"/>
                <a:ext cx="25" cy="22"/>
              </a:xfrm>
              <a:custGeom>
                <a:avLst/>
                <a:gdLst>
                  <a:gd name="T0" fmla="*/ 0 w 172"/>
                  <a:gd name="T1" fmla="*/ 0 h 160"/>
                  <a:gd name="T2" fmla="*/ 0 w 172"/>
                  <a:gd name="T3" fmla="*/ 0 h 160"/>
                  <a:gd name="T4" fmla="*/ 0 w 172"/>
                  <a:gd name="T5" fmla="*/ 0 h 160"/>
                  <a:gd name="T6" fmla="*/ 0 w 172"/>
                  <a:gd name="T7" fmla="*/ 0 h 160"/>
                  <a:gd name="T8" fmla="*/ 0 w 172"/>
                  <a:gd name="T9" fmla="*/ 0 h 160"/>
                  <a:gd name="T10" fmla="*/ 0 w 172"/>
                  <a:gd name="T11" fmla="*/ 0 h 160"/>
                  <a:gd name="T12" fmla="*/ 0 w 172"/>
                  <a:gd name="T13" fmla="*/ 0 h 160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172"/>
                  <a:gd name="T22" fmla="*/ 0 h 160"/>
                  <a:gd name="T23" fmla="*/ 172 w 172"/>
                  <a:gd name="T24" fmla="*/ 160 h 160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172" h="160">
                    <a:moveTo>
                      <a:pt x="125" y="160"/>
                    </a:moveTo>
                    <a:lnTo>
                      <a:pt x="148" y="109"/>
                    </a:lnTo>
                    <a:lnTo>
                      <a:pt x="172" y="57"/>
                    </a:lnTo>
                    <a:lnTo>
                      <a:pt x="47" y="0"/>
                    </a:lnTo>
                    <a:lnTo>
                      <a:pt x="24" y="51"/>
                    </a:lnTo>
                    <a:lnTo>
                      <a:pt x="0" y="103"/>
                    </a:lnTo>
                    <a:lnTo>
                      <a:pt x="125" y="16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954" name="Freeform 1056">
                <a:extLst>
                  <a:ext uri="{FF2B5EF4-FFF2-40B4-BE49-F238E27FC236}">
                    <a16:creationId xmlns:a16="http://schemas.microsoft.com/office/drawing/2014/main" id="{3EAA13D3-FB42-7FB8-DDE6-BEA3A3A7CDD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509" y="3137"/>
                <a:ext cx="25" cy="22"/>
              </a:xfrm>
              <a:custGeom>
                <a:avLst/>
                <a:gdLst>
                  <a:gd name="T0" fmla="*/ 0 w 172"/>
                  <a:gd name="T1" fmla="*/ 0 h 160"/>
                  <a:gd name="T2" fmla="*/ 0 w 172"/>
                  <a:gd name="T3" fmla="*/ 0 h 160"/>
                  <a:gd name="T4" fmla="*/ 0 w 172"/>
                  <a:gd name="T5" fmla="*/ 0 h 160"/>
                  <a:gd name="T6" fmla="*/ 0 w 172"/>
                  <a:gd name="T7" fmla="*/ 0 h 160"/>
                  <a:gd name="T8" fmla="*/ 0 w 172"/>
                  <a:gd name="T9" fmla="*/ 0 h 160"/>
                  <a:gd name="T10" fmla="*/ 0 w 172"/>
                  <a:gd name="T11" fmla="*/ 0 h 160"/>
                  <a:gd name="T12" fmla="*/ 0 w 172"/>
                  <a:gd name="T13" fmla="*/ 0 h 160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172"/>
                  <a:gd name="T22" fmla="*/ 0 h 160"/>
                  <a:gd name="T23" fmla="*/ 172 w 172"/>
                  <a:gd name="T24" fmla="*/ 160 h 160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172" h="160">
                    <a:moveTo>
                      <a:pt x="125" y="160"/>
                    </a:moveTo>
                    <a:lnTo>
                      <a:pt x="148" y="109"/>
                    </a:lnTo>
                    <a:lnTo>
                      <a:pt x="172" y="57"/>
                    </a:lnTo>
                    <a:lnTo>
                      <a:pt x="47" y="0"/>
                    </a:lnTo>
                    <a:lnTo>
                      <a:pt x="24" y="51"/>
                    </a:lnTo>
                    <a:lnTo>
                      <a:pt x="0" y="103"/>
                    </a:lnTo>
                    <a:lnTo>
                      <a:pt x="125" y="160"/>
                    </a:lnTo>
                    <a:close/>
                  </a:path>
                </a:pathLst>
              </a:cu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955" name="Freeform 1057">
                <a:extLst>
                  <a:ext uri="{FF2B5EF4-FFF2-40B4-BE49-F238E27FC236}">
                    <a16:creationId xmlns:a16="http://schemas.microsoft.com/office/drawing/2014/main" id="{3D90D262-01B6-4170-048B-BA9C5593706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512" y="3136"/>
                <a:ext cx="4" cy="8"/>
              </a:xfrm>
              <a:custGeom>
                <a:avLst/>
                <a:gdLst>
                  <a:gd name="T0" fmla="*/ 0 w 23"/>
                  <a:gd name="T1" fmla="*/ 0 h 52"/>
                  <a:gd name="T2" fmla="*/ 0 w 23"/>
                  <a:gd name="T3" fmla="*/ 0 h 52"/>
                  <a:gd name="T4" fmla="*/ 0 w 23"/>
                  <a:gd name="T5" fmla="*/ 0 h 52"/>
                  <a:gd name="T6" fmla="*/ 0 w 23"/>
                  <a:gd name="T7" fmla="*/ 0 h 52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23"/>
                  <a:gd name="T13" fmla="*/ 0 h 52"/>
                  <a:gd name="T14" fmla="*/ 23 w 23"/>
                  <a:gd name="T15" fmla="*/ 52 h 52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23" h="52">
                    <a:moveTo>
                      <a:pt x="0" y="52"/>
                    </a:moveTo>
                    <a:lnTo>
                      <a:pt x="23" y="1"/>
                    </a:lnTo>
                    <a:lnTo>
                      <a:pt x="19" y="0"/>
                    </a:lnTo>
                    <a:lnTo>
                      <a:pt x="0" y="52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956" name="Line 1058">
                <a:extLst>
                  <a:ext uri="{FF2B5EF4-FFF2-40B4-BE49-F238E27FC236}">
                    <a16:creationId xmlns:a16="http://schemas.microsoft.com/office/drawing/2014/main" id="{37582E66-D5DB-0A5B-0163-309934BC3B4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 flipV="1">
                <a:off x="3515" y="3136"/>
                <a:ext cx="1" cy="1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957" name="Freeform 1059">
                <a:extLst>
                  <a:ext uri="{FF2B5EF4-FFF2-40B4-BE49-F238E27FC236}">
                    <a16:creationId xmlns:a16="http://schemas.microsoft.com/office/drawing/2014/main" id="{0A75F1F2-8725-8D93-014D-11129AD0F9A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491" y="3130"/>
                <a:ext cx="24" cy="21"/>
              </a:xfrm>
              <a:custGeom>
                <a:avLst/>
                <a:gdLst>
                  <a:gd name="T0" fmla="*/ 0 w 166"/>
                  <a:gd name="T1" fmla="*/ 0 h 153"/>
                  <a:gd name="T2" fmla="*/ 0 w 166"/>
                  <a:gd name="T3" fmla="*/ 0 h 153"/>
                  <a:gd name="T4" fmla="*/ 0 w 166"/>
                  <a:gd name="T5" fmla="*/ 0 h 153"/>
                  <a:gd name="T6" fmla="*/ 0 w 166"/>
                  <a:gd name="T7" fmla="*/ 0 h 153"/>
                  <a:gd name="T8" fmla="*/ 0 w 166"/>
                  <a:gd name="T9" fmla="*/ 0 h 153"/>
                  <a:gd name="T10" fmla="*/ 0 w 166"/>
                  <a:gd name="T11" fmla="*/ 0 h 153"/>
                  <a:gd name="T12" fmla="*/ 0 w 166"/>
                  <a:gd name="T13" fmla="*/ 0 h 153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166"/>
                  <a:gd name="T22" fmla="*/ 0 h 153"/>
                  <a:gd name="T23" fmla="*/ 166 w 166"/>
                  <a:gd name="T24" fmla="*/ 153 h 153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166" h="153">
                    <a:moveTo>
                      <a:pt x="127" y="153"/>
                    </a:moveTo>
                    <a:lnTo>
                      <a:pt x="147" y="100"/>
                    </a:lnTo>
                    <a:lnTo>
                      <a:pt x="166" y="48"/>
                    </a:lnTo>
                    <a:lnTo>
                      <a:pt x="38" y="0"/>
                    </a:lnTo>
                    <a:lnTo>
                      <a:pt x="19" y="53"/>
                    </a:lnTo>
                    <a:lnTo>
                      <a:pt x="0" y="106"/>
                    </a:lnTo>
                    <a:lnTo>
                      <a:pt x="127" y="153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958" name="Freeform 1060">
                <a:extLst>
                  <a:ext uri="{FF2B5EF4-FFF2-40B4-BE49-F238E27FC236}">
                    <a16:creationId xmlns:a16="http://schemas.microsoft.com/office/drawing/2014/main" id="{B0798D15-A1B3-2A5A-65D9-69A19017468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491" y="3130"/>
                <a:ext cx="24" cy="21"/>
              </a:xfrm>
              <a:custGeom>
                <a:avLst/>
                <a:gdLst>
                  <a:gd name="T0" fmla="*/ 0 w 166"/>
                  <a:gd name="T1" fmla="*/ 0 h 153"/>
                  <a:gd name="T2" fmla="*/ 0 w 166"/>
                  <a:gd name="T3" fmla="*/ 0 h 153"/>
                  <a:gd name="T4" fmla="*/ 0 w 166"/>
                  <a:gd name="T5" fmla="*/ 0 h 153"/>
                  <a:gd name="T6" fmla="*/ 0 w 166"/>
                  <a:gd name="T7" fmla="*/ 0 h 153"/>
                  <a:gd name="T8" fmla="*/ 0 w 166"/>
                  <a:gd name="T9" fmla="*/ 0 h 153"/>
                  <a:gd name="T10" fmla="*/ 0 w 166"/>
                  <a:gd name="T11" fmla="*/ 0 h 153"/>
                  <a:gd name="T12" fmla="*/ 0 w 166"/>
                  <a:gd name="T13" fmla="*/ 0 h 153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166"/>
                  <a:gd name="T22" fmla="*/ 0 h 153"/>
                  <a:gd name="T23" fmla="*/ 166 w 166"/>
                  <a:gd name="T24" fmla="*/ 153 h 153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166" h="153">
                    <a:moveTo>
                      <a:pt x="127" y="153"/>
                    </a:moveTo>
                    <a:lnTo>
                      <a:pt x="147" y="100"/>
                    </a:lnTo>
                    <a:lnTo>
                      <a:pt x="166" y="48"/>
                    </a:lnTo>
                    <a:lnTo>
                      <a:pt x="38" y="0"/>
                    </a:lnTo>
                    <a:lnTo>
                      <a:pt x="19" y="53"/>
                    </a:lnTo>
                    <a:lnTo>
                      <a:pt x="0" y="106"/>
                    </a:lnTo>
                    <a:lnTo>
                      <a:pt x="127" y="153"/>
                    </a:lnTo>
                    <a:close/>
                  </a:path>
                </a:pathLst>
              </a:cu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959" name="Freeform 1061">
                <a:extLst>
                  <a:ext uri="{FF2B5EF4-FFF2-40B4-BE49-F238E27FC236}">
                    <a16:creationId xmlns:a16="http://schemas.microsoft.com/office/drawing/2014/main" id="{621D3FE4-7207-CDBA-297D-46577178D5F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494" y="3129"/>
                <a:ext cx="3" cy="8"/>
              </a:xfrm>
              <a:custGeom>
                <a:avLst/>
                <a:gdLst>
                  <a:gd name="T0" fmla="*/ 0 w 19"/>
                  <a:gd name="T1" fmla="*/ 0 h 55"/>
                  <a:gd name="T2" fmla="*/ 0 w 19"/>
                  <a:gd name="T3" fmla="*/ 0 h 55"/>
                  <a:gd name="T4" fmla="*/ 0 w 19"/>
                  <a:gd name="T5" fmla="*/ 0 h 55"/>
                  <a:gd name="T6" fmla="*/ 0 w 19"/>
                  <a:gd name="T7" fmla="*/ 0 h 55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19"/>
                  <a:gd name="T13" fmla="*/ 0 h 55"/>
                  <a:gd name="T14" fmla="*/ 19 w 19"/>
                  <a:gd name="T15" fmla="*/ 55 h 55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19" h="55">
                    <a:moveTo>
                      <a:pt x="0" y="55"/>
                    </a:moveTo>
                    <a:lnTo>
                      <a:pt x="19" y="2"/>
                    </a:lnTo>
                    <a:lnTo>
                      <a:pt x="15" y="0"/>
                    </a:lnTo>
                    <a:lnTo>
                      <a:pt x="0" y="55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960" name="Line 1062">
                <a:extLst>
                  <a:ext uri="{FF2B5EF4-FFF2-40B4-BE49-F238E27FC236}">
                    <a16:creationId xmlns:a16="http://schemas.microsoft.com/office/drawing/2014/main" id="{7A6A24DE-B4A8-17FF-691A-8C146DE38FE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 flipV="1">
                <a:off x="3496" y="3129"/>
                <a:ext cx="1" cy="1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961" name="Freeform 1063">
                <a:extLst>
                  <a:ext uri="{FF2B5EF4-FFF2-40B4-BE49-F238E27FC236}">
                    <a16:creationId xmlns:a16="http://schemas.microsoft.com/office/drawing/2014/main" id="{7D7B698E-B146-EFA5-9CA6-47BCCC947AE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473" y="3124"/>
                <a:ext cx="23" cy="21"/>
              </a:xfrm>
              <a:custGeom>
                <a:avLst/>
                <a:gdLst>
                  <a:gd name="T0" fmla="*/ 0 w 164"/>
                  <a:gd name="T1" fmla="*/ 0 h 148"/>
                  <a:gd name="T2" fmla="*/ 0 w 164"/>
                  <a:gd name="T3" fmla="*/ 0 h 148"/>
                  <a:gd name="T4" fmla="*/ 0 w 164"/>
                  <a:gd name="T5" fmla="*/ 0 h 148"/>
                  <a:gd name="T6" fmla="*/ 0 w 164"/>
                  <a:gd name="T7" fmla="*/ 0 h 148"/>
                  <a:gd name="T8" fmla="*/ 0 w 164"/>
                  <a:gd name="T9" fmla="*/ 0 h 148"/>
                  <a:gd name="T10" fmla="*/ 0 w 164"/>
                  <a:gd name="T11" fmla="*/ 0 h 148"/>
                  <a:gd name="T12" fmla="*/ 0 w 164"/>
                  <a:gd name="T13" fmla="*/ 0 h 148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164"/>
                  <a:gd name="T22" fmla="*/ 0 h 148"/>
                  <a:gd name="T23" fmla="*/ 164 w 164"/>
                  <a:gd name="T24" fmla="*/ 148 h 148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164" h="148">
                    <a:moveTo>
                      <a:pt x="133" y="148"/>
                    </a:moveTo>
                    <a:lnTo>
                      <a:pt x="149" y="93"/>
                    </a:lnTo>
                    <a:lnTo>
                      <a:pt x="164" y="38"/>
                    </a:lnTo>
                    <a:lnTo>
                      <a:pt x="32" y="0"/>
                    </a:lnTo>
                    <a:lnTo>
                      <a:pt x="16" y="55"/>
                    </a:lnTo>
                    <a:lnTo>
                      <a:pt x="0" y="110"/>
                    </a:lnTo>
                    <a:lnTo>
                      <a:pt x="133" y="148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962" name="Freeform 1064">
                <a:extLst>
                  <a:ext uri="{FF2B5EF4-FFF2-40B4-BE49-F238E27FC236}">
                    <a16:creationId xmlns:a16="http://schemas.microsoft.com/office/drawing/2014/main" id="{74364191-5EFD-4AC7-FBA6-BB690DE50F6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473" y="3124"/>
                <a:ext cx="23" cy="21"/>
              </a:xfrm>
              <a:custGeom>
                <a:avLst/>
                <a:gdLst>
                  <a:gd name="T0" fmla="*/ 0 w 164"/>
                  <a:gd name="T1" fmla="*/ 0 h 148"/>
                  <a:gd name="T2" fmla="*/ 0 w 164"/>
                  <a:gd name="T3" fmla="*/ 0 h 148"/>
                  <a:gd name="T4" fmla="*/ 0 w 164"/>
                  <a:gd name="T5" fmla="*/ 0 h 148"/>
                  <a:gd name="T6" fmla="*/ 0 w 164"/>
                  <a:gd name="T7" fmla="*/ 0 h 148"/>
                  <a:gd name="T8" fmla="*/ 0 w 164"/>
                  <a:gd name="T9" fmla="*/ 0 h 148"/>
                  <a:gd name="T10" fmla="*/ 0 w 164"/>
                  <a:gd name="T11" fmla="*/ 0 h 148"/>
                  <a:gd name="T12" fmla="*/ 0 w 164"/>
                  <a:gd name="T13" fmla="*/ 0 h 148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164"/>
                  <a:gd name="T22" fmla="*/ 0 h 148"/>
                  <a:gd name="T23" fmla="*/ 164 w 164"/>
                  <a:gd name="T24" fmla="*/ 148 h 148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164" h="148">
                    <a:moveTo>
                      <a:pt x="133" y="148"/>
                    </a:moveTo>
                    <a:lnTo>
                      <a:pt x="149" y="93"/>
                    </a:lnTo>
                    <a:lnTo>
                      <a:pt x="164" y="38"/>
                    </a:lnTo>
                    <a:lnTo>
                      <a:pt x="32" y="0"/>
                    </a:lnTo>
                    <a:lnTo>
                      <a:pt x="16" y="55"/>
                    </a:lnTo>
                    <a:lnTo>
                      <a:pt x="0" y="110"/>
                    </a:lnTo>
                    <a:lnTo>
                      <a:pt x="133" y="148"/>
                    </a:lnTo>
                    <a:close/>
                  </a:path>
                </a:pathLst>
              </a:cu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963" name="Freeform 1065">
                <a:extLst>
                  <a:ext uri="{FF2B5EF4-FFF2-40B4-BE49-F238E27FC236}">
                    <a16:creationId xmlns:a16="http://schemas.microsoft.com/office/drawing/2014/main" id="{DB2E0A6D-2742-B868-6C9B-979F3C5209E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475" y="3124"/>
                <a:ext cx="2" cy="8"/>
              </a:xfrm>
              <a:custGeom>
                <a:avLst/>
                <a:gdLst>
                  <a:gd name="T0" fmla="*/ 0 w 16"/>
                  <a:gd name="T1" fmla="*/ 0 h 56"/>
                  <a:gd name="T2" fmla="*/ 0 w 16"/>
                  <a:gd name="T3" fmla="*/ 0 h 56"/>
                  <a:gd name="T4" fmla="*/ 0 w 16"/>
                  <a:gd name="T5" fmla="*/ 0 h 56"/>
                  <a:gd name="T6" fmla="*/ 0 w 16"/>
                  <a:gd name="T7" fmla="*/ 0 h 56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16"/>
                  <a:gd name="T13" fmla="*/ 0 h 56"/>
                  <a:gd name="T14" fmla="*/ 16 w 16"/>
                  <a:gd name="T15" fmla="*/ 56 h 5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16" h="56">
                    <a:moveTo>
                      <a:pt x="0" y="56"/>
                    </a:moveTo>
                    <a:lnTo>
                      <a:pt x="16" y="1"/>
                    </a:lnTo>
                    <a:lnTo>
                      <a:pt x="11" y="0"/>
                    </a:lnTo>
                    <a:lnTo>
                      <a:pt x="0" y="56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964" name="Line 1066">
                <a:extLst>
                  <a:ext uri="{FF2B5EF4-FFF2-40B4-BE49-F238E27FC236}">
                    <a16:creationId xmlns:a16="http://schemas.microsoft.com/office/drawing/2014/main" id="{85A8BC34-7A3B-1602-BFBF-274CBD7919C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 flipV="1">
                <a:off x="3477" y="3124"/>
                <a:ext cx="1" cy="1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965" name="Freeform 1067">
                <a:extLst>
                  <a:ext uri="{FF2B5EF4-FFF2-40B4-BE49-F238E27FC236}">
                    <a16:creationId xmlns:a16="http://schemas.microsoft.com/office/drawing/2014/main" id="{35B5D052-4B6C-8446-9C0E-A81339C6823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454" y="3120"/>
                <a:ext cx="23" cy="20"/>
              </a:xfrm>
              <a:custGeom>
                <a:avLst/>
                <a:gdLst>
                  <a:gd name="T0" fmla="*/ 0 w 157"/>
                  <a:gd name="T1" fmla="*/ 0 h 139"/>
                  <a:gd name="T2" fmla="*/ 0 w 157"/>
                  <a:gd name="T3" fmla="*/ 0 h 139"/>
                  <a:gd name="T4" fmla="*/ 0 w 157"/>
                  <a:gd name="T5" fmla="*/ 0 h 139"/>
                  <a:gd name="T6" fmla="*/ 0 w 157"/>
                  <a:gd name="T7" fmla="*/ 0 h 139"/>
                  <a:gd name="T8" fmla="*/ 0 w 157"/>
                  <a:gd name="T9" fmla="*/ 0 h 139"/>
                  <a:gd name="T10" fmla="*/ 0 w 157"/>
                  <a:gd name="T11" fmla="*/ 0 h 139"/>
                  <a:gd name="T12" fmla="*/ 0 w 157"/>
                  <a:gd name="T13" fmla="*/ 0 h 139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157"/>
                  <a:gd name="T22" fmla="*/ 0 h 139"/>
                  <a:gd name="T23" fmla="*/ 157 w 157"/>
                  <a:gd name="T24" fmla="*/ 139 h 139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157" h="139">
                    <a:moveTo>
                      <a:pt x="135" y="139"/>
                    </a:moveTo>
                    <a:lnTo>
                      <a:pt x="146" y="83"/>
                    </a:lnTo>
                    <a:lnTo>
                      <a:pt x="157" y="27"/>
                    </a:lnTo>
                    <a:lnTo>
                      <a:pt x="23" y="0"/>
                    </a:lnTo>
                    <a:lnTo>
                      <a:pt x="11" y="56"/>
                    </a:lnTo>
                    <a:lnTo>
                      <a:pt x="0" y="112"/>
                    </a:lnTo>
                    <a:lnTo>
                      <a:pt x="135" y="139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966" name="Freeform 1068">
                <a:extLst>
                  <a:ext uri="{FF2B5EF4-FFF2-40B4-BE49-F238E27FC236}">
                    <a16:creationId xmlns:a16="http://schemas.microsoft.com/office/drawing/2014/main" id="{315A9253-2080-A7C3-C79F-17BEDC5E47A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454" y="3120"/>
                <a:ext cx="23" cy="20"/>
              </a:xfrm>
              <a:custGeom>
                <a:avLst/>
                <a:gdLst>
                  <a:gd name="T0" fmla="*/ 0 w 157"/>
                  <a:gd name="T1" fmla="*/ 0 h 139"/>
                  <a:gd name="T2" fmla="*/ 0 w 157"/>
                  <a:gd name="T3" fmla="*/ 0 h 139"/>
                  <a:gd name="T4" fmla="*/ 0 w 157"/>
                  <a:gd name="T5" fmla="*/ 0 h 139"/>
                  <a:gd name="T6" fmla="*/ 0 w 157"/>
                  <a:gd name="T7" fmla="*/ 0 h 139"/>
                  <a:gd name="T8" fmla="*/ 0 w 157"/>
                  <a:gd name="T9" fmla="*/ 0 h 139"/>
                  <a:gd name="T10" fmla="*/ 0 w 157"/>
                  <a:gd name="T11" fmla="*/ 0 h 139"/>
                  <a:gd name="T12" fmla="*/ 0 w 157"/>
                  <a:gd name="T13" fmla="*/ 0 h 139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157"/>
                  <a:gd name="T22" fmla="*/ 0 h 139"/>
                  <a:gd name="T23" fmla="*/ 157 w 157"/>
                  <a:gd name="T24" fmla="*/ 139 h 139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157" h="139">
                    <a:moveTo>
                      <a:pt x="135" y="139"/>
                    </a:moveTo>
                    <a:lnTo>
                      <a:pt x="146" y="83"/>
                    </a:lnTo>
                    <a:lnTo>
                      <a:pt x="157" y="27"/>
                    </a:lnTo>
                    <a:lnTo>
                      <a:pt x="23" y="0"/>
                    </a:lnTo>
                    <a:lnTo>
                      <a:pt x="11" y="56"/>
                    </a:lnTo>
                    <a:lnTo>
                      <a:pt x="0" y="112"/>
                    </a:lnTo>
                    <a:lnTo>
                      <a:pt x="135" y="139"/>
                    </a:lnTo>
                    <a:close/>
                  </a:path>
                </a:pathLst>
              </a:cu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967" name="Freeform 1069">
                <a:extLst>
                  <a:ext uri="{FF2B5EF4-FFF2-40B4-BE49-F238E27FC236}">
                    <a16:creationId xmlns:a16="http://schemas.microsoft.com/office/drawing/2014/main" id="{D16DEF8F-AB4F-185B-818A-A61E9C435E4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456" y="3120"/>
                <a:ext cx="2" cy="8"/>
              </a:xfrm>
              <a:custGeom>
                <a:avLst/>
                <a:gdLst>
                  <a:gd name="T0" fmla="*/ 0 w 12"/>
                  <a:gd name="T1" fmla="*/ 0 h 56"/>
                  <a:gd name="T2" fmla="*/ 0 w 12"/>
                  <a:gd name="T3" fmla="*/ 0 h 56"/>
                  <a:gd name="T4" fmla="*/ 0 w 12"/>
                  <a:gd name="T5" fmla="*/ 0 h 56"/>
                  <a:gd name="T6" fmla="*/ 0 w 12"/>
                  <a:gd name="T7" fmla="*/ 0 h 56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12"/>
                  <a:gd name="T13" fmla="*/ 0 h 56"/>
                  <a:gd name="T14" fmla="*/ 12 w 12"/>
                  <a:gd name="T15" fmla="*/ 56 h 5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12" h="56">
                    <a:moveTo>
                      <a:pt x="0" y="56"/>
                    </a:moveTo>
                    <a:lnTo>
                      <a:pt x="12" y="0"/>
                    </a:lnTo>
                    <a:lnTo>
                      <a:pt x="7" y="0"/>
                    </a:lnTo>
                    <a:lnTo>
                      <a:pt x="0" y="56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968" name="Line 1070">
                <a:extLst>
                  <a:ext uri="{FF2B5EF4-FFF2-40B4-BE49-F238E27FC236}">
                    <a16:creationId xmlns:a16="http://schemas.microsoft.com/office/drawing/2014/main" id="{57D161BC-F6F0-7993-7DDB-40BB56D4613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3457" y="3120"/>
                <a:ext cx="1" cy="1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969" name="Freeform 1071">
                <a:extLst>
                  <a:ext uri="{FF2B5EF4-FFF2-40B4-BE49-F238E27FC236}">
                    <a16:creationId xmlns:a16="http://schemas.microsoft.com/office/drawing/2014/main" id="{976BF94C-B5C8-D1C5-455A-E90C44B26F2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436" y="3118"/>
                <a:ext cx="21" cy="18"/>
              </a:xfrm>
              <a:custGeom>
                <a:avLst/>
                <a:gdLst>
                  <a:gd name="T0" fmla="*/ 0 w 149"/>
                  <a:gd name="T1" fmla="*/ 0 h 128"/>
                  <a:gd name="T2" fmla="*/ 0 w 149"/>
                  <a:gd name="T3" fmla="*/ 0 h 128"/>
                  <a:gd name="T4" fmla="*/ 0 w 149"/>
                  <a:gd name="T5" fmla="*/ 0 h 128"/>
                  <a:gd name="T6" fmla="*/ 0 w 149"/>
                  <a:gd name="T7" fmla="*/ 0 h 128"/>
                  <a:gd name="T8" fmla="*/ 0 w 149"/>
                  <a:gd name="T9" fmla="*/ 0 h 128"/>
                  <a:gd name="T10" fmla="*/ 0 w 149"/>
                  <a:gd name="T11" fmla="*/ 0 h 128"/>
                  <a:gd name="T12" fmla="*/ 0 w 149"/>
                  <a:gd name="T13" fmla="*/ 0 h 128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149"/>
                  <a:gd name="T22" fmla="*/ 0 h 128"/>
                  <a:gd name="T23" fmla="*/ 149 w 149"/>
                  <a:gd name="T24" fmla="*/ 128 h 128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149" h="128">
                    <a:moveTo>
                      <a:pt x="136" y="128"/>
                    </a:moveTo>
                    <a:lnTo>
                      <a:pt x="142" y="72"/>
                    </a:lnTo>
                    <a:lnTo>
                      <a:pt x="149" y="16"/>
                    </a:lnTo>
                    <a:lnTo>
                      <a:pt x="13" y="0"/>
                    </a:lnTo>
                    <a:lnTo>
                      <a:pt x="7" y="56"/>
                    </a:lnTo>
                    <a:lnTo>
                      <a:pt x="0" y="112"/>
                    </a:lnTo>
                    <a:lnTo>
                      <a:pt x="136" y="128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970" name="Freeform 1072">
                <a:extLst>
                  <a:ext uri="{FF2B5EF4-FFF2-40B4-BE49-F238E27FC236}">
                    <a16:creationId xmlns:a16="http://schemas.microsoft.com/office/drawing/2014/main" id="{123CAC73-2242-A06F-6E0A-9843089ADF2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436" y="3118"/>
                <a:ext cx="21" cy="18"/>
              </a:xfrm>
              <a:custGeom>
                <a:avLst/>
                <a:gdLst>
                  <a:gd name="T0" fmla="*/ 0 w 149"/>
                  <a:gd name="T1" fmla="*/ 0 h 128"/>
                  <a:gd name="T2" fmla="*/ 0 w 149"/>
                  <a:gd name="T3" fmla="*/ 0 h 128"/>
                  <a:gd name="T4" fmla="*/ 0 w 149"/>
                  <a:gd name="T5" fmla="*/ 0 h 128"/>
                  <a:gd name="T6" fmla="*/ 0 w 149"/>
                  <a:gd name="T7" fmla="*/ 0 h 128"/>
                  <a:gd name="T8" fmla="*/ 0 w 149"/>
                  <a:gd name="T9" fmla="*/ 0 h 128"/>
                  <a:gd name="T10" fmla="*/ 0 w 149"/>
                  <a:gd name="T11" fmla="*/ 0 h 128"/>
                  <a:gd name="T12" fmla="*/ 0 w 149"/>
                  <a:gd name="T13" fmla="*/ 0 h 128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149"/>
                  <a:gd name="T22" fmla="*/ 0 h 128"/>
                  <a:gd name="T23" fmla="*/ 149 w 149"/>
                  <a:gd name="T24" fmla="*/ 128 h 128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149" h="128">
                    <a:moveTo>
                      <a:pt x="136" y="128"/>
                    </a:moveTo>
                    <a:lnTo>
                      <a:pt x="142" y="72"/>
                    </a:lnTo>
                    <a:lnTo>
                      <a:pt x="149" y="16"/>
                    </a:lnTo>
                    <a:lnTo>
                      <a:pt x="13" y="0"/>
                    </a:lnTo>
                    <a:lnTo>
                      <a:pt x="7" y="56"/>
                    </a:lnTo>
                    <a:lnTo>
                      <a:pt x="0" y="112"/>
                    </a:lnTo>
                    <a:lnTo>
                      <a:pt x="136" y="128"/>
                    </a:lnTo>
                    <a:close/>
                  </a:path>
                </a:pathLst>
              </a:cu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971" name="Freeform 1073">
                <a:extLst>
                  <a:ext uri="{FF2B5EF4-FFF2-40B4-BE49-F238E27FC236}">
                    <a16:creationId xmlns:a16="http://schemas.microsoft.com/office/drawing/2014/main" id="{DF96173A-7BFA-D6DC-C005-1D9068976B9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437" y="3118"/>
                <a:ext cx="1" cy="8"/>
              </a:xfrm>
              <a:custGeom>
                <a:avLst/>
                <a:gdLst>
                  <a:gd name="T0" fmla="*/ 0 w 6"/>
                  <a:gd name="T1" fmla="*/ 0 h 56"/>
                  <a:gd name="T2" fmla="*/ 0 w 6"/>
                  <a:gd name="T3" fmla="*/ 0 h 56"/>
                  <a:gd name="T4" fmla="*/ 0 w 6"/>
                  <a:gd name="T5" fmla="*/ 0 h 56"/>
                  <a:gd name="T6" fmla="*/ 0 w 6"/>
                  <a:gd name="T7" fmla="*/ 0 h 56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6"/>
                  <a:gd name="T13" fmla="*/ 0 h 56"/>
                  <a:gd name="T14" fmla="*/ 6 w 6"/>
                  <a:gd name="T15" fmla="*/ 56 h 5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6" h="56">
                    <a:moveTo>
                      <a:pt x="0" y="56"/>
                    </a:moveTo>
                    <a:lnTo>
                      <a:pt x="6" y="0"/>
                    </a:lnTo>
                    <a:lnTo>
                      <a:pt x="2" y="0"/>
                    </a:lnTo>
                    <a:lnTo>
                      <a:pt x="0" y="56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972" name="Line 1074">
                <a:extLst>
                  <a:ext uri="{FF2B5EF4-FFF2-40B4-BE49-F238E27FC236}">
                    <a16:creationId xmlns:a16="http://schemas.microsoft.com/office/drawing/2014/main" id="{2B858011-382A-356B-D38F-A62610C4F03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3437" y="3118"/>
                <a:ext cx="1" cy="1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973" name="Freeform 1075">
                <a:extLst>
                  <a:ext uri="{FF2B5EF4-FFF2-40B4-BE49-F238E27FC236}">
                    <a16:creationId xmlns:a16="http://schemas.microsoft.com/office/drawing/2014/main" id="{4DF50068-CB77-369C-1DAD-48D1B32B631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417" y="3117"/>
                <a:ext cx="20" cy="17"/>
              </a:xfrm>
              <a:custGeom>
                <a:avLst/>
                <a:gdLst>
                  <a:gd name="T0" fmla="*/ 0 w 141"/>
                  <a:gd name="T1" fmla="*/ 0 h 117"/>
                  <a:gd name="T2" fmla="*/ 0 w 141"/>
                  <a:gd name="T3" fmla="*/ 0 h 117"/>
                  <a:gd name="T4" fmla="*/ 0 w 141"/>
                  <a:gd name="T5" fmla="*/ 0 h 117"/>
                  <a:gd name="T6" fmla="*/ 0 w 141"/>
                  <a:gd name="T7" fmla="*/ 0 h 117"/>
                  <a:gd name="T8" fmla="*/ 0 w 141"/>
                  <a:gd name="T9" fmla="*/ 0 h 117"/>
                  <a:gd name="T10" fmla="*/ 0 w 141"/>
                  <a:gd name="T11" fmla="*/ 0 h 117"/>
                  <a:gd name="T12" fmla="*/ 0 w 141"/>
                  <a:gd name="T13" fmla="*/ 0 h 117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141"/>
                  <a:gd name="T22" fmla="*/ 0 h 117"/>
                  <a:gd name="T23" fmla="*/ 141 w 141"/>
                  <a:gd name="T24" fmla="*/ 117 h 117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141" h="117">
                    <a:moveTo>
                      <a:pt x="136" y="117"/>
                    </a:moveTo>
                    <a:lnTo>
                      <a:pt x="139" y="61"/>
                    </a:lnTo>
                    <a:lnTo>
                      <a:pt x="141" y="5"/>
                    </a:lnTo>
                    <a:lnTo>
                      <a:pt x="4" y="0"/>
                    </a:lnTo>
                    <a:lnTo>
                      <a:pt x="2" y="56"/>
                    </a:lnTo>
                    <a:lnTo>
                      <a:pt x="0" y="112"/>
                    </a:lnTo>
                    <a:lnTo>
                      <a:pt x="136" y="117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974" name="Freeform 1076">
                <a:extLst>
                  <a:ext uri="{FF2B5EF4-FFF2-40B4-BE49-F238E27FC236}">
                    <a16:creationId xmlns:a16="http://schemas.microsoft.com/office/drawing/2014/main" id="{C1ABF9E9-4EE9-7CFD-F0B7-089E82D1664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417" y="3117"/>
                <a:ext cx="20" cy="17"/>
              </a:xfrm>
              <a:custGeom>
                <a:avLst/>
                <a:gdLst>
                  <a:gd name="T0" fmla="*/ 0 w 141"/>
                  <a:gd name="T1" fmla="*/ 0 h 117"/>
                  <a:gd name="T2" fmla="*/ 0 w 141"/>
                  <a:gd name="T3" fmla="*/ 0 h 117"/>
                  <a:gd name="T4" fmla="*/ 0 w 141"/>
                  <a:gd name="T5" fmla="*/ 0 h 117"/>
                  <a:gd name="T6" fmla="*/ 0 w 141"/>
                  <a:gd name="T7" fmla="*/ 0 h 117"/>
                  <a:gd name="T8" fmla="*/ 0 w 141"/>
                  <a:gd name="T9" fmla="*/ 0 h 117"/>
                  <a:gd name="T10" fmla="*/ 0 w 141"/>
                  <a:gd name="T11" fmla="*/ 0 h 117"/>
                  <a:gd name="T12" fmla="*/ 0 w 141"/>
                  <a:gd name="T13" fmla="*/ 0 h 117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141"/>
                  <a:gd name="T22" fmla="*/ 0 h 117"/>
                  <a:gd name="T23" fmla="*/ 141 w 141"/>
                  <a:gd name="T24" fmla="*/ 117 h 117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141" h="117">
                    <a:moveTo>
                      <a:pt x="136" y="117"/>
                    </a:moveTo>
                    <a:lnTo>
                      <a:pt x="139" y="61"/>
                    </a:lnTo>
                    <a:lnTo>
                      <a:pt x="141" y="5"/>
                    </a:lnTo>
                    <a:lnTo>
                      <a:pt x="4" y="0"/>
                    </a:lnTo>
                    <a:lnTo>
                      <a:pt x="2" y="56"/>
                    </a:lnTo>
                    <a:lnTo>
                      <a:pt x="0" y="112"/>
                    </a:lnTo>
                    <a:lnTo>
                      <a:pt x="136" y="117"/>
                    </a:lnTo>
                    <a:close/>
                  </a:path>
                </a:pathLst>
              </a:cu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975" name="Freeform 1077">
                <a:extLst>
                  <a:ext uri="{FF2B5EF4-FFF2-40B4-BE49-F238E27FC236}">
                    <a16:creationId xmlns:a16="http://schemas.microsoft.com/office/drawing/2014/main" id="{7E330D89-34CD-B5C7-C5ED-26ACEC2B449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417" y="3117"/>
                <a:ext cx="1" cy="8"/>
              </a:xfrm>
              <a:custGeom>
                <a:avLst/>
                <a:gdLst>
                  <a:gd name="T0" fmla="*/ 0 w 4"/>
                  <a:gd name="T1" fmla="*/ 0 h 56"/>
                  <a:gd name="T2" fmla="*/ 0 w 4"/>
                  <a:gd name="T3" fmla="*/ 0 h 56"/>
                  <a:gd name="T4" fmla="*/ 0 w 4"/>
                  <a:gd name="T5" fmla="*/ 0 h 56"/>
                  <a:gd name="T6" fmla="*/ 0 w 4"/>
                  <a:gd name="T7" fmla="*/ 0 h 56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4"/>
                  <a:gd name="T13" fmla="*/ 0 h 56"/>
                  <a:gd name="T14" fmla="*/ 4 w 4"/>
                  <a:gd name="T15" fmla="*/ 56 h 5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4" h="56">
                    <a:moveTo>
                      <a:pt x="2" y="56"/>
                    </a:moveTo>
                    <a:lnTo>
                      <a:pt x="4" y="0"/>
                    </a:lnTo>
                    <a:lnTo>
                      <a:pt x="0" y="0"/>
                    </a:lnTo>
                    <a:lnTo>
                      <a:pt x="2" y="56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</p:grpSp>
        <p:grpSp>
          <p:nvGrpSpPr>
            <p:cNvPr id="499" name="Group 1078">
              <a:extLst>
                <a:ext uri="{FF2B5EF4-FFF2-40B4-BE49-F238E27FC236}">
                  <a16:creationId xmlns:a16="http://schemas.microsoft.com/office/drawing/2014/main" id="{530445FE-2D41-47E9-50D5-185C5AF68B2A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159" y="3117"/>
              <a:ext cx="440" cy="517"/>
              <a:chOff x="3159" y="3117"/>
              <a:chExt cx="440" cy="517"/>
            </a:xfrm>
          </p:grpSpPr>
          <p:sp>
            <p:nvSpPr>
              <p:cNvPr id="576" name="Line 1079">
                <a:extLst>
                  <a:ext uri="{FF2B5EF4-FFF2-40B4-BE49-F238E27FC236}">
                    <a16:creationId xmlns:a16="http://schemas.microsoft.com/office/drawing/2014/main" id="{2AD242BF-80BE-8973-4CE4-3BBD7B68D3C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3417" y="3117"/>
                <a:ext cx="1" cy="1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577" name="Freeform 1080">
                <a:extLst>
                  <a:ext uri="{FF2B5EF4-FFF2-40B4-BE49-F238E27FC236}">
                    <a16:creationId xmlns:a16="http://schemas.microsoft.com/office/drawing/2014/main" id="{D712545A-ED7B-3B1B-BB6D-707AADF5784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397" y="3117"/>
                <a:ext cx="20" cy="17"/>
              </a:xfrm>
              <a:custGeom>
                <a:avLst/>
                <a:gdLst>
                  <a:gd name="T0" fmla="*/ 0 w 143"/>
                  <a:gd name="T1" fmla="*/ 0 h 117"/>
                  <a:gd name="T2" fmla="*/ 0 w 143"/>
                  <a:gd name="T3" fmla="*/ 0 h 117"/>
                  <a:gd name="T4" fmla="*/ 0 w 143"/>
                  <a:gd name="T5" fmla="*/ 0 h 117"/>
                  <a:gd name="T6" fmla="*/ 0 w 143"/>
                  <a:gd name="T7" fmla="*/ 0 h 117"/>
                  <a:gd name="T8" fmla="*/ 0 w 143"/>
                  <a:gd name="T9" fmla="*/ 0 h 117"/>
                  <a:gd name="T10" fmla="*/ 0 w 143"/>
                  <a:gd name="T11" fmla="*/ 0 h 117"/>
                  <a:gd name="T12" fmla="*/ 0 w 143"/>
                  <a:gd name="T13" fmla="*/ 0 h 117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143"/>
                  <a:gd name="T22" fmla="*/ 0 h 117"/>
                  <a:gd name="T23" fmla="*/ 143 w 143"/>
                  <a:gd name="T24" fmla="*/ 117 h 117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143" h="117">
                    <a:moveTo>
                      <a:pt x="143" y="112"/>
                    </a:moveTo>
                    <a:lnTo>
                      <a:pt x="141" y="56"/>
                    </a:lnTo>
                    <a:lnTo>
                      <a:pt x="139" y="0"/>
                    </a:lnTo>
                    <a:lnTo>
                      <a:pt x="0" y="5"/>
                    </a:lnTo>
                    <a:lnTo>
                      <a:pt x="3" y="61"/>
                    </a:lnTo>
                    <a:lnTo>
                      <a:pt x="5" y="117"/>
                    </a:lnTo>
                    <a:lnTo>
                      <a:pt x="143" y="112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578" name="Freeform 1081">
                <a:extLst>
                  <a:ext uri="{FF2B5EF4-FFF2-40B4-BE49-F238E27FC236}">
                    <a16:creationId xmlns:a16="http://schemas.microsoft.com/office/drawing/2014/main" id="{517B47E9-A110-3520-F469-28CEE4A15D7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397" y="3117"/>
                <a:ext cx="20" cy="17"/>
              </a:xfrm>
              <a:custGeom>
                <a:avLst/>
                <a:gdLst>
                  <a:gd name="T0" fmla="*/ 0 w 143"/>
                  <a:gd name="T1" fmla="*/ 0 h 117"/>
                  <a:gd name="T2" fmla="*/ 0 w 143"/>
                  <a:gd name="T3" fmla="*/ 0 h 117"/>
                  <a:gd name="T4" fmla="*/ 0 w 143"/>
                  <a:gd name="T5" fmla="*/ 0 h 117"/>
                  <a:gd name="T6" fmla="*/ 0 w 143"/>
                  <a:gd name="T7" fmla="*/ 0 h 117"/>
                  <a:gd name="T8" fmla="*/ 0 w 143"/>
                  <a:gd name="T9" fmla="*/ 0 h 117"/>
                  <a:gd name="T10" fmla="*/ 0 w 143"/>
                  <a:gd name="T11" fmla="*/ 0 h 117"/>
                  <a:gd name="T12" fmla="*/ 0 w 143"/>
                  <a:gd name="T13" fmla="*/ 0 h 117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143"/>
                  <a:gd name="T22" fmla="*/ 0 h 117"/>
                  <a:gd name="T23" fmla="*/ 143 w 143"/>
                  <a:gd name="T24" fmla="*/ 117 h 117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143" h="117">
                    <a:moveTo>
                      <a:pt x="143" y="112"/>
                    </a:moveTo>
                    <a:lnTo>
                      <a:pt x="141" y="56"/>
                    </a:lnTo>
                    <a:lnTo>
                      <a:pt x="139" y="0"/>
                    </a:lnTo>
                    <a:lnTo>
                      <a:pt x="0" y="5"/>
                    </a:lnTo>
                    <a:lnTo>
                      <a:pt x="3" y="61"/>
                    </a:lnTo>
                    <a:lnTo>
                      <a:pt x="5" y="117"/>
                    </a:lnTo>
                    <a:lnTo>
                      <a:pt x="143" y="112"/>
                    </a:lnTo>
                    <a:close/>
                  </a:path>
                </a:pathLst>
              </a:cu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579" name="Freeform 1082">
                <a:extLst>
                  <a:ext uri="{FF2B5EF4-FFF2-40B4-BE49-F238E27FC236}">
                    <a16:creationId xmlns:a16="http://schemas.microsoft.com/office/drawing/2014/main" id="{71C91D82-F673-4CD0-9460-F0BD194C54D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396" y="3118"/>
                <a:ext cx="1" cy="8"/>
              </a:xfrm>
              <a:custGeom>
                <a:avLst/>
                <a:gdLst>
                  <a:gd name="T0" fmla="*/ 0 w 7"/>
                  <a:gd name="T1" fmla="*/ 0 h 56"/>
                  <a:gd name="T2" fmla="*/ 0 w 7"/>
                  <a:gd name="T3" fmla="*/ 0 h 56"/>
                  <a:gd name="T4" fmla="*/ 0 w 7"/>
                  <a:gd name="T5" fmla="*/ 0 h 56"/>
                  <a:gd name="T6" fmla="*/ 0 w 7"/>
                  <a:gd name="T7" fmla="*/ 0 h 56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7"/>
                  <a:gd name="T13" fmla="*/ 0 h 56"/>
                  <a:gd name="T14" fmla="*/ 7 w 7"/>
                  <a:gd name="T15" fmla="*/ 56 h 5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7" h="56">
                    <a:moveTo>
                      <a:pt x="7" y="56"/>
                    </a:moveTo>
                    <a:lnTo>
                      <a:pt x="4" y="0"/>
                    </a:lnTo>
                    <a:lnTo>
                      <a:pt x="0" y="0"/>
                    </a:lnTo>
                    <a:lnTo>
                      <a:pt x="7" y="56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580" name="Line 1083">
                <a:extLst>
                  <a:ext uri="{FF2B5EF4-FFF2-40B4-BE49-F238E27FC236}">
                    <a16:creationId xmlns:a16="http://schemas.microsoft.com/office/drawing/2014/main" id="{78C6548F-4D6F-0B45-D947-AEB0096392C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3396" y="3118"/>
                <a:ext cx="1" cy="1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581" name="Freeform 1084">
                <a:extLst>
                  <a:ext uri="{FF2B5EF4-FFF2-40B4-BE49-F238E27FC236}">
                    <a16:creationId xmlns:a16="http://schemas.microsoft.com/office/drawing/2014/main" id="{C0F42581-746F-27CF-DAB1-4EC94A7FD95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377" y="3118"/>
                <a:ext cx="21" cy="18"/>
              </a:xfrm>
              <a:custGeom>
                <a:avLst/>
                <a:gdLst>
                  <a:gd name="T0" fmla="*/ 0 w 149"/>
                  <a:gd name="T1" fmla="*/ 0 h 128"/>
                  <a:gd name="T2" fmla="*/ 0 w 149"/>
                  <a:gd name="T3" fmla="*/ 0 h 128"/>
                  <a:gd name="T4" fmla="*/ 0 w 149"/>
                  <a:gd name="T5" fmla="*/ 0 h 128"/>
                  <a:gd name="T6" fmla="*/ 0 w 149"/>
                  <a:gd name="T7" fmla="*/ 0 h 128"/>
                  <a:gd name="T8" fmla="*/ 0 w 149"/>
                  <a:gd name="T9" fmla="*/ 0 h 128"/>
                  <a:gd name="T10" fmla="*/ 0 w 149"/>
                  <a:gd name="T11" fmla="*/ 0 h 128"/>
                  <a:gd name="T12" fmla="*/ 0 w 149"/>
                  <a:gd name="T13" fmla="*/ 0 h 128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149"/>
                  <a:gd name="T22" fmla="*/ 0 h 128"/>
                  <a:gd name="T23" fmla="*/ 149 w 149"/>
                  <a:gd name="T24" fmla="*/ 128 h 128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149" h="128">
                    <a:moveTo>
                      <a:pt x="149" y="112"/>
                    </a:moveTo>
                    <a:lnTo>
                      <a:pt x="143" y="56"/>
                    </a:lnTo>
                    <a:lnTo>
                      <a:pt x="136" y="0"/>
                    </a:lnTo>
                    <a:lnTo>
                      <a:pt x="0" y="16"/>
                    </a:lnTo>
                    <a:lnTo>
                      <a:pt x="7" y="72"/>
                    </a:lnTo>
                    <a:lnTo>
                      <a:pt x="14" y="128"/>
                    </a:lnTo>
                    <a:lnTo>
                      <a:pt x="149" y="112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582" name="Freeform 1085">
                <a:extLst>
                  <a:ext uri="{FF2B5EF4-FFF2-40B4-BE49-F238E27FC236}">
                    <a16:creationId xmlns:a16="http://schemas.microsoft.com/office/drawing/2014/main" id="{661FB4A5-2933-FCD2-46B0-1DF45B65DF3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377" y="3118"/>
                <a:ext cx="21" cy="18"/>
              </a:xfrm>
              <a:custGeom>
                <a:avLst/>
                <a:gdLst>
                  <a:gd name="T0" fmla="*/ 0 w 149"/>
                  <a:gd name="T1" fmla="*/ 0 h 128"/>
                  <a:gd name="T2" fmla="*/ 0 w 149"/>
                  <a:gd name="T3" fmla="*/ 0 h 128"/>
                  <a:gd name="T4" fmla="*/ 0 w 149"/>
                  <a:gd name="T5" fmla="*/ 0 h 128"/>
                  <a:gd name="T6" fmla="*/ 0 w 149"/>
                  <a:gd name="T7" fmla="*/ 0 h 128"/>
                  <a:gd name="T8" fmla="*/ 0 w 149"/>
                  <a:gd name="T9" fmla="*/ 0 h 128"/>
                  <a:gd name="T10" fmla="*/ 0 w 149"/>
                  <a:gd name="T11" fmla="*/ 0 h 128"/>
                  <a:gd name="T12" fmla="*/ 0 w 149"/>
                  <a:gd name="T13" fmla="*/ 0 h 128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149"/>
                  <a:gd name="T22" fmla="*/ 0 h 128"/>
                  <a:gd name="T23" fmla="*/ 149 w 149"/>
                  <a:gd name="T24" fmla="*/ 128 h 128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149" h="128">
                    <a:moveTo>
                      <a:pt x="149" y="112"/>
                    </a:moveTo>
                    <a:lnTo>
                      <a:pt x="143" y="56"/>
                    </a:lnTo>
                    <a:lnTo>
                      <a:pt x="136" y="0"/>
                    </a:lnTo>
                    <a:lnTo>
                      <a:pt x="0" y="16"/>
                    </a:lnTo>
                    <a:lnTo>
                      <a:pt x="7" y="72"/>
                    </a:lnTo>
                    <a:lnTo>
                      <a:pt x="14" y="128"/>
                    </a:lnTo>
                    <a:lnTo>
                      <a:pt x="149" y="112"/>
                    </a:lnTo>
                    <a:close/>
                  </a:path>
                </a:pathLst>
              </a:cu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583" name="Freeform 1086">
                <a:extLst>
                  <a:ext uri="{FF2B5EF4-FFF2-40B4-BE49-F238E27FC236}">
                    <a16:creationId xmlns:a16="http://schemas.microsoft.com/office/drawing/2014/main" id="{DE521BE0-A4BD-4DDA-E97F-934E381B34B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376" y="3120"/>
                <a:ext cx="2" cy="8"/>
              </a:xfrm>
              <a:custGeom>
                <a:avLst/>
                <a:gdLst>
                  <a:gd name="T0" fmla="*/ 0 w 11"/>
                  <a:gd name="T1" fmla="*/ 0 h 56"/>
                  <a:gd name="T2" fmla="*/ 0 w 11"/>
                  <a:gd name="T3" fmla="*/ 0 h 56"/>
                  <a:gd name="T4" fmla="*/ 0 w 11"/>
                  <a:gd name="T5" fmla="*/ 0 h 56"/>
                  <a:gd name="T6" fmla="*/ 0 w 11"/>
                  <a:gd name="T7" fmla="*/ 0 h 56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11"/>
                  <a:gd name="T13" fmla="*/ 0 h 56"/>
                  <a:gd name="T14" fmla="*/ 11 w 11"/>
                  <a:gd name="T15" fmla="*/ 56 h 5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11" h="56">
                    <a:moveTo>
                      <a:pt x="11" y="56"/>
                    </a:moveTo>
                    <a:lnTo>
                      <a:pt x="4" y="0"/>
                    </a:lnTo>
                    <a:lnTo>
                      <a:pt x="0" y="0"/>
                    </a:lnTo>
                    <a:lnTo>
                      <a:pt x="11" y="56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584" name="Line 1087">
                <a:extLst>
                  <a:ext uri="{FF2B5EF4-FFF2-40B4-BE49-F238E27FC236}">
                    <a16:creationId xmlns:a16="http://schemas.microsoft.com/office/drawing/2014/main" id="{4C9AD09B-C4EF-8988-9F10-834276820EE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3376" y="3120"/>
                <a:ext cx="1" cy="1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585" name="Freeform 1088">
                <a:extLst>
                  <a:ext uri="{FF2B5EF4-FFF2-40B4-BE49-F238E27FC236}">
                    <a16:creationId xmlns:a16="http://schemas.microsoft.com/office/drawing/2014/main" id="{F31FECBD-0293-F891-8148-5F2A870FAAC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357" y="3120"/>
                <a:ext cx="22" cy="20"/>
              </a:xfrm>
              <a:custGeom>
                <a:avLst/>
                <a:gdLst>
                  <a:gd name="T0" fmla="*/ 0 w 157"/>
                  <a:gd name="T1" fmla="*/ 0 h 139"/>
                  <a:gd name="T2" fmla="*/ 0 w 157"/>
                  <a:gd name="T3" fmla="*/ 0 h 139"/>
                  <a:gd name="T4" fmla="*/ 0 w 157"/>
                  <a:gd name="T5" fmla="*/ 0 h 139"/>
                  <a:gd name="T6" fmla="*/ 0 w 157"/>
                  <a:gd name="T7" fmla="*/ 0 h 139"/>
                  <a:gd name="T8" fmla="*/ 0 w 157"/>
                  <a:gd name="T9" fmla="*/ 0 h 139"/>
                  <a:gd name="T10" fmla="*/ 0 w 157"/>
                  <a:gd name="T11" fmla="*/ 0 h 139"/>
                  <a:gd name="T12" fmla="*/ 0 w 157"/>
                  <a:gd name="T13" fmla="*/ 0 h 139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157"/>
                  <a:gd name="T22" fmla="*/ 0 h 139"/>
                  <a:gd name="T23" fmla="*/ 157 w 157"/>
                  <a:gd name="T24" fmla="*/ 139 h 139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157" h="139">
                    <a:moveTo>
                      <a:pt x="157" y="112"/>
                    </a:moveTo>
                    <a:lnTo>
                      <a:pt x="146" y="56"/>
                    </a:lnTo>
                    <a:lnTo>
                      <a:pt x="135" y="0"/>
                    </a:lnTo>
                    <a:lnTo>
                      <a:pt x="0" y="27"/>
                    </a:lnTo>
                    <a:lnTo>
                      <a:pt x="11" y="83"/>
                    </a:lnTo>
                    <a:lnTo>
                      <a:pt x="22" y="139"/>
                    </a:lnTo>
                    <a:lnTo>
                      <a:pt x="157" y="112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586" name="Freeform 1089">
                <a:extLst>
                  <a:ext uri="{FF2B5EF4-FFF2-40B4-BE49-F238E27FC236}">
                    <a16:creationId xmlns:a16="http://schemas.microsoft.com/office/drawing/2014/main" id="{4A12C862-79A8-6DD4-6877-C1995699376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357" y="3120"/>
                <a:ext cx="22" cy="20"/>
              </a:xfrm>
              <a:custGeom>
                <a:avLst/>
                <a:gdLst>
                  <a:gd name="T0" fmla="*/ 0 w 157"/>
                  <a:gd name="T1" fmla="*/ 0 h 139"/>
                  <a:gd name="T2" fmla="*/ 0 w 157"/>
                  <a:gd name="T3" fmla="*/ 0 h 139"/>
                  <a:gd name="T4" fmla="*/ 0 w 157"/>
                  <a:gd name="T5" fmla="*/ 0 h 139"/>
                  <a:gd name="T6" fmla="*/ 0 w 157"/>
                  <a:gd name="T7" fmla="*/ 0 h 139"/>
                  <a:gd name="T8" fmla="*/ 0 w 157"/>
                  <a:gd name="T9" fmla="*/ 0 h 139"/>
                  <a:gd name="T10" fmla="*/ 0 w 157"/>
                  <a:gd name="T11" fmla="*/ 0 h 139"/>
                  <a:gd name="T12" fmla="*/ 0 w 157"/>
                  <a:gd name="T13" fmla="*/ 0 h 139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157"/>
                  <a:gd name="T22" fmla="*/ 0 h 139"/>
                  <a:gd name="T23" fmla="*/ 157 w 157"/>
                  <a:gd name="T24" fmla="*/ 139 h 139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157" h="139">
                    <a:moveTo>
                      <a:pt x="157" y="112"/>
                    </a:moveTo>
                    <a:lnTo>
                      <a:pt x="146" y="56"/>
                    </a:lnTo>
                    <a:lnTo>
                      <a:pt x="135" y="0"/>
                    </a:lnTo>
                    <a:lnTo>
                      <a:pt x="0" y="27"/>
                    </a:lnTo>
                    <a:lnTo>
                      <a:pt x="11" y="83"/>
                    </a:lnTo>
                    <a:lnTo>
                      <a:pt x="22" y="139"/>
                    </a:lnTo>
                    <a:lnTo>
                      <a:pt x="157" y="112"/>
                    </a:lnTo>
                    <a:close/>
                  </a:path>
                </a:pathLst>
              </a:cu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587" name="Freeform 1090">
                <a:extLst>
                  <a:ext uri="{FF2B5EF4-FFF2-40B4-BE49-F238E27FC236}">
                    <a16:creationId xmlns:a16="http://schemas.microsoft.com/office/drawing/2014/main" id="{898D7CC2-FABC-E7C3-9AAE-D5F09B9FB70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356" y="3124"/>
                <a:ext cx="3" cy="8"/>
              </a:xfrm>
              <a:custGeom>
                <a:avLst/>
                <a:gdLst>
                  <a:gd name="T0" fmla="*/ 0 w 15"/>
                  <a:gd name="T1" fmla="*/ 0 h 56"/>
                  <a:gd name="T2" fmla="*/ 0 w 15"/>
                  <a:gd name="T3" fmla="*/ 0 h 56"/>
                  <a:gd name="T4" fmla="*/ 0 w 15"/>
                  <a:gd name="T5" fmla="*/ 0 h 56"/>
                  <a:gd name="T6" fmla="*/ 0 w 15"/>
                  <a:gd name="T7" fmla="*/ 0 h 56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15"/>
                  <a:gd name="T13" fmla="*/ 0 h 56"/>
                  <a:gd name="T14" fmla="*/ 15 w 15"/>
                  <a:gd name="T15" fmla="*/ 56 h 5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15" h="56">
                    <a:moveTo>
                      <a:pt x="15" y="56"/>
                    </a:moveTo>
                    <a:lnTo>
                      <a:pt x="4" y="0"/>
                    </a:lnTo>
                    <a:lnTo>
                      <a:pt x="0" y="2"/>
                    </a:lnTo>
                    <a:lnTo>
                      <a:pt x="15" y="56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588" name="Line 1091">
                <a:extLst>
                  <a:ext uri="{FF2B5EF4-FFF2-40B4-BE49-F238E27FC236}">
                    <a16:creationId xmlns:a16="http://schemas.microsoft.com/office/drawing/2014/main" id="{46770780-C120-B305-DE9A-6F5B6B6C433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3356" y="3124"/>
                <a:ext cx="1" cy="1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589" name="Freeform 1092">
                <a:extLst>
                  <a:ext uri="{FF2B5EF4-FFF2-40B4-BE49-F238E27FC236}">
                    <a16:creationId xmlns:a16="http://schemas.microsoft.com/office/drawing/2014/main" id="{50B42270-2CC8-6568-0AB9-A2E0E4FCFF4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338" y="3124"/>
                <a:ext cx="23" cy="21"/>
              </a:xfrm>
              <a:custGeom>
                <a:avLst/>
                <a:gdLst>
                  <a:gd name="T0" fmla="*/ 0 w 163"/>
                  <a:gd name="T1" fmla="*/ 0 h 146"/>
                  <a:gd name="T2" fmla="*/ 0 w 163"/>
                  <a:gd name="T3" fmla="*/ 0 h 146"/>
                  <a:gd name="T4" fmla="*/ 0 w 163"/>
                  <a:gd name="T5" fmla="*/ 0 h 146"/>
                  <a:gd name="T6" fmla="*/ 0 w 163"/>
                  <a:gd name="T7" fmla="*/ 0 h 146"/>
                  <a:gd name="T8" fmla="*/ 0 w 163"/>
                  <a:gd name="T9" fmla="*/ 0 h 146"/>
                  <a:gd name="T10" fmla="*/ 0 w 163"/>
                  <a:gd name="T11" fmla="*/ 0 h 146"/>
                  <a:gd name="T12" fmla="*/ 0 w 163"/>
                  <a:gd name="T13" fmla="*/ 0 h 14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163"/>
                  <a:gd name="T22" fmla="*/ 0 h 146"/>
                  <a:gd name="T23" fmla="*/ 163 w 163"/>
                  <a:gd name="T24" fmla="*/ 146 h 14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163" h="146">
                    <a:moveTo>
                      <a:pt x="163" y="108"/>
                    </a:moveTo>
                    <a:lnTo>
                      <a:pt x="147" y="54"/>
                    </a:lnTo>
                    <a:lnTo>
                      <a:pt x="132" y="0"/>
                    </a:lnTo>
                    <a:lnTo>
                      <a:pt x="0" y="38"/>
                    </a:lnTo>
                    <a:lnTo>
                      <a:pt x="16" y="92"/>
                    </a:lnTo>
                    <a:lnTo>
                      <a:pt x="32" y="146"/>
                    </a:lnTo>
                    <a:lnTo>
                      <a:pt x="163" y="108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590" name="Freeform 1093">
                <a:extLst>
                  <a:ext uri="{FF2B5EF4-FFF2-40B4-BE49-F238E27FC236}">
                    <a16:creationId xmlns:a16="http://schemas.microsoft.com/office/drawing/2014/main" id="{62D3D71F-4294-8520-BDBF-1B8F5521874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338" y="3124"/>
                <a:ext cx="23" cy="21"/>
              </a:xfrm>
              <a:custGeom>
                <a:avLst/>
                <a:gdLst>
                  <a:gd name="T0" fmla="*/ 0 w 163"/>
                  <a:gd name="T1" fmla="*/ 0 h 146"/>
                  <a:gd name="T2" fmla="*/ 0 w 163"/>
                  <a:gd name="T3" fmla="*/ 0 h 146"/>
                  <a:gd name="T4" fmla="*/ 0 w 163"/>
                  <a:gd name="T5" fmla="*/ 0 h 146"/>
                  <a:gd name="T6" fmla="*/ 0 w 163"/>
                  <a:gd name="T7" fmla="*/ 0 h 146"/>
                  <a:gd name="T8" fmla="*/ 0 w 163"/>
                  <a:gd name="T9" fmla="*/ 0 h 146"/>
                  <a:gd name="T10" fmla="*/ 0 w 163"/>
                  <a:gd name="T11" fmla="*/ 0 h 146"/>
                  <a:gd name="T12" fmla="*/ 0 w 163"/>
                  <a:gd name="T13" fmla="*/ 0 h 14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163"/>
                  <a:gd name="T22" fmla="*/ 0 h 146"/>
                  <a:gd name="T23" fmla="*/ 163 w 163"/>
                  <a:gd name="T24" fmla="*/ 146 h 14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163" h="146">
                    <a:moveTo>
                      <a:pt x="163" y="108"/>
                    </a:moveTo>
                    <a:lnTo>
                      <a:pt x="147" y="54"/>
                    </a:lnTo>
                    <a:lnTo>
                      <a:pt x="132" y="0"/>
                    </a:lnTo>
                    <a:lnTo>
                      <a:pt x="0" y="38"/>
                    </a:lnTo>
                    <a:lnTo>
                      <a:pt x="16" y="92"/>
                    </a:lnTo>
                    <a:lnTo>
                      <a:pt x="32" y="146"/>
                    </a:lnTo>
                    <a:lnTo>
                      <a:pt x="163" y="108"/>
                    </a:lnTo>
                    <a:close/>
                  </a:path>
                </a:pathLst>
              </a:cu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591" name="Freeform 1094">
                <a:extLst>
                  <a:ext uri="{FF2B5EF4-FFF2-40B4-BE49-F238E27FC236}">
                    <a16:creationId xmlns:a16="http://schemas.microsoft.com/office/drawing/2014/main" id="{73C4CFD7-E6DA-FBE5-C91D-7B1BF3E1948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337" y="3129"/>
                <a:ext cx="3" cy="8"/>
              </a:xfrm>
              <a:custGeom>
                <a:avLst/>
                <a:gdLst>
                  <a:gd name="T0" fmla="*/ 0 w 19"/>
                  <a:gd name="T1" fmla="*/ 0 h 54"/>
                  <a:gd name="T2" fmla="*/ 0 w 19"/>
                  <a:gd name="T3" fmla="*/ 0 h 54"/>
                  <a:gd name="T4" fmla="*/ 0 w 19"/>
                  <a:gd name="T5" fmla="*/ 0 h 54"/>
                  <a:gd name="T6" fmla="*/ 0 w 19"/>
                  <a:gd name="T7" fmla="*/ 0 h 54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19"/>
                  <a:gd name="T13" fmla="*/ 0 h 54"/>
                  <a:gd name="T14" fmla="*/ 19 w 19"/>
                  <a:gd name="T15" fmla="*/ 54 h 54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19" h="54">
                    <a:moveTo>
                      <a:pt x="19" y="54"/>
                    </a:moveTo>
                    <a:lnTo>
                      <a:pt x="3" y="0"/>
                    </a:lnTo>
                    <a:lnTo>
                      <a:pt x="0" y="1"/>
                    </a:lnTo>
                    <a:lnTo>
                      <a:pt x="19" y="54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592" name="Line 1095">
                <a:extLst>
                  <a:ext uri="{FF2B5EF4-FFF2-40B4-BE49-F238E27FC236}">
                    <a16:creationId xmlns:a16="http://schemas.microsoft.com/office/drawing/2014/main" id="{5F3D76E7-5252-813E-8573-4CA1BA381A7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3337" y="3129"/>
                <a:ext cx="1" cy="1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593" name="Freeform 1096">
                <a:extLst>
                  <a:ext uri="{FF2B5EF4-FFF2-40B4-BE49-F238E27FC236}">
                    <a16:creationId xmlns:a16="http://schemas.microsoft.com/office/drawing/2014/main" id="{514446EF-8C49-166A-9AFA-6FDB6337693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319" y="3130"/>
                <a:ext cx="24" cy="21"/>
              </a:xfrm>
              <a:custGeom>
                <a:avLst/>
                <a:gdLst>
                  <a:gd name="T0" fmla="*/ 0 w 167"/>
                  <a:gd name="T1" fmla="*/ 0 h 153"/>
                  <a:gd name="T2" fmla="*/ 0 w 167"/>
                  <a:gd name="T3" fmla="*/ 0 h 153"/>
                  <a:gd name="T4" fmla="*/ 0 w 167"/>
                  <a:gd name="T5" fmla="*/ 0 h 153"/>
                  <a:gd name="T6" fmla="*/ 0 w 167"/>
                  <a:gd name="T7" fmla="*/ 0 h 153"/>
                  <a:gd name="T8" fmla="*/ 0 w 167"/>
                  <a:gd name="T9" fmla="*/ 0 h 153"/>
                  <a:gd name="T10" fmla="*/ 0 w 167"/>
                  <a:gd name="T11" fmla="*/ 0 h 153"/>
                  <a:gd name="T12" fmla="*/ 0 w 167"/>
                  <a:gd name="T13" fmla="*/ 0 h 153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167"/>
                  <a:gd name="T22" fmla="*/ 0 h 153"/>
                  <a:gd name="T23" fmla="*/ 167 w 167"/>
                  <a:gd name="T24" fmla="*/ 153 h 153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167" h="153">
                    <a:moveTo>
                      <a:pt x="167" y="106"/>
                    </a:moveTo>
                    <a:lnTo>
                      <a:pt x="148" y="53"/>
                    </a:lnTo>
                    <a:lnTo>
                      <a:pt x="129" y="0"/>
                    </a:lnTo>
                    <a:lnTo>
                      <a:pt x="0" y="48"/>
                    </a:lnTo>
                    <a:lnTo>
                      <a:pt x="19" y="100"/>
                    </a:lnTo>
                    <a:lnTo>
                      <a:pt x="38" y="153"/>
                    </a:lnTo>
                    <a:lnTo>
                      <a:pt x="167" y="106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594" name="Freeform 1097">
                <a:extLst>
                  <a:ext uri="{FF2B5EF4-FFF2-40B4-BE49-F238E27FC236}">
                    <a16:creationId xmlns:a16="http://schemas.microsoft.com/office/drawing/2014/main" id="{A69B5E1E-329D-4FB0-F92E-CFCECBA92F2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319" y="3130"/>
                <a:ext cx="24" cy="21"/>
              </a:xfrm>
              <a:custGeom>
                <a:avLst/>
                <a:gdLst>
                  <a:gd name="T0" fmla="*/ 0 w 167"/>
                  <a:gd name="T1" fmla="*/ 0 h 153"/>
                  <a:gd name="T2" fmla="*/ 0 w 167"/>
                  <a:gd name="T3" fmla="*/ 0 h 153"/>
                  <a:gd name="T4" fmla="*/ 0 w 167"/>
                  <a:gd name="T5" fmla="*/ 0 h 153"/>
                  <a:gd name="T6" fmla="*/ 0 w 167"/>
                  <a:gd name="T7" fmla="*/ 0 h 153"/>
                  <a:gd name="T8" fmla="*/ 0 w 167"/>
                  <a:gd name="T9" fmla="*/ 0 h 153"/>
                  <a:gd name="T10" fmla="*/ 0 w 167"/>
                  <a:gd name="T11" fmla="*/ 0 h 153"/>
                  <a:gd name="T12" fmla="*/ 0 w 167"/>
                  <a:gd name="T13" fmla="*/ 0 h 153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167"/>
                  <a:gd name="T22" fmla="*/ 0 h 153"/>
                  <a:gd name="T23" fmla="*/ 167 w 167"/>
                  <a:gd name="T24" fmla="*/ 153 h 153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167" h="153">
                    <a:moveTo>
                      <a:pt x="167" y="106"/>
                    </a:moveTo>
                    <a:lnTo>
                      <a:pt x="148" y="53"/>
                    </a:lnTo>
                    <a:lnTo>
                      <a:pt x="129" y="0"/>
                    </a:lnTo>
                    <a:lnTo>
                      <a:pt x="0" y="48"/>
                    </a:lnTo>
                    <a:lnTo>
                      <a:pt x="19" y="100"/>
                    </a:lnTo>
                    <a:lnTo>
                      <a:pt x="38" y="153"/>
                    </a:lnTo>
                    <a:lnTo>
                      <a:pt x="167" y="106"/>
                    </a:lnTo>
                    <a:close/>
                  </a:path>
                </a:pathLst>
              </a:cu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595" name="Freeform 1098">
                <a:extLst>
                  <a:ext uri="{FF2B5EF4-FFF2-40B4-BE49-F238E27FC236}">
                    <a16:creationId xmlns:a16="http://schemas.microsoft.com/office/drawing/2014/main" id="{203CC2FD-C3B3-88FE-7916-971F09114A2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318" y="3136"/>
                <a:ext cx="3" cy="8"/>
              </a:xfrm>
              <a:custGeom>
                <a:avLst/>
                <a:gdLst>
                  <a:gd name="T0" fmla="*/ 0 w 24"/>
                  <a:gd name="T1" fmla="*/ 0 h 52"/>
                  <a:gd name="T2" fmla="*/ 0 w 24"/>
                  <a:gd name="T3" fmla="*/ 0 h 52"/>
                  <a:gd name="T4" fmla="*/ 0 w 24"/>
                  <a:gd name="T5" fmla="*/ 0 h 52"/>
                  <a:gd name="T6" fmla="*/ 0 w 24"/>
                  <a:gd name="T7" fmla="*/ 0 h 52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24"/>
                  <a:gd name="T13" fmla="*/ 0 h 52"/>
                  <a:gd name="T14" fmla="*/ 24 w 24"/>
                  <a:gd name="T15" fmla="*/ 52 h 52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24" h="52">
                    <a:moveTo>
                      <a:pt x="24" y="52"/>
                    </a:moveTo>
                    <a:lnTo>
                      <a:pt x="5" y="0"/>
                    </a:lnTo>
                    <a:lnTo>
                      <a:pt x="0" y="1"/>
                    </a:lnTo>
                    <a:lnTo>
                      <a:pt x="24" y="52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596" name="Line 1099">
                <a:extLst>
                  <a:ext uri="{FF2B5EF4-FFF2-40B4-BE49-F238E27FC236}">
                    <a16:creationId xmlns:a16="http://schemas.microsoft.com/office/drawing/2014/main" id="{3D0A727D-0988-0F67-43DE-DF3E8FBE700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3318" y="3136"/>
                <a:ext cx="1" cy="1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597" name="Freeform 1100">
                <a:extLst>
                  <a:ext uri="{FF2B5EF4-FFF2-40B4-BE49-F238E27FC236}">
                    <a16:creationId xmlns:a16="http://schemas.microsoft.com/office/drawing/2014/main" id="{72BAC1F9-74B9-C9AC-A060-E54E15C531E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300" y="3137"/>
                <a:ext cx="25" cy="22"/>
              </a:xfrm>
              <a:custGeom>
                <a:avLst/>
                <a:gdLst>
                  <a:gd name="T0" fmla="*/ 0 w 171"/>
                  <a:gd name="T1" fmla="*/ 0 h 160"/>
                  <a:gd name="T2" fmla="*/ 0 w 171"/>
                  <a:gd name="T3" fmla="*/ 0 h 160"/>
                  <a:gd name="T4" fmla="*/ 0 w 171"/>
                  <a:gd name="T5" fmla="*/ 0 h 160"/>
                  <a:gd name="T6" fmla="*/ 0 w 171"/>
                  <a:gd name="T7" fmla="*/ 0 h 160"/>
                  <a:gd name="T8" fmla="*/ 0 w 171"/>
                  <a:gd name="T9" fmla="*/ 0 h 160"/>
                  <a:gd name="T10" fmla="*/ 0 w 171"/>
                  <a:gd name="T11" fmla="*/ 0 h 160"/>
                  <a:gd name="T12" fmla="*/ 0 w 171"/>
                  <a:gd name="T13" fmla="*/ 0 h 160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171"/>
                  <a:gd name="T22" fmla="*/ 0 h 160"/>
                  <a:gd name="T23" fmla="*/ 171 w 171"/>
                  <a:gd name="T24" fmla="*/ 160 h 160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171" h="160">
                    <a:moveTo>
                      <a:pt x="171" y="103"/>
                    </a:moveTo>
                    <a:lnTo>
                      <a:pt x="148" y="51"/>
                    </a:lnTo>
                    <a:lnTo>
                      <a:pt x="124" y="0"/>
                    </a:lnTo>
                    <a:lnTo>
                      <a:pt x="0" y="57"/>
                    </a:lnTo>
                    <a:lnTo>
                      <a:pt x="23" y="109"/>
                    </a:lnTo>
                    <a:lnTo>
                      <a:pt x="47" y="160"/>
                    </a:lnTo>
                    <a:lnTo>
                      <a:pt x="171" y="103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598" name="Freeform 1101">
                <a:extLst>
                  <a:ext uri="{FF2B5EF4-FFF2-40B4-BE49-F238E27FC236}">
                    <a16:creationId xmlns:a16="http://schemas.microsoft.com/office/drawing/2014/main" id="{2106FAB2-CA6C-32B6-6047-4A0B8594219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300" y="3137"/>
                <a:ext cx="25" cy="22"/>
              </a:xfrm>
              <a:custGeom>
                <a:avLst/>
                <a:gdLst>
                  <a:gd name="T0" fmla="*/ 0 w 171"/>
                  <a:gd name="T1" fmla="*/ 0 h 160"/>
                  <a:gd name="T2" fmla="*/ 0 w 171"/>
                  <a:gd name="T3" fmla="*/ 0 h 160"/>
                  <a:gd name="T4" fmla="*/ 0 w 171"/>
                  <a:gd name="T5" fmla="*/ 0 h 160"/>
                  <a:gd name="T6" fmla="*/ 0 w 171"/>
                  <a:gd name="T7" fmla="*/ 0 h 160"/>
                  <a:gd name="T8" fmla="*/ 0 w 171"/>
                  <a:gd name="T9" fmla="*/ 0 h 160"/>
                  <a:gd name="T10" fmla="*/ 0 w 171"/>
                  <a:gd name="T11" fmla="*/ 0 h 160"/>
                  <a:gd name="T12" fmla="*/ 0 w 171"/>
                  <a:gd name="T13" fmla="*/ 0 h 160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171"/>
                  <a:gd name="T22" fmla="*/ 0 h 160"/>
                  <a:gd name="T23" fmla="*/ 171 w 171"/>
                  <a:gd name="T24" fmla="*/ 160 h 160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171" h="160">
                    <a:moveTo>
                      <a:pt x="171" y="103"/>
                    </a:moveTo>
                    <a:lnTo>
                      <a:pt x="148" y="51"/>
                    </a:lnTo>
                    <a:lnTo>
                      <a:pt x="124" y="0"/>
                    </a:lnTo>
                    <a:lnTo>
                      <a:pt x="0" y="57"/>
                    </a:lnTo>
                    <a:lnTo>
                      <a:pt x="23" y="109"/>
                    </a:lnTo>
                    <a:lnTo>
                      <a:pt x="47" y="160"/>
                    </a:lnTo>
                    <a:lnTo>
                      <a:pt x="171" y="103"/>
                    </a:lnTo>
                    <a:close/>
                  </a:path>
                </a:pathLst>
              </a:cu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599" name="Freeform 1102">
                <a:extLst>
                  <a:ext uri="{FF2B5EF4-FFF2-40B4-BE49-F238E27FC236}">
                    <a16:creationId xmlns:a16="http://schemas.microsoft.com/office/drawing/2014/main" id="{E85596A1-992A-1CAE-6204-988788369F1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300" y="3145"/>
                <a:ext cx="4" cy="7"/>
              </a:xfrm>
              <a:custGeom>
                <a:avLst/>
                <a:gdLst>
                  <a:gd name="T0" fmla="*/ 0 w 28"/>
                  <a:gd name="T1" fmla="*/ 0 h 52"/>
                  <a:gd name="T2" fmla="*/ 0 w 28"/>
                  <a:gd name="T3" fmla="*/ 0 h 52"/>
                  <a:gd name="T4" fmla="*/ 0 w 28"/>
                  <a:gd name="T5" fmla="*/ 0 h 52"/>
                  <a:gd name="T6" fmla="*/ 0 w 28"/>
                  <a:gd name="T7" fmla="*/ 0 h 52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28"/>
                  <a:gd name="T13" fmla="*/ 0 h 52"/>
                  <a:gd name="T14" fmla="*/ 28 w 28"/>
                  <a:gd name="T15" fmla="*/ 52 h 52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28" h="52">
                    <a:moveTo>
                      <a:pt x="28" y="52"/>
                    </a:moveTo>
                    <a:lnTo>
                      <a:pt x="5" y="0"/>
                    </a:lnTo>
                    <a:lnTo>
                      <a:pt x="0" y="2"/>
                    </a:lnTo>
                    <a:lnTo>
                      <a:pt x="28" y="52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600" name="Line 1103">
                <a:extLst>
                  <a:ext uri="{FF2B5EF4-FFF2-40B4-BE49-F238E27FC236}">
                    <a16:creationId xmlns:a16="http://schemas.microsoft.com/office/drawing/2014/main" id="{32D70CBB-CF62-39B0-BFEF-F739B5D86B4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3300" y="3145"/>
                <a:ext cx="1" cy="1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601" name="Freeform 1104">
                <a:extLst>
                  <a:ext uri="{FF2B5EF4-FFF2-40B4-BE49-F238E27FC236}">
                    <a16:creationId xmlns:a16="http://schemas.microsoft.com/office/drawing/2014/main" id="{FB71DDC6-D9EA-89E4-B6EF-C2BC16760A6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282" y="3145"/>
                <a:ext cx="26" cy="24"/>
              </a:xfrm>
              <a:custGeom>
                <a:avLst/>
                <a:gdLst>
                  <a:gd name="T0" fmla="*/ 0 w 176"/>
                  <a:gd name="T1" fmla="*/ 0 h 166"/>
                  <a:gd name="T2" fmla="*/ 0 w 176"/>
                  <a:gd name="T3" fmla="*/ 0 h 166"/>
                  <a:gd name="T4" fmla="*/ 0 w 176"/>
                  <a:gd name="T5" fmla="*/ 0 h 166"/>
                  <a:gd name="T6" fmla="*/ 0 w 176"/>
                  <a:gd name="T7" fmla="*/ 0 h 166"/>
                  <a:gd name="T8" fmla="*/ 0 w 176"/>
                  <a:gd name="T9" fmla="*/ 0 h 166"/>
                  <a:gd name="T10" fmla="*/ 0 w 176"/>
                  <a:gd name="T11" fmla="*/ 0 h 166"/>
                  <a:gd name="T12" fmla="*/ 0 w 176"/>
                  <a:gd name="T13" fmla="*/ 0 h 16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176"/>
                  <a:gd name="T22" fmla="*/ 0 h 166"/>
                  <a:gd name="T23" fmla="*/ 176 w 176"/>
                  <a:gd name="T24" fmla="*/ 166 h 16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176" h="166">
                    <a:moveTo>
                      <a:pt x="176" y="99"/>
                    </a:moveTo>
                    <a:lnTo>
                      <a:pt x="148" y="50"/>
                    </a:lnTo>
                    <a:lnTo>
                      <a:pt x="120" y="0"/>
                    </a:lnTo>
                    <a:lnTo>
                      <a:pt x="0" y="67"/>
                    </a:lnTo>
                    <a:lnTo>
                      <a:pt x="28" y="117"/>
                    </a:lnTo>
                    <a:lnTo>
                      <a:pt x="56" y="166"/>
                    </a:lnTo>
                    <a:lnTo>
                      <a:pt x="176" y="99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602" name="Freeform 1105">
                <a:extLst>
                  <a:ext uri="{FF2B5EF4-FFF2-40B4-BE49-F238E27FC236}">
                    <a16:creationId xmlns:a16="http://schemas.microsoft.com/office/drawing/2014/main" id="{D94E4192-D329-05A8-7957-0EF9C1F7FA2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282" y="3145"/>
                <a:ext cx="26" cy="24"/>
              </a:xfrm>
              <a:custGeom>
                <a:avLst/>
                <a:gdLst>
                  <a:gd name="T0" fmla="*/ 0 w 176"/>
                  <a:gd name="T1" fmla="*/ 0 h 166"/>
                  <a:gd name="T2" fmla="*/ 0 w 176"/>
                  <a:gd name="T3" fmla="*/ 0 h 166"/>
                  <a:gd name="T4" fmla="*/ 0 w 176"/>
                  <a:gd name="T5" fmla="*/ 0 h 166"/>
                  <a:gd name="T6" fmla="*/ 0 w 176"/>
                  <a:gd name="T7" fmla="*/ 0 h 166"/>
                  <a:gd name="T8" fmla="*/ 0 w 176"/>
                  <a:gd name="T9" fmla="*/ 0 h 166"/>
                  <a:gd name="T10" fmla="*/ 0 w 176"/>
                  <a:gd name="T11" fmla="*/ 0 h 166"/>
                  <a:gd name="T12" fmla="*/ 0 w 176"/>
                  <a:gd name="T13" fmla="*/ 0 h 16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176"/>
                  <a:gd name="T22" fmla="*/ 0 h 166"/>
                  <a:gd name="T23" fmla="*/ 176 w 176"/>
                  <a:gd name="T24" fmla="*/ 166 h 16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176" h="166">
                    <a:moveTo>
                      <a:pt x="176" y="99"/>
                    </a:moveTo>
                    <a:lnTo>
                      <a:pt x="148" y="50"/>
                    </a:lnTo>
                    <a:lnTo>
                      <a:pt x="120" y="0"/>
                    </a:lnTo>
                    <a:lnTo>
                      <a:pt x="0" y="67"/>
                    </a:lnTo>
                    <a:lnTo>
                      <a:pt x="28" y="117"/>
                    </a:lnTo>
                    <a:lnTo>
                      <a:pt x="56" y="166"/>
                    </a:lnTo>
                    <a:lnTo>
                      <a:pt x="176" y="99"/>
                    </a:lnTo>
                    <a:close/>
                  </a:path>
                </a:pathLst>
              </a:cu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603" name="Freeform 1106">
                <a:extLst>
                  <a:ext uri="{FF2B5EF4-FFF2-40B4-BE49-F238E27FC236}">
                    <a16:creationId xmlns:a16="http://schemas.microsoft.com/office/drawing/2014/main" id="{3BC3C60D-63FB-A2B9-90CB-365D9FBEF79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282" y="3155"/>
                <a:ext cx="4" cy="7"/>
              </a:xfrm>
              <a:custGeom>
                <a:avLst/>
                <a:gdLst>
                  <a:gd name="T0" fmla="*/ 0 w 31"/>
                  <a:gd name="T1" fmla="*/ 0 h 50"/>
                  <a:gd name="T2" fmla="*/ 0 w 31"/>
                  <a:gd name="T3" fmla="*/ 0 h 50"/>
                  <a:gd name="T4" fmla="*/ 0 w 31"/>
                  <a:gd name="T5" fmla="*/ 0 h 50"/>
                  <a:gd name="T6" fmla="*/ 0 w 31"/>
                  <a:gd name="T7" fmla="*/ 0 h 50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31"/>
                  <a:gd name="T13" fmla="*/ 0 h 50"/>
                  <a:gd name="T14" fmla="*/ 31 w 31"/>
                  <a:gd name="T15" fmla="*/ 50 h 50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31" h="50">
                    <a:moveTo>
                      <a:pt x="31" y="50"/>
                    </a:moveTo>
                    <a:lnTo>
                      <a:pt x="3" y="0"/>
                    </a:lnTo>
                    <a:lnTo>
                      <a:pt x="0" y="3"/>
                    </a:lnTo>
                    <a:lnTo>
                      <a:pt x="31" y="5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604" name="Line 1107">
                <a:extLst>
                  <a:ext uri="{FF2B5EF4-FFF2-40B4-BE49-F238E27FC236}">
                    <a16:creationId xmlns:a16="http://schemas.microsoft.com/office/drawing/2014/main" id="{D7D08AAF-16A6-464E-2945-90DE98926D3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3282" y="3155"/>
                <a:ext cx="1" cy="1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605" name="Freeform 1108">
                <a:extLst>
                  <a:ext uri="{FF2B5EF4-FFF2-40B4-BE49-F238E27FC236}">
                    <a16:creationId xmlns:a16="http://schemas.microsoft.com/office/drawing/2014/main" id="{14A82CC1-F1EF-08A2-3836-353BA392BCE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266" y="3155"/>
                <a:ext cx="25" cy="24"/>
              </a:xfrm>
              <a:custGeom>
                <a:avLst/>
                <a:gdLst>
                  <a:gd name="T0" fmla="*/ 0 w 177"/>
                  <a:gd name="T1" fmla="*/ 0 h 170"/>
                  <a:gd name="T2" fmla="*/ 0 w 177"/>
                  <a:gd name="T3" fmla="*/ 0 h 170"/>
                  <a:gd name="T4" fmla="*/ 0 w 177"/>
                  <a:gd name="T5" fmla="*/ 0 h 170"/>
                  <a:gd name="T6" fmla="*/ 0 w 177"/>
                  <a:gd name="T7" fmla="*/ 0 h 170"/>
                  <a:gd name="T8" fmla="*/ 0 w 177"/>
                  <a:gd name="T9" fmla="*/ 0 h 170"/>
                  <a:gd name="T10" fmla="*/ 0 w 177"/>
                  <a:gd name="T11" fmla="*/ 0 h 170"/>
                  <a:gd name="T12" fmla="*/ 0 w 177"/>
                  <a:gd name="T13" fmla="*/ 0 h 170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177"/>
                  <a:gd name="T22" fmla="*/ 0 h 170"/>
                  <a:gd name="T23" fmla="*/ 177 w 177"/>
                  <a:gd name="T24" fmla="*/ 170 h 170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177" h="170">
                    <a:moveTo>
                      <a:pt x="177" y="94"/>
                    </a:moveTo>
                    <a:lnTo>
                      <a:pt x="145" y="47"/>
                    </a:lnTo>
                    <a:lnTo>
                      <a:pt x="114" y="0"/>
                    </a:lnTo>
                    <a:lnTo>
                      <a:pt x="0" y="76"/>
                    </a:lnTo>
                    <a:lnTo>
                      <a:pt x="32" y="123"/>
                    </a:lnTo>
                    <a:lnTo>
                      <a:pt x="63" y="170"/>
                    </a:lnTo>
                    <a:lnTo>
                      <a:pt x="177" y="94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606" name="Freeform 1109">
                <a:extLst>
                  <a:ext uri="{FF2B5EF4-FFF2-40B4-BE49-F238E27FC236}">
                    <a16:creationId xmlns:a16="http://schemas.microsoft.com/office/drawing/2014/main" id="{64C50FC9-0488-0DAE-47CA-4A751A93231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266" y="3155"/>
                <a:ext cx="25" cy="24"/>
              </a:xfrm>
              <a:custGeom>
                <a:avLst/>
                <a:gdLst>
                  <a:gd name="T0" fmla="*/ 0 w 177"/>
                  <a:gd name="T1" fmla="*/ 0 h 170"/>
                  <a:gd name="T2" fmla="*/ 0 w 177"/>
                  <a:gd name="T3" fmla="*/ 0 h 170"/>
                  <a:gd name="T4" fmla="*/ 0 w 177"/>
                  <a:gd name="T5" fmla="*/ 0 h 170"/>
                  <a:gd name="T6" fmla="*/ 0 w 177"/>
                  <a:gd name="T7" fmla="*/ 0 h 170"/>
                  <a:gd name="T8" fmla="*/ 0 w 177"/>
                  <a:gd name="T9" fmla="*/ 0 h 170"/>
                  <a:gd name="T10" fmla="*/ 0 w 177"/>
                  <a:gd name="T11" fmla="*/ 0 h 170"/>
                  <a:gd name="T12" fmla="*/ 0 w 177"/>
                  <a:gd name="T13" fmla="*/ 0 h 170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177"/>
                  <a:gd name="T22" fmla="*/ 0 h 170"/>
                  <a:gd name="T23" fmla="*/ 177 w 177"/>
                  <a:gd name="T24" fmla="*/ 170 h 170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177" h="170">
                    <a:moveTo>
                      <a:pt x="177" y="94"/>
                    </a:moveTo>
                    <a:lnTo>
                      <a:pt x="145" y="47"/>
                    </a:lnTo>
                    <a:lnTo>
                      <a:pt x="114" y="0"/>
                    </a:lnTo>
                    <a:lnTo>
                      <a:pt x="0" y="76"/>
                    </a:lnTo>
                    <a:lnTo>
                      <a:pt x="32" y="123"/>
                    </a:lnTo>
                    <a:lnTo>
                      <a:pt x="63" y="170"/>
                    </a:lnTo>
                    <a:lnTo>
                      <a:pt x="177" y="94"/>
                    </a:lnTo>
                    <a:close/>
                  </a:path>
                </a:pathLst>
              </a:cu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607" name="Freeform 1110">
                <a:extLst>
                  <a:ext uri="{FF2B5EF4-FFF2-40B4-BE49-F238E27FC236}">
                    <a16:creationId xmlns:a16="http://schemas.microsoft.com/office/drawing/2014/main" id="{DBB165A2-FB9B-FFD3-3A88-D3BABC69B70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265" y="3166"/>
                <a:ext cx="5" cy="7"/>
              </a:xfrm>
              <a:custGeom>
                <a:avLst/>
                <a:gdLst>
                  <a:gd name="T0" fmla="*/ 0 w 35"/>
                  <a:gd name="T1" fmla="*/ 0 h 47"/>
                  <a:gd name="T2" fmla="*/ 0 w 35"/>
                  <a:gd name="T3" fmla="*/ 0 h 47"/>
                  <a:gd name="T4" fmla="*/ 0 w 35"/>
                  <a:gd name="T5" fmla="*/ 0 h 47"/>
                  <a:gd name="T6" fmla="*/ 0 w 35"/>
                  <a:gd name="T7" fmla="*/ 0 h 47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35"/>
                  <a:gd name="T13" fmla="*/ 0 h 47"/>
                  <a:gd name="T14" fmla="*/ 35 w 35"/>
                  <a:gd name="T15" fmla="*/ 47 h 47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35" h="47">
                    <a:moveTo>
                      <a:pt x="35" y="47"/>
                    </a:moveTo>
                    <a:lnTo>
                      <a:pt x="3" y="0"/>
                    </a:lnTo>
                    <a:lnTo>
                      <a:pt x="0" y="2"/>
                    </a:lnTo>
                    <a:lnTo>
                      <a:pt x="35" y="47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608" name="Line 1111">
                <a:extLst>
                  <a:ext uri="{FF2B5EF4-FFF2-40B4-BE49-F238E27FC236}">
                    <a16:creationId xmlns:a16="http://schemas.microsoft.com/office/drawing/2014/main" id="{6596E045-E687-77C9-687F-087C3E653DD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3265" y="3166"/>
                <a:ext cx="1" cy="1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609" name="Freeform 1112">
                <a:extLst>
                  <a:ext uri="{FF2B5EF4-FFF2-40B4-BE49-F238E27FC236}">
                    <a16:creationId xmlns:a16="http://schemas.microsoft.com/office/drawing/2014/main" id="{9B6BA325-1066-2699-5E95-C142948581C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250" y="3166"/>
                <a:ext cx="25" cy="25"/>
              </a:xfrm>
              <a:custGeom>
                <a:avLst/>
                <a:gdLst>
                  <a:gd name="T0" fmla="*/ 0 w 178"/>
                  <a:gd name="T1" fmla="*/ 0 h 175"/>
                  <a:gd name="T2" fmla="*/ 0 w 178"/>
                  <a:gd name="T3" fmla="*/ 0 h 175"/>
                  <a:gd name="T4" fmla="*/ 0 w 178"/>
                  <a:gd name="T5" fmla="*/ 0 h 175"/>
                  <a:gd name="T6" fmla="*/ 0 w 178"/>
                  <a:gd name="T7" fmla="*/ 0 h 175"/>
                  <a:gd name="T8" fmla="*/ 0 w 178"/>
                  <a:gd name="T9" fmla="*/ 0 h 175"/>
                  <a:gd name="T10" fmla="*/ 0 w 178"/>
                  <a:gd name="T11" fmla="*/ 0 h 175"/>
                  <a:gd name="T12" fmla="*/ 0 w 178"/>
                  <a:gd name="T13" fmla="*/ 0 h 175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178"/>
                  <a:gd name="T22" fmla="*/ 0 h 175"/>
                  <a:gd name="T23" fmla="*/ 178 w 178"/>
                  <a:gd name="T24" fmla="*/ 175 h 175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178" h="175">
                    <a:moveTo>
                      <a:pt x="178" y="90"/>
                    </a:moveTo>
                    <a:lnTo>
                      <a:pt x="143" y="45"/>
                    </a:lnTo>
                    <a:lnTo>
                      <a:pt x="108" y="0"/>
                    </a:lnTo>
                    <a:lnTo>
                      <a:pt x="0" y="86"/>
                    </a:lnTo>
                    <a:lnTo>
                      <a:pt x="35" y="130"/>
                    </a:lnTo>
                    <a:lnTo>
                      <a:pt x="70" y="175"/>
                    </a:lnTo>
                    <a:lnTo>
                      <a:pt x="178" y="9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610" name="Freeform 1113">
                <a:extLst>
                  <a:ext uri="{FF2B5EF4-FFF2-40B4-BE49-F238E27FC236}">
                    <a16:creationId xmlns:a16="http://schemas.microsoft.com/office/drawing/2014/main" id="{AA265E8D-B418-08BC-A303-0D271A53886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250" y="3166"/>
                <a:ext cx="25" cy="25"/>
              </a:xfrm>
              <a:custGeom>
                <a:avLst/>
                <a:gdLst>
                  <a:gd name="T0" fmla="*/ 0 w 178"/>
                  <a:gd name="T1" fmla="*/ 0 h 175"/>
                  <a:gd name="T2" fmla="*/ 0 w 178"/>
                  <a:gd name="T3" fmla="*/ 0 h 175"/>
                  <a:gd name="T4" fmla="*/ 0 w 178"/>
                  <a:gd name="T5" fmla="*/ 0 h 175"/>
                  <a:gd name="T6" fmla="*/ 0 w 178"/>
                  <a:gd name="T7" fmla="*/ 0 h 175"/>
                  <a:gd name="T8" fmla="*/ 0 w 178"/>
                  <a:gd name="T9" fmla="*/ 0 h 175"/>
                  <a:gd name="T10" fmla="*/ 0 w 178"/>
                  <a:gd name="T11" fmla="*/ 0 h 175"/>
                  <a:gd name="T12" fmla="*/ 0 w 178"/>
                  <a:gd name="T13" fmla="*/ 0 h 175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178"/>
                  <a:gd name="T22" fmla="*/ 0 h 175"/>
                  <a:gd name="T23" fmla="*/ 178 w 178"/>
                  <a:gd name="T24" fmla="*/ 175 h 175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178" h="175">
                    <a:moveTo>
                      <a:pt x="178" y="90"/>
                    </a:moveTo>
                    <a:lnTo>
                      <a:pt x="143" y="45"/>
                    </a:lnTo>
                    <a:lnTo>
                      <a:pt x="108" y="0"/>
                    </a:lnTo>
                    <a:lnTo>
                      <a:pt x="0" y="86"/>
                    </a:lnTo>
                    <a:lnTo>
                      <a:pt x="35" y="130"/>
                    </a:lnTo>
                    <a:lnTo>
                      <a:pt x="70" y="175"/>
                    </a:lnTo>
                    <a:lnTo>
                      <a:pt x="178" y="90"/>
                    </a:lnTo>
                    <a:close/>
                  </a:path>
                </a:pathLst>
              </a:cu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611" name="Freeform 1114">
                <a:extLst>
                  <a:ext uri="{FF2B5EF4-FFF2-40B4-BE49-F238E27FC236}">
                    <a16:creationId xmlns:a16="http://schemas.microsoft.com/office/drawing/2014/main" id="{9F8709AC-1519-B661-9895-A46F0D54663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249" y="3178"/>
                <a:ext cx="6" cy="7"/>
              </a:xfrm>
              <a:custGeom>
                <a:avLst/>
                <a:gdLst>
                  <a:gd name="T0" fmla="*/ 0 w 38"/>
                  <a:gd name="T1" fmla="*/ 0 h 44"/>
                  <a:gd name="T2" fmla="*/ 0 w 38"/>
                  <a:gd name="T3" fmla="*/ 0 h 44"/>
                  <a:gd name="T4" fmla="*/ 0 w 38"/>
                  <a:gd name="T5" fmla="*/ 0 h 44"/>
                  <a:gd name="T6" fmla="*/ 0 w 38"/>
                  <a:gd name="T7" fmla="*/ 0 h 44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38"/>
                  <a:gd name="T13" fmla="*/ 0 h 44"/>
                  <a:gd name="T14" fmla="*/ 38 w 38"/>
                  <a:gd name="T15" fmla="*/ 44 h 44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38" h="44">
                    <a:moveTo>
                      <a:pt x="38" y="44"/>
                    </a:moveTo>
                    <a:lnTo>
                      <a:pt x="3" y="0"/>
                    </a:lnTo>
                    <a:lnTo>
                      <a:pt x="0" y="3"/>
                    </a:lnTo>
                    <a:lnTo>
                      <a:pt x="38" y="44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612" name="Line 1115">
                <a:extLst>
                  <a:ext uri="{FF2B5EF4-FFF2-40B4-BE49-F238E27FC236}">
                    <a16:creationId xmlns:a16="http://schemas.microsoft.com/office/drawing/2014/main" id="{F83A398A-D2F8-9E83-C558-5725F06A45A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3249" y="3178"/>
                <a:ext cx="1" cy="1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613" name="Freeform 1116">
                <a:extLst>
                  <a:ext uri="{FF2B5EF4-FFF2-40B4-BE49-F238E27FC236}">
                    <a16:creationId xmlns:a16="http://schemas.microsoft.com/office/drawing/2014/main" id="{FCCA7620-E9FF-E9AF-4710-3B94F90F6E6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235" y="3179"/>
                <a:ext cx="25" cy="25"/>
              </a:xfrm>
              <a:custGeom>
                <a:avLst/>
                <a:gdLst>
                  <a:gd name="T0" fmla="*/ 0 w 177"/>
                  <a:gd name="T1" fmla="*/ 0 h 176"/>
                  <a:gd name="T2" fmla="*/ 0 w 177"/>
                  <a:gd name="T3" fmla="*/ 0 h 176"/>
                  <a:gd name="T4" fmla="*/ 0 w 177"/>
                  <a:gd name="T5" fmla="*/ 0 h 176"/>
                  <a:gd name="T6" fmla="*/ 0 w 177"/>
                  <a:gd name="T7" fmla="*/ 0 h 176"/>
                  <a:gd name="T8" fmla="*/ 0 w 177"/>
                  <a:gd name="T9" fmla="*/ 0 h 176"/>
                  <a:gd name="T10" fmla="*/ 0 w 177"/>
                  <a:gd name="T11" fmla="*/ 0 h 176"/>
                  <a:gd name="T12" fmla="*/ 0 w 177"/>
                  <a:gd name="T13" fmla="*/ 0 h 17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177"/>
                  <a:gd name="T22" fmla="*/ 0 h 176"/>
                  <a:gd name="T23" fmla="*/ 177 w 177"/>
                  <a:gd name="T24" fmla="*/ 176 h 17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177" h="176">
                    <a:moveTo>
                      <a:pt x="177" y="83"/>
                    </a:moveTo>
                    <a:lnTo>
                      <a:pt x="139" y="41"/>
                    </a:lnTo>
                    <a:lnTo>
                      <a:pt x="101" y="0"/>
                    </a:lnTo>
                    <a:lnTo>
                      <a:pt x="0" y="93"/>
                    </a:lnTo>
                    <a:lnTo>
                      <a:pt x="38" y="135"/>
                    </a:lnTo>
                    <a:lnTo>
                      <a:pt x="76" y="176"/>
                    </a:lnTo>
                    <a:lnTo>
                      <a:pt x="177" y="83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614" name="Freeform 1117">
                <a:extLst>
                  <a:ext uri="{FF2B5EF4-FFF2-40B4-BE49-F238E27FC236}">
                    <a16:creationId xmlns:a16="http://schemas.microsoft.com/office/drawing/2014/main" id="{7BC70455-BE90-DEB9-F59E-3A4EF1D212D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235" y="3179"/>
                <a:ext cx="25" cy="25"/>
              </a:xfrm>
              <a:custGeom>
                <a:avLst/>
                <a:gdLst>
                  <a:gd name="T0" fmla="*/ 0 w 177"/>
                  <a:gd name="T1" fmla="*/ 0 h 176"/>
                  <a:gd name="T2" fmla="*/ 0 w 177"/>
                  <a:gd name="T3" fmla="*/ 0 h 176"/>
                  <a:gd name="T4" fmla="*/ 0 w 177"/>
                  <a:gd name="T5" fmla="*/ 0 h 176"/>
                  <a:gd name="T6" fmla="*/ 0 w 177"/>
                  <a:gd name="T7" fmla="*/ 0 h 176"/>
                  <a:gd name="T8" fmla="*/ 0 w 177"/>
                  <a:gd name="T9" fmla="*/ 0 h 176"/>
                  <a:gd name="T10" fmla="*/ 0 w 177"/>
                  <a:gd name="T11" fmla="*/ 0 h 176"/>
                  <a:gd name="T12" fmla="*/ 0 w 177"/>
                  <a:gd name="T13" fmla="*/ 0 h 17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177"/>
                  <a:gd name="T22" fmla="*/ 0 h 176"/>
                  <a:gd name="T23" fmla="*/ 177 w 177"/>
                  <a:gd name="T24" fmla="*/ 176 h 17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177" h="176">
                    <a:moveTo>
                      <a:pt x="177" y="83"/>
                    </a:moveTo>
                    <a:lnTo>
                      <a:pt x="139" y="41"/>
                    </a:lnTo>
                    <a:lnTo>
                      <a:pt x="101" y="0"/>
                    </a:lnTo>
                    <a:lnTo>
                      <a:pt x="0" y="93"/>
                    </a:lnTo>
                    <a:lnTo>
                      <a:pt x="38" y="135"/>
                    </a:lnTo>
                    <a:lnTo>
                      <a:pt x="76" y="176"/>
                    </a:lnTo>
                    <a:lnTo>
                      <a:pt x="177" y="83"/>
                    </a:lnTo>
                    <a:close/>
                  </a:path>
                </a:pathLst>
              </a:cu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615" name="Freeform 1118">
                <a:extLst>
                  <a:ext uri="{FF2B5EF4-FFF2-40B4-BE49-F238E27FC236}">
                    <a16:creationId xmlns:a16="http://schemas.microsoft.com/office/drawing/2014/main" id="{BEBBDDBF-5C75-AD69-5543-B06554217E5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235" y="3192"/>
                <a:ext cx="5" cy="6"/>
              </a:xfrm>
              <a:custGeom>
                <a:avLst/>
                <a:gdLst>
                  <a:gd name="T0" fmla="*/ 0 w 41"/>
                  <a:gd name="T1" fmla="*/ 0 h 42"/>
                  <a:gd name="T2" fmla="*/ 0 w 41"/>
                  <a:gd name="T3" fmla="*/ 0 h 42"/>
                  <a:gd name="T4" fmla="*/ 0 w 41"/>
                  <a:gd name="T5" fmla="*/ 0 h 42"/>
                  <a:gd name="T6" fmla="*/ 0 w 41"/>
                  <a:gd name="T7" fmla="*/ 0 h 42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41"/>
                  <a:gd name="T13" fmla="*/ 0 h 42"/>
                  <a:gd name="T14" fmla="*/ 41 w 41"/>
                  <a:gd name="T15" fmla="*/ 42 h 42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41" h="42">
                    <a:moveTo>
                      <a:pt x="41" y="42"/>
                    </a:moveTo>
                    <a:lnTo>
                      <a:pt x="3" y="0"/>
                    </a:lnTo>
                    <a:lnTo>
                      <a:pt x="0" y="3"/>
                    </a:lnTo>
                    <a:lnTo>
                      <a:pt x="41" y="42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616" name="Line 1119">
                <a:extLst>
                  <a:ext uri="{FF2B5EF4-FFF2-40B4-BE49-F238E27FC236}">
                    <a16:creationId xmlns:a16="http://schemas.microsoft.com/office/drawing/2014/main" id="{5053FF55-B134-28F3-055D-89B20DE9DB3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3235" y="3192"/>
                <a:ext cx="1" cy="1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617" name="Freeform 1120">
                <a:extLst>
                  <a:ext uri="{FF2B5EF4-FFF2-40B4-BE49-F238E27FC236}">
                    <a16:creationId xmlns:a16="http://schemas.microsoft.com/office/drawing/2014/main" id="{D7F00B22-9E49-E250-8B92-25FADA3AB98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221" y="3193"/>
                <a:ext cx="25" cy="25"/>
              </a:xfrm>
              <a:custGeom>
                <a:avLst/>
                <a:gdLst>
                  <a:gd name="T0" fmla="*/ 0 w 177"/>
                  <a:gd name="T1" fmla="*/ 0 h 178"/>
                  <a:gd name="T2" fmla="*/ 0 w 177"/>
                  <a:gd name="T3" fmla="*/ 0 h 178"/>
                  <a:gd name="T4" fmla="*/ 0 w 177"/>
                  <a:gd name="T5" fmla="*/ 0 h 178"/>
                  <a:gd name="T6" fmla="*/ 0 w 177"/>
                  <a:gd name="T7" fmla="*/ 0 h 178"/>
                  <a:gd name="T8" fmla="*/ 0 w 177"/>
                  <a:gd name="T9" fmla="*/ 0 h 178"/>
                  <a:gd name="T10" fmla="*/ 0 w 177"/>
                  <a:gd name="T11" fmla="*/ 0 h 178"/>
                  <a:gd name="T12" fmla="*/ 0 w 177"/>
                  <a:gd name="T13" fmla="*/ 0 h 178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177"/>
                  <a:gd name="T22" fmla="*/ 0 h 178"/>
                  <a:gd name="T23" fmla="*/ 177 w 177"/>
                  <a:gd name="T24" fmla="*/ 178 h 178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177" h="178">
                    <a:moveTo>
                      <a:pt x="177" y="77"/>
                    </a:moveTo>
                    <a:lnTo>
                      <a:pt x="135" y="39"/>
                    </a:lnTo>
                    <a:lnTo>
                      <a:pt x="94" y="0"/>
                    </a:lnTo>
                    <a:lnTo>
                      <a:pt x="0" y="101"/>
                    </a:lnTo>
                    <a:lnTo>
                      <a:pt x="42" y="140"/>
                    </a:lnTo>
                    <a:lnTo>
                      <a:pt x="84" y="178"/>
                    </a:lnTo>
                    <a:lnTo>
                      <a:pt x="177" y="77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618" name="Freeform 1121">
                <a:extLst>
                  <a:ext uri="{FF2B5EF4-FFF2-40B4-BE49-F238E27FC236}">
                    <a16:creationId xmlns:a16="http://schemas.microsoft.com/office/drawing/2014/main" id="{41B53DE9-25C6-F190-11EF-0D051E72261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221" y="3193"/>
                <a:ext cx="25" cy="25"/>
              </a:xfrm>
              <a:custGeom>
                <a:avLst/>
                <a:gdLst>
                  <a:gd name="T0" fmla="*/ 0 w 177"/>
                  <a:gd name="T1" fmla="*/ 0 h 178"/>
                  <a:gd name="T2" fmla="*/ 0 w 177"/>
                  <a:gd name="T3" fmla="*/ 0 h 178"/>
                  <a:gd name="T4" fmla="*/ 0 w 177"/>
                  <a:gd name="T5" fmla="*/ 0 h 178"/>
                  <a:gd name="T6" fmla="*/ 0 w 177"/>
                  <a:gd name="T7" fmla="*/ 0 h 178"/>
                  <a:gd name="T8" fmla="*/ 0 w 177"/>
                  <a:gd name="T9" fmla="*/ 0 h 178"/>
                  <a:gd name="T10" fmla="*/ 0 w 177"/>
                  <a:gd name="T11" fmla="*/ 0 h 178"/>
                  <a:gd name="T12" fmla="*/ 0 w 177"/>
                  <a:gd name="T13" fmla="*/ 0 h 178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177"/>
                  <a:gd name="T22" fmla="*/ 0 h 178"/>
                  <a:gd name="T23" fmla="*/ 177 w 177"/>
                  <a:gd name="T24" fmla="*/ 178 h 178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177" h="178">
                    <a:moveTo>
                      <a:pt x="177" y="77"/>
                    </a:moveTo>
                    <a:lnTo>
                      <a:pt x="135" y="39"/>
                    </a:lnTo>
                    <a:lnTo>
                      <a:pt x="94" y="0"/>
                    </a:lnTo>
                    <a:lnTo>
                      <a:pt x="0" y="101"/>
                    </a:lnTo>
                    <a:lnTo>
                      <a:pt x="42" y="140"/>
                    </a:lnTo>
                    <a:lnTo>
                      <a:pt x="84" y="178"/>
                    </a:lnTo>
                    <a:lnTo>
                      <a:pt x="177" y="77"/>
                    </a:lnTo>
                    <a:close/>
                  </a:path>
                </a:pathLst>
              </a:cu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619" name="Freeform 1122">
                <a:extLst>
                  <a:ext uri="{FF2B5EF4-FFF2-40B4-BE49-F238E27FC236}">
                    <a16:creationId xmlns:a16="http://schemas.microsoft.com/office/drawing/2014/main" id="{621810D9-CF28-57CA-8658-C444623DC79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221" y="3207"/>
                <a:ext cx="6" cy="6"/>
              </a:xfrm>
              <a:custGeom>
                <a:avLst/>
                <a:gdLst>
                  <a:gd name="T0" fmla="*/ 0 w 45"/>
                  <a:gd name="T1" fmla="*/ 0 h 39"/>
                  <a:gd name="T2" fmla="*/ 0 w 45"/>
                  <a:gd name="T3" fmla="*/ 0 h 39"/>
                  <a:gd name="T4" fmla="*/ 0 w 45"/>
                  <a:gd name="T5" fmla="*/ 0 h 39"/>
                  <a:gd name="T6" fmla="*/ 0 w 45"/>
                  <a:gd name="T7" fmla="*/ 0 h 39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45"/>
                  <a:gd name="T13" fmla="*/ 0 h 39"/>
                  <a:gd name="T14" fmla="*/ 45 w 45"/>
                  <a:gd name="T15" fmla="*/ 39 h 39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45" h="39">
                    <a:moveTo>
                      <a:pt x="45" y="39"/>
                    </a:moveTo>
                    <a:lnTo>
                      <a:pt x="3" y="0"/>
                    </a:lnTo>
                    <a:lnTo>
                      <a:pt x="0" y="4"/>
                    </a:lnTo>
                    <a:lnTo>
                      <a:pt x="45" y="39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620" name="Line 1123">
                <a:extLst>
                  <a:ext uri="{FF2B5EF4-FFF2-40B4-BE49-F238E27FC236}">
                    <a16:creationId xmlns:a16="http://schemas.microsoft.com/office/drawing/2014/main" id="{11DC50BB-9214-5130-D2DD-C5B32ABC78C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3221" y="3207"/>
                <a:ext cx="1" cy="1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621" name="Freeform 1124">
                <a:extLst>
                  <a:ext uri="{FF2B5EF4-FFF2-40B4-BE49-F238E27FC236}">
                    <a16:creationId xmlns:a16="http://schemas.microsoft.com/office/drawing/2014/main" id="{17DA2A64-F979-9733-C6F1-DA5D82E9B50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209" y="3208"/>
                <a:ext cx="25" cy="25"/>
              </a:xfrm>
              <a:custGeom>
                <a:avLst/>
                <a:gdLst>
                  <a:gd name="T0" fmla="*/ 0 w 175"/>
                  <a:gd name="T1" fmla="*/ 0 h 177"/>
                  <a:gd name="T2" fmla="*/ 0 w 175"/>
                  <a:gd name="T3" fmla="*/ 0 h 177"/>
                  <a:gd name="T4" fmla="*/ 0 w 175"/>
                  <a:gd name="T5" fmla="*/ 0 h 177"/>
                  <a:gd name="T6" fmla="*/ 0 w 175"/>
                  <a:gd name="T7" fmla="*/ 0 h 177"/>
                  <a:gd name="T8" fmla="*/ 0 w 175"/>
                  <a:gd name="T9" fmla="*/ 0 h 177"/>
                  <a:gd name="T10" fmla="*/ 0 w 175"/>
                  <a:gd name="T11" fmla="*/ 0 h 177"/>
                  <a:gd name="T12" fmla="*/ 0 w 175"/>
                  <a:gd name="T13" fmla="*/ 0 h 177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175"/>
                  <a:gd name="T22" fmla="*/ 0 h 177"/>
                  <a:gd name="T23" fmla="*/ 175 w 175"/>
                  <a:gd name="T24" fmla="*/ 177 h 177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175" h="177">
                    <a:moveTo>
                      <a:pt x="175" y="69"/>
                    </a:moveTo>
                    <a:lnTo>
                      <a:pt x="130" y="35"/>
                    </a:lnTo>
                    <a:lnTo>
                      <a:pt x="85" y="0"/>
                    </a:lnTo>
                    <a:lnTo>
                      <a:pt x="0" y="107"/>
                    </a:lnTo>
                    <a:lnTo>
                      <a:pt x="45" y="142"/>
                    </a:lnTo>
                    <a:lnTo>
                      <a:pt x="90" y="177"/>
                    </a:lnTo>
                    <a:lnTo>
                      <a:pt x="175" y="69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622" name="Freeform 1125">
                <a:extLst>
                  <a:ext uri="{FF2B5EF4-FFF2-40B4-BE49-F238E27FC236}">
                    <a16:creationId xmlns:a16="http://schemas.microsoft.com/office/drawing/2014/main" id="{427573D6-5192-2619-E493-B0760A0B798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209" y="3208"/>
                <a:ext cx="25" cy="25"/>
              </a:xfrm>
              <a:custGeom>
                <a:avLst/>
                <a:gdLst>
                  <a:gd name="T0" fmla="*/ 0 w 175"/>
                  <a:gd name="T1" fmla="*/ 0 h 177"/>
                  <a:gd name="T2" fmla="*/ 0 w 175"/>
                  <a:gd name="T3" fmla="*/ 0 h 177"/>
                  <a:gd name="T4" fmla="*/ 0 w 175"/>
                  <a:gd name="T5" fmla="*/ 0 h 177"/>
                  <a:gd name="T6" fmla="*/ 0 w 175"/>
                  <a:gd name="T7" fmla="*/ 0 h 177"/>
                  <a:gd name="T8" fmla="*/ 0 w 175"/>
                  <a:gd name="T9" fmla="*/ 0 h 177"/>
                  <a:gd name="T10" fmla="*/ 0 w 175"/>
                  <a:gd name="T11" fmla="*/ 0 h 177"/>
                  <a:gd name="T12" fmla="*/ 0 w 175"/>
                  <a:gd name="T13" fmla="*/ 0 h 177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175"/>
                  <a:gd name="T22" fmla="*/ 0 h 177"/>
                  <a:gd name="T23" fmla="*/ 175 w 175"/>
                  <a:gd name="T24" fmla="*/ 177 h 177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175" h="177">
                    <a:moveTo>
                      <a:pt x="175" y="69"/>
                    </a:moveTo>
                    <a:lnTo>
                      <a:pt x="130" y="35"/>
                    </a:lnTo>
                    <a:lnTo>
                      <a:pt x="85" y="0"/>
                    </a:lnTo>
                    <a:lnTo>
                      <a:pt x="0" y="107"/>
                    </a:lnTo>
                    <a:lnTo>
                      <a:pt x="45" y="142"/>
                    </a:lnTo>
                    <a:lnTo>
                      <a:pt x="90" y="177"/>
                    </a:lnTo>
                    <a:lnTo>
                      <a:pt x="175" y="69"/>
                    </a:lnTo>
                    <a:close/>
                  </a:path>
                </a:pathLst>
              </a:cu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623" name="Freeform 1126">
                <a:extLst>
                  <a:ext uri="{FF2B5EF4-FFF2-40B4-BE49-F238E27FC236}">
                    <a16:creationId xmlns:a16="http://schemas.microsoft.com/office/drawing/2014/main" id="{6CD00BEC-D224-59E9-6A71-A091D5647ED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208" y="3223"/>
                <a:ext cx="7" cy="5"/>
              </a:xfrm>
              <a:custGeom>
                <a:avLst/>
                <a:gdLst>
                  <a:gd name="T0" fmla="*/ 0 w 47"/>
                  <a:gd name="T1" fmla="*/ 0 h 35"/>
                  <a:gd name="T2" fmla="*/ 0 w 47"/>
                  <a:gd name="T3" fmla="*/ 0 h 35"/>
                  <a:gd name="T4" fmla="*/ 0 w 47"/>
                  <a:gd name="T5" fmla="*/ 0 h 35"/>
                  <a:gd name="T6" fmla="*/ 0 w 47"/>
                  <a:gd name="T7" fmla="*/ 0 h 35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47"/>
                  <a:gd name="T13" fmla="*/ 0 h 35"/>
                  <a:gd name="T14" fmla="*/ 47 w 47"/>
                  <a:gd name="T15" fmla="*/ 35 h 35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47" h="35">
                    <a:moveTo>
                      <a:pt x="47" y="35"/>
                    </a:moveTo>
                    <a:lnTo>
                      <a:pt x="2" y="0"/>
                    </a:lnTo>
                    <a:lnTo>
                      <a:pt x="0" y="4"/>
                    </a:lnTo>
                    <a:lnTo>
                      <a:pt x="47" y="35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624" name="Line 1127">
                <a:extLst>
                  <a:ext uri="{FF2B5EF4-FFF2-40B4-BE49-F238E27FC236}">
                    <a16:creationId xmlns:a16="http://schemas.microsoft.com/office/drawing/2014/main" id="{F0EB12CF-3139-4BC6-5F09-8C5C54E18D6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3208" y="3223"/>
                <a:ext cx="1" cy="1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625" name="Freeform 1128">
                <a:extLst>
                  <a:ext uri="{FF2B5EF4-FFF2-40B4-BE49-F238E27FC236}">
                    <a16:creationId xmlns:a16="http://schemas.microsoft.com/office/drawing/2014/main" id="{F78FC2B0-F0D7-CEFE-19D2-49A9C6E0D1D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197" y="3223"/>
                <a:ext cx="25" cy="26"/>
              </a:xfrm>
              <a:custGeom>
                <a:avLst/>
                <a:gdLst>
                  <a:gd name="T0" fmla="*/ 0 w 171"/>
                  <a:gd name="T1" fmla="*/ 0 h 176"/>
                  <a:gd name="T2" fmla="*/ 0 w 171"/>
                  <a:gd name="T3" fmla="*/ 0 h 176"/>
                  <a:gd name="T4" fmla="*/ 0 w 171"/>
                  <a:gd name="T5" fmla="*/ 0 h 176"/>
                  <a:gd name="T6" fmla="*/ 0 w 171"/>
                  <a:gd name="T7" fmla="*/ 0 h 176"/>
                  <a:gd name="T8" fmla="*/ 0 w 171"/>
                  <a:gd name="T9" fmla="*/ 0 h 176"/>
                  <a:gd name="T10" fmla="*/ 0 w 171"/>
                  <a:gd name="T11" fmla="*/ 0 h 176"/>
                  <a:gd name="T12" fmla="*/ 0 w 171"/>
                  <a:gd name="T13" fmla="*/ 0 h 17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171"/>
                  <a:gd name="T22" fmla="*/ 0 h 176"/>
                  <a:gd name="T23" fmla="*/ 171 w 171"/>
                  <a:gd name="T24" fmla="*/ 176 h 17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171" h="176">
                    <a:moveTo>
                      <a:pt x="171" y="63"/>
                    </a:moveTo>
                    <a:lnTo>
                      <a:pt x="124" y="31"/>
                    </a:lnTo>
                    <a:lnTo>
                      <a:pt x="77" y="0"/>
                    </a:lnTo>
                    <a:lnTo>
                      <a:pt x="0" y="113"/>
                    </a:lnTo>
                    <a:lnTo>
                      <a:pt x="47" y="145"/>
                    </a:lnTo>
                    <a:lnTo>
                      <a:pt x="95" y="176"/>
                    </a:lnTo>
                    <a:lnTo>
                      <a:pt x="171" y="63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626" name="Freeform 1129">
                <a:extLst>
                  <a:ext uri="{FF2B5EF4-FFF2-40B4-BE49-F238E27FC236}">
                    <a16:creationId xmlns:a16="http://schemas.microsoft.com/office/drawing/2014/main" id="{B7A1BD5A-A7F8-2A1E-6B4D-1E84584BC83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197" y="3223"/>
                <a:ext cx="25" cy="26"/>
              </a:xfrm>
              <a:custGeom>
                <a:avLst/>
                <a:gdLst>
                  <a:gd name="T0" fmla="*/ 0 w 171"/>
                  <a:gd name="T1" fmla="*/ 0 h 176"/>
                  <a:gd name="T2" fmla="*/ 0 w 171"/>
                  <a:gd name="T3" fmla="*/ 0 h 176"/>
                  <a:gd name="T4" fmla="*/ 0 w 171"/>
                  <a:gd name="T5" fmla="*/ 0 h 176"/>
                  <a:gd name="T6" fmla="*/ 0 w 171"/>
                  <a:gd name="T7" fmla="*/ 0 h 176"/>
                  <a:gd name="T8" fmla="*/ 0 w 171"/>
                  <a:gd name="T9" fmla="*/ 0 h 176"/>
                  <a:gd name="T10" fmla="*/ 0 w 171"/>
                  <a:gd name="T11" fmla="*/ 0 h 176"/>
                  <a:gd name="T12" fmla="*/ 0 w 171"/>
                  <a:gd name="T13" fmla="*/ 0 h 17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171"/>
                  <a:gd name="T22" fmla="*/ 0 h 176"/>
                  <a:gd name="T23" fmla="*/ 171 w 171"/>
                  <a:gd name="T24" fmla="*/ 176 h 17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171" h="176">
                    <a:moveTo>
                      <a:pt x="171" y="63"/>
                    </a:moveTo>
                    <a:lnTo>
                      <a:pt x="124" y="31"/>
                    </a:lnTo>
                    <a:lnTo>
                      <a:pt x="77" y="0"/>
                    </a:lnTo>
                    <a:lnTo>
                      <a:pt x="0" y="113"/>
                    </a:lnTo>
                    <a:lnTo>
                      <a:pt x="47" y="145"/>
                    </a:lnTo>
                    <a:lnTo>
                      <a:pt x="95" y="176"/>
                    </a:lnTo>
                    <a:lnTo>
                      <a:pt x="171" y="63"/>
                    </a:lnTo>
                    <a:close/>
                  </a:path>
                </a:pathLst>
              </a:cu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627" name="Freeform 1130">
                <a:extLst>
                  <a:ext uri="{FF2B5EF4-FFF2-40B4-BE49-F238E27FC236}">
                    <a16:creationId xmlns:a16="http://schemas.microsoft.com/office/drawing/2014/main" id="{AD4D9C0F-7417-BE06-0BA3-4B6299B234F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197" y="3240"/>
                <a:ext cx="7" cy="4"/>
              </a:xfrm>
              <a:custGeom>
                <a:avLst/>
                <a:gdLst>
                  <a:gd name="T0" fmla="*/ 0 w 49"/>
                  <a:gd name="T1" fmla="*/ 0 h 32"/>
                  <a:gd name="T2" fmla="*/ 0 w 49"/>
                  <a:gd name="T3" fmla="*/ 0 h 32"/>
                  <a:gd name="T4" fmla="*/ 0 w 49"/>
                  <a:gd name="T5" fmla="*/ 0 h 32"/>
                  <a:gd name="T6" fmla="*/ 0 w 49"/>
                  <a:gd name="T7" fmla="*/ 0 h 32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49"/>
                  <a:gd name="T13" fmla="*/ 0 h 32"/>
                  <a:gd name="T14" fmla="*/ 49 w 49"/>
                  <a:gd name="T15" fmla="*/ 32 h 32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49" h="32">
                    <a:moveTo>
                      <a:pt x="49" y="32"/>
                    </a:moveTo>
                    <a:lnTo>
                      <a:pt x="2" y="0"/>
                    </a:lnTo>
                    <a:lnTo>
                      <a:pt x="0" y="4"/>
                    </a:lnTo>
                    <a:lnTo>
                      <a:pt x="49" y="32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628" name="Line 1131">
                <a:extLst>
                  <a:ext uri="{FF2B5EF4-FFF2-40B4-BE49-F238E27FC236}">
                    <a16:creationId xmlns:a16="http://schemas.microsoft.com/office/drawing/2014/main" id="{FBD8DC3F-5B43-7263-5B50-AC4A486A732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3197" y="3240"/>
                <a:ext cx="1" cy="1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629" name="Freeform 1132">
                <a:extLst>
                  <a:ext uri="{FF2B5EF4-FFF2-40B4-BE49-F238E27FC236}">
                    <a16:creationId xmlns:a16="http://schemas.microsoft.com/office/drawing/2014/main" id="{EE6D1AA1-02E8-D2AE-4A8A-47F406B3B67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187" y="3240"/>
                <a:ext cx="24" cy="25"/>
              </a:xfrm>
              <a:custGeom>
                <a:avLst/>
                <a:gdLst>
                  <a:gd name="T0" fmla="*/ 0 w 166"/>
                  <a:gd name="T1" fmla="*/ 0 h 176"/>
                  <a:gd name="T2" fmla="*/ 0 w 166"/>
                  <a:gd name="T3" fmla="*/ 0 h 176"/>
                  <a:gd name="T4" fmla="*/ 0 w 166"/>
                  <a:gd name="T5" fmla="*/ 0 h 176"/>
                  <a:gd name="T6" fmla="*/ 0 w 166"/>
                  <a:gd name="T7" fmla="*/ 0 h 176"/>
                  <a:gd name="T8" fmla="*/ 0 w 166"/>
                  <a:gd name="T9" fmla="*/ 0 h 176"/>
                  <a:gd name="T10" fmla="*/ 0 w 166"/>
                  <a:gd name="T11" fmla="*/ 0 h 176"/>
                  <a:gd name="T12" fmla="*/ 0 w 166"/>
                  <a:gd name="T13" fmla="*/ 0 h 17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166"/>
                  <a:gd name="T22" fmla="*/ 0 h 176"/>
                  <a:gd name="T23" fmla="*/ 166 w 166"/>
                  <a:gd name="T24" fmla="*/ 176 h 17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166" h="176">
                    <a:moveTo>
                      <a:pt x="166" y="56"/>
                    </a:moveTo>
                    <a:lnTo>
                      <a:pt x="116" y="28"/>
                    </a:lnTo>
                    <a:lnTo>
                      <a:pt x="67" y="0"/>
                    </a:lnTo>
                    <a:lnTo>
                      <a:pt x="0" y="120"/>
                    </a:lnTo>
                    <a:lnTo>
                      <a:pt x="49" y="148"/>
                    </a:lnTo>
                    <a:lnTo>
                      <a:pt x="98" y="176"/>
                    </a:lnTo>
                    <a:lnTo>
                      <a:pt x="166" y="56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630" name="Freeform 1133">
                <a:extLst>
                  <a:ext uri="{FF2B5EF4-FFF2-40B4-BE49-F238E27FC236}">
                    <a16:creationId xmlns:a16="http://schemas.microsoft.com/office/drawing/2014/main" id="{3F9F92D2-74BC-A71D-5C39-A88F2970230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187" y="3240"/>
                <a:ext cx="24" cy="25"/>
              </a:xfrm>
              <a:custGeom>
                <a:avLst/>
                <a:gdLst>
                  <a:gd name="T0" fmla="*/ 0 w 166"/>
                  <a:gd name="T1" fmla="*/ 0 h 176"/>
                  <a:gd name="T2" fmla="*/ 0 w 166"/>
                  <a:gd name="T3" fmla="*/ 0 h 176"/>
                  <a:gd name="T4" fmla="*/ 0 w 166"/>
                  <a:gd name="T5" fmla="*/ 0 h 176"/>
                  <a:gd name="T6" fmla="*/ 0 w 166"/>
                  <a:gd name="T7" fmla="*/ 0 h 176"/>
                  <a:gd name="T8" fmla="*/ 0 w 166"/>
                  <a:gd name="T9" fmla="*/ 0 h 176"/>
                  <a:gd name="T10" fmla="*/ 0 w 166"/>
                  <a:gd name="T11" fmla="*/ 0 h 176"/>
                  <a:gd name="T12" fmla="*/ 0 w 166"/>
                  <a:gd name="T13" fmla="*/ 0 h 17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166"/>
                  <a:gd name="T22" fmla="*/ 0 h 176"/>
                  <a:gd name="T23" fmla="*/ 166 w 166"/>
                  <a:gd name="T24" fmla="*/ 176 h 17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166" h="176">
                    <a:moveTo>
                      <a:pt x="166" y="56"/>
                    </a:moveTo>
                    <a:lnTo>
                      <a:pt x="116" y="28"/>
                    </a:lnTo>
                    <a:lnTo>
                      <a:pt x="67" y="0"/>
                    </a:lnTo>
                    <a:lnTo>
                      <a:pt x="0" y="120"/>
                    </a:lnTo>
                    <a:lnTo>
                      <a:pt x="49" y="148"/>
                    </a:lnTo>
                    <a:lnTo>
                      <a:pt x="98" y="176"/>
                    </a:lnTo>
                    <a:lnTo>
                      <a:pt x="166" y="56"/>
                    </a:lnTo>
                    <a:close/>
                  </a:path>
                </a:pathLst>
              </a:cu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631" name="Freeform 1134">
                <a:extLst>
                  <a:ext uri="{FF2B5EF4-FFF2-40B4-BE49-F238E27FC236}">
                    <a16:creationId xmlns:a16="http://schemas.microsoft.com/office/drawing/2014/main" id="{32213252-D22A-E6AE-6428-133EEB5C56B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187" y="3257"/>
                <a:ext cx="7" cy="4"/>
              </a:xfrm>
              <a:custGeom>
                <a:avLst/>
                <a:gdLst>
                  <a:gd name="T0" fmla="*/ 0 w 52"/>
                  <a:gd name="T1" fmla="*/ 0 h 28"/>
                  <a:gd name="T2" fmla="*/ 0 w 52"/>
                  <a:gd name="T3" fmla="*/ 0 h 28"/>
                  <a:gd name="T4" fmla="*/ 0 w 52"/>
                  <a:gd name="T5" fmla="*/ 0 h 28"/>
                  <a:gd name="T6" fmla="*/ 0 w 52"/>
                  <a:gd name="T7" fmla="*/ 0 h 28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52"/>
                  <a:gd name="T13" fmla="*/ 0 h 28"/>
                  <a:gd name="T14" fmla="*/ 52 w 52"/>
                  <a:gd name="T15" fmla="*/ 28 h 28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52" h="28">
                    <a:moveTo>
                      <a:pt x="52" y="28"/>
                    </a:moveTo>
                    <a:lnTo>
                      <a:pt x="3" y="0"/>
                    </a:lnTo>
                    <a:lnTo>
                      <a:pt x="0" y="4"/>
                    </a:lnTo>
                    <a:lnTo>
                      <a:pt x="52" y="28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632" name="Line 1135">
                <a:extLst>
                  <a:ext uri="{FF2B5EF4-FFF2-40B4-BE49-F238E27FC236}">
                    <a16:creationId xmlns:a16="http://schemas.microsoft.com/office/drawing/2014/main" id="{32FA3A7B-1EED-41CD-A7AE-B2DA6C9EEA9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3187" y="3257"/>
                <a:ext cx="1" cy="1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633" name="Freeform 1136">
                <a:extLst>
                  <a:ext uri="{FF2B5EF4-FFF2-40B4-BE49-F238E27FC236}">
                    <a16:creationId xmlns:a16="http://schemas.microsoft.com/office/drawing/2014/main" id="{B0C41711-12E4-42CD-9965-080DB2E83AA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179" y="3258"/>
                <a:ext cx="23" cy="24"/>
              </a:xfrm>
              <a:custGeom>
                <a:avLst/>
                <a:gdLst>
                  <a:gd name="T0" fmla="*/ 0 w 161"/>
                  <a:gd name="T1" fmla="*/ 0 h 172"/>
                  <a:gd name="T2" fmla="*/ 0 w 161"/>
                  <a:gd name="T3" fmla="*/ 0 h 172"/>
                  <a:gd name="T4" fmla="*/ 0 w 161"/>
                  <a:gd name="T5" fmla="*/ 0 h 172"/>
                  <a:gd name="T6" fmla="*/ 0 w 161"/>
                  <a:gd name="T7" fmla="*/ 0 h 172"/>
                  <a:gd name="T8" fmla="*/ 0 w 161"/>
                  <a:gd name="T9" fmla="*/ 0 h 172"/>
                  <a:gd name="T10" fmla="*/ 0 w 161"/>
                  <a:gd name="T11" fmla="*/ 0 h 172"/>
                  <a:gd name="T12" fmla="*/ 0 w 161"/>
                  <a:gd name="T13" fmla="*/ 0 h 172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161"/>
                  <a:gd name="T22" fmla="*/ 0 h 172"/>
                  <a:gd name="T23" fmla="*/ 161 w 161"/>
                  <a:gd name="T24" fmla="*/ 172 h 172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161" h="172">
                    <a:moveTo>
                      <a:pt x="161" y="47"/>
                    </a:moveTo>
                    <a:lnTo>
                      <a:pt x="109" y="24"/>
                    </a:lnTo>
                    <a:lnTo>
                      <a:pt x="57" y="0"/>
                    </a:lnTo>
                    <a:lnTo>
                      <a:pt x="0" y="125"/>
                    </a:lnTo>
                    <a:lnTo>
                      <a:pt x="52" y="148"/>
                    </a:lnTo>
                    <a:lnTo>
                      <a:pt x="103" y="172"/>
                    </a:lnTo>
                    <a:lnTo>
                      <a:pt x="161" y="47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634" name="Freeform 1137">
                <a:extLst>
                  <a:ext uri="{FF2B5EF4-FFF2-40B4-BE49-F238E27FC236}">
                    <a16:creationId xmlns:a16="http://schemas.microsoft.com/office/drawing/2014/main" id="{11F85724-9A65-78F9-263A-7C98EABA9F0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179" y="3258"/>
                <a:ext cx="23" cy="24"/>
              </a:xfrm>
              <a:custGeom>
                <a:avLst/>
                <a:gdLst>
                  <a:gd name="T0" fmla="*/ 0 w 161"/>
                  <a:gd name="T1" fmla="*/ 0 h 172"/>
                  <a:gd name="T2" fmla="*/ 0 w 161"/>
                  <a:gd name="T3" fmla="*/ 0 h 172"/>
                  <a:gd name="T4" fmla="*/ 0 w 161"/>
                  <a:gd name="T5" fmla="*/ 0 h 172"/>
                  <a:gd name="T6" fmla="*/ 0 w 161"/>
                  <a:gd name="T7" fmla="*/ 0 h 172"/>
                  <a:gd name="T8" fmla="*/ 0 w 161"/>
                  <a:gd name="T9" fmla="*/ 0 h 172"/>
                  <a:gd name="T10" fmla="*/ 0 w 161"/>
                  <a:gd name="T11" fmla="*/ 0 h 172"/>
                  <a:gd name="T12" fmla="*/ 0 w 161"/>
                  <a:gd name="T13" fmla="*/ 0 h 172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161"/>
                  <a:gd name="T22" fmla="*/ 0 h 172"/>
                  <a:gd name="T23" fmla="*/ 161 w 161"/>
                  <a:gd name="T24" fmla="*/ 172 h 172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161" h="172">
                    <a:moveTo>
                      <a:pt x="161" y="47"/>
                    </a:moveTo>
                    <a:lnTo>
                      <a:pt x="109" y="24"/>
                    </a:lnTo>
                    <a:lnTo>
                      <a:pt x="57" y="0"/>
                    </a:lnTo>
                    <a:lnTo>
                      <a:pt x="0" y="125"/>
                    </a:lnTo>
                    <a:lnTo>
                      <a:pt x="52" y="148"/>
                    </a:lnTo>
                    <a:lnTo>
                      <a:pt x="103" y="172"/>
                    </a:lnTo>
                    <a:lnTo>
                      <a:pt x="161" y="47"/>
                    </a:lnTo>
                    <a:close/>
                  </a:path>
                </a:pathLst>
              </a:cu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635" name="Freeform 1138">
                <a:extLst>
                  <a:ext uri="{FF2B5EF4-FFF2-40B4-BE49-F238E27FC236}">
                    <a16:creationId xmlns:a16="http://schemas.microsoft.com/office/drawing/2014/main" id="{D63568D4-DE08-5131-13B9-BCC8E99A79D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179" y="3276"/>
                <a:ext cx="7" cy="3"/>
              </a:xfrm>
              <a:custGeom>
                <a:avLst/>
                <a:gdLst>
                  <a:gd name="T0" fmla="*/ 0 w 53"/>
                  <a:gd name="T1" fmla="*/ 0 h 23"/>
                  <a:gd name="T2" fmla="*/ 0 w 53"/>
                  <a:gd name="T3" fmla="*/ 0 h 23"/>
                  <a:gd name="T4" fmla="*/ 0 w 53"/>
                  <a:gd name="T5" fmla="*/ 0 h 23"/>
                  <a:gd name="T6" fmla="*/ 0 w 53"/>
                  <a:gd name="T7" fmla="*/ 0 h 23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53"/>
                  <a:gd name="T13" fmla="*/ 0 h 23"/>
                  <a:gd name="T14" fmla="*/ 53 w 53"/>
                  <a:gd name="T15" fmla="*/ 23 h 23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53" h="23">
                    <a:moveTo>
                      <a:pt x="53" y="23"/>
                    </a:moveTo>
                    <a:lnTo>
                      <a:pt x="1" y="0"/>
                    </a:lnTo>
                    <a:lnTo>
                      <a:pt x="0" y="4"/>
                    </a:lnTo>
                    <a:lnTo>
                      <a:pt x="53" y="23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636" name="Line 1139">
                <a:extLst>
                  <a:ext uri="{FF2B5EF4-FFF2-40B4-BE49-F238E27FC236}">
                    <a16:creationId xmlns:a16="http://schemas.microsoft.com/office/drawing/2014/main" id="{D2720249-4A3B-B568-2B49-671F1336815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3179" y="3276"/>
                <a:ext cx="1" cy="1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637" name="Freeform 1140">
                <a:extLst>
                  <a:ext uri="{FF2B5EF4-FFF2-40B4-BE49-F238E27FC236}">
                    <a16:creationId xmlns:a16="http://schemas.microsoft.com/office/drawing/2014/main" id="{665BDC48-1F89-CC3D-36A9-285D3348D39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172" y="3276"/>
                <a:ext cx="22" cy="24"/>
              </a:xfrm>
              <a:custGeom>
                <a:avLst/>
                <a:gdLst>
                  <a:gd name="T0" fmla="*/ 0 w 153"/>
                  <a:gd name="T1" fmla="*/ 0 h 167"/>
                  <a:gd name="T2" fmla="*/ 0 w 153"/>
                  <a:gd name="T3" fmla="*/ 0 h 167"/>
                  <a:gd name="T4" fmla="*/ 0 w 153"/>
                  <a:gd name="T5" fmla="*/ 0 h 167"/>
                  <a:gd name="T6" fmla="*/ 0 w 153"/>
                  <a:gd name="T7" fmla="*/ 0 h 167"/>
                  <a:gd name="T8" fmla="*/ 0 w 153"/>
                  <a:gd name="T9" fmla="*/ 0 h 167"/>
                  <a:gd name="T10" fmla="*/ 0 w 153"/>
                  <a:gd name="T11" fmla="*/ 0 h 167"/>
                  <a:gd name="T12" fmla="*/ 0 w 153"/>
                  <a:gd name="T13" fmla="*/ 0 h 167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153"/>
                  <a:gd name="T22" fmla="*/ 0 h 167"/>
                  <a:gd name="T23" fmla="*/ 153 w 153"/>
                  <a:gd name="T24" fmla="*/ 167 h 167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153" h="167">
                    <a:moveTo>
                      <a:pt x="153" y="38"/>
                    </a:moveTo>
                    <a:lnTo>
                      <a:pt x="100" y="19"/>
                    </a:lnTo>
                    <a:lnTo>
                      <a:pt x="47" y="0"/>
                    </a:lnTo>
                    <a:lnTo>
                      <a:pt x="0" y="129"/>
                    </a:lnTo>
                    <a:lnTo>
                      <a:pt x="53" y="148"/>
                    </a:lnTo>
                    <a:lnTo>
                      <a:pt x="105" y="167"/>
                    </a:lnTo>
                    <a:lnTo>
                      <a:pt x="153" y="38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638" name="Freeform 1141">
                <a:extLst>
                  <a:ext uri="{FF2B5EF4-FFF2-40B4-BE49-F238E27FC236}">
                    <a16:creationId xmlns:a16="http://schemas.microsoft.com/office/drawing/2014/main" id="{4967899E-03B5-CE78-C5A5-B886709DC5E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172" y="3276"/>
                <a:ext cx="22" cy="24"/>
              </a:xfrm>
              <a:custGeom>
                <a:avLst/>
                <a:gdLst>
                  <a:gd name="T0" fmla="*/ 0 w 153"/>
                  <a:gd name="T1" fmla="*/ 0 h 167"/>
                  <a:gd name="T2" fmla="*/ 0 w 153"/>
                  <a:gd name="T3" fmla="*/ 0 h 167"/>
                  <a:gd name="T4" fmla="*/ 0 w 153"/>
                  <a:gd name="T5" fmla="*/ 0 h 167"/>
                  <a:gd name="T6" fmla="*/ 0 w 153"/>
                  <a:gd name="T7" fmla="*/ 0 h 167"/>
                  <a:gd name="T8" fmla="*/ 0 w 153"/>
                  <a:gd name="T9" fmla="*/ 0 h 167"/>
                  <a:gd name="T10" fmla="*/ 0 w 153"/>
                  <a:gd name="T11" fmla="*/ 0 h 167"/>
                  <a:gd name="T12" fmla="*/ 0 w 153"/>
                  <a:gd name="T13" fmla="*/ 0 h 167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153"/>
                  <a:gd name="T22" fmla="*/ 0 h 167"/>
                  <a:gd name="T23" fmla="*/ 153 w 153"/>
                  <a:gd name="T24" fmla="*/ 167 h 167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153" h="167">
                    <a:moveTo>
                      <a:pt x="153" y="38"/>
                    </a:moveTo>
                    <a:lnTo>
                      <a:pt x="100" y="19"/>
                    </a:lnTo>
                    <a:lnTo>
                      <a:pt x="47" y="0"/>
                    </a:lnTo>
                    <a:lnTo>
                      <a:pt x="0" y="129"/>
                    </a:lnTo>
                    <a:lnTo>
                      <a:pt x="53" y="148"/>
                    </a:lnTo>
                    <a:lnTo>
                      <a:pt x="105" y="167"/>
                    </a:lnTo>
                    <a:lnTo>
                      <a:pt x="153" y="38"/>
                    </a:lnTo>
                    <a:close/>
                  </a:path>
                </a:pathLst>
              </a:cu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639" name="Freeform 1142">
                <a:extLst>
                  <a:ext uri="{FF2B5EF4-FFF2-40B4-BE49-F238E27FC236}">
                    <a16:creationId xmlns:a16="http://schemas.microsoft.com/office/drawing/2014/main" id="{1EBB5D1F-ABEF-8B9E-153F-6BD3E429142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172" y="3295"/>
                <a:ext cx="8" cy="2"/>
              </a:xfrm>
              <a:custGeom>
                <a:avLst/>
                <a:gdLst>
                  <a:gd name="T0" fmla="*/ 0 w 55"/>
                  <a:gd name="T1" fmla="*/ 0 h 19"/>
                  <a:gd name="T2" fmla="*/ 0 w 55"/>
                  <a:gd name="T3" fmla="*/ 0 h 19"/>
                  <a:gd name="T4" fmla="*/ 0 w 55"/>
                  <a:gd name="T5" fmla="*/ 0 h 19"/>
                  <a:gd name="T6" fmla="*/ 0 w 55"/>
                  <a:gd name="T7" fmla="*/ 0 h 19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55"/>
                  <a:gd name="T13" fmla="*/ 0 h 19"/>
                  <a:gd name="T14" fmla="*/ 55 w 55"/>
                  <a:gd name="T15" fmla="*/ 19 h 19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55" h="19">
                    <a:moveTo>
                      <a:pt x="55" y="19"/>
                    </a:moveTo>
                    <a:lnTo>
                      <a:pt x="2" y="0"/>
                    </a:lnTo>
                    <a:lnTo>
                      <a:pt x="0" y="4"/>
                    </a:lnTo>
                    <a:lnTo>
                      <a:pt x="55" y="19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640" name="Line 1143">
                <a:extLst>
                  <a:ext uri="{FF2B5EF4-FFF2-40B4-BE49-F238E27FC236}">
                    <a16:creationId xmlns:a16="http://schemas.microsoft.com/office/drawing/2014/main" id="{5CACA2C4-28E1-12EF-9262-2A28653EB70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3172" y="3295"/>
                <a:ext cx="1" cy="1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641" name="Freeform 1144">
                <a:extLst>
                  <a:ext uri="{FF2B5EF4-FFF2-40B4-BE49-F238E27FC236}">
                    <a16:creationId xmlns:a16="http://schemas.microsoft.com/office/drawing/2014/main" id="{CC3923DD-46DF-58B6-0220-65E37DAB202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166" y="3295"/>
                <a:ext cx="21" cy="24"/>
              </a:xfrm>
              <a:custGeom>
                <a:avLst/>
                <a:gdLst>
                  <a:gd name="T0" fmla="*/ 0 w 147"/>
                  <a:gd name="T1" fmla="*/ 0 h 163"/>
                  <a:gd name="T2" fmla="*/ 0 w 147"/>
                  <a:gd name="T3" fmla="*/ 0 h 163"/>
                  <a:gd name="T4" fmla="*/ 0 w 147"/>
                  <a:gd name="T5" fmla="*/ 0 h 163"/>
                  <a:gd name="T6" fmla="*/ 0 w 147"/>
                  <a:gd name="T7" fmla="*/ 0 h 163"/>
                  <a:gd name="T8" fmla="*/ 0 w 147"/>
                  <a:gd name="T9" fmla="*/ 0 h 163"/>
                  <a:gd name="T10" fmla="*/ 0 w 147"/>
                  <a:gd name="T11" fmla="*/ 0 h 163"/>
                  <a:gd name="T12" fmla="*/ 0 w 147"/>
                  <a:gd name="T13" fmla="*/ 0 h 163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147"/>
                  <a:gd name="T22" fmla="*/ 0 h 163"/>
                  <a:gd name="T23" fmla="*/ 147 w 147"/>
                  <a:gd name="T24" fmla="*/ 163 h 163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147" h="163">
                    <a:moveTo>
                      <a:pt x="147" y="31"/>
                    </a:moveTo>
                    <a:lnTo>
                      <a:pt x="92" y="15"/>
                    </a:lnTo>
                    <a:lnTo>
                      <a:pt x="37" y="0"/>
                    </a:lnTo>
                    <a:lnTo>
                      <a:pt x="0" y="132"/>
                    </a:lnTo>
                    <a:lnTo>
                      <a:pt x="55" y="148"/>
                    </a:lnTo>
                    <a:lnTo>
                      <a:pt x="110" y="163"/>
                    </a:lnTo>
                    <a:lnTo>
                      <a:pt x="147" y="31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642" name="Freeform 1145">
                <a:extLst>
                  <a:ext uri="{FF2B5EF4-FFF2-40B4-BE49-F238E27FC236}">
                    <a16:creationId xmlns:a16="http://schemas.microsoft.com/office/drawing/2014/main" id="{8A26F1CC-68C8-163A-DC99-4AA7C67F5AA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166" y="3295"/>
                <a:ext cx="21" cy="24"/>
              </a:xfrm>
              <a:custGeom>
                <a:avLst/>
                <a:gdLst>
                  <a:gd name="T0" fmla="*/ 0 w 147"/>
                  <a:gd name="T1" fmla="*/ 0 h 163"/>
                  <a:gd name="T2" fmla="*/ 0 w 147"/>
                  <a:gd name="T3" fmla="*/ 0 h 163"/>
                  <a:gd name="T4" fmla="*/ 0 w 147"/>
                  <a:gd name="T5" fmla="*/ 0 h 163"/>
                  <a:gd name="T6" fmla="*/ 0 w 147"/>
                  <a:gd name="T7" fmla="*/ 0 h 163"/>
                  <a:gd name="T8" fmla="*/ 0 w 147"/>
                  <a:gd name="T9" fmla="*/ 0 h 163"/>
                  <a:gd name="T10" fmla="*/ 0 w 147"/>
                  <a:gd name="T11" fmla="*/ 0 h 163"/>
                  <a:gd name="T12" fmla="*/ 0 w 147"/>
                  <a:gd name="T13" fmla="*/ 0 h 163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147"/>
                  <a:gd name="T22" fmla="*/ 0 h 163"/>
                  <a:gd name="T23" fmla="*/ 147 w 147"/>
                  <a:gd name="T24" fmla="*/ 163 h 163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147" h="163">
                    <a:moveTo>
                      <a:pt x="147" y="31"/>
                    </a:moveTo>
                    <a:lnTo>
                      <a:pt x="92" y="15"/>
                    </a:lnTo>
                    <a:lnTo>
                      <a:pt x="37" y="0"/>
                    </a:lnTo>
                    <a:lnTo>
                      <a:pt x="0" y="132"/>
                    </a:lnTo>
                    <a:lnTo>
                      <a:pt x="55" y="148"/>
                    </a:lnTo>
                    <a:lnTo>
                      <a:pt x="110" y="163"/>
                    </a:lnTo>
                    <a:lnTo>
                      <a:pt x="147" y="31"/>
                    </a:lnTo>
                    <a:close/>
                  </a:path>
                </a:pathLst>
              </a:cu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643" name="Freeform 1146">
                <a:extLst>
                  <a:ext uri="{FF2B5EF4-FFF2-40B4-BE49-F238E27FC236}">
                    <a16:creationId xmlns:a16="http://schemas.microsoft.com/office/drawing/2014/main" id="{A34AC301-AE4F-F3F7-DF03-E08CADA38DF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166" y="3314"/>
                <a:ext cx="8" cy="2"/>
              </a:xfrm>
              <a:custGeom>
                <a:avLst/>
                <a:gdLst>
                  <a:gd name="T0" fmla="*/ 0 w 56"/>
                  <a:gd name="T1" fmla="*/ 0 h 16"/>
                  <a:gd name="T2" fmla="*/ 0 w 56"/>
                  <a:gd name="T3" fmla="*/ 0 h 16"/>
                  <a:gd name="T4" fmla="*/ 0 w 56"/>
                  <a:gd name="T5" fmla="*/ 0 h 16"/>
                  <a:gd name="T6" fmla="*/ 0 w 56"/>
                  <a:gd name="T7" fmla="*/ 0 h 16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56"/>
                  <a:gd name="T13" fmla="*/ 0 h 16"/>
                  <a:gd name="T14" fmla="*/ 56 w 56"/>
                  <a:gd name="T15" fmla="*/ 16 h 1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56" h="16">
                    <a:moveTo>
                      <a:pt x="56" y="16"/>
                    </a:moveTo>
                    <a:lnTo>
                      <a:pt x="1" y="0"/>
                    </a:lnTo>
                    <a:lnTo>
                      <a:pt x="0" y="4"/>
                    </a:lnTo>
                    <a:lnTo>
                      <a:pt x="56" y="16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644" name="Line 1147">
                <a:extLst>
                  <a:ext uri="{FF2B5EF4-FFF2-40B4-BE49-F238E27FC236}">
                    <a16:creationId xmlns:a16="http://schemas.microsoft.com/office/drawing/2014/main" id="{5D4935E5-A0EA-C668-B8E4-7D469EA3B40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3166" y="3314"/>
                <a:ext cx="1" cy="1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645" name="Freeform 1148">
                <a:extLst>
                  <a:ext uri="{FF2B5EF4-FFF2-40B4-BE49-F238E27FC236}">
                    <a16:creationId xmlns:a16="http://schemas.microsoft.com/office/drawing/2014/main" id="{F336CD1B-A9ED-A286-4DCE-12AAF9AFFAF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162" y="3315"/>
                <a:ext cx="20" cy="22"/>
              </a:xfrm>
              <a:custGeom>
                <a:avLst/>
                <a:gdLst>
                  <a:gd name="T0" fmla="*/ 0 w 139"/>
                  <a:gd name="T1" fmla="*/ 0 h 158"/>
                  <a:gd name="T2" fmla="*/ 0 w 139"/>
                  <a:gd name="T3" fmla="*/ 0 h 158"/>
                  <a:gd name="T4" fmla="*/ 0 w 139"/>
                  <a:gd name="T5" fmla="*/ 0 h 158"/>
                  <a:gd name="T6" fmla="*/ 0 w 139"/>
                  <a:gd name="T7" fmla="*/ 0 h 158"/>
                  <a:gd name="T8" fmla="*/ 0 w 139"/>
                  <a:gd name="T9" fmla="*/ 0 h 158"/>
                  <a:gd name="T10" fmla="*/ 0 w 139"/>
                  <a:gd name="T11" fmla="*/ 0 h 158"/>
                  <a:gd name="T12" fmla="*/ 0 w 139"/>
                  <a:gd name="T13" fmla="*/ 0 h 158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139"/>
                  <a:gd name="T22" fmla="*/ 0 h 158"/>
                  <a:gd name="T23" fmla="*/ 139 w 139"/>
                  <a:gd name="T24" fmla="*/ 158 h 158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139" h="158">
                    <a:moveTo>
                      <a:pt x="139" y="23"/>
                    </a:moveTo>
                    <a:lnTo>
                      <a:pt x="83" y="12"/>
                    </a:lnTo>
                    <a:lnTo>
                      <a:pt x="27" y="0"/>
                    </a:lnTo>
                    <a:lnTo>
                      <a:pt x="0" y="135"/>
                    </a:lnTo>
                    <a:lnTo>
                      <a:pt x="56" y="146"/>
                    </a:lnTo>
                    <a:lnTo>
                      <a:pt x="112" y="158"/>
                    </a:lnTo>
                    <a:lnTo>
                      <a:pt x="139" y="23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646" name="Freeform 1149">
                <a:extLst>
                  <a:ext uri="{FF2B5EF4-FFF2-40B4-BE49-F238E27FC236}">
                    <a16:creationId xmlns:a16="http://schemas.microsoft.com/office/drawing/2014/main" id="{A1816BD0-55F2-40C5-0F57-71583DD9F9B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162" y="3315"/>
                <a:ext cx="20" cy="22"/>
              </a:xfrm>
              <a:custGeom>
                <a:avLst/>
                <a:gdLst>
                  <a:gd name="T0" fmla="*/ 0 w 139"/>
                  <a:gd name="T1" fmla="*/ 0 h 158"/>
                  <a:gd name="T2" fmla="*/ 0 w 139"/>
                  <a:gd name="T3" fmla="*/ 0 h 158"/>
                  <a:gd name="T4" fmla="*/ 0 w 139"/>
                  <a:gd name="T5" fmla="*/ 0 h 158"/>
                  <a:gd name="T6" fmla="*/ 0 w 139"/>
                  <a:gd name="T7" fmla="*/ 0 h 158"/>
                  <a:gd name="T8" fmla="*/ 0 w 139"/>
                  <a:gd name="T9" fmla="*/ 0 h 158"/>
                  <a:gd name="T10" fmla="*/ 0 w 139"/>
                  <a:gd name="T11" fmla="*/ 0 h 158"/>
                  <a:gd name="T12" fmla="*/ 0 w 139"/>
                  <a:gd name="T13" fmla="*/ 0 h 158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139"/>
                  <a:gd name="T22" fmla="*/ 0 h 158"/>
                  <a:gd name="T23" fmla="*/ 139 w 139"/>
                  <a:gd name="T24" fmla="*/ 158 h 158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139" h="158">
                    <a:moveTo>
                      <a:pt x="139" y="23"/>
                    </a:moveTo>
                    <a:lnTo>
                      <a:pt x="83" y="12"/>
                    </a:lnTo>
                    <a:lnTo>
                      <a:pt x="27" y="0"/>
                    </a:lnTo>
                    <a:lnTo>
                      <a:pt x="0" y="135"/>
                    </a:lnTo>
                    <a:lnTo>
                      <a:pt x="56" y="146"/>
                    </a:lnTo>
                    <a:lnTo>
                      <a:pt x="112" y="158"/>
                    </a:lnTo>
                    <a:lnTo>
                      <a:pt x="139" y="23"/>
                    </a:lnTo>
                    <a:close/>
                  </a:path>
                </a:pathLst>
              </a:cu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647" name="Freeform 1150">
                <a:extLst>
                  <a:ext uri="{FF2B5EF4-FFF2-40B4-BE49-F238E27FC236}">
                    <a16:creationId xmlns:a16="http://schemas.microsoft.com/office/drawing/2014/main" id="{DE4FEF67-C788-4A45-B6A7-FB7DF7A890F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162" y="3334"/>
                <a:ext cx="8" cy="2"/>
              </a:xfrm>
              <a:custGeom>
                <a:avLst/>
                <a:gdLst>
                  <a:gd name="T0" fmla="*/ 0 w 56"/>
                  <a:gd name="T1" fmla="*/ 0 h 11"/>
                  <a:gd name="T2" fmla="*/ 0 w 56"/>
                  <a:gd name="T3" fmla="*/ 0 h 11"/>
                  <a:gd name="T4" fmla="*/ 0 w 56"/>
                  <a:gd name="T5" fmla="*/ 0 h 11"/>
                  <a:gd name="T6" fmla="*/ 0 w 56"/>
                  <a:gd name="T7" fmla="*/ 0 h 11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56"/>
                  <a:gd name="T13" fmla="*/ 0 h 11"/>
                  <a:gd name="T14" fmla="*/ 56 w 56"/>
                  <a:gd name="T15" fmla="*/ 11 h 11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56" h="11">
                    <a:moveTo>
                      <a:pt x="56" y="11"/>
                    </a:moveTo>
                    <a:lnTo>
                      <a:pt x="0" y="0"/>
                    </a:lnTo>
                    <a:lnTo>
                      <a:pt x="0" y="5"/>
                    </a:lnTo>
                    <a:lnTo>
                      <a:pt x="56" y="11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648" name="Line 1151">
                <a:extLst>
                  <a:ext uri="{FF2B5EF4-FFF2-40B4-BE49-F238E27FC236}">
                    <a16:creationId xmlns:a16="http://schemas.microsoft.com/office/drawing/2014/main" id="{9C8A3F9C-7BF1-2DD4-C969-57FBA9C0BA9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162" y="3334"/>
                <a:ext cx="1" cy="1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649" name="Freeform 1152">
                <a:extLst>
                  <a:ext uri="{FF2B5EF4-FFF2-40B4-BE49-F238E27FC236}">
                    <a16:creationId xmlns:a16="http://schemas.microsoft.com/office/drawing/2014/main" id="{8FF9A20D-D6B6-5718-FD83-7BFC530D5B6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160" y="3335"/>
                <a:ext cx="18" cy="21"/>
              </a:xfrm>
              <a:custGeom>
                <a:avLst/>
                <a:gdLst>
                  <a:gd name="T0" fmla="*/ 0 w 128"/>
                  <a:gd name="T1" fmla="*/ 0 h 149"/>
                  <a:gd name="T2" fmla="*/ 0 w 128"/>
                  <a:gd name="T3" fmla="*/ 0 h 149"/>
                  <a:gd name="T4" fmla="*/ 0 w 128"/>
                  <a:gd name="T5" fmla="*/ 0 h 149"/>
                  <a:gd name="T6" fmla="*/ 0 w 128"/>
                  <a:gd name="T7" fmla="*/ 0 h 149"/>
                  <a:gd name="T8" fmla="*/ 0 w 128"/>
                  <a:gd name="T9" fmla="*/ 0 h 149"/>
                  <a:gd name="T10" fmla="*/ 0 w 128"/>
                  <a:gd name="T11" fmla="*/ 0 h 149"/>
                  <a:gd name="T12" fmla="*/ 0 w 128"/>
                  <a:gd name="T13" fmla="*/ 0 h 149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128"/>
                  <a:gd name="T22" fmla="*/ 0 h 149"/>
                  <a:gd name="T23" fmla="*/ 128 w 128"/>
                  <a:gd name="T24" fmla="*/ 149 h 149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128" h="149">
                    <a:moveTo>
                      <a:pt x="128" y="13"/>
                    </a:moveTo>
                    <a:lnTo>
                      <a:pt x="72" y="6"/>
                    </a:lnTo>
                    <a:lnTo>
                      <a:pt x="16" y="0"/>
                    </a:lnTo>
                    <a:lnTo>
                      <a:pt x="0" y="135"/>
                    </a:lnTo>
                    <a:lnTo>
                      <a:pt x="56" y="142"/>
                    </a:lnTo>
                    <a:lnTo>
                      <a:pt x="112" y="149"/>
                    </a:lnTo>
                    <a:lnTo>
                      <a:pt x="128" y="13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650" name="Freeform 1153">
                <a:extLst>
                  <a:ext uri="{FF2B5EF4-FFF2-40B4-BE49-F238E27FC236}">
                    <a16:creationId xmlns:a16="http://schemas.microsoft.com/office/drawing/2014/main" id="{13A108E2-9D9B-392D-A27F-5C357769E04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160" y="3335"/>
                <a:ext cx="18" cy="21"/>
              </a:xfrm>
              <a:custGeom>
                <a:avLst/>
                <a:gdLst>
                  <a:gd name="T0" fmla="*/ 0 w 128"/>
                  <a:gd name="T1" fmla="*/ 0 h 149"/>
                  <a:gd name="T2" fmla="*/ 0 w 128"/>
                  <a:gd name="T3" fmla="*/ 0 h 149"/>
                  <a:gd name="T4" fmla="*/ 0 w 128"/>
                  <a:gd name="T5" fmla="*/ 0 h 149"/>
                  <a:gd name="T6" fmla="*/ 0 w 128"/>
                  <a:gd name="T7" fmla="*/ 0 h 149"/>
                  <a:gd name="T8" fmla="*/ 0 w 128"/>
                  <a:gd name="T9" fmla="*/ 0 h 149"/>
                  <a:gd name="T10" fmla="*/ 0 w 128"/>
                  <a:gd name="T11" fmla="*/ 0 h 149"/>
                  <a:gd name="T12" fmla="*/ 0 w 128"/>
                  <a:gd name="T13" fmla="*/ 0 h 149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128"/>
                  <a:gd name="T22" fmla="*/ 0 h 149"/>
                  <a:gd name="T23" fmla="*/ 128 w 128"/>
                  <a:gd name="T24" fmla="*/ 149 h 149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128" h="149">
                    <a:moveTo>
                      <a:pt x="128" y="13"/>
                    </a:moveTo>
                    <a:lnTo>
                      <a:pt x="72" y="6"/>
                    </a:lnTo>
                    <a:lnTo>
                      <a:pt x="16" y="0"/>
                    </a:lnTo>
                    <a:lnTo>
                      <a:pt x="0" y="135"/>
                    </a:lnTo>
                    <a:lnTo>
                      <a:pt x="56" y="142"/>
                    </a:lnTo>
                    <a:lnTo>
                      <a:pt x="112" y="149"/>
                    </a:lnTo>
                    <a:lnTo>
                      <a:pt x="128" y="13"/>
                    </a:lnTo>
                    <a:close/>
                  </a:path>
                </a:pathLst>
              </a:cu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651" name="Freeform 1154">
                <a:extLst>
                  <a:ext uri="{FF2B5EF4-FFF2-40B4-BE49-F238E27FC236}">
                    <a16:creationId xmlns:a16="http://schemas.microsoft.com/office/drawing/2014/main" id="{524AA8E2-43D8-FAB1-BAA4-B3B14B8E335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160" y="3354"/>
                <a:ext cx="8" cy="1"/>
              </a:xfrm>
              <a:custGeom>
                <a:avLst/>
                <a:gdLst>
                  <a:gd name="T0" fmla="*/ 0 w 56"/>
                  <a:gd name="T1" fmla="*/ 0 h 7"/>
                  <a:gd name="T2" fmla="*/ 0 w 56"/>
                  <a:gd name="T3" fmla="*/ 0 h 7"/>
                  <a:gd name="T4" fmla="*/ 0 w 56"/>
                  <a:gd name="T5" fmla="*/ 0 h 7"/>
                  <a:gd name="T6" fmla="*/ 0 w 56"/>
                  <a:gd name="T7" fmla="*/ 0 h 7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56"/>
                  <a:gd name="T13" fmla="*/ 0 h 7"/>
                  <a:gd name="T14" fmla="*/ 56 w 56"/>
                  <a:gd name="T15" fmla="*/ 7 h 7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56" h="7">
                    <a:moveTo>
                      <a:pt x="56" y="7"/>
                    </a:moveTo>
                    <a:lnTo>
                      <a:pt x="0" y="0"/>
                    </a:lnTo>
                    <a:lnTo>
                      <a:pt x="0" y="5"/>
                    </a:lnTo>
                    <a:lnTo>
                      <a:pt x="56" y="7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652" name="Line 1155">
                <a:extLst>
                  <a:ext uri="{FF2B5EF4-FFF2-40B4-BE49-F238E27FC236}">
                    <a16:creationId xmlns:a16="http://schemas.microsoft.com/office/drawing/2014/main" id="{C7EB0AAD-61F6-DABE-884F-C20EAB1FA49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160" y="3354"/>
                <a:ext cx="1" cy="1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653" name="Freeform 1156">
                <a:extLst>
                  <a:ext uri="{FF2B5EF4-FFF2-40B4-BE49-F238E27FC236}">
                    <a16:creationId xmlns:a16="http://schemas.microsoft.com/office/drawing/2014/main" id="{87555841-2ADF-D30C-4075-296C3F09FB3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159" y="3355"/>
                <a:ext cx="17" cy="20"/>
              </a:xfrm>
              <a:custGeom>
                <a:avLst/>
                <a:gdLst>
                  <a:gd name="T0" fmla="*/ 0 w 118"/>
                  <a:gd name="T1" fmla="*/ 0 h 142"/>
                  <a:gd name="T2" fmla="*/ 0 w 118"/>
                  <a:gd name="T3" fmla="*/ 0 h 142"/>
                  <a:gd name="T4" fmla="*/ 0 w 118"/>
                  <a:gd name="T5" fmla="*/ 0 h 142"/>
                  <a:gd name="T6" fmla="*/ 0 w 118"/>
                  <a:gd name="T7" fmla="*/ 0 h 142"/>
                  <a:gd name="T8" fmla="*/ 0 w 118"/>
                  <a:gd name="T9" fmla="*/ 0 h 142"/>
                  <a:gd name="T10" fmla="*/ 0 w 118"/>
                  <a:gd name="T11" fmla="*/ 0 h 142"/>
                  <a:gd name="T12" fmla="*/ 0 w 118"/>
                  <a:gd name="T13" fmla="*/ 0 h 142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118"/>
                  <a:gd name="T22" fmla="*/ 0 h 142"/>
                  <a:gd name="T23" fmla="*/ 118 w 118"/>
                  <a:gd name="T24" fmla="*/ 142 h 142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118" h="142">
                    <a:moveTo>
                      <a:pt x="118" y="4"/>
                    </a:moveTo>
                    <a:lnTo>
                      <a:pt x="62" y="2"/>
                    </a:lnTo>
                    <a:lnTo>
                      <a:pt x="6" y="0"/>
                    </a:lnTo>
                    <a:lnTo>
                      <a:pt x="0" y="138"/>
                    </a:lnTo>
                    <a:lnTo>
                      <a:pt x="56" y="140"/>
                    </a:lnTo>
                    <a:lnTo>
                      <a:pt x="112" y="142"/>
                    </a:lnTo>
                    <a:lnTo>
                      <a:pt x="118" y="4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654" name="Freeform 1157">
                <a:extLst>
                  <a:ext uri="{FF2B5EF4-FFF2-40B4-BE49-F238E27FC236}">
                    <a16:creationId xmlns:a16="http://schemas.microsoft.com/office/drawing/2014/main" id="{7CF8F4C2-1E08-809C-8CC2-19162130EC5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159" y="3355"/>
                <a:ext cx="17" cy="20"/>
              </a:xfrm>
              <a:custGeom>
                <a:avLst/>
                <a:gdLst>
                  <a:gd name="T0" fmla="*/ 0 w 118"/>
                  <a:gd name="T1" fmla="*/ 0 h 142"/>
                  <a:gd name="T2" fmla="*/ 0 w 118"/>
                  <a:gd name="T3" fmla="*/ 0 h 142"/>
                  <a:gd name="T4" fmla="*/ 0 w 118"/>
                  <a:gd name="T5" fmla="*/ 0 h 142"/>
                  <a:gd name="T6" fmla="*/ 0 w 118"/>
                  <a:gd name="T7" fmla="*/ 0 h 142"/>
                  <a:gd name="T8" fmla="*/ 0 w 118"/>
                  <a:gd name="T9" fmla="*/ 0 h 142"/>
                  <a:gd name="T10" fmla="*/ 0 w 118"/>
                  <a:gd name="T11" fmla="*/ 0 h 142"/>
                  <a:gd name="T12" fmla="*/ 0 w 118"/>
                  <a:gd name="T13" fmla="*/ 0 h 142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118"/>
                  <a:gd name="T22" fmla="*/ 0 h 142"/>
                  <a:gd name="T23" fmla="*/ 118 w 118"/>
                  <a:gd name="T24" fmla="*/ 142 h 142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118" h="142">
                    <a:moveTo>
                      <a:pt x="118" y="4"/>
                    </a:moveTo>
                    <a:lnTo>
                      <a:pt x="62" y="2"/>
                    </a:lnTo>
                    <a:lnTo>
                      <a:pt x="6" y="0"/>
                    </a:lnTo>
                    <a:lnTo>
                      <a:pt x="0" y="138"/>
                    </a:lnTo>
                    <a:lnTo>
                      <a:pt x="56" y="140"/>
                    </a:lnTo>
                    <a:lnTo>
                      <a:pt x="112" y="142"/>
                    </a:lnTo>
                    <a:lnTo>
                      <a:pt x="118" y="4"/>
                    </a:lnTo>
                    <a:close/>
                  </a:path>
                </a:pathLst>
              </a:cu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655" name="Freeform 1158">
                <a:extLst>
                  <a:ext uri="{FF2B5EF4-FFF2-40B4-BE49-F238E27FC236}">
                    <a16:creationId xmlns:a16="http://schemas.microsoft.com/office/drawing/2014/main" id="{5FF3C2E8-54AC-04C9-1EF6-88078567A1E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159" y="3374"/>
                <a:ext cx="8" cy="1"/>
              </a:xfrm>
              <a:custGeom>
                <a:avLst/>
                <a:gdLst>
                  <a:gd name="T0" fmla="*/ 0 w 56"/>
                  <a:gd name="T1" fmla="*/ 0 h 4"/>
                  <a:gd name="T2" fmla="*/ 0 w 56"/>
                  <a:gd name="T3" fmla="*/ 0 h 4"/>
                  <a:gd name="T4" fmla="*/ 0 w 56"/>
                  <a:gd name="T5" fmla="*/ 0 h 4"/>
                  <a:gd name="T6" fmla="*/ 0 w 56"/>
                  <a:gd name="T7" fmla="*/ 0 h 4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56"/>
                  <a:gd name="T13" fmla="*/ 0 h 4"/>
                  <a:gd name="T14" fmla="*/ 56 w 56"/>
                  <a:gd name="T15" fmla="*/ 4 h 4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56" h="4">
                    <a:moveTo>
                      <a:pt x="56" y="2"/>
                    </a:moveTo>
                    <a:lnTo>
                      <a:pt x="0" y="0"/>
                    </a:lnTo>
                    <a:lnTo>
                      <a:pt x="0" y="4"/>
                    </a:lnTo>
                    <a:lnTo>
                      <a:pt x="56" y="2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656" name="Line 1159">
                <a:extLst>
                  <a:ext uri="{FF2B5EF4-FFF2-40B4-BE49-F238E27FC236}">
                    <a16:creationId xmlns:a16="http://schemas.microsoft.com/office/drawing/2014/main" id="{30C9398D-01E0-7675-1635-C10E18B596C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159" y="3374"/>
                <a:ext cx="1" cy="1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657" name="Freeform 1160">
                <a:extLst>
                  <a:ext uri="{FF2B5EF4-FFF2-40B4-BE49-F238E27FC236}">
                    <a16:creationId xmlns:a16="http://schemas.microsoft.com/office/drawing/2014/main" id="{BEE7B312-AE09-1924-935C-4C1F7D86E1E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159" y="3374"/>
                <a:ext cx="17" cy="21"/>
              </a:xfrm>
              <a:custGeom>
                <a:avLst/>
                <a:gdLst>
                  <a:gd name="T0" fmla="*/ 0 w 118"/>
                  <a:gd name="T1" fmla="*/ 0 h 141"/>
                  <a:gd name="T2" fmla="*/ 0 w 118"/>
                  <a:gd name="T3" fmla="*/ 0 h 141"/>
                  <a:gd name="T4" fmla="*/ 0 w 118"/>
                  <a:gd name="T5" fmla="*/ 0 h 141"/>
                  <a:gd name="T6" fmla="*/ 0 w 118"/>
                  <a:gd name="T7" fmla="*/ 0 h 141"/>
                  <a:gd name="T8" fmla="*/ 0 w 118"/>
                  <a:gd name="T9" fmla="*/ 0 h 141"/>
                  <a:gd name="T10" fmla="*/ 0 w 118"/>
                  <a:gd name="T11" fmla="*/ 0 h 141"/>
                  <a:gd name="T12" fmla="*/ 0 w 118"/>
                  <a:gd name="T13" fmla="*/ 0 h 141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118"/>
                  <a:gd name="T22" fmla="*/ 0 h 141"/>
                  <a:gd name="T23" fmla="*/ 118 w 118"/>
                  <a:gd name="T24" fmla="*/ 141 h 141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118" h="141">
                    <a:moveTo>
                      <a:pt x="112" y="0"/>
                    </a:moveTo>
                    <a:lnTo>
                      <a:pt x="56" y="2"/>
                    </a:lnTo>
                    <a:lnTo>
                      <a:pt x="0" y="4"/>
                    </a:lnTo>
                    <a:lnTo>
                      <a:pt x="6" y="141"/>
                    </a:lnTo>
                    <a:lnTo>
                      <a:pt x="62" y="139"/>
                    </a:lnTo>
                    <a:lnTo>
                      <a:pt x="118" y="137"/>
                    </a:lnTo>
                    <a:lnTo>
                      <a:pt x="112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658" name="Freeform 1161">
                <a:extLst>
                  <a:ext uri="{FF2B5EF4-FFF2-40B4-BE49-F238E27FC236}">
                    <a16:creationId xmlns:a16="http://schemas.microsoft.com/office/drawing/2014/main" id="{059B2A3E-747B-83D2-CE2E-807B4247FD7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159" y="3374"/>
                <a:ext cx="17" cy="21"/>
              </a:xfrm>
              <a:custGeom>
                <a:avLst/>
                <a:gdLst>
                  <a:gd name="T0" fmla="*/ 0 w 118"/>
                  <a:gd name="T1" fmla="*/ 0 h 141"/>
                  <a:gd name="T2" fmla="*/ 0 w 118"/>
                  <a:gd name="T3" fmla="*/ 0 h 141"/>
                  <a:gd name="T4" fmla="*/ 0 w 118"/>
                  <a:gd name="T5" fmla="*/ 0 h 141"/>
                  <a:gd name="T6" fmla="*/ 0 w 118"/>
                  <a:gd name="T7" fmla="*/ 0 h 141"/>
                  <a:gd name="T8" fmla="*/ 0 w 118"/>
                  <a:gd name="T9" fmla="*/ 0 h 141"/>
                  <a:gd name="T10" fmla="*/ 0 w 118"/>
                  <a:gd name="T11" fmla="*/ 0 h 141"/>
                  <a:gd name="T12" fmla="*/ 0 w 118"/>
                  <a:gd name="T13" fmla="*/ 0 h 141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118"/>
                  <a:gd name="T22" fmla="*/ 0 h 141"/>
                  <a:gd name="T23" fmla="*/ 118 w 118"/>
                  <a:gd name="T24" fmla="*/ 141 h 141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118" h="141">
                    <a:moveTo>
                      <a:pt x="112" y="0"/>
                    </a:moveTo>
                    <a:lnTo>
                      <a:pt x="56" y="2"/>
                    </a:lnTo>
                    <a:lnTo>
                      <a:pt x="0" y="4"/>
                    </a:lnTo>
                    <a:lnTo>
                      <a:pt x="6" y="141"/>
                    </a:lnTo>
                    <a:lnTo>
                      <a:pt x="62" y="139"/>
                    </a:lnTo>
                    <a:lnTo>
                      <a:pt x="118" y="137"/>
                    </a:lnTo>
                    <a:lnTo>
                      <a:pt x="112" y="0"/>
                    </a:lnTo>
                    <a:close/>
                  </a:path>
                </a:pathLst>
              </a:cu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659" name="Freeform 1162">
                <a:extLst>
                  <a:ext uri="{FF2B5EF4-FFF2-40B4-BE49-F238E27FC236}">
                    <a16:creationId xmlns:a16="http://schemas.microsoft.com/office/drawing/2014/main" id="{94F0F9CB-48A0-A7C2-6732-1BFD58AFFA4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160" y="3394"/>
                <a:ext cx="8" cy="1"/>
              </a:xfrm>
              <a:custGeom>
                <a:avLst/>
                <a:gdLst>
                  <a:gd name="T0" fmla="*/ 0 w 56"/>
                  <a:gd name="T1" fmla="*/ 0 h 7"/>
                  <a:gd name="T2" fmla="*/ 0 w 56"/>
                  <a:gd name="T3" fmla="*/ 0 h 7"/>
                  <a:gd name="T4" fmla="*/ 0 w 56"/>
                  <a:gd name="T5" fmla="*/ 0 h 7"/>
                  <a:gd name="T6" fmla="*/ 0 w 56"/>
                  <a:gd name="T7" fmla="*/ 0 h 7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56"/>
                  <a:gd name="T13" fmla="*/ 0 h 7"/>
                  <a:gd name="T14" fmla="*/ 56 w 56"/>
                  <a:gd name="T15" fmla="*/ 7 h 7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56" h="7">
                    <a:moveTo>
                      <a:pt x="56" y="0"/>
                    </a:moveTo>
                    <a:lnTo>
                      <a:pt x="0" y="2"/>
                    </a:lnTo>
                    <a:lnTo>
                      <a:pt x="0" y="7"/>
                    </a:lnTo>
                    <a:lnTo>
                      <a:pt x="56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660" name="Line 1163">
                <a:extLst>
                  <a:ext uri="{FF2B5EF4-FFF2-40B4-BE49-F238E27FC236}">
                    <a16:creationId xmlns:a16="http://schemas.microsoft.com/office/drawing/2014/main" id="{8A778A6D-5B9F-26B7-4555-E6B8A818BB0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160" y="3395"/>
                <a:ext cx="1" cy="1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661" name="Freeform 1164">
                <a:extLst>
                  <a:ext uri="{FF2B5EF4-FFF2-40B4-BE49-F238E27FC236}">
                    <a16:creationId xmlns:a16="http://schemas.microsoft.com/office/drawing/2014/main" id="{B21DF8D6-5C2A-1A21-7E69-69ACAAC8457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160" y="3393"/>
                <a:ext cx="18" cy="22"/>
              </a:xfrm>
              <a:custGeom>
                <a:avLst/>
                <a:gdLst>
                  <a:gd name="T0" fmla="*/ 0 w 128"/>
                  <a:gd name="T1" fmla="*/ 0 h 150"/>
                  <a:gd name="T2" fmla="*/ 0 w 128"/>
                  <a:gd name="T3" fmla="*/ 0 h 150"/>
                  <a:gd name="T4" fmla="*/ 0 w 128"/>
                  <a:gd name="T5" fmla="*/ 0 h 150"/>
                  <a:gd name="T6" fmla="*/ 0 w 128"/>
                  <a:gd name="T7" fmla="*/ 0 h 150"/>
                  <a:gd name="T8" fmla="*/ 0 w 128"/>
                  <a:gd name="T9" fmla="*/ 0 h 150"/>
                  <a:gd name="T10" fmla="*/ 0 w 128"/>
                  <a:gd name="T11" fmla="*/ 0 h 150"/>
                  <a:gd name="T12" fmla="*/ 0 w 128"/>
                  <a:gd name="T13" fmla="*/ 0 h 150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128"/>
                  <a:gd name="T22" fmla="*/ 0 h 150"/>
                  <a:gd name="T23" fmla="*/ 128 w 128"/>
                  <a:gd name="T24" fmla="*/ 150 h 150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128" h="150">
                    <a:moveTo>
                      <a:pt x="112" y="0"/>
                    </a:moveTo>
                    <a:lnTo>
                      <a:pt x="56" y="7"/>
                    </a:lnTo>
                    <a:lnTo>
                      <a:pt x="0" y="14"/>
                    </a:lnTo>
                    <a:lnTo>
                      <a:pt x="16" y="150"/>
                    </a:lnTo>
                    <a:lnTo>
                      <a:pt x="72" y="143"/>
                    </a:lnTo>
                    <a:lnTo>
                      <a:pt x="128" y="136"/>
                    </a:lnTo>
                    <a:lnTo>
                      <a:pt x="112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662" name="Freeform 1165">
                <a:extLst>
                  <a:ext uri="{FF2B5EF4-FFF2-40B4-BE49-F238E27FC236}">
                    <a16:creationId xmlns:a16="http://schemas.microsoft.com/office/drawing/2014/main" id="{7C096E7D-2B41-7BBC-AED5-8F6135BFC78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160" y="3393"/>
                <a:ext cx="18" cy="22"/>
              </a:xfrm>
              <a:custGeom>
                <a:avLst/>
                <a:gdLst>
                  <a:gd name="T0" fmla="*/ 0 w 128"/>
                  <a:gd name="T1" fmla="*/ 0 h 150"/>
                  <a:gd name="T2" fmla="*/ 0 w 128"/>
                  <a:gd name="T3" fmla="*/ 0 h 150"/>
                  <a:gd name="T4" fmla="*/ 0 w 128"/>
                  <a:gd name="T5" fmla="*/ 0 h 150"/>
                  <a:gd name="T6" fmla="*/ 0 w 128"/>
                  <a:gd name="T7" fmla="*/ 0 h 150"/>
                  <a:gd name="T8" fmla="*/ 0 w 128"/>
                  <a:gd name="T9" fmla="*/ 0 h 150"/>
                  <a:gd name="T10" fmla="*/ 0 w 128"/>
                  <a:gd name="T11" fmla="*/ 0 h 150"/>
                  <a:gd name="T12" fmla="*/ 0 w 128"/>
                  <a:gd name="T13" fmla="*/ 0 h 150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128"/>
                  <a:gd name="T22" fmla="*/ 0 h 150"/>
                  <a:gd name="T23" fmla="*/ 128 w 128"/>
                  <a:gd name="T24" fmla="*/ 150 h 150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128" h="150">
                    <a:moveTo>
                      <a:pt x="112" y="0"/>
                    </a:moveTo>
                    <a:lnTo>
                      <a:pt x="56" y="7"/>
                    </a:lnTo>
                    <a:lnTo>
                      <a:pt x="0" y="14"/>
                    </a:lnTo>
                    <a:lnTo>
                      <a:pt x="16" y="150"/>
                    </a:lnTo>
                    <a:lnTo>
                      <a:pt x="72" y="143"/>
                    </a:lnTo>
                    <a:lnTo>
                      <a:pt x="128" y="136"/>
                    </a:lnTo>
                    <a:lnTo>
                      <a:pt x="112" y="0"/>
                    </a:lnTo>
                    <a:close/>
                  </a:path>
                </a:pathLst>
              </a:cu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663" name="Freeform 1166">
                <a:extLst>
                  <a:ext uri="{FF2B5EF4-FFF2-40B4-BE49-F238E27FC236}">
                    <a16:creationId xmlns:a16="http://schemas.microsoft.com/office/drawing/2014/main" id="{0E10D8F2-E05B-11DC-F77B-D19191CC64F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162" y="3414"/>
                <a:ext cx="8" cy="1"/>
              </a:xfrm>
              <a:custGeom>
                <a:avLst/>
                <a:gdLst>
                  <a:gd name="T0" fmla="*/ 0 w 56"/>
                  <a:gd name="T1" fmla="*/ 0 h 11"/>
                  <a:gd name="T2" fmla="*/ 0 w 56"/>
                  <a:gd name="T3" fmla="*/ 0 h 11"/>
                  <a:gd name="T4" fmla="*/ 0 w 56"/>
                  <a:gd name="T5" fmla="*/ 0 h 11"/>
                  <a:gd name="T6" fmla="*/ 0 w 56"/>
                  <a:gd name="T7" fmla="*/ 0 h 11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56"/>
                  <a:gd name="T13" fmla="*/ 0 h 11"/>
                  <a:gd name="T14" fmla="*/ 56 w 56"/>
                  <a:gd name="T15" fmla="*/ 11 h 11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56" h="11">
                    <a:moveTo>
                      <a:pt x="56" y="0"/>
                    </a:moveTo>
                    <a:lnTo>
                      <a:pt x="0" y="7"/>
                    </a:lnTo>
                    <a:lnTo>
                      <a:pt x="0" y="11"/>
                    </a:lnTo>
                    <a:lnTo>
                      <a:pt x="56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664" name="Line 1167">
                <a:extLst>
                  <a:ext uri="{FF2B5EF4-FFF2-40B4-BE49-F238E27FC236}">
                    <a16:creationId xmlns:a16="http://schemas.microsoft.com/office/drawing/2014/main" id="{8BF0B67F-4F2E-175F-BF2B-76C3323826F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162" y="3415"/>
                <a:ext cx="1" cy="1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665" name="Freeform 1168">
                <a:extLst>
                  <a:ext uri="{FF2B5EF4-FFF2-40B4-BE49-F238E27FC236}">
                    <a16:creationId xmlns:a16="http://schemas.microsoft.com/office/drawing/2014/main" id="{18CD0C60-A175-A8D4-D754-634EE66FA9E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162" y="3412"/>
                <a:ext cx="20" cy="23"/>
              </a:xfrm>
              <a:custGeom>
                <a:avLst/>
                <a:gdLst>
                  <a:gd name="T0" fmla="*/ 0 w 139"/>
                  <a:gd name="T1" fmla="*/ 0 h 157"/>
                  <a:gd name="T2" fmla="*/ 0 w 139"/>
                  <a:gd name="T3" fmla="*/ 0 h 157"/>
                  <a:gd name="T4" fmla="*/ 0 w 139"/>
                  <a:gd name="T5" fmla="*/ 0 h 157"/>
                  <a:gd name="T6" fmla="*/ 0 w 139"/>
                  <a:gd name="T7" fmla="*/ 0 h 157"/>
                  <a:gd name="T8" fmla="*/ 0 w 139"/>
                  <a:gd name="T9" fmla="*/ 0 h 157"/>
                  <a:gd name="T10" fmla="*/ 0 w 139"/>
                  <a:gd name="T11" fmla="*/ 0 h 157"/>
                  <a:gd name="T12" fmla="*/ 0 w 139"/>
                  <a:gd name="T13" fmla="*/ 0 h 157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139"/>
                  <a:gd name="T22" fmla="*/ 0 h 157"/>
                  <a:gd name="T23" fmla="*/ 139 w 139"/>
                  <a:gd name="T24" fmla="*/ 157 h 157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139" h="157">
                    <a:moveTo>
                      <a:pt x="112" y="0"/>
                    </a:moveTo>
                    <a:lnTo>
                      <a:pt x="56" y="11"/>
                    </a:lnTo>
                    <a:lnTo>
                      <a:pt x="0" y="22"/>
                    </a:lnTo>
                    <a:lnTo>
                      <a:pt x="27" y="157"/>
                    </a:lnTo>
                    <a:lnTo>
                      <a:pt x="83" y="145"/>
                    </a:lnTo>
                    <a:lnTo>
                      <a:pt x="139" y="134"/>
                    </a:lnTo>
                    <a:lnTo>
                      <a:pt x="112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666" name="Freeform 1169">
                <a:extLst>
                  <a:ext uri="{FF2B5EF4-FFF2-40B4-BE49-F238E27FC236}">
                    <a16:creationId xmlns:a16="http://schemas.microsoft.com/office/drawing/2014/main" id="{5DD66E08-303E-95BB-7DA4-D48F06B93AC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162" y="3412"/>
                <a:ext cx="20" cy="23"/>
              </a:xfrm>
              <a:custGeom>
                <a:avLst/>
                <a:gdLst>
                  <a:gd name="T0" fmla="*/ 0 w 139"/>
                  <a:gd name="T1" fmla="*/ 0 h 157"/>
                  <a:gd name="T2" fmla="*/ 0 w 139"/>
                  <a:gd name="T3" fmla="*/ 0 h 157"/>
                  <a:gd name="T4" fmla="*/ 0 w 139"/>
                  <a:gd name="T5" fmla="*/ 0 h 157"/>
                  <a:gd name="T6" fmla="*/ 0 w 139"/>
                  <a:gd name="T7" fmla="*/ 0 h 157"/>
                  <a:gd name="T8" fmla="*/ 0 w 139"/>
                  <a:gd name="T9" fmla="*/ 0 h 157"/>
                  <a:gd name="T10" fmla="*/ 0 w 139"/>
                  <a:gd name="T11" fmla="*/ 0 h 157"/>
                  <a:gd name="T12" fmla="*/ 0 w 139"/>
                  <a:gd name="T13" fmla="*/ 0 h 157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139"/>
                  <a:gd name="T22" fmla="*/ 0 h 157"/>
                  <a:gd name="T23" fmla="*/ 139 w 139"/>
                  <a:gd name="T24" fmla="*/ 157 h 157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139" h="157">
                    <a:moveTo>
                      <a:pt x="112" y="0"/>
                    </a:moveTo>
                    <a:lnTo>
                      <a:pt x="56" y="11"/>
                    </a:lnTo>
                    <a:lnTo>
                      <a:pt x="0" y="22"/>
                    </a:lnTo>
                    <a:lnTo>
                      <a:pt x="27" y="157"/>
                    </a:lnTo>
                    <a:lnTo>
                      <a:pt x="83" y="145"/>
                    </a:lnTo>
                    <a:lnTo>
                      <a:pt x="139" y="134"/>
                    </a:lnTo>
                    <a:lnTo>
                      <a:pt x="112" y="0"/>
                    </a:lnTo>
                    <a:close/>
                  </a:path>
                </a:pathLst>
              </a:cu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667" name="Freeform 1170">
                <a:extLst>
                  <a:ext uri="{FF2B5EF4-FFF2-40B4-BE49-F238E27FC236}">
                    <a16:creationId xmlns:a16="http://schemas.microsoft.com/office/drawing/2014/main" id="{6167EAA7-897E-8045-348B-13A8672E422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166" y="3433"/>
                <a:ext cx="8" cy="2"/>
              </a:xfrm>
              <a:custGeom>
                <a:avLst/>
                <a:gdLst>
                  <a:gd name="T0" fmla="*/ 0 w 56"/>
                  <a:gd name="T1" fmla="*/ 0 h 16"/>
                  <a:gd name="T2" fmla="*/ 0 w 56"/>
                  <a:gd name="T3" fmla="*/ 0 h 16"/>
                  <a:gd name="T4" fmla="*/ 0 w 56"/>
                  <a:gd name="T5" fmla="*/ 0 h 16"/>
                  <a:gd name="T6" fmla="*/ 0 w 56"/>
                  <a:gd name="T7" fmla="*/ 0 h 16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56"/>
                  <a:gd name="T13" fmla="*/ 0 h 16"/>
                  <a:gd name="T14" fmla="*/ 56 w 56"/>
                  <a:gd name="T15" fmla="*/ 16 h 1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56" h="16">
                    <a:moveTo>
                      <a:pt x="56" y="0"/>
                    </a:moveTo>
                    <a:lnTo>
                      <a:pt x="0" y="12"/>
                    </a:lnTo>
                    <a:lnTo>
                      <a:pt x="1" y="16"/>
                    </a:lnTo>
                    <a:lnTo>
                      <a:pt x="56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668" name="Line 1171">
                <a:extLst>
                  <a:ext uri="{FF2B5EF4-FFF2-40B4-BE49-F238E27FC236}">
                    <a16:creationId xmlns:a16="http://schemas.microsoft.com/office/drawing/2014/main" id="{D6F5EED8-2CCC-FDF6-4F94-04B61B07D64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166" y="3435"/>
                <a:ext cx="1" cy="1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669" name="Freeform 1172">
                <a:extLst>
                  <a:ext uri="{FF2B5EF4-FFF2-40B4-BE49-F238E27FC236}">
                    <a16:creationId xmlns:a16="http://schemas.microsoft.com/office/drawing/2014/main" id="{8ED43709-211D-B364-F11C-26A28F4C1A3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166" y="3431"/>
                <a:ext cx="21" cy="23"/>
              </a:xfrm>
              <a:custGeom>
                <a:avLst/>
                <a:gdLst>
                  <a:gd name="T0" fmla="*/ 0 w 147"/>
                  <a:gd name="T1" fmla="*/ 0 h 164"/>
                  <a:gd name="T2" fmla="*/ 0 w 147"/>
                  <a:gd name="T3" fmla="*/ 0 h 164"/>
                  <a:gd name="T4" fmla="*/ 0 w 147"/>
                  <a:gd name="T5" fmla="*/ 0 h 164"/>
                  <a:gd name="T6" fmla="*/ 0 w 147"/>
                  <a:gd name="T7" fmla="*/ 0 h 164"/>
                  <a:gd name="T8" fmla="*/ 0 w 147"/>
                  <a:gd name="T9" fmla="*/ 0 h 164"/>
                  <a:gd name="T10" fmla="*/ 0 w 147"/>
                  <a:gd name="T11" fmla="*/ 0 h 164"/>
                  <a:gd name="T12" fmla="*/ 0 w 147"/>
                  <a:gd name="T13" fmla="*/ 0 h 164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147"/>
                  <a:gd name="T22" fmla="*/ 0 h 164"/>
                  <a:gd name="T23" fmla="*/ 147 w 147"/>
                  <a:gd name="T24" fmla="*/ 164 h 164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147" h="164">
                    <a:moveTo>
                      <a:pt x="110" y="0"/>
                    </a:moveTo>
                    <a:lnTo>
                      <a:pt x="55" y="15"/>
                    </a:lnTo>
                    <a:lnTo>
                      <a:pt x="0" y="31"/>
                    </a:lnTo>
                    <a:lnTo>
                      <a:pt x="37" y="164"/>
                    </a:lnTo>
                    <a:lnTo>
                      <a:pt x="92" y="148"/>
                    </a:lnTo>
                    <a:lnTo>
                      <a:pt x="147" y="132"/>
                    </a:lnTo>
                    <a:lnTo>
                      <a:pt x="110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670" name="Freeform 1173">
                <a:extLst>
                  <a:ext uri="{FF2B5EF4-FFF2-40B4-BE49-F238E27FC236}">
                    <a16:creationId xmlns:a16="http://schemas.microsoft.com/office/drawing/2014/main" id="{184395A4-5155-A79C-A2C6-803F6B46330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166" y="3431"/>
                <a:ext cx="21" cy="23"/>
              </a:xfrm>
              <a:custGeom>
                <a:avLst/>
                <a:gdLst>
                  <a:gd name="T0" fmla="*/ 0 w 147"/>
                  <a:gd name="T1" fmla="*/ 0 h 164"/>
                  <a:gd name="T2" fmla="*/ 0 w 147"/>
                  <a:gd name="T3" fmla="*/ 0 h 164"/>
                  <a:gd name="T4" fmla="*/ 0 w 147"/>
                  <a:gd name="T5" fmla="*/ 0 h 164"/>
                  <a:gd name="T6" fmla="*/ 0 w 147"/>
                  <a:gd name="T7" fmla="*/ 0 h 164"/>
                  <a:gd name="T8" fmla="*/ 0 w 147"/>
                  <a:gd name="T9" fmla="*/ 0 h 164"/>
                  <a:gd name="T10" fmla="*/ 0 w 147"/>
                  <a:gd name="T11" fmla="*/ 0 h 164"/>
                  <a:gd name="T12" fmla="*/ 0 w 147"/>
                  <a:gd name="T13" fmla="*/ 0 h 164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147"/>
                  <a:gd name="T22" fmla="*/ 0 h 164"/>
                  <a:gd name="T23" fmla="*/ 147 w 147"/>
                  <a:gd name="T24" fmla="*/ 164 h 164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147" h="164">
                    <a:moveTo>
                      <a:pt x="110" y="0"/>
                    </a:moveTo>
                    <a:lnTo>
                      <a:pt x="55" y="15"/>
                    </a:lnTo>
                    <a:lnTo>
                      <a:pt x="0" y="31"/>
                    </a:lnTo>
                    <a:lnTo>
                      <a:pt x="37" y="164"/>
                    </a:lnTo>
                    <a:lnTo>
                      <a:pt x="92" y="148"/>
                    </a:lnTo>
                    <a:lnTo>
                      <a:pt x="147" y="132"/>
                    </a:lnTo>
                    <a:lnTo>
                      <a:pt x="110" y="0"/>
                    </a:lnTo>
                    <a:close/>
                  </a:path>
                </a:pathLst>
              </a:cu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671" name="Freeform 1174">
                <a:extLst>
                  <a:ext uri="{FF2B5EF4-FFF2-40B4-BE49-F238E27FC236}">
                    <a16:creationId xmlns:a16="http://schemas.microsoft.com/office/drawing/2014/main" id="{1398BCE5-CDC0-E95F-8D9A-FE26CB6556B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172" y="3452"/>
                <a:ext cx="8" cy="3"/>
              </a:xfrm>
              <a:custGeom>
                <a:avLst/>
                <a:gdLst>
                  <a:gd name="T0" fmla="*/ 0 w 55"/>
                  <a:gd name="T1" fmla="*/ 0 h 19"/>
                  <a:gd name="T2" fmla="*/ 0 w 55"/>
                  <a:gd name="T3" fmla="*/ 0 h 19"/>
                  <a:gd name="T4" fmla="*/ 0 w 55"/>
                  <a:gd name="T5" fmla="*/ 0 h 19"/>
                  <a:gd name="T6" fmla="*/ 0 w 55"/>
                  <a:gd name="T7" fmla="*/ 0 h 19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55"/>
                  <a:gd name="T13" fmla="*/ 0 h 19"/>
                  <a:gd name="T14" fmla="*/ 55 w 55"/>
                  <a:gd name="T15" fmla="*/ 19 h 19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55" h="19">
                    <a:moveTo>
                      <a:pt x="55" y="0"/>
                    </a:moveTo>
                    <a:lnTo>
                      <a:pt x="0" y="16"/>
                    </a:lnTo>
                    <a:lnTo>
                      <a:pt x="2" y="19"/>
                    </a:lnTo>
                    <a:lnTo>
                      <a:pt x="55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672" name="Line 1175">
                <a:extLst>
                  <a:ext uri="{FF2B5EF4-FFF2-40B4-BE49-F238E27FC236}">
                    <a16:creationId xmlns:a16="http://schemas.microsoft.com/office/drawing/2014/main" id="{B1437915-BF57-DDAF-BB7A-FB6846ACB20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172" y="3454"/>
                <a:ext cx="1" cy="1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673" name="Freeform 1176">
                <a:extLst>
                  <a:ext uri="{FF2B5EF4-FFF2-40B4-BE49-F238E27FC236}">
                    <a16:creationId xmlns:a16="http://schemas.microsoft.com/office/drawing/2014/main" id="{0D495EB0-D9FA-B10B-8D1E-6D82B4604B9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172" y="3449"/>
                <a:ext cx="22" cy="24"/>
              </a:xfrm>
              <a:custGeom>
                <a:avLst/>
                <a:gdLst>
                  <a:gd name="T0" fmla="*/ 0 w 153"/>
                  <a:gd name="T1" fmla="*/ 0 h 167"/>
                  <a:gd name="T2" fmla="*/ 0 w 153"/>
                  <a:gd name="T3" fmla="*/ 0 h 167"/>
                  <a:gd name="T4" fmla="*/ 0 w 153"/>
                  <a:gd name="T5" fmla="*/ 0 h 167"/>
                  <a:gd name="T6" fmla="*/ 0 w 153"/>
                  <a:gd name="T7" fmla="*/ 0 h 167"/>
                  <a:gd name="T8" fmla="*/ 0 w 153"/>
                  <a:gd name="T9" fmla="*/ 0 h 167"/>
                  <a:gd name="T10" fmla="*/ 0 w 153"/>
                  <a:gd name="T11" fmla="*/ 0 h 167"/>
                  <a:gd name="T12" fmla="*/ 0 w 153"/>
                  <a:gd name="T13" fmla="*/ 0 h 167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153"/>
                  <a:gd name="T22" fmla="*/ 0 h 167"/>
                  <a:gd name="T23" fmla="*/ 153 w 153"/>
                  <a:gd name="T24" fmla="*/ 167 h 167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153" h="167">
                    <a:moveTo>
                      <a:pt x="105" y="0"/>
                    </a:moveTo>
                    <a:lnTo>
                      <a:pt x="53" y="19"/>
                    </a:lnTo>
                    <a:lnTo>
                      <a:pt x="0" y="38"/>
                    </a:lnTo>
                    <a:lnTo>
                      <a:pt x="47" y="167"/>
                    </a:lnTo>
                    <a:lnTo>
                      <a:pt x="100" y="148"/>
                    </a:lnTo>
                    <a:lnTo>
                      <a:pt x="153" y="129"/>
                    </a:lnTo>
                    <a:lnTo>
                      <a:pt x="105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674" name="Freeform 1177">
                <a:extLst>
                  <a:ext uri="{FF2B5EF4-FFF2-40B4-BE49-F238E27FC236}">
                    <a16:creationId xmlns:a16="http://schemas.microsoft.com/office/drawing/2014/main" id="{DBFC5CD4-E4DB-C549-3094-503EBF20CCC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172" y="3449"/>
                <a:ext cx="22" cy="24"/>
              </a:xfrm>
              <a:custGeom>
                <a:avLst/>
                <a:gdLst>
                  <a:gd name="T0" fmla="*/ 0 w 153"/>
                  <a:gd name="T1" fmla="*/ 0 h 167"/>
                  <a:gd name="T2" fmla="*/ 0 w 153"/>
                  <a:gd name="T3" fmla="*/ 0 h 167"/>
                  <a:gd name="T4" fmla="*/ 0 w 153"/>
                  <a:gd name="T5" fmla="*/ 0 h 167"/>
                  <a:gd name="T6" fmla="*/ 0 w 153"/>
                  <a:gd name="T7" fmla="*/ 0 h 167"/>
                  <a:gd name="T8" fmla="*/ 0 w 153"/>
                  <a:gd name="T9" fmla="*/ 0 h 167"/>
                  <a:gd name="T10" fmla="*/ 0 w 153"/>
                  <a:gd name="T11" fmla="*/ 0 h 167"/>
                  <a:gd name="T12" fmla="*/ 0 w 153"/>
                  <a:gd name="T13" fmla="*/ 0 h 167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153"/>
                  <a:gd name="T22" fmla="*/ 0 h 167"/>
                  <a:gd name="T23" fmla="*/ 153 w 153"/>
                  <a:gd name="T24" fmla="*/ 167 h 167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153" h="167">
                    <a:moveTo>
                      <a:pt x="105" y="0"/>
                    </a:moveTo>
                    <a:lnTo>
                      <a:pt x="53" y="19"/>
                    </a:lnTo>
                    <a:lnTo>
                      <a:pt x="0" y="38"/>
                    </a:lnTo>
                    <a:lnTo>
                      <a:pt x="47" y="167"/>
                    </a:lnTo>
                    <a:lnTo>
                      <a:pt x="100" y="148"/>
                    </a:lnTo>
                    <a:lnTo>
                      <a:pt x="153" y="129"/>
                    </a:lnTo>
                    <a:lnTo>
                      <a:pt x="105" y="0"/>
                    </a:lnTo>
                    <a:close/>
                  </a:path>
                </a:pathLst>
              </a:cu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675" name="Freeform 1178">
                <a:extLst>
                  <a:ext uri="{FF2B5EF4-FFF2-40B4-BE49-F238E27FC236}">
                    <a16:creationId xmlns:a16="http://schemas.microsoft.com/office/drawing/2014/main" id="{147EA39A-2060-26DF-8614-85DEEC12CD3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179" y="3470"/>
                <a:ext cx="7" cy="4"/>
              </a:xfrm>
              <a:custGeom>
                <a:avLst/>
                <a:gdLst>
                  <a:gd name="T0" fmla="*/ 0 w 53"/>
                  <a:gd name="T1" fmla="*/ 0 h 24"/>
                  <a:gd name="T2" fmla="*/ 0 w 53"/>
                  <a:gd name="T3" fmla="*/ 0 h 24"/>
                  <a:gd name="T4" fmla="*/ 0 w 53"/>
                  <a:gd name="T5" fmla="*/ 0 h 24"/>
                  <a:gd name="T6" fmla="*/ 0 w 53"/>
                  <a:gd name="T7" fmla="*/ 0 h 24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53"/>
                  <a:gd name="T13" fmla="*/ 0 h 24"/>
                  <a:gd name="T14" fmla="*/ 53 w 53"/>
                  <a:gd name="T15" fmla="*/ 24 h 24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53" h="24">
                    <a:moveTo>
                      <a:pt x="53" y="0"/>
                    </a:moveTo>
                    <a:lnTo>
                      <a:pt x="0" y="19"/>
                    </a:lnTo>
                    <a:lnTo>
                      <a:pt x="1" y="24"/>
                    </a:lnTo>
                    <a:lnTo>
                      <a:pt x="53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676" name="Line 1179">
                <a:extLst>
                  <a:ext uri="{FF2B5EF4-FFF2-40B4-BE49-F238E27FC236}">
                    <a16:creationId xmlns:a16="http://schemas.microsoft.com/office/drawing/2014/main" id="{7B9D6AE6-D76D-2710-095C-88AD90E5161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179" y="3473"/>
                <a:ext cx="1" cy="1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677" name="Freeform 1180">
                <a:extLst>
                  <a:ext uri="{FF2B5EF4-FFF2-40B4-BE49-F238E27FC236}">
                    <a16:creationId xmlns:a16="http://schemas.microsoft.com/office/drawing/2014/main" id="{A0416FA8-765B-8B91-F23D-FB9FB17EA35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179" y="3467"/>
                <a:ext cx="23" cy="24"/>
              </a:xfrm>
              <a:custGeom>
                <a:avLst/>
                <a:gdLst>
                  <a:gd name="T0" fmla="*/ 0 w 161"/>
                  <a:gd name="T1" fmla="*/ 0 h 172"/>
                  <a:gd name="T2" fmla="*/ 0 w 161"/>
                  <a:gd name="T3" fmla="*/ 0 h 172"/>
                  <a:gd name="T4" fmla="*/ 0 w 161"/>
                  <a:gd name="T5" fmla="*/ 0 h 172"/>
                  <a:gd name="T6" fmla="*/ 0 w 161"/>
                  <a:gd name="T7" fmla="*/ 0 h 172"/>
                  <a:gd name="T8" fmla="*/ 0 w 161"/>
                  <a:gd name="T9" fmla="*/ 0 h 172"/>
                  <a:gd name="T10" fmla="*/ 0 w 161"/>
                  <a:gd name="T11" fmla="*/ 0 h 172"/>
                  <a:gd name="T12" fmla="*/ 0 w 161"/>
                  <a:gd name="T13" fmla="*/ 0 h 172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161"/>
                  <a:gd name="T22" fmla="*/ 0 h 172"/>
                  <a:gd name="T23" fmla="*/ 161 w 161"/>
                  <a:gd name="T24" fmla="*/ 172 h 172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161" h="172">
                    <a:moveTo>
                      <a:pt x="103" y="0"/>
                    </a:moveTo>
                    <a:lnTo>
                      <a:pt x="52" y="24"/>
                    </a:lnTo>
                    <a:lnTo>
                      <a:pt x="0" y="48"/>
                    </a:lnTo>
                    <a:lnTo>
                      <a:pt x="57" y="172"/>
                    </a:lnTo>
                    <a:lnTo>
                      <a:pt x="109" y="149"/>
                    </a:lnTo>
                    <a:lnTo>
                      <a:pt x="161" y="125"/>
                    </a:lnTo>
                    <a:lnTo>
                      <a:pt x="103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678" name="Freeform 1181">
                <a:extLst>
                  <a:ext uri="{FF2B5EF4-FFF2-40B4-BE49-F238E27FC236}">
                    <a16:creationId xmlns:a16="http://schemas.microsoft.com/office/drawing/2014/main" id="{22B14AA4-9AE0-9896-E019-99CFC778CA7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179" y="3467"/>
                <a:ext cx="23" cy="24"/>
              </a:xfrm>
              <a:custGeom>
                <a:avLst/>
                <a:gdLst>
                  <a:gd name="T0" fmla="*/ 0 w 161"/>
                  <a:gd name="T1" fmla="*/ 0 h 172"/>
                  <a:gd name="T2" fmla="*/ 0 w 161"/>
                  <a:gd name="T3" fmla="*/ 0 h 172"/>
                  <a:gd name="T4" fmla="*/ 0 w 161"/>
                  <a:gd name="T5" fmla="*/ 0 h 172"/>
                  <a:gd name="T6" fmla="*/ 0 w 161"/>
                  <a:gd name="T7" fmla="*/ 0 h 172"/>
                  <a:gd name="T8" fmla="*/ 0 w 161"/>
                  <a:gd name="T9" fmla="*/ 0 h 172"/>
                  <a:gd name="T10" fmla="*/ 0 w 161"/>
                  <a:gd name="T11" fmla="*/ 0 h 172"/>
                  <a:gd name="T12" fmla="*/ 0 w 161"/>
                  <a:gd name="T13" fmla="*/ 0 h 172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161"/>
                  <a:gd name="T22" fmla="*/ 0 h 172"/>
                  <a:gd name="T23" fmla="*/ 161 w 161"/>
                  <a:gd name="T24" fmla="*/ 172 h 172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161" h="172">
                    <a:moveTo>
                      <a:pt x="103" y="0"/>
                    </a:moveTo>
                    <a:lnTo>
                      <a:pt x="52" y="24"/>
                    </a:lnTo>
                    <a:lnTo>
                      <a:pt x="0" y="48"/>
                    </a:lnTo>
                    <a:lnTo>
                      <a:pt x="57" y="172"/>
                    </a:lnTo>
                    <a:lnTo>
                      <a:pt x="109" y="149"/>
                    </a:lnTo>
                    <a:lnTo>
                      <a:pt x="161" y="125"/>
                    </a:lnTo>
                    <a:lnTo>
                      <a:pt x="103" y="0"/>
                    </a:lnTo>
                    <a:close/>
                  </a:path>
                </a:pathLst>
              </a:cu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679" name="Freeform 1182">
                <a:extLst>
                  <a:ext uri="{FF2B5EF4-FFF2-40B4-BE49-F238E27FC236}">
                    <a16:creationId xmlns:a16="http://schemas.microsoft.com/office/drawing/2014/main" id="{9AB8C81E-2F7F-1A93-9039-227B489975F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187" y="3488"/>
                <a:ext cx="7" cy="4"/>
              </a:xfrm>
              <a:custGeom>
                <a:avLst/>
                <a:gdLst>
                  <a:gd name="T0" fmla="*/ 0 w 52"/>
                  <a:gd name="T1" fmla="*/ 0 h 28"/>
                  <a:gd name="T2" fmla="*/ 0 w 52"/>
                  <a:gd name="T3" fmla="*/ 0 h 28"/>
                  <a:gd name="T4" fmla="*/ 0 w 52"/>
                  <a:gd name="T5" fmla="*/ 0 h 28"/>
                  <a:gd name="T6" fmla="*/ 0 w 52"/>
                  <a:gd name="T7" fmla="*/ 0 h 28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52"/>
                  <a:gd name="T13" fmla="*/ 0 h 28"/>
                  <a:gd name="T14" fmla="*/ 52 w 52"/>
                  <a:gd name="T15" fmla="*/ 28 h 28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52" h="28">
                    <a:moveTo>
                      <a:pt x="52" y="0"/>
                    </a:moveTo>
                    <a:lnTo>
                      <a:pt x="0" y="23"/>
                    </a:lnTo>
                    <a:lnTo>
                      <a:pt x="3" y="28"/>
                    </a:lnTo>
                    <a:lnTo>
                      <a:pt x="52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680" name="Line 1183">
                <a:extLst>
                  <a:ext uri="{FF2B5EF4-FFF2-40B4-BE49-F238E27FC236}">
                    <a16:creationId xmlns:a16="http://schemas.microsoft.com/office/drawing/2014/main" id="{876D7DD4-C35B-D005-2AF3-AD830C9A21C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187" y="3491"/>
                <a:ext cx="1" cy="1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681" name="Freeform 1184">
                <a:extLst>
                  <a:ext uri="{FF2B5EF4-FFF2-40B4-BE49-F238E27FC236}">
                    <a16:creationId xmlns:a16="http://schemas.microsoft.com/office/drawing/2014/main" id="{3F0E6E33-D033-AA37-5C3D-A90E02710FC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187" y="3484"/>
                <a:ext cx="24" cy="25"/>
              </a:xfrm>
              <a:custGeom>
                <a:avLst/>
                <a:gdLst>
                  <a:gd name="T0" fmla="*/ 0 w 166"/>
                  <a:gd name="T1" fmla="*/ 0 h 177"/>
                  <a:gd name="T2" fmla="*/ 0 w 166"/>
                  <a:gd name="T3" fmla="*/ 0 h 177"/>
                  <a:gd name="T4" fmla="*/ 0 w 166"/>
                  <a:gd name="T5" fmla="*/ 0 h 177"/>
                  <a:gd name="T6" fmla="*/ 0 w 166"/>
                  <a:gd name="T7" fmla="*/ 0 h 177"/>
                  <a:gd name="T8" fmla="*/ 0 w 166"/>
                  <a:gd name="T9" fmla="*/ 0 h 177"/>
                  <a:gd name="T10" fmla="*/ 0 w 166"/>
                  <a:gd name="T11" fmla="*/ 0 h 177"/>
                  <a:gd name="T12" fmla="*/ 0 w 166"/>
                  <a:gd name="T13" fmla="*/ 0 h 177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166"/>
                  <a:gd name="T22" fmla="*/ 0 h 177"/>
                  <a:gd name="T23" fmla="*/ 166 w 166"/>
                  <a:gd name="T24" fmla="*/ 177 h 177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166" h="177">
                    <a:moveTo>
                      <a:pt x="98" y="0"/>
                    </a:moveTo>
                    <a:lnTo>
                      <a:pt x="49" y="29"/>
                    </a:lnTo>
                    <a:lnTo>
                      <a:pt x="0" y="57"/>
                    </a:lnTo>
                    <a:lnTo>
                      <a:pt x="67" y="177"/>
                    </a:lnTo>
                    <a:lnTo>
                      <a:pt x="116" y="149"/>
                    </a:lnTo>
                    <a:lnTo>
                      <a:pt x="166" y="121"/>
                    </a:lnTo>
                    <a:lnTo>
                      <a:pt x="98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682" name="Freeform 1185">
                <a:extLst>
                  <a:ext uri="{FF2B5EF4-FFF2-40B4-BE49-F238E27FC236}">
                    <a16:creationId xmlns:a16="http://schemas.microsoft.com/office/drawing/2014/main" id="{A81CFF08-AE31-144C-65BE-4BBF9F8F59A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187" y="3484"/>
                <a:ext cx="24" cy="25"/>
              </a:xfrm>
              <a:custGeom>
                <a:avLst/>
                <a:gdLst>
                  <a:gd name="T0" fmla="*/ 0 w 166"/>
                  <a:gd name="T1" fmla="*/ 0 h 177"/>
                  <a:gd name="T2" fmla="*/ 0 w 166"/>
                  <a:gd name="T3" fmla="*/ 0 h 177"/>
                  <a:gd name="T4" fmla="*/ 0 w 166"/>
                  <a:gd name="T5" fmla="*/ 0 h 177"/>
                  <a:gd name="T6" fmla="*/ 0 w 166"/>
                  <a:gd name="T7" fmla="*/ 0 h 177"/>
                  <a:gd name="T8" fmla="*/ 0 w 166"/>
                  <a:gd name="T9" fmla="*/ 0 h 177"/>
                  <a:gd name="T10" fmla="*/ 0 w 166"/>
                  <a:gd name="T11" fmla="*/ 0 h 177"/>
                  <a:gd name="T12" fmla="*/ 0 w 166"/>
                  <a:gd name="T13" fmla="*/ 0 h 177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166"/>
                  <a:gd name="T22" fmla="*/ 0 h 177"/>
                  <a:gd name="T23" fmla="*/ 166 w 166"/>
                  <a:gd name="T24" fmla="*/ 177 h 177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166" h="177">
                    <a:moveTo>
                      <a:pt x="98" y="0"/>
                    </a:moveTo>
                    <a:lnTo>
                      <a:pt x="49" y="29"/>
                    </a:lnTo>
                    <a:lnTo>
                      <a:pt x="0" y="57"/>
                    </a:lnTo>
                    <a:lnTo>
                      <a:pt x="67" y="177"/>
                    </a:lnTo>
                    <a:lnTo>
                      <a:pt x="116" y="149"/>
                    </a:lnTo>
                    <a:lnTo>
                      <a:pt x="166" y="121"/>
                    </a:lnTo>
                    <a:lnTo>
                      <a:pt x="98" y="0"/>
                    </a:lnTo>
                    <a:close/>
                  </a:path>
                </a:pathLst>
              </a:cu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683" name="Freeform 1186">
                <a:extLst>
                  <a:ext uri="{FF2B5EF4-FFF2-40B4-BE49-F238E27FC236}">
                    <a16:creationId xmlns:a16="http://schemas.microsoft.com/office/drawing/2014/main" id="{58ABFCF3-0ACF-0F47-3E17-A0D18AF584B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197" y="3505"/>
                <a:ext cx="7" cy="5"/>
              </a:xfrm>
              <a:custGeom>
                <a:avLst/>
                <a:gdLst>
                  <a:gd name="T0" fmla="*/ 0 w 49"/>
                  <a:gd name="T1" fmla="*/ 0 h 31"/>
                  <a:gd name="T2" fmla="*/ 0 w 49"/>
                  <a:gd name="T3" fmla="*/ 0 h 31"/>
                  <a:gd name="T4" fmla="*/ 0 w 49"/>
                  <a:gd name="T5" fmla="*/ 0 h 31"/>
                  <a:gd name="T6" fmla="*/ 0 w 49"/>
                  <a:gd name="T7" fmla="*/ 0 h 31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49"/>
                  <a:gd name="T13" fmla="*/ 0 h 31"/>
                  <a:gd name="T14" fmla="*/ 49 w 49"/>
                  <a:gd name="T15" fmla="*/ 31 h 31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49" h="31">
                    <a:moveTo>
                      <a:pt x="49" y="0"/>
                    </a:moveTo>
                    <a:lnTo>
                      <a:pt x="0" y="28"/>
                    </a:lnTo>
                    <a:lnTo>
                      <a:pt x="2" y="31"/>
                    </a:lnTo>
                    <a:lnTo>
                      <a:pt x="49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684" name="Line 1187">
                <a:extLst>
                  <a:ext uri="{FF2B5EF4-FFF2-40B4-BE49-F238E27FC236}">
                    <a16:creationId xmlns:a16="http://schemas.microsoft.com/office/drawing/2014/main" id="{0148E899-A5E0-2DA9-8C97-5135D058A9F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197" y="3509"/>
                <a:ext cx="1" cy="1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685" name="Freeform 1188">
                <a:extLst>
                  <a:ext uri="{FF2B5EF4-FFF2-40B4-BE49-F238E27FC236}">
                    <a16:creationId xmlns:a16="http://schemas.microsoft.com/office/drawing/2014/main" id="{99AE45C6-A8FE-14D4-1F03-B3FFB4D66CD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197" y="3501"/>
                <a:ext cx="25" cy="25"/>
              </a:xfrm>
              <a:custGeom>
                <a:avLst/>
                <a:gdLst>
                  <a:gd name="T0" fmla="*/ 0 w 171"/>
                  <a:gd name="T1" fmla="*/ 0 h 176"/>
                  <a:gd name="T2" fmla="*/ 0 w 171"/>
                  <a:gd name="T3" fmla="*/ 0 h 176"/>
                  <a:gd name="T4" fmla="*/ 0 w 171"/>
                  <a:gd name="T5" fmla="*/ 0 h 176"/>
                  <a:gd name="T6" fmla="*/ 0 w 171"/>
                  <a:gd name="T7" fmla="*/ 0 h 176"/>
                  <a:gd name="T8" fmla="*/ 0 w 171"/>
                  <a:gd name="T9" fmla="*/ 0 h 176"/>
                  <a:gd name="T10" fmla="*/ 0 w 171"/>
                  <a:gd name="T11" fmla="*/ 0 h 176"/>
                  <a:gd name="T12" fmla="*/ 0 w 171"/>
                  <a:gd name="T13" fmla="*/ 0 h 17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171"/>
                  <a:gd name="T22" fmla="*/ 0 h 176"/>
                  <a:gd name="T23" fmla="*/ 171 w 171"/>
                  <a:gd name="T24" fmla="*/ 176 h 17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171" h="176">
                    <a:moveTo>
                      <a:pt x="95" y="0"/>
                    </a:moveTo>
                    <a:lnTo>
                      <a:pt x="47" y="32"/>
                    </a:lnTo>
                    <a:lnTo>
                      <a:pt x="0" y="63"/>
                    </a:lnTo>
                    <a:lnTo>
                      <a:pt x="77" y="176"/>
                    </a:lnTo>
                    <a:lnTo>
                      <a:pt x="124" y="145"/>
                    </a:lnTo>
                    <a:lnTo>
                      <a:pt x="171" y="113"/>
                    </a:lnTo>
                    <a:lnTo>
                      <a:pt x="95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686" name="Freeform 1189">
                <a:extLst>
                  <a:ext uri="{FF2B5EF4-FFF2-40B4-BE49-F238E27FC236}">
                    <a16:creationId xmlns:a16="http://schemas.microsoft.com/office/drawing/2014/main" id="{08D4CC40-C1DC-00E0-7BC0-DC1187320D6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197" y="3501"/>
                <a:ext cx="25" cy="25"/>
              </a:xfrm>
              <a:custGeom>
                <a:avLst/>
                <a:gdLst>
                  <a:gd name="T0" fmla="*/ 0 w 171"/>
                  <a:gd name="T1" fmla="*/ 0 h 176"/>
                  <a:gd name="T2" fmla="*/ 0 w 171"/>
                  <a:gd name="T3" fmla="*/ 0 h 176"/>
                  <a:gd name="T4" fmla="*/ 0 w 171"/>
                  <a:gd name="T5" fmla="*/ 0 h 176"/>
                  <a:gd name="T6" fmla="*/ 0 w 171"/>
                  <a:gd name="T7" fmla="*/ 0 h 176"/>
                  <a:gd name="T8" fmla="*/ 0 w 171"/>
                  <a:gd name="T9" fmla="*/ 0 h 176"/>
                  <a:gd name="T10" fmla="*/ 0 w 171"/>
                  <a:gd name="T11" fmla="*/ 0 h 176"/>
                  <a:gd name="T12" fmla="*/ 0 w 171"/>
                  <a:gd name="T13" fmla="*/ 0 h 17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171"/>
                  <a:gd name="T22" fmla="*/ 0 h 176"/>
                  <a:gd name="T23" fmla="*/ 171 w 171"/>
                  <a:gd name="T24" fmla="*/ 176 h 17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171" h="176">
                    <a:moveTo>
                      <a:pt x="95" y="0"/>
                    </a:moveTo>
                    <a:lnTo>
                      <a:pt x="47" y="32"/>
                    </a:lnTo>
                    <a:lnTo>
                      <a:pt x="0" y="63"/>
                    </a:lnTo>
                    <a:lnTo>
                      <a:pt x="77" y="176"/>
                    </a:lnTo>
                    <a:lnTo>
                      <a:pt x="124" y="145"/>
                    </a:lnTo>
                    <a:lnTo>
                      <a:pt x="171" y="113"/>
                    </a:lnTo>
                    <a:lnTo>
                      <a:pt x="95" y="0"/>
                    </a:lnTo>
                    <a:close/>
                  </a:path>
                </a:pathLst>
              </a:cu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687" name="Freeform 1190">
                <a:extLst>
                  <a:ext uri="{FF2B5EF4-FFF2-40B4-BE49-F238E27FC236}">
                    <a16:creationId xmlns:a16="http://schemas.microsoft.com/office/drawing/2014/main" id="{5FBEE303-22E6-9303-9CAF-C1E9105CCEF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208" y="3521"/>
                <a:ext cx="7" cy="5"/>
              </a:xfrm>
              <a:custGeom>
                <a:avLst/>
                <a:gdLst>
                  <a:gd name="T0" fmla="*/ 0 w 47"/>
                  <a:gd name="T1" fmla="*/ 0 h 35"/>
                  <a:gd name="T2" fmla="*/ 0 w 47"/>
                  <a:gd name="T3" fmla="*/ 0 h 35"/>
                  <a:gd name="T4" fmla="*/ 0 w 47"/>
                  <a:gd name="T5" fmla="*/ 0 h 35"/>
                  <a:gd name="T6" fmla="*/ 0 w 47"/>
                  <a:gd name="T7" fmla="*/ 0 h 35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47"/>
                  <a:gd name="T13" fmla="*/ 0 h 35"/>
                  <a:gd name="T14" fmla="*/ 47 w 47"/>
                  <a:gd name="T15" fmla="*/ 35 h 35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47" h="35">
                    <a:moveTo>
                      <a:pt x="47" y="0"/>
                    </a:moveTo>
                    <a:lnTo>
                      <a:pt x="0" y="31"/>
                    </a:lnTo>
                    <a:lnTo>
                      <a:pt x="2" y="35"/>
                    </a:lnTo>
                    <a:lnTo>
                      <a:pt x="47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688" name="Line 1191">
                <a:extLst>
                  <a:ext uri="{FF2B5EF4-FFF2-40B4-BE49-F238E27FC236}">
                    <a16:creationId xmlns:a16="http://schemas.microsoft.com/office/drawing/2014/main" id="{646CA0FB-1D71-BA11-E320-6884BFCE7CE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208" y="3526"/>
                <a:ext cx="1" cy="1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689" name="Freeform 1192">
                <a:extLst>
                  <a:ext uri="{FF2B5EF4-FFF2-40B4-BE49-F238E27FC236}">
                    <a16:creationId xmlns:a16="http://schemas.microsoft.com/office/drawing/2014/main" id="{0B0DD9C4-41E0-4622-D03B-8E0DD267A78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209" y="3516"/>
                <a:ext cx="25" cy="26"/>
              </a:xfrm>
              <a:custGeom>
                <a:avLst/>
                <a:gdLst>
                  <a:gd name="T0" fmla="*/ 0 w 175"/>
                  <a:gd name="T1" fmla="*/ 0 h 177"/>
                  <a:gd name="T2" fmla="*/ 0 w 175"/>
                  <a:gd name="T3" fmla="*/ 0 h 177"/>
                  <a:gd name="T4" fmla="*/ 0 w 175"/>
                  <a:gd name="T5" fmla="*/ 0 h 177"/>
                  <a:gd name="T6" fmla="*/ 0 w 175"/>
                  <a:gd name="T7" fmla="*/ 0 h 177"/>
                  <a:gd name="T8" fmla="*/ 0 w 175"/>
                  <a:gd name="T9" fmla="*/ 0 h 177"/>
                  <a:gd name="T10" fmla="*/ 0 w 175"/>
                  <a:gd name="T11" fmla="*/ 0 h 177"/>
                  <a:gd name="T12" fmla="*/ 0 w 175"/>
                  <a:gd name="T13" fmla="*/ 0 h 177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175"/>
                  <a:gd name="T22" fmla="*/ 0 h 177"/>
                  <a:gd name="T23" fmla="*/ 175 w 175"/>
                  <a:gd name="T24" fmla="*/ 177 h 177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175" h="177">
                    <a:moveTo>
                      <a:pt x="90" y="0"/>
                    </a:moveTo>
                    <a:lnTo>
                      <a:pt x="45" y="35"/>
                    </a:lnTo>
                    <a:lnTo>
                      <a:pt x="0" y="70"/>
                    </a:lnTo>
                    <a:lnTo>
                      <a:pt x="85" y="177"/>
                    </a:lnTo>
                    <a:lnTo>
                      <a:pt x="130" y="143"/>
                    </a:lnTo>
                    <a:lnTo>
                      <a:pt x="175" y="108"/>
                    </a:lnTo>
                    <a:lnTo>
                      <a:pt x="90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690" name="Freeform 1193">
                <a:extLst>
                  <a:ext uri="{FF2B5EF4-FFF2-40B4-BE49-F238E27FC236}">
                    <a16:creationId xmlns:a16="http://schemas.microsoft.com/office/drawing/2014/main" id="{465B912B-186E-B55F-EE39-9529E891824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209" y="3516"/>
                <a:ext cx="25" cy="26"/>
              </a:xfrm>
              <a:custGeom>
                <a:avLst/>
                <a:gdLst>
                  <a:gd name="T0" fmla="*/ 0 w 175"/>
                  <a:gd name="T1" fmla="*/ 0 h 177"/>
                  <a:gd name="T2" fmla="*/ 0 w 175"/>
                  <a:gd name="T3" fmla="*/ 0 h 177"/>
                  <a:gd name="T4" fmla="*/ 0 w 175"/>
                  <a:gd name="T5" fmla="*/ 0 h 177"/>
                  <a:gd name="T6" fmla="*/ 0 w 175"/>
                  <a:gd name="T7" fmla="*/ 0 h 177"/>
                  <a:gd name="T8" fmla="*/ 0 w 175"/>
                  <a:gd name="T9" fmla="*/ 0 h 177"/>
                  <a:gd name="T10" fmla="*/ 0 w 175"/>
                  <a:gd name="T11" fmla="*/ 0 h 177"/>
                  <a:gd name="T12" fmla="*/ 0 w 175"/>
                  <a:gd name="T13" fmla="*/ 0 h 177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175"/>
                  <a:gd name="T22" fmla="*/ 0 h 177"/>
                  <a:gd name="T23" fmla="*/ 175 w 175"/>
                  <a:gd name="T24" fmla="*/ 177 h 177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175" h="177">
                    <a:moveTo>
                      <a:pt x="90" y="0"/>
                    </a:moveTo>
                    <a:lnTo>
                      <a:pt x="45" y="35"/>
                    </a:lnTo>
                    <a:lnTo>
                      <a:pt x="0" y="70"/>
                    </a:lnTo>
                    <a:lnTo>
                      <a:pt x="85" y="177"/>
                    </a:lnTo>
                    <a:lnTo>
                      <a:pt x="130" y="143"/>
                    </a:lnTo>
                    <a:lnTo>
                      <a:pt x="175" y="108"/>
                    </a:lnTo>
                    <a:lnTo>
                      <a:pt x="90" y="0"/>
                    </a:lnTo>
                    <a:close/>
                  </a:path>
                </a:pathLst>
              </a:cu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691" name="Freeform 1194">
                <a:extLst>
                  <a:ext uri="{FF2B5EF4-FFF2-40B4-BE49-F238E27FC236}">
                    <a16:creationId xmlns:a16="http://schemas.microsoft.com/office/drawing/2014/main" id="{F9D6DDB9-D21A-7322-DBB8-1A4461D0D7F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221" y="3537"/>
                <a:ext cx="6" cy="5"/>
              </a:xfrm>
              <a:custGeom>
                <a:avLst/>
                <a:gdLst>
                  <a:gd name="T0" fmla="*/ 0 w 45"/>
                  <a:gd name="T1" fmla="*/ 0 h 38"/>
                  <a:gd name="T2" fmla="*/ 0 w 45"/>
                  <a:gd name="T3" fmla="*/ 0 h 38"/>
                  <a:gd name="T4" fmla="*/ 0 w 45"/>
                  <a:gd name="T5" fmla="*/ 0 h 38"/>
                  <a:gd name="T6" fmla="*/ 0 w 45"/>
                  <a:gd name="T7" fmla="*/ 0 h 38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45"/>
                  <a:gd name="T13" fmla="*/ 0 h 38"/>
                  <a:gd name="T14" fmla="*/ 45 w 45"/>
                  <a:gd name="T15" fmla="*/ 38 h 38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45" h="38">
                    <a:moveTo>
                      <a:pt x="45" y="0"/>
                    </a:moveTo>
                    <a:lnTo>
                      <a:pt x="0" y="34"/>
                    </a:lnTo>
                    <a:lnTo>
                      <a:pt x="3" y="38"/>
                    </a:lnTo>
                    <a:lnTo>
                      <a:pt x="45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692" name="Line 1195">
                <a:extLst>
                  <a:ext uri="{FF2B5EF4-FFF2-40B4-BE49-F238E27FC236}">
                    <a16:creationId xmlns:a16="http://schemas.microsoft.com/office/drawing/2014/main" id="{76B685A4-604C-FAD0-EDEE-DF5BA0AE157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221" y="3542"/>
                <a:ext cx="1" cy="1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693" name="Freeform 1196">
                <a:extLst>
                  <a:ext uri="{FF2B5EF4-FFF2-40B4-BE49-F238E27FC236}">
                    <a16:creationId xmlns:a16="http://schemas.microsoft.com/office/drawing/2014/main" id="{9B67F953-4711-DE2A-A33F-27D01A67A23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221" y="3531"/>
                <a:ext cx="25" cy="26"/>
              </a:xfrm>
              <a:custGeom>
                <a:avLst/>
                <a:gdLst>
                  <a:gd name="T0" fmla="*/ 0 w 177"/>
                  <a:gd name="T1" fmla="*/ 0 h 178"/>
                  <a:gd name="T2" fmla="*/ 0 w 177"/>
                  <a:gd name="T3" fmla="*/ 0 h 178"/>
                  <a:gd name="T4" fmla="*/ 0 w 177"/>
                  <a:gd name="T5" fmla="*/ 0 h 178"/>
                  <a:gd name="T6" fmla="*/ 0 w 177"/>
                  <a:gd name="T7" fmla="*/ 0 h 178"/>
                  <a:gd name="T8" fmla="*/ 0 w 177"/>
                  <a:gd name="T9" fmla="*/ 0 h 178"/>
                  <a:gd name="T10" fmla="*/ 0 w 177"/>
                  <a:gd name="T11" fmla="*/ 0 h 178"/>
                  <a:gd name="T12" fmla="*/ 0 w 177"/>
                  <a:gd name="T13" fmla="*/ 0 h 178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177"/>
                  <a:gd name="T22" fmla="*/ 0 h 178"/>
                  <a:gd name="T23" fmla="*/ 177 w 177"/>
                  <a:gd name="T24" fmla="*/ 178 h 178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177" h="178">
                    <a:moveTo>
                      <a:pt x="84" y="0"/>
                    </a:moveTo>
                    <a:lnTo>
                      <a:pt x="42" y="39"/>
                    </a:lnTo>
                    <a:lnTo>
                      <a:pt x="0" y="77"/>
                    </a:lnTo>
                    <a:lnTo>
                      <a:pt x="94" y="178"/>
                    </a:lnTo>
                    <a:lnTo>
                      <a:pt x="135" y="140"/>
                    </a:lnTo>
                    <a:lnTo>
                      <a:pt x="177" y="101"/>
                    </a:lnTo>
                    <a:lnTo>
                      <a:pt x="84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694" name="Freeform 1197">
                <a:extLst>
                  <a:ext uri="{FF2B5EF4-FFF2-40B4-BE49-F238E27FC236}">
                    <a16:creationId xmlns:a16="http://schemas.microsoft.com/office/drawing/2014/main" id="{B1A31CAC-282C-D8EF-D39D-478769F9AC2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221" y="3531"/>
                <a:ext cx="25" cy="26"/>
              </a:xfrm>
              <a:custGeom>
                <a:avLst/>
                <a:gdLst>
                  <a:gd name="T0" fmla="*/ 0 w 177"/>
                  <a:gd name="T1" fmla="*/ 0 h 178"/>
                  <a:gd name="T2" fmla="*/ 0 w 177"/>
                  <a:gd name="T3" fmla="*/ 0 h 178"/>
                  <a:gd name="T4" fmla="*/ 0 w 177"/>
                  <a:gd name="T5" fmla="*/ 0 h 178"/>
                  <a:gd name="T6" fmla="*/ 0 w 177"/>
                  <a:gd name="T7" fmla="*/ 0 h 178"/>
                  <a:gd name="T8" fmla="*/ 0 w 177"/>
                  <a:gd name="T9" fmla="*/ 0 h 178"/>
                  <a:gd name="T10" fmla="*/ 0 w 177"/>
                  <a:gd name="T11" fmla="*/ 0 h 178"/>
                  <a:gd name="T12" fmla="*/ 0 w 177"/>
                  <a:gd name="T13" fmla="*/ 0 h 178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177"/>
                  <a:gd name="T22" fmla="*/ 0 h 178"/>
                  <a:gd name="T23" fmla="*/ 177 w 177"/>
                  <a:gd name="T24" fmla="*/ 178 h 178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177" h="178">
                    <a:moveTo>
                      <a:pt x="84" y="0"/>
                    </a:moveTo>
                    <a:lnTo>
                      <a:pt x="42" y="39"/>
                    </a:lnTo>
                    <a:lnTo>
                      <a:pt x="0" y="77"/>
                    </a:lnTo>
                    <a:lnTo>
                      <a:pt x="94" y="178"/>
                    </a:lnTo>
                    <a:lnTo>
                      <a:pt x="135" y="140"/>
                    </a:lnTo>
                    <a:lnTo>
                      <a:pt x="177" y="101"/>
                    </a:lnTo>
                    <a:lnTo>
                      <a:pt x="84" y="0"/>
                    </a:lnTo>
                    <a:close/>
                  </a:path>
                </a:pathLst>
              </a:cu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695" name="Freeform 1198">
                <a:extLst>
                  <a:ext uri="{FF2B5EF4-FFF2-40B4-BE49-F238E27FC236}">
                    <a16:creationId xmlns:a16="http://schemas.microsoft.com/office/drawing/2014/main" id="{8D14059A-5C3B-6467-37B3-2BA99EE28EA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235" y="3551"/>
                <a:ext cx="5" cy="6"/>
              </a:xfrm>
              <a:custGeom>
                <a:avLst/>
                <a:gdLst>
                  <a:gd name="T0" fmla="*/ 0 w 41"/>
                  <a:gd name="T1" fmla="*/ 0 h 41"/>
                  <a:gd name="T2" fmla="*/ 0 w 41"/>
                  <a:gd name="T3" fmla="*/ 0 h 41"/>
                  <a:gd name="T4" fmla="*/ 0 w 41"/>
                  <a:gd name="T5" fmla="*/ 0 h 41"/>
                  <a:gd name="T6" fmla="*/ 0 w 41"/>
                  <a:gd name="T7" fmla="*/ 0 h 41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41"/>
                  <a:gd name="T13" fmla="*/ 0 h 41"/>
                  <a:gd name="T14" fmla="*/ 41 w 41"/>
                  <a:gd name="T15" fmla="*/ 41 h 41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41" h="41">
                    <a:moveTo>
                      <a:pt x="41" y="0"/>
                    </a:moveTo>
                    <a:lnTo>
                      <a:pt x="0" y="38"/>
                    </a:lnTo>
                    <a:lnTo>
                      <a:pt x="3" y="41"/>
                    </a:lnTo>
                    <a:lnTo>
                      <a:pt x="41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696" name="Line 1199">
                <a:extLst>
                  <a:ext uri="{FF2B5EF4-FFF2-40B4-BE49-F238E27FC236}">
                    <a16:creationId xmlns:a16="http://schemas.microsoft.com/office/drawing/2014/main" id="{17B761E1-F2BA-48F0-286C-162C6BE1757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235" y="3557"/>
                <a:ext cx="1" cy="1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697" name="Freeform 1200">
                <a:extLst>
                  <a:ext uri="{FF2B5EF4-FFF2-40B4-BE49-F238E27FC236}">
                    <a16:creationId xmlns:a16="http://schemas.microsoft.com/office/drawing/2014/main" id="{FF0C6D6E-631F-7CE6-9AF8-4E0D54C5E0B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235" y="3545"/>
                <a:ext cx="25" cy="25"/>
              </a:xfrm>
              <a:custGeom>
                <a:avLst/>
                <a:gdLst>
                  <a:gd name="T0" fmla="*/ 0 w 177"/>
                  <a:gd name="T1" fmla="*/ 0 h 176"/>
                  <a:gd name="T2" fmla="*/ 0 w 177"/>
                  <a:gd name="T3" fmla="*/ 0 h 176"/>
                  <a:gd name="T4" fmla="*/ 0 w 177"/>
                  <a:gd name="T5" fmla="*/ 0 h 176"/>
                  <a:gd name="T6" fmla="*/ 0 w 177"/>
                  <a:gd name="T7" fmla="*/ 0 h 176"/>
                  <a:gd name="T8" fmla="*/ 0 w 177"/>
                  <a:gd name="T9" fmla="*/ 0 h 176"/>
                  <a:gd name="T10" fmla="*/ 0 w 177"/>
                  <a:gd name="T11" fmla="*/ 0 h 176"/>
                  <a:gd name="T12" fmla="*/ 0 w 177"/>
                  <a:gd name="T13" fmla="*/ 0 h 17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177"/>
                  <a:gd name="T22" fmla="*/ 0 h 176"/>
                  <a:gd name="T23" fmla="*/ 177 w 177"/>
                  <a:gd name="T24" fmla="*/ 176 h 17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177" h="176">
                    <a:moveTo>
                      <a:pt x="76" y="0"/>
                    </a:moveTo>
                    <a:lnTo>
                      <a:pt x="38" y="42"/>
                    </a:lnTo>
                    <a:lnTo>
                      <a:pt x="0" y="83"/>
                    </a:lnTo>
                    <a:lnTo>
                      <a:pt x="101" y="176"/>
                    </a:lnTo>
                    <a:lnTo>
                      <a:pt x="139" y="135"/>
                    </a:lnTo>
                    <a:lnTo>
                      <a:pt x="177" y="93"/>
                    </a:lnTo>
                    <a:lnTo>
                      <a:pt x="76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698" name="Freeform 1201">
                <a:extLst>
                  <a:ext uri="{FF2B5EF4-FFF2-40B4-BE49-F238E27FC236}">
                    <a16:creationId xmlns:a16="http://schemas.microsoft.com/office/drawing/2014/main" id="{5C8A8EFC-C85B-AD5B-859D-41E3EBC968E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235" y="3545"/>
                <a:ext cx="25" cy="25"/>
              </a:xfrm>
              <a:custGeom>
                <a:avLst/>
                <a:gdLst>
                  <a:gd name="T0" fmla="*/ 0 w 177"/>
                  <a:gd name="T1" fmla="*/ 0 h 176"/>
                  <a:gd name="T2" fmla="*/ 0 w 177"/>
                  <a:gd name="T3" fmla="*/ 0 h 176"/>
                  <a:gd name="T4" fmla="*/ 0 w 177"/>
                  <a:gd name="T5" fmla="*/ 0 h 176"/>
                  <a:gd name="T6" fmla="*/ 0 w 177"/>
                  <a:gd name="T7" fmla="*/ 0 h 176"/>
                  <a:gd name="T8" fmla="*/ 0 w 177"/>
                  <a:gd name="T9" fmla="*/ 0 h 176"/>
                  <a:gd name="T10" fmla="*/ 0 w 177"/>
                  <a:gd name="T11" fmla="*/ 0 h 176"/>
                  <a:gd name="T12" fmla="*/ 0 w 177"/>
                  <a:gd name="T13" fmla="*/ 0 h 17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177"/>
                  <a:gd name="T22" fmla="*/ 0 h 176"/>
                  <a:gd name="T23" fmla="*/ 177 w 177"/>
                  <a:gd name="T24" fmla="*/ 176 h 17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177" h="176">
                    <a:moveTo>
                      <a:pt x="76" y="0"/>
                    </a:moveTo>
                    <a:lnTo>
                      <a:pt x="38" y="42"/>
                    </a:lnTo>
                    <a:lnTo>
                      <a:pt x="0" y="83"/>
                    </a:lnTo>
                    <a:lnTo>
                      <a:pt x="101" y="176"/>
                    </a:lnTo>
                    <a:lnTo>
                      <a:pt x="139" y="135"/>
                    </a:lnTo>
                    <a:lnTo>
                      <a:pt x="177" y="93"/>
                    </a:lnTo>
                    <a:lnTo>
                      <a:pt x="76" y="0"/>
                    </a:lnTo>
                    <a:close/>
                  </a:path>
                </a:pathLst>
              </a:cu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699" name="Freeform 1202">
                <a:extLst>
                  <a:ext uri="{FF2B5EF4-FFF2-40B4-BE49-F238E27FC236}">
                    <a16:creationId xmlns:a16="http://schemas.microsoft.com/office/drawing/2014/main" id="{9F5F4404-7031-62E7-2134-DCB013830BD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249" y="3565"/>
                <a:ext cx="6" cy="6"/>
              </a:xfrm>
              <a:custGeom>
                <a:avLst/>
                <a:gdLst>
                  <a:gd name="T0" fmla="*/ 0 w 38"/>
                  <a:gd name="T1" fmla="*/ 0 h 45"/>
                  <a:gd name="T2" fmla="*/ 0 w 38"/>
                  <a:gd name="T3" fmla="*/ 0 h 45"/>
                  <a:gd name="T4" fmla="*/ 0 w 38"/>
                  <a:gd name="T5" fmla="*/ 0 h 45"/>
                  <a:gd name="T6" fmla="*/ 0 w 38"/>
                  <a:gd name="T7" fmla="*/ 0 h 45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38"/>
                  <a:gd name="T13" fmla="*/ 0 h 45"/>
                  <a:gd name="T14" fmla="*/ 38 w 38"/>
                  <a:gd name="T15" fmla="*/ 45 h 45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38" h="45">
                    <a:moveTo>
                      <a:pt x="38" y="0"/>
                    </a:moveTo>
                    <a:lnTo>
                      <a:pt x="0" y="41"/>
                    </a:lnTo>
                    <a:lnTo>
                      <a:pt x="3" y="45"/>
                    </a:lnTo>
                    <a:lnTo>
                      <a:pt x="38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700" name="Line 1203">
                <a:extLst>
                  <a:ext uri="{FF2B5EF4-FFF2-40B4-BE49-F238E27FC236}">
                    <a16:creationId xmlns:a16="http://schemas.microsoft.com/office/drawing/2014/main" id="{60926427-5AD2-7BF7-55C3-C184EF16C97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249" y="3570"/>
                <a:ext cx="1" cy="1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701" name="Freeform 1204">
                <a:extLst>
                  <a:ext uri="{FF2B5EF4-FFF2-40B4-BE49-F238E27FC236}">
                    <a16:creationId xmlns:a16="http://schemas.microsoft.com/office/drawing/2014/main" id="{02DE85B4-0C5E-8FE3-0DFA-D643D3BFBC9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250" y="3558"/>
                <a:ext cx="25" cy="25"/>
              </a:xfrm>
              <a:custGeom>
                <a:avLst/>
                <a:gdLst>
                  <a:gd name="T0" fmla="*/ 0 w 178"/>
                  <a:gd name="T1" fmla="*/ 0 h 175"/>
                  <a:gd name="T2" fmla="*/ 0 w 178"/>
                  <a:gd name="T3" fmla="*/ 0 h 175"/>
                  <a:gd name="T4" fmla="*/ 0 w 178"/>
                  <a:gd name="T5" fmla="*/ 0 h 175"/>
                  <a:gd name="T6" fmla="*/ 0 w 178"/>
                  <a:gd name="T7" fmla="*/ 0 h 175"/>
                  <a:gd name="T8" fmla="*/ 0 w 178"/>
                  <a:gd name="T9" fmla="*/ 0 h 175"/>
                  <a:gd name="T10" fmla="*/ 0 w 178"/>
                  <a:gd name="T11" fmla="*/ 0 h 175"/>
                  <a:gd name="T12" fmla="*/ 0 w 178"/>
                  <a:gd name="T13" fmla="*/ 0 h 175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178"/>
                  <a:gd name="T22" fmla="*/ 0 h 175"/>
                  <a:gd name="T23" fmla="*/ 178 w 178"/>
                  <a:gd name="T24" fmla="*/ 175 h 175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178" h="175">
                    <a:moveTo>
                      <a:pt x="70" y="0"/>
                    </a:moveTo>
                    <a:lnTo>
                      <a:pt x="35" y="45"/>
                    </a:lnTo>
                    <a:lnTo>
                      <a:pt x="0" y="90"/>
                    </a:lnTo>
                    <a:lnTo>
                      <a:pt x="108" y="175"/>
                    </a:lnTo>
                    <a:lnTo>
                      <a:pt x="143" y="130"/>
                    </a:lnTo>
                    <a:lnTo>
                      <a:pt x="178" y="85"/>
                    </a:lnTo>
                    <a:lnTo>
                      <a:pt x="70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702" name="Freeform 1205">
                <a:extLst>
                  <a:ext uri="{FF2B5EF4-FFF2-40B4-BE49-F238E27FC236}">
                    <a16:creationId xmlns:a16="http://schemas.microsoft.com/office/drawing/2014/main" id="{2F8536ED-3816-ED6A-391C-881EB952FA2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250" y="3558"/>
                <a:ext cx="25" cy="25"/>
              </a:xfrm>
              <a:custGeom>
                <a:avLst/>
                <a:gdLst>
                  <a:gd name="T0" fmla="*/ 0 w 178"/>
                  <a:gd name="T1" fmla="*/ 0 h 175"/>
                  <a:gd name="T2" fmla="*/ 0 w 178"/>
                  <a:gd name="T3" fmla="*/ 0 h 175"/>
                  <a:gd name="T4" fmla="*/ 0 w 178"/>
                  <a:gd name="T5" fmla="*/ 0 h 175"/>
                  <a:gd name="T6" fmla="*/ 0 w 178"/>
                  <a:gd name="T7" fmla="*/ 0 h 175"/>
                  <a:gd name="T8" fmla="*/ 0 w 178"/>
                  <a:gd name="T9" fmla="*/ 0 h 175"/>
                  <a:gd name="T10" fmla="*/ 0 w 178"/>
                  <a:gd name="T11" fmla="*/ 0 h 175"/>
                  <a:gd name="T12" fmla="*/ 0 w 178"/>
                  <a:gd name="T13" fmla="*/ 0 h 175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178"/>
                  <a:gd name="T22" fmla="*/ 0 h 175"/>
                  <a:gd name="T23" fmla="*/ 178 w 178"/>
                  <a:gd name="T24" fmla="*/ 175 h 175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178" h="175">
                    <a:moveTo>
                      <a:pt x="70" y="0"/>
                    </a:moveTo>
                    <a:lnTo>
                      <a:pt x="35" y="45"/>
                    </a:lnTo>
                    <a:lnTo>
                      <a:pt x="0" y="90"/>
                    </a:lnTo>
                    <a:lnTo>
                      <a:pt x="108" y="175"/>
                    </a:lnTo>
                    <a:lnTo>
                      <a:pt x="143" y="130"/>
                    </a:lnTo>
                    <a:lnTo>
                      <a:pt x="178" y="85"/>
                    </a:lnTo>
                    <a:lnTo>
                      <a:pt x="70" y="0"/>
                    </a:lnTo>
                    <a:close/>
                  </a:path>
                </a:pathLst>
              </a:cu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703" name="Freeform 1206">
                <a:extLst>
                  <a:ext uri="{FF2B5EF4-FFF2-40B4-BE49-F238E27FC236}">
                    <a16:creationId xmlns:a16="http://schemas.microsoft.com/office/drawing/2014/main" id="{DA55A88B-1411-7E6F-DFBA-757F2FC51B8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265" y="3577"/>
                <a:ext cx="5" cy="6"/>
              </a:xfrm>
              <a:custGeom>
                <a:avLst/>
                <a:gdLst>
                  <a:gd name="T0" fmla="*/ 0 w 35"/>
                  <a:gd name="T1" fmla="*/ 0 h 47"/>
                  <a:gd name="T2" fmla="*/ 0 w 35"/>
                  <a:gd name="T3" fmla="*/ 0 h 47"/>
                  <a:gd name="T4" fmla="*/ 0 w 35"/>
                  <a:gd name="T5" fmla="*/ 0 h 47"/>
                  <a:gd name="T6" fmla="*/ 0 w 35"/>
                  <a:gd name="T7" fmla="*/ 0 h 47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35"/>
                  <a:gd name="T13" fmla="*/ 0 h 47"/>
                  <a:gd name="T14" fmla="*/ 35 w 35"/>
                  <a:gd name="T15" fmla="*/ 47 h 47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35" h="47">
                    <a:moveTo>
                      <a:pt x="35" y="0"/>
                    </a:moveTo>
                    <a:lnTo>
                      <a:pt x="0" y="45"/>
                    </a:lnTo>
                    <a:lnTo>
                      <a:pt x="3" y="47"/>
                    </a:lnTo>
                    <a:lnTo>
                      <a:pt x="35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704" name="Line 1207">
                <a:extLst>
                  <a:ext uri="{FF2B5EF4-FFF2-40B4-BE49-F238E27FC236}">
                    <a16:creationId xmlns:a16="http://schemas.microsoft.com/office/drawing/2014/main" id="{028DF02C-E8B5-155A-E19D-52E72902666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265" y="3583"/>
                <a:ext cx="1" cy="1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705" name="Freeform 1208">
                <a:extLst>
                  <a:ext uri="{FF2B5EF4-FFF2-40B4-BE49-F238E27FC236}">
                    <a16:creationId xmlns:a16="http://schemas.microsoft.com/office/drawing/2014/main" id="{388E4678-7ECC-1BCC-1438-89601AB2764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266" y="3570"/>
                <a:ext cx="25" cy="24"/>
              </a:xfrm>
              <a:custGeom>
                <a:avLst/>
                <a:gdLst>
                  <a:gd name="T0" fmla="*/ 0 w 177"/>
                  <a:gd name="T1" fmla="*/ 0 h 170"/>
                  <a:gd name="T2" fmla="*/ 0 w 177"/>
                  <a:gd name="T3" fmla="*/ 0 h 170"/>
                  <a:gd name="T4" fmla="*/ 0 w 177"/>
                  <a:gd name="T5" fmla="*/ 0 h 170"/>
                  <a:gd name="T6" fmla="*/ 0 w 177"/>
                  <a:gd name="T7" fmla="*/ 0 h 170"/>
                  <a:gd name="T8" fmla="*/ 0 w 177"/>
                  <a:gd name="T9" fmla="*/ 0 h 170"/>
                  <a:gd name="T10" fmla="*/ 0 w 177"/>
                  <a:gd name="T11" fmla="*/ 0 h 170"/>
                  <a:gd name="T12" fmla="*/ 0 w 177"/>
                  <a:gd name="T13" fmla="*/ 0 h 170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177"/>
                  <a:gd name="T22" fmla="*/ 0 h 170"/>
                  <a:gd name="T23" fmla="*/ 177 w 177"/>
                  <a:gd name="T24" fmla="*/ 170 h 170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177" h="170">
                    <a:moveTo>
                      <a:pt x="63" y="0"/>
                    </a:moveTo>
                    <a:lnTo>
                      <a:pt x="32" y="47"/>
                    </a:lnTo>
                    <a:lnTo>
                      <a:pt x="0" y="94"/>
                    </a:lnTo>
                    <a:lnTo>
                      <a:pt x="114" y="170"/>
                    </a:lnTo>
                    <a:lnTo>
                      <a:pt x="145" y="123"/>
                    </a:lnTo>
                    <a:lnTo>
                      <a:pt x="177" y="76"/>
                    </a:lnTo>
                    <a:lnTo>
                      <a:pt x="63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706" name="Freeform 1209">
                <a:extLst>
                  <a:ext uri="{FF2B5EF4-FFF2-40B4-BE49-F238E27FC236}">
                    <a16:creationId xmlns:a16="http://schemas.microsoft.com/office/drawing/2014/main" id="{0E570992-0A70-657C-4BC4-2DF35B77B33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266" y="3570"/>
                <a:ext cx="25" cy="24"/>
              </a:xfrm>
              <a:custGeom>
                <a:avLst/>
                <a:gdLst>
                  <a:gd name="T0" fmla="*/ 0 w 177"/>
                  <a:gd name="T1" fmla="*/ 0 h 170"/>
                  <a:gd name="T2" fmla="*/ 0 w 177"/>
                  <a:gd name="T3" fmla="*/ 0 h 170"/>
                  <a:gd name="T4" fmla="*/ 0 w 177"/>
                  <a:gd name="T5" fmla="*/ 0 h 170"/>
                  <a:gd name="T6" fmla="*/ 0 w 177"/>
                  <a:gd name="T7" fmla="*/ 0 h 170"/>
                  <a:gd name="T8" fmla="*/ 0 w 177"/>
                  <a:gd name="T9" fmla="*/ 0 h 170"/>
                  <a:gd name="T10" fmla="*/ 0 w 177"/>
                  <a:gd name="T11" fmla="*/ 0 h 170"/>
                  <a:gd name="T12" fmla="*/ 0 w 177"/>
                  <a:gd name="T13" fmla="*/ 0 h 170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177"/>
                  <a:gd name="T22" fmla="*/ 0 h 170"/>
                  <a:gd name="T23" fmla="*/ 177 w 177"/>
                  <a:gd name="T24" fmla="*/ 170 h 170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177" h="170">
                    <a:moveTo>
                      <a:pt x="63" y="0"/>
                    </a:moveTo>
                    <a:lnTo>
                      <a:pt x="32" y="47"/>
                    </a:lnTo>
                    <a:lnTo>
                      <a:pt x="0" y="94"/>
                    </a:lnTo>
                    <a:lnTo>
                      <a:pt x="114" y="170"/>
                    </a:lnTo>
                    <a:lnTo>
                      <a:pt x="145" y="123"/>
                    </a:lnTo>
                    <a:lnTo>
                      <a:pt x="177" y="76"/>
                    </a:lnTo>
                    <a:lnTo>
                      <a:pt x="63" y="0"/>
                    </a:lnTo>
                    <a:close/>
                  </a:path>
                </a:pathLst>
              </a:cu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707" name="Freeform 1210">
                <a:extLst>
                  <a:ext uri="{FF2B5EF4-FFF2-40B4-BE49-F238E27FC236}">
                    <a16:creationId xmlns:a16="http://schemas.microsoft.com/office/drawing/2014/main" id="{EA8FAA00-5626-4AE0-91C3-180CA32A3CE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282" y="3588"/>
                <a:ext cx="4" cy="7"/>
              </a:xfrm>
              <a:custGeom>
                <a:avLst/>
                <a:gdLst>
                  <a:gd name="T0" fmla="*/ 0 w 31"/>
                  <a:gd name="T1" fmla="*/ 0 h 50"/>
                  <a:gd name="T2" fmla="*/ 0 w 31"/>
                  <a:gd name="T3" fmla="*/ 0 h 50"/>
                  <a:gd name="T4" fmla="*/ 0 w 31"/>
                  <a:gd name="T5" fmla="*/ 0 h 50"/>
                  <a:gd name="T6" fmla="*/ 0 w 31"/>
                  <a:gd name="T7" fmla="*/ 0 h 50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31"/>
                  <a:gd name="T13" fmla="*/ 0 h 50"/>
                  <a:gd name="T14" fmla="*/ 31 w 31"/>
                  <a:gd name="T15" fmla="*/ 50 h 50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31" h="50">
                    <a:moveTo>
                      <a:pt x="31" y="0"/>
                    </a:moveTo>
                    <a:lnTo>
                      <a:pt x="0" y="47"/>
                    </a:lnTo>
                    <a:lnTo>
                      <a:pt x="3" y="50"/>
                    </a:lnTo>
                    <a:lnTo>
                      <a:pt x="31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708" name="Line 1211">
                <a:extLst>
                  <a:ext uri="{FF2B5EF4-FFF2-40B4-BE49-F238E27FC236}">
                    <a16:creationId xmlns:a16="http://schemas.microsoft.com/office/drawing/2014/main" id="{6224125F-1EE8-31B3-9F1D-B2A04B783CC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282" y="3594"/>
                <a:ext cx="1" cy="1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709" name="Freeform 1212">
                <a:extLst>
                  <a:ext uri="{FF2B5EF4-FFF2-40B4-BE49-F238E27FC236}">
                    <a16:creationId xmlns:a16="http://schemas.microsoft.com/office/drawing/2014/main" id="{D458B6E1-34B9-9895-C319-68F5C8BC6FA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282" y="3581"/>
                <a:ext cx="26" cy="23"/>
              </a:xfrm>
              <a:custGeom>
                <a:avLst/>
                <a:gdLst>
                  <a:gd name="T0" fmla="*/ 0 w 176"/>
                  <a:gd name="T1" fmla="*/ 0 h 166"/>
                  <a:gd name="T2" fmla="*/ 0 w 176"/>
                  <a:gd name="T3" fmla="*/ 0 h 166"/>
                  <a:gd name="T4" fmla="*/ 0 w 176"/>
                  <a:gd name="T5" fmla="*/ 0 h 166"/>
                  <a:gd name="T6" fmla="*/ 0 w 176"/>
                  <a:gd name="T7" fmla="*/ 0 h 166"/>
                  <a:gd name="T8" fmla="*/ 0 w 176"/>
                  <a:gd name="T9" fmla="*/ 0 h 166"/>
                  <a:gd name="T10" fmla="*/ 0 w 176"/>
                  <a:gd name="T11" fmla="*/ 0 h 166"/>
                  <a:gd name="T12" fmla="*/ 0 w 176"/>
                  <a:gd name="T13" fmla="*/ 0 h 16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176"/>
                  <a:gd name="T22" fmla="*/ 0 h 166"/>
                  <a:gd name="T23" fmla="*/ 176 w 176"/>
                  <a:gd name="T24" fmla="*/ 166 h 16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176" h="166">
                    <a:moveTo>
                      <a:pt x="56" y="0"/>
                    </a:moveTo>
                    <a:lnTo>
                      <a:pt x="28" y="49"/>
                    </a:lnTo>
                    <a:lnTo>
                      <a:pt x="0" y="99"/>
                    </a:lnTo>
                    <a:lnTo>
                      <a:pt x="120" y="166"/>
                    </a:lnTo>
                    <a:lnTo>
                      <a:pt x="148" y="117"/>
                    </a:lnTo>
                    <a:lnTo>
                      <a:pt x="176" y="67"/>
                    </a:lnTo>
                    <a:lnTo>
                      <a:pt x="56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710" name="Freeform 1213">
                <a:extLst>
                  <a:ext uri="{FF2B5EF4-FFF2-40B4-BE49-F238E27FC236}">
                    <a16:creationId xmlns:a16="http://schemas.microsoft.com/office/drawing/2014/main" id="{6390E074-B057-09F3-3A7C-EEFCDA00320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282" y="3581"/>
                <a:ext cx="26" cy="23"/>
              </a:xfrm>
              <a:custGeom>
                <a:avLst/>
                <a:gdLst>
                  <a:gd name="T0" fmla="*/ 0 w 176"/>
                  <a:gd name="T1" fmla="*/ 0 h 166"/>
                  <a:gd name="T2" fmla="*/ 0 w 176"/>
                  <a:gd name="T3" fmla="*/ 0 h 166"/>
                  <a:gd name="T4" fmla="*/ 0 w 176"/>
                  <a:gd name="T5" fmla="*/ 0 h 166"/>
                  <a:gd name="T6" fmla="*/ 0 w 176"/>
                  <a:gd name="T7" fmla="*/ 0 h 166"/>
                  <a:gd name="T8" fmla="*/ 0 w 176"/>
                  <a:gd name="T9" fmla="*/ 0 h 166"/>
                  <a:gd name="T10" fmla="*/ 0 w 176"/>
                  <a:gd name="T11" fmla="*/ 0 h 166"/>
                  <a:gd name="T12" fmla="*/ 0 w 176"/>
                  <a:gd name="T13" fmla="*/ 0 h 16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176"/>
                  <a:gd name="T22" fmla="*/ 0 h 166"/>
                  <a:gd name="T23" fmla="*/ 176 w 176"/>
                  <a:gd name="T24" fmla="*/ 166 h 16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176" h="166">
                    <a:moveTo>
                      <a:pt x="56" y="0"/>
                    </a:moveTo>
                    <a:lnTo>
                      <a:pt x="28" y="49"/>
                    </a:lnTo>
                    <a:lnTo>
                      <a:pt x="0" y="99"/>
                    </a:lnTo>
                    <a:lnTo>
                      <a:pt x="120" y="166"/>
                    </a:lnTo>
                    <a:lnTo>
                      <a:pt x="148" y="117"/>
                    </a:lnTo>
                    <a:lnTo>
                      <a:pt x="176" y="67"/>
                    </a:lnTo>
                    <a:lnTo>
                      <a:pt x="56" y="0"/>
                    </a:lnTo>
                    <a:close/>
                  </a:path>
                </a:pathLst>
              </a:cu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711" name="Freeform 1214">
                <a:extLst>
                  <a:ext uri="{FF2B5EF4-FFF2-40B4-BE49-F238E27FC236}">
                    <a16:creationId xmlns:a16="http://schemas.microsoft.com/office/drawing/2014/main" id="{796723DC-3E8C-285B-BAFC-487C015CB98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300" y="3597"/>
                <a:ext cx="4" cy="8"/>
              </a:xfrm>
              <a:custGeom>
                <a:avLst/>
                <a:gdLst>
                  <a:gd name="T0" fmla="*/ 0 w 28"/>
                  <a:gd name="T1" fmla="*/ 0 h 51"/>
                  <a:gd name="T2" fmla="*/ 0 w 28"/>
                  <a:gd name="T3" fmla="*/ 0 h 51"/>
                  <a:gd name="T4" fmla="*/ 0 w 28"/>
                  <a:gd name="T5" fmla="*/ 0 h 51"/>
                  <a:gd name="T6" fmla="*/ 0 w 28"/>
                  <a:gd name="T7" fmla="*/ 0 h 51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28"/>
                  <a:gd name="T13" fmla="*/ 0 h 51"/>
                  <a:gd name="T14" fmla="*/ 28 w 28"/>
                  <a:gd name="T15" fmla="*/ 51 h 51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28" h="51">
                    <a:moveTo>
                      <a:pt x="28" y="0"/>
                    </a:moveTo>
                    <a:lnTo>
                      <a:pt x="0" y="49"/>
                    </a:lnTo>
                    <a:lnTo>
                      <a:pt x="5" y="51"/>
                    </a:lnTo>
                    <a:lnTo>
                      <a:pt x="28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712" name="Line 1215">
                <a:extLst>
                  <a:ext uri="{FF2B5EF4-FFF2-40B4-BE49-F238E27FC236}">
                    <a16:creationId xmlns:a16="http://schemas.microsoft.com/office/drawing/2014/main" id="{663B39E5-076A-865E-42FB-41E0B7EC051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300" y="3604"/>
                <a:ext cx="1" cy="1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713" name="Freeform 1216">
                <a:extLst>
                  <a:ext uri="{FF2B5EF4-FFF2-40B4-BE49-F238E27FC236}">
                    <a16:creationId xmlns:a16="http://schemas.microsoft.com/office/drawing/2014/main" id="{466B6217-3FED-CA81-FC4D-DB76B94F960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300" y="3590"/>
                <a:ext cx="25" cy="23"/>
              </a:xfrm>
              <a:custGeom>
                <a:avLst/>
                <a:gdLst>
                  <a:gd name="T0" fmla="*/ 0 w 171"/>
                  <a:gd name="T1" fmla="*/ 0 h 161"/>
                  <a:gd name="T2" fmla="*/ 0 w 171"/>
                  <a:gd name="T3" fmla="*/ 0 h 161"/>
                  <a:gd name="T4" fmla="*/ 0 w 171"/>
                  <a:gd name="T5" fmla="*/ 0 h 161"/>
                  <a:gd name="T6" fmla="*/ 0 w 171"/>
                  <a:gd name="T7" fmla="*/ 0 h 161"/>
                  <a:gd name="T8" fmla="*/ 0 w 171"/>
                  <a:gd name="T9" fmla="*/ 0 h 161"/>
                  <a:gd name="T10" fmla="*/ 0 w 171"/>
                  <a:gd name="T11" fmla="*/ 0 h 161"/>
                  <a:gd name="T12" fmla="*/ 0 w 171"/>
                  <a:gd name="T13" fmla="*/ 0 h 161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171"/>
                  <a:gd name="T22" fmla="*/ 0 h 161"/>
                  <a:gd name="T23" fmla="*/ 171 w 171"/>
                  <a:gd name="T24" fmla="*/ 161 h 161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171" h="161">
                    <a:moveTo>
                      <a:pt x="47" y="0"/>
                    </a:moveTo>
                    <a:lnTo>
                      <a:pt x="23" y="52"/>
                    </a:lnTo>
                    <a:lnTo>
                      <a:pt x="0" y="103"/>
                    </a:lnTo>
                    <a:lnTo>
                      <a:pt x="124" y="161"/>
                    </a:lnTo>
                    <a:lnTo>
                      <a:pt x="148" y="109"/>
                    </a:lnTo>
                    <a:lnTo>
                      <a:pt x="171" y="57"/>
                    </a:lnTo>
                    <a:lnTo>
                      <a:pt x="47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714" name="Freeform 1217">
                <a:extLst>
                  <a:ext uri="{FF2B5EF4-FFF2-40B4-BE49-F238E27FC236}">
                    <a16:creationId xmlns:a16="http://schemas.microsoft.com/office/drawing/2014/main" id="{6C372531-788B-82C4-EB67-97F25C93117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300" y="3590"/>
                <a:ext cx="25" cy="23"/>
              </a:xfrm>
              <a:custGeom>
                <a:avLst/>
                <a:gdLst>
                  <a:gd name="T0" fmla="*/ 0 w 171"/>
                  <a:gd name="T1" fmla="*/ 0 h 161"/>
                  <a:gd name="T2" fmla="*/ 0 w 171"/>
                  <a:gd name="T3" fmla="*/ 0 h 161"/>
                  <a:gd name="T4" fmla="*/ 0 w 171"/>
                  <a:gd name="T5" fmla="*/ 0 h 161"/>
                  <a:gd name="T6" fmla="*/ 0 w 171"/>
                  <a:gd name="T7" fmla="*/ 0 h 161"/>
                  <a:gd name="T8" fmla="*/ 0 w 171"/>
                  <a:gd name="T9" fmla="*/ 0 h 161"/>
                  <a:gd name="T10" fmla="*/ 0 w 171"/>
                  <a:gd name="T11" fmla="*/ 0 h 161"/>
                  <a:gd name="T12" fmla="*/ 0 w 171"/>
                  <a:gd name="T13" fmla="*/ 0 h 161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171"/>
                  <a:gd name="T22" fmla="*/ 0 h 161"/>
                  <a:gd name="T23" fmla="*/ 171 w 171"/>
                  <a:gd name="T24" fmla="*/ 161 h 161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171" h="161">
                    <a:moveTo>
                      <a:pt x="47" y="0"/>
                    </a:moveTo>
                    <a:lnTo>
                      <a:pt x="23" y="52"/>
                    </a:lnTo>
                    <a:lnTo>
                      <a:pt x="0" y="103"/>
                    </a:lnTo>
                    <a:lnTo>
                      <a:pt x="124" y="161"/>
                    </a:lnTo>
                    <a:lnTo>
                      <a:pt x="148" y="109"/>
                    </a:lnTo>
                    <a:lnTo>
                      <a:pt x="171" y="57"/>
                    </a:lnTo>
                    <a:lnTo>
                      <a:pt x="47" y="0"/>
                    </a:lnTo>
                    <a:close/>
                  </a:path>
                </a:pathLst>
              </a:cu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715" name="Freeform 1218">
                <a:extLst>
                  <a:ext uri="{FF2B5EF4-FFF2-40B4-BE49-F238E27FC236}">
                    <a16:creationId xmlns:a16="http://schemas.microsoft.com/office/drawing/2014/main" id="{0AD77B27-25B3-E464-1664-77454C0EC6D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318" y="3605"/>
                <a:ext cx="3" cy="8"/>
              </a:xfrm>
              <a:custGeom>
                <a:avLst/>
                <a:gdLst>
                  <a:gd name="T0" fmla="*/ 0 w 24"/>
                  <a:gd name="T1" fmla="*/ 0 h 53"/>
                  <a:gd name="T2" fmla="*/ 0 w 24"/>
                  <a:gd name="T3" fmla="*/ 0 h 53"/>
                  <a:gd name="T4" fmla="*/ 0 w 24"/>
                  <a:gd name="T5" fmla="*/ 0 h 53"/>
                  <a:gd name="T6" fmla="*/ 0 w 24"/>
                  <a:gd name="T7" fmla="*/ 0 h 53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24"/>
                  <a:gd name="T13" fmla="*/ 0 h 53"/>
                  <a:gd name="T14" fmla="*/ 24 w 24"/>
                  <a:gd name="T15" fmla="*/ 53 h 53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24" h="53">
                    <a:moveTo>
                      <a:pt x="24" y="0"/>
                    </a:moveTo>
                    <a:lnTo>
                      <a:pt x="0" y="52"/>
                    </a:lnTo>
                    <a:lnTo>
                      <a:pt x="5" y="53"/>
                    </a:lnTo>
                    <a:lnTo>
                      <a:pt x="24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716" name="Line 1219">
                <a:extLst>
                  <a:ext uri="{FF2B5EF4-FFF2-40B4-BE49-F238E27FC236}">
                    <a16:creationId xmlns:a16="http://schemas.microsoft.com/office/drawing/2014/main" id="{A2DCCB5A-AA17-046A-DEB0-B10A018DB42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318" y="3613"/>
                <a:ext cx="1" cy="1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717" name="Freeform 1220">
                <a:extLst>
                  <a:ext uri="{FF2B5EF4-FFF2-40B4-BE49-F238E27FC236}">
                    <a16:creationId xmlns:a16="http://schemas.microsoft.com/office/drawing/2014/main" id="{5161E8A2-46D4-8906-1ADA-FE04B2A10C9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319" y="3598"/>
                <a:ext cx="24" cy="22"/>
              </a:xfrm>
              <a:custGeom>
                <a:avLst/>
                <a:gdLst>
                  <a:gd name="T0" fmla="*/ 0 w 167"/>
                  <a:gd name="T1" fmla="*/ 0 h 153"/>
                  <a:gd name="T2" fmla="*/ 0 w 167"/>
                  <a:gd name="T3" fmla="*/ 0 h 153"/>
                  <a:gd name="T4" fmla="*/ 0 w 167"/>
                  <a:gd name="T5" fmla="*/ 0 h 153"/>
                  <a:gd name="T6" fmla="*/ 0 w 167"/>
                  <a:gd name="T7" fmla="*/ 0 h 153"/>
                  <a:gd name="T8" fmla="*/ 0 w 167"/>
                  <a:gd name="T9" fmla="*/ 0 h 153"/>
                  <a:gd name="T10" fmla="*/ 0 w 167"/>
                  <a:gd name="T11" fmla="*/ 0 h 153"/>
                  <a:gd name="T12" fmla="*/ 0 w 167"/>
                  <a:gd name="T13" fmla="*/ 0 h 153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167"/>
                  <a:gd name="T22" fmla="*/ 0 h 153"/>
                  <a:gd name="T23" fmla="*/ 167 w 167"/>
                  <a:gd name="T24" fmla="*/ 153 h 153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167" h="153">
                    <a:moveTo>
                      <a:pt x="38" y="0"/>
                    </a:moveTo>
                    <a:lnTo>
                      <a:pt x="19" y="53"/>
                    </a:lnTo>
                    <a:lnTo>
                      <a:pt x="0" y="106"/>
                    </a:lnTo>
                    <a:lnTo>
                      <a:pt x="129" y="153"/>
                    </a:lnTo>
                    <a:lnTo>
                      <a:pt x="148" y="100"/>
                    </a:lnTo>
                    <a:lnTo>
                      <a:pt x="167" y="47"/>
                    </a:lnTo>
                    <a:lnTo>
                      <a:pt x="38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718" name="Freeform 1221">
                <a:extLst>
                  <a:ext uri="{FF2B5EF4-FFF2-40B4-BE49-F238E27FC236}">
                    <a16:creationId xmlns:a16="http://schemas.microsoft.com/office/drawing/2014/main" id="{E7B5B42E-1ABB-1C81-665F-5C8F0C2C5E9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319" y="3598"/>
                <a:ext cx="24" cy="22"/>
              </a:xfrm>
              <a:custGeom>
                <a:avLst/>
                <a:gdLst>
                  <a:gd name="T0" fmla="*/ 0 w 167"/>
                  <a:gd name="T1" fmla="*/ 0 h 153"/>
                  <a:gd name="T2" fmla="*/ 0 w 167"/>
                  <a:gd name="T3" fmla="*/ 0 h 153"/>
                  <a:gd name="T4" fmla="*/ 0 w 167"/>
                  <a:gd name="T5" fmla="*/ 0 h 153"/>
                  <a:gd name="T6" fmla="*/ 0 w 167"/>
                  <a:gd name="T7" fmla="*/ 0 h 153"/>
                  <a:gd name="T8" fmla="*/ 0 w 167"/>
                  <a:gd name="T9" fmla="*/ 0 h 153"/>
                  <a:gd name="T10" fmla="*/ 0 w 167"/>
                  <a:gd name="T11" fmla="*/ 0 h 153"/>
                  <a:gd name="T12" fmla="*/ 0 w 167"/>
                  <a:gd name="T13" fmla="*/ 0 h 153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167"/>
                  <a:gd name="T22" fmla="*/ 0 h 153"/>
                  <a:gd name="T23" fmla="*/ 167 w 167"/>
                  <a:gd name="T24" fmla="*/ 153 h 153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167" h="153">
                    <a:moveTo>
                      <a:pt x="38" y="0"/>
                    </a:moveTo>
                    <a:lnTo>
                      <a:pt x="19" y="53"/>
                    </a:lnTo>
                    <a:lnTo>
                      <a:pt x="0" y="106"/>
                    </a:lnTo>
                    <a:lnTo>
                      <a:pt x="129" y="153"/>
                    </a:lnTo>
                    <a:lnTo>
                      <a:pt x="148" y="100"/>
                    </a:lnTo>
                    <a:lnTo>
                      <a:pt x="167" y="47"/>
                    </a:lnTo>
                    <a:lnTo>
                      <a:pt x="38" y="0"/>
                    </a:lnTo>
                    <a:close/>
                  </a:path>
                </a:pathLst>
              </a:cu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719" name="Freeform 1222">
                <a:extLst>
                  <a:ext uri="{FF2B5EF4-FFF2-40B4-BE49-F238E27FC236}">
                    <a16:creationId xmlns:a16="http://schemas.microsoft.com/office/drawing/2014/main" id="{6A45A239-B2F3-688E-F3C4-27869442877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337" y="3612"/>
                <a:ext cx="3" cy="8"/>
              </a:xfrm>
              <a:custGeom>
                <a:avLst/>
                <a:gdLst>
                  <a:gd name="T0" fmla="*/ 0 w 19"/>
                  <a:gd name="T1" fmla="*/ 0 h 54"/>
                  <a:gd name="T2" fmla="*/ 0 w 19"/>
                  <a:gd name="T3" fmla="*/ 0 h 54"/>
                  <a:gd name="T4" fmla="*/ 0 w 19"/>
                  <a:gd name="T5" fmla="*/ 0 h 54"/>
                  <a:gd name="T6" fmla="*/ 0 w 19"/>
                  <a:gd name="T7" fmla="*/ 0 h 54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19"/>
                  <a:gd name="T13" fmla="*/ 0 h 54"/>
                  <a:gd name="T14" fmla="*/ 19 w 19"/>
                  <a:gd name="T15" fmla="*/ 54 h 54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19" h="54">
                    <a:moveTo>
                      <a:pt x="19" y="0"/>
                    </a:moveTo>
                    <a:lnTo>
                      <a:pt x="0" y="53"/>
                    </a:lnTo>
                    <a:lnTo>
                      <a:pt x="3" y="54"/>
                    </a:lnTo>
                    <a:lnTo>
                      <a:pt x="19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720" name="Line 1223">
                <a:extLst>
                  <a:ext uri="{FF2B5EF4-FFF2-40B4-BE49-F238E27FC236}">
                    <a16:creationId xmlns:a16="http://schemas.microsoft.com/office/drawing/2014/main" id="{6240A2DE-A177-B22B-0526-3BEC68362AB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337" y="3620"/>
                <a:ext cx="1" cy="1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721" name="Freeform 1224">
                <a:extLst>
                  <a:ext uri="{FF2B5EF4-FFF2-40B4-BE49-F238E27FC236}">
                    <a16:creationId xmlns:a16="http://schemas.microsoft.com/office/drawing/2014/main" id="{956BD0E3-C2CA-F0D0-2ECD-34A1520E7B0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338" y="3604"/>
                <a:ext cx="23" cy="21"/>
              </a:xfrm>
              <a:custGeom>
                <a:avLst/>
                <a:gdLst>
                  <a:gd name="T0" fmla="*/ 0 w 163"/>
                  <a:gd name="T1" fmla="*/ 0 h 146"/>
                  <a:gd name="T2" fmla="*/ 0 w 163"/>
                  <a:gd name="T3" fmla="*/ 0 h 146"/>
                  <a:gd name="T4" fmla="*/ 0 w 163"/>
                  <a:gd name="T5" fmla="*/ 0 h 146"/>
                  <a:gd name="T6" fmla="*/ 0 w 163"/>
                  <a:gd name="T7" fmla="*/ 0 h 146"/>
                  <a:gd name="T8" fmla="*/ 0 w 163"/>
                  <a:gd name="T9" fmla="*/ 0 h 146"/>
                  <a:gd name="T10" fmla="*/ 0 w 163"/>
                  <a:gd name="T11" fmla="*/ 0 h 146"/>
                  <a:gd name="T12" fmla="*/ 0 w 163"/>
                  <a:gd name="T13" fmla="*/ 0 h 14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163"/>
                  <a:gd name="T22" fmla="*/ 0 h 146"/>
                  <a:gd name="T23" fmla="*/ 163 w 163"/>
                  <a:gd name="T24" fmla="*/ 146 h 14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163" h="146">
                    <a:moveTo>
                      <a:pt x="32" y="0"/>
                    </a:moveTo>
                    <a:lnTo>
                      <a:pt x="16" y="54"/>
                    </a:lnTo>
                    <a:lnTo>
                      <a:pt x="0" y="108"/>
                    </a:lnTo>
                    <a:lnTo>
                      <a:pt x="132" y="146"/>
                    </a:lnTo>
                    <a:lnTo>
                      <a:pt x="147" y="92"/>
                    </a:lnTo>
                    <a:lnTo>
                      <a:pt x="163" y="38"/>
                    </a:lnTo>
                    <a:lnTo>
                      <a:pt x="32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722" name="Freeform 1225">
                <a:extLst>
                  <a:ext uri="{FF2B5EF4-FFF2-40B4-BE49-F238E27FC236}">
                    <a16:creationId xmlns:a16="http://schemas.microsoft.com/office/drawing/2014/main" id="{1A010F9F-300D-01CF-EF51-47F9CBF5A62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338" y="3604"/>
                <a:ext cx="23" cy="21"/>
              </a:xfrm>
              <a:custGeom>
                <a:avLst/>
                <a:gdLst>
                  <a:gd name="T0" fmla="*/ 0 w 163"/>
                  <a:gd name="T1" fmla="*/ 0 h 146"/>
                  <a:gd name="T2" fmla="*/ 0 w 163"/>
                  <a:gd name="T3" fmla="*/ 0 h 146"/>
                  <a:gd name="T4" fmla="*/ 0 w 163"/>
                  <a:gd name="T5" fmla="*/ 0 h 146"/>
                  <a:gd name="T6" fmla="*/ 0 w 163"/>
                  <a:gd name="T7" fmla="*/ 0 h 146"/>
                  <a:gd name="T8" fmla="*/ 0 w 163"/>
                  <a:gd name="T9" fmla="*/ 0 h 146"/>
                  <a:gd name="T10" fmla="*/ 0 w 163"/>
                  <a:gd name="T11" fmla="*/ 0 h 146"/>
                  <a:gd name="T12" fmla="*/ 0 w 163"/>
                  <a:gd name="T13" fmla="*/ 0 h 14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163"/>
                  <a:gd name="T22" fmla="*/ 0 h 146"/>
                  <a:gd name="T23" fmla="*/ 163 w 163"/>
                  <a:gd name="T24" fmla="*/ 146 h 14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163" h="146">
                    <a:moveTo>
                      <a:pt x="32" y="0"/>
                    </a:moveTo>
                    <a:lnTo>
                      <a:pt x="16" y="54"/>
                    </a:lnTo>
                    <a:lnTo>
                      <a:pt x="0" y="108"/>
                    </a:lnTo>
                    <a:lnTo>
                      <a:pt x="132" y="146"/>
                    </a:lnTo>
                    <a:lnTo>
                      <a:pt x="147" y="92"/>
                    </a:lnTo>
                    <a:lnTo>
                      <a:pt x="163" y="38"/>
                    </a:lnTo>
                    <a:lnTo>
                      <a:pt x="32" y="0"/>
                    </a:lnTo>
                    <a:close/>
                  </a:path>
                </a:pathLst>
              </a:cu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723" name="Freeform 1226">
                <a:extLst>
                  <a:ext uri="{FF2B5EF4-FFF2-40B4-BE49-F238E27FC236}">
                    <a16:creationId xmlns:a16="http://schemas.microsoft.com/office/drawing/2014/main" id="{F180FBB1-CCD9-3549-C959-1AA3FDC474E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356" y="3618"/>
                <a:ext cx="3" cy="8"/>
              </a:xfrm>
              <a:custGeom>
                <a:avLst/>
                <a:gdLst>
                  <a:gd name="T0" fmla="*/ 0 w 15"/>
                  <a:gd name="T1" fmla="*/ 0 h 56"/>
                  <a:gd name="T2" fmla="*/ 0 w 15"/>
                  <a:gd name="T3" fmla="*/ 0 h 56"/>
                  <a:gd name="T4" fmla="*/ 0 w 15"/>
                  <a:gd name="T5" fmla="*/ 0 h 56"/>
                  <a:gd name="T6" fmla="*/ 0 w 15"/>
                  <a:gd name="T7" fmla="*/ 0 h 56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15"/>
                  <a:gd name="T13" fmla="*/ 0 h 56"/>
                  <a:gd name="T14" fmla="*/ 15 w 15"/>
                  <a:gd name="T15" fmla="*/ 56 h 5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15" h="56">
                    <a:moveTo>
                      <a:pt x="15" y="0"/>
                    </a:moveTo>
                    <a:lnTo>
                      <a:pt x="0" y="54"/>
                    </a:lnTo>
                    <a:lnTo>
                      <a:pt x="4" y="56"/>
                    </a:lnTo>
                    <a:lnTo>
                      <a:pt x="15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724" name="Line 1227">
                <a:extLst>
                  <a:ext uri="{FF2B5EF4-FFF2-40B4-BE49-F238E27FC236}">
                    <a16:creationId xmlns:a16="http://schemas.microsoft.com/office/drawing/2014/main" id="{9F303C59-29EC-FF8E-57B5-651C6DCF23C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356" y="3625"/>
                <a:ext cx="1" cy="1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725" name="Freeform 1228">
                <a:extLst>
                  <a:ext uri="{FF2B5EF4-FFF2-40B4-BE49-F238E27FC236}">
                    <a16:creationId xmlns:a16="http://schemas.microsoft.com/office/drawing/2014/main" id="{1C9C5069-83D7-8193-B988-451D2047126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357" y="3610"/>
                <a:ext cx="22" cy="19"/>
              </a:xfrm>
              <a:custGeom>
                <a:avLst/>
                <a:gdLst>
                  <a:gd name="T0" fmla="*/ 0 w 157"/>
                  <a:gd name="T1" fmla="*/ 0 h 139"/>
                  <a:gd name="T2" fmla="*/ 0 w 157"/>
                  <a:gd name="T3" fmla="*/ 0 h 139"/>
                  <a:gd name="T4" fmla="*/ 0 w 157"/>
                  <a:gd name="T5" fmla="*/ 0 h 139"/>
                  <a:gd name="T6" fmla="*/ 0 w 157"/>
                  <a:gd name="T7" fmla="*/ 0 h 139"/>
                  <a:gd name="T8" fmla="*/ 0 w 157"/>
                  <a:gd name="T9" fmla="*/ 0 h 139"/>
                  <a:gd name="T10" fmla="*/ 0 w 157"/>
                  <a:gd name="T11" fmla="*/ 0 h 139"/>
                  <a:gd name="T12" fmla="*/ 0 w 157"/>
                  <a:gd name="T13" fmla="*/ 0 h 139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157"/>
                  <a:gd name="T22" fmla="*/ 0 h 139"/>
                  <a:gd name="T23" fmla="*/ 157 w 157"/>
                  <a:gd name="T24" fmla="*/ 139 h 139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157" h="139">
                    <a:moveTo>
                      <a:pt x="22" y="0"/>
                    </a:moveTo>
                    <a:lnTo>
                      <a:pt x="11" y="56"/>
                    </a:lnTo>
                    <a:lnTo>
                      <a:pt x="0" y="112"/>
                    </a:lnTo>
                    <a:lnTo>
                      <a:pt x="135" y="139"/>
                    </a:lnTo>
                    <a:lnTo>
                      <a:pt x="146" y="83"/>
                    </a:lnTo>
                    <a:lnTo>
                      <a:pt x="157" y="27"/>
                    </a:lnTo>
                    <a:lnTo>
                      <a:pt x="22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726" name="Freeform 1229">
                <a:extLst>
                  <a:ext uri="{FF2B5EF4-FFF2-40B4-BE49-F238E27FC236}">
                    <a16:creationId xmlns:a16="http://schemas.microsoft.com/office/drawing/2014/main" id="{9904BC16-46C8-6DAF-45C7-6253E20EC0E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357" y="3610"/>
                <a:ext cx="22" cy="19"/>
              </a:xfrm>
              <a:custGeom>
                <a:avLst/>
                <a:gdLst>
                  <a:gd name="T0" fmla="*/ 0 w 157"/>
                  <a:gd name="T1" fmla="*/ 0 h 139"/>
                  <a:gd name="T2" fmla="*/ 0 w 157"/>
                  <a:gd name="T3" fmla="*/ 0 h 139"/>
                  <a:gd name="T4" fmla="*/ 0 w 157"/>
                  <a:gd name="T5" fmla="*/ 0 h 139"/>
                  <a:gd name="T6" fmla="*/ 0 w 157"/>
                  <a:gd name="T7" fmla="*/ 0 h 139"/>
                  <a:gd name="T8" fmla="*/ 0 w 157"/>
                  <a:gd name="T9" fmla="*/ 0 h 139"/>
                  <a:gd name="T10" fmla="*/ 0 w 157"/>
                  <a:gd name="T11" fmla="*/ 0 h 139"/>
                  <a:gd name="T12" fmla="*/ 0 w 157"/>
                  <a:gd name="T13" fmla="*/ 0 h 139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157"/>
                  <a:gd name="T22" fmla="*/ 0 h 139"/>
                  <a:gd name="T23" fmla="*/ 157 w 157"/>
                  <a:gd name="T24" fmla="*/ 139 h 139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157" h="139">
                    <a:moveTo>
                      <a:pt x="22" y="0"/>
                    </a:moveTo>
                    <a:lnTo>
                      <a:pt x="11" y="56"/>
                    </a:lnTo>
                    <a:lnTo>
                      <a:pt x="0" y="112"/>
                    </a:lnTo>
                    <a:lnTo>
                      <a:pt x="135" y="139"/>
                    </a:lnTo>
                    <a:lnTo>
                      <a:pt x="146" y="83"/>
                    </a:lnTo>
                    <a:lnTo>
                      <a:pt x="157" y="27"/>
                    </a:lnTo>
                    <a:lnTo>
                      <a:pt x="22" y="0"/>
                    </a:lnTo>
                    <a:close/>
                  </a:path>
                </a:pathLst>
              </a:cu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727" name="Freeform 1230">
                <a:extLst>
                  <a:ext uri="{FF2B5EF4-FFF2-40B4-BE49-F238E27FC236}">
                    <a16:creationId xmlns:a16="http://schemas.microsoft.com/office/drawing/2014/main" id="{9CAF949B-A398-4CD7-07EF-1247F8EEE39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376" y="3621"/>
                <a:ext cx="2" cy="8"/>
              </a:xfrm>
              <a:custGeom>
                <a:avLst/>
                <a:gdLst>
                  <a:gd name="T0" fmla="*/ 0 w 11"/>
                  <a:gd name="T1" fmla="*/ 0 h 56"/>
                  <a:gd name="T2" fmla="*/ 0 w 11"/>
                  <a:gd name="T3" fmla="*/ 0 h 56"/>
                  <a:gd name="T4" fmla="*/ 0 w 11"/>
                  <a:gd name="T5" fmla="*/ 0 h 56"/>
                  <a:gd name="T6" fmla="*/ 0 w 11"/>
                  <a:gd name="T7" fmla="*/ 0 h 56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11"/>
                  <a:gd name="T13" fmla="*/ 0 h 56"/>
                  <a:gd name="T14" fmla="*/ 11 w 11"/>
                  <a:gd name="T15" fmla="*/ 56 h 5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11" h="56">
                    <a:moveTo>
                      <a:pt x="11" y="0"/>
                    </a:moveTo>
                    <a:lnTo>
                      <a:pt x="0" y="56"/>
                    </a:lnTo>
                    <a:lnTo>
                      <a:pt x="4" y="56"/>
                    </a:lnTo>
                    <a:lnTo>
                      <a:pt x="11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728" name="Line 1231">
                <a:extLst>
                  <a:ext uri="{FF2B5EF4-FFF2-40B4-BE49-F238E27FC236}">
                    <a16:creationId xmlns:a16="http://schemas.microsoft.com/office/drawing/2014/main" id="{0C005C43-1413-6979-5683-B7EFCC2F382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376" y="3629"/>
                <a:ext cx="1" cy="1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729" name="Freeform 1232">
                <a:extLst>
                  <a:ext uri="{FF2B5EF4-FFF2-40B4-BE49-F238E27FC236}">
                    <a16:creationId xmlns:a16="http://schemas.microsoft.com/office/drawing/2014/main" id="{7A6D51B4-BF92-0BCF-0CF8-C0B74ABB84F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377" y="3613"/>
                <a:ext cx="21" cy="19"/>
              </a:xfrm>
              <a:custGeom>
                <a:avLst/>
                <a:gdLst>
                  <a:gd name="T0" fmla="*/ 0 w 149"/>
                  <a:gd name="T1" fmla="*/ 0 h 128"/>
                  <a:gd name="T2" fmla="*/ 0 w 149"/>
                  <a:gd name="T3" fmla="*/ 0 h 128"/>
                  <a:gd name="T4" fmla="*/ 0 w 149"/>
                  <a:gd name="T5" fmla="*/ 0 h 128"/>
                  <a:gd name="T6" fmla="*/ 0 w 149"/>
                  <a:gd name="T7" fmla="*/ 0 h 128"/>
                  <a:gd name="T8" fmla="*/ 0 w 149"/>
                  <a:gd name="T9" fmla="*/ 0 h 128"/>
                  <a:gd name="T10" fmla="*/ 0 w 149"/>
                  <a:gd name="T11" fmla="*/ 0 h 128"/>
                  <a:gd name="T12" fmla="*/ 0 w 149"/>
                  <a:gd name="T13" fmla="*/ 0 h 128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149"/>
                  <a:gd name="T22" fmla="*/ 0 h 128"/>
                  <a:gd name="T23" fmla="*/ 149 w 149"/>
                  <a:gd name="T24" fmla="*/ 128 h 128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149" h="128">
                    <a:moveTo>
                      <a:pt x="14" y="0"/>
                    </a:moveTo>
                    <a:lnTo>
                      <a:pt x="7" y="56"/>
                    </a:lnTo>
                    <a:lnTo>
                      <a:pt x="0" y="112"/>
                    </a:lnTo>
                    <a:lnTo>
                      <a:pt x="136" y="128"/>
                    </a:lnTo>
                    <a:lnTo>
                      <a:pt x="143" y="72"/>
                    </a:lnTo>
                    <a:lnTo>
                      <a:pt x="149" y="16"/>
                    </a:lnTo>
                    <a:lnTo>
                      <a:pt x="14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730" name="Freeform 1233">
                <a:extLst>
                  <a:ext uri="{FF2B5EF4-FFF2-40B4-BE49-F238E27FC236}">
                    <a16:creationId xmlns:a16="http://schemas.microsoft.com/office/drawing/2014/main" id="{2C31D55E-AD13-93DF-2BF1-5D7E5E33614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377" y="3613"/>
                <a:ext cx="21" cy="19"/>
              </a:xfrm>
              <a:custGeom>
                <a:avLst/>
                <a:gdLst>
                  <a:gd name="T0" fmla="*/ 0 w 149"/>
                  <a:gd name="T1" fmla="*/ 0 h 128"/>
                  <a:gd name="T2" fmla="*/ 0 w 149"/>
                  <a:gd name="T3" fmla="*/ 0 h 128"/>
                  <a:gd name="T4" fmla="*/ 0 w 149"/>
                  <a:gd name="T5" fmla="*/ 0 h 128"/>
                  <a:gd name="T6" fmla="*/ 0 w 149"/>
                  <a:gd name="T7" fmla="*/ 0 h 128"/>
                  <a:gd name="T8" fmla="*/ 0 w 149"/>
                  <a:gd name="T9" fmla="*/ 0 h 128"/>
                  <a:gd name="T10" fmla="*/ 0 w 149"/>
                  <a:gd name="T11" fmla="*/ 0 h 128"/>
                  <a:gd name="T12" fmla="*/ 0 w 149"/>
                  <a:gd name="T13" fmla="*/ 0 h 128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149"/>
                  <a:gd name="T22" fmla="*/ 0 h 128"/>
                  <a:gd name="T23" fmla="*/ 149 w 149"/>
                  <a:gd name="T24" fmla="*/ 128 h 128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149" h="128">
                    <a:moveTo>
                      <a:pt x="14" y="0"/>
                    </a:moveTo>
                    <a:lnTo>
                      <a:pt x="7" y="56"/>
                    </a:lnTo>
                    <a:lnTo>
                      <a:pt x="0" y="112"/>
                    </a:lnTo>
                    <a:lnTo>
                      <a:pt x="136" y="128"/>
                    </a:lnTo>
                    <a:lnTo>
                      <a:pt x="143" y="72"/>
                    </a:lnTo>
                    <a:lnTo>
                      <a:pt x="149" y="16"/>
                    </a:lnTo>
                    <a:lnTo>
                      <a:pt x="14" y="0"/>
                    </a:lnTo>
                    <a:close/>
                  </a:path>
                </a:pathLst>
              </a:cu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731" name="Freeform 1234">
                <a:extLst>
                  <a:ext uri="{FF2B5EF4-FFF2-40B4-BE49-F238E27FC236}">
                    <a16:creationId xmlns:a16="http://schemas.microsoft.com/office/drawing/2014/main" id="{3946D6B0-850A-27A2-DBCA-9EE54D7F8D9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396" y="3624"/>
                <a:ext cx="1" cy="8"/>
              </a:xfrm>
              <a:custGeom>
                <a:avLst/>
                <a:gdLst>
                  <a:gd name="T0" fmla="*/ 0 w 7"/>
                  <a:gd name="T1" fmla="*/ 0 h 56"/>
                  <a:gd name="T2" fmla="*/ 0 w 7"/>
                  <a:gd name="T3" fmla="*/ 0 h 56"/>
                  <a:gd name="T4" fmla="*/ 0 w 7"/>
                  <a:gd name="T5" fmla="*/ 0 h 56"/>
                  <a:gd name="T6" fmla="*/ 0 w 7"/>
                  <a:gd name="T7" fmla="*/ 0 h 56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7"/>
                  <a:gd name="T13" fmla="*/ 0 h 56"/>
                  <a:gd name="T14" fmla="*/ 7 w 7"/>
                  <a:gd name="T15" fmla="*/ 56 h 5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7" h="56">
                    <a:moveTo>
                      <a:pt x="7" y="0"/>
                    </a:moveTo>
                    <a:lnTo>
                      <a:pt x="0" y="56"/>
                    </a:lnTo>
                    <a:lnTo>
                      <a:pt x="4" y="56"/>
                    </a:lnTo>
                    <a:lnTo>
                      <a:pt x="7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732" name="Line 1235">
                <a:extLst>
                  <a:ext uri="{FF2B5EF4-FFF2-40B4-BE49-F238E27FC236}">
                    <a16:creationId xmlns:a16="http://schemas.microsoft.com/office/drawing/2014/main" id="{38A73A45-2649-94CF-45CD-1AEE0719AA9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396" y="3632"/>
                <a:ext cx="1" cy="1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733" name="Freeform 1236">
                <a:extLst>
                  <a:ext uri="{FF2B5EF4-FFF2-40B4-BE49-F238E27FC236}">
                    <a16:creationId xmlns:a16="http://schemas.microsoft.com/office/drawing/2014/main" id="{2ABBF301-3A9E-97F9-B9AB-1CF0A2242F5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397" y="3616"/>
                <a:ext cx="20" cy="17"/>
              </a:xfrm>
              <a:custGeom>
                <a:avLst/>
                <a:gdLst>
                  <a:gd name="T0" fmla="*/ 0 w 143"/>
                  <a:gd name="T1" fmla="*/ 0 h 118"/>
                  <a:gd name="T2" fmla="*/ 0 w 143"/>
                  <a:gd name="T3" fmla="*/ 0 h 118"/>
                  <a:gd name="T4" fmla="*/ 0 w 143"/>
                  <a:gd name="T5" fmla="*/ 0 h 118"/>
                  <a:gd name="T6" fmla="*/ 0 w 143"/>
                  <a:gd name="T7" fmla="*/ 0 h 118"/>
                  <a:gd name="T8" fmla="*/ 0 w 143"/>
                  <a:gd name="T9" fmla="*/ 0 h 118"/>
                  <a:gd name="T10" fmla="*/ 0 w 143"/>
                  <a:gd name="T11" fmla="*/ 0 h 118"/>
                  <a:gd name="T12" fmla="*/ 0 w 143"/>
                  <a:gd name="T13" fmla="*/ 0 h 118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143"/>
                  <a:gd name="T22" fmla="*/ 0 h 118"/>
                  <a:gd name="T23" fmla="*/ 143 w 143"/>
                  <a:gd name="T24" fmla="*/ 118 h 118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143" h="118">
                    <a:moveTo>
                      <a:pt x="5" y="0"/>
                    </a:moveTo>
                    <a:lnTo>
                      <a:pt x="3" y="56"/>
                    </a:lnTo>
                    <a:lnTo>
                      <a:pt x="0" y="112"/>
                    </a:lnTo>
                    <a:lnTo>
                      <a:pt x="139" y="118"/>
                    </a:lnTo>
                    <a:lnTo>
                      <a:pt x="141" y="61"/>
                    </a:lnTo>
                    <a:lnTo>
                      <a:pt x="143" y="5"/>
                    </a:lnTo>
                    <a:lnTo>
                      <a:pt x="5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734" name="Freeform 1237">
                <a:extLst>
                  <a:ext uri="{FF2B5EF4-FFF2-40B4-BE49-F238E27FC236}">
                    <a16:creationId xmlns:a16="http://schemas.microsoft.com/office/drawing/2014/main" id="{0D204F8B-4A82-C96A-558C-62D3FAC8202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397" y="3616"/>
                <a:ext cx="20" cy="17"/>
              </a:xfrm>
              <a:custGeom>
                <a:avLst/>
                <a:gdLst>
                  <a:gd name="T0" fmla="*/ 0 w 143"/>
                  <a:gd name="T1" fmla="*/ 0 h 118"/>
                  <a:gd name="T2" fmla="*/ 0 w 143"/>
                  <a:gd name="T3" fmla="*/ 0 h 118"/>
                  <a:gd name="T4" fmla="*/ 0 w 143"/>
                  <a:gd name="T5" fmla="*/ 0 h 118"/>
                  <a:gd name="T6" fmla="*/ 0 w 143"/>
                  <a:gd name="T7" fmla="*/ 0 h 118"/>
                  <a:gd name="T8" fmla="*/ 0 w 143"/>
                  <a:gd name="T9" fmla="*/ 0 h 118"/>
                  <a:gd name="T10" fmla="*/ 0 w 143"/>
                  <a:gd name="T11" fmla="*/ 0 h 118"/>
                  <a:gd name="T12" fmla="*/ 0 w 143"/>
                  <a:gd name="T13" fmla="*/ 0 h 118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143"/>
                  <a:gd name="T22" fmla="*/ 0 h 118"/>
                  <a:gd name="T23" fmla="*/ 143 w 143"/>
                  <a:gd name="T24" fmla="*/ 118 h 118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143" h="118">
                    <a:moveTo>
                      <a:pt x="5" y="0"/>
                    </a:moveTo>
                    <a:lnTo>
                      <a:pt x="3" y="56"/>
                    </a:lnTo>
                    <a:lnTo>
                      <a:pt x="0" y="112"/>
                    </a:lnTo>
                    <a:lnTo>
                      <a:pt x="139" y="118"/>
                    </a:lnTo>
                    <a:lnTo>
                      <a:pt x="141" y="61"/>
                    </a:lnTo>
                    <a:lnTo>
                      <a:pt x="143" y="5"/>
                    </a:lnTo>
                    <a:lnTo>
                      <a:pt x="5" y="0"/>
                    </a:lnTo>
                    <a:close/>
                  </a:path>
                </a:pathLst>
              </a:cu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735" name="Freeform 1238">
                <a:extLst>
                  <a:ext uri="{FF2B5EF4-FFF2-40B4-BE49-F238E27FC236}">
                    <a16:creationId xmlns:a16="http://schemas.microsoft.com/office/drawing/2014/main" id="{4C93D400-F0F9-9462-B8E3-AC81B0A40D1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417" y="3624"/>
                <a:ext cx="1" cy="9"/>
              </a:xfrm>
              <a:custGeom>
                <a:avLst/>
                <a:gdLst>
                  <a:gd name="T0" fmla="*/ 0 w 4"/>
                  <a:gd name="T1" fmla="*/ 0 h 57"/>
                  <a:gd name="T2" fmla="*/ 0 w 4"/>
                  <a:gd name="T3" fmla="*/ 0 h 57"/>
                  <a:gd name="T4" fmla="*/ 0 w 4"/>
                  <a:gd name="T5" fmla="*/ 0 h 57"/>
                  <a:gd name="T6" fmla="*/ 0 w 4"/>
                  <a:gd name="T7" fmla="*/ 0 h 57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4"/>
                  <a:gd name="T13" fmla="*/ 0 h 57"/>
                  <a:gd name="T14" fmla="*/ 4 w 4"/>
                  <a:gd name="T15" fmla="*/ 57 h 57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4" h="57">
                    <a:moveTo>
                      <a:pt x="2" y="0"/>
                    </a:moveTo>
                    <a:lnTo>
                      <a:pt x="0" y="57"/>
                    </a:lnTo>
                    <a:lnTo>
                      <a:pt x="4" y="57"/>
                    </a:lnTo>
                    <a:lnTo>
                      <a:pt x="2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736" name="Line 1239">
                <a:extLst>
                  <a:ext uri="{FF2B5EF4-FFF2-40B4-BE49-F238E27FC236}">
                    <a16:creationId xmlns:a16="http://schemas.microsoft.com/office/drawing/2014/main" id="{4566EABA-553A-9220-D6F4-CF8D9BC2CA5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417" y="3633"/>
                <a:ext cx="1" cy="1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737" name="Freeform 1240">
                <a:extLst>
                  <a:ext uri="{FF2B5EF4-FFF2-40B4-BE49-F238E27FC236}">
                    <a16:creationId xmlns:a16="http://schemas.microsoft.com/office/drawing/2014/main" id="{4980E4C7-D250-A577-BF18-AE0C8E48C40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417" y="3616"/>
                <a:ext cx="20" cy="17"/>
              </a:xfrm>
              <a:custGeom>
                <a:avLst/>
                <a:gdLst>
                  <a:gd name="T0" fmla="*/ 0 w 141"/>
                  <a:gd name="T1" fmla="*/ 0 h 118"/>
                  <a:gd name="T2" fmla="*/ 0 w 141"/>
                  <a:gd name="T3" fmla="*/ 0 h 118"/>
                  <a:gd name="T4" fmla="*/ 0 w 141"/>
                  <a:gd name="T5" fmla="*/ 0 h 118"/>
                  <a:gd name="T6" fmla="*/ 0 w 141"/>
                  <a:gd name="T7" fmla="*/ 0 h 118"/>
                  <a:gd name="T8" fmla="*/ 0 w 141"/>
                  <a:gd name="T9" fmla="*/ 0 h 118"/>
                  <a:gd name="T10" fmla="*/ 0 w 141"/>
                  <a:gd name="T11" fmla="*/ 0 h 118"/>
                  <a:gd name="T12" fmla="*/ 0 w 141"/>
                  <a:gd name="T13" fmla="*/ 0 h 118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141"/>
                  <a:gd name="T22" fmla="*/ 0 h 118"/>
                  <a:gd name="T23" fmla="*/ 141 w 141"/>
                  <a:gd name="T24" fmla="*/ 118 h 118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141" h="118">
                    <a:moveTo>
                      <a:pt x="0" y="5"/>
                    </a:moveTo>
                    <a:lnTo>
                      <a:pt x="2" y="61"/>
                    </a:lnTo>
                    <a:lnTo>
                      <a:pt x="4" y="118"/>
                    </a:lnTo>
                    <a:lnTo>
                      <a:pt x="141" y="112"/>
                    </a:lnTo>
                    <a:lnTo>
                      <a:pt x="139" y="56"/>
                    </a:lnTo>
                    <a:lnTo>
                      <a:pt x="136" y="0"/>
                    </a:lnTo>
                    <a:lnTo>
                      <a:pt x="0" y="5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738" name="Freeform 1241">
                <a:extLst>
                  <a:ext uri="{FF2B5EF4-FFF2-40B4-BE49-F238E27FC236}">
                    <a16:creationId xmlns:a16="http://schemas.microsoft.com/office/drawing/2014/main" id="{5B622955-C6F2-19DA-14FC-E326929CFB4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417" y="3616"/>
                <a:ext cx="20" cy="17"/>
              </a:xfrm>
              <a:custGeom>
                <a:avLst/>
                <a:gdLst>
                  <a:gd name="T0" fmla="*/ 0 w 141"/>
                  <a:gd name="T1" fmla="*/ 0 h 118"/>
                  <a:gd name="T2" fmla="*/ 0 w 141"/>
                  <a:gd name="T3" fmla="*/ 0 h 118"/>
                  <a:gd name="T4" fmla="*/ 0 w 141"/>
                  <a:gd name="T5" fmla="*/ 0 h 118"/>
                  <a:gd name="T6" fmla="*/ 0 w 141"/>
                  <a:gd name="T7" fmla="*/ 0 h 118"/>
                  <a:gd name="T8" fmla="*/ 0 w 141"/>
                  <a:gd name="T9" fmla="*/ 0 h 118"/>
                  <a:gd name="T10" fmla="*/ 0 w 141"/>
                  <a:gd name="T11" fmla="*/ 0 h 118"/>
                  <a:gd name="T12" fmla="*/ 0 w 141"/>
                  <a:gd name="T13" fmla="*/ 0 h 118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141"/>
                  <a:gd name="T22" fmla="*/ 0 h 118"/>
                  <a:gd name="T23" fmla="*/ 141 w 141"/>
                  <a:gd name="T24" fmla="*/ 118 h 118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141" h="118">
                    <a:moveTo>
                      <a:pt x="0" y="5"/>
                    </a:moveTo>
                    <a:lnTo>
                      <a:pt x="2" y="61"/>
                    </a:lnTo>
                    <a:lnTo>
                      <a:pt x="4" y="118"/>
                    </a:lnTo>
                    <a:lnTo>
                      <a:pt x="141" y="112"/>
                    </a:lnTo>
                    <a:lnTo>
                      <a:pt x="139" y="56"/>
                    </a:lnTo>
                    <a:lnTo>
                      <a:pt x="136" y="0"/>
                    </a:lnTo>
                    <a:lnTo>
                      <a:pt x="0" y="5"/>
                    </a:lnTo>
                    <a:close/>
                  </a:path>
                </a:pathLst>
              </a:cu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739" name="Freeform 1242">
                <a:extLst>
                  <a:ext uri="{FF2B5EF4-FFF2-40B4-BE49-F238E27FC236}">
                    <a16:creationId xmlns:a16="http://schemas.microsoft.com/office/drawing/2014/main" id="{2E4D6D0B-6D32-0FF5-046A-5C6E7159EE5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437" y="3624"/>
                <a:ext cx="1" cy="8"/>
              </a:xfrm>
              <a:custGeom>
                <a:avLst/>
                <a:gdLst>
                  <a:gd name="T0" fmla="*/ 0 w 6"/>
                  <a:gd name="T1" fmla="*/ 0 h 56"/>
                  <a:gd name="T2" fmla="*/ 0 w 6"/>
                  <a:gd name="T3" fmla="*/ 0 h 56"/>
                  <a:gd name="T4" fmla="*/ 0 w 6"/>
                  <a:gd name="T5" fmla="*/ 0 h 56"/>
                  <a:gd name="T6" fmla="*/ 0 w 6"/>
                  <a:gd name="T7" fmla="*/ 0 h 56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6"/>
                  <a:gd name="T13" fmla="*/ 0 h 56"/>
                  <a:gd name="T14" fmla="*/ 6 w 6"/>
                  <a:gd name="T15" fmla="*/ 56 h 5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6" h="56">
                    <a:moveTo>
                      <a:pt x="0" y="0"/>
                    </a:moveTo>
                    <a:lnTo>
                      <a:pt x="2" y="56"/>
                    </a:lnTo>
                    <a:lnTo>
                      <a:pt x="6" y="56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740" name="Line 1243">
                <a:extLst>
                  <a:ext uri="{FF2B5EF4-FFF2-40B4-BE49-F238E27FC236}">
                    <a16:creationId xmlns:a16="http://schemas.microsoft.com/office/drawing/2014/main" id="{C11DB8FC-F87A-E484-70A2-C72DDD19D52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437" y="3632"/>
                <a:ext cx="1" cy="1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741" name="Freeform 1244">
                <a:extLst>
                  <a:ext uri="{FF2B5EF4-FFF2-40B4-BE49-F238E27FC236}">
                    <a16:creationId xmlns:a16="http://schemas.microsoft.com/office/drawing/2014/main" id="{802C44DC-BFDA-9C49-D5DC-68F764D2D8B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436" y="3613"/>
                <a:ext cx="21" cy="19"/>
              </a:xfrm>
              <a:custGeom>
                <a:avLst/>
                <a:gdLst>
                  <a:gd name="T0" fmla="*/ 0 w 149"/>
                  <a:gd name="T1" fmla="*/ 0 h 128"/>
                  <a:gd name="T2" fmla="*/ 0 w 149"/>
                  <a:gd name="T3" fmla="*/ 0 h 128"/>
                  <a:gd name="T4" fmla="*/ 0 w 149"/>
                  <a:gd name="T5" fmla="*/ 0 h 128"/>
                  <a:gd name="T6" fmla="*/ 0 w 149"/>
                  <a:gd name="T7" fmla="*/ 0 h 128"/>
                  <a:gd name="T8" fmla="*/ 0 w 149"/>
                  <a:gd name="T9" fmla="*/ 0 h 128"/>
                  <a:gd name="T10" fmla="*/ 0 w 149"/>
                  <a:gd name="T11" fmla="*/ 0 h 128"/>
                  <a:gd name="T12" fmla="*/ 0 w 149"/>
                  <a:gd name="T13" fmla="*/ 0 h 128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149"/>
                  <a:gd name="T22" fmla="*/ 0 h 128"/>
                  <a:gd name="T23" fmla="*/ 149 w 149"/>
                  <a:gd name="T24" fmla="*/ 128 h 128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149" h="128">
                    <a:moveTo>
                      <a:pt x="0" y="16"/>
                    </a:moveTo>
                    <a:lnTo>
                      <a:pt x="7" y="72"/>
                    </a:lnTo>
                    <a:lnTo>
                      <a:pt x="13" y="128"/>
                    </a:lnTo>
                    <a:lnTo>
                      <a:pt x="149" y="112"/>
                    </a:lnTo>
                    <a:lnTo>
                      <a:pt x="142" y="56"/>
                    </a:lnTo>
                    <a:lnTo>
                      <a:pt x="136" y="0"/>
                    </a:lnTo>
                    <a:lnTo>
                      <a:pt x="0" y="16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742" name="Freeform 1245">
                <a:extLst>
                  <a:ext uri="{FF2B5EF4-FFF2-40B4-BE49-F238E27FC236}">
                    <a16:creationId xmlns:a16="http://schemas.microsoft.com/office/drawing/2014/main" id="{F4D1DADA-2D14-18E0-4599-FDEF09E0C6C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436" y="3613"/>
                <a:ext cx="21" cy="19"/>
              </a:xfrm>
              <a:custGeom>
                <a:avLst/>
                <a:gdLst>
                  <a:gd name="T0" fmla="*/ 0 w 149"/>
                  <a:gd name="T1" fmla="*/ 0 h 128"/>
                  <a:gd name="T2" fmla="*/ 0 w 149"/>
                  <a:gd name="T3" fmla="*/ 0 h 128"/>
                  <a:gd name="T4" fmla="*/ 0 w 149"/>
                  <a:gd name="T5" fmla="*/ 0 h 128"/>
                  <a:gd name="T6" fmla="*/ 0 w 149"/>
                  <a:gd name="T7" fmla="*/ 0 h 128"/>
                  <a:gd name="T8" fmla="*/ 0 w 149"/>
                  <a:gd name="T9" fmla="*/ 0 h 128"/>
                  <a:gd name="T10" fmla="*/ 0 w 149"/>
                  <a:gd name="T11" fmla="*/ 0 h 128"/>
                  <a:gd name="T12" fmla="*/ 0 w 149"/>
                  <a:gd name="T13" fmla="*/ 0 h 128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149"/>
                  <a:gd name="T22" fmla="*/ 0 h 128"/>
                  <a:gd name="T23" fmla="*/ 149 w 149"/>
                  <a:gd name="T24" fmla="*/ 128 h 128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149" h="128">
                    <a:moveTo>
                      <a:pt x="0" y="16"/>
                    </a:moveTo>
                    <a:lnTo>
                      <a:pt x="7" y="72"/>
                    </a:lnTo>
                    <a:lnTo>
                      <a:pt x="13" y="128"/>
                    </a:lnTo>
                    <a:lnTo>
                      <a:pt x="149" y="112"/>
                    </a:lnTo>
                    <a:lnTo>
                      <a:pt x="142" y="56"/>
                    </a:lnTo>
                    <a:lnTo>
                      <a:pt x="136" y="0"/>
                    </a:lnTo>
                    <a:lnTo>
                      <a:pt x="0" y="16"/>
                    </a:lnTo>
                    <a:close/>
                  </a:path>
                </a:pathLst>
              </a:cu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743" name="Freeform 1246">
                <a:extLst>
                  <a:ext uri="{FF2B5EF4-FFF2-40B4-BE49-F238E27FC236}">
                    <a16:creationId xmlns:a16="http://schemas.microsoft.com/office/drawing/2014/main" id="{73ACFC03-88B1-035B-881E-EB3E83DCC71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456" y="3621"/>
                <a:ext cx="2" cy="8"/>
              </a:xfrm>
              <a:custGeom>
                <a:avLst/>
                <a:gdLst>
                  <a:gd name="T0" fmla="*/ 0 w 12"/>
                  <a:gd name="T1" fmla="*/ 0 h 56"/>
                  <a:gd name="T2" fmla="*/ 0 w 12"/>
                  <a:gd name="T3" fmla="*/ 0 h 56"/>
                  <a:gd name="T4" fmla="*/ 0 w 12"/>
                  <a:gd name="T5" fmla="*/ 0 h 56"/>
                  <a:gd name="T6" fmla="*/ 0 w 12"/>
                  <a:gd name="T7" fmla="*/ 0 h 56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12"/>
                  <a:gd name="T13" fmla="*/ 0 h 56"/>
                  <a:gd name="T14" fmla="*/ 12 w 12"/>
                  <a:gd name="T15" fmla="*/ 56 h 5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12" h="56">
                    <a:moveTo>
                      <a:pt x="0" y="0"/>
                    </a:moveTo>
                    <a:lnTo>
                      <a:pt x="7" y="56"/>
                    </a:lnTo>
                    <a:lnTo>
                      <a:pt x="12" y="56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744" name="Line 1247">
                <a:extLst>
                  <a:ext uri="{FF2B5EF4-FFF2-40B4-BE49-F238E27FC236}">
                    <a16:creationId xmlns:a16="http://schemas.microsoft.com/office/drawing/2014/main" id="{8E15ABCE-F007-09FB-3BE1-D3530869611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457" y="3629"/>
                <a:ext cx="1" cy="1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745" name="Freeform 1248">
                <a:extLst>
                  <a:ext uri="{FF2B5EF4-FFF2-40B4-BE49-F238E27FC236}">
                    <a16:creationId xmlns:a16="http://schemas.microsoft.com/office/drawing/2014/main" id="{9A41B0E3-02A8-C990-836A-625725BBAE8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454" y="3610"/>
                <a:ext cx="23" cy="19"/>
              </a:xfrm>
              <a:custGeom>
                <a:avLst/>
                <a:gdLst>
                  <a:gd name="T0" fmla="*/ 0 w 157"/>
                  <a:gd name="T1" fmla="*/ 0 h 139"/>
                  <a:gd name="T2" fmla="*/ 0 w 157"/>
                  <a:gd name="T3" fmla="*/ 0 h 139"/>
                  <a:gd name="T4" fmla="*/ 0 w 157"/>
                  <a:gd name="T5" fmla="*/ 0 h 139"/>
                  <a:gd name="T6" fmla="*/ 0 w 157"/>
                  <a:gd name="T7" fmla="*/ 0 h 139"/>
                  <a:gd name="T8" fmla="*/ 0 w 157"/>
                  <a:gd name="T9" fmla="*/ 0 h 139"/>
                  <a:gd name="T10" fmla="*/ 0 w 157"/>
                  <a:gd name="T11" fmla="*/ 0 h 139"/>
                  <a:gd name="T12" fmla="*/ 0 w 157"/>
                  <a:gd name="T13" fmla="*/ 0 h 139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157"/>
                  <a:gd name="T22" fmla="*/ 0 h 139"/>
                  <a:gd name="T23" fmla="*/ 157 w 157"/>
                  <a:gd name="T24" fmla="*/ 139 h 139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157" h="139">
                    <a:moveTo>
                      <a:pt x="0" y="27"/>
                    </a:moveTo>
                    <a:lnTo>
                      <a:pt x="11" y="83"/>
                    </a:lnTo>
                    <a:lnTo>
                      <a:pt x="23" y="139"/>
                    </a:lnTo>
                    <a:lnTo>
                      <a:pt x="157" y="112"/>
                    </a:lnTo>
                    <a:lnTo>
                      <a:pt x="146" y="56"/>
                    </a:lnTo>
                    <a:lnTo>
                      <a:pt x="135" y="0"/>
                    </a:lnTo>
                    <a:lnTo>
                      <a:pt x="0" y="27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746" name="Freeform 1249">
                <a:extLst>
                  <a:ext uri="{FF2B5EF4-FFF2-40B4-BE49-F238E27FC236}">
                    <a16:creationId xmlns:a16="http://schemas.microsoft.com/office/drawing/2014/main" id="{BC6CFD91-9B8C-8E69-D03A-0D3202B515F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454" y="3610"/>
                <a:ext cx="23" cy="19"/>
              </a:xfrm>
              <a:custGeom>
                <a:avLst/>
                <a:gdLst>
                  <a:gd name="T0" fmla="*/ 0 w 157"/>
                  <a:gd name="T1" fmla="*/ 0 h 139"/>
                  <a:gd name="T2" fmla="*/ 0 w 157"/>
                  <a:gd name="T3" fmla="*/ 0 h 139"/>
                  <a:gd name="T4" fmla="*/ 0 w 157"/>
                  <a:gd name="T5" fmla="*/ 0 h 139"/>
                  <a:gd name="T6" fmla="*/ 0 w 157"/>
                  <a:gd name="T7" fmla="*/ 0 h 139"/>
                  <a:gd name="T8" fmla="*/ 0 w 157"/>
                  <a:gd name="T9" fmla="*/ 0 h 139"/>
                  <a:gd name="T10" fmla="*/ 0 w 157"/>
                  <a:gd name="T11" fmla="*/ 0 h 139"/>
                  <a:gd name="T12" fmla="*/ 0 w 157"/>
                  <a:gd name="T13" fmla="*/ 0 h 139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157"/>
                  <a:gd name="T22" fmla="*/ 0 h 139"/>
                  <a:gd name="T23" fmla="*/ 157 w 157"/>
                  <a:gd name="T24" fmla="*/ 139 h 139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157" h="139">
                    <a:moveTo>
                      <a:pt x="0" y="27"/>
                    </a:moveTo>
                    <a:lnTo>
                      <a:pt x="11" y="83"/>
                    </a:lnTo>
                    <a:lnTo>
                      <a:pt x="23" y="139"/>
                    </a:lnTo>
                    <a:lnTo>
                      <a:pt x="157" y="112"/>
                    </a:lnTo>
                    <a:lnTo>
                      <a:pt x="146" y="56"/>
                    </a:lnTo>
                    <a:lnTo>
                      <a:pt x="135" y="0"/>
                    </a:lnTo>
                    <a:lnTo>
                      <a:pt x="0" y="27"/>
                    </a:lnTo>
                    <a:close/>
                  </a:path>
                </a:pathLst>
              </a:cu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747" name="Freeform 1250">
                <a:extLst>
                  <a:ext uri="{FF2B5EF4-FFF2-40B4-BE49-F238E27FC236}">
                    <a16:creationId xmlns:a16="http://schemas.microsoft.com/office/drawing/2014/main" id="{DA0320D8-736E-A58F-7871-2CF6391C822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475" y="3618"/>
                <a:ext cx="2" cy="8"/>
              </a:xfrm>
              <a:custGeom>
                <a:avLst/>
                <a:gdLst>
                  <a:gd name="T0" fmla="*/ 0 w 16"/>
                  <a:gd name="T1" fmla="*/ 0 h 56"/>
                  <a:gd name="T2" fmla="*/ 0 w 16"/>
                  <a:gd name="T3" fmla="*/ 0 h 56"/>
                  <a:gd name="T4" fmla="*/ 0 w 16"/>
                  <a:gd name="T5" fmla="*/ 0 h 56"/>
                  <a:gd name="T6" fmla="*/ 0 w 16"/>
                  <a:gd name="T7" fmla="*/ 0 h 56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16"/>
                  <a:gd name="T13" fmla="*/ 0 h 56"/>
                  <a:gd name="T14" fmla="*/ 16 w 16"/>
                  <a:gd name="T15" fmla="*/ 56 h 5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16" h="56">
                    <a:moveTo>
                      <a:pt x="0" y="0"/>
                    </a:moveTo>
                    <a:lnTo>
                      <a:pt x="11" y="56"/>
                    </a:lnTo>
                    <a:lnTo>
                      <a:pt x="16" y="55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748" name="Line 1251">
                <a:extLst>
                  <a:ext uri="{FF2B5EF4-FFF2-40B4-BE49-F238E27FC236}">
                    <a16:creationId xmlns:a16="http://schemas.microsoft.com/office/drawing/2014/main" id="{77137F05-3E7F-2F0A-0A92-5C223C92C1E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3477" y="3625"/>
                <a:ext cx="1" cy="1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749" name="Freeform 1252">
                <a:extLst>
                  <a:ext uri="{FF2B5EF4-FFF2-40B4-BE49-F238E27FC236}">
                    <a16:creationId xmlns:a16="http://schemas.microsoft.com/office/drawing/2014/main" id="{3D5C33B0-21D0-AC2E-7B6A-B807154F77B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473" y="3604"/>
                <a:ext cx="23" cy="21"/>
              </a:xfrm>
              <a:custGeom>
                <a:avLst/>
                <a:gdLst>
                  <a:gd name="T0" fmla="*/ 0 w 164"/>
                  <a:gd name="T1" fmla="*/ 0 h 148"/>
                  <a:gd name="T2" fmla="*/ 0 w 164"/>
                  <a:gd name="T3" fmla="*/ 0 h 148"/>
                  <a:gd name="T4" fmla="*/ 0 w 164"/>
                  <a:gd name="T5" fmla="*/ 0 h 148"/>
                  <a:gd name="T6" fmla="*/ 0 w 164"/>
                  <a:gd name="T7" fmla="*/ 0 h 148"/>
                  <a:gd name="T8" fmla="*/ 0 w 164"/>
                  <a:gd name="T9" fmla="*/ 0 h 148"/>
                  <a:gd name="T10" fmla="*/ 0 w 164"/>
                  <a:gd name="T11" fmla="*/ 0 h 148"/>
                  <a:gd name="T12" fmla="*/ 0 w 164"/>
                  <a:gd name="T13" fmla="*/ 0 h 148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164"/>
                  <a:gd name="T22" fmla="*/ 0 h 148"/>
                  <a:gd name="T23" fmla="*/ 164 w 164"/>
                  <a:gd name="T24" fmla="*/ 148 h 148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164" h="148">
                    <a:moveTo>
                      <a:pt x="0" y="38"/>
                    </a:moveTo>
                    <a:lnTo>
                      <a:pt x="16" y="93"/>
                    </a:lnTo>
                    <a:lnTo>
                      <a:pt x="32" y="148"/>
                    </a:lnTo>
                    <a:lnTo>
                      <a:pt x="164" y="110"/>
                    </a:lnTo>
                    <a:lnTo>
                      <a:pt x="149" y="55"/>
                    </a:lnTo>
                    <a:lnTo>
                      <a:pt x="133" y="0"/>
                    </a:lnTo>
                    <a:lnTo>
                      <a:pt x="0" y="38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750" name="Freeform 1253">
                <a:extLst>
                  <a:ext uri="{FF2B5EF4-FFF2-40B4-BE49-F238E27FC236}">
                    <a16:creationId xmlns:a16="http://schemas.microsoft.com/office/drawing/2014/main" id="{22C072FE-9B17-1855-A29B-2DFD2210D2E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473" y="3604"/>
                <a:ext cx="23" cy="21"/>
              </a:xfrm>
              <a:custGeom>
                <a:avLst/>
                <a:gdLst>
                  <a:gd name="T0" fmla="*/ 0 w 164"/>
                  <a:gd name="T1" fmla="*/ 0 h 148"/>
                  <a:gd name="T2" fmla="*/ 0 w 164"/>
                  <a:gd name="T3" fmla="*/ 0 h 148"/>
                  <a:gd name="T4" fmla="*/ 0 w 164"/>
                  <a:gd name="T5" fmla="*/ 0 h 148"/>
                  <a:gd name="T6" fmla="*/ 0 w 164"/>
                  <a:gd name="T7" fmla="*/ 0 h 148"/>
                  <a:gd name="T8" fmla="*/ 0 w 164"/>
                  <a:gd name="T9" fmla="*/ 0 h 148"/>
                  <a:gd name="T10" fmla="*/ 0 w 164"/>
                  <a:gd name="T11" fmla="*/ 0 h 148"/>
                  <a:gd name="T12" fmla="*/ 0 w 164"/>
                  <a:gd name="T13" fmla="*/ 0 h 148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164"/>
                  <a:gd name="T22" fmla="*/ 0 h 148"/>
                  <a:gd name="T23" fmla="*/ 164 w 164"/>
                  <a:gd name="T24" fmla="*/ 148 h 148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164" h="148">
                    <a:moveTo>
                      <a:pt x="0" y="38"/>
                    </a:moveTo>
                    <a:lnTo>
                      <a:pt x="16" y="93"/>
                    </a:lnTo>
                    <a:lnTo>
                      <a:pt x="32" y="148"/>
                    </a:lnTo>
                    <a:lnTo>
                      <a:pt x="164" y="110"/>
                    </a:lnTo>
                    <a:lnTo>
                      <a:pt x="149" y="55"/>
                    </a:lnTo>
                    <a:lnTo>
                      <a:pt x="133" y="0"/>
                    </a:lnTo>
                    <a:lnTo>
                      <a:pt x="0" y="38"/>
                    </a:lnTo>
                    <a:close/>
                  </a:path>
                </a:pathLst>
              </a:cu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751" name="Freeform 1254">
                <a:extLst>
                  <a:ext uri="{FF2B5EF4-FFF2-40B4-BE49-F238E27FC236}">
                    <a16:creationId xmlns:a16="http://schemas.microsoft.com/office/drawing/2014/main" id="{94C3AF83-3600-1983-AC87-32DE6EF91EB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494" y="3612"/>
                <a:ext cx="3" cy="8"/>
              </a:xfrm>
              <a:custGeom>
                <a:avLst/>
                <a:gdLst>
                  <a:gd name="T0" fmla="*/ 0 w 19"/>
                  <a:gd name="T1" fmla="*/ 0 h 55"/>
                  <a:gd name="T2" fmla="*/ 0 w 19"/>
                  <a:gd name="T3" fmla="*/ 0 h 55"/>
                  <a:gd name="T4" fmla="*/ 0 w 19"/>
                  <a:gd name="T5" fmla="*/ 0 h 55"/>
                  <a:gd name="T6" fmla="*/ 0 w 19"/>
                  <a:gd name="T7" fmla="*/ 0 h 55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19"/>
                  <a:gd name="T13" fmla="*/ 0 h 55"/>
                  <a:gd name="T14" fmla="*/ 19 w 19"/>
                  <a:gd name="T15" fmla="*/ 55 h 55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19" h="55">
                    <a:moveTo>
                      <a:pt x="0" y="0"/>
                    </a:moveTo>
                    <a:lnTo>
                      <a:pt x="15" y="55"/>
                    </a:lnTo>
                    <a:lnTo>
                      <a:pt x="19" y="53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752" name="Line 1255">
                <a:extLst>
                  <a:ext uri="{FF2B5EF4-FFF2-40B4-BE49-F238E27FC236}">
                    <a16:creationId xmlns:a16="http://schemas.microsoft.com/office/drawing/2014/main" id="{1EABBCCA-0F23-6682-6879-3EF6A0C6447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3496" y="3620"/>
                <a:ext cx="1" cy="1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753" name="Freeform 1256">
                <a:extLst>
                  <a:ext uri="{FF2B5EF4-FFF2-40B4-BE49-F238E27FC236}">
                    <a16:creationId xmlns:a16="http://schemas.microsoft.com/office/drawing/2014/main" id="{55A0D5BB-4153-2667-7767-DD2C3FC1ADB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491" y="3598"/>
                <a:ext cx="24" cy="22"/>
              </a:xfrm>
              <a:custGeom>
                <a:avLst/>
                <a:gdLst>
                  <a:gd name="T0" fmla="*/ 0 w 166"/>
                  <a:gd name="T1" fmla="*/ 0 h 153"/>
                  <a:gd name="T2" fmla="*/ 0 w 166"/>
                  <a:gd name="T3" fmla="*/ 0 h 153"/>
                  <a:gd name="T4" fmla="*/ 0 w 166"/>
                  <a:gd name="T5" fmla="*/ 0 h 153"/>
                  <a:gd name="T6" fmla="*/ 0 w 166"/>
                  <a:gd name="T7" fmla="*/ 0 h 153"/>
                  <a:gd name="T8" fmla="*/ 0 w 166"/>
                  <a:gd name="T9" fmla="*/ 0 h 153"/>
                  <a:gd name="T10" fmla="*/ 0 w 166"/>
                  <a:gd name="T11" fmla="*/ 0 h 153"/>
                  <a:gd name="T12" fmla="*/ 0 w 166"/>
                  <a:gd name="T13" fmla="*/ 0 h 153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166"/>
                  <a:gd name="T22" fmla="*/ 0 h 153"/>
                  <a:gd name="T23" fmla="*/ 166 w 166"/>
                  <a:gd name="T24" fmla="*/ 153 h 153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166" h="153">
                    <a:moveTo>
                      <a:pt x="0" y="47"/>
                    </a:moveTo>
                    <a:lnTo>
                      <a:pt x="19" y="100"/>
                    </a:lnTo>
                    <a:lnTo>
                      <a:pt x="38" y="153"/>
                    </a:lnTo>
                    <a:lnTo>
                      <a:pt x="166" y="106"/>
                    </a:lnTo>
                    <a:lnTo>
                      <a:pt x="147" y="53"/>
                    </a:lnTo>
                    <a:lnTo>
                      <a:pt x="127" y="0"/>
                    </a:lnTo>
                    <a:lnTo>
                      <a:pt x="0" y="47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754" name="Freeform 1257">
                <a:extLst>
                  <a:ext uri="{FF2B5EF4-FFF2-40B4-BE49-F238E27FC236}">
                    <a16:creationId xmlns:a16="http://schemas.microsoft.com/office/drawing/2014/main" id="{AF951397-2934-C7A9-8D8D-DA8BC20D72B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491" y="3598"/>
                <a:ext cx="24" cy="22"/>
              </a:xfrm>
              <a:custGeom>
                <a:avLst/>
                <a:gdLst>
                  <a:gd name="T0" fmla="*/ 0 w 166"/>
                  <a:gd name="T1" fmla="*/ 0 h 153"/>
                  <a:gd name="T2" fmla="*/ 0 w 166"/>
                  <a:gd name="T3" fmla="*/ 0 h 153"/>
                  <a:gd name="T4" fmla="*/ 0 w 166"/>
                  <a:gd name="T5" fmla="*/ 0 h 153"/>
                  <a:gd name="T6" fmla="*/ 0 w 166"/>
                  <a:gd name="T7" fmla="*/ 0 h 153"/>
                  <a:gd name="T8" fmla="*/ 0 w 166"/>
                  <a:gd name="T9" fmla="*/ 0 h 153"/>
                  <a:gd name="T10" fmla="*/ 0 w 166"/>
                  <a:gd name="T11" fmla="*/ 0 h 153"/>
                  <a:gd name="T12" fmla="*/ 0 w 166"/>
                  <a:gd name="T13" fmla="*/ 0 h 153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166"/>
                  <a:gd name="T22" fmla="*/ 0 h 153"/>
                  <a:gd name="T23" fmla="*/ 166 w 166"/>
                  <a:gd name="T24" fmla="*/ 153 h 153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166" h="153">
                    <a:moveTo>
                      <a:pt x="0" y="47"/>
                    </a:moveTo>
                    <a:lnTo>
                      <a:pt x="19" y="100"/>
                    </a:lnTo>
                    <a:lnTo>
                      <a:pt x="38" y="153"/>
                    </a:lnTo>
                    <a:lnTo>
                      <a:pt x="166" y="106"/>
                    </a:lnTo>
                    <a:lnTo>
                      <a:pt x="147" y="53"/>
                    </a:lnTo>
                    <a:lnTo>
                      <a:pt x="127" y="0"/>
                    </a:lnTo>
                    <a:lnTo>
                      <a:pt x="0" y="47"/>
                    </a:lnTo>
                    <a:close/>
                  </a:path>
                </a:pathLst>
              </a:cu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755" name="Freeform 1258">
                <a:extLst>
                  <a:ext uri="{FF2B5EF4-FFF2-40B4-BE49-F238E27FC236}">
                    <a16:creationId xmlns:a16="http://schemas.microsoft.com/office/drawing/2014/main" id="{B57B1E1B-8434-2D3B-C851-195E713DA43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512" y="3605"/>
                <a:ext cx="4" cy="8"/>
              </a:xfrm>
              <a:custGeom>
                <a:avLst/>
                <a:gdLst>
                  <a:gd name="T0" fmla="*/ 0 w 23"/>
                  <a:gd name="T1" fmla="*/ 0 h 53"/>
                  <a:gd name="T2" fmla="*/ 0 w 23"/>
                  <a:gd name="T3" fmla="*/ 0 h 53"/>
                  <a:gd name="T4" fmla="*/ 0 w 23"/>
                  <a:gd name="T5" fmla="*/ 0 h 53"/>
                  <a:gd name="T6" fmla="*/ 0 w 23"/>
                  <a:gd name="T7" fmla="*/ 0 h 53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23"/>
                  <a:gd name="T13" fmla="*/ 0 h 53"/>
                  <a:gd name="T14" fmla="*/ 23 w 23"/>
                  <a:gd name="T15" fmla="*/ 53 h 53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23" h="53">
                    <a:moveTo>
                      <a:pt x="0" y="0"/>
                    </a:moveTo>
                    <a:lnTo>
                      <a:pt x="19" y="53"/>
                    </a:lnTo>
                    <a:lnTo>
                      <a:pt x="23" y="52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756" name="Line 1259">
                <a:extLst>
                  <a:ext uri="{FF2B5EF4-FFF2-40B4-BE49-F238E27FC236}">
                    <a16:creationId xmlns:a16="http://schemas.microsoft.com/office/drawing/2014/main" id="{2282290E-96F1-3983-7E28-BB1690E2FD8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3515" y="3613"/>
                <a:ext cx="1" cy="1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757" name="Freeform 1260">
                <a:extLst>
                  <a:ext uri="{FF2B5EF4-FFF2-40B4-BE49-F238E27FC236}">
                    <a16:creationId xmlns:a16="http://schemas.microsoft.com/office/drawing/2014/main" id="{D22E152A-161C-978F-2A45-42DC6B9715F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509" y="3590"/>
                <a:ext cx="25" cy="23"/>
              </a:xfrm>
              <a:custGeom>
                <a:avLst/>
                <a:gdLst>
                  <a:gd name="T0" fmla="*/ 0 w 172"/>
                  <a:gd name="T1" fmla="*/ 0 h 161"/>
                  <a:gd name="T2" fmla="*/ 0 w 172"/>
                  <a:gd name="T3" fmla="*/ 0 h 161"/>
                  <a:gd name="T4" fmla="*/ 0 w 172"/>
                  <a:gd name="T5" fmla="*/ 0 h 161"/>
                  <a:gd name="T6" fmla="*/ 0 w 172"/>
                  <a:gd name="T7" fmla="*/ 0 h 161"/>
                  <a:gd name="T8" fmla="*/ 0 w 172"/>
                  <a:gd name="T9" fmla="*/ 0 h 161"/>
                  <a:gd name="T10" fmla="*/ 0 w 172"/>
                  <a:gd name="T11" fmla="*/ 0 h 161"/>
                  <a:gd name="T12" fmla="*/ 0 w 172"/>
                  <a:gd name="T13" fmla="*/ 0 h 161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172"/>
                  <a:gd name="T22" fmla="*/ 0 h 161"/>
                  <a:gd name="T23" fmla="*/ 172 w 172"/>
                  <a:gd name="T24" fmla="*/ 161 h 161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172" h="161">
                    <a:moveTo>
                      <a:pt x="0" y="57"/>
                    </a:moveTo>
                    <a:lnTo>
                      <a:pt x="24" y="109"/>
                    </a:lnTo>
                    <a:lnTo>
                      <a:pt x="47" y="161"/>
                    </a:lnTo>
                    <a:lnTo>
                      <a:pt x="172" y="103"/>
                    </a:lnTo>
                    <a:lnTo>
                      <a:pt x="148" y="52"/>
                    </a:lnTo>
                    <a:lnTo>
                      <a:pt x="125" y="0"/>
                    </a:lnTo>
                    <a:lnTo>
                      <a:pt x="0" y="57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758" name="Freeform 1261">
                <a:extLst>
                  <a:ext uri="{FF2B5EF4-FFF2-40B4-BE49-F238E27FC236}">
                    <a16:creationId xmlns:a16="http://schemas.microsoft.com/office/drawing/2014/main" id="{57B466D6-D2DC-EB82-4001-4E311FC8E4C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509" y="3590"/>
                <a:ext cx="25" cy="23"/>
              </a:xfrm>
              <a:custGeom>
                <a:avLst/>
                <a:gdLst>
                  <a:gd name="T0" fmla="*/ 0 w 172"/>
                  <a:gd name="T1" fmla="*/ 0 h 161"/>
                  <a:gd name="T2" fmla="*/ 0 w 172"/>
                  <a:gd name="T3" fmla="*/ 0 h 161"/>
                  <a:gd name="T4" fmla="*/ 0 w 172"/>
                  <a:gd name="T5" fmla="*/ 0 h 161"/>
                  <a:gd name="T6" fmla="*/ 0 w 172"/>
                  <a:gd name="T7" fmla="*/ 0 h 161"/>
                  <a:gd name="T8" fmla="*/ 0 w 172"/>
                  <a:gd name="T9" fmla="*/ 0 h 161"/>
                  <a:gd name="T10" fmla="*/ 0 w 172"/>
                  <a:gd name="T11" fmla="*/ 0 h 161"/>
                  <a:gd name="T12" fmla="*/ 0 w 172"/>
                  <a:gd name="T13" fmla="*/ 0 h 161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172"/>
                  <a:gd name="T22" fmla="*/ 0 h 161"/>
                  <a:gd name="T23" fmla="*/ 172 w 172"/>
                  <a:gd name="T24" fmla="*/ 161 h 161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172" h="161">
                    <a:moveTo>
                      <a:pt x="0" y="57"/>
                    </a:moveTo>
                    <a:lnTo>
                      <a:pt x="24" y="109"/>
                    </a:lnTo>
                    <a:lnTo>
                      <a:pt x="47" y="161"/>
                    </a:lnTo>
                    <a:lnTo>
                      <a:pt x="172" y="103"/>
                    </a:lnTo>
                    <a:lnTo>
                      <a:pt x="148" y="52"/>
                    </a:lnTo>
                    <a:lnTo>
                      <a:pt x="125" y="0"/>
                    </a:lnTo>
                    <a:lnTo>
                      <a:pt x="0" y="57"/>
                    </a:lnTo>
                    <a:close/>
                  </a:path>
                </a:pathLst>
              </a:cu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759" name="Freeform 1262">
                <a:extLst>
                  <a:ext uri="{FF2B5EF4-FFF2-40B4-BE49-F238E27FC236}">
                    <a16:creationId xmlns:a16="http://schemas.microsoft.com/office/drawing/2014/main" id="{AFEB8BEA-DAC6-FB17-17D8-82D6F78EF12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530" y="3597"/>
                <a:ext cx="4" cy="8"/>
              </a:xfrm>
              <a:custGeom>
                <a:avLst/>
                <a:gdLst>
                  <a:gd name="T0" fmla="*/ 0 w 28"/>
                  <a:gd name="T1" fmla="*/ 0 h 51"/>
                  <a:gd name="T2" fmla="*/ 0 w 28"/>
                  <a:gd name="T3" fmla="*/ 0 h 51"/>
                  <a:gd name="T4" fmla="*/ 0 w 28"/>
                  <a:gd name="T5" fmla="*/ 0 h 51"/>
                  <a:gd name="T6" fmla="*/ 0 w 28"/>
                  <a:gd name="T7" fmla="*/ 0 h 51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28"/>
                  <a:gd name="T13" fmla="*/ 0 h 51"/>
                  <a:gd name="T14" fmla="*/ 28 w 28"/>
                  <a:gd name="T15" fmla="*/ 51 h 51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28" h="51">
                    <a:moveTo>
                      <a:pt x="0" y="0"/>
                    </a:moveTo>
                    <a:lnTo>
                      <a:pt x="24" y="51"/>
                    </a:lnTo>
                    <a:lnTo>
                      <a:pt x="28" y="49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760" name="Line 1263">
                <a:extLst>
                  <a:ext uri="{FF2B5EF4-FFF2-40B4-BE49-F238E27FC236}">
                    <a16:creationId xmlns:a16="http://schemas.microsoft.com/office/drawing/2014/main" id="{657BA0EC-EB54-3077-A9B3-422FFB45CE0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3534" y="3604"/>
                <a:ext cx="1" cy="1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761" name="Freeform 1264">
                <a:extLst>
                  <a:ext uri="{FF2B5EF4-FFF2-40B4-BE49-F238E27FC236}">
                    <a16:creationId xmlns:a16="http://schemas.microsoft.com/office/drawing/2014/main" id="{ACD19F0D-CFC7-0350-7C49-E21700966C8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526" y="3581"/>
                <a:ext cx="25" cy="23"/>
              </a:xfrm>
              <a:custGeom>
                <a:avLst/>
                <a:gdLst>
                  <a:gd name="T0" fmla="*/ 0 w 176"/>
                  <a:gd name="T1" fmla="*/ 0 h 166"/>
                  <a:gd name="T2" fmla="*/ 0 w 176"/>
                  <a:gd name="T3" fmla="*/ 0 h 166"/>
                  <a:gd name="T4" fmla="*/ 0 w 176"/>
                  <a:gd name="T5" fmla="*/ 0 h 166"/>
                  <a:gd name="T6" fmla="*/ 0 w 176"/>
                  <a:gd name="T7" fmla="*/ 0 h 166"/>
                  <a:gd name="T8" fmla="*/ 0 w 176"/>
                  <a:gd name="T9" fmla="*/ 0 h 166"/>
                  <a:gd name="T10" fmla="*/ 0 w 176"/>
                  <a:gd name="T11" fmla="*/ 0 h 166"/>
                  <a:gd name="T12" fmla="*/ 0 w 176"/>
                  <a:gd name="T13" fmla="*/ 0 h 16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176"/>
                  <a:gd name="T22" fmla="*/ 0 h 166"/>
                  <a:gd name="T23" fmla="*/ 176 w 176"/>
                  <a:gd name="T24" fmla="*/ 166 h 16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176" h="166">
                    <a:moveTo>
                      <a:pt x="0" y="67"/>
                    </a:moveTo>
                    <a:lnTo>
                      <a:pt x="28" y="117"/>
                    </a:lnTo>
                    <a:lnTo>
                      <a:pt x="56" y="166"/>
                    </a:lnTo>
                    <a:lnTo>
                      <a:pt x="176" y="99"/>
                    </a:lnTo>
                    <a:lnTo>
                      <a:pt x="148" y="49"/>
                    </a:lnTo>
                    <a:lnTo>
                      <a:pt x="120" y="0"/>
                    </a:lnTo>
                    <a:lnTo>
                      <a:pt x="0" y="67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762" name="Freeform 1265">
                <a:extLst>
                  <a:ext uri="{FF2B5EF4-FFF2-40B4-BE49-F238E27FC236}">
                    <a16:creationId xmlns:a16="http://schemas.microsoft.com/office/drawing/2014/main" id="{2485CACC-37BE-0929-52F5-FFBE0094997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526" y="3581"/>
                <a:ext cx="25" cy="23"/>
              </a:xfrm>
              <a:custGeom>
                <a:avLst/>
                <a:gdLst>
                  <a:gd name="T0" fmla="*/ 0 w 176"/>
                  <a:gd name="T1" fmla="*/ 0 h 166"/>
                  <a:gd name="T2" fmla="*/ 0 w 176"/>
                  <a:gd name="T3" fmla="*/ 0 h 166"/>
                  <a:gd name="T4" fmla="*/ 0 w 176"/>
                  <a:gd name="T5" fmla="*/ 0 h 166"/>
                  <a:gd name="T6" fmla="*/ 0 w 176"/>
                  <a:gd name="T7" fmla="*/ 0 h 166"/>
                  <a:gd name="T8" fmla="*/ 0 w 176"/>
                  <a:gd name="T9" fmla="*/ 0 h 166"/>
                  <a:gd name="T10" fmla="*/ 0 w 176"/>
                  <a:gd name="T11" fmla="*/ 0 h 166"/>
                  <a:gd name="T12" fmla="*/ 0 w 176"/>
                  <a:gd name="T13" fmla="*/ 0 h 16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176"/>
                  <a:gd name="T22" fmla="*/ 0 h 166"/>
                  <a:gd name="T23" fmla="*/ 176 w 176"/>
                  <a:gd name="T24" fmla="*/ 166 h 16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176" h="166">
                    <a:moveTo>
                      <a:pt x="0" y="67"/>
                    </a:moveTo>
                    <a:lnTo>
                      <a:pt x="28" y="117"/>
                    </a:lnTo>
                    <a:lnTo>
                      <a:pt x="56" y="166"/>
                    </a:lnTo>
                    <a:lnTo>
                      <a:pt x="176" y="99"/>
                    </a:lnTo>
                    <a:lnTo>
                      <a:pt x="148" y="49"/>
                    </a:lnTo>
                    <a:lnTo>
                      <a:pt x="120" y="0"/>
                    </a:lnTo>
                    <a:lnTo>
                      <a:pt x="0" y="67"/>
                    </a:lnTo>
                    <a:close/>
                  </a:path>
                </a:pathLst>
              </a:cu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763" name="Freeform 1266">
                <a:extLst>
                  <a:ext uri="{FF2B5EF4-FFF2-40B4-BE49-F238E27FC236}">
                    <a16:creationId xmlns:a16="http://schemas.microsoft.com/office/drawing/2014/main" id="{D8DE8100-EBA5-FC23-9F77-2220F9854C4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547" y="3588"/>
                <a:ext cx="5" cy="7"/>
              </a:xfrm>
              <a:custGeom>
                <a:avLst/>
                <a:gdLst>
                  <a:gd name="T0" fmla="*/ 0 w 32"/>
                  <a:gd name="T1" fmla="*/ 0 h 50"/>
                  <a:gd name="T2" fmla="*/ 0 w 32"/>
                  <a:gd name="T3" fmla="*/ 0 h 50"/>
                  <a:gd name="T4" fmla="*/ 0 w 32"/>
                  <a:gd name="T5" fmla="*/ 0 h 50"/>
                  <a:gd name="T6" fmla="*/ 0 w 32"/>
                  <a:gd name="T7" fmla="*/ 0 h 50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32"/>
                  <a:gd name="T13" fmla="*/ 0 h 50"/>
                  <a:gd name="T14" fmla="*/ 32 w 32"/>
                  <a:gd name="T15" fmla="*/ 50 h 50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32" h="50">
                    <a:moveTo>
                      <a:pt x="0" y="0"/>
                    </a:moveTo>
                    <a:lnTo>
                      <a:pt x="28" y="50"/>
                    </a:lnTo>
                    <a:lnTo>
                      <a:pt x="32" y="47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764" name="Line 1267">
                <a:extLst>
                  <a:ext uri="{FF2B5EF4-FFF2-40B4-BE49-F238E27FC236}">
                    <a16:creationId xmlns:a16="http://schemas.microsoft.com/office/drawing/2014/main" id="{7A150DEF-8064-2DE5-5CC1-19FC059A1AF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3551" y="3594"/>
                <a:ext cx="1" cy="1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765" name="Freeform 1268">
                <a:extLst>
                  <a:ext uri="{FF2B5EF4-FFF2-40B4-BE49-F238E27FC236}">
                    <a16:creationId xmlns:a16="http://schemas.microsoft.com/office/drawing/2014/main" id="{5CCE449C-A4A9-3BA7-7D9E-CE587FB034A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543" y="3570"/>
                <a:ext cx="25" cy="24"/>
              </a:xfrm>
              <a:custGeom>
                <a:avLst/>
                <a:gdLst>
                  <a:gd name="T0" fmla="*/ 0 w 177"/>
                  <a:gd name="T1" fmla="*/ 0 h 170"/>
                  <a:gd name="T2" fmla="*/ 0 w 177"/>
                  <a:gd name="T3" fmla="*/ 0 h 170"/>
                  <a:gd name="T4" fmla="*/ 0 w 177"/>
                  <a:gd name="T5" fmla="*/ 0 h 170"/>
                  <a:gd name="T6" fmla="*/ 0 w 177"/>
                  <a:gd name="T7" fmla="*/ 0 h 170"/>
                  <a:gd name="T8" fmla="*/ 0 w 177"/>
                  <a:gd name="T9" fmla="*/ 0 h 170"/>
                  <a:gd name="T10" fmla="*/ 0 w 177"/>
                  <a:gd name="T11" fmla="*/ 0 h 170"/>
                  <a:gd name="T12" fmla="*/ 0 w 177"/>
                  <a:gd name="T13" fmla="*/ 0 h 170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177"/>
                  <a:gd name="T22" fmla="*/ 0 h 170"/>
                  <a:gd name="T23" fmla="*/ 177 w 177"/>
                  <a:gd name="T24" fmla="*/ 170 h 170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177" h="170">
                    <a:moveTo>
                      <a:pt x="0" y="76"/>
                    </a:moveTo>
                    <a:lnTo>
                      <a:pt x="31" y="123"/>
                    </a:lnTo>
                    <a:lnTo>
                      <a:pt x="63" y="170"/>
                    </a:lnTo>
                    <a:lnTo>
                      <a:pt x="177" y="94"/>
                    </a:lnTo>
                    <a:lnTo>
                      <a:pt x="146" y="47"/>
                    </a:lnTo>
                    <a:lnTo>
                      <a:pt x="114" y="0"/>
                    </a:lnTo>
                    <a:lnTo>
                      <a:pt x="0" y="76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766" name="Freeform 1269">
                <a:extLst>
                  <a:ext uri="{FF2B5EF4-FFF2-40B4-BE49-F238E27FC236}">
                    <a16:creationId xmlns:a16="http://schemas.microsoft.com/office/drawing/2014/main" id="{6C488F9D-4984-DF30-6212-2E482552A0C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543" y="3570"/>
                <a:ext cx="25" cy="24"/>
              </a:xfrm>
              <a:custGeom>
                <a:avLst/>
                <a:gdLst>
                  <a:gd name="T0" fmla="*/ 0 w 177"/>
                  <a:gd name="T1" fmla="*/ 0 h 170"/>
                  <a:gd name="T2" fmla="*/ 0 w 177"/>
                  <a:gd name="T3" fmla="*/ 0 h 170"/>
                  <a:gd name="T4" fmla="*/ 0 w 177"/>
                  <a:gd name="T5" fmla="*/ 0 h 170"/>
                  <a:gd name="T6" fmla="*/ 0 w 177"/>
                  <a:gd name="T7" fmla="*/ 0 h 170"/>
                  <a:gd name="T8" fmla="*/ 0 w 177"/>
                  <a:gd name="T9" fmla="*/ 0 h 170"/>
                  <a:gd name="T10" fmla="*/ 0 w 177"/>
                  <a:gd name="T11" fmla="*/ 0 h 170"/>
                  <a:gd name="T12" fmla="*/ 0 w 177"/>
                  <a:gd name="T13" fmla="*/ 0 h 170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177"/>
                  <a:gd name="T22" fmla="*/ 0 h 170"/>
                  <a:gd name="T23" fmla="*/ 177 w 177"/>
                  <a:gd name="T24" fmla="*/ 170 h 170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177" h="170">
                    <a:moveTo>
                      <a:pt x="0" y="76"/>
                    </a:moveTo>
                    <a:lnTo>
                      <a:pt x="31" y="123"/>
                    </a:lnTo>
                    <a:lnTo>
                      <a:pt x="63" y="170"/>
                    </a:lnTo>
                    <a:lnTo>
                      <a:pt x="177" y="94"/>
                    </a:lnTo>
                    <a:lnTo>
                      <a:pt x="146" y="47"/>
                    </a:lnTo>
                    <a:lnTo>
                      <a:pt x="114" y="0"/>
                    </a:lnTo>
                    <a:lnTo>
                      <a:pt x="0" y="76"/>
                    </a:lnTo>
                    <a:close/>
                  </a:path>
                </a:pathLst>
              </a:cu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767" name="Freeform 1270">
                <a:extLst>
                  <a:ext uri="{FF2B5EF4-FFF2-40B4-BE49-F238E27FC236}">
                    <a16:creationId xmlns:a16="http://schemas.microsoft.com/office/drawing/2014/main" id="{6623D729-64B9-15FB-22B7-34F828CB8B3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564" y="3577"/>
                <a:ext cx="5" cy="6"/>
              </a:xfrm>
              <a:custGeom>
                <a:avLst/>
                <a:gdLst>
                  <a:gd name="T0" fmla="*/ 0 w 34"/>
                  <a:gd name="T1" fmla="*/ 0 h 47"/>
                  <a:gd name="T2" fmla="*/ 0 w 34"/>
                  <a:gd name="T3" fmla="*/ 0 h 47"/>
                  <a:gd name="T4" fmla="*/ 0 w 34"/>
                  <a:gd name="T5" fmla="*/ 0 h 47"/>
                  <a:gd name="T6" fmla="*/ 0 w 34"/>
                  <a:gd name="T7" fmla="*/ 0 h 47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34"/>
                  <a:gd name="T13" fmla="*/ 0 h 47"/>
                  <a:gd name="T14" fmla="*/ 34 w 34"/>
                  <a:gd name="T15" fmla="*/ 47 h 47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34" h="47">
                    <a:moveTo>
                      <a:pt x="0" y="0"/>
                    </a:moveTo>
                    <a:lnTo>
                      <a:pt x="31" y="47"/>
                    </a:lnTo>
                    <a:lnTo>
                      <a:pt x="34" y="45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768" name="Line 1271">
                <a:extLst>
                  <a:ext uri="{FF2B5EF4-FFF2-40B4-BE49-F238E27FC236}">
                    <a16:creationId xmlns:a16="http://schemas.microsoft.com/office/drawing/2014/main" id="{6A558420-C915-606E-D450-327F286A973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3568" y="3583"/>
                <a:ext cx="1" cy="1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769" name="Freeform 1272">
                <a:extLst>
                  <a:ext uri="{FF2B5EF4-FFF2-40B4-BE49-F238E27FC236}">
                    <a16:creationId xmlns:a16="http://schemas.microsoft.com/office/drawing/2014/main" id="{6D5FAA49-2165-439A-EE31-052C041D0FE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559" y="3558"/>
                <a:ext cx="25" cy="25"/>
              </a:xfrm>
              <a:custGeom>
                <a:avLst/>
                <a:gdLst>
                  <a:gd name="T0" fmla="*/ 0 w 177"/>
                  <a:gd name="T1" fmla="*/ 0 h 175"/>
                  <a:gd name="T2" fmla="*/ 0 w 177"/>
                  <a:gd name="T3" fmla="*/ 0 h 175"/>
                  <a:gd name="T4" fmla="*/ 0 w 177"/>
                  <a:gd name="T5" fmla="*/ 0 h 175"/>
                  <a:gd name="T6" fmla="*/ 0 w 177"/>
                  <a:gd name="T7" fmla="*/ 0 h 175"/>
                  <a:gd name="T8" fmla="*/ 0 w 177"/>
                  <a:gd name="T9" fmla="*/ 0 h 175"/>
                  <a:gd name="T10" fmla="*/ 0 w 177"/>
                  <a:gd name="T11" fmla="*/ 0 h 175"/>
                  <a:gd name="T12" fmla="*/ 0 w 177"/>
                  <a:gd name="T13" fmla="*/ 0 h 175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177"/>
                  <a:gd name="T22" fmla="*/ 0 h 175"/>
                  <a:gd name="T23" fmla="*/ 177 w 177"/>
                  <a:gd name="T24" fmla="*/ 175 h 175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177" h="175">
                    <a:moveTo>
                      <a:pt x="0" y="85"/>
                    </a:moveTo>
                    <a:lnTo>
                      <a:pt x="35" y="130"/>
                    </a:lnTo>
                    <a:lnTo>
                      <a:pt x="69" y="175"/>
                    </a:lnTo>
                    <a:lnTo>
                      <a:pt x="177" y="90"/>
                    </a:lnTo>
                    <a:lnTo>
                      <a:pt x="142" y="45"/>
                    </a:lnTo>
                    <a:lnTo>
                      <a:pt x="108" y="0"/>
                    </a:lnTo>
                    <a:lnTo>
                      <a:pt x="0" y="85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770" name="Freeform 1273">
                <a:extLst>
                  <a:ext uri="{FF2B5EF4-FFF2-40B4-BE49-F238E27FC236}">
                    <a16:creationId xmlns:a16="http://schemas.microsoft.com/office/drawing/2014/main" id="{9570C02A-82BA-73F4-CDCE-706383781E9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559" y="3558"/>
                <a:ext cx="25" cy="25"/>
              </a:xfrm>
              <a:custGeom>
                <a:avLst/>
                <a:gdLst>
                  <a:gd name="T0" fmla="*/ 0 w 177"/>
                  <a:gd name="T1" fmla="*/ 0 h 175"/>
                  <a:gd name="T2" fmla="*/ 0 w 177"/>
                  <a:gd name="T3" fmla="*/ 0 h 175"/>
                  <a:gd name="T4" fmla="*/ 0 w 177"/>
                  <a:gd name="T5" fmla="*/ 0 h 175"/>
                  <a:gd name="T6" fmla="*/ 0 w 177"/>
                  <a:gd name="T7" fmla="*/ 0 h 175"/>
                  <a:gd name="T8" fmla="*/ 0 w 177"/>
                  <a:gd name="T9" fmla="*/ 0 h 175"/>
                  <a:gd name="T10" fmla="*/ 0 w 177"/>
                  <a:gd name="T11" fmla="*/ 0 h 175"/>
                  <a:gd name="T12" fmla="*/ 0 w 177"/>
                  <a:gd name="T13" fmla="*/ 0 h 175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177"/>
                  <a:gd name="T22" fmla="*/ 0 h 175"/>
                  <a:gd name="T23" fmla="*/ 177 w 177"/>
                  <a:gd name="T24" fmla="*/ 175 h 175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177" h="175">
                    <a:moveTo>
                      <a:pt x="0" y="85"/>
                    </a:moveTo>
                    <a:lnTo>
                      <a:pt x="35" y="130"/>
                    </a:lnTo>
                    <a:lnTo>
                      <a:pt x="69" y="175"/>
                    </a:lnTo>
                    <a:lnTo>
                      <a:pt x="177" y="90"/>
                    </a:lnTo>
                    <a:lnTo>
                      <a:pt x="142" y="45"/>
                    </a:lnTo>
                    <a:lnTo>
                      <a:pt x="108" y="0"/>
                    </a:lnTo>
                    <a:lnTo>
                      <a:pt x="0" y="85"/>
                    </a:lnTo>
                    <a:close/>
                  </a:path>
                </a:pathLst>
              </a:cu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771" name="Freeform 1274">
                <a:extLst>
                  <a:ext uri="{FF2B5EF4-FFF2-40B4-BE49-F238E27FC236}">
                    <a16:creationId xmlns:a16="http://schemas.microsoft.com/office/drawing/2014/main" id="{9CFDF3B2-A6CB-E4E9-ECD7-EC947B40B32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579" y="3565"/>
                <a:ext cx="6" cy="6"/>
              </a:xfrm>
              <a:custGeom>
                <a:avLst/>
                <a:gdLst>
                  <a:gd name="T0" fmla="*/ 0 w 39"/>
                  <a:gd name="T1" fmla="*/ 0 h 45"/>
                  <a:gd name="T2" fmla="*/ 0 w 39"/>
                  <a:gd name="T3" fmla="*/ 0 h 45"/>
                  <a:gd name="T4" fmla="*/ 0 w 39"/>
                  <a:gd name="T5" fmla="*/ 0 h 45"/>
                  <a:gd name="T6" fmla="*/ 0 w 39"/>
                  <a:gd name="T7" fmla="*/ 0 h 45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39"/>
                  <a:gd name="T13" fmla="*/ 0 h 45"/>
                  <a:gd name="T14" fmla="*/ 39 w 39"/>
                  <a:gd name="T15" fmla="*/ 45 h 45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39" h="45">
                    <a:moveTo>
                      <a:pt x="0" y="0"/>
                    </a:moveTo>
                    <a:lnTo>
                      <a:pt x="35" y="45"/>
                    </a:lnTo>
                    <a:lnTo>
                      <a:pt x="39" y="41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772" name="Line 1275">
                <a:extLst>
                  <a:ext uri="{FF2B5EF4-FFF2-40B4-BE49-F238E27FC236}">
                    <a16:creationId xmlns:a16="http://schemas.microsoft.com/office/drawing/2014/main" id="{63D36133-E556-8501-1F50-01ECC3E1102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3584" y="3570"/>
                <a:ext cx="1" cy="1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773" name="Freeform 1276">
                <a:extLst>
                  <a:ext uri="{FF2B5EF4-FFF2-40B4-BE49-F238E27FC236}">
                    <a16:creationId xmlns:a16="http://schemas.microsoft.com/office/drawing/2014/main" id="{FCB6E7C9-23AF-B411-88DD-71EEE9A1B2C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574" y="3545"/>
                <a:ext cx="25" cy="25"/>
              </a:xfrm>
              <a:custGeom>
                <a:avLst/>
                <a:gdLst>
                  <a:gd name="T0" fmla="*/ 0 w 176"/>
                  <a:gd name="T1" fmla="*/ 0 h 176"/>
                  <a:gd name="T2" fmla="*/ 0 w 176"/>
                  <a:gd name="T3" fmla="*/ 0 h 176"/>
                  <a:gd name="T4" fmla="*/ 0 w 176"/>
                  <a:gd name="T5" fmla="*/ 0 h 176"/>
                  <a:gd name="T6" fmla="*/ 0 w 176"/>
                  <a:gd name="T7" fmla="*/ 0 h 176"/>
                  <a:gd name="T8" fmla="*/ 0 w 176"/>
                  <a:gd name="T9" fmla="*/ 0 h 176"/>
                  <a:gd name="T10" fmla="*/ 0 w 176"/>
                  <a:gd name="T11" fmla="*/ 0 h 176"/>
                  <a:gd name="T12" fmla="*/ 0 w 176"/>
                  <a:gd name="T13" fmla="*/ 0 h 17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176"/>
                  <a:gd name="T22" fmla="*/ 0 h 176"/>
                  <a:gd name="T23" fmla="*/ 176 w 176"/>
                  <a:gd name="T24" fmla="*/ 176 h 17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176" h="176">
                    <a:moveTo>
                      <a:pt x="0" y="93"/>
                    </a:moveTo>
                    <a:lnTo>
                      <a:pt x="38" y="135"/>
                    </a:lnTo>
                    <a:lnTo>
                      <a:pt x="77" y="176"/>
                    </a:lnTo>
                    <a:lnTo>
                      <a:pt x="176" y="83"/>
                    </a:lnTo>
                    <a:lnTo>
                      <a:pt x="138" y="42"/>
                    </a:lnTo>
                    <a:lnTo>
                      <a:pt x="100" y="0"/>
                    </a:lnTo>
                    <a:lnTo>
                      <a:pt x="0" y="93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774" name="Freeform 1277">
                <a:extLst>
                  <a:ext uri="{FF2B5EF4-FFF2-40B4-BE49-F238E27FC236}">
                    <a16:creationId xmlns:a16="http://schemas.microsoft.com/office/drawing/2014/main" id="{A49F6D80-D8CD-7A4A-0C68-00C3481852E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574" y="3545"/>
                <a:ext cx="25" cy="25"/>
              </a:xfrm>
              <a:custGeom>
                <a:avLst/>
                <a:gdLst>
                  <a:gd name="T0" fmla="*/ 0 w 176"/>
                  <a:gd name="T1" fmla="*/ 0 h 176"/>
                  <a:gd name="T2" fmla="*/ 0 w 176"/>
                  <a:gd name="T3" fmla="*/ 0 h 176"/>
                  <a:gd name="T4" fmla="*/ 0 w 176"/>
                  <a:gd name="T5" fmla="*/ 0 h 176"/>
                  <a:gd name="T6" fmla="*/ 0 w 176"/>
                  <a:gd name="T7" fmla="*/ 0 h 176"/>
                  <a:gd name="T8" fmla="*/ 0 w 176"/>
                  <a:gd name="T9" fmla="*/ 0 h 176"/>
                  <a:gd name="T10" fmla="*/ 0 w 176"/>
                  <a:gd name="T11" fmla="*/ 0 h 176"/>
                  <a:gd name="T12" fmla="*/ 0 w 176"/>
                  <a:gd name="T13" fmla="*/ 0 h 17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176"/>
                  <a:gd name="T22" fmla="*/ 0 h 176"/>
                  <a:gd name="T23" fmla="*/ 176 w 176"/>
                  <a:gd name="T24" fmla="*/ 176 h 17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176" h="176">
                    <a:moveTo>
                      <a:pt x="0" y="93"/>
                    </a:moveTo>
                    <a:lnTo>
                      <a:pt x="38" y="135"/>
                    </a:lnTo>
                    <a:lnTo>
                      <a:pt x="77" y="176"/>
                    </a:lnTo>
                    <a:lnTo>
                      <a:pt x="176" y="83"/>
                    </a:lnTo>
                    <a:lnTo>
                      <a:pt x="138" y="42"/>
                    </a:lnTo>
                    <a:lnTo>
                      <a:pt x="100" y="0"/>
                    </a:lnTo>
                    <a:lnTo>
                      <a:pt x="0" y="93"/>
                    </a:lnTo>
                    <a:close/>
                  </a:path>
                </a:pathLst>
              </a:cu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775" name="Freeform 1278">
                <a:extLst>
                  <a:ext uri="{FF2B5EF4-FFF2-40B4-BE49-F238E27FC236}">
                    <a16:creationId xmlns:a16="http://schemas.microsoft.com/office/drawing/2014/main" id="{28E1A588-DE57-FA05-F4B6-1DE9E4FF53B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593" y="3551"/>
                <a:ext cx="6" cy="6"/>
              </a:xfrm>
              <a:custGeom>
                <a:avLst/>
                <a:gdLst>
                  <a:gd name="T0" fmla="*/ 0 w 42"/>
                  <a:gd name="T1" fmla="*/ 0 h 41"/>
                  <a:gd name="T2" fmla="*/ 0 w 42"/>
                  <a:gd name="T3" fmla="*/ 0 h 41"/>
                  <a:gd name="T4" fmla="*/ 0 w 42"/>
                  <a:gd name="T5" fmla="*/ 0 h 41"/>
                  <a:gd name="T6" fmla="*/ 0 w 42"/>
                  <a:gd name="T7" fmla="*/ 0 h 41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42"/>
                  <a:gd name="T13" fmla="*/ 0 h 41"/>
                  <a:gd name="T14" fmla="*/ 42 w 42"/>
                  <a:gd name="T15" fmla="*/ 41 h 41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42" h="41">
                    <a:moveTo>
                      <a:pt x="0" y="0"/>
                    </a:moveTo>
                    <a:lnTo>
                      <a:pt x="38" y="41"/>
                    </a:lnTo>
                    <a:lnTo>
                      <a:pt x="42" y="38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</p:grpSp>
        <p:sp>
          <p:nvSpPr>
            <p:cNvPr id="500" name="Line 1279">
              <a:extLst>
                <a:ext uri="{FF2B5EF4-FFF2-40B4-BE49-F238E27FC236}">
                  <a16:creationId xmlns:a16="http://schemas.microsoft.com/office/drawing/2014/main" id="{619A9D2A-64B6-0A3C-7070-8765767FB6A3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599" y="3557"/>
              <a:ext cx="1" cy="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501" name="Freeform 1280">
              <a:extLst>
                <a:ext uri="{FF2B5EF4-FFF2-40B4-BE49-F238E27FC236}">
                  <a16:creationId xmlns:a16="http://schemas.microsoft.com/office/drawing/2014/main" id="{38511831-6A2E-6D71-5B2B-C95816FAF7AC}"/>
                </a:ext>
              </a:extLst>
            </p:cNvPr>
            <p:cNvSpPr>
              <a:spLocks/>
            </p:cNvSpPr>
            <p:nvPr/>
          </p:nvSpPr>
          <p:spPr bwMode="auto">
            <a:xfrm>
              <a:off x="3587" y="3531"/>
              <a:ext cx="26" cy="26"/>
            </a:xfrm>
            <a:custGeom>
              <a:avLst/>
              <a:gdLst>
                <a:gd name="T0" fmla="*/ 0 w 176"/>
                <a:gd name="T1" fmla="*/ 0 h 178"/>
                <a:gd name="T2" fmla="*/ 0 w 176"/>
                <a:gd name="T3" fmla="*/ 0 h 178"/>
                <a:gd name="T4" fmla="*/ 0 w 176"/>
                <a:gd name="T5" fmla="*/ 0 h 178"/>
                <a:gd name="T6" fmla="*/ 0 w 176"/>
                <a:gd name="T7" fmla="*/ 0 h 178"/>
                <a:gd name="T8" fmla="*/ 0 w 176"/>
                <a:gd name="T9" fmla="*/ 0 h 178"/>
                <a:gd name="T10" fmla="*/ 0 w 176"/>
                <a:gd name="T11" fmla="*/ 0 h 178"/>
                <a:gd name="T12" fmla="*/ 0 w 176"/>
                <a:gd name="T13" fmla="*/ 0 h 178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176"/>
                <a:gd name="T22" fmla="*/ 0 h 178"/>
                <a:gd name="T23" fmla="*/ 176 w 176"/>
                <a:gd name="T24" fmla="*/ 178 h 178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176" h="178">
                  <a:moveTo>
                    <a:pt x="0" y="101"/>
                  </a:moveTo>
                  <a:lnTo>
                    <a:pt x="41" y="140"/>
                  </a:lnTo>
                  <a:lnTo>
                    <a:pt x="83" y="178"/>
                  </a:lnTo>
                  <a:lnTo>
                    <a:pt x="176" y="77"/>
                  </a:lnTo>
                  <a:lnTo>
                    <a:pt x="134" y="39"/>
                  </a:lnTo>
                  <a:lnTo>
                    <a:pt x="93" y="0"/>
                  </a:lnTo>
                  <a:lnTo>
                    <a:pt x="0" y="10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502" name="Freeform 1281">
              <a:extLst>
                <a:ext uri="{FF2B5EF4-FFF2-40B4-BE49-F238E27FC236}">
                  <a16:creationId xmlns:a16="http://schemas.microsoft.com/office/drawing/2014/main" id="{8D43D5E4-79D6-5A6B-37CB-60F9F9C922FC}"/>
                </a:ext>
              </a:extLst>
            </p:cNvPr>
            <p:cNvSpPr>
              <a:spLocks/>
            </p:cNvSpPr>
            <p:nvPr/>
          </p:nvSpPr>
          <p:spPr bwMode="auto">
            <a:xfrm>
              <a:off x="3587" y="3531"/>
              <a:ext cx="26" cy="26"/>
            </a:xfrm>
            <a:custGeom>
              <a:avLst/>
              <a:gdLst>
                <a:gd name="T0" fmla="*/ 0 w 176"/>
                <a:gd name="T1" fmla="*/ 0 h 178"/>
                <a:gd name="T2" fmla="*/ 0 w 176"/>
                <a:gd name="T3" fmla="*/ 0 h 178"/>
                <a:gd name="T4" fmla="*/ 0 w 176"/>
                <a:gd name="T5" fmla="*/ 0 h 178"/>
                <a:gd name="T6" fmla="*/ 0 w 176"/>
                <a:gd name="T7" fmla="*/ 0 h 178"/>
                <a:gd name="T8" fmla="*/ 0 w 176"/>
                <a:gd name="T9" fmla="*/ 0 h 178"/>
                <a:gd name="T10" fmla="*/ 0 w 176"/>
                <a:gd name="T11" fmla="*/ 0 h 178"/>
                <a:gd name="T12" fmla="*/ 0 w 176"/>
                <a:gd name="T13" fmla="*/ 0 h 178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176"/>
                <a:gd name="T22" fmla="*/ 0 h 178"/>
                <a:gd name="T23" fmla="*/ 176 w 176"/>
                <a:gd name="T24" fmla="*/ 178 h 178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176" h="178">
                  <a:moveTo>
                    <a:pt x="0" y="101"/>
                  </a:moveTo>
                  <a:lnTo>
                    <a:pt x="41" y="140"/>
                  </a:lnTo>
                  <a:lnTo>
                    <a:pt x="83" y="178"/>
                  </a:lnTo>
                  <a:lnTo>
                    <a:pt x="176" y="77"/>
                  </a:lnTo>
                  <a:lnTo>
                    <a:pt x="134" y="39"/>
                  </a:lnTo>
                  <a:lnTo>
                    <a:pt x="93" y="0"/>
                  </a:lnTo>
                  <a:lnTo>
                    <a:pt x="0" y="101"/>
                  </a:lnTo>
                  <a:close/>
                </a:path>
              </a:pathLst>
            </a:custGeom>
            <a:noFill/>
            <a:ln w="0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503" name="Freeform 1282">
              <a:extLst>
                <a:ext uri="{FF2B5EF4-FFF2-40B4-BE49-F238E27FC236}">
                  <a16:creationId xmlns:a16="http://schemas.microsoft.com/office/drawing/2014/main" id="{5E5F23AC-A4B6-3400-BC3B-1B53FD13EEEA}"/>
                </a:ext>
              </a:extLst>
            </p:cNvPr>
            <p:cNvSpPr>
              <a:spLocks/>
            </p:cNvSpPr>
            <p:nvPr/>
          </p:nvSpPr>
          <p:spPr bwMode="auto">
            <a:xfrm>
              <a:off x="3607" y="3537"/>
              <a:ext cx="6" cy="5"/>
            </a:xfrm>
            <a:custGeom>
              <a:avLst/>
              <a:gdLst>
                <a:gd name="T0" fmla="*/ 0 w 45"/>
                <a:gd name="T1" fmla="*/ 0 h 38"/>
                <a:gd name="T2" fmla="*/ 0 w 45"/>
                <a:gd name="T3" fmla="*/ 0 h 38"/>
                <a:gd name="T4" fmla="*/ 0 w 45"/>
                <a:gd name="T5" fmla="*/ 0 h 38"/>
                <a:gd name="T6" fmla="*/ 0 w 45"/>
                <a:gd name="T7" fmla="*/ 0 h 38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45"/>
                <a:gd name="T13" fmla="*/ 0 h 38"/>
                <a:gd name="T14" fmla="*/ 45 w 45"/>
                <a:gd name="T15" fmla="*/ 38 h 38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45" h="38">
                  <a:moveTo>
                    <a:pt x="0" y="0"/>
                  </a:moveTo>
                  <a:lnTo>
                    <a:pt x="42" y="38"/>
                  </a:lnTo>
                  <a:lnTo>
                    <a:pt x="45" y="3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504" name="Line 1283">
              <a:extLst>
                <a:ext uri="{FF2B5EF4-FFF2-40B4-BE49-F238E27FC236}">
                  <a16:creationId xmlns:a16="http://schemas.microsoft.com/office/drawing/2014/main" id="{C6D6F7F1-05E2-4575-3B90-0D76E9EAA254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613" y="3542"/>
              <a:ext cx="1" cy="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505" name="Freeform 1284">
              <a:extLst>
                <a:ext uri="{FF2B5EF4-FFF2-40B4-BE49-F238E27FC236}">
                  <a16:creationId xmlns:a16="http://schemas.microsoft.com/office/drawing/2014/main" id="{6846D1BB-6711-43DC-B140-DAFF06C81A25}"/>
                </a:ext>
              </a:extLst>
            </p:cNvPr>
            <p:cNvSpPr>
              <a:spLocks/>
            </p:cNvSpPr>
            <p:nvPr/>
          </p:nvSpPr>
          <p:spPr bwMode="auto">
            <a:xfrm>
              <a:off x="3600" y="3516"/>
              <a:ext cx="25" cy="26"/>
            </a:xfrm>
            <a:custGeom>
              <a:avLst/>
              <a:gdLst>
                <a:gd name="T0" fmla="*/ 0 w 175"/>
                <a:gd name="T1" fmla="*/ 0 h 177"/>
                <a:gd name="T2" fmla="*/ 0 w 175"/>
                <a:gd name="T3" fmla="*/ 0 h 177"/>
                <a:gd name="T4" fmla="*/ 0 w 175"/>
                <a:gd name="T5" fmla="*/ 0 h 177"/>
                <a:gd name="T6" fmla="*/ 0 w 175"/>
                <a:gd name="T7" fmla="*/ 0 h 177"/>
                <a:gd name="T8" fmla="*/ 0 w 175"/>
                <a:gd name="T9" fmla="*/ 0 h 177"/>
                <a:gd name="T10" fmla="*/ 0 w 175"/>
                <a:gd name="T11" fmla="*/ 0 h 177"/>
                <a:gd name="T12" fmla="*/ 0 w 175"/>
                <a:gd name="T13" fmla="*/ 0 h 177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175"/>
                <a:gd name="T22" fmla="*/ 0 h 177"/>
                <a:gd name="T23" fmla="*/ 175 w 175"/>
                <a:gd name="T24" fmla="*/ 177 h 177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175" h="177">
                  <a:moveTo>
                    <a:pt x="0" y="108"/>
                  </a:moveTo>
                  <a:lnTo>
                    <a:pt x="44" y="143"/>
                  </a:lnTo>
                  <a:lnTo>
                    <a:pt x="89" y="177"/>
                  </a:lnTo>
                  <a:lnTo>
                    <a:pt x="175" y="70"/>
                  </a:lnTo>
                  <a:lnTo>
                    <a:pt x="130" y="35"/>
                  </a:lnTo>
                  <a:lnTo>
                    <a:pt x="85" y="0"/>
                  </a:lnTo>
                  <a:lnTo>
                    <a:pt x="0" y="108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506" name="Freeform 1285">
              <a:extLst>
                <a:ext uri="{FF2B5EF4-FFF2-40B4-BE49-F238E27FC236}">
                  <a16:creationId xmlns:a16="http://schemas.microsoft.com/office/drawing/2014/main" id="{9C50FEF0-AF31-05C0-24D6-58A7472E7C6B}"/>
                </a:ext>
              </a:extLst>
            </p:cNvPr>
            <p:cNvSpPr>
              <a:spLocks/>
            </p:cNvSpPr>
            <p:nvPr/>
          </p:nvSpPr>
          <p:spPr bwMode="auto">
            <a:xfrm>
              <a:off x="3600" y="3516"/>
              <a:ext cx="25" cy="26"/>
            </a:xfrm>
            <a:custGeom>
              <a:avLst/>
              <a:gdLst>
                <a:gd name="T0" fmla="*/ 0 w 175"/>
                <a:gd name="T1" fmla="*/ 0 h 177"/>
                <a:gd name="T2" fmla="*/ 0 w 175"/>
                <a:gd name="T3" fmla="*/ 0 h 177"/>
                <a:gd name="T4" fmla="*/ 0 w 175"/>
                <a:gd name="T5" fmla="*/ 0 h 177"/>
                <a:gd name="T6" fmla="*/ 0 w 175"/>
                <a:gd name="T7" fmla="*/ 0 h 177"/>
                <a:gd name="T8" fmla="*/ 0 w 175"/>
                <a:gd name="T9" fmla="*/ 0 h 177"/>
                <a:gd name="T10" fmla="*/ 0 w 175"/>
                <a:gd name="T11" fmla="*/ 0 h 177"/>
                <a:gd name="T12" fmla="*/ 0 w 175"/>
                <a:gd name="T13" fmla="*/ 0 h 177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175"/>
                <a:gd name="T22" fmla="*/ 0 h 177"/>
                <a:gd name="T23" fmla="*/ 175 w 175"/>
                <a:gd name="T24" fmla="*/ 177 h 177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175" h="177">
                  <a:moveTo>
                    <a:pt x="0" y="108"/>
                  </a:moveTo>
                  <a:lnTo>
                    <a:pt x="44" y="143"/>
                  </a:lnTo>
                  <a:lnTo>
                    <a:pt x="89" y="177"/>
                  </a:lnTo>
                  <a:lnTo>
                    <a:pt x="175" y="70"/>
                  </a:lnTo>
                  <a:lnTo>
                    <a:pt x="130" y="35"/>
                  </a:lnTo>
                  <a:lnTo>
                    <a:pt x="85" y="0"/>
                  </a:lnTo>
                  <a:lnTo>
                    <a:pt x="0" y="108"/>
                  </a:lnTo>
                  <a:close/>
                </a:path>
              </a:pathLst>
            </a:custGeom>
            <a:noFill/>
            <a:ln w="0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507" name="Freeform 1286">
              <a:extLst>
                <a:ext uri="{FF2B5EF4-FFF2-40B4-BE49-F238E27FC236}">
                  <a16:creationId xmlns:a16="http://schemas.microsoft.com/office/drawing/2014/main" id="{3957B1B6-850E-518C-B657-C738101258BC}"/>
                </a:ext>
              </a:extLst>
            </p:cNvPr>
            <p:cNvSpPr>
              <a:spLocks/>
            </p:cNvSpPr>
            <p:nvPr/>
          </p:nvSpPr>
          <p:spPr bwMode="auto">
            <a:xfrm>
              <a:off x="3619" y="3521"/>
              <a:ext cx="7" cy="5"/>
            </a:xfrm>
            <a:custGeom>
              <a:avLst/>
              <a:gdLst>
                <a:gd name="T0" fmla="*/ 0 w 47"/>
                <a:gd name="T1" fmla="*/ 0 h 35"/>
                <a:gd name="T2" fmla="*/ 0 w 47"/>
                <a:gd name="T3" fmla="*/ 0 h 35"/>
                <a:gd name="T4" fmla="*/ 0 w 47"/>
                <a:gd name="T5" fmla="*/ 0 h 35"/>
                <a:gd name="T6" fmla="*/ 0 w 47"/>
                <a:gd name="T7" fmla="*/ 0 h 35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47"/>
                <a:gd name="T13" fmla="*/ 0 h 35"/>
                <a:gd name="T14" fmla="*/ 47 w 47"/>
                <a:gd name="T15" fmla="*/ 35 h 35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47" h="35">
                  <a:moveTo>
                    <a:pt x="0" y="0"/>
                  </a:moveTo>
                  <a:lnTo>
                    <a:pt x="45" y="35"/>
                  </a:lnTo>
                  <a:lnTo>
                    <a:pt x="47" y="3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508" name="Line 1287">
              <a:extLst>
                <a:ext uri="{FF2B5EF4-FFF2-40B4-BE49-F238E27FC236}">
                  <a16:creationId xmlns:a16="http://schemas.microsoft.com/office/drawing/2014/main" id="{C8668B8A-93D3-238D-3789-2E6770ADE713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625" y="3526"/>
              <a:ext cx="1" cy="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509" name="Freeform 1288">
              <a:extLst>
                <a:ext uri="{FF2B5EF4-FFF2-40B4-BE49-F238E27FC236}">
                  <a16:creationId xmlns:a16="http://schemas.microsoft.com/office/drawing/2014/main" id="{A9E0F338-D887-C6FD-01AF-00E18F9C2BDB}"/>
                </a:ext>
              </a:extLst>
            </p:cNvPr>
            <p:cNvSpPr>
              <a:spLocks/>
            </p:cNvSpPr>
            <p:nvPr/>
          </p:nvSpPr>
          <p:spPr bwMode="auto">
            <a:xfrm>
              <a:off x="3612" y="3501"/>
              <a:ext cx="24" cy="25"/>
            </a:xfrm>
            <a:custGeom>
              <a:avLst/>
              <a:gdLst>
                <a:gd name="T0" fmla="*/ 0 w 170"/>
                <a:gd name="T1" fmla="*/ 0 h 176"/>
                <a:gd name="T2" fmla="*/ 0 w 170"/>
                <a:gd name="T3" fmla="*/ 0 h 176"/>
                <a:gd name="T4" fmla="*/ 0 w 170"/>
                <a:gd name="T5" fmla="*/ 0 h 176"/>
                <a:gd name="T6" fmla="*/ 0 w 170"/>
                <a:gd name="T7" fmla="*/ 0 h 176"/>
                <a:gd name="T8" fmla="*/ 0 w 170"/>
                <a:gd name="T9" fmla="*/ 0 h 176"/>
                <a:gd name="T10" fmla="*/ 0 w 170"/>
                <a:gd name="T11" fmla="*/ 0 h 176"/>
                <a:gd name="T12" fmla="*/ 0 w 170"/>
                <a:gd name="T13" fmla="*/ 0 h 17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170"/>
                <a:gd name="T22" fmla="*/ 0 h 176"/>
                <a:gd name="T23" fmla="*/ 170 w 170"/>
                <a:gd name="T24" fmla="*/ 176 h 17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170" h="176">
                  <a:moveTo>
                    <a:pt x="0" y="113"/>
                  </a:moveTo>
                  <a:lnTo>
                    <a:pt x="47" y="145"/>
                  </a:lnTo>
                  <a:lnTo>
                    <a:pt x="94" y="176"/>
                  </a:lnTo>
                  <a:lnTo>
                    <a:pt x="170" y="63"/>
                  </a:lnTo>
                  <a:lnTo>
                    <a:pt x="123" y="32"/>
                  </a:lnTo>
                  <a:lnTo>
                    <a:pt x="76" y="0"/>
                  </a:lnTo>
                  <a:lnTo>
                    <a:pt x="0" y="113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510" name="Freeform 1289">
              <a:extLst>
                <a:ext uri="{FF2B5EF4-FFF2-40B4-BE49-F238E27FC236}">
                  <a16:creationId xmlns:a16="http://schemas.microsoft.com/office/drawing/2014/main" id="{3127D706-6E53-9C2B-40DB-1BB5BF2833CC}"/>
                </a:ext>
              </a:extLst>
            </p:cNvPr>
            <p:cNvSpPr>
              <a:spLocks/>
            </p:cNvSpPr>
            <p:nvPr/>
          </p:nvSpPr>
          <p:spPr bwMode="auto">
            <a:xfrm>
              <a:off x="3612" y="3501"/>
              <a:ext cx="24" cy="25"/>
            </a:xfrm>
            <a:custGeom>
              <a:avLst/>
              <a:gdLst>
                <a:gd name="T0" fmla="*/ 0 w 170"/>
                <a:gd name="T1" fmla="*/ 0 h 176"/>
                <a:gd name="T2" fmla="*/ 0 w 170"/>
                <a:gd name="T3" fmla="*/ 0 h 176"/>
                <a:gd name="T4" fmla="*/ 0 w 170"/>
                <a:gd name="T5" fmla="*/ 0 h 176"/>
                <a:gd name="T6" fmla="*/ 0 w 170"/>
                <a:gd name="T7" fmla="*/ 0 h 176"/>
                <a:gd name="T8" fmla="*/ 0 w 170"/>
                <a:gd name="T9" fmla="*/ 0 h 176"/>
                <a:gd name="T10" fmla="*/ 0 w 170"/>
                <a:gd name="T11" fmla="*/ 0 h 176"/>
                <a:gd name="T12" fmla="*/ 0 w 170"/>
                <a:gd name="T13" fmla="*/ 0 h 17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170"/>
                <a:gd name="T22" fmla="*/ 0 h 176"/>
                <a:gd name="T23" fmla="*/ 170 w 170"/>
                <a:gd name="T24" fmla="*/ 176 h 17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170" h="176">
                  <a:moveTo>
                    <a:pt x="0" y="113"/>
                  </a:moveTo>
                  <a:lnTo>
                    <a:pt x="47" y="145"/>
                  </a:lnTo>
                  <a:lnTo>
                    <a:pt x="94" y="176"/>
                  </a:lnTo>
                  <a:lnTo>
                    <a:pt x="170" y="63"/>
                  </a:lnTo>
                  <a:lnTo>
                    <a:pt x="123" y="32"/>
                  </a:lnTo>
                  <a:lnTo>
                    <a:pt x="76" y="0"/>
                  </a:lnTo>
                  <a:lnTo>
                    <a:pt x="0" y="113"/>
                  </a:lnTo>
                  <a:close/>
                </a:path>
              </a:pathLst>
            </a:custGeom>
            <a:noFill/>
            <a:ln w="0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511" name="Freeform 1290">
              <a:extLst>
                <a:ext uri="{FF2B5EF4-FFF2-40B4-BE49-F238E27FC236}">
                  <a16:creationId xmlns:a16="http://schemas.microsoft.com/office/drawing/2014/main" id="{4969CC97-7F0C-3E2F-E12D-7DFC303CD5EA}"/>
                </a:ext>
              </a:extLst>
            </p:cNvPr>
            <p:cNvSpPr>
              <a:spLocks/>
            </p:cNvSpPr>
            <p:nvPr/>
          </p:nvSpPr>
          <p:spPr bwMode="auto">
            <a:xfrm>
              <a:off x="3630" y="3505"/>
              <a:ext cx="7" cy="5"/>
            </a:xfrm>
            <a:custGeom>
              <a:avLst/>
              <a:gdLst>
                <a:gd name="T0" fmla="*/ 0 w 49"/>
                <a:gd name="T1" fmla="*/ 0 h 31"/>
                <a:gd name="T2" fmla="*/ 0 w 49"/>
                <a:gd name="T3" fmla="*/ 0 h 31"/>
                <a:gd name="T4" fmla="*/ 0 w 49"/>
                <a:gd name="T5" fmla="*/ 0 h 31"/>
                <a:gd name="T6" fmla="*/ 0 w 49"/>
                <a:gd name="T7" fmla="*/ 0 h 31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49"/>
                <a:gd name="T13" fmla="*/ 0 h 31"/>
                <a:gd name="T14" fmla="*/ 49 w 49"/>
                <a:gd name="T15" fmla="*/ 31 h 31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49" h="31">
                  <a:moveTo>
                    <a:pt x="0" y="0"/>
                  </a:moveTo>
                  <a:lnTo>
                    <a:pt x="47" y="31"/>
                  </a:lnTo>
                  <a:lnTo>
                    <a:pt x="49" y="2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512" name="Line 1291">
              <a:extLst>
                <a:ext uri="{FF2B5EF4-FFF2-40B4-BE49-F238E27FC236}">
                  <a16:creationId xmlns:a16="http://schemas.microsoft.com/office/drawing/2014/main" id="{BC208356-8F7E-A529-0857-47AA32054F7B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636" y="3509"/>
              <a:ext cx="1" cy="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513" name="Freeform 1292">
              <a:extLst>
                <a:ext uri="{FF2B5EF4-FFF2-40B4-BE49-F238E27FC236}">
                  <a16:creationId xmlns:a16="http://schemas.microsoft.com/office/drawing/2014/main" id="{55BB14A4-B557-89CC-6362-7418CB250E49}"/>
                </a:ext>
              </a:extLst>
            </p:cNvPr>
            <p:cNvSpPr>
              <a:spLocks/>
            </p:cNvSpPr>
            <p:nvPr/>
          </p:nvSpPr>
          <p:spPr bwMode="auto">
            <a:xfrm>
              <a:off x="3623" y="3484"/>
              <a:ext cx="23" cy="25"/>
            </a:xfrm>
            <a:custGeom>
              <a:avLst/>
              <a:gdLst>
                <a:gd name="T0" fmla="*/ 0 w 166"/>
                <a:gd name="T1" fmla="*/ 0 h 177"/>
                <a:gd name="T2" fmla="*/ 0 w 166"/>
                <a:gd name="T3" fmla="*/ 0 h 177"/>
                <a:gd name="T4" fmla="*/ 0 w 166"/>
                <a:gd name="T5" fmla="*/ 0 h 177"/>
                <a:gd name="T6" fmla="*/ 0 w 166"/>
                <a:gd name="T7" fmla="*/ 0 h 177"/>
                <a:gd name="T8" fmla="*/ 0 w 166"/>
                <a:gd name="T9" fmla="*/ 0 h 177"/>
                <a:gd name="T10" fmla="*/ 0 w 166"/>
                <a:gd name="T11" fmla="*/ 0 h 177"/>
                <a:gd name="T12" fmla="*/ 0 w 166"/>
                <a:gd name="T13" fmla="*/ 0 h 177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166"/>
                <a:gd name="T22" fmla="*/ 0 h 177"/>
                <a:gd name="T23" fmla="*/ 166 w 166"/>
                <a:gd name="T24" fmla="*/ 177 h 177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166" h="177">
                  <a:moveTo>
                    <a:pt x="0" y="121"/>
                  </a:moveTo>
                  <a:lnTo>
                    <a:pt x="49" y="149"/>
                  </a:lnTo>
                  <a:lnTo>
                    <a:pt x="98" y="177"/>
                  </a:lnTo>
                  <a:lnTo>
                    <a:pt x="166" y="57"/>
                  </a:lnTo>
                  <a:lnTo>
                    <a:pt x="116" y="29"/>
                  </a:lnTo>
                  <a:lnTo>
                    <a:pt x="67" y="0"/>
                  </a:lnTo>
                  <a:lnTo>
                    <a:pt x="0" y="12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514" name="Freeform 1293">
              <a:extLst>
                <a:ext uri="{FF2B5EF4-FFF2-40B4-BE49-F238E27FC236}">
                  <a16:creationId xmlns:a16="http://schemas.microsoft.com/office/drawing/2014/main" id="{8668FAB6-1557-9775-3EC0-31669566A013}"/>
                </a:ext>
              </a:extLst>
            </p:cNvPr>
            <p:cNvSpPr>
              <a:spLocks/>
            </p:cNvSpPr>
            <p:nvPr/>
          </p:nvSpPr>
          <p:spPr bwMode="auto">
            <a:xfrm>
              <a:off x="3623" y="3484"/>
              <a:ext cx="23" cy="25"/>
            </a:xfrm>
            <a:custGeom>
              <a:avLst/>
              <a:gdLst>
                <a:gd name="T0" fmla="*/ 0 w 166"/>
                <a:gd name="T1" fmla="*/ 0 h 177"/>
                <a:gd name="T2" fmla="*/ 0 w 166"/>
                <a:gd name="T3" fmla="*/ 0 h 177"/>
                <a:gd name="T4" fmla="*/ 0 w 166"/>
                <a:gd name="T5" fmla="*/ 0 h 177"/>
                <a:gd name="T6" fmla="*/ 0 w 166"/>
                <a:gd name="T7" fmla="*/ 0 h 177"/>
                <a:gd name="T8" fmla="*/ 0 w 166"/>
                <a:gd name="T9" fmla="*/ 0 h 177"/>
                <a:gd name="T10" fmla="*/ 0 w 166"/>
                <a:gd name="T11" fmla="*/ 0 h 177"/>
                <a:gd name="T12" fmla="*/ 0 w 166"/>
                <a:gd name="T13" fmla="*/ 0 h 177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166"/>
                <a:gd name="T22" fmla="*/ 0 h 177"/>
                <a:gd name="T23" fmla="*/ 166 w 166"/>
                <a:gd name="T24" fmla="*/ 177 h 177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166" h="177">
                  <a:moveTo>
                    <a:pt x="0" y="121"/>
                  </a:moveTo>
                  <a:lnTo>
                    <a:pt x="49" y="149"/>
                  </a:lnTo>
                  <a:lnTo>
                    <a:pt x="98" y="177"/>
                  </a:lnTo>
                  <a:lnTo>
                    <a:pt x="166" y="57"/>
                  </a:lnTo>
                  <a:lnTo>
                    <a:pt x="116" y="29"/>
                  </a:lnTo>
                  <a:lnTo>
                    <a:pt x="67" y="0"/>
                  </a:lnTo>
                  <a:lnTo>
                    <a:pt x="0" y="121"/>
                  </a:lnTo>
                  <a:close/>
                </a:path>
              </a:pathLst>
            </a:custGeom>
            <a:noFill/>
            <a:ln w="0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515" name="Freeform 1294">
              <a:extLst>
                <a:ext uri="{FF2B5EF4-FFF2-40B4-BE49-F238E27FC236}">
                  <a16:creationId xmlns:a16="http://schemas.microsoft.com/office/drawing/2014/main" id="{355A3DAE-3819-2FA2-8D55-F76C9479D868}"/>
                </a:ext>
              </a:extLst>
            </p:cNvPr>
            <p:cNvSpPr>
              <a:spLocks/>
            </p:cNvSpPr>
            <p:nvPr/>
          </p:nvSpPr>
          <p:spPr bwMode="auto">
            <a:xfrm>
              <a:off x="3639" y="3488"/>
              <a:ext cx="8" cy="4"/>
            </a:xfrm>
            <a:custGeom>
              <a:avLst/>
              <a:gdLst>
                <a:gd name="T0" fmla="*/ 0 w 52"/>
                <a:gd name="T1" fmla="*/ 0 h 28"/>
                <a:gd name="T2" fmla="*/ 0 w 52"/>
                <a:gd name="T3" fmla="*/ 0 h 28"/>
                <a:gd name="T4" fmla="*/ 0 w 52"/>
                <a:gd name="T5" fmla="*/ 0 h 28"/>
                <a:gd name="T6" fmla="*/ 0 w 52"/>
                <a:gd name="T7" fmla="*/ 0 h 28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52"/>
                <a:gd name="T13" fmla="*/ 0 h 28"/>
                <a:gd name="T14" fmla="*/ 52 w 52"/>
                <a:gd name="T15" fmla="*/ 28 h 28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52" h="28">
                  <a:moveTo>
                    <a:pt x="0" y="0"/>
                  </a:moveTo>
                  <a:lnTo>
                    <a:pt x="50" y="28"/>
                  </a:lnTo>
                  <a:lnTo>
                    <a:pt x="52" y="2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516" name="Line 1295">
              <a:extLst>
                <a:ext uri="{FF2B5EF4-FFF2-40B4-BE49-F238E27FC236}">
                  <a16:creationId xmlns:a16="http://schemas.microsoft.com/office/drawing/2014/main" id="{B66AE5CA-CA2F-BAE8-D97F-F4AA897871F2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646" y="3491"/>
              <a:ext cx="1" cy="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517" name="Freeform 1296">
              <a:extLst>
                <a:ext uri="{FF2B5EF4-FFF2-40B4-BE49-F238E27FC236}">
                  <a16:creationId xmlns:a16="http://schemas.microsoft.com/office/drawing/2014/main" id="{57B587B1-9D40-D63D-F694-F003C415B23D}"/>
                </a:ext>
              </a:extLst>
            </p:cNvPr>
            <p:cNvSpPr>
              <a:spLocks/>
            </p:cNvSpPr>
            <p:nvPr/>
          </p:nvSpPr>
          <p:spPr bwMode="auto">
            <a:xfrm>
              <a:off x="3632" y="3467"/>
              <a:ext cx="23" cy="24"/>
            </a:xfrm>
            <a:custGeom>
              <a:avLst/>
              <a:gdLst>
                <a:gd name="T0" fmla="*/ 0 w 160"/>
                <a:gd name="T1" fmla="*/ 0 h 172"/>
                <a:gd name="T2" fmla="*/ 0 w 160"/>
                <a:gd name="T3" fmla="*/ 0 h 172"/>
                <a:gd name="T4" fmla="*/ 0 w 160"/>
                <a:gd name="T5" fmla="*/ 0 h 172"/>
                <a:gd name="T6" fmla="*/ 0 w 160"/>
                <a:gd name="T7" fmla="*/ 0 h 172"/>
                <a:gd name="T8" fmla="*/ 0 w 160"/>
                <a:gd name="T9" fmla="*/ 0 h 172"/>
                <a:gd name="T10" fmla="*/ 0 w 160"/>
                <a:gd name="T11" fmla="*/ 0 h 172"/>
                <a:gd name="T12" fmla="*/ 0 w 160"/>
                <a:gd name="T13" fmla="*/ 0 h 172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160"/>
                <a:gd name="T22" fmla="*/ 0 h 172"/>
                <a:gd name="T23" fmla="*/ 160 w 160"/>
                <a:gd name="T24" fmla="*/ 172 h 172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160" h="172">
                  <a:moveTo>
                    <a:pt x="0" y="125"/>
                  </a:moveTo>
                  <a:lnTo>
                    <a:pt x="51" y="149"/>
                  </a:lnTo>
                  <a:lnTo>
                    <a:pt x="103" y="172"/>
                  </a:lnTo>
                  <a:lnTo>
                    <a:pt x="160" y="48"/>
                  </a:lnTo>
                  <a:lnTo>
                    <a:pt x="109" y="24"/>
                  </a:lnTo>
                  <a:lnTo>
                    <a:pt x="57" y="0"/>
                  </a:lnTo>
                  <a:lnTo>
                    <a:pt x="0" y="125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518" name="Freeform 1297">
              <a:extLst>
                <a:ext uri="{FF2B5EF4-FFF2-40B4-BE49-F238E27FC236}">
                  <a16:creationId xmlns:a16="http://schemas.microsoft.com/office/drawing/2014/main" id="{488A1D93-5279-DE0C-A7A6-94F7DEEA1083}"/>
                </a:ext>
              </a:extLst>
            </p:cNvPr>
            <p:cNvSpPr>
              <a:spLocks/>
            </p:cNvSpPr>
            <p:nvPr/>
          </p:nvSpPr>
          <p:spPr bwMode="auto">
            <a:xfrm>
              <a:off x="3632" y="3467"/>
              <a:ext cx="23" cy="24"/>
            </a:xfrm>
            <a:custGeom>
              <a:avLst/>
              <a:gdLst>
                <a:gd name="T0" fmla="*/ 0 w 160"/>
                <a:gd name="T1" fmla="*/ 0 h 172"/>
                <a:gd name="T2" fmla="*/ 0 w 160"/>
                <a:gd name="T3" fmla="*/ 0 h 172"/>
                <a:gd name="T4" fmla="*/ 0 w 160"/>
                <a:gd name="T5" fmla="*/ 0 h 172"/>
                <a:gd name="T6" fmla="*/ 0 w 160"/>
                <a:gd name="T7" fmla="*/ 0 h 172"/>
                <a:gd name="T8" fmla="*/ 0 w 160"/>
                <a:gd name="T9" fmla="*/ 0 h 172"/>
                <a:gd name="T10" fmla="*/ 0 w 160"/>
                <a:gd name="T11" fmla="*/ 0 h 172"/>
                <a:gd name="T12" fmla="*/ 0 w 160"/>
                <a:gd name="T13" fmla="*/ 0 h 172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160"/>
                <a:gd name="T22" fmla="*/ 0 h 172"/>
                <a:gd name="T23" fmla="*/ 160 w 160"/>
                <a:gd name="T24" fmla="*/ 172 h 172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160" h="172">
                  <a:moveTo>
                    <a:pt x="0" y="125"/>
                  </a:moveTo>
                  <a:lnTo>
                    <a:pt x="51" y="149"/>
                  </a:lnTo>
                  <a:lnTo>
                    <a:pt x="103" y="172"/>
                  </a:lnTo>
                  <a:lnTo>
                    <a:pt x="160" y="48"/>
                  </a:lnTo>
                  <a:lnTo>
                    <a:pt x="109" y="24"/>
                  </a:lnTo>
                  <a:lnTo>
                    <a:pt x="57" y="0"/>
                  </a:lnTo>
                  <a:lnTo>
                    <a:pt x="0" y="125"/>
                  </a:lnTo>
                  <a:close/>
                </a:path>
              </a:pathLst>
            </a:custGeom>
            <a:noFill/>
            <a:ln w="0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519" name="Freeform 1298">
              <a:extLst>
                <a:ext uri="{FF2B5EF4-FFF2-40B4-BE49-F238E27FC236}">
                  <a16:creationId xmlns:a16="http://schemas.microsoft.com/office/drawing/2014/main" id="{1C1D518C-2E4E-B655-3C1C-D6E8A20AEDCE}"/>
                </a:ext>
              </a:extLst>
            </p:cNvPr>
            <p:cNvSpPr>
              <a:spLocks/>
            </p:cNvSpPr>
            <p:nvPr/>
          </p:nvSpPr>
          <p:spPr bwMode="auto">
            <a:xfrm>
              <a:off x="3648" y="3470"/>
              <a:ext cx="7" cy="4"/>
            </a:xfrm>
            <a:custGeom>
              <a:avLst/>
              <a:gdLst>
                <a:gd name="T0" fmla="*/ 0 w 52"/>
                <a:gd name="T1" fmla="*/ 0 h 24"/>
                <a:gd name="T2" fmla="*/ 0 w 52"/>
                <a:gd name="T3" fmla="*/ 0 h 24"/>
                <a:gd name="T4" fmla="*/ 0 w 52"/>
                <a:gd name="T5" fmla="*/ 0 h 24"/>
                <a:gd name="T6" fmla="*/ 0 w 52"/>
                <a:gd name="T7" fmla="*/ 0 h 24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52"/>
                <a:gd name="T13" fmla="*/ 0 h 24"/>
                <a:gd name="T14" fmla="*/ 52 w 52"/>
                <a:gd name="T15" fmla="*/ 24 h 24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52" h="24">
                  <a:moveTo>
                    <a:pt x="0" y="0"/>
                  </a:moveTo>
                  <a:lnTo>
                    <a:pt x="51" y="24"/>
                  </a:lnTo>
                  <a:lnTo>
                    <a:pt x="52" y="1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520" name="Line 1299">
              <a:extLst>
                <a:ext uri="{FF2B5EF4-FFF2-40B4-BE49-F238E27FC236}">
                  <a16:creationId xmlns:a16="http://schemas.microsoft.com/office/drawing/2014/main" id="{0E0A3908-B4AE-A754-5661-5C9EB0AA7929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655" y="3473"/>
              <a:ext cx="1" cy="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521" name="Freeform 1300">
              <a:extLst>
                <a:ext uri="{FF2B5EF4-FFF2-40B4-BE49-F238E27FC236}">
                  <a16:creationId xmlns:a16="http://schemas.microsoft.com/office/drawing/2014/main" id="{7425E8EB-9295-CD6B-7495-54BB34F25119}"/>
                </a:ext>
              </a:extLst>
            </p:cNvPr>
            <p:cNvSpPr>
              <a:spLocks/>
            </p:cNvSpPr>
            <p:nvPr/>
          </p:nvSpPr>
          <p:spPr bwMode="auto">
            <a:xfrm>
              <a:off x="3640" y="3449"/>
              <a:ext cx="22" cy="24"/>
            </a:xfrm>
            <a:custGeom>
              <a:avLst/>
              <a:gdLst>
                <a:gd name="T0" fmla="*/ 0 w 153"/>
                <a:gd name="T1" fmla="*/ 0 h 167"/>
                <a:gd name="T2" fmla="*/ 0 w 153"/>
                <a:gd name="T3" fmla="*/ 0 h 167"/>
                <a:gd name="T4" fmla="*/ 0 w 153"/>
                <a:gd name="T5" fmla="*/ 0 h 167"/>
                <a:gd name="T6" fmla="*/ 0 w 153"/>
                <a:gd name="T7" fmla="*/ 0 h 167"/>
                <a:gd name="T8" fmla="*/ 0 w 153"/>
                <a:gd name="T9" fmla="*/ 0 h 167"/>
                <a:gd name="T10" fmla="*/ 0 w 153"/>
                <a:gd name="T11" fmla="*/ 0 h 167"/>
                <a:gd name="T12" fmla="*/ 0 w 153"/>
                <a:gd name="T13" fmla="*/ 0 h 167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153"/>
                <a:gd name="T22" fmla="*/ 0 h 167"/>
                <a:gd name="T23" fmla="*/ 153 w 153"/>
                <a:gd name="T24" fmla="*/ 167 h 167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153" h="167">
                  <a:moveTo>
                    <a:pt x="0" y="129"/>
                  </a:moveTo>
                  <a:lnTo>
                    <a:pt x="53" y="148"/>
                  </a:lnTo>
                  <a:lnTo>
                    <a:pt x="105" y="167"/>
                  </a:lnTo>
                  <a:lnTo>
                    <a:pt x="153" y="38"/>
                  </a:lnTo>
                  <a:lnTo>
                    <a:pt x="100" y="19"/>
                  </a:lnTo>
                  <a:lnTo>
                    <a:pt x="47" y="0"/>
                  </a:lnTo>
                  <a:lnTo>
                    <a:pt x="0" y="129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522" name="Freeform 1301">
              <a:extLst>
                <a:ext uri="{FF2B5EF4-FFF2-40B4-BE49-F238E27FC236}">
                  <a16:creationId xmlns:a16="http://schemas.microsoft.com/office/drawing/2014/main" id="{F71B6D17-D788-5F7B-E087-BC6726B855B3}"/>
                </a:ext>
              </a:extLst>
            </p:cNvPr>
            <p:cNvSpPr>
              <a:spLocks/>
            </p:cNvSpPr>
            <p:nvPr/>
          </p:nvSpPr>
          <p:spPr bwMode="auto">
            <a:xfrm>
              <a:off x="3640" y="3449"/>
              <a:ext cx="22" cy="24"/>
            </a:xfrm>
            <a:custGeom>
              <a:avLst/>
              <a:gdLst>
                <a:gd name="T0" fmla="*/ 0 w 153"/>
                <a:gd name="T1" fmla="*/ 0 h 167"/>
                <a:gd name="T2" fmla="*/ 0 w 153"/>
                <a:gd name="T3" fmla="*/ 0 h 167"/>
                <a:gd name="T4" fmla="*/ 0 w 153"/>
                <a:gd name="T5" fmla="*/ 0 h 167"/>
                <a:gd name="T6" fmla="*/ 0 w 153"/>
                <a:gd name="T7" fmla="*/ 0 h 167"/>
                <a:gd name="T8" fmla="*/ 0 w 153"/>
                <a:gd name="T9" fmla="*/ 0 h 167"/>
                <a:gd name="T10" fmla="*/ 0 w 153"/>
                <a:gd name="T11" fmla="*/ 0 h 167"/>
                <a:gd name="T12" fmla="*/ 0 w 153"/>
                <a:gd name="T13" fmla="*/ 0 h 167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153"/>
                <a:gd name="T22" fmla="*/ 0 h 167"/>
                <a:gd name="T23" fmla="*/ 153 w 153"/>
                <a:gd name="T24" fmla="*/ 167 h 167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153" h="167">
                  <a:moveTo>
                    <a:pt x="0" y="129"/>
                  </a:moveTo>
                  <a:lnTo>
                    <a:pt x="53" y="148"/>
                  </a:lnTo>
                  <a:lnTo>
                    <a:pt x="105" y="167"/>
                  </a:lnTo>
                  <a:lnTo>
                    <a:pt x="153" y="38"/>
                  </a:lnTo>
                  <a:lnTo>
                    <a:pt x="100" y="19"/>
                  </a:lnTo>
                  <a:lnTo>
                    <a:pt x="47" y="0"/>
                  </a:lnTo>
                  <a:lnTo>
                    <a:pt x="0" y="129"/>
                  </a:lnTo>
                  <a:close/>
                </a:path>
              </a:pathLst>
            </a:custGeom>
            <a:noFill/>
            <a:ln w="0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523" name="Freeform 1302">
              <a:extLst>
                <a:ext uri="{FF2B5EF4-FFF2-40B4-BE49-F238E27FC236}">
                  <a16:creationId xmlns:a16="http://schemas.microsoft.com/office/drawing/2014/main" id="{D99D8634-CC80-E3CD-11F0-FB2952D101E8}"/>
                </a:ext>
              </a:extLst>
            </p:cNvPr>
            <p:cNvSpPr>
              <a:spLocks/>
            </p:cNvSpPr>
            <p:nvPr/>
          </p:nvSpPr>
          <p:spPr bwMode="auto">
            <a:xfrm>
              <a:off x="3654" y="3452"/>
              <a:ext cx="8" cy="3"/>
            </a:xfrm>
            <a:custGeom>
              <a:avLst/>
              <a:gdLst>
                <a:gd name="T0" fmla="*/ 0 w 55"/>
                <a:gd name="T1" fmla="*/ 0 h 19"/>
                <a:gd name="T2" fmla="*/ 0 w 55"/>
                <a:gd name="T3" fmla="*/ 0 h 19"/>
                <a:gd name="T4" fmla="*/ 0 w 55"/>
                <a:gd name="T5" fmla="*/ 0 h 19"/>
                <a:gd name="T6" fmla="*/ 0 w 55"/>
                <a:gd name="T7" fmla="*/ 0 h 19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55"/>
                <a:gd name="T13" fmla="*/ 0 h 19"/>
                <a:gd name="T14" fmla="*/ 55 w 55"/>
                <a:gd name="T15" fmla="*/ 19 h 19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55" h="19">
                  <a:moveTo>
                    <a:pt x="0" y="0"/>
                  </a:moveTo>
                  <a:lnTo>
                    <a:pt x="53" y="19"/>
                  </a:lnTo>
                  <a:lnTo>
                    <a:pt x="55" y="1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524" name="Line 1303">
              <a:extLst>
                <a:ext uri="{FF2B5EF4-FFF2-40B4-BE49-F238E27FC236}">
                  <a16:creationId xmlns:a16="http://schemas.microsoft.com/office/drawing/2014/main" id="{E696849D-E273-6781-0D18-8092D576FD8B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662" y="3454"/>
              <a:ext cx="1" cy="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525" name="Freeform 1304">
              <a:extLst>
                <a:ext uri="{FF2B5EF4-FFF2-40B4-BE49-F238E27FC236}">
                  <a16:creationId xmlns:a16="http://schemas.microsoft.com/office/drawing/2014/main" id="{B9F79859-0DFA-EA20-AF3B-52D7CE4C40D9}"/>
                </a:ext>
              </a:extLst>
            </p:cNvPr>
            <p:cNvSpPr>
              <a:spLocks/>
            </p:cNvSpPr>
            <p:nvPr/>
          </p:nvSpPr>
          <p:spPr bwMode="auto">
            <a:xfrm>
              <a:off x="3646" y="3431"/>
              <a:ext cx="21" cy="23"/>
            </a:xfrm>
            <a:custGeom>
              <a:avLst/>
              <a:gdLst>
                <a:gd name="T0" fmla="*/ 0 w 147"/>
                <a:gd name="T1" fmla="*/ 0 h 164"/>
                <a:gd name="T2" fmla="*/ 0 w 147"/>
                <a:gd name="T3" fmla="*/ 0 h 164"/>
                <a:gd name="T4" fmla="*/ 0 w 147"/>
                <a:gd name="T5" fmla="*/ 0 h 164"/>
                <a:gd name="T6" fmla="*/ 0 w 147"/>
                <a:gd name="T7" fmla="*/ 0 h 164"/>
                <a:gd name="T8" fmla="*/ 0 w 147"/>
                <a:gd name="T9" fmla="*/ 0 h 164"/>
                <a:gd name="T10" fmla="*/ 0 w 147"/>
                <a:gd name="T11" fmla="*/ 0 h 164"/>
                <a:gd name="T12" fmla="*/ 0 w 147"/>
                <a:gd name="T13" fmla="*/ 0 h 164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147"/>
                <a:gd name="T22" fmla="*/ 0 h 164"/>
                <a:gd name="T23" fmla="*/ 147 w 147"/>
                <a:gd name="T24" fmla="*/ 164 h 164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147" h="164">
                  <a:moveTo>
                    <a:pt x="0" y="132"/>
                  </a:moveTo>
                  <a:lnTo>
                    <a:pt x="55" y="148"/>
                  </a:lnTo>
                  <a:lnTo>
                    <a:pt x="110" y="164"/>
                  </a:lnTo>
                  <a:lnTo>
                    <a:pt x="147" y="31"/>
                  </a:lnTo>
                  <a:lnTo>
                    <a:pt x="92" y="15"/>
                  </a:lnTo>
                  <a:lnTo>
                    <a:pt x="37" y="0"/>
                  </a:lnTo>
                  <a:lnTo>
                    <a:pt x="0" y="132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526" name="Freeform 1305">
              <a:extLst>
                <a:ext uri="{FF2B5EF4-FFF2-40B4-BE49-F238E27FC236}">
                  <a16:creationId xmlns:a16="http://schemas.microsoft.com/office/drawing/2014/main" id="{76F06820-06F3-A6DE-6F1D-F401986DBA28}"/>
                </a:ext>
              </a:extLst>
            </p:cNvPr>
            <p:cNvSpPr>
              <a:spLocks/>
            </p:cNvSpPr>
            <p:nvPr/>
          </p:nvSpPr>
          <p:spPr bwMode="auto">
            <a:xfrm>
              <a:off x="3646" y="3431"/>
              <a:ext cx="21" cy="23"/>
            </a:xfrm>
            <a:custGeom>
              <a:avLst/>
              <a:gdLst>
                <a:gd name="T0" fmla="*/ 0 w 147"/>
                <a:gd name="T1" fmla="*/ 0 h 164"/>
                <a:gd name="T2" fmla="*/ 0 w 147"/>
                <a:gd name="T3" fmla="*/ 0 h 164"/>
                <a:gd name="T4" fmla="*/ 0 w 147"/>
                <a:gd name="T5" fmla="*/ 0 h 164"/>
                <a:gd name="T6" fmla="*/ 0 w 147"/>
                <a:gd name="T7" fmla="*/ 0 h 164"/>
                <a:gd name="T8" fmla="*/ 0 w 147"/>
                <a:gd name="T9" fmla="*/ 0 h 164"/>
                <a:gd name="T10" fmla="*/ 0 w 147"/>
                <a:gd name="T11" fmla="*/ 0 h 164"/>
                <a:gd name="T12" fmla="*/ 0 w 147"/>
                <a:gd name="T13" fmla="*/ 0 h 164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147"/>
                <a:gd name="T22" fmla="*/ 0 h 164"/>
                <a:gd name="T23" fmla="*/ 147 w 147"/>
                <a:gd name="T24" fmla="*/ 164 h 164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147" h="164">
                  <a:moveTo>
                    <a:pt x="0" y="132"/>
                  </a:moveTo>
                  <a:lnTo>
                    <a:pt x="55" y="148"/>
                  </a:lnTo>
                  <a:lnTo>
                    <a:pt x="110" y="164"/>
                  </a:lnTo>
                  <a:lnTo>
                    <a:pt x="147" y="31"/>
                  </a:lnTo>
                  <a:lnTo>
                    <a:pt x="92" y="15"/>
                  </a:lnTo>
                  <a:lnTo>
                    <a:pt x="37" y="0"/>
                  </a:lnTo>
                  <a:lnTo>
                    <a:pt x="0" y="132"/>
                  </a:lnTo>
                  <a:close/>
                </a:path>
              </a:pathLst>
            </a:custGeom>
            <a:noFill/>
            <a:ln w="0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527" name="Freeform 1306">
              <a:extLst>
                <a:ext uri="{FF2B5EF4-FFF2-40B4-BE49-F238E27FC236}">
                  <a16:creationId xmlns:a16="http://schemas.microsoft.com/office/drawing/2014/main" id="{9DAACE30-E52D-5916-F130-7A51A4AFEAE3}"/>
                </a:ext>
              </a:extLst>
            </p:cNvPr>
            <p:cNvSpPr>
              <a:spLocks/>
            </p:cNvSpPr>
            <p:nvPr/>
          </p:nvSpPr>
          <p:spPr bwMode="auto">
            <a:xfrm>
              <a:off x="3660" y="3433"/>
              <a:ext cx="8" cy="2"/>
            </a:xfrm>
            <a:custGeom>
              <a:avLst/>
              <a:gdLst>
                <a:gd name="T0" fmla="*/ 0 w 56"/>
                <a:gd name="T1" fmla="*/ 0 h 16"/>
                <a:gd name="T2" fmla="*/ 0 w 56"/>
                <a:gd name="T3" fmla="*/ 0 h 16"/>
                <a:gd name="T4" fmla="*/ 0 w 56"/>
                <a:gd name="T5" fmla="*/ 0 h 16"/>
                <a:gd name="T6" fmla="*/ 0 w 56"/>
                <a:gd name="T7" fmla="*/ 0 h 16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56"/>
                <a:gd name="T13" fmla="*/ 0 h 16"/>
                <a:gd name="T14" fmla="*/ 56 w 56"/>
                <a:gd name="T15" fmla="*/ 16 h 1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56" h="16">
                  <a:moveTo>
                    <a:pt x="0" y="0"/>
                  </a:moveTo>
                  <a:lnTo>
                    <a:pt x="55" y="16"/>
                  </a:lnTo>
                  <a:lnTo>
                    <a:pt x="56" y="1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528" name="Line 1307">
              <a:extLst>
                <a:ext uri="{FF2B5EF4-FFF2-40B4-BE49-F238E27FC236}">
                  <a16:creationId xmlns:a16="http://schemas.microsoft.com/office/drawing/2014/main" id="{81C141F8-1C74-1DE2-B853-41D507AB4ED9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667" y="3435"/>
              <a:ext cx="1" cy="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529" name="Freeform 1308">
              <a:extLst>
                <a:ext uri="{FF2B5EF4-FFF2-40B4-BE49-F238E27FC236}">
                  <a16:creationId xmlns:a16="http://schemas.microsoft.com/office/drawing/2014/main" id="{27E9B4CB-35ED-CB21-AF49-CE0F95CA1468}"/>
                </a:ext>
              </a:extLst>
            </p:cNvPr>
            <p:cNvSpPr>
              <a:spLocks/>
            </p:cNvSpPr>
            <p:nvPr/>
          </p:nvSpPr>
          <p:spPr bwMode="auto">
            <a:xfrm>
              <a:off x="3652" y="3412"/>
              <a:ext cx="19" cy="23"/>
            </a:xfrm>
            <a:custGeom>
              <a:avLst/>
              <a:gdLst>
                <a:gd name="T0" fmla="*/ 0 w 139"/>
                <a:gd name="T1" fmla="*/ 0 h 157"/>
                <a:gd name="T2" fmla="*/ 0 w 139"/>
                <a:gd name="T3" fmla="*/ 0 h 157"/>
                <a:gd name="T4" fmla="*/ 0 w 139"/>
                <a:gd name="T5" fmla="*/ 0 h 157"/>
                <a:gd name="T6" fmla="*/ 0 w 139"/>
                <a:gd name="T7" fmla="*/ 0 h 157"/>
                <a:gd name="T8" fmla="*/ 0 w 139"/>
                <a:gd name="T9" fmla="*/ 0 h 157"/>
                <a:gd name="T10" fmla="*/ 0 w 139"/>
                <a:gd name="T11" fmla="*/ 0 h 157"/>
                <a:gd name="T12" fmla="*/ 0 w 139"/>
                <a:gd name="T13" fmla="*/ 0 h 157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139"/>
                <a:gd name="T22" fmla="*/ 0 h 157"/>
                <a:gd name="T23" fmla="*/ 139 w 139"/>
                <a:gd name="T24" fmla="*/ 157 h 157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139" h="157">
                  <a:moveTo>
                    <a:pt x="0" y="134"/>
                  </a:moveTo>
                  <a:lnTo>
                    <a:pt x="56" y="145"/>
                  </a:lnTo>
                  <a:lnTo>
                    <a:pt x="112" y="157"/>
                  </a:lnTo>
                  <a:lnTo>
                    <a:pt x="139" y="22"/>
                  </a:lnTo>
                  <a:lnTo>
                    <a:pt x="83" y="11"/>
                  </a:lnTo>
                  <a:lnTo>
                    <a:pt x="27" y="0"/>
                  </a:lnTo>
                  <a:lnTo>
                    <a:pt x="0" y="134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530" name="Freeform 1309">
              <a:extLst>
                <a:ext uri="{FF2B5EF4-FFF2-40B4-BE49-F238E27FC236}">
                  <a16:creationId xmlns:a16="http://schemas.microsoft.com/office/drawing/2014/main" id="{8BD19B7B-4E77-2F0C-EE29-0E99F8B1805B}"/>
                </a:ext>
              </a:extLst>
            </p:cNvPr>
            <p:cNvSpPr>
              <a:spLocks/>
            </p:cNvSpPr>
            <p:nvPr/>
          </p:nvSpPr>
          <p:spPr bwMode="auto">
            <a:xfrm>
              <a:off x="3652" y="3412"/>
              <a:ext cx="19" cy="23"/>
            </a:xfrm>
            <a:custGeom>
              <a:avLst/>
              <a:gdLst>
                <a:gd name="T0" fmla="*/ 0 w 139"/>
                <a:gd name="T1" fmla="*/ 0 h 157"/>
                <a:gd name="T2" fmla="*/ 0 w 139"/>
                <a:gd name="T3" fmla="*/ 0 h 157"/>
                <a:gd name="T4" fmla="*/ 0 w 139"/>
                <a:gd name="T5" fmla="*/ 0 h 157"/>
                <a:gd name="T6" fmla="*/ 0 w 139"/>
                <a:gd name="T7" fmla="*/ 0 h 157"/>
                <a:gd name="T8" fmla="*/ 0 w 139"/>
                <a:gd name="T9" fmla="*/ 0 h 157"/>
                <a:gd name="T10" fmla="*/ 0 w 139"/>
                <a:gd name="T11" fmla="*/ 0 h 157"/>
                <a:gd name="T12" fmla="*/ 0 w 139"/>
                <a:gd name="T13" fmla="*/ 0 h 157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139"/>
                <a:gd name="T22" fmla="*/ 0 h 157"/>
                <a:gd name="T23" fmla="*/ 139 w 139"/>
                <a:gd name="T24" fmla="*/ 157 h 157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139" h="157">
                  <a:moveTo>
                    <a:pt x="0" y="134"/>
                  </a:moveTo>
                  <a:lnTo>
                    <a:pt x="56" y="145"/>
                  </a:lnTo>
                  <a:lnTo>
                    <a:pt x="112" y="157"/>
                  </a:lnTo>
                  <a:lnTo>
                    <a:pt x="139" y="22"/>
                  </a:lnTo>
                  <a:lnTo>
                    <a:pt x="83" y="11"/>
                  </a:lnTo>
                  <a:lnTo>
                    <a:pt x="27" y="0"/>
                  </a:lnTo>
                  <a:lnTo>
                    <a:pt x="0" y="134"/>
                  </a:lnTo>
                  <a:close/>
                </a:path>
              </a:pathLst>
            </a:custGeom>
            <a:noFill/>
            <a:ln w="0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531" name="Freeform 1310">
              <a:extLst>
                <a:ext uri="{FF2B5EF4-FFF2-40B4-BE49-F238E27FC236}">
                  <a16:creationId xmlns:a16="http://schemas.microsoft.com/office/drawing/2014/main" id="{94854403-7F6A-05E4-EF36-D961C01E78CB}"/>
                </a:ext>
              </a:extLst>
            </p:cNvPr>
            <p:cNvSpPr>
              <a:spLocks/>
            </p:cNvSpPr>
            <p:nvPr/>
          </p:nvSpPr>
          <p:spPr bwMode="auto">
            <a:xfrm>
              <a:off x="3663" y="3414"/>
              <a:ext cx="8" cy="1"/>
            </a:xfrm>
            <a:custGeom>
              <a:avLst/>
              <a:gdLst>
                <a:gd name="T0" fmla="*/ 0 w 56"/>
                <a:gd name="T1" fmla="*/ 0 h 11"/>
                <a:gd name="T2" fmla="*/ 0 w 56"/>
                <a:gd name="T3" fmla="*/ 0 h 11"/>
                <a:gd name="T4" fmla="*/ 0 w 56"/>
                <a:gd name="T5" fmla="*/ 0 h 11"/>
                <a:gd name="T6" fmla="*/ 0 w 56"/>
                <a:gd name="T7" fmla="*/ 0 h 11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56"/>
                <a:gd name="T13" fmla="*/ 0 h 11"/>
                <a:gd name="T14" fmla="*/ 56 w 56"/>
                <a:gd name="T15" fmla="*/ 11 h 11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56" h="11">
                  <a:moveTo>
                    <a:pt x="0" y="0"/>
                  </a:moveTo>
                  <a:lnTo>
                    <a:pt x="56" y="11"/>
                  </a:lnTo>
                  <a:lnTo>
                    <a:pt x="56" y="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532" name="Line 1311">
              <a:extLst>
                <a:ext uri="{FF2B5EF4-FFF2-40B4-BE49-F238E27FC236}">
                  <a16:creationId xmlns:a16="http://schemas.microsoft.com/office/drawing/2014/main" id="{D084655F-2FDD-9FCD-B965-611C02F7AD59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671" y="3415"/>
              <a:ext cx="1" cy="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533" name="Freeform 1312">
              <a:extLst>
                <a:ext uri="{FF2B5EF4-FFF2-40B4-BE49-F238E27FC236}">
                  <a16:creationId xmlns:a16="http://schemas.microsoft.com/office/drawing/2014/main" id="{5964F9CB-7334-2B9D-ABD1-7F5A5BAB969E}"/>
                </a:ext>
              </a:extLst>
            </p:cNvPr>
            <p:cNvSpPr>
              <a:spLocks/>
            </p:cNvSpPr>
            <p:nvPr/>
          </p:nvSpPr>
          <p:spPr bwMode="auto">
            <a:xfrm>
              <a:off x="3655" y="3393"/>
              <a:ext cx="19" cy="22"/>
            </a:xfrm>
            <a:custGeom>
              <a:avLst/>
              <a:gdLst>
                <a:gd name="T0" fmla="*/ 0 w 129"/>
                <a:gd name="T1" fmla="*/ 0 h 150"/>
                <a:gd name="T2" fmla="*/ 0 w 129"/>
                <a:gd name="T3" fmla="*/ 0 h 150"/>
                <a:gd name="T4" fmla="*/ 0 w 129"/>
                <a:gd name="T5" fmla="*/ 0 h 150"/>
                <a:gd name="T6" fmla="*/ 0 w 129"/>
                <a:gd name="T7" fmla="*/ 0 h 150"/>
                <a:gd name="T8" fmla="*/ 0 w 129"/>
                <a:gd name="T9" fmla="*/ 0 h 150"/>
                <a:gd name="T10" fmla="*/ 0 w 129"/>
                <a:gd name="T11" fmla="*/ 0 h 150"/>
                <a:gd name="T12" fmla="*/ 0 w 129"/>
                <a:gd name="T13" fmla="*/ 0 h 150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129"/>
                <a:gd name="T22" fmla="*/ 0 h 150"/>
                <a:gd name="T23" fmla="*/ 129 w 129"/>
                <a:gd name="T24" fmla="*/ 150 h 150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129" h="150">
                  <a:moveTo>
                    <a:pt x="0" y="136"/>
                  </a:moveTo>
                  <a:lnTo>
                    <a:pt x="56" y="143"/>
                  </a:lnTo>
                  <a:lnTo>
                    <a:pt x="112" y="150"/>
                  </a:lnTo>
                  <a:lnTo>
                    <a:pt x="129" y="14"/>
                  </a:lnTo>
                  <a:lnTo>
                    <a:pt x="73" y="7"/>
                  </a:lnTo>
                  <a:lnTo>
                    <a:pt x="16" y="0"/>
                  </a:lnTo>
                  <a:lnTo>
                    <a:pt x="0" y="136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534" name="Freeform 1313">
              <a:extLst>
                <a:ext uri="{FF2B5EF4-FFF2-40B4-BE49-F238E27FC236}">
                  <a16:creationId xmlns:a16="http://schemas.microsoft.com/office/drawing/2014/main" id="{7E567934-ACE4-AEA1-F49D-76D162D70CD9}"/>
                </a:ext>
              </a:extLst>
            </p:cNvPr>
            <p:cNvSpPr>
              <a:spLocks/>
            </p:cNvSpPr>
            <p:nvPr/>
          </p:nvSpPr>
          <p:spPr bwMode="auto">
            <a:xfrm>
              <a:off x="3655" y="3393"/>
              <a:ext cx="19" cy="22"/>
            </a:xfrm>
            <a:custGeom>
              <a:avLst/>
              <a:gdLst>
                <a:gd name="T0" fmla="*/ 0 w 129"/>
                <a:gd name="T1" fmla="*/ 0 h 150"/>
                <a:gd name="T2" fmla="*/ 0 w 129"/>
                <a:gd name="T3" fmla="*/ 0 h 150"/>
                <a:gd name="T4" fmla="*/ 0 w 129"/>
                <a:gd name="T5" fmla="*/ 0 h 150"/>
                <a:gd name="T6" fmla="*/ 0 w 129"/>
                <a:gd name="T7" fmla="*/ 0 h 150"/>
                <a:gd name="T8" fmla="*/ 0 w 129"/>
                <a:gd name="T9" fmla="*/ 0 h 150"/>
                <a:gd name="T10" fmla="*/ 0 w 129"/>
                <a:gd name="T11" fmla="*/ 0 h 150"/>
                <a:gd name="T12" fmla="*/ 0 w 129"/>
                <a:gd name="T13" fmla="*/ 0 h 150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129"/>
                <a:gd name="T22" fmla="*/ 0 h 150"/>
                <a:gd name="T23" fmla="*/ 129 w 129"/>
                <a:gd name="T24" fmla="*/ 150 h 150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129" h="150">
                  <a:moveTo>
                    <a:pt x="0" y="136"/>
                  </a:moveTo>
                  <a:lnTo>
                    <a:pt x="56" y="143"/>
                  </a:lnTo>
                  <a:lnTo>
                    <a:pt x="112" y="150"/>
                  </a:lnTo>
                  <a:lnTo>
                    <a:pt x="129" y="14"/>
                  </a:lnTo>
                  <a:lnTo>
                    <a:pt x="73" y="7"/>
                  </a:lnTo>
                  <a:lnTo>
                    <a:pt x="16" y="0"/>
                  </a:lnTo>
                  <a:lnTo>
                    <a:pt x="0" y="136"/>
                  </a:lnTo>
                  <a:close/>
                </a:path>
              </a:pathLst>
            </a:custGeom>
            <a:noFill/>
            <a:ln w="0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535" name="Freeform 1314">
              <a:extLst>
                <a:ext uri="{FF2B5EF4-FFF2-40B4-BE49-F238E27FC236}">
                  <a16:creationId xmlns:a16="http://schemas.microsoft.com/office/drawing/2014/main" id="{452D7C3E-74C6-E69E-59F9-45D8AAA3F660}"/>
                </a:ext>
              </a:extLst>
            </p:cNvPr>
            <p:cNvSpPr>
              <a:spLocks/>
            </p:cNvSpPr>
            <p:nvPr/>
          </p:nvSpPr>
          <p:spPr bwMode="auto">
            <a:xfrm>
              <a:off x="3666" y="3394"/>
              <a:ext cx="8" cy="1"/>
            </a:xfrm>
            <a:custGeom>
              <a:avLst/>
              <a:gdLst>
                <a:gd name="T0" fmla="*/ 0 w 56"/>
                <a:gd name="T1" fmla="*/ 0 h 7"/>
                <a:gd name="T2" fmla="*/ 0 w 56"/>
                <a:gd name="T3" fmla="*/ 0 h 7"/>
                <a:gd name="T4" fmla="*/ 0 w 56"/>
                <a:gd name="T5" fmla="*/ 0 h 7"/>
                <a:gd name="T6" fmla="*/ 0 w 56"/>
                <a:gd name="T7" fmla="*/ 0 h 7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56"/>
                <a:gd name="T13" fmla="*/ 0 h 7"/>
                <a:gd name="T14" fmla="*/ 56 w 56"/>
                <a:gd name="T15" fmla="*/ 7 h 7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56" h="7">
                  <a:moveTo>
                    <a:pt x="0" y="0"/>
                  </a:moveTo>
                  <a:lnTo>
                    <a:pt x="56" y="7"/>
                  </a:lnTo>
                  <a:lnTo>
                    <a:pt x="56" y="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536" name="Line 1315">
              <a:extLst>
                <a:ext uri="{FF2B5EF4-FFF2-40B4-BE49-F238E27FC236}">
                  <a16:creationId xmlns:a16="http://schemas.microsoft.com/office/drawing/2014/main" id="{69B98240-2E3B-A6DE-2E59-34E528E875BF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674" y="3395"/>
              <a:ext cx="1" cy="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537" name="Freeform 1316">
              <a:extLst>
                <a:ext uri="{FF2B5EF4-FFF2-40B4-BE49-F238E27FC236}">
                  <a16:creationId xmlns:a16="http://schemas.microsoft.com/office/drawing/2014/main" id="{760051B5-9C15-586C-50BE-AB60EC82CDD3}"/>
                </a:ext>
              </a:extLst>
            </p:cNvPr>
            <p:cNvSpPr>
              <a:spLocks/>
            </p:cNvSpPr>
            <p:nvPr/>
          </p:nvSpPr>
          <p:spPr bwMode="auto">
            <a:xfrm>
              <a:off x="3658" y="3374"/>
              <a:ext cx="16" cy="21"/>
            </a:xfrm>
            <a:custGeom>
              <a:avLst/>
              <a:gdLst>
                <a:gd name="T0" fmla="*/ 0 w 117"/>
                <a:gd name="T1" fmla="*/ 0 h 141"/>
                <a:gd name="T2" fmla="*/ 0 w 117"/>
                <a:gd name="T3" fmla="*/ 0 h 141"/>
                <a:gd name="T4" fmla="*/ 0 w 117"/>
                <a:gd name="T5" fmla="*/ 0 h 141"/>
                <a:gd name="T6" fmla="*/ 0 w 117"/>
                <a:gd name="T7" fmla="*/ 0 h 141"/>
                <a:gd name="T8" fmla="*/ 0 w 117"/>
                <a:gd name="T9" fmla="*/ 0 h 141"/>
                <a:gd name="T10" fmla="*/ 0 w 117"/>
                <a:gd name="T11" fmla="*/ 0 h 141"/>
                <a:gd name="T12" fmla="*/ 0 w 117"/>
                <a:gd name="T13" fmla="*/ 0 h 141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117"/>
                <a:gd name="T22" fmla="*/ 0 h 141"/>
                <a:gd name="T23" fmla="*/ 117 w 117"/>
                <a:gd name="T24" fmla="*/ 141 h 141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117" h="141">
                  <a:moveTo>
                    <a:pt x="0" y="137"/>
                  </a:moveTo>
                  <a:lnTo>
                    <a:pt x="57" y="139"/>
                  </a:lnTo>
                  <a:lnTo>
                    <a:pt x="113" y="141"/>
                  </a:lnTo>
                  <a:lnTo>
                    <a:pt x="117" y="4"/>
                  </a:lnTo>
                  <a:lnTo>
                    <a:pt x="61" y="2"/>
                  </a:lnTo>
                  <a:lnTo>
                    <a:pt x="5" y="0"/>
                  </a:lnTo>
                  <a:lnTo>
                    <a:pt x="0" y="137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538" name="Freeform 1317">
              <a:extLst>
                <a:ext uri="{FF2B5EF4-FFF2-40B4-BE49-F238E27FC236}">
                  <a16:creationId xmlns:a16="http://schemas.microsoft.com/office/drawing/2014/main" id="{E918471F-6062-8C9B-C70B-BF1E31819D9B}"/>
                </a:ext>
              </a:extLst>
            </p:cNvPr>
            <p:cNvSpPr>
              <a:spLocks/>
            </p:cNvSpPr>
            <p:nvPr/>
          </p:nvSpPr>
          <p:spPr bwMode="auto">
            <a:xfrm>
              <a:off x="3658" y="3374"/>
              <a:ext cx="16" cy="21"/>
            </a:xfrm>
            <a:custGeom>
              <a:avLst/>
              <a:gdLst>
                <a:gd name="T0" fmla="*/ 0 w 117"/>
                <a:gd name="T1" fmla="*/ 0 h 141"/>
                <a:gd name="T2" fmla="*/ 0 w 117"/>
                <a:gd name="T3" fmla="*/ 0 h 141"/>
                <a:gd name="T4" fmla="*/ 0 w 117"/>
                <a:gd name="T5" fmla="*/ 0 h 141"/>
                <a:gd name="T6" fmla="*/ 0 w 117"/>
                <a:gd name="T7" fmla="*/ 0 h 141"/>
                <a:gd name="T8" fmla="*/ 0 w 117"/>
                <a:gd name="T9" fmla="*/ 0 h 141"/>
                <a:gd name="T10" fmla="*/ 0 w 117"/>
                <a:gd name="T11" fmla="*/ 0 h 141"/>
                <a:gd name="T12" fmla="*/ 0 w 117"/>
                <a:gd name="T13" fmla="*/ 0 h 141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117"/>
                <a:gd name="T22" fmla="*/ 0 h 141"/>
                <a:gd name="T23" fmla="*/ 117 w 117"/>
                <a:gd name="T24" fmla="*/ 141 h 141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117" h="141">
                  <a:moveTo>
                    <a:pt x="0" y="137"/>
                  </a:moveTo>
                  <a:lnTo>
                    <a:pt x="57" y="139"/>
                  </a:lnTo>
                  <a:lnTo>
                    <a:pt x="113" y="141"/>
                  </a:lnTo>
                  <a:lnTo>
                    <a:pt x="117" y="4"/>
                  </a:lnTo>
                  <a:lnTo>
                    <a:pt x="61" y="2"/>
                  </a:lnTo>
                  <a:lnTo>
                    <a:pt x="5" y="0"/>
                  </a:lnTo>
                  <a:lnTo>
                    <a:pt x="0" y="137"/>
                  </a:lnTo>
                  <a:close/>
                </a:path>
              </a:pathLst>
            </a:custGeom>
            <a:noFill/>
            <a:ln w="0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539" name="Freeform 1318">
              <a:extLst>
                <a:ext uri="{FF2B5EF4-FFF2-40B4-BE49-F238E27FC236}">
                  <a16:creationId xmlns:a16="http://schemas.microsoft.com/office/drawing/2014/main" id="{8272659A-7256-908D-3D6C-CCB3F6CEB7DC}"/>
                </a:ext>
              </a:extLst>
            </p:cNvPr>
            <p:cNvSpPr>
              <a:spLocks/>
            </p:cNvSpPr>
            <p:nvPr/>
          </p:nvSpPr>
          <p:spPr bwMode="auto">
            <a:xfrm>
              <a:off x="3666" y="3374"/>
              <a:ext cx="8" cy="1"/>
            </a:xfrm>
            <a:custGeom>
              <a:avLst/>
              <a:gdLst>
                <a:gd name="T0" fmla="*/ 0 w 56"/>
                <a:gd name="T1" fmla="*/ 0 h 4"/>
                <a:gd name="T2" fmla="*/ 0 w 56"/>
                <a:gd name="T3" fmla="*/ 0 h 4"/>
                <a:gd name="T4" fmla="*/ 0 w 56"/>
                <a:gd name="T5" fmla="*/ 0 h 4"/>
                <a:gd name="T6" fmla="*/ 0 w 56"/>
                <a:gd name="T7" fmla="*/ 0 h 4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56"/>
                <a:gd name="T13" fmla="*/ 0 h 4"/>
                <a:gd name="T14" fmla="*/ 56 w 56"/>
                <a:gd name="T15" fmla="*/ 4 h 4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56" h="4">
                  <a:moveTo>
                    <a:pt x="0" y="2"/>
                  </a:moveTo>
                  <a:lnTo>
                    <a:pt x="56" y="4"/>
                  </a:lnTo>
                  <a:lnTo>
                    <a:pt x="56" y="0"/>
                  </a:lnTo>
                  <a:lnTo>
                    <a:pt x="0" y="2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540" name="Line 1319">
              <a:extLst>
                <a:ext uri="{FF2B5EF4-FFF2-40B4-BE49-F238E27FC236}">
                  <a16:creationId xmlns:a16="http://schemas.microsoft.com/office/drawing/2014/main" id="{F15483B9-6C49-734C-0058-FF17C7A9C630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674" y="3374"/>
              <a:ext cx="1" cy="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541" name="Line 1320">
              <a:extLst>
                <a:ext uri="{FF2B5EF4-FFF2-40B4-BE49-F238E27FC236}">
                  <a16:creationId xmlns:a16="http://schemas.microsoft.com/office/drawing/2014/main" id="{F257173F-EB25-50DD-352E-ED6290E6DE0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417" y="3125"/>
              <a:ext cx="539" cy="1"/>
            </a:xfrm>
            <a:prstGeom prst="line">
              <a:avLst/>
            </a:prstGeom>
            <a:noFill/>
            <a:ln w="0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542" name="Line 1321">
              <a:extLst>
                <a:ext uri="{FF2B5EF4-FFF2-40B4-BE49-F238E27FC236}">
                  <a16:creationId xmlns:a16="http://schemas.microsoft.com/office/drawing/2014/main" id="{CA0638B7-9026-25B4-7F07-885FAD66BCF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417" y="3624"/>
              <a:ext cx="539" cy="1"/>
            </a:xfrm>
            <a:prstGeom prst="line">
              <a:avLst/>
            </a:prstGeom>
            <a:noFill/>
            <a:ln w="0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543" name="Line 1322">
              <a:extLst>
                <a:ext uri="{FF2B5EF4-FFF2-40B4-BE49-F238E27FC236}">
                  <a16:creationId xmlns:a16="http://schemas.microsoft.com/office/drawing/2014/main" id="{EF315D0D-A6EF-D58D-95D5-30E0677CF30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343" y="3125"/>
              <a:ext cx="37" cy="1"/>
            </a:xfrm>
            <a:prstGeom prst="line">
              <a:avLst/>
            </a:prstGeom>
            <a:noFill/>
            <a:ln w="0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544" name="Line 1323">
              <a:extLst>
                <a:ext uri="{FF2B5EF4-FFF2-40B4-BE49-F238E27FC236}">
                  <a16:creationId xmlns:a16="http://schemas.microsoft.com/office/drawing/2014/main" id="{6BDBA63B-29BE-4B51-50A1-A060C6B7DCA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401" y="3125"/>
              <a:ext cx="42" cy="1"/>
            </a:xfrm>
            <a:prstGeom prst="line">
              <a:avLst/>
            </a:prstGeom>
            <a:noFill/>
            <a:ln w="0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545" name="Line 1324">
              <a:extLst>
                <a:ext uri="{FF2B5EF4-FFF2-40B4-BE49-F238E27FC236}">
                  <a16:creationId xmlns:a16="http://schemas.microsoft.com/office/drawing/2014/main" id="{B44C180B-67C9-2840-7AA0-45CF673B8BD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463" y="3125"/>
              <a:ext cx="37" cy="1"/>
            </a:xfrm>
            <a:prstGeom prst="line">
              <a:avLst/>
            </a:prstGeom>
            <a:noFill/>
            <a:ln w="0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546" name="Line 1325">
              <a:extLst>
                <a:ext uri="{FF2B5EF4-FFF2-40B4-BE49-F238E27FC236}">
                  <a16:creationId xmlns:a16="http://schemas.microsoft.com/office/drawing/2014/main" id="{3C3DBABA-6B40-F8D0-CBC1-69D9214402E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343" y="3624"/>
              <a:ext cx="37" cy="1"/>
            </a:xfrm>
            <a:prstGeom prst="line">
              <a:avLst/>
            </a:prstGeom>
            <a:noFill/>
            <a:ln w="0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547" name="Line 1326">
              <a:extLst>
                <a:ext uri="{FF2B5EF4-FFF2-40B4-BE49-F238E27FC236}">
                  <a16:creationId xmlns:a16="http://schemas.microsoft.com/office/drawing/2014/main" id="{F284B3D0-BD15-46D5-2473-54ACEC3F355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401" y="3624"/>
              <a:ext cx="42" cy="1"/>
            </a:xfrm>
            <a:prstGeom prst="line">
              <a:avLst/>
            </a:prstGeom>
            <a:noFill/>
            <a:ln w="0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548" name="Line 1327">
              <a:extLst>
                <a:ext uri="{FF2B5EF4-FFF2-40B4-BE49-F238E27FC236}">
                  <a16:creationId xmlns:a16="http://schemas.microsoft.com/office/drawing/2014/main" id="{4536F3BF-A648-2EE0-3D17-E77F5CF0332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463" y="3624"/>
              <a:ext cx="37" cy="1"/>
            </a:xfrm>
            <a:prstGeom prst="line">
              <a:avLst/>
            </a:prstGeom>
            <a:noFill/>
            <a:ln w="0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549" name="Line 1328">
              <a:extLst>
                <a:ext uri="{FF2B5EF4-FFF2-40B4-BE49-F238E27FC236}">
                  <a16:creationId xmlns:a16="http://schemas.microsoft.com/office/drawing/2014/main" id="{CC84EAF2-1285-CDB3-1ADA-8625E9612FC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031" y="3509"/>
              <a:ext cx="52" cy="1"/>
            </a:xfrm>
            <a:prstGeom prst="line">
              <a:avLst/>
            </a:prstGeom>
            <a:noFill/>
            <a:ln w="0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550" name="Line 1329">
              <a:extLst>
                <a:ext uri="{FF2B5EF4-FFF2-40B4-BE49-F238E27FC236}">
                  <a16:creationId xmlns:a16="http://schemas.microsoft.com/office/drawing/2014/main" id="{7467A442-1B5F-783E-7577-1968152ECE4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104" y="3509"/>
              <a:ext cx="41" cy="1"/>
            </a:xfrm>
            <a:prstGeom prst="line">
              <a:avLst/>
            </a:prstGeom>
            <a:noFill/>
            <a:ln w="0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551" name="Line 1330">
              <a:extLst>
                <a:ext uri="{FF2B5EF4-FFF2-40B4-BE49-F238E27FC236}">
                  <a16:creationId xmlns:a16="http://schemas.microsoft.com/office/drawing/2014/main" id="{BDE52339-51AD-09F8-FF48-4EC4336D50C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166" y="3509"/>
              <a:ext cx="42" cy="1"/>
            </a:xfrm>
            <a:prstGeom prst="line">
              <a:avLst/>
            </a:prstGeom>
            <a:noFill/>
            <a:ln w="0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552" name="Line 1331">
              <a:extLst>
                <a:ext uri="{FF2B5EF4-FFF2-40B4-BE49-F238E27FC236}">
                  <a16:creationId xmlns:a16="http://schemas.microsoft.com/office/drawing/2014/main" id="{347E48C8-EF99-211D-6145-FC895C49595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229" y="3509"/>
              <a:ext cx="42" cy="1"/>
            </a:xfrm>
            <a:prstGeom prst="line">
              <a:avLst/>
            </a:prstGeom>
            <a:noFill/>
            <a:ln w="0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553" name="Line 1332">
              <a:extLst>
                <a:ext uri="{FF2B5EF4-FFF2-40B4-BE49-F238E27FC236}">
                  <a16:creationId xmlns:a16="http://schemas.microsoft.com/office/drawing/2014/main" id="{51206229-88C7-9237-E6CB-4B97D5D24C5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292" y="3509"/>
              <a:ext cx="51" cy="1"/>
            </a:xfrm>
            <a:prstGeom prst="line">
              <a:avLst/>
            </a:prstGeom>
            <a:noFill/>
            <a:ln w="0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554" name="Line 1333">
              <a:extLst>
                <a:ext uri="{FF2B5EF4-FFF2-40B4-BE49-F238E27FC236}">
                  <a16:creationId xmlns:a16="http://schemas.microsoft.com/office/drawing/2014/main" id="{31FC4992-A8C0-2503-C4DC-B208B29CC43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031" y="3241"/>
              <a:ext cx="52" cy="1"/>
            </a:xfrm>
            <a:prstGeom prst="line">
              <a:avLst/>
            </a:prstGeom>
            <a:noFill/>
            <a:ln w="0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555" name="Line 1334">
              <a:extLst>
                <a:ext uri="{FF2B5EF4-FFF2-40B4-BE49-F238E27FC236}">
                  <a16:creationId xmlns:a16="http://schemas.microsoft.com/office/drawing/2014/main" id="{004B1323-3E85-768D-69B4-78451DC3472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104" y="3241"/>
              <a:ext cx="41" cy="1"/>
            </a:xfrm>
            <a:prstGeom prst="line">
              <a:avLst/>
            </a:prstGeom>
            <a:noFill/>
            <a:ln w="0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556" name="Line 1335">
              <a:extLst>
                <a:ext uri="{FF2B5EF4-FFF2-40B4-BE49-F238E27FC236}">
                  <a16:creationId xmlns:a16="http://schemas.microsoft.com/office/drawing/2014/main" id="{EC9CDBE1-32D1-EBED-F324-7101B7EA2B2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166" y="3241"/>
              <a:ext cx="42" cy="1"/>
            </a:xfrm>
            <a:prstGeom prst="line">
              <a:avLst/>
            </a:prstGeom>
            <a:noFill/>
            <a:ln w="0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557" name="Line 1336">
              <a:extLst>
                <a:ext uri="{FF2B5EF4-FFF2-40B4-BE49-F238E27FC236}">
                  <a16:creationId xmlns:a16="http://schemas.microsoft.com/office/drawing/2014/main" id="{91268541-9BC3-2969-28C2-20C736EBD67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229" y="3241"/>
              <a:ext cx="42" cy="1"/>
            </a:xfrm>
            <a:prstGeom prst="line">
              <a:avLst/>
            </a:prstGeom>
            <a:noFill/>
            <a:ln w="0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558" name="Line 1337">
              <a:extLst>
                <a:ext uri="{FF2B5EF4-FFF2-40B4-BE49-F238E27FC236}">
                  <a16:creationId xmlns:a16="http://schemas.microsoft.com/office/drawing/2014/main" id="{44B1C6D0-502A-9EBB-AEE0-80BA81B68D5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292" y="3241"/>
              <a:ext cx="51" cy="1"/>
            </a:xfrm>
            <a:prstGeom prst="line">
              <a:avLst/>
            </a:prstGeom>
            <a:noFill/>
            <a:ln w="0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559" name="Line 1338">
              <a:extLst>
                <a:ext uri="{FF2B5EF4-FFF2-40B4-BE49-F238E27FC236}">
                  <a16:creationId xmlns:a16="http://schemas.microsoft.com/office/drawing/2014/main" id="{4ED880F6-BF8B-83F2-F2BD-769D78F33E9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417" y="2984"/>
              <a:ext cx="539" cy="1"/>
            </a:xfrm>
            <a:prstGeom prst="line">
              <a:avLst/>
            </a:prstGeom>
            <a:noFill/>
            <a:ln w="0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560" name="Freeform 1339">
              <a:extLst>
                <a:ext uri="{FF2B5EF4-FFF2-40B4-BE49-F238E27FC236}">
                  <a16:creationId xmlns:a16="http://schemas.microsoft.com/office/drawing/2014/main" id="{00283851-56C3-6483-D9B8-7A86E48015E6}"/>
                </a:ext>
              </a:extLst>
            </p:cNvPr>
            <p:cNvSpPr>
              <a:spLocks/>
            </p:cNvSpPr>
            <p:nvPr/>
          </p:nvSpPr>
          <p:spPr bwMode="auto">
            <a:xfrm>
              <a:off x="4179" y="2976"/>
              <a:ext cx="8" cy="16"/>
            </a:xfrm>
            <a:custGeom>
              <a:avLst/>
              <a:gdLst>
                <a:gd name="T0" fmla="*/ 0 w 56"/>
                <a:gd name="T1" fmla="*/ 0 h 113"/>
                <a:gd name="T2" fmla="*/ 0 w 56"/>
                <a:gd name="T3" fmla="*/ 0 h 113"/>
                <a:gd name="T4" fmla="*/ 0 w 56"/>
                <a:gd name="T5" fmla="*/ 0 h 113"/>
                <a:gd name="T6" fmla="*/ 0 w 56"/>
                <a:gd name="T7" fmla="*/ 0 h 113"/>
                <a:gd name="T8" fmla="*/ 0 w 56"/>
                <a:gd name="T9" fmla="*/ 0 h 113"/>
                <a:gd name="T10" fmla="*/ 0 w 56"/>
                <a:gd name="T11" fmla="*/ 0 h 113"/>
                <a:gd name="T12" fmla="*/ 0 w 56"/>
                <a:gd name="T13" fmla="*/ 0 h 113"/>
                <a:gd name="T14" fmla="*/ 0 w 56"/>
                <a:gd name="T15" fmla="*/ 0 h 113"/>
                <a:gd name="T16" fmla="*/ 0 w 56"/>
                <a:gd name="T17" fmla="*/ 0 h 113"/>
                <a:gd name="T18" fmla="*/ 0 w 56"/>
                <a:gd name="T19" fmla="*/ 0 h 113"/>
                <a:gd name="T20" fmla="*/ 0 w 56"/>
                <a:gd name="T21" fmla="*/ 0 h 113"/>
                <a:gd name="T22" fmla="*/ 0 w 56"/>
                <a:gd name="T23" fmla="*/ 0 h 113"/>
                <a:gd name="T24" fmla="*/ 0 w 56"/>
                <a:gd name="T25" fmla="*/ 0 h 113"/>
                <a:gd name="T26" fmla="*/ 0 w 56"/>
                <a:gd name="T27" fmla="*/ 0 h 113"/>
                <a:gd name="T28" fmla="*/ 0 w 56"/>
                <a:gd name="T29" fmla="*/ 0 h 113"/>
                <a:gd name="T30" fmla="*/ 0 w 56"/>
                <a:gd name="T31" fmla="*/ 0 h 113"/>
                <a:gd name="T32" fmla="*/ 0 w 56"/>
                <a:gd name="T33" fmla="*/ 0 h 113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w 56"/>
                <a:gd name="T52" fmla="*/ 0 h 113"/>
                <a:gd name="T53" fmla="*/ 56 w 56"/>
                <a:gd name="T54" fmla="*/ 113 h 113"/>
              </a:gdLst>
              <a:ahLst/>
              <a:cxnLst>
                <a:cxn ang="T34">
                  <a:pos x="T0" y="T1"/>
                </a:cxn>
                <a:cxn ang="T35">
                  <a:pos x="T2" y="T3"/>
                </a:cxn>
                <a:cxn ang="T36">
                  <a:pos x="T4" y="T5"/>
                </a:cxn>
                <a:cxn ang="T37">
                  <a:pos x="T6" y="T7"/>
                </a:cxn>
                <a:cxn ang="T38">
                  <a:pos x="T8" y="T9"/>
                </a:cxn>
                <a:cxn ang="T39">
                  <a:pos x="T10" y="T11"/>
                </a:cxn>
                <a:cxn ang="T40">
                  <a:pos x="T12" y="T13"/>
                </a:cxn>
                <a:cxn ang="T41">
                  <a:pos x="T14" y="T15"/>
                </a:cxn>
                <a:cxn ang="T42">
                  <a:pos x="T16" y="T17"/>
                </a:cxn>
                <a:cxn ang="T43">
                  <a:pos x="T18" y="T19"/>
                </a:cxn>
                <a:cxn ang="T44">
                  <a:pos x="T20" y="T21"/>
                </a:cxn>
                <a:cxn ang="T45">
                  <a:pos x="T22" y="T23"/>
                </a:cxn>
                <a:cxn ang="T46">
                  <a:pos x="T24" y="T25"/>
                </a:cxn>
                <a:cxn ang="T47">
                  <a:pos x="T26" y="T27"/>
                </a:cxn>
                <a:cxn ang="T48">
                  <a:pos x="T28" y="T29"/>
                </a:cxn>
                <a:cxn ang="T49">
                  <a:pos x="T30" y="T31"/>
                </a:cxn>
                <a:cxn ang="T50">
                  <a:pos x="T32" y="T33"/>
                </a:cxn>
              </a:cxnLst>
              <a:rect l="T51" t="T52" r="T53" b="T54"/>
              <a:pathLst>
                <a:path w="56" h="113">
                  <a:moveTo>
                    <a:pt x="56" y="57"/>
                  </a:moveTo>
                  <a:lnTo>
                    <a:pt x="56" y="113"/>
                  </a:lnTo>
                  <a:lnTo>
                    <a:pt x="44" y="112"/>
                  </a:lnTo>
                  <a:lnTo>
                    <a:pt x="32" y="108"/>
                  </a:lnTo>
                  <a:lnTo>
                    <a:pt x="22" y="101"/>
                  </a:lnTo>
                  <a:lnTo>
                    <a:pt x="13" y="92"/>
                  </a:lnTo>
                  <a:lnTo>
                    <a:pt x="6" y="82"/>
                  </a:lnTo>
                  <a:lnTo>
                    <a:pt x="1" y="70"/>
                  </a:lnTo>
                  <a:lnTo>
                    <a:pt x="0" y="57"/>
                  </a:lnTo>
                  <a:lnTo>
                    <a:pt x="1" y="45"/>
                  </a:lnTo>
                  <a:lnTo>
                    <a:pt x="6" y="33"/>
                  </a:lnTo>
                  <a:lnTo>
                    <a:pt x="13" y="23"/>
                  </a:lnTo>
                  <a:lnTo>
                    <a:pt x="22" y="14"/>
                  </a:lnTo>
                  <a:lnTo>
                    <a:pt x="32" y="7"/>
                  </a:lnTo>
                  <a:lnTo>
                    <a:pt x="44" y="2"/>
                  </a:lnTo>
                  <a:lnTo>
                    <a:pt x="56" y="0"/>
                  </a:lnTo>
                  <a:lnTo>
                    <a:pt x="56" y="57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561" name="Freeform 1340">
              <a:extLst>
                <a:ext uri="{FF2B5EF4-FFF2-40B4-BE49-F238E27FC236}">
                  <a16:creationId xmlns:a16="http://schemas.microsoft.com/office/drawing/2014/main" id="{FDACC2C1-BF3F-CB45-8A86-63B5FB814D65}"/>
                </a:ext>
              </a:extLst>
            </p:cNvPr>
            <p:cNvSpPr>
              <a:spLocks/>
            </p:cNvSpPr>
            <p:nvPr/>
          </p:nvSpPr>
          <p:spPr bwMode="auto">
            <a:xfrm>
              <a:off x="4179" y="2976"/>
              <a:ext cx="8" cy="16"/>
            </a:xfrm>
            <a:custGeom>
              <a:avLst/>
              <a:gdLst>
                <a:gd name="T0" fmla="*/ 0 w 56"/>
                <a:gd name="T1" fmla="*/ 0 h 113"/>
                <a:gd name="T2" fmla="*/ 0 w 56"/>
                <a:gd name="T3" fmla="*/ 0 h 113"/>
                <a:gd name="T4" fmla="*/ 0 w 56"/>
                <a:gd name="T5" fmla="*/ 0 h 113"/>
                <a:gd name="T6" fmla="*/ 0 w 56"/>
                <a:gd name="T7" fmla="*/ 0 h 113"/>
                <a:gd name="T8" fmla="*/ 0 w 56"/>
                <a:gd name="T9" fmla="*/ 0 h 113"/>
                <a:gd name="T10" fmla="*/ 0 w 56"/>
                <a:gd name="T11" fmla="*/ 0 h 113"/>
                <a:gd name="T12" fmla="*/ 0 w 56"/>
                <a:gd name="T13" fmla="*/ 0 h 113"/>
                <a:gd name="T14" fmla="*/ 0 w 56"/>
                <a:gd name="T15" fmla="*/ 0 h 113"/>
                <a:gd name="T16" fmla="*/ 0 w 56"/>
                <a:gd name="T17" fmla="*/ 0 h 113"/>
                <a:gd name="T18" fmla="*/ 0 w 56"/>
                <a:gd name="T19" fmla="*/ 0 h 113"/>
                <a:gd name="T20" fmla="*/ 0 w 56"/>
                <a:gd name="T21" fmla="*/ 0 h 113"/>
                <a:gd name="T22" fmla="*/ 0 w 56"/>
                <a:gd name="T23" fmla="*/ 0 h 113"/>
                <a:gd name="T24" fmla="*/ 0 w 56"/>
                <a:gd name="T25" fmla="*/ 0 h 113"/>
                <a:gd name="T26" fmla="*/ 0 w 56"/>
                <a:gd name="T27" fmla="*/ 0 h 113"/>
                <a:gd name="T28" fmla="*/ 0 w 56"/>
                <a:gd name="T29" fmla="*/ 0 h 113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w 56"/>
                <a:gd name="T46" fmla="*/ 0 h 113"/>
                <a:gd name="T47" fmla="*/ 56 w 56"/>
                <a:gd name="T48" fmla="*/ 113 h 113"/>
              </a:gdLst>
              <a:ahLst/>
              <a:cxnLst>
                <a:cxn ang="T30">
                  <a:pos x="T0" y="T1"/>
                </a:cxn>
                <a:cxn ang="T31">
                  <a:pos x="T2" y="T3"/>
                </a:cxn>
                <a:cxn ang="T32">
                  <a:pos x="T4" y="T5"/>
                </a:cxn>
                <a:cxn ang="T33">
                  <a:pos x="T6" y="T7"/>
                </a:cxn>
                <a:cxn ang="T34">
                  <a:pos x="T8" y="T9"/>
                </a:cxn>
                <a:cxn ang="T35">
                  <a:pos x="T10" y="T11"/>
                </a:cxn>
                <a:cxn ang="T36">
                  <a:pos x="T12" y="T13"/>
                </a:cxn>
                <a:cxn ang="T37">
                  <a:pos x="T14" y="T15"/>
                </a:cxn>
                <a:cxn ang="T38">
                  <a:pos x="T16" y="T17"/>
                </a:cxn>
                <a:cxn ang="T39">
                  <a:pos x="T18" y="T19"/>
                </a:cxn>
                <a:cxn ang="T40">
                  <a:pos x="T20" y="T21"/>
                </a:cxn>
                <a:cxn ang="T41">
                  <a:pos x="T22" y="T23"/>
                </a:cxn>
                <a:cxn ang="T42">
                  <a:pos x="T24" y="T25"/>
                </a:cxn>
                <a:cxn ang="T43">
                  <a:pos x="T26" y="T27"/>
                </a:cxn>
                <a:cxn ang="T44">
                  <a:pos x="T28" y="T29"/>
                </a:cxn>
              </a:cxnLst>
              <a:rect l="T45" t="T46" r="T47" b="T48"/>
              <a:pathLst>
                <a:path w="56" h="113">
                  <a:moveTo>
                    <a:pt x="56" y="113"/>
                  </a:moveTo>
                  <a:lnTo>
                    <a:pt x="44" y="112"/>
                  </a:lnTo>
                  <a:lnTo>
                    <a:pt x="32" y="108"/>
                  </a:lnTo>
                  <a:lnTo>
                    <a:pt x="22" y="101"/>
                  </a:lnTo>
                  <a:lnTo>
                    <a:pt x="13" y="92"/>
                  </a:lnTo>
                  <a:lnTo>
                    <a:pt x="6" y="82"/>
                  </a:lnTo>
                  <a:lnTo>
                    <a:pt x="1" y="70"/>
                  </a:lnTo>
                  <a:lnTo>
                    <a:pt x="0" y="57"/>
                  </a:lnTo>
                  <a:lnTo>
                    <a:pt x="1" y="45"/>
                  </a:lnTo>
                  <a:lnTo>
                    <a:pt x="6" y="33"/>
                  </a:lnTo>
                  <a:lnTo>
                    <a:pt x="13" y="23"/>
                  </a:lnTo>
                  <a:lnTo>
                    <a:pt x="22" y="14"/>
                  </a:lnTo>
                  <a:lnTo>
                    <a:pt x="32" y="7"/>
                  </a:lnTo>
                  <a:lnTo>
                    <a:pt x="44" y="2"/>
                  </a:lnTo>
                  <a:lnTo>
                    <a:pt x="56" y="0"/>
                  </a:lnTo>
                </a:path>
              </a:pathLst>
            </a:custGeom>
            <a:noFill/>
            <a:ln w="0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562" name="Freeform 1341">
              <a:extLst>
                <a:ext uri="{FF2B5EF4-FFF2-40B4-BE49-F238E27FC236}">
                  <a16:creationId xmlns:a16="http://schemas.microsoft.com/office/drawing/2014/main" id="{E9A80AF5-8FF1-8B81-A2D8-22610B73946D}"/>
                </a:ext>
              </a:extLst>
            </p:cNvPr>
            <p:cNvSpPr>
              <a:spLocks/>
            </p:cNvSpPr>
            <p:nvPr/>
          </p:nvSpPr>
          <p:spPr bwMode="auto">
            <a:xfrm>
              <a:off x="4187" y="2976"/>
              <a:ext cx="313" cy="16"/>
            </a:xfrm>
            <a:custGeom>
              <a:avLst/>
              <a:gdLst>
                <a:gd name="T0" fmla="*/ 0 w 2187"/>
                <a:gd name="T1" fmla="*/ 0 h 113"/>
                <a:gd name="T2" fmla="*/ 0 w 2187"/>
                <a:gd name="T3" fmla="*/ 0 h 113"/>
                <a:gd name="T4" fmla="*/ 0 w 2187"/>
                <a:gd name="T5" fmla="*/ 0 h 113"/>
                <a:gd name="T6" fmla="*/ 0 w 2187"/>
                <a:gd name="T7" fmla="*/ 0 h 113"/>
                <a:gd name="T8" fmla="*/ 0 w 2187"/>
                <a:gd name="T9" fmla="*/ 0 h 113"/>
                <a:gd name="T10" fmla="*/ 0 w 2187"/>
                <a:gd name="T11" fmla="*/ 0 h 113"/>
                <a:gd name="T12" fmla="*/ 0 w 2187"/>
                <a:gd name="T13" fmla="*/ 0 h 113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2187"/>
                <a:gd name="T22" fmla="*/ 0 h 113"/>
                <a:gd name="T23" fmla="*/ 2187 w 2187"/>
                <a:gd name="T24" fmla="*/ 113 h 113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2187" h="113">
                  <a:moveTo>
                    <a:pt x="0" y="0"/>
                  </a:moveTo>
                  <a:lnTo>
                    <a:pt x="0" y="57"/>
                  </a:lnTo>
                  <a:lnTo>
                    <a:pt x="0" y="113"/>
                  </a:lnTo>
                  <a:lnTo>
                    <a:pt x="2187" y="113"/>
                  </a:lnTo>
                  <a:lnTo>
                    <a:pt x="2187" y="57"/>
                  </a:lnTo>
                  <a:lnTo>
                    <a:pt x="218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563" name="Freeform 1342">
              <a:extLst>
                <a:ext uri="{FF2B5EF4-FFF2-40B4-BE49-F238E27FC236}">
                  <a16:creationId xmlns:a16="http://schemas.microsoft.com/office/drawing/2014/main" id="{5106B712-EB44-30A9-E62D-A066251F1C40}"/>
                </a:ext>
              </a:extLst>
            </p:cNvPr>
            <p:cNvSpPr>
              <a:spLocks/>
            </p:cNvSpPr>
            <p:nvPr/>
          </p:nvSpPr>
          <p:spPr bwMode="auto">
            <a:xfrm>
              <a:off x="4187" y="2976"/>
              <a:ext cx="313" cy="16"/>
            </a:xfrm>
            <a:custGeom>
              <a:avLst/>
              <a:gdLst>
                <a:gd name="T0" fmla="*/ 0 w 2187"/>
                <a:gd name="T1" fmla="*/ 0 h 113"/>
                <a:gd name="T2" fmla="*/ 0 w 2187"/>
                <a:gd name="T3" fmla="*/ 0 h 113"/>
                <a:gd name="T4" fmla="*/ 0 w 2187"/>
                <a:gd name="T5" fmla="*/ 0 h 113"/>
                <a:gd name="T6" fmla="*/ 0 w 2187"/>
                <a:gd name="T7" fmla="*/ 0 h 113"/>
                <a:gd name="T8" fmla="*/ 0 w 2187"/>
                <a:gd name="T9" fmla="*/ 0 h 113"/>
                <a:gd name="T10" fmla="*/ 0 w 2187"/>
                <a:gd name="T11" fmla="*/ 0 h 113"/>
                <a:gd name="T12" fmla="*/ 0 w 2187"/>
                <a:gd name="T13" fmla="*/ 0 h 113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2187"/>
                <a:gd name="T22" fmla="*/ 0 h 113"/>
                <a:gd name="T23" fmla="*/ 2187 w 2187"/>
                <a:gd name="T24" fmla="*/ 113 h 113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2187" h="113">
                  <a:moveTo>
                    <a:pt x="0" y="0"/>
                  </a:moveTo>
                  <a:lnTo>
                    <a:pt x="0" y="57"/>
                  </a:lnTo>
                  <a:lnTo>
                    <a:pt x="0" y="113"/>
                  </a:lnTo>
                  <a:lnTo>
                    <a:pt x="2187" y="113"/>
                  </a:lnTo>
                  <a:lnTo>
                    <a:pt x="2187" y="57"/>
                  </a:lnTo>
                  <a:lnTo>
                    <a:pt x="2187" y="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564" name="Freeform 1343">
              <a:extLst>
                <a:ext uri="{FF2B5EF4-FFF2-40B4-BE49-F238E27FC236}">
                  <a16:creationId xmlns:a16="http://schemas.microsoft.com/office/drawing/2014/main" id="{B77873F0-FBF4-168A-977E-E7026FFB1E6F}"/>
                </a:ext>
              </a:extLst>
            </p:cNvPr>
            <p:cNvSpPr>
              <a:spLocks/>
            </p:cNvSpPr>
            <p:nvPr/>
          </p:nvSpPr>
          <p:spPr bwMode="auto">
            <a:xfrm>
              <a:off x="4500" y="2976"/>
              <a:ext cx="8" cy="16"/>
            </a:xfrm>
            <a:custGeom>
              <a:avLst/>
              <a:gdLst>
                <a:gd name="T0" fmla="*/ 0 w 57"/>
                <a:gd name="T1" fmla="*/ 0 h 113"/>
                <a:gd name="T2" fmla="*/ 0 w 57"/>
                <a:gd name="T3" fmla="*/ 0 h 113"/>
                <a:gd name="T4" fmla="*/ 0 w 57"/>
                <a:gd name="T5" fmla="*/ 0 h 113"/>
                <a:gd name="T6" fmla="*/ 0 w 57"/>
                <a:gd name="T7" fmla="*/ 0 h 113"/>
                <a:gd name="T8" fmla="*/ 0 w 57"/>
                <a:gd name="T9" fmla="*/ 0 h 113"/>
                <a:gd name="T10" fmla="*/ 0 w 57"/>
                <a:gd name="T11" fmla="*/ 0 h 113"/>
                <a:gd name="T12" fmla="*/ 0 w 57"/>
                <a:gd name="T13" fmla="*/ 0 h 113"/>
                <a:gd name="T14" fmla="*/ 0 w 57"/>
                <a:gd name="T15" fmla="*/ 0 h 113"/>
                <a:gd name="T16" fmla="*/ 0 w 57"/>
                <a:gd name="T17" fmla="*/ 0 h 113"/>
                <a:gd name="T18" fmla="*/ 0 w 57"/>
                <a:gd name="T19" fmla="*/ 0 h 113"/>
                <a:gd name="T20" fmla="*/ 0 w 57"/>
                <a:gd name="T21" fmla="*/ 0 h 113"/>
                <a:gd name="T22" fmla="*/ 0 w 57"/>
                <a:gd name="T23" fmla="*/ 0 h 113"/>
                <a:gd name="T24" fmla="*/ 0 w 57"/>
                <a:gd name="T25" fmla="*/ 0 h 113"/>
                <a:gd name="T26" fmla="*/ 0 w 57"/>
                <a:gd name="T27" fmla="*/ 0 h 113"/>
                <a:gd name="T28" fmla="*/ 0 w 57"/>
                <a:gd name="T29" fmla="*/ 0 h 113"/>
                <a:gd name="T30" fmla="*/ 0 w 57"/>
                <a:gd name="T31" fmla="*/ 0 h 113"/>
                <a:gd name="T32" fmla="*/ 0 w 57"/>
                <a:gd name="T33" fmla="*/ 0 h 113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w 57"/>
                <a:gd name="T52" fmla="*/ 0 h 113"/>
                <a:gd name="T53" fmla="*/ 57 w 57"/>
                <a:gd name="T54" fmla="*/ 113 h 113"/>
              </a:gdLst>
              <a:ahLst/>
              <a:cxnLst>
                <a:cxn ang="T34">
                  <a:pos x="T0" y="T1"/>
                </a:cxn>
                <a:cxn ang="T35">
                  <a:pos x="T2" y="T3"/>
                </a:cxn>
                <a:cxn ang="T36">
                  <a:pos x="T4" y="T5"/>
                </a:cxn>
                <a:cxn ang="T37">
                  <a:pos x="T6" y="T7"/>
                </a:cxn>
                <a:cxn ang="T38">
                  <a:pos x="T8" y="T9"/>
                </a:cxn>
                <a:cxn ang="T39">
                  <a:pos x="T10" y="T11"/>
                </a:cxn>
                <a:cxn ang="T40">
                  <a:pos x="T12" y="T13"/>
                </a:cxn>
                <a:cxn ang="T41">
                  <a:pos x="T14" y="T15"/>
                </a:cxn>
                <a:cxn ang="T42">
                  <a:pos x="T16" y="T17"/>
                </a:cxn>
                <a:cxn ang="T43">
                  <a:pos x="T18" y="T19"/>
                </a:cxn>
                <a:cxn ang="T44">
                  <a:pos x="T20" y="T21"/>
                </a:cxn>
                <a:cxn ang="T45">
                  <a:pos x="T22" y="T23"/>
                </a:cxn>
                <a:cxn ang="T46">
                  <a:pos x="T24" y="T25"/>
                </a:cxn>
                <a:cxn ang="T47">
                  <a:pos x="T26" y="T27"/>
                </a:cxn>
                <a:cxn ang="T48">
                  <a:pos x="T28" y="T29"/>
                </a:cxn>
                <a:cxn ang="T49">
                  <a:pos x="T30" y="T31"/>
                </a:cxn>
                <a:cxn ang="T50">
                  <a:pos x="T32" y="T33"/>
                </a:cxn>
              </a:cxnLst>
              <a:rect l="T51" t="T52" r="T53" b="T54"/>
              <a:pathLst>
                <a:path w="57" h="113">
                  <a:moveTo>
                    <a:pt x="0" y="57"/>
                  </a:moveTo>
                  <a:lnTo>
                    <a:pt x="0" y="0"/>
                  </a:lnTo>
                  <a:lnTo>
                    <a:pt x="12" y="2"/>
                  </a:lnTo>
                  <a:lnTo>
                    <a:pt x="24" y="7"/>
                  </a:lnTo>
                  <a:lnTo>
                    <a:pt x="34" y="14"/>
                  </a:lnTo>
                  <a:lnTo>
                    <a:pt x="43" y="23"/>
                  </a:lnTo>
                  <a:lnTo>
                    <a:pt x="50" y="33"/>
                  </a:lnTo>
                  <a:lnTo>
                    <a:pt x="55" y="45"/>
                  </a:lnTo>
                  <a:lnTo>
                    <a:pt x="57" y="57"/>
                  </a:lnTo>
                  <a:lnTo>
                    <a:pt x="55" y="70"/>
                  </a:lnTo>
                  <a:lnTo>
                    <a:pt x="50" y="82"/>
                  </a:lnTo>
                  <a:lnTo>
                    <a:pt x="43" y="92"/>
                  </a:lnTo>
                  <a:lnTo>
                    <a:pt x="34" y="101"/>
                  </a:lnTo>
                  <a:lnTo>
                    <a:pt x="24" y="108"/>
                  </a:lnTo>
                  <a:lnTo>
                    <a:pt x="12" y="112"/>
                  </a:lnTo>
                  <a:lnTo>
                    <a:pt x="0" y="113"/>
                  </a:lnTo>
                  <a:lnTo>
                    <a:pt x="0" y="57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565" name="Freeform 1344">
              <a:extLst>
                <a:ext uri="{FF2B5EF4-FFF2-40B4-BE49-F238E27FC236}">
                  <a16:creationId xmlns:a16="http://schemas.microsoft.com/office/drawing/2014/main" id="{64AC414B-5523-A0D5-A78E-26321EAF7B16}"/>
                </a:ext>
              </a:extLst>
            </p:cNvPr>
            <p:cNvSpPr>
              <a:spLocks/>
            </p:cNvSpPr>
            <p:nvPr/>
          </p:nvSpPr>
          <p:spPr bwMode="auto">
            <a:xfrm>
              <a:off x="4500" y="2976"/>
              <a:ext cx="8" cy="16"/>
            </a:xfrm>
            <a:custGeom>
              <a:avLst/>
              <a:gdLst>
                <a:gd name="T0" fmla="*/ 0 w 57"/>
                <a:gd name="T1" fmla="*/ 0 h 113"/>
                <a:gd name="T2" fmla="*/ 0 w 57"/>
                <a:gd name="T3" fmla="*/ 0 h 113"/>
                <a:gd name="T4" fmla="*/ 0 w 57"/>
                <a:gd name="T5" fmla="*/ 0 h 113"/>
                <a:gd name="T6" fmla="*/ 0 w 57"/>
                <a:gd name="T7" fmla="*/ 0 h 113"/>
                <a:gd name="T8" fmla="*/ 0 w 57"/>
                <a:gd name="T9" fmla="*/ 0 h 113"/>
                <a:gd name="T10" fmla="*/ 0 w 57"/>
                <a:gd name="T11" fmla="*/ 0 h 113"/>
                <a:gd name="T12" fmla="*/ 0 w 57"/>
                <a:gd name="T13" fmla="*/ 0 h 113"/>
                <a:gd name="T14" fmla="*/ 0 w 57"/>
                <a:gd name="T15" fmla="*/ 0 h 113"/>
                <a:gd name="T16" fmla="*/ 0 w 57"/>
                <a:gd name="T17" fmla="*/ 0 h 113"/>
                <a:gd name="T18" fmla="*/ 0 w 57"/>
                <a:gd name="T19" fmla="*/ 0 h 113"/>
                <a:gd name="T20" fmla="*/ 0 w 57"/>
                <a:gd name="T21" fmla="*/ 0 h 113"/>
                <a:gd name="T22" fmla="*/ 0 w 57"/>
                <a:gd name="T23" fmla="*/ 0 h 113"/>
                <a:gd name="T24" fmla="*/ 0 w 57"/>
                <a:gd name="T25" fmla="*/ 0 h 113"/>
                <a:gd name="T26" fmla="*/ 0 w 57"/>
                <a:gd name="T27" fmla="*/ 0 h 113"/>
                <a:gd name="T28" fmla="*/ 0 w 57"/>
                <a:gd name="T29" fmla="*/ 0 h 113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w 57"/>
                <a:gd name="T46" fmla="*/ 0 h 113"/>
                <a:gd name="T47" fmla="*/ 57 w 57"/>
                <a:gd name="T48" fmla="*/ 113 h 113"/>
              </a:gdLst>
              <a:ahLst/>
              <a:cxnLst>
                <a:cxn ang="T30">
                  <a:pos x="T0" y="T1"/>
                </a:cxn>
                <a:cxn ang="T31">
                  <a:pos x="T2" y="T3"/>
                </a:cxn>
                <a:cxn ang="T32">
                  <a:pos x="T4" y="T5"/>
                </a:cxn>
                <a:cxn ang="T33">
                  <a:pos x="T6" y="T7"/>
                </a:cxn>
                <a:cxn ang="T34">
                  <a:pos x="T8" y="T9"/>
                </a:cxn>
                <a:cxn ang="T35">
                  <a:pos x="T10" y="T11"/>
                </a:cxn>
                <a:cxn ang="T36">
                  <a:pos x="T12" y="T13"/>
                </a:cxn>
                <a:cxn ang="T37">
                  <a:pos x="T14" y="T15"/>
                </a:cxn>
                <a:cxn ang="T38">
                  <a:pos x="T16" y="T17"/>
                </a:cxn>
                <a:cxn ang="T39">
                  <a:pos x="T18" y="T19"/>
                </a:cxn>
                <a:cxn ang="T40">
                  <a:pos x="T20" y="T21"/>
                </a:cxn>
                <a:cxn ang="T41">
                  <a:pos x="T22" y="T23"/>
                </a:cxn>
                <a:cxn ang="T42">
                  <a:pos x="T24" y="T25"/>
                </a:cxn>
                <a:cxn ang="T43">
                  <a:pos x="T26" y="T27"/>
                </a:cxn>
                <a:cxn ang="T44">
                  <a:pos x="T28" y="T29"/>
                </a:cxn>
              </a:cxnLst>
              <a:rect l="T45" t="T46" r="T47" b="T48"/>
              <a:pathLst>
                <a:path w="57" h="113">
                  <a:moveTo>
                    <a:pt x="0" y="0"/>
                  </a:moveTo>
                  <a:lnTo>
                    <a:pt x="12" y="2"/>
                  </a:lnTo>
                  <a:lnTo>
                    <a:pt x="24" y="7"/>
                  </a:lnTo>
                  <a:lnTo>
                    <a:pt x="34" y="14"/>
                  </a:lnTo>
                  <a:lnTo>
                    <a:pt x="43" y="23"/>
                  </a:lnTo>
                  <a:lnTo>
                    <a:pt x="50" y="33"/>
                  </a:lnTo>
                  <a:lnTo>
                    <a:pt x="55" y="45"/>
                  </a:lnTo>
                  <a:lnTo>
                    <a:pt x="57" y="57"/>
                  </a:lnTo>
                  <a:lnTo>
                    <a:pt x="55" y="70"/>
                  </a:lnTo>
                  <a:lnTo>
                    <a:pt x="50" y="82"/>
                  </a:lnTo>
                  <a:lnTo>
                    <a:pt x="43" y="92"/>
                  </a:lnTo>
                  <a:lnTo>
                    <a:pt x="34" y="101"/>
                  </a:lnTo>
                  <a:lnTo>
                    <a:pt x="24" y="108"/>
                  </a:lnTo>
                  <a:lnTo>
                    <a:pt x="12" y="112"/>
                  </a:lnTo>
                  <a:lnTo>
                    <a:pt x="0" y="113"/>
                  </a:lnTo>
                </a:path>
              </a:pathLst>
            </a:custGeom>
            <a:noFill/>
            <a:ln w="0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566" name="Freeform 1345">
              <a:extLst>
                <a:ext uri="{FF2B5EF4-FFF2-40B4-BE49-F238E27FC236}">
                  <a16:creationId xmlns:a16="http://schemas.microsoft.com/office/drawing/2014/main" id="{977E5CF4-6380-D1C7-2F8B-BF55504A552A}"/>
                </a:ext>
              </a:extLst>
            </p:cNvPr>
            <p:cNvSpPr>
              <a:spLocks/>
            </p:cNvSpPr>
            <p:nvPr/>
          </p:nvSpPr>
          <p:spPr bwMode="auto">
            <a:xfrm>
              <a:off x="3900" y="2975"/>
              <a:ext cx="56" cy="18"/>
            </a:xfrm>
            <a:custGeom>
              <a:avLst/>
              <a:gdLst>
                <a:gd name="T0" fmla="*/ 0 w 391"/>
                <a:gd name="T1" fmla="*/ 0 h 130"/>
                <a:gd name="T2" fmla="*/ 0 w 391"/>
                <a:gd name="T3" fmla="*/ 0 h 130"/>
                <a:gd name="T4" fmla="*/ 0 w 391"/>
                <a:gd name="T5" fmla="*/ 0 h 130"/>
                <a:gd name="T6" fmla="*/ 0 w 391"/>
                <a:gd name="T7" fmla="*/ 0 h 130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391"/>
                <a:gd name="T13" fmla="*/ 0 h 130"/>
                <a:gd name="T14" fmla="*/ 391 w 391"/>
                <a:gd name="T15" fmla="*/ 130 h 13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391" h="130">
                  <a:moveTo>
                    <a:pt x="0" y="0"/>
                  </a:moveTo>
                  <a:lnTo>
                    <a:pt x="0" y="130"/>
                  </a:lnTo>
                  <a:lnTo>
                    <a:pt x="391" y="6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567" name="Freeform 1346">
              <a:extLst>
                <a:ext uri="{FF2B5EF4-FFF2-40B4-BE49-F238E27FC236}">
                  <a16:creationId xmlns:a16="http://schemas.microsoft.com/office/drawing/2014/main" id="{07F09C49-2B47-410D-9509-C36FD18FC170}"/>
                </a:ext>
              </a:extLst>
            </p:cNvPr>
            <p:cNvSpPr>
              <a:spLocks/>
            </p:cNvSpPr>
            <p:nvPr/>
          </p:nvSpPr>
          <p:spPr bwMode="auto">
            <a:xfrm>
              <a:off x="3900" y="2975"/>
              <a:ext cx="56" cy="18"/>
            </a:xfrm>
            <a:custGeom>
              <a:avLst/>
              <a:gdLst>
                <a:gd name="T0" fmla="*/ 0 w 391"/>
                <a:gd name="T1" fmla="*/ 0 h 130"/>
                <a:gd name="T2" fmla="*/ 0 w 391"/>
                <a:gd name="T3" fmla="*/ 0 h 130"/>
                <a:gd name="T4" fmla="*/ 0 w 391"/>
                <a:gd name="T5" fmla="*/ 0 h 130"/>
                <a:gd name="T6" fmla="*/ 0 w 391"/>
                <a:gd name="T7" fmla="*/ 0 h 130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391"/>
                <a:gd name="T13" fmla="*/ 0 h 130"/>
                <a:gd name="T14" fmla="*/ 391 w 391"/>
                <a:gd name="T15" fmla="*/ 130 h 13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391" h="130">
                  <a:moveTo>
                    <a:pt x="0" y="0"/>
                  </a:moveTo>
                  <a:lnTo>
                    <a:pt x="0" y="130"/>
                  </a:lnTo>
                  <a:lnTo>
                    <a:pt x="391" y="65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solidFill>
                <a:srgbClr val="0000FF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568" name="Freeform 1347">
              <a:extLst>
                <a:ext uri="{FF2B5EF4-FFF2-40B4-BE49-F238E27FC236}">
                  <a16:creationId xmlns:a16="http://schemas.microsoft.com/office/drawing/2014/main" id="{55E37817-C7BC-8F0B-13CA-62ED0BC0E4C1}"/>
                </a:ext>
              </a:extLst>
            </p:cNvPr>
            <p:cNvSpPr>
              <a:spLocks/>
            </p:cNvSpPr>
            <p:nvPr/>
          </p:nvSpPr>
          <p:spPr bwMode="auto">
            <a:xfrm>
              <a:off x="3900" y="3116"/>
              <a:ext cx="56" cy="18"/>
            </a:xfrm>
            <a:custGeom>
              <a:avLst/>
              <a:gdLst>
                <a:gd name="T0" fmla="*/ 0 w 391"/>
                <a:gd name="T1" fmla="*/ 0 h 130"/>
                <a:gd name="T2" fmla="*/ 0 w 391"/>
                <a:gd name="T3" fmla="*/ 0 h 130"/>
                <a:gd name="T4" fmla="*/ 0 w 391"/>
                <a:gd name="T5" fmla="*/ 0 h 130"/>
                <a:gd name="T6" fmla="*/ 0 w 391"/>
                <a:gd name="T7" fmla="*/ 0 h 130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391"/>
                <a:gd name="T13" fmla="*/ 0 h 130"/>
                <a:gd name="T14" fmla="*/ 391 w 391"/>
                <a:gd name="T15" fmla="*/ 130 h 13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391" h="130">
                  <a:moveTo>
                    <a:pt x="0" y="0"/>
                  </a:moveTo>
                  <a:lnTo>
                    <a:pt x="0" y="130"/>
                  </a:lnTo>
                  <a:lnTo>
                    <a:pt x="391" y="6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569" name="Freeform 1348">
              <a:extLst>
                <a:ext uri="{FF2B5EF4-FFF2-40B4-BE49-F238E27FC236}">
                  <a16:creationId xmlns:a16="http://schemas.microsoft.com/office/drawing/2014/main" id="{F1E49124-D3C4-F47A-1A12-9E63149964B2}"/>
                </a:ext>
              </a:extLst>
            </p:cNvPr>
            <p:cNvSpPr>
              <a:spLocks/>
            </p:cNvSpPr>
            <p:nvPr/>
          </p:nvSpPr>
          <p:spPr bwMode="auto">
            <a:xfrm>
              <a:off x="3900" y="3116"/>
              <a:ext cx="56" cy="18"/>
            </a:xfrm>
            <a:custGeom>
              <a:avLst/>
              <a:gdLst>
                <a:gd name="T0" fmla="*/ 0 w 391"/>
                <a:gd name="T1" fmla="*/ 0 h 130"/>
                <a:gd name="T2" fmla="*/ 0 w 391"/>
                <a:gd name="T3" fmla="*/ 0 h 130"/>
                <a:gd name="T4" fmla="*/ 0 w 391"/>
                <a:gd name="T5" fmla="*/ 0 h 130"/>
                <a:gd name="T6" fmla="*/ 0 w 391"/>
                <a:gd name="T7" fmla="*/ 0 h 130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391"/>
                <a:gd name="T13" fmla="*/ 0 h 130"/>
                <a:gd name="T14" fmla="*/ 391 w 391"/>
                <a:gd name="T15" fmla="*/ 130 h 13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391" h="130">
                  <a:moveTo>
                    <a:pt x="0" y="0"/>
                  </a:moveTo>
                  <a:lnTo>
                    <a:pt x="0" y="130"/>
                  </a:lnTo>
                  <a:lnTo>
                    <a:pt x="391" y="65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solidFill>
                <a:srgbClr val="0000FF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570" name="Freeform 1349">
              <a:extLst>
                <a:ext uri="{FF2B5EF4-FFF2-40B4-BE49-F238E27FC236}">
                  <a16:creationId xmlns:a16="http://schemas.microsoft.com/office/drawing/2014/main" id="{D9336812-B18B-FA88-AEB6-BCE8158A71EC}"/>
                </a:ext>
              </a:extLst>
            </p:cNvPr>
            <p:cNvSpPr>
              <a:spLocks/>
            </p:cNvSpPr>
            <p:nvPr/>
          </p:nvSpPr>
          <p:spPr bwMode="auto">
            <a:xfrm>
              <a:off x="3900" y="3231"/>
              <a:ext cx="56" cy="19"/>
            </a:xfrm>
            <a:custGeom>
              <a:avLst/>
              <a:gdLst>
                <a:gd name="T0" fmla="*/ 0 w 391"/>
                <a:gd name="T1" fmla="*/ 0 h 130"/>
                <a:gd name="T2" fmla="*/ 0 w 391"/>
                <a:gd name="T3" fmla="*/ 0 h 130"/>
                <a:gd name="T4" fmla="*/ 0 w 391"/>
                <a:gd name="T5" fmla="*/ 0 h 130"/>
                <a:gd name="T6" fmla="*/ 0 w 391"/>
                <a:gd name="T7" fmla="*/ 0 h 130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391"/>
                <a:gd name="T13" fmla="*/ 0 h 130"/>
                <a:gd name="T14" fmla="*/ 391 w 391"/>
                <a:gd name="T15" fmla="*/ 130 h 13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391" h="130">
                  <a:moveTo>
                    <a:pt x="0" y="0"/>
                  </a:moveTo>
                  <a:lnTo>
                    <a:pt x="0" y="130"/>
                  </a:lnTo>
                  <a:lnTo>
                    <a:pt x="391" y="6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571" name="Freeform 1350">
              <a:extLst>
                <a:ext uri="{FF2B5EF4-FFF2-40B4-BE49-F238E27FC236}">
                  <a16:creationId xmlns:a16="http://schemas.microsoft.com/office/drawing/2014/main" id="{7166E656-F660-FE8D-8583-EE6E13103F31}"/>
                </a:ext>
              </a:extLst>
            </p:cNvPr>
            <p:cNvSpPr>
              <a:spLocks/>
            </p:cNvSpPr>
            <p:nvPr/>
          </p:nvSpPr>
          <p:spPr bwMode="auto">
            <a:xfrm>
              <a:off x="3900" y="3231"/>
              <a:ext cx="56" cy="19"/>
            </a:xfrm>
            <a:custGeom>
              <a:avLst/>
              <a:gdLst>
                <a:gd name="T0" fmla="*/ 0 w 391"/>
                <a:gd name="T1" fmla="*/ 0 h 130"/>
                <a:gd name="T2" fmla="*/ 0 w 391"/>
                <a:gd name="T3" fmla="*/ 0 h 130"/>
                <a:gd name="T4" fmla="*/ 0 w 391"/>
                <a:gd name="T5" fmla="*/ 0 h 130"/>
                <a:gd name="T6" fmla="*/ 0 w 391"/>
                <a:gd name="T7" fmla="*/ 0 h 130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391"/>
                <a:gd name="T13" fmla="*/ 0 h 130"/>
                <a:gd name="T14" fmla="*/ 391 w 391"/>
                <a:gd name="T15" fmla="*/ 130 h 13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391" h="130">
                  <a:moveTo>
                    <a:pt x="0" y="0"/>
                  </a:moveTo>
                  <a:lnTo>
                    <a:pt x="0" y="130"/>
                  </a:lnTo>
                  <a:lnTo>
                    <a:pt x="391" y="65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solidFill>
                <a:srgbClr val="0000FF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572" name="Freeform 1351">
              <a:extLst>
                <a:ext uri="{FF2B5EF4-FFF2-40B4-BE49-F238E27FC236}">
                  <a16:creationId xmlns:a16="http://schemas.microsoft.com/office/drawing/2014/main" id="{C2696D97-C4CE-DA9A-A950-6221DCC63C8E}"/>
                </a:ext>
              </a:extLst>
            </p:cNvPr>
            <p:cNvSpPr>
              <a:spLocks/>
            </p:cNvSpPr>
            <p:nvPr/>
          </p:nvSpPr>
          <p:spPr bwMode="auto">
            <a:xfrm>
              <a:off x="3900" y="3499"/>
              <a:ext cx="56" cy="19"/>
            </a:xfrm>
            <a:custGeom>
              <a:avLst/>
              <a:gdLst>
                <a:gd name="T0" fmla="*/ 0 w 391"/>
                <a:gd name="T1" fmla="*/ 0 h 130"/>
                <a:gd name="T2" fmla="*/ 0 w 391"/>
                <a:gd name="T3" fmla="*/ 0 h 130"/>
                <a:gd name="T4" fmla="*/ 0 w 391"/>
                <a:gd name="T5" fmla="*/ 0 h 130"/>
                <a:gd name="T6" fmla="*/ 0 w 391"/>
                <a:gd name="T7" fmla="*/ 0 h 130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391"/>
                <a:gd name="T13" fmla="*/ 0 h 130"/>
                <a:gd name="T14" fmla="*/ 391 w 391"/>
                <a:gd name="T15" fmla="*/ 130 h 13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391" h="130">
                  <a:moveTo>
                    <a:pt x="0" y="0"/>
                  </a:moveTo>
                  <a:lnTo>
                    <a:pt x="0" y="130"/>
                  </a:lnTo>
                  <a:lnTo>
                    <a:pt x="391" y="6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573" name="Freeform 1352">
              <a:extLst>
                <a:ext uri="{FF2B5EF4-FFF2-40B4-BE49-F238E27FC236}">
                  <a16:creationId xmlns:a16="http://schemas.microsoft.com/office/drawing/2014/main" id="{55C37E55-1776-1112-CFA8-7FA2FC31C362}"/>
                </a:ext>
              </a:extLst>
            </p:cNvPr>
            <p:cNvSpPr>
              <a:spLocks/>
            </p:cNvSpPr>
            <p:nvPr/>
          </p:nvSpPr>
          <p:spPr bwMode="auto">
            <a:xfrm>
              <a:off x="3900" y="3499"/>
              <a:ext cx="56" cy="19"/>
            </a:xfrm>
            <a:custGeom>
              <a:avLst/>
              <a:gdLst>
                <a:gd name="T0" fmla="*/ 0 w 391"/>
                <a:gd name="T1" fmla="*/ 0 h 130"/>
                <a:gd name="T2" fmla="*/ 0 w 391"/>
                <a:gd name="T3" fmla="*/ 0 h 130"/>
                <a:gd name="T4" fmla="*/ 0 w 391"/>
                <a:gd name="T5" fmla="*/ 0 h 130"/>
                <a:gd name="T6" fmla="*/ 0 w 391"/>
                <a:gd name="T7" fmla="*/ 0 h 130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391"/>
                <a:gd name="T13" fmla="*/ 0 h 130"/>
                <a:gd name="T14" fmla="*/ 391 w 391"/>
                <a:gd name="T15" fmla="*/ 130 h 13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391" h="130">
                  <a:moveTo>
                    <a:pt x="0" y="0"/>
                  </a:moveTo>
                  <a:lnTo>
                    <a:pt x="0" y="130"/>
                  </a:lnTo>
                  <a:lnTo>
                    <a:pt x="391" y="65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solidFill>
                <a:srgbClr val="0000FF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574" name="Freeform 1353">
              <a:extLst>
                <a:ext uri="{FF2B5EF4-FFF2-40B4-BE49-F238E27FC236}">
                  <a16:creationId xmlns:a16="http://schemas.microsoft.com/office/drawing/2014/main" id="{64F85F7A-B20A-1C73-D8CF-C200F0134591}"/>
                </a:ext>
              </a:extLst>
            </p:cNvPr>
            <p:cNvSpPr>
              <a:spLocks/>
            </p:cNvSpPr>
            <p:nvPr/>
          </p:nvSpPr>
          <p:spPr bwMode="auto">
            <a:xfrm>
              <a:off x="3900" y="3615"/>
              <a:ext cx="56" cy="19"/>
            </a:xfrm>
            <a:custGeom>
              <a:avLst/>
              <a:gdLst>
                <a:gd name="T0" fmla="*/ 0 w 391"/>
                <a:gd name="T1" fmla="*/ 0 h 131"/>
                <a:gd name="T2" fmla="*/ 0 w 391"/>
                <a:gd name="T3" fmla="*/ 0 h 131"/>
                <a:gd name="T4" fmla="*/ 0 w 391"/>
                <a:gd name="T5" fmla="*/ 0 h 131"/>
                <a:gd name="T6" fmla="*/ 0 w 391"/>
                <a:gd name="T7" fmla="*/ 0 h 131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391"/>
                <a:gd name="T13" fmla="*/ 0 h 131"/>
                <a:gd name="T14" fmla="*/ 391 w 391"/>
                <a:gd name="T15" fmla="*/ 131 h 131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391" h="131">
                  <a:moveTo>
                    <a:pt x="0" y="0"/>
                  </a:moveTo>
                  <a:lnTo>
                    <a:pt x="0" y="131"/>
                  </a:lnTo>
                  <a:lnTo>
                    <a:pt x="391" y="6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575" name="Freeform 1354">
              <a:extLst>
                <a:ext uri="{FF2B5EF4-FFF2-40B4-BE49-F238E27FC236}">
                  <a16:creationId xmlns:a16="http://schemas.microsoft.com/office/drawing/2014/main" id="{79DEF932-864B-CDB6-E641-FF3E586ED43B}"/>
                </a:ext>
              </a:extLst>
            </p:cNvPr>
            <p:cNvSpPr>
              <a:spLocks/>
            </p:cNvSpPr>
            <p:nvPr/>
          </p:nvSpPr>
          <p:spPr bwMode="auto">
            <a:xfrm>
              <a:off x="3900" y="3615"/>
              <a:ext cx="56" cy="19"/>
            </a:xfrm>
            <a:custGeom>
              <a:avLst/>
              <a:gdLst>
                <a:gd name="T0" fmla="*/ 0 w 391"/>
                <a:gd name="T1" fmla="*/ 0 h 131"/>
                <a:gd name="T2" fmla="*/ 0 w 391"/>
                <a:gd name="T3" fmla="*/ 0 h 131"/>
                <a:gd name="T4" fmla="*/ 0 w 391"/>
                <a:gd name="T5" fmla="*/ 0 h 131"/>
                <a:gd name="T6" fmla="*/ 0 w 391"/>
                <a:gd name="T7" fmla="*/ 0 h 131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391"/>
                <a:gd name="T13" fmla="*/ 0 h 131"/>
                <a:gd name="T14" fmla="*/ 391 w 391"/>
                <a:gd name="T15" fmla="*/ 131 h 131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391" h="131">
                  <a:moveTo>
                    <a:pt x="0" y="0"/>
                  </a:moveTo>
                  <a:lnTo>
                    <a:pt x="0" y="131"/>
                  </a:lnTo>
                  <a:lnTo>
                    <a:pt x="391" y="65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solidFill>
                <a:srgbClr val="0000FF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3249204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3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6" dur="500"/>
                                        <p:tgtEl>
                                          <p:spTgt spid="3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500"/>
                            </p:stCondLst>
                            <p:childTnLst>
                              <p:par>
                                <p:cTn id="23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5" dur="500"/>
                                        <p:tgtEl>
                                          <p:spTgt spid="2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1000"/>
                            </p:stCondLst>
                            <p:childTnLst>
                              <p:par>
                                <p:cTn id="2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4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4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500"/>
                            </p:stCondLst>
                            <p:childTnLst>
                              <p:par>
                                <p:cTn id="36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8" dur="500"/>
                                        <p:tgtEl>
                                          <p:spTgt spid="2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1000"/>
                            </p:stCondLst>
                            <p:childTnLst>
                              <p:par>
                                <p:cTn id="40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4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4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500"/>
                            </p:stCondLst>
                            <p:childTnLst>
                              <p:par>
                                <p:cTn id="49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1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1000"/>
                            </p:stCondLst>
                            <p:childTnLst>
                              <p:par>
                                <p:cTn id="5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5" dur="500"/>
                                        <p:tgtEl>
                                          <p:spTgt spid="4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0" dur="500"/>
                                        <p:tgtEl>
                                          <p:spTgt spid="4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70" grpId="0"/>
      <p:bldP spid="493" grpId="0"/>
      <p:bldP spid="494" grpId="0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" name="Picture 2">
            <a:extLst>
              <a:ext uri="{FF2B5EF4-FFF2-40B4-BE49-F238E27FC236}">
                <a16:creationId xmlns:a16="http://schemas.microsoft.com/office/drawing/2014/main" id="{1E400EBA-C75A-408E-37D5-81A27EF581F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54307" y="9328923"/>
            <a:ext cx="4960246" cy="31032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0" name="Picture 79" descr="sj">
            <a:extLst>
              <a:ext uri="{FF2B5EF4-FFF2-40B4-BE49-F238E27FC236}">
                <a16:creationId xmlns:a16="http://schemas.microsoft.com/office/drawing/2014/main" id="{77C831E6-FB37-E7F0-9803-C83740E3B50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54306" y="7016427"/>
            <a:ext cx="4334720" cy="231152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标题 1">
            <a:extLst>
              <a:ext uri="{FF2B5EF4-FFF2-40B4-BE49-F238E27FC236}">
                <a16:creationId xmlns:a16="http://schemas.microsoft.com/office/drawing/2014/main" id="{5A462F37-8088-65B5-84E0-BA55257BE0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组合体读图</a:t>
            </a:r>
            <a:r>
              <a:rPr lang="en-US" altLang="zh-CN" dirty="0"/>
              <a:t>——</a:t>
            </a:r>
            <a:r>
              <a:rPr lang="zh-CN" altLang="en-US" dirty="0"/>
              <a:t>形体分析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9317EE35-35A9-BDD8-9C4F-08291ADB8E9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将整体按轮廓线构成的线框分割成基本平面图形，在其他视图中找对应图形，想象基本立体，最后堆积形成整体。</a:t>
            </a:r>
          </a:p>
        </p:txBody>
      </p:sp>
      <p:grpSp>
        <p:nvGrpSpPr>
          <p:cNvPr id="8" name="Group 260">
            <a:extLst>
              <a:ext uri="{FF2B5EF4-FFF2-40B4-BE49-F238E27FC236}">
                <a16:creationId xmlns:a16="http://schemas.microsoft.com/office/drawing/2014/main" id="{C701D1FA-1CD6-40AA-E702-6A6BCE915195}"/>
              </a:ext>
            </a:extLst>
          </p:cNvPr>
          <p:cNvGrpSpPr>
            <a:grpSpLocks/>
          </p:cNvGrpSpPr>
          <p:nvPr/>
        </p:nvGrpSpPr>
        <p:grpSpPr bwMode="auto">
          <a:xfrm>
            <a:off x="2200209" y="5119653"/>
            <a:ext cx="4331218" cy="6972818"/>
            <a:chOff x="2276" y="676"/>
            <a:chExt cx="1100" cy="1680"/>
          </a:xfrm>
        </p:grpSpPr>
        <p:grpSp>
          <p:nvGrpSpPr>
            <p:cNvPr id="9" name="Group 261">
              <a:extLst>
                <a:ext uri="{FF2B5EF4-FFF2-40B4-BE49-F238E27FC236}">
                  <a16:creationId xmlns:a16="http://schemas.microsoft.com/office/drawing/2014/main" id="{7D8574D1-0347-B845-A7C1-A03CDEA8AD8F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276" y="676"/>
              <a:ext cx="1100" cy="746"/>
              <a:chOff x="1429" y="732"/>
              <a:chExt cx="1100" cy="746"/>
            </a:xfrm>
          </p:grpSpPr>
          <p:grpSp>
            <p:nvGrpSpPr>
              <p:cNvPr id="31" name="Group 262">
                <a:extLst>
                  <a:ext uri="{FF2B5EF4-FFF2-40B4-BE49-F238E27FC236}">
                    <a16:creationId xmlns:a16="http://schemas.microsoft.com/office/drawing/2014/main" id="{8584EFE6-565E-424C-BF99-C533F35218D2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429" y="732"/>
                <a:ext cx="1100" cy="746"/>
                <a:chOff x="1429" y="732"/>
                <a:chExt cx="1100" cy="746"/>
              </a:xfrm>
            </p:grpSpPr>
            <p:sp>
              <p:nvSpPr>
                <p:cNvPr id="36" name="Rectangle 263">
                  <a:extLst>
                    <a:ext uri="{FF2B5EF4-FFF2-40B4-BE49-F238E27FC236}">
                      <a16:creationId xmlns:a16="http://schemas.microsoft.com/office/drawing/2014/main" id="{60A15AA5-67FE-CCA9-8DE0-8BCA2C39F5DD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429" y="1190"/>
                  <a:ext cx="1099" cy="229"/>
                </a:xfrm>
                <a:prstGeom prst="rect">
                  <a:avLst/>
                </a:prstGeom>
                <a:noFill/>
                <a:ln w="28575">
                  <a:solidFill>
                    <a:schemeClr val="tx1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/>
                <a:p>
                  <a:pPr algn="l" defTabSz="1828800" hangingPunct="1"/>
                  <a:endParaRPr lang="zh-CN" altLang="en-US" sz="3600" b="0" kern="1200">
                    <a:solidFill>
                      <a:prstClr val="black"/>
                    </a:solidFill>
                    <a:latin typeface="等线" panose="020F0502020204030204"/>
                    <a:ea typeface="等线" panose="02010600030101010101" pitchFamily="2" charset="-122"/>
                    <a:cs typeface="+mn-cs"/>
                  </a:endParaRPr>
                </a:p>
              </p:txBody>
            </p:sp>
            <p:sp>
              <p:nvSpPr>
                <p:cNvPr id="37" name="Line 264">
                  <a:extLst>
                    <a:ext uri="{FF2B5EF4-FFF2-40B4-BE49-F238E27FC236}">
                      <a16:creationId xmlns:a16="http://schemas.microsoft.com/office/drawing/2014/main" id="{56CC2BCB-5D23-EE68-318E-9F91878DA201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2353" y="1134"/>
                  <a:ext cx="0" cy="344"/>
                </a:xfrm>
                <a:prstGeom prst="line">
                  <a:avLst/>
                </a:prstGeom>
                <a:noFill/>
                <a:ln w="1270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algn="l" defTabSz="1828800" hangingPunct="1"/>
                  <a:endParaRPr lang="zh-CN" altLang="en-US" sz="3600" b="0" kern="1200">
                    <a:solidFill>
                      <a:prstClr val="black"/>
                    </a:solidFill>
                    <a:latin typeface="等线" panose="020F0502020204030204"/>
                    <a:ea typeface="等线" panose="02010600030101010101" pitchFamily="2" charset="-122"/>
                    <a:cs typeface="+mn-cs"/>
                  </a:endParaRPr>
                </a:p>
              </p:txBody>
            </p:sp>
            <p:sp>
              <p:nvSpPr>
                <p:cNvPr id="38" name="Line 265">
                  <a:extLst>
                    <a:ext uri="{FF2B5EF4-FFF2-40B4-BE49-F238E27FC236}">
                      <a16:creationId xmlns:a16="http://schemas.microsoft.com/office/drawing/2014/main" id="{7C783DC5-65D7-A68F-21E0-0CB573734147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2439" y="1191"/>
                  <a:ext cx="0" cy="229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prstDash val="lgDash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algn="l" defTabSz="1828800" hangingPunct="1"/>
                  <a:endParaRPr lang="zh-CN" altLang="en-US" sz="3600" b="0" kern="1200">
                    <a:solidFill>
                      <a:prstClr val="black"/>
                    </a:solidFill>
                    <a:latin typeface="等线" panose="020F0502020204030204"/>
                    <a:ea typeface="等线" panose="02010600030101010101" pitchFamily="2" charset="-122"/>
                    <a:cs typeface="+mn-cs"/>
                  </a:endParaRPr>
                </a:p>
              </p:txBody>
            </p:sp>
            <p:sp>
              <p:nvSpPr>
                <p:cNvPr id="39" name="Line 266">
                  <a:extLst>
                    <a:ext uri="{FF2B5EF4-FFF2-40B4-BE49-F238E27FC236}">
                      <a16:creationId xmlns:a16="http://schemas.microsoft.com/office/drawing/2014/main" id="{9501D694-B9CB-FCC6-4EA7-DBBE6B8B4CA4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2267" y="1191"/>
                  <a:ext cx="0" cy="229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prstDash val="lgDash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algn="l" defTabSz="1828800" hangingPunct="1"/>
                  <a:endParaRPr lang="zh-CN" altLang="en-US" sz="3600" b="0" kern="1200">
                    <a:solidFill>
                      <a:prstClr val="black"/>
                    </a:solidFill>
                    <a:latin typeface="等线" panose="020F0502020204030204"/>
                    <a:ea typeface="等线" panose="02010600030101010101" pitchFamily="2" charset="-122"/>
                    <a:cs typeface="+mn-cs"/>
                  </a:endParaRPr>
                </a:p>
              </p:txBody>
            </p:sp>
            <p:sp>
              <p:nvSpPr>
                <p:cNvPr id="40" name="Line 267">
                  <a:extLst>
                    <a:ext uri="{FF2B5EF4-FFF2-40B4-BE49-F238E27FC236}">
                      <a16:creationId xmlns:a16="http://schemas.microsoft.com/office/drawing/2014/main" id="{36624E1B-E4C7-BD45-6922-80FC0D46452B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1693" y="1191"/>
                  <a:ext cx="0" cy="229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prstDash val="lgDash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algn="l" defTabSz="1828800" hangingPunct="1"/>
                  <a:endParaRPr lang="zh-CN" altLang="en-US" sz="3600" b="0" kern="1200">
                    <a:solidFill>
                      <a:prstClr val="black"/>
                    </a:solidFill>
                    <a:latin typeface="等线" panose="020F0502020204030204"/>
                    <a:ea typeface="等线" panose="02010600030101010101" pitchFamily="2" charset="-122"/>
                    <a:cs typeface="+mn-cs"/>
                  </a:endParaRPr>
                </a:p>
              </p:txBody>
            </p:sp>
            <p:sp>
              <p:nvSpPr>
                <p:cNvPr id="41" name="Line 268">
                  <a:extLst>
                    <a:ext uri="{FF2B5EF4-FFF2-40B4-BE49-F238E27FC236}">
                      <a16:creationId xmlns:a16="http://schemas.microsoft.com/office/drawing/2014/main" id="{D4542D31-43FF-5A81-B44D-0895C772A868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1521" y="1191"/>
                  <a:ext cx="0" cy="229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prstDash val="lgDash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algn="l" defTabSz="1828800" hangingPunct="1"/>
                  <a:endParaRPr lang="zh-CN" altLang="en-US" sz="3600" b="0" kern="1200">
                    <a:solidFill>
                      <a:prstClr val="black"/>
                    </a:solidFill>
                    <a:latin typeface="等线" panose="020F0502020204030204"/>
                    <a:ea typeface="等线" panose="02010600030101010101" pitchFamily="2" charset="-122"/>
                    <a:cs typeface="+mn-cs"/>
                  </a:endParaRPr>
                </a:p>
              </p:txBody>
            </p:sp>
            <p:sp>
              <p:nvSpPr>
                <p:cNvPr id="42" name="Line 269">
                  <a:extLst>
                    <a:ext uri="{FF2B5EF4-FFF2-40B4-BE49-F238E27FC236}">
                      <a16:creationId xmlns:a16="http://schemas.microsoft.com/office/drawing/2014/main" id="{4D02D9BA-A3B1-D3D9-3944-DB7EDA5EB347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1607" y="1134"/>
                  <a:ext cx="0" cy="344"/>
                </a:xfrm>
                <a:prstGeom prst="line">
                  <a:avLst/>
                </a:prstGeom>
                <a:noFill/>
                <a:ln w="1270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algn="l" defTabSz="1828800" hangingPunct="1"/>
                  <a:endParaRPr lang="zh-CN" altLang="en-US" sz="3600" b="0" kern="1200">
                    <a:solidFill>
                      <a:prstClr val="black"/>
                    </a:solidFill>
                    <a:latin typeface="等线" panose="020F0502020204030204"/>
                    <a:ea typeface="等线" panose="02010600030101010101" pitchFamily="2" charset="-122"/>
                    <a:cs typeface="+mn-cs"/>
                  </a:endParaRPr>
                </a:p>
              </p:txBody>
            </p:sp>
            <p:sp>
              <p:nvSpPr>
                <p:cNvPr id="43" name="Freeform 270">
                  <a:extLst>
                    <a:ext uri="{FF2B5EF4-FFF2-40B4-BE49-F238E27FC236}">
                      <a16:creationId xmlns:a16="http://schemas.microsoft.com/office/drawing/2014/main" id="{F068A852-A636-DC1D-026D-F422721811C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298" y="786"/>
                  <a:ext cx="231" cy="405"/>
                </a:xfrm>
                <a:custGeom>
                  <a:avLst/>
                  <a:gdLst>
                    <a:gd name="T0" fmla="*/ 0 w 231"/>
                    <a:gd name="T1" fmla="*/ 390 h 408"/>
                    <a:gd name="T2" fmla="*/ 231 w 231"/>
                    <a:gd name="T3" fmla="*/ 390 h 408"/>
                    <a:gd name="T4" fmla="*/ 0 w 231"/>
                    <a:gd name="T5" fmla="*/ 0 h 408"/>
                    <a:gd name="T6" fmla="*/ 0 w 231"/>
                    <a:gd name="T7" fmla="*/ 390 h 408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231"/>
                    <a:gd name="T13" fmla="*/ 0 h 408"/>
                    <a:gd name="T14" fmla="*/ 231 w 231"/>
                    <a:gd name="T15" fmla="*/ 408 h 408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231" h="408">
                      <a:moveTo>
                        <a:pt x="0" y="408"/>
                      </a:moveTo>
                      <a:lnTo>
                        <a:pt x="231" y="408"/>
                      </a:lnTo>
                      <a:lnTo>
                        <a:pt x="0" y="0"/>
                      </a:lnTo>
                      <a:lnTo>
                        <a:pt x="0" y="408"/>
                      </a:lnTo>
                      <a:close/>
                    </a:path>
                  </a:pathLst>
                </a:custGeom>
                <a:noFill/>
                <a:ln w="28575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pPr algn="l" defTabSz="1828800" hangingPunct="1"/>
                  <a:endParaRPr lang="zh-CN" altLang="en-US" sz="3600" b="0" kern="1200">
                    <a:solidFill>
                      <a:prstClr val="black"/>
                    </a:solidFill>
                    <a:latin typeface="等线" panose="020F0502020204030204"/>
                    <a:ea typeface="等线" panose="02010600030101010101" pitchFamily="2" charset="-122"/>
                    <a:cs typeface="+mn-cs"/>
                  </a:endParaRPr>
                </a:p>
              </p:txBody>
            </p:sp>
            <p:grpSp>
              <p:nvGrpSpPr>
                <p:cNvPr id="44" name="Group 271">
                  <a:extLst>
                    <a:ext uri="{FF2B5EF4-FFF2-40B4-BE49-F238E27FC236}">
                      <a16:creationId xmlns:a16="http://schemas.microsoft.com/office/drawing/2014/main" id="{C6A742AA-FF6A-6F9E-E5BD-0B3142BB9C4C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1659" y="783"/>
                  <a:ext cx="636" cy="408"/>
                  <a:chOff x="1659" y="783"/>
                  <a:chExt cx="636" cy="408"/>
                </a:xfrm>
              </p:grpSpPr>
              <p:sp>
                <p:nvSpPr>
                  <p:cNvPr id="55" name="Arc 272">
                    <a:extLst>
                      <a:ext uri="{FF2B5EF4-FFF2-40B4-BE49-F238E27FC236}">
                        <a16:creationId xmlns:a16="http://schemas.microsoft.com/office/drawing/2014/main" id="{0B422B4D-BB36-6D21-7184-9BDE5ADB0542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 flipV="1">
                    <a:off x="1780" y="783"/>
                    <a:ext cx="402" cy="201"/>
                  </a:xfrm>
                  <a:custGeom>
                    <a:avLst/>
                    <a:gdLst>
                      <a:gd name="T0" fmla="*/ 0 w 43198"/>
                      <a:gd name="T1" fmla="*/ 0 h 21600"/>
                      <a:gd name="T2" fmla="*/ 0 w 43198"/>
                      <a:gd name="T3" fmla="*/ 0 h 21600"/>
                      <a:gd name="T4" fmla="*/ 0 w 43198"/>
                      <a:gd name="T5" fmla="*/ 0 h 21600"/>
                      <a:gd name="T6" fmla="*/ 0 60000 65536"/>
                      <a:gd name="T7" fmla="*/ 0 60000 65536"/>
                      <a:gd name="T8" fmla="*/ 0 60000 65536"/>
                      <a:gd name="T9" fmla="*/ 0 w 43198"/>
                      <a:gd name="T10" fmla="*/ 0 h 21600"/>
                      <a:gd name="T11" fmla="*/ 43198 w 43198"/>
                      <a:gd name="T12" fmla="*/ 21600 h 21600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T9" t="T10" r="T11" b="T12"/>
                    <a:pathLst>
                      <a:path w="43198" h="21600" fill="none" extrusionOk="0">
                        <a:moveTo>
                          <a:pt x="0" y="21277"/>
                        </a:moveTo>
                        <a:cubicBezTo>
                          <a:pt x="176" y="9474"/>
                          <a:pt x="9794" y="-1"/>
                          <a:pt x="21598" y="0"/>
                        </a:cubicBezTo>
                        <a:cubicBezTo>
                          <a:pt x="33527" y="0"/>
                          <a:pt x="43198" y="9670"/>
                          <a:pt x="43198" y="21600"/>
                        </a:cubicBezTo>
                      </a:path>
                      <a:path w="43198" h="21600" stroke="0" extrusionOk="0">
                        <a:moveTo>
                          <a:pt x="0" y="21277"/>
                        </a:moveTo>
                        <a:cubicBezTo>
                          <a:pt x="176" y="9474"/>
                          <a:pt x="9794" y="-1"/>
                          <a:pt x="21598" y="0"/>
                        </a:cubicBezTo>
                        <a:cubicBezTo>
                          <a:pt x="33527" y="0"/>
                          <a:pt x="43198" y="9670"/>
                          <a:pt x="43198" y="21600"/>
                        </a:cubicBezTo>
                        <a:lnTo>
                          <a:pt x="21598" y="21600"/>
                        </a:lnTo>
                        <a:close/>
                      </a:path>
                    </a:pathLst>
                  </a:custGeom>
                  <a:noFill/>
                  <a:ln w="28575">
                    <a:solidFill>
                      <a:schemeClr val="tx1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 wrap="none" anchor="ctr"/>
                  <a:lstStyle/>
                  <a:p>
                    <a:pPr algn="l" defTabSz="1828800" hangingPunct="1"/>
                    <a:endParaRPr lang="zh-CN" altLang="en-US" sz="3600" b="0" kern="1200">
                      <a:solidFill>
                        <a:prstClr val="black"/>
                      </a:solidFill>
                      <a:latin typeface="等线" panose="020F0502020204030204"/>
                      <a:ea typeface="等线" panose="02010600030101010101" pitchFamily="2" charset="-122"/>
                      <a:cs typeface="+mn-cs"/>
                    </a:endParaRPr>
                  </a:p>
                </p:txBody>
              </p:sp>
              <p:sp>
                <p:nvSpPr>
                  <p:cNvPr id="56" name="Freeform 273">
                    <a:extLst>
                      <a:ext uri="{FF2B5EF4-FFF2-40B4-BE49-F238E27FC236}">
                        <a16:creationId xmlns:a16="http://schemas.microsoft.com/office/drawing/2014/main" id="{7B8762B9-4212-694D-B547-7B5C50BFE639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1659" y="786"/>
                    <a:ext cx="636" cy="405"/>
                  </a:xfrm>
                  <a:custGeom>
                    <a:avLst/>
                    <a:gdLst>
                      <a:gd name="T0" fmla="*/ 129 w 636"/>
                      <a:gd name="T1" fmla="*/ 0 h 405"/>
                      <a:gd name="T2" fmla="*/ 0 w 636"/>
                      <a:gd name="T3" fmla="*/ 0 h 405"/>
                      <a:gd name="T4" fmla="*/ 0 w 636"/>
                      <a:gd name="T5" fmla="*/ 405 h 405"/>
                      <a:gd name="T6" fmla="*/ 636 w 636"/>
                      <a:gd name="T7" fmla="*/ 405 h 405"/>
                      <a:gd name="T8" fmla="*/ 636 w 636"/>
                      <a:gd name="T9" fmla="*/ 3 h 405"/>
                      <a:gd name="T10" fmla="*/ 522 w 636"/>
                      <a:gd name="T11" fmla="*/ 3 h 405"/>
                      <a:gd name="T12" fmla="*/ 0 60000 65536"/>
                      <a:gd name="T13" fmla="*/ 0 60000 65536"/>
                      <a:gd name="T14" fmla="*/ 0 60000 65536"/>
                      <a:gd name="T15" fmla="*/ 0 60000 65536"/>
                      <a:gd name="T16" fmla="*/ 0 60000 65536"/>
                      <a:gd name="T17" fmla="*/ 0 60000 65536"/>
                      <a:gd name="T18" fmla="*/ 0 w 636"/>
                      <a:gd name="T19" fmla="*/ 0 h 405"/>
                      <a:gd name="T20" fmla="*/ 636 w 636"/>
                      <a:gd name="T21" fmla="*/ 405 h 405"/>
                    </a:gdLst>
                    <a:ahLst/>
                    <a:cxnLst>
                      <a:cxn ang="T12">
                        <a:pos x="T0" y="T1"/>
                      </a:cxn>
                      <a:cxn ang="T13">
                        <a:pos x="T2" y="T3"/>
                      </a:cxn>
                      <a:cxn ang="T14">
                        <a:pos x="T4" y="T5"/>
                      </a:cxn>
                      <a:cxn ang="T15">
                        <a:pos x="T6" y="T7"/>
                      </a:cxn>
                      <a:cxn ang="T16">
                        <a:pos x="T8" y="T9"/>
                      </a:cxn>
                      <a:cxn ang="T17">
                        <a:pos x="T10" y="T11"/>
                      </a:cxn>
                    </a:cxnLst>
                    <a:rect l="T18" t="T19" r="T20" b="T21"/>
                    <a:pathLst>
                      <a:path w="636" h="405">
                        <a:moveTo>
                          <a:pt x="129" y="0"/>
                        </a:moveTo>
                        <a:lnTo>
                          <a:pt x="0" y="0"/>
                        </a:lnTo>
                        <a:lnTo>
                          <a:pt x="0" y="405"/>
                        </a:lnTo>
                        <a:lnTo>
                          <a:pt x="636" y="405"/>
                        </a:lnTo>
                        <a:lnTo>
                          <a:pt x="636" y="3"/>
                        </a:lnTo>
                        <a:lnTo>
                          <a:pt x="522" y="3"/>
                        </a:lnTo>
                      </a:path>
                    </a:pathLst>
                  </a:custGeom>
                  <a:noFill/>
                  <a:ln w="28575" cmpd="sng">
                    <a:solidFill>
                      <a:schemeClr val="tx1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/>
                  <a:lstStyle/>
                  <a:p>
                    <a:pPr algn="l" defTabSz="1828800" hangingPunct="1"/>
                    <a:endParaRPr lang="zh-CN" altLang="en-US" sz="3600" b="0" kern="1200">
                      <a:solidFill>
                        <a:prstClr val="black"/>
                      </a:solidFill>
                      <a:latin typeface="等线" panose="020F0502020204030204"/>
                      <a:ea typeface="等线" panose="02010600030101010101" pitchFamily="2" charset="-122"/>
                      <a:cs typeface="+mn-cs"/>
                    </a:endParaRPr>
                  </a:p>
                </p:txBody>
              </p:sp>
            </p:grpSp>
            <p:sp>
              <p:nvSpPr>
                <p:cNvPr id="45" name="Freeform 274">
                  <a:extLst>
                    <a:ext uri="{FF2B5EF4-FFF2-40B4-BE49-F238E27FC236}">
                      <a16:creationId xmlns:a16="http://schemas.microsoft.com/office/drawing/2014/main" id="{8493ED78-7B50-C3C1-FABE-F51198F68A6E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 flipH="1">
                  <a:off x="1429" y="784"/>
                  <a:ext cx="231" cy="405"/>
                </a:xfrm>
                <a:custGeom>
                  <a:avLst/>
                  <a:gdLst>
                    <a:gd name="T0" fmla="*/ 0 w 231"/>
                    <a:gd name="T1" fmla="*/ 390 h 408"/>
                    <a:gd name="T2" fmla="*/ 231 w 231"/>
                    <a:gd name="T3" fmla="*/ 390 h 408"/>
                    <a:gd name="T4" fmla="*/ 0 w 231"/>
                    <a:gd name="T5" fmla="*/ 0 h 408"/>
                    <a:gd name="T6" fmla="*/ 0 w 231"/>
                    <a:gd name="T7" fmla="*/ 390 h 408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231"/>
                    <a:gd name="T13" fmla="*/ 0 h 408"/>
                    <a:gd name="T14" fmla="*/ 231 w 231"/>
                    <a:gd name="T15" fmla="*/ 408 h 408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231" h="408">
                      <a:moveTo>
                        <a:pt x="0" y="408"/>
                      </a:moveTo>
                      <a:lnTo>
                        <a:pt x="231" y="408"/>
                      </a:lnTo>
                      <a:lnTo>
                        <a:pt x="0" y="0"/>
                      </a:lnTo>
                      <a:lnTo>
                        <a:pt x="0" y="408"/>
                      </a:lnTo>
                      <a:close/>
                    </a:path>
                  </a:pathLst>
                </a:custGeom>
                <a:noFill/>
                <a:ln w="28575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pPr algn="l" defTabSz="1828800" hangingPunct="1"/>
                  <a:endParaRPr lang="zh-CN" altLang="en-US" sz="3600" b="0" kern="1200">
                    <a:solidFill>
                      <a:prstClr val="black"/>
                    </a:solidFill>
                    <a:latin typeface="等线" panose="020F0502020204030204"/>
                    <a:ea typeface="等线" panose="02010600030101010101" pitchFamily="2" charset="-122"/>
                    <a:cs typeface="+mn-cs"/>
                  </a:endParaRPr>
                </a:p>
              </p:txBody>
            </p:sp>
            <p:sp>
              <p:nvSpPr>
                <p:cNvPr id="46" name="Line 275">
                  <a:extLst>
                    <a:ext uri="{FF2B5EF4-FFF2-40B4-BE49-F238E27FC236}">
                      <a16:creationId xmlns:a16="http://schemas.microsoft.com/office/drawing/2014/main" id="{C7360775-555E-4DE7-CC00-D5C377456D1A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322" y="1278"/>
                  <a:ext cx="57" cy="0"/>
                </a:xfrm>
                <a:prstGeom prst="line">
                  <a:avLst/>
                </a:prstGeom>
                <a:noFill/>
                <a:ln w="28575">
                  <a:solidFill>
                    <a:schemeClr val="bg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pPr algn="l" defTabSz="1828800" hangingPunct="1"/>
                  <a:endParaRPr lang="zh-CN" altLang="en-US" sz="3600" b="0" kern="1200">
                    <a:solidFill>
                      <a:prstClr val="black"/>
                    </a:solidFill>
                    <a:latin typeface="等线" panose="020F0502020204030204"/>
                    <a:ea typeface="等线" panose="02010600030101010101" pitchFamily="2" charset="-122"/>
                    <a:cs typeface="+mn-cs"/>
                  </a:endParaRPr>
                </a:p>
              </p:txBody>
            </p:sp>
            <p:sp>
              <p:nvSpPr>
                <p:cNvPr id="47" name="Line 276">
                  <a:extLst>
                    <a:ext uri="{FF2B5EF4-FFF2-40B4-BE49-F238E27FC236}">
                      <a16:creationId xmlns:a16="http://schemas.microsoft.com/office/drawing/2014/main" id="{96A4FCDC-D4C8-6276-669C-3AEDC129F1A6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332" y="1327"/>
                  <a:ext cx="57" cy="0"/>
                </a:xfrm>
                <a:prstGeom prst="line">
                  <a:avLst/>
                </a:prstGeom>
                <a:noFill/>
                <a:ln w="28575">
                  <a:solidFill>
                    <a:schemeClr val="bg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pPr algn="l" defTabSz="1828800" hangingPunct="1"/>
                  <a:endParaRPr lang="zh-CN" altLang="en-US" sz="3600" b="0" kern="1200">
                    <a:solidFill>
                      <a:prstClr val="black"/>
                    </a:solidFill>
                    <a:latin typeface="等线" panose="020F0502020204030204"/>
                    <a:ea typeface="等线" panose="02010600030101010101" pitchFamily="2" charset="-122"/>
                    <a:cs typeface="+mn-cs"/>
                  </a:endParaRPr>
                </a:p>
              </p:txBody>
            </p:sp>
            <p:sp>
              <p:nvSpPr>
                <p:cNvPr id="48" name="Line 277">
                  <a:extLst>
                    <a:ext uri="{FF2B5EF4-FFF2-40B4-BE49-F238E27FC236}">
                      <a16:creationId xmlns:a16="http://schemas.microsoft.com/office/drawing/2014/main" id="{47B71248-BE08-2700-E6E8-14A3DE45A05A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579" y="1303"/>
                  <a:ext cx="57" cy="0"/>
                </a:xfrm>
                <a:prstGeom prst="line">
                  <a:avLst/>
                </a:prstGeom>
                <a:noFill/>
                <a:ln w="28575">
                  <a:solidFill>
                    <a:schemeClr val="bg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pPr algn="l" defTabSz="1828800" hangingPunct="1"/>
                  <a:endParaRPr lang="zh-CN" altLang="en-US" sz="3600" b="0" kern="1200">
                    <a:solidFill>
                      <a:prstClr val="black"/>
                    </a:solidFill>
                    <a:latin typeface="等线" panose="020F0502020204030204"/>
                    <a:ea typeface="等线" panose="02010600030101010101" pitchFamily="2" charset="-122"/>
                    <a:cs typeface="+mn-cs"/>
                  </a:endParaRPr>
                </a:p>
              </p:txBody>
            </p:sp>
            <p:sp>
              <p:nvSpPr>
                <p:cNvPr id="49" name="Line 278">
                  <a:extLst>
                    <a:ext uri="{FF2B5EF4-FFF2-40B4-BE49-F238E27FC236}">
                      <a16:creationId xmlns:a16="http://schemas.microsoft.com/office/drawing/2014/main" id="{5A7DFC3A-922A-9BA5-20A3-143FA772B446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583" y="1352"/>
                  <a:ext cx="57" cy="0"/>
                </a:xfrm>
                <a:prstGeom prst="line">
                  <a:avLst/>
                </a:prstGeom>
                <a:noFill/>
                <a:ln w="28575">
                  <a:solidFill>
                    <a:schemeClr val="bg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pPr algn="l" defTabSz="1828800" hangingPunct="1"/>
                  <a:endParaRPr lang="zh-CN" altLang="en-US" sz="3600" b="0" kern="1200">
                    <a:solidFill>
                      <a:prstClr val="black"/>
                    </a:solidFill>
                    <a:latin typeface="等线" panose="020F0502020204030204"/>
                    <a:ea typeface="等线" panose="02010600030101010101" pitchFamily="2" charset="-122"/>
                    <a:cs typeface="+mn-cs"/>
                  </a:endParaRPr>
                </a:p>
              </p:txBody>
            </p:sp>
            <p:sp>
              <p:nvSpPr>
                <p:cNvPr id="50" name="Line 279">
                  <a:extLst>
                    <a:ext uri="{FF2B5EF4-FFF2-40B4-BE49-F238E27FC236}">
                      <a16:creationId xmlns:a16="http://schemas.microsoft.com/office/drawing/2014/main" id="{5FFA5946-AF1F-FBAB-4776-3258D19C1755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945" y="1081"/>
                  <a:ext cx="57" cy="0"/>
                </a:xfrm>
                <a:prstGeom prst="line">
                  <a:avLst/>
                </a:prstGeom>
                <a:noFill/>
                <a:ln w="28575">
                  <a:solidFill>
                    <a:schemeClr val="bg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pPr algn="l" defTabSz="1828800" hangingPunct="1"/>
                  <a:endParaRPr lang="zh-CN" altLang="en-US" sz="3600" b="0" kern="1200">
                    <a:solidFill>
                      <a:prstClr val="black"/>
                    </a:solidFill>
                    <a:latin typeface="等线" panose="020F0502020204030204"/>
                    <a:ea typeface="等线" panose="02010600030101010101" pitchFamily="2" charset="-122"/>
                    <a:cs typeface="+mn-cs"/>
                  </a:endParaRPr>
                </a:p>
              </p:txBody>
            </p:sp>
            <p:sp>
              <p:nvSpPr>
                <p:cNvPr id="51" name="Line 280">
                  <a:extLst>
                    <a:ext uri="{FF2B5EF4-FFF2-40B4-BE49-F238E27FC236}">
                      <a16:creationId xmlns:a16="http://schemas.microsoft.com/office/drawing/2014/main" id="{A5B130DC-B6FB-BEF5-667E-EFEB3D482E34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952" y="1130"/>
                  <a:ext cx="57" cy="0"/>
                </a:xfrm>
                <a:prstGeom prst="line">
                  <a:avLst/>
                </a:prstGeom>
                <a:noFill/>
                <a:ln w="28575">
                  <a:solidFill>
                    <a:schemeClr val="bg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pPr algn="l" defTabSz="1828800" hangingPunct="1"/>
                  <a:endParaRPr lang="zh-CN" altLang="en-US" sz="3600" b="0" kern="1200">
                    <a:solidFill>
                      <a:prstClr val="black"/>
                    </a:solidFill>
                    <a:latin typeface="等线" panose="020F0502020204030204"/>
                    <a:ea typeface="等线" panose="02010600030101010101" pitchFamily="2" charset="-122"/>
                    <a:cs typeface="+mn-cs"/>
                  </a:endParaRPr>
                </a:p>
              </p:txBody>
            </p:sp>
            <p:sp>
              <p:nvSpPr>
                <p:cNvPr id="52" name="Line 281">
                  <a:extLst>
                    <a:ext uri="{FF2B5EF4-FFF2-40B4-BE49-F238E27FC236}">
                      <a16:creationId xmlns:a16="http://schemas.microsoft.com/office/drawing/2014/main" id="{CBF23791-5B47-44A4-CF3E-E6EC36AE4DB0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1980" y="732"/>
                  <a:ext cx="0" cy="746"/>
                </a:xfrm>
                <a:prstGeom prst="line">
                  <a:avLst/>
                </a:prstGeom>
                <a:noFill/>
                <a:ln w="1270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algn="l" defTabSz="1828800" hangingPunct="1"/>
                  <a:endParaRPr lang="zh-CN" altLang="en-US" sz="3600" b="0" kern="1200">
                    <a:solidFill>
                      <a:prstClr val="black"/>
                    </a:solidFill>
                    <a:latin typeface="等线" panose="020F0502020204030204"/>
                    <a:ea typeface="等线" panose="02010600030101010101" pitchFamily="2" charset="-122"/>
                    <a:cs typeface="+mn-cs"/>
                  </a:endParaRPr>
                </a:p>
              </p:txBody>
            </p:sp>
            <p:sp>
              <p:nvSpPr>
                <p:cNvPr id="53" name="Line 282">
                  <a:extLst>
                    <a:ext uri="{FF2B5EF4-FFF2-40B4-BE49-F238E27FC236}">
                      <a16:creationId xmlns:a16="http://schemas.microsoft.com/office/drawing/2014/main" id="{6607FD14-0370-434C-09DF-88AA17AA3FBA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944" y="1065"/>
                  <a:ext cx="57" cy="0"/>
                </a:xfrm>
                <a:prstGeom prst="line">
                  <a:avLst/>
                </a:prstGeom>
                <a:noFill/>
                <a:ln w="28575">
                  <a:solidFill>
                    <a:schemeClr val="bg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pPr algn="l" defTabSz="1828800" hangingPunct="1"/>
                  <a:endParaRPr lang="zh-CN" altLang="en-US" sz="3600" b="0" kern="1200">
                    <a:solidFill>
                      <a:prstClr val="black"/>
                    </a:solidFill>
                    <a:latin typeface="等线" panose="020F0502020204030204"/>
                    <a:ea typeface="等线" panose="02010600030101010101" pitchFamily="2" charset="-122"/>
                    <a:cs typeface="+mn-cs"/>
                  </a:endParaRPr>
                </a:p>
              </p:txBody>
            </p:sp>
            <p:sp>
              <p:nvSpPr>
                <p:cNvPr id="54" name="Line 283">
                  <a:extLst>
                    <a:ext uri="{FF2B5EF4-FFF2-40B4-BE49-F238E27FC236}">
                      <a16:creationId xmlns:a16="http://schemas.microsoft.com/office/drawing/2014/main" id="{EE06C121-A958-A35D-2939-EF558BD22228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951" y="1114"/>
                  <a:ext cx="57" cy="0"/>
                </a:xfrm>
                <a:prstGeom prst="line">
                  <a:avLst/>
                </a:prstGeom>
                <a:noFill/>
                <a:ln w="28575">
                  <a:solidFill>
                    <a:schemeClr val="bg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pPr algn="l" defTabSz="1828800" hangingPunct="1"/>
                  <a:endParaRPr lang="zh-CN" altLang="en-US" sz="3600" b="0" kern="1200">
                    <a:solidFill>
                      <a:prstClr val="black"/>
                    </a:solidFill>
                    <a:latin typeface="等线" panose="020F0502020204030204"/>
                    <a:ea typeface="等线" panose="02010600030101010101" pitchFamily="2" charset="-122"/>
                    <a:cs typeface="+mn-cs"/>
                  </a:endParaRPr>
                </a:p>
              </p:txBody>
            </p:sp>
          </p:grpSp>
          <p:grpSp>
            <p:nvGrpSpPr>
              <p:cNvPr id="32" name="Group 284">
                <a:extLst>
                  <a:ext uri="{FF2B5EF4-FFF2-40B4-BE49-F238E27FC236}">
                    <a16:creationId xmlns:a16="http://schemas.microsoft.com/office/drawing/2014/main" id="{7C3B357B-3AA2-8742-B897-7E24B09B9A7B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782" y="756"/>
                <a:ext cx="384" cy="58"/>
                <a:chOff x="1782" y="756"/>
                <a:chExt cx="384" cy="58"/>
              </a:xfrm>
            </p:grpSpPr>
            <p:sp>
              <p:nvSpPr>
                <p:cNvPr id="33" name="Line 285">
                  <a:extLst>
                    <a:ext uri="{FF2B5EF4-FFF2-40B4-BE49-F238E27FC236}">
                      <a16:creationId xmlns:a16="http://schemas.microsoft.com/office/drawing/2014/main" id="{4C453996-1E45-2976-73BD-D19F54FCD782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782" y="786"/>
                  <a:ext cx="384" cy="0"/>
                </a:xfrm>
                <a:prstGeom prst="line">
                  <a:avLst/>
                </a:prstGeom>
                <a:noFill/>
                <a:ln w="1270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pPr algn="l" defTabSz="1828800" hangingPunct="1"/>
                  <a:endParaRPr lang="zh-CN" altLang="en-US" sz="3600" b="0" kern="1200">
                    <a:solidFill>
                      <a:prstClr val="black"/>
                    </a:solidFill>
                    <a:latin typeface="等线" panose="020F0502020204030204"/>
                    <a:ea typeface="等线" panose="02010600030101010101" pitchFamily="2" charset="-122"/>
                    <a:cs typeface="+mn-cs"/>
                  </a:endParaRPr>
                </a:p>
              </p:txBody>
            </p:sp>
            <p:sp>
              <p:nvSpPr>
                <p:cNvPr id="34" name="Line 286">
                  <a:extLst>
                    <a:ext uri="{FF2B5EF4-FFF2-40B4-BE49-F238E27FC236}">
                      <a16:creationId xmlns:a16="http://schemas.microsoft.com/office/drawing/2014/main" id="{C57F6F2C-C7E9-B951-C5A3-B4661084414D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>
                  <a:off x="2040" y="756"/>
                  <a:ext cx="6" cy="54"/>
                </a:xfrm>
                <a:prstGeom prst="line">
                  <a:avLst/>
                </a:prstGeom>
                <a:noFill/>
                <a:ln w="28575">
                  <a:solidFill>
                    <a:schemeClr val="bg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pPr algn="l" defTabSz="1828800" hangingPunct="1"/>
                  <a:endParaRPr lang="zh-CN" altLang="en-US" sz="3600" b="0" kern="1200">
                    <a:solidFill>
                      <a:prstClr val="black"/>
                    </a:solidFill>
                    <a:latin typeface="等线" panose="020F0502020204030204"/>
                    <a:ea typeface="等线" panose="02010600030101010101" pitchFamily="2" charset="-122"/>
                    <a:cs typeface="+mn-cs"/>
                  </a:endParaRPr>
                </a:p>
              </p:txBody>
            </p:sp>
            <p:sp>
              <p:nvSpPr>
                <p:cNvPr id="35" name="Line 287">
                  <a:extLst>
                    <a:ext uri="{FF2B5EF4-FFF2-40B4-BE49-F238E27FC236}">
                      <a16:creationId xmlns:a16="http://schemas.microsoft.com/office/drawing/2014/main" id="{77F6236F-CD82-239E-8F9A-76A85EA289CA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>
                  <a:off x="2074" y="760"/>
                  <a:ext cx="6" cy="54"/>
                </a:xfrm>
                <a:prstGeom prst="line">
                  <a:avLst/>
                </a:prstGeom>
                <a:noFill/>
                <a:ln w="28575">
                  <a:solidFill>
                    <a:schemeClr val="bg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pPr algn="l" defTabSz="1828800" hangingPunct="1"/>
                  <a:endParaRPr lang="zh-CN" altLang="en-US" sz="3600" b="0" kern="1200">
                    <a:solidFill>
                      <a:prstClr val="black"/>
                    </a:solidFill>
                    <a:latin typeface="等线" panose="020F0502020204030204"/>
                    <a:ea typeface="等线" panose="02010600030101010101" pitchFamily="2" charset="-122"/>
                    <a:cs typeface="+mn-cs"/>
                  </a:endParaRPr>
                </a:p>
              </p:txBody>
            </p:sp>
          </p:grpSp>
        </p:grpSp>
        <p:grpSp>
          <p:nvGrpSpPr>
            <p:cNvPr id="10" name="Group 288">
              <a:extLst>
                <a:ext uri="{FF2B5EF4-FFF2-40B4-BE49-F238E27FC236}">
                  <a16:creationId xmlns:a16="http://schemas.microsoft.com/office/drawing/2014/main" id="{7DBCABC7-9074-6272-BDC0-86C509471D7F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282" y="1556"/>
              <a:ext cx="1090" cy="800"/>
              <a:chOff x="1435" y="1612"/>
              <a:chExt cx="1090" cy="800"/>
            </a:xfrm>
          </p:grpSpPr>
          <p:grpSp>
            <p:nvGrpSpPr>
              <p:cNvPr id="11" name="Group 289">
                <a:extLst>
                  <a:ext uri="{FF2B5EF4-FFF2-40B4-BE49-F238E27FC236}">
                    <a16:creationId xmlns:a16="http://schemas.microsoft.com/office/drawing/2014/main" id="{35F573AC-CE1C-99A4-D7AE-7EC537CAC1D3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435" y="1612"/>
                <a:ext cx="1090" cy="800"/>
                <a:chOff x="1435" y="1612"/>
                <a:chExt cx="1090" cy="800"/>
              </a:xfrm>
            </p:grpSpPr>
            <p:sp>
              <p:nvSpPr>
                <p:cNvPr id="16" name="Rectangle 290">
                  <a:extLst>
                    <a:ext uri="{FF2B5EF4-FFF2-40B4-BE49-F238E27FC236}">
                      <a16:creationId xmlns:a16="http://schemas.microsoft.com/office/drawing/2014/main" id="{908AEADE-F36D-4654-330C-FD56D09D4C6B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435" y="1650"/>
                  <a:ext cx="1090" cy="688"/>
                </a:xfrm>
                <a:prstGeom prst="rect">
                  <a:avLst/>
                </a:prstGeom>
                <a:noFill/>
                <a:ln w="28575">
                  <a:solidFill>
                    <a:schemeClr val="tx1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/>
                <a:p>
                  <a:pPr algn="l" defTabSz="1828800" hangingPunct="1"/>
                  <a:endParaRPr lang="zh-CN" altLang="en-US" sz="3600" b="0" kern="1200">
                    <a:solidFill>
                      <a:prstClr val="black"/>
                    </a:solidFill>
                    <a:latin typeface="等线" panose="020F0502020204030204"/>
                    <a:ea typeface="等线" panose="02010600030101010101" pitchFamily="2" charset="-122"/>
                    <a:cs typeface="+mn-cs"/>
                  </a:endParaRPr>
                </a:p>
              </p:txBody>
            </p:sp>
            <p:sp>
              <p:nvSpPr>
                <p:cNvPr id="17" name="Rectangle 291">
                  <a:extLst>
                    <a:ext uri="{FF2B5EF4-FFF2-40B4-BE49-F238E27FC236}">
                      <a16:creationId xmlns:a16="http://schemas.microsoft.com/office/drawing/2014/main" id="{8B9B6C11-82B7-8916-6477-81FF0FE40466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665" y="1650"/>
                  <a:ext cx="630" cy="344"/>
                </a:xfrm>
                <a:prstGeom prst="rect">
                  <a:avLst/>
                </a:prstGeom>
                <a:noFill/>
                <a:ln w="28575">
                  <a:solidFill>
                    <a:schemeClr val="tx1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/>
                <a:p>
                  <a:pPr algn="l" defTabSz="1828800" hangingPunct="1"/>
                  <a:endParaRPr lang="zh-CN" altLang="en-US" sz="3600" b="0" kern="1200">
                    <a:solidFill>
                      <a:prstClr val="black"/>
                    </a:solidFill>
                    <a:latin typeface="等线" panose="020F0502020204030204"/>
                    <a:ea typeface="等线" panose="02010600030101010101" pitchFamily="2" charset="-122"/>
                    <a:cs typeface="+mn-cs"/>
                  </a:endParaRPr>
                </a:p>
              </p:txBody>
            </p:sp>
            <p:sp>
              <p:nvSpPr>
                <p:cNvPr id="18" name="Line 292">
                  <a:extLst>
                    <a:ext uri="{FF2B5EF4-FFF2-40B4-BE49-F238E27FC236}">
                      <a16:creationId xmlns:a16="http://schemas.microsoft.com/office/drawing/2014/main" id="{E4BC6FA0-E391-9CA2-0D7C-29AF44A3D409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976" y="1612"/>
                  <a:ext cx="4" cy="800"/>
                </a:xfrm>
                <a:prstGeom prst="line">
                  <a:avLst/>
                </a:prstGeom>
                <a:noFill/>
                <a:ln w="1270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algn="l" defTabSz="1828800" hangingPunct="1"/>
                  <a:endParaRPr lang="zh-CN" altLang="en-US" sz="3600" b="0" kern="1200">
                    <a:solidFill>
                      <a:prstClr val="black"/>
                    </a:solidFill>
                    <a:latin typeface="等线" panose="020F0502020204030204"/>
                    <a:ea typeface="等线" panose="02010600030101010101" pitchFamily="2" charset="-122"/>
                    <a:cs typeface="+mn-cs"/>
                  </a:endParaRPr>
                </a:p>
              </p:txBody>
            </p:sp>
            <p:sp>
              <p:nvSpPr>
                <p:cNvPr id="19" name="Line 293">
                  <a:extLst>
                    <a:ext uri="{FF2B5EF4-FFF2-40B4-BE49-F238E27FC236}">
                      <a16:creationId xmlns:a16="http://schemas.microsoft.com/office/drawing/2014/main" id="{EF6BC371-5958-8B74-4221-564C233ABC4B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181" y="1650"/>
                  <a:ext cx="0" cy="344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algn="l" defTabSz="1828800" hangingPunct="1"/>
                  <a:endParaRPr lang="zh-CN" altLang="en-US" sz="3600" b="0" kern="1200">
                    <a:solidFill>
                      <a:prstClr val="black"/>
                    </a:solidFill>
                    <a:latin typeface="等线" panose="020F0502020204030204"/>
                    <a:ea typeface="等线" panose="02010600030101010101" pitchFamily="2" charset="-122"/>
                    <a:cs typeface="+mn-cs"/>
                  </a:endParaRPr>
                </a:p>
              </p:txBody>
            </p:sp>
            <p:sp>
              <p:nvSpPr>
                <p:cNvPr id="20" name="Line 294">
                  <a:extLst>
                    <a:ext uri="{FF2B5EF4-FFF2-40B4-BE49-F238E27FC236}">
                      <a16:creationId xmlns:a16="http://schemas.microsoft.com/office/drawing/2014/main" id="{2D0340FE-FB3D-DB04-0179-7139A4C2260D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779" y="1650"/>
                  <a:ext cx="0" cy="344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algn="l" defTabSz="1828800" hangingPunct="1"/>
                  <a:endParaRPr lang="zh-CN" altLang="en-US" sz="3600" b="0" kern="1200">
                    <a:solidFill>
                      <a:prstClr val="black"/>
                    </a:solidFill>
                    <a:latin typeface="等线" panose="020F0502020204030204"/>
                    <a:ea typeface="等线" panose="02010600030101010101" pitchFamily="2" charset="-122"/>
                    <a:cs typeface="+mn-cs"/>
                  </a:endParaRPr>
                </a:p>
              </p:txBody>
            </p:sp>
            <p:sp>
              <p:nvSpPr>
                <p:cNvPr id="21" name="Line 295">
                  <a:extLst>
                    <a:ext uri="{FF2B5EF4-FFF2-40B4-BE49-F238E27FC236}">
                      <a16:creationId xmlns:a16="http://schemas.microsoft.com/office/drawing/2014/main" id="{93F65EDD-AB10-E521-0982-4A1D05EAB05B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493" y="2166"/>
                  <a:ext cx="229" cy="0"/>
                </a:xfrm>
                <a:prstGeom prst="line">
                  <a:avLst/>
                </a:prstGeom>
                <a:noFill/>
                <a:ln w="1270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algn="l" defTabSz="1828800" hangingPunct="1"/>
                  <a:endParaRPr lang="zh-CN" altLang="en-US" sz="3600" b="0" kern="1200">
                    <a:solidFill>
                      <a:prstClr val="black"/>
                    </a:solidFill>
                    <a:latin typeface="等线" panose="020F0502020204030204"/>
                    <a:ea typeface="等线" panose="02010600030101010101" pitchFamily="2" charset="-122"/>
                    <a:cs typeface="+mn-cs"/>
                  </a:endParaRPr>
                </a:p>
              </p:txBody>
            </p:sp>
            <p:sp>
              <p:nvSpPr>
                <p:cNvPr id="22" name="Line 296">
                  <a:extLst>
                    <a:ext uri="{FF2B5EF4-FFF2-40B4-BE49-F238E27FC236}">
                      <a16:creationId xmlns:a16="http://schemas.microsoft.com/office/drawing/2014/main" id="{34EBE3AD-3C47-75EB-7AE2-51B1F0D32F93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607" y="2051"/>
                  <a:ext cx="0" cy="230"/>
                </a:xfrm>
                <a:prstGeom prst="line">
                  <a:avLst/>
                </a:prstGeom>
                <a:noFill/>
                <a:ln w="1270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algn="l" defTabSz="1828800" hangingPunct="1"/>
                  <a:endParaRPr lang="zh-CN" altLang="en-US" sz="3600" b="0" kern="1200">
                    <a:solidFill>
                      <a:prstClr val="black"/>
                    </a:solidFill>
                    <a:latin typeface="等线" panose="020F0502020204030204"/>
                    <a:ea typeface="等线" panose="02010600030101010101" pitchFamily="2" charset="-122"/>
                    <a:cs typeface="+mn-cs"/>
                  </a:endParaRPr>
                </a:p>
              </p:txBody>
            </p:sp>
            <p:sp>
              <p:nvSpPr>
                <p:cNvPr id="23" name="Oval 297">
                  <a:extLst>
                    <a:ext uri="{FF2B5EF4-FFF2-40B4-BE49-F238E27FC236}">
                      <a16:creationId xmlns:a16="http://schemas.microsoft.com/office/drawing/2014/main" id="{735A1282-480B-EBA3-9799-C8059D1024C1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521" y="2080"/>
                  <a:ext cx="172" cy="172"/>
                </a:xfrm>
                <a:prstGeom prst="ellips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/>
                <a:p>
                  <a:pPr algn="l" defTabSz="1828800" hangingPunct="1"/>
                  <a:endParaRPr lang="zh-CN" altLang="en-US" sz="3600" b="0" kern="1200">
                    <a:solidFill>
                      <a:prstClr val="black"/>
                    </a:solidFill>
                    <a:latin typeface="等线" panose="020F0502020204030204"/>
                    <a:ea typeface="等线" panose="02010600030101010101" pitchFamily="2" charset="-122"/>
                    <a:cs typeface="+mn-cs"/>
                  </a:endParaRPr>
                </a:p>
              </p:txBody>
            </p:sp>
            <p:sp>
              <p:nvSpPr>
                <p:cNvPr id="24" name="Line 298">
                  <a:extLst>
                    <a:ext uri="{FF2B5EF4-FFF2-40B4-BE49-F238E27FC236}">
                      <a16:creationId xmlns:a16="http://schemas.microsoft.com/office/drawing/2014/main" id="{D9F44F42-3227-449B-0827-C398DAA99868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238" y="2166"/>
                  <a:ext cx="229" cy="0"/>
                </a:xfrm>
                <a:prstGeom prst="line">
                  <a:avLst/>
                </a:prstGeom>
                <a:noFill/>
                <a:ln w="1270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algn="l" defTabSz="1828800" hangingPunct="1"/>
                  <a:endParaRPr lang="zh-CN" altLang="en-US" sz="3600" b="0" kern="1200">
                    <a:solidFill>
                      <a:prstClr val="black"/>
                    </a:solidFill>
                    <a:latin typeface="等线" panose="020F0502020204030204"/>
                    <a:ea typeface="等线" panose="02010600030101010101" pitchFamily="2" charset="-122"/>
                    <a:cs typeface="+mn-cs"/>
                  </a:endParaRPr>
                </a:p>
              </p:txBody>
            </p:sp>
            <p:sp>
              <p:nvSpPr>
                <p:cNvPr id="25" name="Line 299">
                  <a:extLst>
                    <a:ext uri="{FF2B5EF4-FFF2-40B4-BE49-F238E27FC236}">
                      <a16:creationId xmlns:a16="http://schemas.microsoft.com/office/drawing/2014/main" id="{B7804384-B45B-DA31-3595-A1A9D3E36864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353" y="2051"/>
                  <a:ext cx="0" cy="230"/>
                </a:xfrm>
                <a:prstGeom prst="line">
                  <a:avLst/>
                </a:prstGeom>
                <a:noFill/>
                <a:ln w="1270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algn="l" defTabSz="1828800" hangingPunct="1"/>
                  <a:endParaRPr lang="zh-CN" altLang="en-US" sz="3600" b="0" kern="1200">
                    <a:solidFill>
                      <a:prstClr val="black"/>
                    </a:solidFill>
                    <a:latin typeface="等线" panose="020F0502020204030204"/>
                    <a:ea typeface="等线" panose="02010600030101010101" pitchFamily="2" charset="-122"/>
                    <a:cs typeface="+mn-cs"/>
                  </a:endParaRPr>
                </a:p>
              </p:txBody>
            </p:sp>
            <p:sp>
              <p:nvSpPr>
                <p:cNvPr id="26" name="Oval 300">
                  <a:extLst>
                    <a:ext uri="{FF2B5EF4-FFF2-40B4-BE49-F238E27FC236}">
                      <a16:creationId xmlns:a16="http://schemas.microsoft.com/office/drawing/2014/main" id="{9EBB31AF-AA0F-1E0E-CA81-3DEFB2A99109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267" y="2080"/>
                  <a:ext cx="172" cy="172"/>
                </a:xfrm>
                <a:prstGeom prst="ellips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/>
                <a:p>
                  <a:pPr algn="l" defTabSz="1828800" hangingPunct="1"/>
                  <a:endParaRPr lang="zh-CN" altLang="en-US" sz="3600" b="0" kern="1200">
                    <a:solidFill>
                      <a:prstClr val="black"/>
                    </a:solidFill>
                    <a:latin typeface="等线" panose="020F0502020204030204"/>
                    <a:ea typeface="等线" panose="02010600030101010101" pitchFamily="2" charset="-122"/>
                    <a:cs typeface="+mn-cs"/>
                  </a:endParaRPr>
                </a:p>
              </p:txBody>
            </p:sp>
            <p:sp>
              <p:nvSpPr>
                <p:cNvPr id="27" name="Rectangle 301">
                  <a:extLst>
                    <a:ext uri="{FF2B5EF4-FFF2-40B4-BE49-F238E27FC236}">
                      <a16:creationId xmlns:a16="http://schemas.microsoft.com/office/drawing/2014/main" id="{EA648604-2384-6D78-9D37-4819A7D15913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295" y="1656"/>
                  <a:ext cx="230" cy="166"/>
                </a:xfrm>
                <a:prstGeom prst="rect">
                  <a:avLst/>
                </a:prstGeom>
                <a:noFill/>
                <a:ln w="28575">
                  <a:solidFill>
                    <a:schemeClr val="tx1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/>
                <a:p>
                  <a:pPr algn="l" defTabSz="1828800" hangingPunct="1"/>
                  <a:endParaRPr lang="zh-CN" altLang="en-US" sz="3600" b="0" kern="1200">
                    <a:solidFill>
                      <a:prstClr val="black"/>
                    </a:solidFill>
                    <a:latin typeface="等线" panose="020F0502020204030204"/>
                    <a:ea typeface="等线" panose="02010600030101010101" pitchFamily="2" charset="-122"/>
                    <a:cs typeface="+mn-cs"/>
                  </a:endParaRPr>
                </a:p>
              </p:txBody>
            </p:sp>
            <p:sp>
              <p:nvSpPr>
                <p:cNvPr id="28" name="Rectangle 302">
                  <a:extLst>
                    <a:ext uri="{FF2B5EF4-FFF2-40B4-BE49-F238E27FC236}">
                      <a16:creationId xmlns:a16="http://schemas.microsoft.com/office/drawing/2014/main" id="{ACD9FAE9-B214-294A-BE85-3732FA667373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435" y="1656"/>
                  <a:ext cx="230" cy="166"/>
                </a:xfrm>
                <a:prstGeom prst="rect">
                  <a:avLst/>
                </a:prstGeom>
                <a:noFill/>
                <a:ln w="28575">
                  <a:solidFill>
                    <a:schemeClr val="tx1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/>
                <a:p>
                  <a:pPr algn="l" defTabSz="1828800" hangingPunct="1"/>
                  <a:endParaRPr lang="zh-CN" altLang="en-US" sz="3600" b="0" kern="1200">
                    <a:solidFill>
                      <a:prstClr val="black"/>
                    </a:solidFill>
                    <a:latin typeface="等线" panose="020F0502020204030204"/>
                    <a:ea typeface="等线" panose="02010600030101010101" pitchFamily="2" charset="-122"/>
                    <a:cs typeface="+mn-cs"/>
                  </a:endParaRPr>
                </a:p>
              </p:txBody>
            </p:sp>
            <p:sp>
              <p:nvSpPr>
                <p:cNvPr id="29" name="Line 303">
                  <a:extLst>
                    <a:ext uri="{FF2B5EF4-FFF2-40B4-BE49-F238E27FC236}">
                      <a16:creationId xmlns:a16="http://schemas.microsoft.com/office/drawing/2014/main" id="{85A5FB1E-C479-3EE4-8642-CD8E4B69856B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952" y="2120"/>
                  <a:ext cx="44" cy="0"/>
                </a:xfrm>
                <a:prstGeom prst="line">
                  <a:avLst/>
                </a:prstGeom>
                <a:noFill/>
                <a:ln w="28575">
                  <a:solidFill>
                    <a:schemeClr val="bg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pPr algn="l" defTabSz="1828800" hangingPunct="1"/>
                  <a:endParaRPr lang="zh-CN" altLang="en-US" sz="3600" b="0" kern="1200">
                    <a:solidFill>
                      <a:prstClr val="black"/>
                    </a:solidFill>
                    <a:latin typeface="等线" panose="020F0502020204030204"/>
                    <a:ea typeface="等线" panose="02010600030101010101" pitchFamily="2" charset="-122"/>
                    <a:cs typeface="+mn-cs"/>
                  </a:endParaRPr>
                </a:p>
              </p:txBody>
            </p:sp>
            <p:sp>
              <p:nvSpPr>
                <p:cNvPr id="30" name="Line 304">
                  <a:extLst>
                    <a:ext uri="{FF2B5EF4-FFF2-40B4-BE49-F238E27FC236}">
                      <a16:creationId xmlns:a16="http://schemas.microsoft.com/office/drawing/2014/main" id="{2FA3DCBF-D8B4-A371-2293-F03F252C4D6C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956" y="2164"/>
                  <a:ext cx="44" cy="0"/>
                </a:xfrm>
                <a:prstGeom prst="line">
                  <a:avLst/>
                </a:prstGeom>
                <a:noFill/>
                <a:ln w="28575">
                  <a:solidFill>
                    <a:schemeClr val="bg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pPr algn="l" defTabSz="1828800" hangingPunct="1"/>
                  <a:endParaRPr lang="zh-CN" altLang="en-US" sz="3600" b="0" kern="1200">
                    <a:solidFill>
                      <a:prstClr val="black"/>
                    </a:solidFill>
                    <a:latin typeface="等线" panose="020F0502020204030204"/>
                    <a:ea typeface="等线" panose="02010600030101010101" pitchFamily="2" charset="-122"/>
                    <a:cs typeface="+mn-cs"/>
                  </a:endParaRPr>
                </a:p>
              </p:txBody>
            </p:sp>
          </p:grpSp>
          <p:sp>
            <p:nvSpPr>
              <p:cNvPr id="12" name="Line 305">
                <a:extLst>
                  <a:ext uri="{FF2B5EF4-FFF2-40B4-BE49-F238E27FC236}">
                    <a16:creationId xmlns:a16="http://schemas.microsoft.com/office/drawing/2014/main" id="{1B92D7B7-87C4-DFCE-3444-0F94C2E2860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332" y="2188"/>
                <a:ext cx="44" cy="0"/>
              </a:xfrm>
              <a:prstGeom prst="line">
                <a:avLst/>
              </a:prstGeom>
              <a:noFill/>
              <a:ln w="19050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13" name="Line 306">
                <a:extLst>
                  <a:ext uri="{FF2B5EF4-FFF2-40B4-BE49-F238E27FC236}">
                    <a16:creationId xmlns:a16="http://schemas.microsoft.com/office/drawing/2014/main" id="{74E74283-A1D5-762C-933A-3A27CEFEA3A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336" y="2224"/>
                <a:ext cx="44" cy="0"/>
              </a:xfrm>
              <a:prstGeom prst="line">
                <a:avLst/>
              </a:prstGeom>
              <a:noFill/>
              <a:ln w="19050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14" name="Line 307">
                <a:extLst>
                  <a:ext uri="{FF2B5EF4-FFF2-40B4-BE49-F238E27FC236}">
                    <a16:creationId xmlns:a16="http://schemas.microsoft.com/office/drawing/2014/main" id="{49D77EAE-95E2-63A8-2A8B-1735AD7B521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580" y="2192"/>
                <a:ext cx="44" cy="0"/>
              </a:xfrm>
              <a:prstGeom prst="line">
                <a:avLst/>
              </a:prstGeom>
              <a:noFill/>
              <a:ln w="19050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15" name="Line 308">
                <a:extLst>
                  <a:ext uri="{FF2B5EF4-FFF2-40B4-BE49-F238E27FC236}">
                    <a16:creationId xmlns:a16="http://schemas.microsoft.com/office/drawing/2014/main" id="{05B84816-08E8-0A56-E909-DB001128E17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584" y="2224"/>
                <a:ext cx="44" cy="0"/>
              </a:xfrm>
              <a:prstGeom prst="line">
                <a:avLst/>
              </a:prstGeom>
              <a:noFill/>
              <a:ln w="19050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</p:grpSp>
      </p:grpSp>
      <p:pic>
        <p:nvPicPr>
          <p:cNvPr id="69" name="Picture 78" descr="fk">
            <a:extLst>
              <a:ext uri="{FF2B5EF4-FFF2-40B4-BE49-F238E27FC236}">
                <a16:creationId xmlns:a16="http://schemas.microsoft.com/office/drawing/2014/main" id="{50778FFF-34D7-FE3B-47CE-2222947D664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51291" y="4672581"/>
            <a:ext cx="2956602" cy="27464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2" name="Picture 322">
            <a:extLst>
              <a:ext uri="{FF2B5EF4-FFF2-40B4-BE49-F238E27FC236}">
                <a16:creationId xmlns:a16="http://schemas.microsoft.com/office/drawing/2014/main" id="{706E7781-A354-BDC2-232C-0F861CB0219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592134" y="6184253"/>
            <a:ext cx="4876248" cy="38611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73" name="Group 309">
            <a:extLst>
              <a:ext uri="{FF2B5EF4-FFF2-40B4-BE49-F238E27FC236}">
                <a16:creationId xmlns:a16="http://schemas.microsoft.com/office/drawing/2014/main" id="{72FC3296-B952-E637-3B92-35B66712BB95}"/>
              </a:ext>
            </a:extLst>
          </p:cNvPr>
          <p:cNvGrpSpPr>
            <a:grpSpLocks/>
          </p:cNvGrpSpPr>
          <p:nvPr/>
        </p:nvGrpSpPr>
        <p:grpSpPr bwMode="auto">
          <a:xfrm>
            <a:off x="20124495" y="5572127"/>
            <a:ext cx="1098550" cy="1285874"/>
            <a:chOff x="3542" y="731"/>
            <a:chExt cx="346" cy="405"/>
          </a:xfrm>
        </p:grpSpPr>
        <p:sp>
          <p:nvSpPr>
            <p:cNvPr id="74" name="Rectangle 310">
              <a:extLst>
                <a:ext uri="{FF2B5EF4-FFF2-40B4-BE49-F238E27FC236}">
                  <a16:creationId xmlns:a16="http://schemas.microsoft.com/office/drawing/2014/main" id="{8BC21D20-DB62-11C0-5B22-D697BB2DE023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-5400000">
              <a:off x="3513" y="762"/>
              <a:ext cx="405" cy="344"/>
            </a:xfrm>
            <a:prstGeom prst="rect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75" name="Line 311">
              <a:extLst>
                <a:ext uri="{FF2B5EF4-FFF2-40B4-BE49-F238E27FC236}">
                  <a16:creationId xmlns:a16="http://schemas.microsoft.com/office/drawing/2014/main" id="{2A9F7805-544F-E184-C096-C9AEE2D32F23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542" y="926"/>
              <a:ext cx="344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prstDash val="lg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</p:grpSp>
      <p:sp>
        <p:nvSpPr>
          <p:cNvPr id="76" name="Rectangle 312">
            <a:extLst>
              <a:ext uri="{FF2B5EF4-FFF2-40B4-BE49-F238E27FC236}">
                <a16:creationId xmlns:a16="http://schemas.microsoft.com/office/drawing/2014/main" id="{7B15D559-6265-C60B-729C-F5B2595808DB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130844" y="5578476"/>
            <a:ext cx="546100" cy="1270000"/>
          </a:xfrm>
          <a:prstGeom prst="rect">
            <a:avLst/>
          </a:prstGeom>
          <a:noFill/>
          <a:ln w="2857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algn="l" defTabSz="1828800" hangingPunct="1"/>
            <a:endParaRPr lang="zh-CN" altLang="en-US" sz="3600" b="0" kern="1200">
              <a:solidFill>
                <a:prstClr val="black"/>
              </a:solidFill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  <p:grpSp>
        <p:nvGrpSpPr>
          <p:cNvPr id="77" name="Group 313">
            <a:extLst>
              <a:ext uri="{FF2B5EF4-FFF2-40B4-BE49-F238E27FC236}">
                <a16:creationId xmlns:a16="http://schemas.microsoft.com/office/drawing/2014/main" id="{06A92110-AC84-4C0B-3B34-2D7AEAFAB6DD}"/>
              </a:ext>
            </a:extLst>
          </p:cNvPr>
          <p:cNvGrpSpPr>
            <a:grpSpLocks/>
          </p:cNvGrpSpPr>
          <p:nvPr/>
        </p:nvGrpSpPr>
        <p:grpSpPr bwMode="auto">
          <a:xfrm>
            <a:off x="20130844" y="6635750"/>
            <a:ext cx="2184400" cy="1108076"/>
            <a:chOff x="3544" y="1066"/>
            <a:chExt cx="688" cy="349"/>
          </a:xfrm>
        </p:grpSpPr>
        <p:sp>
          <p:nvSpPr>
            <p:cNvPr id="78" name="Line 314">
              <a:extLst>
                <a:ext uri="{FF2B5EF4-FFF2-40B4-BE49-F238E27FC236}">
                  <a16:creationId xmlns:a16="http://schemas.microsoft.com/office/drawing/2014/main" id="{7AEDA518-73CE-5362-CF7D-752A6F46F67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060" y="1066"/>
              <a:ext cx="0" cy="349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grpSp>
          <p:nvGrpSpPr>
            <p:cNvPr id="79" name="Group 315">
              <a:extLst>
                <a:ext uri="{FF2B5EF4-FFF2-40B4-BE49-F238E27FC236}">
                  <a16:creationId xmlns:a16="http://schemas.microsoft.com/office/drawing/2014/main" id="{9E25FDA6-99BB-1436-7A30-7C738D80279E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544" y="1135"/>
              <a:ext cx="688" cy="229"/>
              <a:chOff x="3544" y="1135"/>
              <a:chExt cx="688" cy="229"/>
            </a:xfrm>
          </p:grpSpPr>
          <p:sp>
            <p:nvSpPr>
              <p:cNvPr id="80" name="Rectangle 316">
                <a:extLst>
                  <a:ext uri="{FF2B5EF4-FFF2-40B4-BE49-F238E27FC236}">
                    <a16:creationId xmlns:a16="http://schemas.microsoft.com/office/drawing/2014/main" id="{33A8C60E-FB39-5D29-E7C4-4A65E1AEB78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rot="-5400000">
                <a:off x="3773" y="906"/>
                <a:ext cx="229" cy="688"/>
              </a:xfrm>
              <a:prstGeom prst="rect">
                <a:avLst/>
              </a:prstGeom>
              <a:noFill/>
              <a:ln w="28575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81" name="Line 317">
                <a:extLst>
                  <a:ext uri="{FF2B5EF4-FFF2-40B4-BE49-F238E27FC236}">
                    <a16:creationId xmlns:a16="http://schemas.microsoft.com/office/drawing/2014/main" id="{B75E8176-B9A6-B63F-7E75-F15FBCC8E97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4146" y="1135"/>
                <a:ext cx="0" cy="229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prstDash val="lgDash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82" name="Line 318">
                <a:extLst>
                  <a:ext uri="{FF2B5EF4-FFF2-40B4-BE49-F238E27FC236}">
                    <a16:creationId xmlns:a16="http://schemas.microsoft.com/office/drawing/2014/main" id="{670AAB3F-130C-22A4-08A0-F468368E5C7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3974" y="1135"/>
                <a:ext cx="0" cy="229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prstDash val="lgDash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83" name="Line 319">
                <a:extLst>
                  <a:ext uri="{FF2B5EF4-FFF2-40B4-BE49-F238E27FC236}">
                    <a16:creationId xmlns:a16="http://schemas.microsoft.com/office/drawing/2014/main" id="{A87B6010-3950-97DF-1FA9-59CEC0679D8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039" y="1216"/>
                <a:ext cx="44" cy="0"/>
              </a:xfrm>
              <a:prstGeom prst="line">
                <a:avLst/>
              </a:prstGeom>
              <a:noFill/>
              <a:ln w="2857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84" name="Line 320">
                <a:extLst>
                  <a:ext uri="{FF2B5EF4-FFF2-40B4-BE49-F238E27FC236}">
                    <a16:creationId xmlns:a16="http://schemas.microsoft.com/office/drawing/2014/main" id="{A90786E1-C944-2F57-934F-8F6AC959D13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043" y="1260"/>
                <a:ext cx="44" cy="0"/>
              </a:xfrm>
              <a:prstGeom prst="line">
                <a:avLst/>
              </a:prstGeom>
              <a:noFill/>
              <a:ln w="2857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11565713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6" grpId="0" animBg="1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C14F3C5-C3F3-AE9E-26EC-067DD01C25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组合体读图</a:t>
            </a:r>
            <a:r>
              <a:rPr lang="en-US" altLang="zh-CN" dirty="0"/>
              <a:t>——</a:t>
            </a:r>
            <a:r>
              <a:rPr lang="zh-CN" altLang="en-US" dirty="0"/>
              <a:t>切割方式（线面分析）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60A4DD0-7571-BADB-AB9D-7369A805A71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先想象一个基体，再根据视图中残缺顺次切割，最终成型</a:t>
            </a:r>
          </a:p>
        </p:txBody>
      </p:sp>
      <p:sp>
        <p:nvSpPr>
          <p:cNvPr id="89" name="Freeform 2">
            <a:extLst>
              <a:ext uri="{FF2B5EF4-FFF2-40B4-BE49-F238E27FC236}">
                <a16:creationId xmlns:a16="http://schemas.microsoft.com/office/drawing/2014/main" id="{8D02FB7D-6C06-5F73-AED4-22F88109DAF8}"/>
              </a:ext>
            </a:extLst>
          </p:cNvPr>
          <p:cNvSpPr>
            <a:spLocks/>
          </p:cNvSpPr>
          <p:nvPr/>
        </p:nvSpPr>
        <p:spPr bwMode="auto">
          <a:xfrm>
            <a:off x="13088777" y="4277152"/>
            <a:ext cx="184731" cy="646331"/>
          </a:xfrm>
          <a:custGeom>
            <a:avLst/>
            <a:gdLst>
              <a:gd name="T0" fmla="*/ 2147483647 w 1057"/>
              <a:gd name="T1" fmla="*/ 0 h 500"/>
              <a:gd name="T2" fmla="*/ 2147483647 w 1057"/>
              <a:gd name="T3" fmla="*/ 2147483647 h 500"/>
              <a:gd name="T4" fmla="*/ 2147483647 w 1057"/>
              <a:gd name="T5" fmla="*/ 2147483647 h 500"/>
              <a:gd name="T6" fmla="*/ 2147483647 w 1057"/>
              <a:gd name="T7" fmla="*/ 2147483647 h 500"/>
              <a:gd name="T8" fmla="*/ 2147483647 w 1057"/>
              <a:gd name="T9" fmla="*/ 2147483647 h 500"/>
              <a:gd name="T10" fmla="*/ 2147483647 w 1057"/>
              <a:gd name="T11" fmla="*/ 2147483647 h 500"/>
              <a:gd name="T12" fmla="*/ 0 w 1057"/>
              <a:gd name="T13" fmla="*/ 2147483647 h 500"/>
              <a:gd name="T14" fmla="*/ 2147483647 w 1057"/>
              <a:gd name="T15" fmla="*/ 2147483647 h 500"/>
              <a:gd name="T16" fmla="*/ 2147483647 w 1057"/>
              <a:gd name="T17" fmla="*/ 2147483647 h 500"/>
              <a:gd name="T18" fmla="*/ 2147483647 w 1057"/>
              <a:gd name="T19" fmla="*/ 2147483647 h 500"/>
              <a:gd name="T20" fmla="*/ 2147483647 w 1057"/>
              <a:gd name="T21" fmla="*/ 0 h 500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w 1057"/>
              <a:gd name="T34" fmla="*/ 0 h 500"/>
              <a:gd name="T35" fmla="*/ 1057 w 1057"/>
              <a:gd name="T36" fmla="*/ 500 h 500"/>
            </a:gdLst>
            <a:ahLst/>
            <a:cxnLst>
              <a:cxn ang="T22">
                <a:pos x="T0" y="T1"/>
              </a:cxn>
              <a:cxn ang="T23">
                <a:pos x="T2" y="T3"/>
              </a:cxn>
              <a:cxn ang="T24">
                <a:pos x="T4" y="T5"/>
              </a:cxn>
              <a:cxn ang="T25">
                <a:pos x="T6" y="T7"/>
              </a:cxn>
              <a:cxn ang="T26">
                <a:pos x="T8" y="T9"/>
              </a:cxn>
              <a:cxn ang="T27">
                <a:pos x="T10" y="T11"/>
              </a:cxn>
              <a:cxn ang="T28">
                <a:pos x="T12" y="T13"/>
              </a:cxn>
              <a:cxn ang="T29">
                <a:pos x="T14" y="T15"/>
              </a:cxn>
              <a:cxn ang="T30">
                <a:pos x="T16" y="T17"/>
              </a:cxn>
              <a:cxn ang="T31">
                <a:pos x="T18" y="T19"/>
              </a:cxn>
              <a:cxn ang="T32">
                <a:pos x="T20" y="T21"/>
              </a:cxn>
            </a:cxnLst>
            <a:rect l="T33" t="T34" r="T35" b="T36"/>
            <a:pathLst>
              <a:path w="1057" h="500">
                <a:moveTo>
                  <a:pt x="1" y="0"/>
                </a:moveTo>
                <a:lnTo>
                  <a:pt x="720" y="5"/>
                </a:lnTo>
                <a:lnTo>
                  <a:pt x="735" y="244"/>
                </a:lnTo>
                <a:lnTo>
                  <a:pt x="1057" y="244"/>
                </a:lnTo>
                <a:lnTo>
                  <a:pt x="1057" y="500"/>
                </a:lnTo>
                <a:lnTo>
                  <a:pt x="1" y="500"/>
                </a:lnTo>
                <a:lnTo>
                  <a:pt x="0" y="373"/>
                </a:lnTo>
                <a:lnTo>
                  <a:pt x="320" y="381"/>
                </a:lnTo>
                <a:lnTo>
                  <a:pt x="324" y="122"/>
                </a:lnTo>
                <a:lnTo>
                  <a:pt x="1" y="122"/>
                </a:lnTo>
                <a:lnTo>
                  <a:pt x="1" y="0"/>
                </a:lnTo>
                <a:close/>
              </a:path>
            </a:pathLst>
          </a:custGeom>
          <a:solidFill>
            <a:srgbClr val="DDDDDD"/>
          </a:solidFill>
          <a:ln>
            <a:noFill/>
          </a:ln>
          <a:extLst>
            <a:ext uri="{91240B29-F687-4F45-9708-019B960494DF}">
              <a14:hiddenLine xmlns:a14="http://schemas.microsoft.com/office/drawing/2010/main" w="12700" cap="flat" cmpd="sng">
                <a:solidFill>
                  <a:srgbClr val="000000"/>
                </a:solidFill>
                <a:prstDash val="solid"/>
                <a:round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pPr algn="l" defTabSz="1828800" hangingPunct="1"/>
            <a:endParaRPr lang="zh-CN" altLang="en-US" sz="3600" b="0" kern="1200">
              <a:solidFill>
                <a:prstClr val="black"/>
              </a:solidFill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90" name="Line 3">
            <a:extLst>
              <a:ext uri="{FF2B5EF4-FFF2-40B4-BE49-F238E27FC236}">
                <a16:creationId xmlns:a16="http://schemas.microsoft.com/office/drawing/2014/main" id="{7D652A09-7BCE-47B8-B52E-3C4FBAB0CCB5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14107952" y="4987669"/>
            <a:ext cx="0" cy="2063750"/>
          </a:xfrm>
          <a:prstGeom prst="line">
            <a:avLst/>
          </a:prstGeom>
          <a:noFill/>
          <a:ln w="19050">
            <a:solidFill>
              <a:schemeClr val="tx1"/>
            </a:solidFill>
            <a:prstDash val="lg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>
            <a:spAutoFit/>
          </a:bodyPr>
          <a:lstStyle/>
          <a:p>
            <a:pPr algn="l" defTabSz="1828800" hangingPunct="1"/>
            <a:endParaRPr lang="zh-CN" altLang="en-US" sz="3600" b="0" kern="1200">
              <a:solidFill>
                <a:prstClr val="black"/>
              </a:solidFill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91" name="Rectangle 4">
            <a:extLst>
              <a:ext uri="{FF2B5EF4-FFF2-40B4-BE49-F238E27FC236}">
                <a16:creationId xmlns:a16="http://schemas.microsoft.com/office/drawing/2014/main" id="{C55F9D49-C2F0-E4B9-DB21-EE17BFC4EDE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082426" y="5105828"/>
            <a:ext cx="3352800" cy="646331"/>
          </a:xfrm>
          <a:prstGeom prst="rect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>
            <a:spAutoFit/>
          </a:bodyPr>
          <a:lstStyle/>
          <a:p>
            <a:pPr algn="l" defTabSz="1828800" hangingPunct="1"/>
            <a:endParaRPr lang="zh-CN" altLang="en-US" sz="3600" b="0" kern="1200">
              <a:solidFill>
                <a:prstClr val="black"/>
              </a:solidFill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92" name="Line 5">
            <a:extLst>
              <a:ext uri="{FF2B5EF4-FFF2-40B4-BE49-F238E27FC236}">
                <a16:creationId xmlns:a16="http://schemas.microsoft.com/office/drawing/2014/main" id="{29E7CE89-5C4C-5A34-71B9-EBBE5AC50983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14107952" y="4209792"/>
            <a:ext cx="0" cy="777876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pPr algn="l" defTabSz="1828800" hangingPunct="1"/>
            <a:endParaRPr lang="zh-CN" altLang="en-US" sz="3600" b="0" kern="1200">
              <a:solidFill>
                <a:prstClr val="black"/>
              </a:solidFill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93" name="Line 6">
            <a:extLst>
              <a:ext uri="{FF2B5EF4-FFF2-40B4-BE49-F238E27FC236}">
                <a16:creationId xmlns:a16="http://schemas.microsoft.com/office/drawing/2014/main" id="{1E40A97B-9A6C-3F8F-09AA-E46FE8302037}"/>
              </a:ext>
            </a:extLst>
          </p:cNvPr>
          <p:cNvSpPr>
            <a:spLocks noChangeShapeType="1"/>
          </p:cNvSpPr>
          <p:nvPr/>
        </p:nvSpPr>
        <p:spPr bwMode="auto">
          <a:xfrm>
            <a:off x="13082427" y="4193918"/>
            <a:ext cx="1025526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>
            <a:spAutoFit/>
          </a:bodyPr>
          <a:lstStyle/>
          <a:p>
            <a:pPr algn="l" defTabSz="1828800" hangingPunct="1"/>
            <a:endParaRPr lang="zh-CN" altLang="en-US" sz="3600" b="0" kern="1200">
              <a:solidFill>
                <a:prstClr val="black"/>
              </a:solidFill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94" name="Line 7">
            <a:extLst>
              <a:ext uri="{FF2B5EF4-FFF2-40B4-BE49-F238E27FC236}">
                <a16:creationId xmlns:a16="http://schemas.microsoft.com/office/drawing/2014/main" id="{5BD5BE6A-84B4-064D-E4DA-F5E60A649D12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13082427" y="4987668"/>
            <a:ext cx="1025526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>
            <a:spAutoFit/>
          </a:bodyPr>
          <a:lstStyle/>
          <a:p>
            <a:pPr algn="l" defTabSz="1828800" hangingPunct="1"/>
            <a:endParaRPr lang="zh-CN" altLang="en-US" sz="3600" b="0" kern="1200">
              <a:solidFill>
                <a:prstClr val="black"/>
              </a:solidFill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95" name="Line 8">
            <a:extLst>
              <a:ext uri="{FF2B5EF4-FFF2-40B4-BE49-F238E27FC236}">
                <a16:creationId xmlns:a16="http://schemas.microsoft.com/office/drawing/2014/main" id="{12452212-3DAE-3D46-E289-4CC670F8A96E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15412876" y="3797042"/>
            <a:ext cx="0" cy="2428876"/>
          </a:xfrm>
          <a:prstGeom prst="line">
            <a:avLst/>
          </a:prstGeom>
          <a:noFill/>
          <a:ln w="19050">
            <a:solidFill>
              <a:schemeClr val="tx1"/>
            </a:solidFill>
            <a:prstDash val="lg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pPr algn="l" defTabSz="1828800" hangingPunct="1"/>
            <a:endParaRPr lang="zh-CN" altLang="en-US" sz="3600" b="0" kern="1200">
              <a:solidFill>
                <a:prstClr val="black"/>
              </a:solidFill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96" name="Line 9">
            <a:extLst>
              <a:ext uri="{FF2B5EF4-FFF2-40B4-BE49-F238E27FC236}">
                <a16:creationId xmlns:a16="http://schemas.microsoft.com/office/drawing/2014/main" id="{270A4EA8-E4FF-8918-03A5-F44D6572B2FD}"/>
              </a:ext>
            </a:extLst>
          </p:cNvPr>
          <p:cNvSpPr>
            <a:spLocks noChangeShapeType="1"/>
          </p:cNvSpPr>
          <p:nvPr/>
        </p:nvSpPr>
        <p:spPr bwMode="auto">
          <a:xfrm>
            <a:off x="15412877" y="6225918"/>
            <a:ext cx="1022350" cy="0"/>
          </a:xfrm>
          <a:prstGeom prst="line">
            <a:avLst/>
          </a:prstGeom>
          <a:noFill/>
          <a:ln w="19050">
            <a:solidFill>
              <a:schemeClr val="tx1"/>
            </a:solidFill>
            <a:prstDash val="lg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>
            <a:spAutoFit/>
          </a:bodyPr>
          <a:lstStyle/>
          <a:p>
            <a:pPr algn="l" defTabSz="1828800" hangingPunct="1"/>
            <a:endParaRPr lang="zh-CN" altLang="en-US" sz="3600" b="0" kern="1200">
              <a:solidFill>
                <a:prstClr val="black"/>
              </a:solidFill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97" name="Freeform 11">
            <a:extLst>
              <a:ext uri="{FF2B5EF4-FFF2-40B4-BE49-F238E27FC236}">
                <a16:creationId xmlns:a16="http://schemas.microsoft.com/office/drawing/2014/main" id="{D04AE002-59EE-0E91-E895-4097A29069F8}"/>
              </a:ext>
            </a:extLst>
          </p:cNvPr>
          <p:cNvSpPr>
            <a:spLocks/>
          </p:cNvSpPr>
          <p:nvPr/>
        </p:nvSpPr>
        <p:spPr bwMode="auto">
          <a:xfrm>
            <a:off x="8332627" y="8527792"/>
            <a:ext cx="2381250" cy="3176"/>
          </a:xfrm>
          <a:custGeom>
            <a:avLst/>
            <a:gdLst>
              <a:gd name="T0" fmla="*/ 0 w 1499"/>
              <a:gd name="T1" fmla="*/ 0 h 1588"/>
              <a:gd name="T2" fmla="*/ 2147483647 w 1499"/>
              <a:gd name="T3" fmla="*/ 0 h 1588"/>
              <a:gd name="T4" fmla="*/ 2147483647 w 1499"/>
              <a:gd name="T5" fmla="*/ 0 h 1588"/>
              <a:gd name="T6" fmla="*/ 0 60000 65536"/>
              <a:gd name="T7" fmla="*/ 0 60000 65536"/>
              <a:gd name="T8" fmla="*/ 0 60000 65536"/>
              <a:gd name="T9" fmla="*/ 0 w 1499"/>
              <a:gd name="T10" fmla="*/ 0 h 1588"/>
              <a:gd name="T11" fmla="*/ 1499 w 1499"/>
              <a:gd name="T12" fmla="*/ 1588 h 1588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499" h="1588">
                <a:moveTo>
                  <a:pt x="0" y="0"/>
                </a:moveTo>
                <a:lnTo>
                  <a:pt x="1498" y="0"/>
                </a:lnTo>
                <a:lnTo>
                  <a:pt x="1499" y="0"/>
                </a:lnTo>
              </a:path>
            </a:pathLst>
          </a:custGeom>
          <a:noFill/>
          <a:ln w="38100" cmpd="sng">
            <a:solidFill>
              <a:schemeClr val="tx2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pPr algn="l" defTabSz="1828800" hangingPunct="1"/>
            <a:endParaRPr lang="zh-CN" altLang="en-US" sz="3600" b="0" kern="1200">
              <a:solidFill>
                <a:prstClr val="black"/>
              </a:solidFill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98" name="Freeform 12">
            <a:extLst>
              <a:ext uri="{FF2B5EF4-FFF2-40B4-BE49-F238E27FC236}">
                <a16:creationId xmlns:a16="http://schemas.microsoft.com/office/drawing/2014/main" id="{C3A61CFF-00B4-C0AB-F209-E27AF79C67A6}"/>
              </a:ext>
            </a:extLst>
          </p:cNvPr>
          <p:cNvSpPr>
            <a:spLocks/>
          </p:cNvSpPr>
          <p:nvPr/>
        </p:nvSpPr>
        <p:spPr bwMode="auto">
          <a:xfrm>
            <a:off x="7567452" y="10848719"/>
            <a:ext cx="3146424" cy="3174"/>
          </a:xfrm>
          <a:custGeom>
            <a:avLst/>
            <a:gdLst>
              <a:gd name="T0" fmla="*/ 0 w 1982"/>
              <a:gd name="T1" fmla="*/ 0 h 1587"/>
              <a:gd name="T2" fmla="*/ 2147483647 w 1982"/>
              <a:gd name="T3" fmla="*/ 0 h 1587"/>
              <a:gd name="T4" fmla="*/ 2147483647 w 1982"/>
              <a:gd name="T5" fmla="*/ 0 h 1587"/>
              <a:gd name="T6" fmla="*/ 0 60000 65536"/>
              <a:gd name="T7" fmla="*/ 0 60000 65536"/>
              <a:gd name="T8" fmla="*/ 0 60000 65536"/>
              <a:gd name="T9" fmla="*/ 0 w 1982"/>
              <a:gd name="T10" fmla="*/ 0 h 1587"/>
              <a:gd name="T11" fmla="*/ 1982 w 1982"/>
              <a:gd name="T12" fmla="*/ 1587 h 1587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982" h="1587">
                <a:moveTo>
                  <a:pt x="0" y="0"/>
                </a:moveTo>
                <a:lnTo>
                  <a:pt x="1981" y="0"/>
                </a:lnTo>
                <a:lnTo>
                  <a:pt x="1982" y="0"/>
                </a:lnTo>
              </a:path>
            </a:pathLst>
          </a:custGeom>
          <a:noFill/>
          <a:ln w="38100" cmpd="sng">
            <a:solidFill>
              <a:schemeClr val="tx2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pPr algn="l" defTabSz="1828800" hangingPunct="1"/>
            <a:endParaRPr lang="zh-CN" altLang="en-US" sz="3600" b="0" kern="1200">
              <a:solidFill>
                <a:prstClr val="black"/>
              </a:solidFill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99" name="Freeform 13">
            <a:extLst>
              <a:ext uri="{FF2B5EF4-FFF2-40B4-BE49-F238E27FC236}">
                <a16:creationId xmlns:a16="http://schemas.microsoft.com/office/drawing/2014/main" id="{67DAAF9F-8B24-D19B-8FEF-338BE8F71805}"/>
              </a:ext>
            </a:extLst>
          </p:cNvPr>
          <p:cNvSpPr>
            <a:spLocks/>
          </p:cNvSpPr>
          <p:nvPr/>
        </p:nvSpPr>
        <p:spPr bwMode="auto">
          <a:xfrm>
            <a:off x="7567452" y="6222742"/>
            <a:ext cx="3146424" cy="3176"/>
          </a:xfrm>
          <a:custGeom>
            <a:avLst/>
            <a:gdLst>
              <a:gd name="T0" fmla="*/ 0 w 1982"/>
              <a:gd name="T1" fmla="*/ 0 h 1588"/>
              <a:gd name="T2" fmla="*/ 2147483647 w 1982"/>
              <a:gd name="T3" fmla="*/ 0 h 1588"/>
              <a:gd name="T4" fmla="*/ 2147483647 w 1982"/>
              <a:gd name="T5" fmla="*/ 0 h 1588"/>
              <a:gd name="T6" fmla="*/ 0 60000 65536"/>
              <a:gd name="T7" fmla="*/ 0 60000 65536"/>
              <a:gd name="T8" fmla="*/ 0 60000 65536"/>
              <a:gd name="T9" fmla="*/ 0 w 1982"/>
              <a:gd name="T10" fmla="*/ 0 h 1588"/>
              <a:gd name="T11" fmla="*/ 1982 w 1982"/>
              <a:gd name="T12" fmla="*/ 1588 h 1588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982" h="1588">
                <a:moveTo>
                  <a:pt x="0" y="0"/>
                </a:moveTo>
                <a:lnTo>
                  <a:pt x="1981" y="0"/>
                </a:lnTo>
                <a:lnTo>
                  <a:pt x="1982" y="0"/>
                </a:lnTo>
              </a:path>
            </a:pathLst>
          </a:custGeom>
          <a:noFill/>
          <a:ln w="38100" cmpd="sng">
            <a:solidFill>
              <a:schemeClr val="tx2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pPr algn="l" defTabSz="1828800" hangingPunct="1"/>
            <a:endParaRPr lang="zh-CN" altLang="en-US" sz="3600" b="0" kern="1200">
              <a:solidFill>
                <a:prstClr val="black"/>
              </a:solidFill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100" name="Freeform 14">
            <a:extLst>
              <a:ext uri="{FF2B5EF4-FFF2-40B4-BE49-F238E27FC236}">
                <a16:creationId xmlns:a16="http://schemas.microsoft.com/office/drawing/2014/main" id="{9B858743-66A3-ADB5-B43F-091E26F118CD}"/>
              </a:ext>
            </a:extLst>
          </p:cNvPr>
          <p:cNvSpPr>
            <a:spLocks/>
          </p:cNvSpPr>
          <p:nvPr/>
        </p:nvSpPr>
        <p:spPr bwMode="auto">
          <a:xfrm>
            <a:off x="5910103" y="7051419"/>
            <a:ext cx="4803774" cy="3174"/>
          </a:xfrm>
          <a:custGeom>
            <a:avLst/>
            <a:gdLst>
              <a:gd name="T0" fmla="*/ 0 w 3026"/>
              <a:gd name="T1" fmla="*/ 0 h 1587"/>
              <a:gd name="T2" fmla="*/ 2147483647 w 3026"/>
              <a:gd name="T3" fmla="*/ 0 h 1587"/>
              <a:gd name="T4" fmla="*/ 2147483647 w 3026"/>
              <a:gd name="T5" fmla="*/ 0 h 1587"/>
              <a:gd name="T6" fmla="*/ 0 60000 65536"/>
              <a:gd name="T7" fmla="*/ 0 60000 65536"/>
              <a:gd name="T8" fmla="*/ 0 60000 65536"/>
              <a:gd name="T9" fmla="*/ 0 w 3026"/>
              <a:gd name="T10" fmla="*/ 0 h 1587"/>
              <a:gd name="T11" fmla="*/ 3026 w 3026"/>
              <a:gd name="T12" fmla="*/ 1587 h 1587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3026" h="1587">
                <a:moveTo>
                  <a:pt x="0" y="0"/>
                </a:moveTo>
                <a:lnTo>
                  <a:pt x="3025" y="0"/>
                </a:lnTo>
                <a:lnTo>
                  <a:pt x="3026" y="0"/>
                </a:lnTo>
              </a:path>
            </a:pathLst>
          </a:custGeom>
          <a:noFill/>
          <a:ln w="38100" cmpd="sng">
            <a:solidFill>
              <a:schemeClr val="tx2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pPr algn="l" defTabSz="1828800" hangingPunct="1"/>
            <a:endParaRPr lang="zh-CN" altLang="en-US" sz="3600" b="0" kern="1200">
              <a:solidFill>
                <a:prstClr val="black"/>
              </a:solidFill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101" name="Freeform 15">
            <a:extLst>
              <a:ext uri="{FF2B5EF4-FFF2-40B4-BE49-F238E27FC236}">
                <a16:creationId xmlns:a16="http://schemas.microsoft.com/office/drawing/2014/main" id="{5CBE6E59-0AA8-9F8C-9304-5BB641A361EA}"/>
              </a:ext>
            </a:extLst>
          </p:cNvPr>
          <p:cNvSpPr>
            <a:spLocks/>
          </p:cNvSpPr>
          <p:nvPr/>
        </p:nvSpPr>
        <p:spPr bwMode="auto">
          <a:xfrm>
            <a:off x="5910103" y="11845669"/>
            <a:ext cx="4803774" cy="3174"/>
          </a:xfrm>
          <a:custGeom>
            <a:avLst/>
            <a:gdLst>
              <a:gd name="T0" fmla="*/ 0 w 3026"/>
              <a:gd name="T1" fmla="*/ 0 h 1587"/>
              <a:gd name="T2" fmla="*/ 2147483647 w 3026"/>
              <a:gd name="T3" fmla="*/ 0 h 1587"/>
              <a:gd name="T4" fmla="*/ 2147483647 w 3026"/>
              <a:gd name="T5" fmla="*/ 0 h 1587"/>
              <a:gd name="T6" fmla="*/ 0 60000 65536"/>
              <a:gd name="T7" fmla="*/ 0 60000 65536"/>
              <a:gd name="T8" fmla="*/ 0 60000 65536"/>
              <a:gd name="T9" fmla="*/ 0 w 3026"/>
              <a:gd name="T10" fmla="*/ 0 h 1587"/>
              <a:gd name="T11" fmla="*/ 3026 w 3026"/>
              <a:gd name="T12" fmla="*/ 1587 h 1587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3026" h="1587">
                <a:moveTo>
                  <a:pt x="0" y="0"/>
                </a:moveTo>
                <a:lnTo>
                  <a:pt x="3025" y="0"/>
                </a:lnTo>
                <a:lnTo>
                  <a:pt x="3026" y="0"/>
                </a:lnTo>
              </a:path>
            </a:pathLst>
          </a:custGeom>
          <a:noFill/>
          <a:ln w="38100" cmpd="sng">
            <a:solidFill>
              <a:schemeClr val="tx2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pPr algn="l" defTabSz="1828800" hangingPunct="1"/>
            <a:endParaRPr lang="zh-CN" altLang="en-US" sz="3600" b="0" kern="1200">
              <a:solidFill>
                <a:prstClr val="black"/>
              </a:solidFill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102" name="Freeform 16">
            <a:extLst>
              <a:ext uri="{FF2B5EF4-FFF2-40B4-BE49-F238E27FC236}">
                <a16:creationId xmlns:a16="http://schemas.microsoft.com/office/drawing/2014/main" id="{D51167CC-04E2-52AA-EE9D-3E5B2D561095}"/>
              </a:ext>
            </a:extLst>
          </p:cNvPr>
          <p:cNvSpPr>
            <a:spLocks/>
          </p:cNvSpPr>
          <p:nvPr/>
        </p:nvSpPr>
        <p:spPr bwMode="auto">
          <a:xfrm>
            <a:off x="5910102" y="3797043"/>
            <a:ext cx="3251200" cy="1597026"/>
          </a:xfrm>
          <a:custGeom>
            <a:avLst/>
            <a:gdLst>
              <a:gd name="T0" fmla="*/ 2147483647 w 2049"/>
              <a:gd name="T1" fmla="*/ 0 h 1005"/>
              <a:gd name="T2" fmla="*/ 0 w 2049"/>
              <a:gd name="T3" fmla="*/ 2147483647 h 1005"/>
              <a:gd name="T4" fmla="*/ 2147483647 w 2049"/>
              <a:gd name="T5" fmla="*/ 2147483647 h 1005"/>
              <a:gd name="T6" fmla="*/ 0 60000 65536"/>
              <a:gd name="T7" fmla="*/ 0 60000 65536"/>
              <a:gd name="T8" fmla="*/ 0 60000 65536"/>
              <a:gd name="T9" fmla="*/ 0 w 2049"/>
              <a:gd name="T10" fmla="*/ 0 h 1005"/>
              <a:gd name="T11" fmla="*/ 2049 w 2049"/>
              <a:gd name="T12" fmla="*/ 1005 h 1005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049" h="1005">
                <a:moveTo>
                  <a:pt x="2049" y="0"/>
                </a:moveTo>
                <a:lnTo>
                  <a:pt x="0" y="1005"/>
                </a:lnTo>
                <a:lnTo>
                  <a:pt x="1" y="1005"/>
                </a:lnTo>
              </a:path>
            </a:pathLst>
          </a:custGeom>
          <a:noFill/>
          <a:ln w="38100" cmpd="sng">
            <a:solidFill>
              <a:schemeClr val="tx2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pPr algn="l" defTabSz="1828800" hangingPunct="1"/>
            <a:endParaRPr lang="zh-CN" altLang="en-US" sz="3600" b="0" kern="1200">
              <a:solidFill>
                <a:prstClr val="black"/>
              </a:solidFill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103" name="Freeform 17">
            <a:extLst>
              <a:ext uri="{FF2B5EF4-FFF2-40B4-BE49-F238E27FC236}">
                <a16:creationId xmlns:a16="http://schemas.microsoft.com/office/drawing/2014/main" id="{CAF37511-B903-E984-4AEA-6EFA2808BA30}"/>
              </a:ext>
            </a:extLst>
          </p:cNvPr>
          <p:cNvSpPr>
            <a:spLocks/>
          </p:cNvSpPr>
          <p:nvPr/>
        </p:nvSpPr>
        <p:spPr bwMode="auto">
          <a:xfrm>
            <a:off x="7567453" y="4581269"/>
            <a:ext cx="3174" cy="1641474"/>
          </a:xfrm>
          <a:custGeom>
            <a:avLst/>
            <a:gdLst>
              <a:gd name="T0" fmla="*/ 0 w 1"/>
              <a:gd name="T1" fmla="*/ 2147483647 h 1033"/>
              <a:gd name="T2" fmla="*/ 0 w 1"/>
              <a:gd name="T3" fmla="*/ 0 h 1033"/>
              <a:gd name="T4" fmla="*/ 2147483647 w 1"/>
              <a:gd name="T5" fmla="*/ 0 h 1033"/>
              <a:gd name="T6" fmla="*/ 0 60000 65536"/>
              <a:gd name="T7" fmla="*/ 0 60000 65536"/>
              <a:gd name="T8" fmla="*/ 0 60000 65536"/>
              <a:gd name="T9" fmla="*/ 0 w 1"/>
              <a:gd name="T10" fmla="*/ 0 h 1033"/>
              <a:gd name="T11" fmla="*/ 1 w 1"/>
              <a:gd name="T12" fmla="*/ 1033 h 1033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" h="1033">
                <a:moveTo>
                  <a:pt x="0" y="1033"/>
                </a:moveTo>
                <a:lnTo>
                  <a:pt x="0" y="0"/>
                </a:lnTo>
                <a:lnTo>
                  <a:pt x="1" y="0"/>
                </a:lnTo>
              </a:path>
            </a:pathLst>
          </a:custGeom>
          <a:noFill/>
          <a:ln w="38100" cmpd="sng">
            <a:solidFill>
              <a:schemeClr val="tx2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pPr algn="l" defTabSz="1828800" hangingPunct="1"/>
            <a:endParaRPr lang="zh-CN" altLang="en-US" sz="3600" b="0" kern="1200">
              <a:solidFill>
                <a:prstClr val="black"/>
              </a:solidFill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  <p:grpSp>
        <p:nvGrpSpPr>
          <p:cNvPr id="104" name="Group 18">
            <a:extLst>
              <a:ext uri="{FF2B5EF4-FFF2-40B4-BE49-F238E27FC236}">
                <a16:creationId xmlns:a16="http://schemas.microsoft.com/office/drawing/2014/main" id="{CBAE4130-2D31-2204-D3D4-588E0ABFFD72}"/>
              </a:ext>
            </a:extLst>
          </p:cNvPr>
          <p:cNvGrpSpPr>
            <a:grpSpLocks/>
          </p:cNvGrpSpPr>
          <p:nvPr/>
        </p:nvGrpSpPr>
        <p:grpSpPr bwMode="auto">
          <a:xfrm>
            <a:off x="8332626" y="4206618"/>
            <a:ext cx="3176" cy="2844800"/>
            <a:chOff x="1590" y="937"/>
            <a:chExt cx="1" cy="896"/>
          </a:xfrm>
        </p:grpSpPr>
        <p:sp>
          <p:nvSpPr>
            <p:cNvPr id="105" name="Freeform 19">
              <a:extLst>
                <a:ext uri="{FF2B5EF4-FFF2-40B4-BE49-F238E27FC236}">
                  <a16:creationId xmlns:a16="http://schemas.microsoft.com/office/drawing/2014/main" id="{D3967205-94FF-246E-1894-1A289E9DA347}"/>
                </a:ext>
              </a:extLst>
            </p:cNvPr>
            <p:cNvSpPr>
              <a:spLocks/>
            </p:cNvSpPr>
            <p:nvPr/>
          </p:nvSpPr>
          <p:spPr bwMode="auto">
            <a:xfrm>
              <a:off x="1590" y="1684"/>
              <a:ext cx="1" cy="149"/>
            </a:xfrm>
            <a:custGeom>
              <a:avLst/>
              <a:gdLst>
                <a:gd name="T0" fmla="*/ 0 w 1"/>
                <a:gd name="T1" fmla="*/ 5 h 298"/>
                <a:gd name="T2" fmla="*/ 0 w 1"/>
                <a:gd name="T3" fmla="*/ 0 h 298"/>
                <a:gd name="T4" fmla="*/ 1 w 1"/>
                <a:gd name="T5" fmla="*/ 0 h 298"/>
                <a:gd name="T6" fmla="*/ 0 60000 65536"/>
                <a:gd name="T7" fmla="*/ 0 60000 65536"/>
                <a:gd name="T8" fmla="*/ 0 60000 65536"/>
                <a:gd name="T9" fmla="*/ 0 w 1"/>
                <a:gd name="T10" fmla="*/ 0 h 298"/>
                <a:gd name="T11" fmla="*/ 1 w 1"/>
                <a:gd name="T12" fmla="*/ 298 h 298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" h="298">
                  <a:moveTo>
                    <a:pt x="0" y="298"/>
                  </a:moveTo>
                  <a:lnTo>
                    <a:pt x="0" y="0"/>
                  </a:lnTo>
                  <a:lnTo>
                    <a:pt x="1" y="0"/>
                  </a:lnTo>
                </a:path>
              </a:pathLst>
            </a:custGeom>
            <a:noFill/>
            <a:ln w="19050" cmpd="sng">
              <a:solidFill>
                <a:schemeClr val="tx2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06" name="Freeform 20">
              <a:extLst>
                <a:ext uri="{FF2B5EF4-FFF2-40B4-BE49-F238E27FC236}">
                  <a16:creationId xmlns:a16="http://schemas.microsoft.com/office/drawing/2014/main" id="{3DC904C9-C7C4-8567-EED2-353B12D211CD}"/>
                </a:ext>
              </a:extLst>
            </p:cNvPr>
            <p:cNvSpPr>
              <a:spLocks/>
            </p:cNvSpPr>
            <p:nvPr/>
          </p:nvSpPr>
          <p:spPr bwMode="auto">
            <a:xfrm>
              <a:off x="1590" y="1497"/>
              <a:ext cx="1" cy="149"/>
            </a:xfrm>
            <a:custGeom>
              <a:avLst/>
              <a:gdLst>
                <a:gd name="T0" fmla="*/ 0 w 1"/>
                <a:gd name="T1" fmla="*/ 4 h 299"/>
                <a:gd name="T2" fmla="*/ 0 w 1"/>
                <a:gd name="T3" fmla="*/ 0 h 299"/>
                <a:gd name="T4" fmla="*/ 1 w 1"/>
                <a:gd name="T5" fmla="*/ 0 h 299"/>
                <a:gd name="T6" fmla="*/ 0 60000 65536"/>
                <a:gd name="T7" fmla="*/ 0 60000 65536"/>
                <a:gd name="T8" fmla="*/ 0 60000 65536"/>
                <a:gd name="T9" fmla="*/ 0 w 1"/>
                <a:gd name="T10" fmla="*/ 0 h 299"/>
                <a:gd name="T11" fmla="*/ 1 w 1"/>
                <a:gd name="T12" fmla="*/ 299 h 299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" h="299">
                  <a:moveTo>
                    <a:pt x="0" y="299"/>
                  </a:moveTo>
                  <a:lnTo>
                    <a:pt x="0" y="0"/>
                  </a:lnTo>
                  <a:lnTo>
                    <a:pt x="1" y="0"/>
                  </a:lnTo>
                </a:path>
              </a:pathLst>
            </a:custGeom>
            <a:noFill/>
            <a:ln w="19050" cmpd="sng">
              <a:solidFill>
                <a:schemeClr val="tx2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07" name="Freeform 21">
              <a:extLst>
                <a:ext uri="{FF2B5EF4-FFF2-40B4-BE49-F238E27FC236}">
                  <a16:creationId xmlns:a16="http://schemas.microsoft.com/office/drawing/2014/main" id="{212F8EA1-D1BF-BA81-8896-E370167E7464}"/>
                </a:ext>
              </a:extLst>
            </p:cNvPr>
            <p:cNvSpPr>
              <a:spLocks/>
            </p:cNvSpPr>
            <p:nvPr/>
          </p:nvSpPr>
          <p:spPr bwMode="auto">
            <a:xfrm>
              <a:off x="1590" y="1310"/>
              <a:ext cx="1" cy="149"/>
            </a:xfrm>
            <a:custGeom>
              <a:avLst/>
              <a:gdLst>
                <a:gd name="T0" fmla="*/ 0 w 1"/>
                <a:gd name="T1" fmla="*/ 4 h 299"/>
                <a:gd name="T2" fmla="*/ 0 w 1"/>
                <a:gd name="T3" fmla="*/ 0 h 299"/>
                <a:gd name="T4" fmla="*/ 1 w 1"/>
                <a:gd name="T5" fmla="*/ 0 h 299"/>
                <a:gd name="T6" fmla="*/ 0 60000 65536"/>
                <a:gd name="T7" fmla="*/ 0 60000 65536"/>
                <a:gd name="T8" fmla="*/ 0 60000 65536"/>
                <a:gd name="T9" fmla="*/ 0 w 1"/>
                <a:gd name="T10" fmla="*/ 0 h 299"/>
                <a:gd name="T11" fmla="*/ 1 w 1"/>
                <a:gd name="T12" fmla="*/ 299 h 299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" h="299">
                  <a:moveTo>
                    <a:pt x="0" y="299"/>
                  </a:moveTo>
                  <a:lnTo>
                    <a:pt x="0" y="0"/>
                  </a:lnTo>
                  <a:lnTo>
                    <a:pt x="1" y="0"/>
                  </a:lnTo>
                </a:path>
              </a:pathLst>
            </a:custGeom>
            <a:noFill/>
            <a:ln w="19050" cmpd="sng">
              <a:solidFill>
                <a:schemeClr val="tx2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08" name="Freeform 22">
              <a:extLst>
                <a:ext uri="{FF2B5EF4-FFF2-40B4-BE49-F238E27FC236}">
                  <a16:creationId xmlns:a16="http://schemas.microsoft.com/office/drawing/2014/main" id="{D9EF869F-5666-F63F-A264-F3C123397BE2}"/>
                </a:ext>
              </a:extLst>
            </p:cNvPr>
            <p:cNvSpPr>
              <a:spLocks/>
            </p:cNvSpPr>
            <p:nvPr/>
          </p:nvSpPr>
          <p:spPr bwMode="auto">
            <a:xfrm>
              <a:off x="1590" y="1123"/>
              <a:ext cx="1" cy="149"/>
            </a:xfrm>
            <a:custGeom>
              <a:avLst/>
              <a:gdLst>
                <a:gd name="T0" fmla="*/ 0 w 1"/>
                <a:gd name="T1" fmla="*/ 4 h 300"/>
                <a:gd name="T2" fmla="*/ 0 w 1"/>
                <a:gd name="T3" fmla="*/ 0 h 300"/>
                <a:gd name="T4" fmla="*/ 1 w 1"/>
                <a:gd name="T5" fmla="*/ 0 h 300"/>
                <a:gd name="T6" fmla="*/ 0 60000 65536"/>
                <a:gd name="T7" fmla="*/ 0 60000 65536"/>
                <a:gd name="T8" fmla="*/ 0 60000 65536"/>
                <a:gd name="T9" fmla="*/ 0 w 1"/>
                <a:gd name="T10" fmla="*/ 0 h 300"/>
                <a:gd name="T11" fmla="*/ 1 w 1"/>
                <a:gd name="T12" fmla="*/ 300 h 3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" h="300">
                  <a:moveTo>
                    <a:pt x="0" y="300"/>
                  </a:moveTo>
                  <a:lnTo>
                    <a:pt x="0" y="0"/>
                  </a:lnTo>
                  <a:lnTo>
                    <a:pt x="1" y="0"/>
                  </a:lnTo>
                </a:path>
              </a:pathLst>
            </a:custGeom>
            <a:noFill/>
            <a:ln w="19050" cmpd="sng">
              <a:solidFill>
                <a:schemeClr val="tx2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09" name="Freeform 23">
              <a:extLst>
                <a:ext uri="{FF2B5EF4-FFF2-40B4-BE49-F238E27FC236}">
                  <a16:creationId xmlns:a16="http://schemas.microsoft.com/office/drawing/2014/main" id="{98A32FEE-BA41-C66D-BAA4-86504A2ADF76}"/>
                </a:ext>
              </a:extLst>
            </p:cNvPr>
            <p:cNvSpPr>
              <a:spLocks/>
            </p:cNvSpPr>
            <p:nvPr/>
          </p:nvSpPr>
          <p:spPr bwMode="auto">
            <a:xfrm>
              <a:off x="1590" y="937"/>
              <a:ext cx="1" cy="149"/>
            </a:xfrm>
            <a:custGeom>
              <a:avLst/>
              <a:gdLst>
                <a:gd name="T0" fmla="*/ 0 w 1"/>
                <a:gd name="T1" fmla="*/ 4 h 299"/>
                <a:gd name="T2" fmla="*/ 0 w 1"/>
                <a:gd name="T3" fmla="*/ 0 h 299"/>
                <a:gd name="T4" fmla="*/ 1 w 1"/>
                <a:gd name="T5" fmla="*/ 0 h 299"/>
                <a:gd name="T6" fmla="*/ 0 60000 65536"/>
                <a:gd name="T7" fmla="*/ 0 60000 65536"/>
                <a:gd name="T8" fmla="*/ 0 60000 65536"/>
                <a:gd name="T9" fmla="*/ 0 w 1"/>
                <a:gd name="T10" fmla="*/ 0 h 299"/>
                <a:gd name="T11" fmla="*/ 1 w 1"/>
                <a:gd name="T12" fmla="*/ 299 h 299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" h="299">
                  <a:moveTo>
                    <a:pt x="0" y="299"/>
                  </a:moveTo>
                  <a:lnTo>
                    <a:pt x="0" y="0"/>
                  </a:lnTo>
                  <a:lnTo>
                    <a:pt x="1" y="0"/>
                  </a:lnTo>
                </a:path>
              </a:pathLst>
            </a:custGeom>
            <a:noFill/>
            <a:ln w="19050" cmpd="sng">
              <a:solidFill>
                <a:schemeClr val="tx2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</p:grpSp>
      <p:sp>
        <p:nvSpPr>
          <p:cNvPr id="110" name="Freeform 24">
            <a:extLst>
              <a:ext uri="{FF2B5EF4-FFF2-40B4-BE49-F238E27FC236}">
                <a16:creationId xmlns:a16="http://schemas.microsoft.com/office/drawing/2014/main" id="{F7C25DE0-B058-5519-3192-3D39E4BAF8AC}"/>
              </a:ext>
            </a:extLst>
          </p:cNvPr>
          <p:cNvSpPr>
            <a:spLocks/>
          </p:cNvSpPr>
          <p:nvPr/>
        </p:nvSpPr>
        <p:spPr bwMode="auto">
          <a:xfrm>
            <a:off x="5910103" y="5394069"/>
            <a:ext cx="3174" cy="1657350"/>
          </a:xfrm>
          <a:custGeom>
            <a:avLst/>
            <a:gdLst>
              <a:gd name="T0" fmla="*/ 0 w 1"/>
              <a:gd name="T1" fmla="*/ 2147483647 h 1044"/>
              <a:gd name="T2" fmla="*/ 0 w 1"/>
              <a:gd name="T3" fmla="*/ 0 h 1044"/>
              <a:gd name="T4" fmla="*/ 2147483647 w 1"/>
              <a:gd name="T5" fmla="*/ 0 h 1044"/>
              <a:gd name="T6" fmla="*/ 0 60000 65536"/>
              <a:gd name="T7" fmla="*/ 0 60000 65536"/>
              <a:gd name="T8" fmla="*/ 0 60000 65536"/>
              <a:gd name="T9" fmla="*/ 0 w 1"/>
              <a:gd name="T10" fmla="*/ 0 h 1044"/>
              <a:gd name="T11" fmla="*/ 1 w 1"/>
              <a:gd name="T12" fmla="*/ 1044 h 1044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" h="1044">
                <a:moveTo>
                  <a:pt x="0" y="1044"/>
                </a:moveTo>
                <a:lnTo>
                  <a:pt x="0" y="0"/>
                </a:lnTo>
                <a:lnTo>
                  <a:pt x="1" y="0"/>
                </a:lnTo>
              </a:path>
            </a:pathLst>
          </a:custGeom>
          <a:noFill/>
          <a:ln w="38100" cmpd="sng">
            <a:solidFill>
              <a:schemeClr val="tx2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pPr algn="l" defTabSz="1828800" hangingPunct="1"/>
            <a:endParaRPr lang="zh-CN" altLang="en-US" sz="3600" b="0" kern="1200">
              <a:solidFill>
                <a:prstClr val="black"/>
              </a:solidFill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  <p:grpSp>
        <p:nvGrpSpPr>
          <p:cNvPr id="111" name="Group 25">
            <a:extLst>
              <a:ext uri="{FF2B5EF4-FFF2-40B4-BE49-F238E27FC236}">
                <a16:creationId xmlns:a16="http://schemas.microsoft.com/office/drawing/2014/main" id="{79EF9784-9630-FCF2-CD03-3160B1A74D5C}"/>
              </a:ext>
            </a:extLst>
          </p:cNvPr>
          <p:cNvGrpSpPr>
            <a:grpSpLocks/>
          </p:cNvGrpSpPr>
          <p:nvPr/>
        </p:nvGrpSpPr>
        <p:grpSpPr bwMode="auto">
          <a:xfrm>
            <a:off x="6738776" y="4987669"/>
            <a:ext cx="3176" cy="2063750"/>
            <a:chOff x="1088" y="1183"/>
            <a:chExt cx="1" cy="650"/>
          </a:xfrm>
        </p:grpSpPr>
        <p:sp>
          <p:nvSpPr>
            <p:cNvPr id="112" name="Freeform 26">
              <a:extLst>
                <a:ext uri="{FF2B5EF4-FFF2-40B4-BE49-F238E27FC236}">
                  <a16:creationId xmlns:a16="http://schemas.microsoft.com/office/drawing/2014/main" id="{CADEEABB-CCF7-0237-DC10-12261FCDD12D}"/>
                </a:ext>
              </a:extLst>
            </p:cNvPr>
            <p:cNvSpPr>
              <a:spLocks/>
            </p:cNvSpPr>
            <p:nvPr/>
          </p:nvSpPr>
          <p:spPr bwMode="auto">
            <a:xfrm>
              <a:off x="1088" y="1713"/>
              <a:ext cx="1" cy="120"/>
            </a:xfrm>
            <a:custGeom>
              <a:avLst/>
              <a:gdLst>
                <a:gd name="T0" fmla="*/ 0 w 1"/>
                <a:gd name="T1" fmla="*/ 4 h 239"/>
                <a:gd name="T2" fmla="*/ 0 w 1"/>
                <a:gd name="T3" fmla="*/ 0 h 239"/>
                <a:gd name="T4" fmla="*/ 1 w 1"/>
                <a:gd name="T5" fmla="*/ 0 h 239"/>
                <a:gd name="T6" fmla="*/ 0 60000 65536"/>
                <a:gd name="T7" fmla="*/ 0 60000 65536"/>
                <a:gd name="T8" fmla="*/ 0 60000 65536"/>
                <a:gd name="T9" fmla="*/ 0 w 1"/>
                <a:gd name="T10" fmla="*/ 0 h 239"/>
                <a:gd name="T11" fmla="*/ 1 w 1"/>
                <a:gd name="T12" fmla="*/ 239 h 239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" h="239">
                  <a:moveTo>
                    <a:pt x="0" y="239"/>
                  </a:moveTo>
                  <a:lnTo>
                    <a:pt x="0" y="0"/>
                  </a:lnTo>
                  <a:lnTo>
                    <a:pt x="1" y="0"/>
                  </a:lnTo>
                </a:path>
              </a:pathLst>
            </a:custGeom>
            <a:noFill/>
            <a:ln w="19050" cmpd="sng">
              <a:solidFill>
                <a:schemeClr val="tx2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13" name="Freeform 27">
              <a:extLst>
                <a:ext uri="{FF2B5EF4-FFF2-40B4-BE49-F238E27FC236}">
                  <a16:creationId xmlns:a16="http://schemas.microsoft.com/office/drawing/2014/main" id="{2718B95D-59A8-47D8-5555-4439375FE6F5}"/>
                </a:ext>
              </a:extLst>
            </p:cNvPr>
            <p:cNvSpPr>
              <a:spLocks/>
            </p:cNvSpPr>
            <p:nvPr/>
          </p:nvSpPr>
          <p:spPr bwMode="auto">
            <a:xfrm>
              <a:off x="1088" y="1527"/>
              <a:ext cx="1" cy="149"/>
            </a:xfrm>
            <a:custGeom>
              <a:avLst/>
              <a:gdLst>
                <a:gd name="T0" fmla="*/ 0 w 1"/>
                <a:gd name="T1" fmla="*/ 5 h 298"/>
                <a:gd name="T2" fmla="*/ 0 w 1"/>
                <a:gd name="T3" fmla="*/ 0 h 298"/>
                <a:gd name="T4" fmla="*/ 1 w 1"/>
                <a:gd name="T5" fmla="*/ 0 h 298"/>
                <a:gd name="T6" fmla="*/ 0 60000 65536"/>
                <a:gd name="T7" fmla="*/ 0 60000 65536"/>
                <a:gd name="T8" fmla="*/ 0 60000 65536"/>
                <a:gd name="T9" fmla="*/ 0 w 1"/>
                <a:gd name="T10" fmla="*/ 0 h 298"/>
                <a:gd name="T11" fmla="*/ 1 w 1"/>
                <a:gd name="T12" fmla="*/ 298 h 298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" h="298">
                  <a:moveTo>
                    <a:pt x="0" y="298"/>
                  </a:moveTo>
                  <a:lnTo>
                    <a:pt x="0" y="0"/>
                  </a:lnTo>
                  <a:lnTo>
                    <a:pt x="1" y="0"/>
                  </a:lnTo>
                </a:path>
              </a:pathLst>
            </a:custGeom>
            <a:noFill/>
            <a:ln w="19050" cmpd="sng">
              <a:solidFill>
                <a:schemeClr val="tx2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14" name="Freeform 28">
              <a:extLst>
                <a:ext uri="{FF2B5EF4-FFF2-40B4-BE49-F238E27FC236}">
                  <a16:creationId xmlns:a16="http://schemas.microsoft.com/office/drawing/2014/main" id="{9486A11E-306D-9D76-63EE-7305247CCCB4}"/>
                </a:ext>
              </a:extLst>
            </p:cNvPr>
            <p:cNvSpPr>
              <a:spLocks/>
            </p:cNvSpPr>
            <p:nvPr/>
          </p:nvSpPr>
          <p:spPr bwMode="auto">
            <a:xfrm>
              <a:off x="1088" y="1340"/>
              <a:ext cx="1" cy="149"/>
            </a:xfrm>
            <a:custGeom>
              <a:avLst/>
              <a:gdLst>
                <a:gd name="T0" fmla="*/ 0 w 1"/>
                <a:gd name="T1" fmla="*/ 4 h 300"/>
                <a:gd name="T2" fmla="*/ 0 w 1"/>
                <a:gd name="T3" fmla="*/ 0 h 300"/>
                <a:gd name="T4" fmla="*/ 1 w 1"/>
                <a:gd name="T5" fmla="*/ 0 h 300"/>
                <a:gd name="T6" fmla="*/ 0 60000 65536"/>
                <a:gd name="T7" fmla="*/ 0 60000 65536"/>
                <a:gd name="T8" fmla="*/ 0 60000 65536"/>
                <a:gd name="T9" fmla="*/ 0 w 1"/>
                <a:gd name="T10" fmla="*/ 0 h 300"/>
                <a:gd name="T11" fmla="*/ 1 w 1"/>
                <a:gd name="T12" fmla="*/ 300 h 3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" h="300">
                  <a:moveTo>
                    <a:pt x="0" y="300"/>
                  </a:moveTo>
                  <a:lnTo>
                    <a:pt x="0" y="0"/>
                  </a:lnTo>
                  <a:lnTo>
                    <a:pt x="1" y="0"/>
                  </a:lnTo>
                </a:path>
              </a:pathLst>
            </a:custGeom>
            <a:noFill/>
            <a:ln w="19050" cmpd="sng">
              <a:solidFill>
                <a:schemeClr val="tx2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15" name="Freeform 29">
              <a:extLst>
                <a:ext uri="{FF2B5EF4-FFF2-40B4-BE49-F238E27FC236}">
                  <a16:creationId xmlns:a16="http://schemas.microsoft.com/office/drawing/2014/main" id="{593210F9-981C-A733-4B20-6280B48C12D6}"/>
                </a:ext>
              </a:extLst>
            </p:cNvPr>
            <p:cNvSpPr>
              <a:spLocks/>
            </p:cNvSpPr>
            <p:nvPr/>
          </p:nvSpPr>
          <p:spPr bwMode="auto">
            <a:xfrm>
              <a:off x="1088" y="1183"/>
              <a:ext cx="1" cy="119"/>
            </a:xfrm>
            <a:custGeom>
              <a:avLst/>
              <a:gdLst>
                <a:gd name="T0" fmla="*/ 0 w 1"/>
                <a:gd name="T1" fmla="*/ 3 h 240"/>
                <a:gd name="T2" fmla="*/ 0 w 1"/>
                <a:gd name="T3" fmla="*/ 0 h 240"/>
                <a:gd name="T4" fmla="*/ 1 w 1"/>
                <a:gd name="T5" fmla="*/ 0 h 240"/>
                <a:gd name="T6" fmla="*/ 0 60000 65536"/>
                <a:gd name="T7" fmla="*/ 0 60000 65536"/>
                <a:gd name="T8" fmla="*/ 0 60000 65536"/>
                <a:gd name="T9" fmla="*/ 0 w 1"/>
                <a:gd name="T10" fmla="*/ 0 h 240"/>
                <a:gd name="T11" fmla="*/ 1 w 1"/>
                <a:gd name="T12" fmla="*/ 240 h 24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" h="240">
                  <a:moveTo>
                    <a:pt x="0" y="240"/>
                  </a:moveTo>
                  <a:lnTo>
                    <a:pt x="0" y="0"/>
                  </a:lnTo>
                  <a:lnTo>
                    <a:pt x="1" y="0"/>
                  </a:lnTo>
                </a:path>
              </a:pathLst>
            </a:custGeom>
            <a:noFill/>
            <a:ln w="19050" cmpd="sng">
              <a:solidFill>
                <a:schemeClr val="tx2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</p:grpSp>
      <p:sp>
        <p:nvSpPr>
          <p:cNvPr id="116" name="Freeform 30">
            <a:extLst>
              <a:ext uri="{FF2B5EF4-FFF2-40B4-BE49-F238E27FC236}">
                <a16:creationId xmlns:a16="http://schemas.microsoft.com/office/drawing/2014/main" id="{FBFA3425-F1F1-BE2F-6A28-300522466CEC}"/>
              </a:ext>
            </a:extLst>
          </p:cNvPr>
          <p:cNvSpPr>
            <a:spLocks/>
          </p:cNvSpPr>
          <p:nvPr/>
        </p:nvSpPr>
        <p:spPr bwMode="auto">
          <a:xfrm>
            <a:off x="7567453" y="10848719"/>
            <a:ext cx="3174" cy="996950"/>
          </a:xfrm>
          <a:custGeom>
            <a:avLst/>
            <a:gdLst>
              <a:gd name="T0" fmla="*/ 0 w 1"/>
              <a:gd name="T1" fmla="*/ 0 h 628"/>
              <a:gd name="T2" fmla="*/ 0 w 1"/>
              <a:gd name="T3" fmla="*/ 2147483647 h 628"/>
              <a:gd name="T4" fmla="*/ 2147483647 w 1"/>
              <a:gd name="T5" fmla="*/ 2147483647 h 628"/>
              <a:gd name="T6" fmla="*/ 0 60000 65536"/>
              <a:gd name="T7" fmla="*/ 0 60000 65536"/>
              <a:gd name="T8" fmla="*/ 0 60000 65536"/>
              <a:gd name="T9" fmla="*/ 0 w 1"/>
              <a:gd name="T10" fmla="*/ 0 h 628"/>
              <a:gd name="T11" fmla="*/ 1 w 1"/>
              <a:gd name="T12" fmla="*/ 628 h 628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" h="628">
                <a:moveTo>
                  <a:pt x="0" y="0"/>
                </a:moveTo>
                <a:lnTo>
                  <a:pt x="0" y="628"/>
                </a:lnTo>
                <a:lnTo>
                  <a:pt x="1" y="628"/>
                </a:lnTo>
              </a:path>
            </a:pathLst>
          </a:custGeom>
          <a:noFill/>
          <a:ln w="38100" cmpd="sng">
            <a:solidFill>
              <a:schemeClr val="tx2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pPr algn="l" defTabSz="1828800" hangingPunct="1"/>
            <a:endParaRPr lang="zh-CN" altLang="en-US" sz="3600" b="0" kern="1200">
              <a:solidFill>
                <a:prstClr val="black"/>
              </a:solidFill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117" name="Freeform 31">
            <a:extLst>
              <a:ext uri="{FF2B5EF4-FFF2-40B4-BE49-F238E27FC236}">
                <a16:creationId xmlns:a16="http://schemas.microsoft.com/office/drawing/2014/main" id="{06D33D45-C689-272B-F472-ABEC4F4DCC8A}"/>
              </a:ext>
            </a:extLst>
          </p:cNvPr>
          <p:cNvSpPr>
            <a:spLocks/>
          </p:cNvSpPr>
          <p:nvPr/>
        </p:nvSpPr>
        <p:spPr bwMode="auto">
          <a:xfrm>
            <a:off x="5910103" y="8527792"/>
            <a:ext cx="3174" cy="3317876"/>
          </a:xfrm>
          <a:custGeom>
            <a:avLst/>
            <a:gdLst>
              <a:gd name="T0" fmla="*/ 0 w 1"/>
              <a:gd name="T1" fmla="*/ 0 h 2090"/>
              <a:gd name="T2" fmla="*/ 0 w 1"/>
              <a:gd name="T3" fmla="*/ 2147483647 h 2090"/>
              <a:gd name="T4" fmla="*/ 2147483647 w 1"/>
              <a:gd name="T5" fmla="*/ 2147483647 h 2090"/>
              <a:gd name="T6" fmla="*/ 0 60000 65536"/>
              <a:gd name="T7" fmla="*/ 0 60000 65536"/>
              <a:gd name="T8" fmla="*/ 0 60000 65536"/>
              <a:gd name="T9" fmla="*/ 0 w 1"/>
              <a:gd name="T10" fmla="*/ 0 h 2090"/>
              <a:gd name="T11" fmla="*/ 1 w 1"/>
              <a:gd name="T12" fmla="*/ 2090 h 2090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" h="2090">
                <a:moveTo>
                  <a:pt x="0" y="0"/>
                </a:moveTo>
                <a:lnTo>
                  <a:pt x="0" y="2090"/>
                </a:lnTo>
                <a:lnTo>
                  <a:pt x="1" y="2090"/>
                </a:lnTo>
              </a:path>
            </a:pathLst>
          </a:custGeom>
          <a:noFill/>
          <a:ln w="38100" cmpd="sng">
            <a:solidFill>
              <a:schemeClr val="tx2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pPr algn="l" defTabSz="1828800" hangingPunct="1"/>
            <a:endParaRPr lang="zh-CN" altLang="en-US" sz="3600" b="0" kern="1200">
              <a:solidFill>
                <a:prstClr val="black"/>
              </a:solidFill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118" name="Freeform 32">
            <a:extLst>
              <a:ext uri="{FF2B5EF4-FFF2-40B4-BE49-F238E27FC236}">
                <a16:creationId xmlns:a16="http://schemas.microsoft.com/office/drawing/2014/main" id="{BBA4F63B-9E8A-9E61-0253-F214E93B7128}"/>
              </a:ext>
            </a:extLst>
          </p:cNvPr>
          <p:cNvSpPr>
            <a:spLocks/>
          </p:cNvSpPr>
          <p:nvPr/>
        </p:nvSpPr>
        <p:spPr bwMode="auto">
          <a:xfrm>
            <a:off x="8332626" y="8527793"/>
            <a:ext cx="3176" cy="996950"/>
          </a:xfrm>
          <a:custGeom>
            <a:avLst/>
            <a:gdLst>
              <a:gd name="T0" fmla="*/ 0 w 1"/>
              <a:gd name="T1" fmla="*/ 0 h 627"/>
              <a:gd name="T2" fmla="*/ 0 w 1"/>
              <a:gd name="T3" fmla="*/ 2147483647 h 627"/>
              <a:gd name="T4" fmla="*/ 2147483647 w 1"/>
              <a:gd name="T5" fmla="*/ 2147483647 h 627"/>
              <a:gd name="T6" fmla="*/ 0 60000 65536"/>
              <a:gd name="T7" fmla="*/ 0 60000 65536"/>
              <a:gd name="T8" fmla="*/ 0 60000 65536"/>
              <a:gd name="T9" fmla="*/ 0 w 1"/>
              <a:gd name="T10" fmla="*/ 0 h 627"/>
              <a:gd name="T11" fmla="*/ 1 w 1"/>
              <a:gd name="T12" fmla="*/ 627 h 627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" h="627">
                <a:moveTo>
                  <a:pt x="0" y="0"/>
                </a:moveTo>
                <a:lnTo>
                  <a:pt x="0" y="627"/>
                </a:lnTo>
                <a:lnTo>
                  <a:pt x="1" y="627"/>
                </a:lnTo>
              </a:path>
            </a:pathLst>
          </a:custGeom>
          <a:noFill/>
          <a:ln w="38100" cmpd="sng">
            <a:solidFill>
              <a:schemeClr val="tx2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pPr algn="l" defTabSz="1828800" hangingPunct="1"/>
            <a:endParaRPr lang="zh-CN" altLang="en-US" sz="3600" b="0" kern="1200">
              <a:solidFill>
                <a:prstClr val="black"/>
              </a:solidFill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119" name="Freeform 33">
            <a:extLst>
              <a:ext uri="{FF2B5EF4-FFF2-40B4-BE49-F238E27FC236}">
                <a16:creationId xmlns:a16="http://schemas.microsoft.com/office/drawing/2014/main" id="{31559E30-20DA-6C6F-A05A-12AE7FDE50B3}"/>
              </a:ext>
            </a:extLst>
          </p:cNvPr>
          <p:cNvSpPr>
            <a:spLocks/>
          </p:cNvSpPr>
          <p:nvPr/>
        </p:nvSpPr>
        <p:spPr bwMode="auto">
          <a:xfrm>
            <a:off x="6738776" y="8527793"/>
            <a:ext cx="3176" cy="996950"/>
          </a:xfrm>
          <a:custGeom>
            <a:avLst/>
            <a:gdLst>
              <a:gd name="T0" fmla="*/ 0 w 1"/>
              <a:gd name="T1" fmla="*/ 0 h 627"/>
              <a:gd name="T2" fmla="*/ 0 w 1"/>
              <a:gd name="T3" fmla="*/ 2147483647 h 627"/>
              <a:gd name="T4" fmla="*/ 2147483647 w 1"/>
              <a:gd name="T5" fmla="*/ 2147483647 h 627"/>
              <a:gd name="T6" fmla="*/ 0 60000 65536"/>
              <a:gd name="T7" fmla="*/ 0 60000 65536"/>
              <a:gd name="T8" fmla="*/ 0 60000 65536"/>
              <a:gd name="T9" fmla="*/ 0 w 1"/>
              <a:gd name="T10" fmla="*/ 0 h 627"/>
              <a:gd name="T11" fmla="*/ 1 w 1"/>
              <a:gd name="T12" fmla="*/ 627 h 627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" h="627">
                <a:moveTo>
                  <a:pt x="0" y="0"/>
                </a:moveTo>
                <a:lnTo>
                  <a:pt x="0" y="627"/>
                </a:lnTo>
                <a:lnTo>
                  <a:pt x="1" y="627"/>
                </a:lnTo>
              </a:path>
            </a:pathLst>
          </a:custGeom>
          <a:noFill/>
          <a:ln w="38100" cmpd="sng">
            <a:solidFill>
              <a:schemeClr val="tx2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pPr algn="l" defTabSz="1828800" hangingPunct="1"/>
            <a:endParaRPr lang="zh-CN" altLang="en-US" sz="3600" b="0" kern="1200">
              <a:solidFill>
                <a:prstClr val="black"/>
              </a:solidFill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120" name="Freeform 34">
            <a:extLst>
              <a:ext uri="{FF2B5EF4-FFF2-40B4-BE49-F238E27FC236}">
                <a16:creationId xmlns:a16="http://schemas.microsoft.com/office/drawing/2014/main" id="{7738D387-9F16-1A94-77FF-D365FE5AA733}"/>
              </a:ext>
            </a:extLst>
          </p:cNvPr>
          <p:cNvSpPr>
            <a:spLocks/>
          </p:cNvSpPr>
          <p:nvPr/>
        </p:nvSpPr>
        <p:spPr bwMode="auto">
          <a:xfrm>
            <a:off x="6738777" y="9524742"/>
            <a:ext cx="1597026" cy="3176"/>
          </a:xfrm>
          <a:custGeom>
            <a:avLst/>
            <a:gdLst>
              <a:gd name="T0" fmla="*/ 0 w 1006"/>
              <a:gd name="T1" fmla="*/ 0 h 1588"/>
              <a:gd name="T2" fmla="*/ 2147483647 w 1006"/>
              <a:gd name="T3" fmla="*/ 0 h 1588"/>
              <a:gd name="T4" fmla="*/ 2147483647 w 1006"/>
              <a:gd name="T5" fmla="*/ 0 h 1588"/>
              <a:gd name="T6" fmla="*/ 0 60000 65536"/>
              <a:gd name="T7" fmla="*/ 0 60000 65536"/>
              <a:gd name="T8" fmla="*/ 0 60000 65536"/>
              <a:gd name="T9" fmla="*/ 0 w 1006"/>
              <a:gd name="T10" fmla="*/ 0 h 1588"/>
              <a:gd name="T11" fmla="*/ 1006 w 1006"/>
              <a:gd name="T12" fmla="*/ 1588 h 1588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006" h="1588">
                <a:moveTo>
                  <a:pt x="0" y="0"/>
                </a:moveTo>
                <a:lnTo>
                  <a:pt x="1005" y="0"/>
                </a:lnTo>
                <a:lnTo>
                  <a:pt x="1006" y="0"/>
                </a:lnTo>
              </a:path>
            </a:pathLst>
          </a:custGeom>
          <a:noFill/>
          <a:ln w="38100" cmpd="sng">
            <a:solidFill>
              <a:schemeClr val="tx2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pPr algn="l" defTabSz="1828800" hangingPunct="1"/>
            <a:endParaRPr lang="zh-CN" altLang="en-US" sz="3600" b="0" kern="1200">
              <a:solidFill>
                <a:prstClr val="black"/>
              </a:solidFill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121" name="Freeform 35">
            <a:extLst>
              <a:ext uri="{FF2B5EF4-FFF2-40B4-BE49-F238E27FC236}">
                <a16:creationId xmlns:a16="http://schemas.microsoft.com/office/drawing/2014/main" id="{76BA1BE1-03A5-1E48-C425-3D29E9383F9D}"/>
              </a:ext>
            </a:extLst>
          </p:cNvPr>
          <p:cNvSpPr>
            <a:spLocks/>
          </p:cNvSpPr>
          <p:nvPr/>
        </p:nvSpPr>
        <p:spPr bwMode="auto">
          <a:xfrm>
            <a:off x="5910103" y="8527792"/>
            <a:ext cx="831850" cy="3176"/>
          </a:xfrm>
          <a:custGeom>
            <a:avLst/>
            <a:gdLst>
              <a:gd name="T0" fmla="*/ 0 w 523"/>
              <a:gd name="T1" fmla="*/ 0 h 1588"/>
              <a:gd name="T2" fmla="*/ 2147483647 w 523"/>
              <a:gd name="T3" fmla="*/ 0 h 1588"/>
              <a:gd name="T4" fmla="*/ 2147483647 w 523"/>
              <a:gd name="T5" fmla="*/ 0 h 1588"/>
              <a:gd name="T6" fmla="*/ 0 60000 65536"/>
              <a:gd name="T7" fmla="*/ 0 60000 65536"/>
              <a:gd name="T8" fmla="*/ 0 60000 65536"/>
              <a:gd name="T9" fmla="*/ 0 w 523"/>
              <a:gd name="T10" fmla="*/ 0 h 1588"/>
              <a:gd name="T11" fmla="*/ 523 w 523"/>
              <a:gd name="T12" fmla="*/ 1588 h 1588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523" h="1588">
                <a:moveTo>
                  <a:pt x="0" y="0"/>
                </a:moveTo>
                <a:lnTo>
                  <a:pt x="522" y="0"/>
                </a:lnTo>
                <a:lnTo>
                  <a:pt x="523" y="0"/>
                </a:lnTo>
              </a:path>
            </a:pathLst>
          </a:custGeom>
          <a:noFill/>
          <a:ln w="38100" cmpd="sng">
            <a:solidFill>
              <a:schemeClr val="tx2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pPr algn="l" defTabSz="1828800" hangingPunct="1"/>
            <a:endParaRPr lang="zh-CN" altLang="en-US" sz="3600" b="0" kern="1200">
              <a:solidFill>
                <a:prstClr val="black"/>
              </a:solidFill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122" name="Freeform 36">
            <a:extLst>
              <a:ext uri="{FF2B5EF4-FFF2-40B4-BE49-F238E27FC236}">
                <a16:creationId xmlns:a16="http://schemas.microsoft.com/office/drawing/2014/main" id="{01893337-DB60-A569-F77E-A78A302F40C2}"/>
              </a:ext>
            </a:extLst>
          </p:cNvPr>
          <p:cNvSpPr>
            <a:spLocks/>
          </p:cNvSpPr>
          <p:nvPr/>
        </p:nvSpPr>
        <p:spPr bwMode="auto">
          <a:xfrm>
            <a:off x="10710703" y="3797042"/>
            <a:ext cx="3174" cy="3254376"/>
          </a:xfrm>
          <a:custGeom>
            <a:avLst/>
            <a:gdLst>
              <a:gd name="T0" fmla="*/ 0 w 1"/>
              <a:gd name="T1" fmla="*/ 2147483647 h 2049"/>
              <a:gd name="T2" fmla="*/ 0 w 1"/>
              <a:gd name="T3" fmla="*/ 0 h 2049"/>
              <a:gd name="T4" fmla="*/ 2147483647 w 1"/>
              <a:gd name="T5" fmla="*/ 0 h 2049"/>
              <a:gd name="T6" fmla="*/ 0 60000 65536"/>
              <a:gd name="T7" fmla="*/ 0 60000 65536"/>
              <a:gd name="T8" fmla="*/ 0 60000 65536"/>
              <a:gd name="T9" fmla="*/ 0 w 1"/>
              <a:gd name="T10" fmla="*/ 0 h 2049"/>
              <a:gd name="T11" fmla="*/ 1 w 1"/>
              <a:gd name="T12" fmla="*/ 2049 h 2049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" h="2049">
                <a:moveTo>
                  <a:pt x="0" y="2049"/>
                </a:moveTo>
                <a:lnTo>
                  <a:pt x="0" y="0"/>
                </a:lnTo>
                <a:lnTo>
                  <a:pt x="1" y="0"/>
                </a:lnTo>
              </a:path>
            </a:pathLst>
          </a:custGeom>
          <a:noFill/>
          <a:ln w="38100" cmpd="sng">
            <a:solidFill>
              <a:schemeClr val="tx2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pPr algn="l" defTabSz="1828800" hangingPunct="1"/>
            <a:endParaRPr lang="zh-CN" altLang="en-US" sz="3600" b="0" kern="1200">
              <a:solidFill>
                <a:prstClr val="black"/>
              </a:solidFill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123" name="Freeform 37">
            <a:extLst>
              <a:ext uri="{FF2B5EF4-FFF2-40B4-BE49-F238E27FC236}">
                <a16:creationId xmlns:a16="http://schemas.microsoft.com/office/drawing/2014/main" id="{BB9D46BF-3FBD-29FC-6998-9AC81532D3C8}"/>
              </a:ext>
            </a:extLst>
          </p:cNvPr>
          <p:cNvSpPr>
            <a:spLocks/>
          </p:cNvSpPr>
          <p:nvPr/>
        </p:nvSpPr>
        <p:spPr bwMode="auto">
          <a:xfrm>
            <a:off x="10710703" y="8527792"/>
            <a:ext cx="3174" cy="3317876"/>
          </a:xfrm>
          <a:custGeom>
            <a:avLst/>
            <a:gdLst>
              <a:gd name="T0" fmla="*/ 0 w 1"/>
              <a:gd name="T1" fmla="*/ 0 h 2090"/>
              <a:gd name="T2" fmla="*/ 0 w 1"/>
              <a:gd name="T3" fmla="*/ 2147483647 h 2090"/>
              <a:gd name="T4" fmla="*/ 2147483647 w 1"/>
              <a:gd name="T5" fmla="*/ 2147483647 h 2090"/>
              <a:gd name="T6" fmla="*/ 0 60000 65536"/>
              <a:gd name="T7" fmla="*/ 0 60000 65536"/>
              <a:gd name="T8" fmla="*/ 0 60000 65536"/>
              <a:gd name="T9" fmla="*/ 0 w 1"/>
              <a:gd name="T10" fmla="*/ 0 h 2090"/>
              <a:gd name="T11" fmla="*/ 1 w 1"/>
              <a:gd name="T12" fmla="*/ 2090 h 2090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" h="2090">
                <a:moveTo>
                  <a:pt x="0" y="0"/>
                </a:moveTo>
                <a:lnTo>
                  <a:pt x="0" y="2090"/>
                </a:lnTo>
                <a:lnTo>
                  <a:pt x="1" y="2090"/>
                </a:lnTo>
              </a:path>
            </a:pathLst>
          </a:custGeom>
          <a:noFill/>
          <a:ln w="38100" cmpd="sng">
            <a:solidFill>
              <a:schemeClr val="tx2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pPr algn="l" defTabSz="1828800" hangingPunct="1"/>
            <a:endParaRPr lang="zh-CN" altLang="en-US" sz="3600" b="0" kern="1200">
              <a:solidFill>
                <a:prstClr val="black"/>
              </a:solidFill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124" name="Freeform 38">
            <a:extLst>
              <a:ext uri="{FF2B5EF4-FFF2-40B4-BE49-F238E27FC236}">
                <a16:creationId xmlns:a16="http://schemas.microsoft.com/office/drawing/2014/main" id="{52977663-41BC-84A9-D2C6-99124064C078}"/>
              </a:ext>
            </a:extLst>
          </p:cNvPr>
          <p:cNvSpPr>
            <a:spLocks/>
          </p:cNvSpPr>
          <p:nvPr/>
        </p:nvSpPr>
        <p:spPr bwMode="auto">
          <a:xfrm>
            <a:off x="9161303" y="8527793"/>
            <a:ext cx="3174" cy="2320926"/>
          </a:xfrm>
          <a:custGeom>
            <a:avLst/>
            <a:gdLst>
              <a:gd name="T0" fmla="*/ 0 w 1"/>
              <a:gd name="T1" fmla="*/ 0 h 1462"/>
              <a:gd name="T2" fmla="*/ 0 w 1"/>
              <a:gd name="T3" fmla="*/ 2147483647 h 1462"/>
              <a:gd name="T4" fmla="*/ 2147483647 w 1"/>
              <a:gd name="T5" fmla="*/ 2147483647 h 1462"/>
              <a:gd name="T6" fmla="*/ 0 60000 65536"/>
              <a:gd name="T7" fmla="*/ 0 60000 65536"/>
              <a:gd name="T8" fmla="*/ 0 60000 65536"/>
              <a:gd name="T9" fmla="*/ 0 w 1"/>
              <a:gd name="T10" fmla="*/ 0 h 1462"/>
              <a:gd name="T11" fmla="*/ 1 w 1"/>
              <a:gd name="T12" fmla="*/ 1462 h 1462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" h="1462">
                <a:moveTo>
                  <a:pt x="0" y="0"/>
                </a:moveTo>
                <a:lnTo>
                  <a:pt x="0" y="1462"/>
                </a:lnTo>
                <a:lnTo>
                  <a:pt x="1" y="1462"/>
                </a:lnTo>
              </a:path>
            </a:pathLst>
          </a:custGeom>
          <a:noFill/>
          <a:ln w="38100" cmpd="sng">
            <a:solidFill>
              <a:schemeClr val="tx2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pPr algn="l" defTabSz="1828800" hangingPunct="1"/>
            <a:endParaRPr lang="zh-CN" altLang="en-US" sz="3600" b="0" kern="1200">
              <a:solidFill>
                <a:prstClr val="black"/>
              </a:solidFill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125" name="Freeform 39">
            <a:extLst>
              <a:ext uri="{FF2B5EF4-FFF2-40B4-BE49-F238E27FC236}">
                <a16:creationId xmlns:a16="http://schemas.microsoft.com/office/drawing/2014/main" id="{EABF8903-BDD7-DB52-8516-D9AFA3F6B15A}"/>
              </a:ext>
            </a:extLst>
          </p:cNvPr>
          <p:cNvSpPr>
            <a:spLocks/>
          </p:cNvSpPr>
          <p:nvPr/>
        </p:nvSpPr>
        <p:spPr bwMode="auto">
          <a:xfrm>
            <a:off x="9161302" y="3797042"/>
            <a:ext cx="1549400" cy="3176"/>
          </a:xfrm>
          <a:custGeom>
            <a:avLst/>
            <a:gdLst>
              <a:gd name="T0" fmla="*/ 2147483647 w 976"/>
              <a:gd name="T1" fmla="*/ 0 h 1588"/>
              <a:gd name="T2" fmla="*/ 0 w 976"/>
              <a:gd name="T3" fmla="*/ 0 h 1588"/>
              <a:gd name="T4" fmla="*/ 2147483647 w 976"/>
              <a:gd name="T5" fmla="*/ 0 h 1588"/>
              <a:gd name="T6" fmla="*/ 0 60000 65536"/>
              <a:gd name="T7" fmla="*/ 0 60000 65536"/>
              <a:gd name="T8" fmla="*/ 0 60000 65536"/>
              <a:gd name="T9" fmla="*/ 0 w 976"/>
              <a:gd name="T10" fmla="*/ 0 h 1588"/>
              <a:gd name="T11" fmla="*/ 976 w 976"/>
              <a:gd name="T12" fmla="*/ 1588 h 1588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976" h="1588">
                <a:moveTo>
                  <a:pt x="976" y="0"/>
                </a:moveTo>
                <a:lnTo>
                  <a:pt x="0" y="0"/>
                </a:lnTo>
                <a:lnTo>
                  <a:pt x="1" y="0"/>
                </a:lnTo>
              </a:path>
            </a:pathLst>
          </a:custGeom>
          <a:noFill/>
          <a:ln w="38100" cmpd="sng">
            <a:solidFill>
              <a:schemeClr val="tx2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pPr algn="l" defTabSz="1828800" hangingPunct="1"/>
            <a:endParaRPr lang="zh-CN" altLang="en-US" sz="3600" b="0" kern="1200">
              <a:solidFill>
                <a:prstClr val="black"/>
              </a:solidFill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  <p:grpSp>
        <p:nvGrpSpPr>
          <p:cNvPr id="126" name="Group 40">
            <a:extLst>
              <a:ext uri="{FF2B5EF4-FFF2-40B4-BE49-F238E27FC236}">
                <a16:creationId xmlns:a16="http://schemas.microsoft.com/office/drawing/2014/main" id="{5337BB98-C837-72AB-08C2-EE2DB8ABEC1B}"/>
              </a:ext>
            </a:extLst>
          </p:cNvPr>
          <p:cNvGrpSpPr>
            <a:grpSpLocks/>
          </p:cNvGrpSpPr>
          <p:nvPr/>
        </p:nvGrpSpPr>
        <p:grpSpPr bwMode="auto">
          <a:xfrm>
            <a:off x="5910102" y="3797043"/>
            <a:ext cx="3251200" cy="4733926"/>
            <a:chOff x="827" y="808"/>
            <a:chExt cx="1024" cy="1491"/>
          </a:xfrm>
        </p:grpSpPr>
        <p:sp>
          <p:nvSpPr>
            <p:cNvPr id="127" name="Freeform 41">
              <a:extLst>
                <a:ext uri="{FF2B5EF4-FFF2-40B4-BE49-F238E27FC236}">
                  <a16:creationId xmlns:a16="http://schemas.microsoft.com/office/drawing/2014/main" id="{759E77FB-82B4-5021-8FB7-D9F30AFFC469}"/>
                </a:ext>
              </a:extLst>
            </p:cNvPr>
            <p:cNvSpPr>
              <a:spLocks/>
            </p:cNvSpPr>
            <p:nvPr/>
          </p:nvSpPr>
          <p:spPr bwMode="auto">
            <a:xfrm>
              <a:off x="1185" y="808"/>
              <a:ext cx="22" cy="1"/>
            </a:xfrm>
            <a:custGeom>
              <a:avLst/>
              <a:gdLst>
                <a:gd name="T0" fmla="*/ 1 w 44"/>
                <a:gd name="T1" fmla="*/ 0 h 1"/>
                <a:gd name="T2" fmla="*/ 0 w 44"/>
                <a:gd name="T3" fmla="*/ 0 h 1"/>
                <a:gd name="T4" fmla="*/ 1 w 44"/>
                <a:gd name="T5" fmla="*/ 0 h 1"/>
                <a:gd name="T6" fmla="*/ 0 60000 65536"/>
                <a:gd name="T7" fmla="*/ 0 60000 65536"/>
                <a:gd name="T8" fmla="*/ 0 60000 65536"/>
                <a:gd name="T9" fmla="*/ 0 w 44"/>
                <a:gd name="T10" fmla="*/ 0 h 1"/>
                <a:gd name="T11" fmla="*/ 44 w 44"/>
                <a:gd name="T12" fmla="*/ 1 h 1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44" h="1">
                  <a:moveTo>
                    <a:pt x="44" y="0"/>
                  </a:moveTo>
                  <a:lnTo>
                    <a:pt x="0" y="0"/>
                  </a:lnTo>
                  <a:lnTo>
                    <a:pt x="1" y="0"/>
                  </a:lnTo>
                </a:path>
              </a:pathLst>
            </a:custGeom>
            <a:noFill/>
            <a:ln w="19050" cmpd="sng">
              <a:solidFill>
                <a:srgbClr val="0000FF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28" name="Freeform 42">
              <a:extLst>
                <a:ext uri="{FF2B5EF4-FFF2-40B4-BE49-F238E27FC236}">
                  <a16:creationId xmlns:a16="http://schemas.microsoft.com/office/drawing/2014/main" id="{6FAE65D7-935B-C661-394C-0C23B3692DC4}"/>
                </a:ext>
              </a:extLst>
            </p:cNvPr>
            <p:cNvSpPr>
              <a:spLocks/>
            </p:cNvSpPr>
            <p:nvPr/>
          </p:nvSpPr>
          <p:spPr bwMode="auto">
            <a:xfrm>
              <a:off x="827" y="1191"/>
              <a:ext cx="1" cy="120"/>
            </a:xfrm>
            <a:custGeom>
              <a:avLst/>
              <a:gdLst>
                <a:gd name="T0" fmla="*/ 0 w 1"/>
                <a:gd name="T1" fmla="*/ 4 h 240"/>
                <a:gd name="T2" fmla="*/ 0 w 1"/>
                <a:gd name="T3" fmla="*/ 0 h 240"/>
                <a:gd name="T4" fmla="*/ 1 w 1"/>
                <a:gd name="T5" fmla="*/ 0 h 240"/>
                <a:gd name="T6" fmla="*/ 0 60000 65536"/>
                <a:gd name="T7" fmla="*/ 0 60000 65536"/>
                <a:gd name="T8" fmla="*/ 0 60000 65536"/>
                <a:gd name="T9" fmla="*/ 0 w 1"/>
                <a:gd name="T10" fmla="*/ 0 h 240"/>
                <a:gd name="T11" fmla="*/ 1 w 1"/>
                <a:gd name="T12" fmla="*/ 240 h 24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" h="240">
                  <a:moveTo>
                    <a:pt x="0" y="240"/>
                  </a:moveTo>
                  <a:lnTo>
                    <a:pt x="0" y="0"/>
                  </a:lnTo>
                  <a:lnTo>
                    <a:pt x="1" y="0"/>
                  </a:lnTo>
                </a:path>
              </a:pathLst>
            </a:custGeom>
            <a:noFill/>
            <a:ln w="19050" cmpd="sng">
              <a:solidFill>
                <a:srgbClr val="0000FF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29" name="Freeform 43">
              <a:extLst>
                <a:ext uri="{FF2B5EF4-FFF2-40B4-BE49-F238E27FC236}">
                  <a16:creationId xmlns:a16="http://schemas.microsoft.com/office/drawing/2014/main" id="{955AE3DE-96AA-141F-D14E-C57253C0CA8C}"/>
                </a:ext>
              </a:extLst>
            </p:cNvPr>
            <p:cNvSpPr>
              <a:spLocks/>
            </p:cNvSpPr>
            <p:nvPr/>
          </p:nvSpPr>
          <p:spPr bwMode="auto">
            <a:xfrm>
              <a:off x="1342" y="808"/>
              <a:ext cx="509" cy="1"/>
            </a:xfrm>
            <a:custGeom>
              <a:avLst/>
              <a:gdLst>
                <a:gd name="T0" fmla="*/ 16 w 1018"/>
                <a:gd name="T1" fmla="*/ 0 h 1"/>
                <a:gd name="T2" fmla="*/ 0 w 1018"/>
                <a:gd name="T3" fmla="*/ 0 h 1"/>
                <a:gd name="T4" fmla="*/ 1 w 1018"/>
                <a:gd name="T5" fmla="*/ 0 h 1"/>
                <a:gd name="T6" fmla="*/ 0 60000 65536"/>
                <a:gd name="T7" fmla="*/ 0 60000 65536"/>
                <a:gd name="T8" fmla="*/ 0 60000 65536"/>
                <a:gd name="T9" fmla="*/ 0 w 1018"/>
                <a:gd name="T10" fmla="*/ 0 h 1"/>
                <a:gd name="T11" fmla="*/ 1018 w 1018"/>
                <a:gd name="T12" fmla="*/ 1 h 1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018" h="1">
                  <a:moveTo>
                    <a:pt x="1018" y="0"/>
                  </a:moveTo>
                  <a:lnTo>
                    <a:pt x="0" y="0"/>
                  </a:lnTo>
                  <a:lnTo>
                    <a:pt x="1" y="0"/>
                  </a:lnTo>
                </a:path>
              </a:pathLst>
            </a:custGeom>
            <a:noFill/>
            <a:ln w="19050" cmpd="sng">
              <a:solidFill>
                <a:srgbClr val="0000FF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30" name="Freeform 44">
              <a:extLst>
                <a:ext uri="{FF2B5EF4-FFF2-40B4-BE49-F238E27FC236}">
                  <a16:creationId xmlns:a16="http://schemas.microsoft.com/office/drawing/2014/main" id="{50E7CFEE-C86E-EB00-3910-7769A03938EC}"/>
                </a:ext>
              </a:extLst>
            </p:cNvPr>
            <p:cNvSpPr>
              <a:spLocks/>
            </p:cNvSpPr>
            <p:nvPr/>
          </p:nvSpPr>
          <p:spPr bwMode="auto">
            <a:xfrm>
              <a:off x="827" y="1135"/>
              <a:ext cx="1" cy="11"/>
            </a:xfrm>
            <a:custGeom>
              <a:avLst/>
              <a:gdLst>
                <a:gd name="T0" fmla="*/ 0 w 1"/>
                <a:gd name="T1" fmla="*/ 1 h 22"/>
                <a:gd name="T2" fmla="*/ 0 w 1"/>
                <a:gd name="T3" fmla="*/ 0 h 22"/>
                <a:gd name="T4" fmla="*/ 1 w 1"/>
                <a:gd name="T5" fmla="*/ 0 h 22"/>
                <a:gd name="T6" fmla="*/ 0 60000 65536"/>
                <a:gd name="T7" fmla="*/ 0 60000 65536"/>
                <a:gd name="T8" fmla="*/ 0 60000 65536"/>
                <a:gd name="T9" fmla="*/ 0 w 1"/>
                <a:gd name="T10" fmla="*/ 0 h 22"/>
                <a:gd name="T11" fmla="*/ 1 w 1"/>
                <a:gd name="T12" fmla="*/ 22 h 22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" h="22">
                  <a:moveTo>
                    <a:pt x="0" y="22"/>
                  </a:moveTo>
                  <a:lnTo>
                    <a:pt x="0" y="0"/>
                  </a:lnTo>
                  <a:lnTo>
                    <a:pt x="1" y="0"/>
                  </a:lnTo>
                </a:path>
              </a:pathLst>
            </a:custGeom>
            <a:noFill/>
            <a:ln w="19050" cmpd="sng">
              <a:solidFill>
                <a:srgbClr val="0000FF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31" name="Freeform 45">
              <a:extLst>
                <a:ext uri="{FF2B5EF4-FFF2-40B4-BE49-F238E27FC236}">
                  <a16:creationId xmlns:a16="http://schemas.microsoft.com/office/drawing/2014/main" id="{AA10DC63-4184-4203-AFDC-DEBAC64CCB6F}"/>
                </a:ext>
              </a:extLst>
            </p:cNvPr>
            <p:cNvSpPr>
              <a:spLocks/>
            </p:cNvSpPr>
            <p:nvPr/>
          </p:nvSpPr>
          <p:spPr bwMode="auto">
            <a:xfrm>
              <a:off x="827" y="1067"/>
              <a:ext cx="1" cy="11"/>
            </a:xfrm>
            <a:custGeom>
              <a:avLst/>
              <a:gdLst>
                <a:gd name="T0" fmla="*/ 0 w 1"/>
                <a:gd name="T1" fmla="*/ 0 h 23"/>
                <a:gd name="T2" fmla="*/ 0 w 1"/>
                <a:gd name="T3" fmla="*/ 0 h 23"/>
                <a:gd name="T4" fmla="*/ 1 w 1"/>
                <a:gd name="T5" fmla="*/ 0 h 23"/>
                <a:gd name="T6" fmla="*/ 0 60000 65536"/>
                <a:gd name="T7" fmla="*/ 0 60000 65536"/>
                <a:gd name="T8" fmla="*/ 0 60000 65536"/>
                <a:gd name="T9" fmla="*/ 0 w 1"/>
                <a:gd name="T10" fmla="*/ 0 h 23"/>
                <a:gd name="T11" fmla="*/ 1 w 1"/>
                <a:gd name="T12" fmla="*/ 23 h 23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" h="23">
                  <a:moveTo>
                    <a:pt x="0" y="23"/>
                  </a:moveTo>
                  <a:lnTo>
                    <a:pt x="0" y="0"/>
                  </a:lnTo>
                  <a:lnTo>
                    <a:pt x="1" y="0"/>
                  </a:lnTo>
                </a:path>
              </a:pathLst>
            </a:custGeom>
            <a:noFill/>
            <a:ln w="19050" cmpd="sng">
              <a:solidFill>
                <a:srgbClr val="0000FF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32" name="Freeform 46">
              <a:extLst>
                <a:ext uri="{FF2B5EF4-FFF2-40B4-BE49-F238E27FC236}">
                  <a16:creationId xmlns:a16="http://schemas.microsoft.com/office/drawing/2014/main" id="{8C674A66-56EF-1FF8-AFC8-CC377D13D2F3}"/>
                </a:ext>
              </a:extLst>
            </p:cNvPr>
            <p:cNvSpPr>
              <a:spLocks/>
            </p:cNvSpPr>
            <p:nvPr/>
          </p:nvSpPr>
          <p:spPr bwMode="auto">
            <a:xfrm>
              <a:off x="827" y="808"/>
              <a:ext cx="1" cy="203"/>
            </a:xfrm>
            <a:custGeom>
              <a:avLst/>
              <a:gdLst>
                <a:gd name="T0" fmla="*/ 0 w 1"/>
                <a:gd name="T1" fmla="*/ 7 h 405"/>
                <a:gd name="T2" fmla="*/ 0 w 1"/>
                <a:gd name="T3" fmla="*/ 0 h 405"/>
                <a:gd name="T4" fmla="*/ 1 w 1"/>
                <a:gd name="T5" fmla="*/ 0 h 405"/>
                <a:gd name="T6" fmla="*/ 0 60000 65536"/>
                <a:gd name="T7" fmla="*/ 0 60000 65536"/>
                <a:gd name="T8" fmla="*/ 0 60000 65536"/>
                <a:gd name="T9" fmla="*/ 0 w 1"/>
                <a:gd name="T10" fmla="*/ 0 h 405"/>
                <a:gd name="T11" fmla="*/ 1 w 1"/>
                <a:gd name="T12" fmla="*/ 405 h 405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" h="405">
                  <a:moveTo>
                    <a:pt x="0" y="405"/>
                  </a:moveTo>
                  <a:lnTo>
                    <a:pt x="0" y="0"/>
                  </a:lnTo>
                  <a:lnTo>
                    <a:pt x="1" y="0"/>
                  </a:lnTo>
                </a:path>
              </a:pathLst>
            </a:custGeom>
            <a:noFill/>
            <a:ln w="19050" cmpd="sng">
              <a:solidFill>
                <a:srgbClr val="0000FF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33" name="Freeform 47">
              <a:extLst>
                <a:ext uri="{FF2B5EF4-FFF2-40B4-BE49-F238E27FC236}">
                  <a16:creationId xmlns:a16="http://schemas.microsoft.com/office/drawing/2014/main" id="{CB6FC364-C532-0716-89FB-1B982EFB6D2E}"/>
                </a:ext>
              </a:extLst>
            </p:cNvPr>
            <p:cNvSpPr>
              <a:spLocks/>
            </p:cNvSpPr>
            <p:nvPr/>
          </p:nvSpPr>
          <p:spPr bwMode="auto">
            <a:xfrm>
              <a:off x="827" y="808"/>
              <a:ext cx="301" cy="1"/>
            </a:xfrm>
            <a:custGeom>
              <a:avLst/>
              <a:gdLst>
                <a:gd name="T0" fmla="*/ 9 w 602"/>
                <a:gd name="T1" fmla="*/ 0 h 1"/>
                <a:gd name="T2" fmla="*/ 0 w 602"/>
                <a:gd name="T3" fmla="*/ 0 h 1"/>
                <a:gd name="T4" fmla="*/ 1 w 602"/>
                <a:gd name="T5" fmla="*/ 0 h 1"/>
                <a:gd name="T6" fmla="*/ 0 60000 65536"/>
                <a:gd name="T7" fmla="*/ 0 60000 65536"/>
                <a:gd name="T8" fmla="*/ 0 60000 65536"/>
                <a:gd name="T9" fmla="*/ 0 w 602"/>
                <a:gd name="T10" fmla="*/ 0 h 1"/>
                <a:gd name="T11" fmla="*/ 602 w 602"/>
                <a:gd name="T12" fmla="*/ 1 h 1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602" h="1">
                  <a:moveTo>
                    <a:pt x="602" y="0"/>
                  </a:moveTo>
                  <a:lnTo>
                    <a:pt x="0" y="0"/>
                  </a:lnTo>
                  <a:lnTo>
                    <a:pt x="1" y="0"/>
                  </a:lnTo>
                </a:path>
              </a:pathLst>
            </a:custGeom>
            <a:noFill/>
            <a:ln w="19050" cmpd="sng">
              <a:solidFill>
                <a:srgbClr val="0000FF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34" name="Freeform 48">
              <a:extLst>
                <a:ext uri="{FF2B5EF4-FFF2-40B4-BE49-F238E27FC236}">
                  <a16:creationId xmlns:a16="http://schemas.microsoft.com/office/drawing/2014/main" id="{B1B85754-171D-7B87-01F3-680ACAB1A2B4}"/>
                </a:ext>
              </a:extLst>
            </p:cNvPr>
            <p:cNvSpPr>
              <a:spLocks/>
            </p:cNvSpPr>
            <p:nvPr/>
          </p:nvSpPr>
          <p:spPr bwMode="auto">
            <a:xfrm>
              <a:off x="1263" y="808"/>
              <a:ext cx="23" cy="1"/>
            </a:xfrm>
            <a:custGeom>
              <a:avLst/>
              <a:gdLst>
                <a:gd name="T0" fmla="*/ 1 w 46"/>
                <a:gd name="T1" fmla="*/ 0 h 1"/>
                <a:gd name="T2" fmla="*/ 0 w 46"/>
                <a:gd name="T3" fmla="*/ 0 h 1"/>
                <a:gd name="T4" fmla="*/ 1 w 46"/>
                <a:gd name="T5" fmla="*/ 0 h 1"/>
                <a:gd name="T6" fmla="*/ 0 60000 65536"/>
                <a:gd name="T7" fmla="*/ 0 60000 65536"/>
                <a:gd name="T8" fmla="*/ 0 60000 65536"/>
                <a:gd name="T9" fmla="*/ 0 w 46"/>
                <a:gd name="T10" fmla="*/ 0 h 1"/>
                <a:gd name="T11" fmla="*/ 46 w 46"/>
                <a:gd name="T12" fmla="*/ 1 h 1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46" h="1">
                  <a:moveTo>
                    <a:pt x="46" y="0"/>
                  </a:moveTo>
                  <a:lnTo>
                    <a:pt x="0" y="0"/>
                  </a:lnTo>
                  <a:lnTo>
                    <a:pt x="1" y="0"/>
                  </a:lnTo>
                </a:path>
              </a:pathLst>
            </a:custGeom>
            <a:noFill/>
            <a:ln w="19050" cmpd="sng">
              <a:solidFill>
                <a:srgbClr val="0000FF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35" name="Freeform 49">
              <a:extLst>
                <a:ext uri="{FF2B5EF4-FFF2-40B4-BE49-F238E27FC236}">
                  <a16:creationId xmlns:a16="http://schemas.microsoft.com/office/drawing/2014/main" id="{42ACF547-43C8-23D8-427E-55AAF860D5F7}"/>
                </a:ext>
              </a:extLst>
            </p:cNvPr>
            <p:cNvSpPr>
              <a:spLocks/>
            </p:cNvSpPr>
            <p:nvPr/>
          </p:nvSpPr>
          <p:spPr bwMode="auto">
            <a:xfrm>
              <a:off x="1088" y="2298"/>
              <a:ext cx="131" cy="1"/>
            </a:xfrm>
            <a:custGeom>
              <a:avLst/>
              <a:gdLst>
                <a:gd name="T0" fmla="*/ 0 w 262"/>
                <a:gd name="T1" fmla="*/ 0 h 1"/>
                <a:gd name="T2" fmla="*/ 4 w 262"/>
                <a:gd name="T3" fmla="*/ 0 h 1"/>
                <a:gd name="T4" fmla="*/ 4 w 262"/>
                <a:gd name="T5" fmla="*/ 0 h 1"/>
                <a:gd name="T6" fmla="*/ 0 60000 65536"/>
                <a:gd name="T7" fmla="*/ 0 60000 65536"/>
                <a:gd name="T8" fmla="*/ 0 60000 65536"/>
                <a:gd name="T9" fmla="*/ 0 w 262"/>
                <a:gd name="T10" fmla="*/ 0 h 1"/>
                <a:gd name="T11" fmla="*/ 262 w 262"/>
                <a:gd name="T12" fmla="*/ 1 h 1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62" h="1">
                  <a:moveTo>
                    <a:pt x="0" y="0"/>
                  </a:moveTo>
                  <a:lnTo>
                    <a:pt x="261" y="0"/>
                  </a:lnTo>
                  <a:lnTo>
                    <a:pt x="262" y="0"/>
                  </a:lnTo>
                </a:path>
              </a:pathLst>
            </a:custGeom>
            <a:noFill/>
            <a:ln w="19050" cmpd="sng">
              <a:solidFill>
                <a:srgbClr val="0000FF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36" name="Freeform 50">
              <a:extLst>
                <a:ext uri="{FF2B5EF4-FFF2-40B4-BE49-F238E27FC236}">
                  <a16:creationId xmlns:a16="http://schemas.microsoft.com/office/drawing/2014/main" id="{145DEF34-F922-D08C-E6ED-B70BB4FB7D22}"/>
                </a:ext>
              </a:extLst>
            </p:cNvPr>
            <p:cNvSpPr>
              <a:spLocks/>
            </p:cNvSpPr>
            <p:nvPr/>
          </p:nvSpPr>
          <p:spPr bwMode="auto">
            <a:xfrm>
              <a:off x="1263" y="2298"/>
              <a:ext cx="24" cy="1"/>
            </a:xfrm>
            <a:custGeom>
              <a:avLst/>
              <a:gdLst>
                <a:gd name="T0" fmla="*/ 0 w 47"/>
                <a:gd name="T1" fmla="*/ 0 h 1"/>
                <a:gd name="T2" fmla="*/ 1 w 47"/>
                <a:gd name="T3" fmla="*/ 0 h 1"/>
                <a:gd name="T4" fmla="*/ 1 w 47"/>
                <a:gd name="T5" fmla="*/ 0 h 1"/>
                <a:gd name="T6" fmla="*/ 0 60000 65536"/>
                <a:gd name="T7" fmla="*/ 0 60000 65536"/>
                <a:gd name="T8" fmla="*/ 0 60000 65536"/>
                <a:gd name="T9" fmla="*/ 0 w 47"/>
                <a:gd name="T10" fmla="*/ 0 h 1"/>
                <a:gd name="T11" fmla="*/ 47 w 47"/>
                <a:gd name="T12" fmla="*/ 1 h 1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47" h="1">
                  <a:moveTo>
                    <a:pt x="0" y="0"/>
                  </a:moveTo>
                  <a:lnTo>
                    <a:pt x="46" y="0"/>
                  </a:lnTo>
                  <a:lnTo>
                    <a:pt x="47" y="0"/>
                  </a:lnTo>
                </a:path>
              </a:pathLst>
            </a:custGeom>
            <a:noFill/>
            <a:ln w="19050" cmpd="sng">
              <a:solidFill>
                <a:srgbClr val="0000FF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37" name="Freeform 51">
              <a:extLst>
                <a:ext uri="{FF2B5EF4-FFF2-40B4-BE49-F238E27FC236}">
                  <a16:creationId xmlns:a16="http://schemas.microsoft.com/office/drawing/2014/main" id="{42B52944-D351-8F54-0A2D-72F9C1664DA6}"/>
                </a:ext>
              </a:extLst>
            </p:cNvPr>
            <p:cNvSpPr>
              <a:spLocks/>
            </p:cNvSpPr>
            <p:nvPr/>
          </p:nvSpPr>
          <p:spPr bwMode="auto">
            <a:xfrm>
              <a:off x="1342" y="2298"/>
              <a:ext cx="23" cy="1"/>
            </a:xfrm>
            <a:custGeom>
              <a:avLst/>
              <a:gdLst>
                <a:gd name="T0" fmla="*/ 0 w 46"/>
                <a:gd name="T1" fmla="*/ 0 h 1"/>
                <a:gd name="T2" fmla="*/ 1 w 46"/>
                <a:gd name="T3" fmla="*/ 0 h 1"/>
                <a:gd name="T4" fmla="*/ 1 w 46"/>
                <a:gd name="T5" fmla="*/ 0 h 1"/>
                <a:gd name="T6" fmla="*/ 0 60000 65536"/>
                <a:gd name="T7" fmla="*/ 0 60000 65536"/>
                <a:gd name="T8" fmla="*/ 0 60000 65536"/>
                <a:gd name="T9" fmla="*/ 0 w 46"/>
                <a:gd name="T10" fmla="*/ 0 h 1"/>
                <a:gd name="T11" fmla="*/ 46 w 46"/>
                <a:gd name="T12" fmla="*/ 1 h 1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46" h="1">
                  <a:moveTo>
                    <a:pt x="0" y="0"/>
                  </a:moveTo>
                  <a:lnTo>
                    <a:pt x="45" y="0"/>
                  </a:lnTo>
                  <a:lnTo>
                    <a:pt x="46" y="0"/>
                  </a:lnTo>
                </a:path>
              </a:pathLst>
            </a:custGeom>
            <a:noFill/>
            <a:ln w="19050" cmpd="sng">
              <a:solidFill>
                <a:srgbClr val="0000FF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38" name="Freeform 52">
              <a:extLst>
                <a:ext uri="{FF2B5EF4-FFF2-40B4-BE49-F238E27FC236}">
                  <a16:creationId xmlns:a16="http://schemas.microsoft.com/office/drawing/2014/main" id="{53B024E5-DC27-4F20-4A0A-7BADF42E7F65}"/>
                </a:ext>
              </a:extLst>
            </p:cNvPr>
            <p:cNvSpPr>
              <a:spLocks/>
            </p:cNvSpPr>
            <p:nvPr/>
          </p:nvSpPr>
          <p:spPr bwMode="auto">
            <a:xfrm>
              <a:off x="1422" y="2298"/>
              <a:ext cx="169" cy="1"/>
            </a:xfrm>
            <a:custGeom>
              <a:avLst/>
              <a:gdLst>
                <a:gd name="T0" fmla="*/ 0 w 339"/>
                <a:gd name="T1" fmla="*/ 0 h 1"/>
                <a:gd name="T2" fmla="*/ 5 w 339"/>
                <a:gd name="T3" fmla="*/ 0 h 1"/>
                <a:gd name="T4" fmla="*/ 5 w 339"/>
                <a:gd name="T5" fmla="*/ 0 h 1"/>
                <a:gd name="T6" fmla="*/ 0 60000 65536"/>
                <a:gd name="T7" fmla="*/ 0 60000 65536"/>
                <a:gd name="T8" fmla="*/ 0 60000 65536"/>
                <a:gd name="T9" fmla="*/ 0 w 339"/>
                <a:gd name="T10" fmla="*/ 0 h 1"/>
                <a:gd name="T11" fmla="*/ 339 w 339"/>
                <a:gd name="T12" fmla="*/ 1 h 1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339" h="1">
                  <a:moveTo>
                    <a:pt x="0" y="0"/>
                  </a:moveTo>
                  <a:lnTo>
                    <a:pt x="338" y="0"/>
                  </a:lnTo>
                  <a:lnTo>
                    <a:pt x="339" y="0"/>
                  </a:lnTo>
                </a:path>
              </a:pathLst>
            </a:custGeom>
            <a:noFill/>
            <a:ln w="19050" cmpd="sng">
              <a:solidFill>
                <a:srgbClr val="0000FF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</p:grpSp>
      <p:grpSp>
        <p:nvGrpSpPr>
          <p:cNvPr id="139" name="Group 53">
            <a:extLst>
              <a:ext uri="{FF2B5EF4-FFF2-40B4-BE49-F238E27FC236}">
                <a16:creationId xmlns:a16="http://schemas.microsoft.com/office/drawing/2014/main" id="{7B52B049-EC37-FB56-26D9-D0D6A3333C03}"/>
              </a:ext>
            </a:extLst>
          </p:cNvPr>
          <p:cNvGrpSpPr>
            <a:grpSpLocks/>
          </p:cNvGrpSpPr>
          <p:nvPr/>
        </p:nvGrpSpPr>
        <p:grpSpPr bwMode="auto">
          <a:xfrm>
            <a:off x="15244603" y="8381742"/>
            <a:ext cx="5048250" cy="5133976"/>
            <a:chOff x="580" y="2662"/>
            <a:chExt cx="1154" cy="1174"/>
          </a:xfrm>
        </p:grpSpPr>
        <p:sp>
          <p:nvSpPr>
            <p:cNvPr id="140" name="Freeform 54">
              <a:extLst>
                <a:ext uri="{FF2B5EF4-FFF2-40B4-BE49-F238E27FC236}">
                  <a16:creationId xmlns:a16="http://schemas.microsoft.com/office/drawing/2014/main" id="{74E1ECE2-C97F-B8D3-8337-0EAF01B032B0}"/>
                </a:ext>
              </a:extLst>
            </p:cNvPr>
            <p:cNvSpPr>
              <a:spLocks/>
            </p:cNvSpPr>
            <p:nvPr/>
          </p:nvSpPr>
          <p:spPr bwMode="auto">
            <a:xfrm>
              <a:off x="580" y="2781"/>
              <a:ext cx="957" cy="771"/>
            </a:xfrm>
            <a:custGeom>
              <a:avLst/>
              <a:gdLst>
                <a:gd name="T0" fmla="*/ 495 w 957"/>
                <a:gd name="T1" fmla="*/ 0 h 771"/>
                <a:gd name="T2" fmla="*/ 957 w 957"/>
                <a:gd name="T3" fmla="*/ 265 h 771"/>
                <a:gd name="T4" fmla="*/ 452 w 957"/>
                <a:gd name="T5" fmla="*/ 771 h 771"/>
                <a:gd name="T6" fmla="*/ 0 w 957"/>
                <a:gd name="T7" fmla="*/ 500 h 771"/>
                <a:gd name="T8" fmla="*/ 495 w 957"/>
                <a:gd name="T9" fmla="*/ 0 h 771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957"/>
                <a:gd name="T16" fmla="*/ 0 h 771"/>
                <a:gd name="T17" fmla="*/ 957 w 957"/>
                <a:gd name="T18" fmla="*/ 771 h 771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957" h="771">
                  <a:moveTo>
                    <a:pt x="495" y="0"/>
                  </a:moveTo>
                  <a:lnTo>
                    <a:pt x="957" y="265"/>
                  </a:lnTo>
                  <a:lnTo>
                    <a:pt x="452" y="771"/>
                  </a:lnTo>
                  <a:lnTo>
                    <a:pt x="0" y="500"/>
                  </a:lnTo>
                  <a:lnTo>
                    <a:pt x="495" y="0"/>
                  </a:lnTo>
                  <a:close/>
                </a:path>
              </a:pathLst>
            </a:custGeom>
            <a:solidFill>
              <a:srgbClr val="99CC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 cap="flat" cmpd="sng">
                  <a:solidFill>
                    <a:srgbClr val="000000"/>
                  </a:solidFill>
                  <a:prstDash val="solid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 wrap="none" anchor="ctr"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41" name="Freeform 55">
              <a:extLst>
                <a:ext uri="{FF2B5EF4-FFF2-40B4-BE49-F238E27FC236}">
                  <a16:creationId xmlns:a16="http://schemas.microsoft.com/office/drawing/2014/main" id="{1AE92BF9-8709-D2E4-FF35-D4F79F6B81B7}"/>
                </a:ext>
              </a:extLst>
            </p:cNvPr>
            <p:cNvSpPr>
              <a:spLocks/>
            </p:cNvSpPr>
            <p:nvPr/>
          </p:nvSpPr>
          <p:spPr bwMode="auto">
            <a:xfrm>
              <a:off x="1066" y="2662"/>
              <a:ext cx="668" cy="393"/>
            </a:xfrm>
            <a:custGeom>
              <a:avLst/>
              <a:gdLst/>
              <a:ahLst/>
              <a:cxnLst>
                <a:cxn ang="0">
                  <a:pos x="0" y="128"/>
                </a:cxn>
                <a:cxn ang="0">
                  <a:pos x="207" y="0"/>
                </a:cxn>
                <a:cxn ang="0">
                  <a:pos x="668" y="273"/>
                </a:cxn>
                <a:cxn ang="0">
                  <a:pos x="462" y="393"/>
                </a:cxn>
                <a:cxn ang="0">
                  <a:pos x="0" y="128"/>
                </a:cxn>
              </a:cxnLst>
              <a:rect l="0" t="0" r="r" b="b"/>
              <a:pathLst>
                <a:path w="668" h="393">
                  <a:moveTo>
                    <a:pt x="0" y="128"/>
                  </a:moveTo>
                  <a:lnTo>
                    <a:pt x="207" y="0"/>
                  </a:lnTo>
                  <a:lnTo>
                    <a:pt x="668" y="273"/>
                  </a:lnTo>
                  <a:lnTo>
                    <a:pt x="462" y="393"/>
                  </a:lnTo>
                  <a:lnTo>
                    <a:pt x="0" y="128"/>
                  </a:lnTo>
                  <a:close/>
                </a:path>
              </a:pathLst>
            </a:custGeom>
            <a:gradFill rotWithShape="0">
              <a:gsLst>
                <a:gs pos="0">
                  <a:schemeClr val="accent1">
                    <a:gamma/>
                    <a:shade val="62745"/>
                    <a:invGamma/>
                  </a:schemeClr>
                </a:gs>
                <a:gs pos="100000">
                  <a:schemeClr val="accent1"/>
                </a:gs>
              </a:gsLst>
              <a:lin ang="5400000" scaled="1"/>
            </a:gradFill>
            <a:ln w="9525" cap="flat" cmpd="sng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wrap="none" anchor="ctr"/>
            <a:lstStyle/>
            <a:p>
              <a:pPr algn="l" defTabSz="1828800" hangingPunct="1">
                <a:defRPr/>
              </a:pPr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42" name="Freeform 56">
              <a:extLst>
                <a:ext uri="{FF2B5EF4-FFF2-40B4-BE49-F238E27FC236}">
                  <a16:creationId xmlns:a16="http://schemas.microsoft.com/office/drawing/2014/main" id="{8823D128-5596-A938-B9E3-3368AD52D19D}"/>
                </a:ext>
              </a:extLst>
            </p:cNvPr>
            <p:cNvSpPr>
              <a:spLocks/>
            </p:cNvSpPr>
            <p:nvPr/>
          </p:nvSpPr>
          <p:spPr bwMode="auto">
            <a:xfrm>
              <a:off x="580" y="3282"/>
              <a:ext cx="459" cy="554"/>
            </a:xfrm>
            <a:custGeom>
              <a:avLst/>
              <a:gdLst>
                <a:gd name="T0" fmla="*/ 0 w 644"/>
                <a:gd name="T1" fmla="*/ 0 h 777"/>
                <a:gd name="T2" fmla="*/ 0 w 644"/>
                <a:gd name="T3" fmla="*/ 55 h 777"/>
                <a:gd name="T4" fmla="*/ 84 w 644"/>
                <a:gd name="T5" fmla="*/ 102 h 777"/>
                <a:gd name="T6" fmla="*/ 84 w 644"/>
                <a:gd name="T7" fmla="*/ 48 h 777"/>
                <a:gd name="T8" fmla="*/ 0 w 644"/>
                <a:gd name="T9" fmla="*/ 0 h 77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644"/>
                <a:gd name="T16" fmla="*/ 0 h 777"/>
                <a:gd name="T17" fmla="*/ 644 w 644"/>
                <a:gd name="T18" fmla="*/ 777 h 777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644" h="777">
                  <a:moveTo>
                    <a:pt x="0" y="0"/>
                  </a:moveTo>
                  <a:lnTo>
                    <a:pt x="0" y="417"/>
                  </a:lnTo>
                  <a:lnTo>
                    <a:pt x="644" y="777"/>
                  </a:lnTo>
                  <a:lnTo>
                    <a:pt x="644" y="374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rgbClr val="005E47"/>
                </a:gs>
                <a:gs pos="100000">
                  <a:srgbClr val="00CC99"/>
                </a:gs>
              </a:gsLst>
              <a:lin ang="189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 cap="flat" cmpd="sng">
                  <a:solidFill>
                    <a:srgbClr val="000000"/>
                  </a:solidFill>
                  <a:prstDash val="solid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 wrap="none" anchor="ctr"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43" name="Freeform 57">
              <a:extLst>
                <a:ext uri="{FF2B5EF4-FFF2-40B4-BE49-F238E27FC236}">
                  <a16:creationId xmlns:a16="http://schemas.microsoft.com/office/drawing/2014/main" id="{6592EB9B-35DA-9937-A748-9E5F13608D5F}"/>
                </a:ext>
              </a:extLst>
            </p:cNvPr>
            <p:cNvSpPr>
              <a:spLocks/>
            </p:cNvSpPr>
            <p:nvPr/>
          </p:nvSpPr>
          <p:spPr bwMode="auto">
            <a:xfrm>
              <a:off x="1032" y="2935"/>
              <a:ext cx="702" cy="901"/>
            </a:xfrm>
            <a:custGeom>
              <a:avLst/>
              <a:gdLst>
                <a:gd name="T0" fmla="*/ 90 w 984"/>
                <a:gd name="T1" fmla="*/ 21 h 1262"/>
                <a:gd name="T2" fmla="*/ 130 w 984"/>
                <a:gd name="T3" fmla="*/ 0 h 1262"/>
                <a:gd name="T4" fmla="*/ 130 w 984"/>
                <a:gd name="T5" fmla="*/ 94 h 1262"/>
                <a:gd name="T6" fmla="*/ 0 w 984"/>
                <a:gd name="T7" fmla="*/ 167 h 1262"/>
                <a:gd name="T8" fmla="*/ 0 w 984"/>
                <a:gd name="T9" fmla="*/ 113 h 1262"/>
                <a:gd name="T10" fmla="*/ 90 w 984"/>
                <a:gd name="T11" fmla="*/ 21 h 1262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984"/>
                <a:gd name="T19" fmla="*/ 0 h 1262"/>
                <a:gd name="T20" fmla="*/ 984 w 984"/>
                <a:gd name="T21" fmla="*/ 1262 h 1262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984" h="1262">
                  <a:moveTo>
                    <a:pt x="684" y="156"/>
                  </a:moveTo>
                  <a:lnTo>
                    <a:pt x="984" y="0"/>
                  </a:lnTo>
                  <a:lnTo>
                    <a:pt x="984" y="708"/>
                  </a:lnTo>
                  <a:lnTo>
                    <a:pt x="0" y="1262"/>
                  </a:lnTo>
                  <a:lnTo>
                    <a:pt x="0" y="852"/>
                  </a:lnTo>
                  <a:lnTo>
                    <a:pt x="684" y="156"/>
                  </a:lnTo>
                  <a:close/>
                </a:path>
              </a:pathLst>
            </a:custGeom>
            <a:gradFill rotWithShape="0">
              <a:gsLst>
                <a:gs pos="0">
                  <a:srgbClr val="339933"/>
                </a:gs>
                <a:gs pos="100000">
                  <a:srgbClr val="256F25"/>
                </a:gs>
              </a:gsLst>
              <a:lin ang="27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 cap="flat" cmpd="sng">
                  <a:solidFill>
                    <a:srgbClr val="000000"/>
                  </a:solidFill>
                  <a:prstDash val="solid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 wrap="none" anchor="ctr"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</p:grpSp>
      <p:grpSp>
        <p:nvGrpSpPr>
          <p:cNvPr id="144" name="Group 58">
            <a:extLst>
              <a:ext uri="{FF2B5EF4-FFF2-40B4-BE49-F238E27FC236}">
                <a16:creationId xmlns:a16="http://schemas.microsoft.com/office/drawing/2014/main" id="{2B64299B-A53C-6DB2-A89B-91113DC76C52}"/>
              </a:ext>
            </a:extLst>
          </p:cNvPr>
          <p:cNvGrpSpPr>
            <a:grpSpLocks/>
          </p:cNvGrpSpPr>
          <p:nvPr/>
        </p:nvGrpSpPr>
        <p:grpSpPr bwMode="auto">
          <a:xfrm>
            <a:off x="15727203" y="9321542"/>
            <a:ext cx="1882774" cy="1692276"/>
            <a:chOff x="4169" y="3128"/>
            <a:chExt cx="431" cy="387"/>
          </a:xfrm>
        </p:grpSpPr>
        <p:sp>
          <p:nvSpPr>
            <p:cNvPr id="145" name="Freeform 59">
              <a:extLst>
                <a:ext uri="{FF2B5EF4-FFF2-40B4-BE49-F238E27FC236}">
                  <a16:creationId xmlns:a16="http://schemas.microsoft.com/office/drawing/2014/main" id="{EF72D449-3F6A-C551-44C5-0C511A331DF7}"/>
                </a:ext>
              </a:extLst>
            </p:cNvPr>
            <p:cNvSpPr>
              <a:spLocks/>
            </p:cNvSpPr>
            <p:nvPr/>
          </p:nvSpPr>
          <p:spPr bwMode="auto">
            <a:xfrm>
              <a:off x="4169" y="3128"/>
              <a:ext cx="412" cy="387"/>
            </a:xfrm>
            <a:custGeom>
              <a:avLst/>
              <a:gdLst>
                <a:gd name="T0" fmla="*/ 41 w 579"/>
                <a:gd name="T1" fmla="*/ 0 h 543"/>
                <a:gd name="T2" fmla="*/ 75 w 579"/>
                <a:gd name="T3" fmla="*/ 24 h 543"/>
                <a:gd name="T4" fmla="*/ 29 w 579"/>
                <a:gd name="T5" fmla="*/ 71 h 543"/>
                <a:gd name="T6" fmla="*/ 0 w 579"/>
                <a:gd name="T7" fmla="*/ 54 h 543"/>
                <a:gd name="T8" fmla="*/ 41 w 579"/>
                <a:gd name="T9" fmla="*/ 0 h 543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579"/>
                <a:gd name="T16" fmla="*/ 0 h 543"/>
                <a:gd name="T17" fmla="*/ 579 w 579"/>
                <a:gd name="T18" fmla="*/ 543 h 543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579" h="543">
                  <a:moveTo>
                    <a:pt x="320" y="0"/>
                  </a:moveTo>
                  <a:lnTo>
                    <a:pt x="579" y="184"/>
                  </a:lnTo>
                  <a:lnTo>
                    <a:pt x="226" y="543"/>
                  </a:lnTo>
                  <a:lnTo>
                    <a:pt x="0" y="413"/>
                  </a:lnTo>
                  <a:lnTo>
                    <a:pt x="32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 cap="flat" cmpd="sng">
                  <a:solidFill>
                    <a:srgbClr val="000000"/>
                  </a:solidFill>
                  <a:prstDash val="solid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 wrap="none" anchor="ctr"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46" name="Freeform 60">
              <a:extLst>
                <a:ext uri="{FF2B5EF4-FFF2-40B4-BE49-F238E27FC236}">
                  <a16:creationId xmlns:a16="http://schemas.microsoft.com/office/drawing/2014/main" id="{F2665378-C62C-841F-83CB-463DD47A0BC5}"/>
                </a:ext>
              </a:extLst>
            </p:cNvPr>
            <p:cNvSpPr>
              <a:spLocks/>
            </p:cNvSpPr>
            <p:nvPr/>
          </p:nvSpPr>
          <p:spPr bwMode="auto">
            <a:xfrm>
              <a:off x="4429" y="3149"/>
              <a:ext cx="171" cy="267"/>
            </a:xfrm>
            <a:custGeom>
              <a:avLst/>
              <a:gdLst>
                <a:gd name="T0" fmla="*/ 0 w 240"/>
                <a:gd name="T1" fmla="*/ 0 h 375"/>
                <a:gd name="T2" fmla="*/ 0 w 240"/>
                <a:gd name="T3" fmla="*/ 48 h 375"/>
                <a:gd name="T4" fmla="*/ 31 w 240"/>
                <a:gd name="T5" fmla="*/ 19 h 375"/>
                <a:gd name="T6" fmla="*/ 0 w 240"/>
                <a:gd name="T7" fmla="*/ 0 h 375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240"/>
                <a:gd name="T13" fmla="*/ 0 h 375"/>
                <a:gd name="T14" fmla="*/ 240 w 240"/>
                <a:gd name="T15" fmla="*/ 375 h 375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40" h="375">
                  <a:moveTo>
                    <a:pt x="0" y="0"/>
                  </a:moveTo>
                  <a:lnTo>
                    <a:pt x="0" y="375"/>
                  </a:lnTo>
                  <a:lnTo>
                    <a:pt x="240" y="139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rgbClr val="FFCC66"/>
                </a:gs>
                <a:gs pos="100000">
                  <a:srgbClr val="765E2F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 cap="flat" cmpd="sng">
                  <a:solidFill>
                    <a:srgbClr val="000000"/>
                  </a:solidFill>
                  <a:prstDash val="solid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 wrap="none" anchor="ctr"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</p:grpSp>
      <p:grpSp>
        <p:nvGrpSpPr>
          <p:cNvPr id="147" name="Group 61">
            <a:extLst>
              <a:ext uri="{FF2B5EF4-FFF2-40B4-BE49-F238E27FC236}">
                <a16:creationId xmlns:a16="http://schemas.microsoft.com/office/drawing/2014/main" id="{8703ED67-98A5-B7A8-55F3-ACE7D8C9FDCE}"/>
              </a:ext>
            </a:extLst>
          </p:cNvPr>
          <p:cNvGrpSpPr>
            <a:grpSpLocks/>
          </p:cNvGrpSpPr>
          <p:nvPr/>
        </p:nvGrpSpPr>
        <p:grpSpPr bwMode="auto">
          <a:xfrm>
            <a:off x="17663953" y="9143743"/>
            <a:ext cx="2736850" cy="3130550"/>
            <a:chOff x="4612" y="3087"/>
            <a:chExt cx="626" cy="716"/>
          </a:xfrm>
        </p:grpSpPr>
        <p:grpSp>
          <p:nvGrpSpPr>
            <p:cNvPr id="148" name="Group 62">
              <a:extLst>
                <a:ext uri="{FF2B5EF4-FFF2-40B4-BE49-F238E27FC236}">
                  <a16:creationId xmlns:a16="http://schemas.microsoft.com/office/drawing/2014/main" id="{11113D34-DB3D-DB10-817B-8500B7015405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612" y="3101"/>
              <a:ext cx="585" cy="702"/>
              <a:chOff x="2688" y="2477"/>
              <a:chExt cx="819" cy="985"/>
            </a:xfrm>
          </p:grpSpPr>
          <p:sp>
            <p:nvSpPr>
              <p:cNvPr id="150" name="Freeform 63">
                <a:extLst>
                  <a:ext uri="{FF2B5EF4-FFF2-40B4-BE49-F238E27FC236}">
                    <a16:creationId xmlns:a16="http://schemas.microsoft.com/office/drawing/2014/main" id="{2B6FDF22-B16C-FE90-ED79-334EFE02901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688" y="2477"/>
                <a:ext cx="634" cy="768"/>
              </a:xfrm>
              <a:custGeom>
                <a:avLst/>
                <a:gdLst>
                  <a:gd name="T0" fmla="*/ 634 w 634"/>
                  <a:gd name="T1" fmla="*/ 0 h 768"/>
                  <a:gd name="T2" fmla="*/ 634 w 634"/>
                  <a:gd name="T3" fmla="*/ 537 h 768"/>
                  <a:gd name="T4" fmla="*/ 211 w 634"/>
                  <a:gd name="T5" fmla="*/ 768 h 768"/>
                  <a:gd name="T6" fmla="*/ 211 w 634"/>
                  <a:gd name="T7" fmla="*/ 633 h 768"/>
                  <a:gd name="T8" fmla="*/ 0 w 634"/>
                  <a:gd name="T9" fmla="*/ 512 h 768"/>
                  <a:gd name="T10" fmla="*/ 346 w 634"/>
                  <a:gd name="T11" fmla="*/ 160 h 768"/>
                  <a:gd name="T12" fmla="*/ 634 w 634"/>
                  <a:gd name="T13" fmla="*/ 0 h 768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634"/>
                  <a:gd name="T22" fmla="*/ 0 h 768"/>
                  <a:gd name="T23" fmla="*/ 634 w 634"/>
                  <a:gd name="T24" fmla="*/ 768 h 768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634" h="768">
                    <a:moveTo>
                      <a:pt x="634" y="0"/>
                    </a:moveTo>
                    <a:lnTo>
                      <a:pt x="634" y="537"/>
                    </a:lnTo>
                    <a:lnTo>
                      <a:pt x="211" y="768"/>
                    </a:lnTo>
                    <a:lnTo>
                      <a:pt x="211" y="633"/>
                    </a:lnTo>
                    <a:lnTo>
                      <a:pt x="0" y="512"/>
                    </a:lnTo>
                    <a:lnTo>
                      <a:pt x="346" y="160"/>
                    </a:lnTo>
                    <a:lnTo>
                      <a:pt x="634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764718"/>
                  </a:gs>
                  <a:gs pos="100000">
                    <a:srgbClr val="FF9933"/>
                  </a:gs>
                </a:gsLst>
                <a:lin ang="189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 cap="flat" cmpd="sng">
                    <a:solidFill>
                      <a:srgbClr val="000000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txBody>
              <a:bodyPr wrap="none" anchor="ctr"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151" name="Freeform 64">
                <a:extLst>
                  <a:ext uri="{FF2B5EF4-FFF2-40B4-BE49-F238E27FC236}">
                    <a16:creationId xmlns:a16="http://schemas.microsoft.com/office/drawing/2014/main" id="{C3406FB0-F58A-0891-9345-09E4822C0B0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899" y="3008"/>
                <a:ext cx="608" cy="454"/>
              </a:xfrm>
              <a:custGeom>
                <a:avLst/>
                <a:gdLst>
                  <a:gd name="T0" fmla="*/ 0 w 608"/>
                  <a:gd name="T1" fmla="*/ 237 h 454"/>
                  <a:gd name="T2" fmla="*/ 0 w 608"/>
                  <a:gd name="T3" fmla="*/ 454 h 454"/>
                  <a:gd name="T4" fmla="*/ 608 w 608"/>
                  <a:gd name="T5" fmla="*/ 102 h 454"/>
                  <a:gd name="T6" fmla="*/ 432 w 608"/>
                  <a:gd name="T7" fmla="*/ 0 h 454"/>
                  <a:gd name="T8" fmla="*/ 0 w 608"/>
                  <a:gd name="T9" fmla="*/ 237 h 454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608"/>
                  <a:gd name="T16" fmla="*/ 0 h 454"/>
                  <a:gd name="T17" fmla="*/ 608 w 608"/>
                  <a:gd name="T18" fmla="*/ 454 h 454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608" h="454">
                    <a:moveTo>
                      <a:pt x="0" y="237"/>
                    </a:moveTo>
                    <a:lnTo>
                      <a:pt x="0" y="454"/>
                    </a:lnTo>
                    <a:lnTo>
                      <a:pt x="608" y="102"/>
                    </a:lnTo>
                    <a:lnTo>
                      <a:pt x="432" y="0"/>
                    </a:lnTo>
                    <a:lnTo>
                      <a:pt x="0" y="237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764718"/>
                  </a:gs>
                  <a:gs pos="100000">
                    <a:srgbClr val="FF9933"/>
                  </a:gs>
                </a:gsLst>
                <a:lin ang="27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 cap="flat" cmpd="sng">
                    <a:solidFill>
                      <a:srgbClr val="000000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txBody>
              <a:bodyPr wrap="none" anchor="ctr"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</p:grpSp>
        <p:sp>
          <p:nvSpPr>
            <p:cNvPr id="149" name="Freeform 65">
              <a:extLst>
                <a:ext uri="{FF2B5EF4-FFF2-40B4-BE49-F238E27FC236}">
                  <a16:creationId xmlns:a16="http://schemas.microsoft.com/office/drawing/2014/main" id="{20196461-EB11-EDB6-E34F-4F4BDE88982F}"/>
                </a:ext>
              </a:extLst>
            </p:cNvPr>
            <p:cNvSpPr>
              <a:spLocks/>
            </p:cNvSpPr>
            <p:nvPr/>
          </p:nvSpPr>
          <p:spPr bwMode="auto">
            <a:xfrm>
              <a:off x="5065" y="3087"/>
              <a:ext cx="173" cy="489"/>
            </a:xfrm>
            <a:custGeom>
              <a:avLst/>
              <a:gdLst>
                <a:gd name="T0" fmla="*/ 0 w 243"/>
                <a:gd name="T1" fmla="*/ 1 h 685"/>
                <a:gd name="T2" fmla="*/ 0 w 243"/>
                <a:gd name="T3" fmla="*/ 74 h 685"/>
                <a:gd name="T4" fmla="*/ 32 w 243"/>
                <a:gd name="T5" fmla="*/ 91 h 685"/>
                <a:gd name="T6" fmla="*/ 32 w 243"/>
                <a:gd name="T7" fmla="*/ 10 h 685"/>
                <a:gd name="T8" fmla="*/ 16 w 243"/>
                <a:gd name="T9" fmla="*/ 0 h 685"/>
                <a:gd name="T10" fmla="*/ 0 w 243"/>
                <a:gd name="T11" fmla="*/ 1 h 685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243"/>
                <a:gd name="T19" fmla="*/ 0 h 685"/>
                <a:gd name="T20" fmla="*/ 243 w 243"/>
                <a:gd name="T21" fmla="*/ 685 h 685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243" h="685">
                  <a:moveTo>
                    <a:pt x="0" y="7"/>
                  </a:moveTo>
                  <a:lnTo>
                    <a:pt x="0" y="557"/>
                  </a:lnTo>
                  <a:lnTo>
                    <a:pt x="243" y="685"/>
                  </a:lnTo>
                  <a:lnTo>
                    <a:pt x="243" y="71"/>
                  </a:lnTo>
                  <a:lnTo>
                    <a:pt x="120" y="0"/>
                  </a:lnTo>
                  <a:lnTo>
                    <a:pt x="0" y="7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 cap="flat" cmpd="sng">
                  <a:solidFill>
                    <a:srgbClr val="000000"/>
                  </a:solidFill>
                  <a:prstDash val="solid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 wrap="none" anchor="ctr"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</p:grpSp>
      <p:sp>
        <p:nvSpPr>
          <p:cNvPr id="152" name="Text Box 66">
            <a:extLst>
              <a:ext uri="{FF2B5EF4-FFF2-40B4-BE49-F238E27FC236}">
                <a16:creationId xmlns:a16="http://schemas.microsoft.com/office/drawing/2014/main" id="{DCF8555A-1A08-0AFA-50FB-041DEB677B6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553908" y="10412424"/>
            <a:ext cx="702435" cy="132343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charset="0"/>
                <a:ea typeface="黑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  <a:ea typeface="黑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  <a:ea typeface="黑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  <a:ea typeface="黑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  <a:ea typeface="黑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黑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黑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黑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黑体" pitchFamily="2" charset="-122"/>
              </a:defRPr>
            </a:lvl9pPr>
          </a:lstStyle>
          <a:p>
            <a:pPr defTabSz="1828800" hangingPunct="1"/>
            <a:r>
              <a:rPr lang="en-US" altLang="zh-CN" sz="8000" i="1" kern="1200">
                <a:solidFill>
                  <a:srgbClr val="44546A"/>
                </a:solidFill>
                <a:latin typeface="宋体" pitchFamily="2" charset="-122"/>
                <a:cs typeface="+mn-cs"/>
              </a:rPr>
              <a:t>p</a:t>
            </a:r>
          </a:p>
        </p:txBody>
      </p:sp>
      <p:sp>
        <p:nvSpPr>
          <p:cNvPr id="153" name="Text Box 67">
            <a:extLst>
              <a:ext uri="{FF2B5EF4-FFF2-40B4-BE49-F238E27FC236}">
                <a16:creationId xmlns:a16="http://schemas.microsoft.com/office/drawing/2014/main" id="{D9BA8211-D02C-5CE2-E7DF-6A3DC688DBD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04731" y="9867197"/>
            <a:ext cx="598241" cy="107721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charset="0"/>
                <a:ea typeface="黑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  <a:ea typeface="黑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  <a:ea typeface="黑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  <a:ea typeface="黑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  <a:ea typeface="黑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黑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黑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黑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黑体" pitchFamily="2" charset="-122"/>
              </a:defRPr>
            </a:lvl9pPr>
          </a:lstStyle>
          <a:p>
            <a:pPr defTabSz="1828800" hangingPunct="1"/>
            <a:r>
              <a:rPr lang="en-US" altLang="zh-CN" sz="6400" i="1" kern="1200">
                <a:solidFill>
                  <a:srgbClr val="FF0000"/>
                </a:solidFill>
                <a:latin typeface="宋体" pitchFamily="2" charset="-122"/>
                <a:cs typeface="+mn-cs"/>
              </a:rPr>
              <a:t>P</a:t>
            </a:r>
          </a:p>
        </p:txBody>
      </p:sp>
      <p:sp>
        <p:nvSpPr>
          <p:cNvPr id="154" name="Line 72">
            <a:extLst>
              <a:ext uri="{FF2B5EF4-FFF2-40B4-BE49-F238E27FC236}">
                <a16:creationId xmlns:a16="http://schemas.microsoft.com/office/drawing/2014/main" id="{1CB0F9C6-3A33-40B4-5337-3A985D464E82}"/>
              </a:ext>
            </a:extLst>
          </p:cNvPr>
          <p:cNvSpPr>
            <a:spLocks noChangeShapeType="1"/>
          </p:cNvSpPr>
          <p:nvPr/>
        </p:nvSpPr>
        <p:spPr bwMode="auto">
          <a:xfrm>
            <a:off x="8332626" y="4193918"/>
            <a:ext cx="47498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pPr algn="l" defTabSz="1828800" hangingPunct="1"/>
            <a:endParaRPr lang="zh-CN" altLang="en-US" sz="3600" b="0" kern="1200">
              <a:solidFill>
                <a:prstClr val="black"/>
              </a:solidFill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155" name="Line 73">
            <a:extLst>
              <a:ext uri="{FF2B5EF4-FFF2-40B4-BE49-F238E27FC236}">
                <a16:creationId xmlns:a16="http://schemas.microsoft.com/office/drawing/2014/main" id="{254EA255-E9EE-53F0-4316-5209A872C681}"/>
              </a:ext>
            </a:extLst>
          </p:cNvPr>
          <p:cNvSpPr>
            <a:spLocks noChangeShapeType="1"/>
          </p:cNvSpPr>
          <p:nvPr/>
        </p:nvSpPr>
        <p:spPr bwMode="auto">
          <a:xfrm>
            <a:off x="6741953" y="4987668"/>
            <a:ext cx="6340474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pPr algn="l" defTabSz="1828800" hangingPunct="1"/>
            <a:endParaRPr lang="zh-CN" altLang="en-US" sz="3600" b="0" kern="1200">
              <a:solidFill>
                <a:prstClr val="black"/>
              </a:solidFill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156" name="Line 74">
            <a:extLst>
              <a:ext uri="{FF2B5EF4-FFF2-40B4-BE49-F238E27FC236}">
                <a16:creationId xmlns:a16="http://schemas.microsoft.com/office/drawing/2014/main" id="{7487991C-3AD0-6261-ED73-53D5E5B89EC0}"/>
              </a:ext>
            </a:extLst>
          </p:cNvPr>
          <p:cNvSpPr>
            <a:spLocks noChangeShapeType="1"/>
          </p:cNvSpPr>
          <p:nvPr/>
        </p:nvSpPr>
        <p:spPr bwMode="auto">
          <a:xfrm>
            <a:off x="7545227" y="4581268"/>
            <a:ext cx="7947026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pPr algn="l" defTabSz="1828800" hangingPunct="1"/>
            <a:endParaRPr lang="zh-CN" altLang="en-US" sz="3600" b="0" kern="1200">
              <a:solidFill>
                <a:prstClr val="black"/>
              </a:solidFill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157" name="Line 75">
            <a:extLst>
              <a:ext uri="{FF2B5EF4-FFF2-40B4-BE49-F238E27FC236}">
                <a16:creationId xmlns:a16="http://schemas.microsoft.com/office/drawing/2014/main" id="{07B4D026-2DC0-B4A0-8B16-D0C960C1E8D0}"/>
              </a:ext>
            </a:extLst>
          </p:cNvPr>
          <p:cNvSpPr>
            <a:spLocks noChangeShapeType="1"/>
          </p:cNvSpPr>
          <p:nvPr/>
        </p:nvSpPr>
        <p:spPr bwMode="auto">
          <a:xfrm>
            <a:off x="10621803" y="6225918"/>
            <a:ext cx="487045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>
            <a:spAutoFit/>
          </a:bodyPr>
          <a:lstStyle/>
          <a:p>
            <a:pPr algn="l" defTabSz="1828800" hangingPunct="1"/>
            <a:endParaRPr lang="zh-CN" altLang="en-US" sz="3600" b="0" kern="1200">
              <a:solidFill>
                <a:prstClr val="black"/>
              </a:solidFill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158" name="Line 76">
            <a:extLst>
              <a:ext uri="{FF2B5EF4-FFF2-40B4-BE49-F238E27FC236}">
                <a16:creationId xmlns:a16="http://schemas.microsoft.com/office/drawing/2014/main" id="{6505C790-CC99-C341-0B0D-D5DA503438AA}"/>
              </a:ext>
            </a:extLst>
          </p:cNvPr>
          <p:cNvSpPr>
            <a:spLocks noChangeShapeType="1"/>
          </p:cNvSpPr>
          <p:nvPr/>
        </p:nvSpPr>
        <p:spPr bwMode="auto">
          <a:xfrm>
            <a:off x="5910102" y="5394068"/>
            <a:ext cx="7172324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>
            <a:spAutoFit/>
          </a:bodyPr>
          <a:lstStyle/>
          <a:p>
            <a:pPr algn="l" defTabSz="1828800" hangingPunct="1"/>
            <a:endParaRPr lang="zh-CN" altLang="en-US" sz="3600" b="0" kern="1200">
              <a:solidFill>
                <a:prstClr val="black"/>
              </a:solidFill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159" name="Line 77">
            <a:extLst>
              <a:ext uri="{FF2B5EF4-FFF2-40B4-BE49-F238E27FC236}">
                <a16:creationId xmlns:a16="http://schemas.microsoft.com/office/drawing/2014/main" id="{CA29040D-2CE9-F84C-30E8-9DBC30E788ED}"/>
              </a:ext>
            </a:extLst>
          </p:cNvPr>
          <p:cNvSpPr>
            <a:spLocks noChangeShapeType="1"/>
          </p:cNvSpPr>
          <p:nvPr/>
        </p:nvSpPr>
        <p:spPr bwMode="auto">
          <a:xfrm>
            <a:off x="13082427" y="5394068"/>
            <a:ext cx="3384550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>
            <a:spAutoFit/>
          </a:bodyPr>
          <a:lstStyle/>
          <a:p>
            <a:pPr algn="l" defTabSz="1828800" hangingPunct="1"/>
            <a:endParaRPr lang="zh-CN" altLang="en-US" sz="3600" b="0" kern="1200">
              <a:solidFill>
                <a:prstClr val="black"/>
              </a:solidFill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160" name="Line 78">
            <a:extLst>
              <a:ext uri="{FF2B5EF4-FFF2-40B4-BE49-F238E27FC236}">
                <a16:creationId xmlns:a16="http://schemas.microsoft.com/office/drawing/2014/main" id="{6C01203D-2CEE-AD22-C96C-F32F5DD0B3E7}"/>
              </a:ext>
            </a:extLst>
          </p:cNvPr>
          <p:cNvSpPr>
            <a:spLocks noChangeShapeType="1"/>
          </p:cNvSpPr>
          <p:nvPr/>
        </p:nvSpPr>
        <p:spPr bwMode="auto">
          <a:xfrm>
            <a:off x="15412877" y="4584442"/>
            <a:ext cx="1022350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>
            <a:spAutoFit/>
          </a:bodyPr>
          <a:lstStyle/>
          <a:p>
            <a:pPr algn="l" defTabSz="1828800" hangingPunct="1"/>
            <a:endParaRPr lang="zh-CN" altLang="en-US" sz="3600" b="0" kern="1200">
              <a:solidFill>
                <a:prstClr val="black"/>
              </a:solidFill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  <p:grpSp>
        <p:nvGrpSpPr>
          <p:cNvPr id="161" name="Group 79">
            <a:extLst>
              <a:ext uri="{FF2B5EF4-FFF2-40B4-BE49-F238E27FC236}">
                <a16:creationId xmlns:a16="http://schemas.microsoft.com/office/drawing/2014/main" id="{FCB0F298-1F99-365F-1D4F-2761FBA00385}"/>
              </a:ext>
            </a:extLst>
          </p:cNvPr>
          <p:cNvGrpSpPr>
            <a:grpSpLocks/>
          </p:cNvGrpSpPr>
          <p:nvPr/>
        </p:nvGrpSpPr>
        <p:grpSpPr bwMode="auto">
          <a:xfrm>
            <a:off x="15412876" y="3806568"/>
            <a:ext cx="1054100" cy="784224"/>
            <a:chOff x="3820" y="811"/>
            <a:chExt cx="332" cy="247"/>
          </a:xfrm>
        </p:grpSpPr>
        <p:sp>
          <p:nvSpPr>
            <p:cNvPr id="162" name="Line 80">
              <a:extLst>
                <a:ext uri="{FF2B5EF4-FFF2-40B4-BE49-F238E27FC236}">
                  <a16:creationId xmlns:a16="http://schemas.microsoft.com/office/drawing/2014/main" id="{DC9A05FF-FA9C-4BB9-E7A2-445C3240FBA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820" y="811"/>
              <a:ext cx="332" cy="0"/>
            </a:xfrm>
            <a:prstGeom prst="line">
              <a:avLst/>
            </a:prstGeom>
            <a:noFill/>
            <a:ln w="57150">
              <a:solidFill>
                <a:schemeClr val="bg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63" name="Line 81">
              <a:extLst>
                <a:ext uri="{FF2B5EF4-FFF2-40B4-BE49-F238E27FC236}">
                  <a16:creationId xmlns:a16="http://schemas.microsoft.com/office/drawing/2014/main" id="{00B1A31F-0A95-2C94-5A1A-65CFDC4E5FD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145" y="811"/>
              <a:ext cx="0" cy="244"/>
            </a:xfrm>
            <a:prstGeom prst="line">
              <a:avLst/>
            </a:prstGeom>
            <a:noFill/>
            <a:ln w="57150">
              <a:solidFill>
                <a:schemeClr val="bg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64" name="Line 82">
              <a:extLst>
                <a:ext uri="{FF2B5EF4-FFF2-40B4-BE49-F238E27FC236}">
                  <a16:creationId xmlns:a16="http://schemas.microsoft.com/office/drawing/2014/main" id="{285A25AC-B3F8-08D1-5C2B-54FCEBCEB10D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820" y="814"/>
              <a:ext cx="0" cy="244"/>
            </a:xfrm>
            <a:prstGeom prst="line">
              <a:avLst/>
            </a:prstGeom>
            <a:noFill/>
            <a:ln w="19050">
              <a:solidFill>
                <a:schemeClr val="bg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</p:grpSp>
      <p:sp>
        <p:nvSpPr>
          <p:cNvPr id="165" name="Line 83">
            <a:extLst>
              <a:ext uri="{FF2B5EF4-FFF2-40B4-BE49-F238E27FC236}">
                <a16:creationId xmlns:a16="http://schemas.microsoft.com/office/drawing/2014/main" id="{1A091B3D-DE36-5EC2-662F-345CB11136C9}"/>
              </a:ext>
            </a:extLst>
          </p:cNvPr>
          <p:cNvSpPr>
            <a:spLocks noChangeShapeType="1"/>
          </p:cNvSpPr>
          <p:nvPr/>
        </p:nvSpPr>
        <p:spPr bwMode="auto">
          <a:xfrm>
            <a:off x="13088776" y="3797042"/>
            <a:ext cx="0" cy="3254376"/>
          </a:xfrm>
          <a:prstGeom prst="line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pPr algn="l" defTabSz="1828800" hangingPunct="1"/>
            <a:endParaRPr lang="zh-CN" altLang="en-US" sz="3600" b="0" kern="1200">
              <a:solidFill>
                <a:prstClr val="black"/>
              </a:solidFill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  <p:grpSp>
        <p:nvGrpSpPr>
          <p:cNvPr id="166" name="Group 84">
            <a:extLst>
              <a:ext uri="{FF2B5EF4-FFF2-40B4-BE49-F238E27FC236}">
                <a16:creationId xmlns:a16="http://schemas.microsoft.com/office/drawing/2014/main" id="{74B08C9B-C680-0508-086A-F9D0B04E0082}"/>
              </a:ext>
            </a:extLst>
          </p:cNvPr>
          <p:cNvGrpSpPr>
            <a:grpSpLocks/>
          </p:cNvGrpSpPr>
          <p:nvPr/>
        </p:nvGrpSpPr>
        <p:grpSpPr bwMode="auto">
          <a:xfrm>
            <a:off x="13082427" y="3797042"/>
            <a:ext cx="3362326" cy="3254376"/>
            <a:chOff x="3086" y="808"/>
            <a:chExt cx="1059" cy="1025"/>
          </a:xfrm>
        </p:grpSpPr>
        <p:sp>
          <p:nvSpPr>
            <p:cNvPr id="167" name="Line 85">
              <a:extLst>
                <a:ext uri="{FF2B5EF4-FFF2-40B4-BE49-F238E27FC236}">
                  <a16:creationId xmlns:a16="http://schemas.microsoft.com/office/drawing/2014/main" id="{8EDD99E7-F786-5205-7EE5-133F4F44CA2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088" y="808"/>
              <a:ext cx="732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68" name="Line 86">
              <a:extLst>
                <a:ext uri="{FF2B5EF4-FFF2-40B4-BE49-F238E27FC236}">
                  <a16:creationId xmlns:a16="http://schemas.microsoft.com/office/drawing/2014/main" id="{1E549D8B-DB39-F05F-7859-B17800CFDF3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820" y="808"/>
              <a:ext cx="0" cy="248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69" name="Line 87">
              <a:extLst>
                <a:ext uri="{FF2B5EF4-FFF2-40B4-BE49-F238E27FC236}">
                  <a16:creationId xmlns:a16="http://schemas.microsoft.com/office/drawing/2014/main" id="{6CB70A87-B51D-A4EA-A8D5-8F4E07A3579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820" y="1059"/>
              <a:ext cx="325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70" name="Line 88">
              <a:extLst>
                <a:ext uri="{FF2B5EF4-FFF2-40B4-BE49-F238E27FC236}">
                  <a16:creationId xmlns:a16="http://schemas.microsoft.com/office/drawing/2014/main" id="{E21BABF0-543B-8796-AC0C-9C9DF6E2D63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142" y="1056"/>
              <a:ext cx="0" cy="777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71" name="Line 89">
              <a:extLst>
                <a:ext uri="{FF2B5EF4-FFF2-40B4-BE49-F238E27FC236}">
                  <a16:creationId xmlns:a16="http://schemas.microsoft.com/office/drawing/2014/main" id="{6004308B-F627-A7DE-E197-09F4EE8CB839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086" y="1833"/>
              <a:ext cx="1056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72" name="Line 90">
              <a:extLst>
                <a:ext uri="{FF2B5EF4-FFF2-40B4-BE49-F238E27FC236}">
                  <a16:creationId xmlns:a16="http://schemas.microsoft.com/office/drawing/2014/main" id="{F4A6DB0D-C54F-D14E-776D-63B147606F99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088" y="808"/>
              <a:ext cx="0" cy="1025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73" name="Line 91">
              <a:extLst>
                <a:ext uri="{FF2B5EF4-FFF2-40B4-BE49-F238E27FC236}">
                  <a16:creationId xmlns:a16="http://schemas.microsoft.com/office/drawing/2014/main" id="{198BC1B3-2433-C582-A28E-786D97BCC2F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088" y="938"/>
              <a:ext cx="321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74" name="Line 92">
              <a:extLst>
                <a:ext uri="{FF2B5EF4-FFF2-40B4-BE49-F238E27FC236}">
                  <a16:creationId xmlns:a16="http://schemas.microsoft.com/office/drawing/2014/main" id="{7ADC2304-E9CB-E671-09F7-BFBCEDCB087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409" y="938"/>
              <a:ext cx="0" cy="253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75" name="Line 93">
              <a:extLst>
                <a:ext uri="{FF2B5EF4-FFF2-40B4-BE49-F238E27FC236}">
                  <a16:creationId xmlns:a16="http://schemas.microsoft.com/office/drawing/2014/main" id="{DE6D6C53-3200-609F-D98D-57E3968734CF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086" y="1183"/>
              <a:ext cx="323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76" name="Line 94">
              <a:extLst>
                <a:ext uri="{FF2B5EF4-FFF2-40B4-BE49-F238E27FC236}">
                  <a16:creationId xmlns:a16="http://schemas.microsoft.com/office/drawing/2014/main" id="{B4BB4A1C-75F1-F160-9CA1-D42F0F9B6D1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086" y="1311"/>
              <a:ext cx="1056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</p:grpSp>
      <p:grpSp>
        <p:nvGrpSpPr>
          <p:cNvPr id="177" name="Group 95">
            <a:extLst>
              <a:ext uri="{FF2B5EF4-FFF2-40B4-BE49-F238E27FC236}">
                <a16:creationId xmlns:a16="http://schemas.microsoft.com/office/drawing/2014/main" id="{ABCCFABF-3AB6-0838-F4E5-697FE48428FC}"/>
              </a:ext>
            </a:extLst>
          </p:cNvPr>
          <p:cNvGrpSpPr>
            <a:grpSpLocks/>
          </p:cNvGrpSpPr>
          <p:nvPr/>
        </p:nvGrpSpPr>
        <p:grpSpPr bwMode="auto">
          <a:xfrm>
            <a:off x="5910103" y="3797043"/>
            <a:ext cx="3254374" cy="4733926"/>
            <a:chOff x="827" y="808"/>
            <a:chExt cx="1025" cy="1491"/>
          </a:xfrm>
        </p:grpSpPr>
        <p:sp>
          <p:nvSpPr>
            <p:cNvPr id="178" name="Line 96">
              <a:extLst>
                <a:ext uri="{FF2B5EF4-FFF2-40B4-BE49-F238E27FC236}">
                  <a16:creationId xmlns:a16="http://schemas.microsoft.com/office/drawing/2014/main" id="{25E87930-8F8E-9E66-A103-3CE596BA1BC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852" y="808"/>
              <a:ext cx="0" cy="1490"/>
            </a:xfrm>
            <a:prstGeom prst="line">
              <a:avLst/>
            </a:prstGeom>
            <a:noFill/>
            <a:ln w="12700">
              <a:solidFill>
                <a:srgbClr val="000099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180000" tIns="93600" rIns="180000" bIns="93600" anchor="ctr">
              <a:spAutoFit/>
            </a:bodyPr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79" name="Line 97">
              <a:extLst>
                <a:ext uri="{FF2B5EF4-FFF2-40B4-BE49-F238E27FC236}">
                  <a16:creationId xmlns:a16="http://schemas.microsoft.com/office/drawing/2014/main" id="{B57FB32E-519A-99AA-2263-82194754625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27" y="1834"/>
              <a:ext cx="0" cy="465"/>
            </a:xfrm>
            <a:prstGeom prst="line">
              <a:avLst/>
            </a:prstGeom>
            <a:noFill/>
            <a:ln w="12700">
              <a:solidFill>
                <a:srgbClr val="000099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180000" tIns="93600" rIns="180000" bIns="93600" anchor="ctr">
              <a:spAutoFit/>
            </a:bodyPr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</p:grpSp>
      <p:grpSp>
        <p:nvGrpSpPr>
          <p:cNvPr id="180" name="Group 98">
            <a:extLst>
              <a:ext uri="{FF2B5EF4-FFF2-40B4-BE49-F238E27FC236}">
                <a16:creationId xmlns:a16="http://schemas.microsoft.com/office/drawing/2014/main" id="{2F9627EA-349B-A7D0-C23F-DD869BE70D89}"/>
              </a:ext>
            </a:extLst>
          </p:cNvPr>
          <p:cNvGrpSpPr>
            <a:grpSpLocks/>
          </p:cNvGrpSpPr>
          <p:nvPr/>
        </p:nvGrpSpPr>
        <p:grpSpPr bwMode="auto">
          <a:xfrm>
            <a:off x="7545227" y="6079869"/>
            <a:ext cx="3146426" cy="4768850"/>
            <a:chOff x="1342" y="1527"/>
            <a:chExt cx="991" cy="1502"/>
          </a:xfrm>
        </p:grpSpPr>
        <p:sp>
          <p:nvSpPr>
            <p:cNvPr id="181" name="Line 99">
              <a:extLst>
                <a:ext uri="{FF2B5EF4-FFF2-40B4-BE49-F238E27FC236}">
                  <a16:creationId xmlns:a16="http://schemas.microsoft.com/office/drawing/2014/main" id="{DEA7BD61-CA60-BA3C-3CCC-03ED9B97DC0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342" y="1527"/>
              <a:ext cx="0" cy="1502"/>
            </a:xfrm>
            <a:prstGeom prst="line">
              <a:avLst/>
            </a:prstGeom>
            <a:noFill/>
            <a:ln w="12700">
              <a:solidFill>
                <a:srgbClr val="CC33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180000" tIns="93600" rIns="180000" bIns="93600" anchor="ctr">
              <a:spAutoFit/>
            </a:bodyPr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82" name="Line 100">
              <a:extLst>
                <a:ext uri="{FF2B5EF4-FFF2-40B4-BE49-F238E27FC236}">
                  <a16:creationId xmlns:a16="http://schemas.microsoft.com/office/drawing/2014/main" id="{AB9EEF9D-A040-018F-C690-4D09FE69804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333" y="1833"/>
              <a:ext cx="0" cy="1196"/>
            </a:xfrm>
            <a:prstGeom prst="line">
              <a:avLst/>
            </a:prstGeom>
            <a:noFill/>
            <a:ln w="12700">
              <a:solidFill>
                <a:srgbClr val="CC33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180000" tIns="93600" rIns="180000" bIns="93600" anchor="ctr">
              <a:spAutoFit/>
            </a:bodyPr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2835641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1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13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13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1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1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2" dur="500"/>
                                        <p:tgtEl>
                                          <p:spTgt spid="1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5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5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15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15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9" dur="500"/>
                                        <p:tgtEl>
                                          <p:spTgt spid="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4" dur="500"/>
                                        <p:tgtEl>
                                          <p:spTgt spid="158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9" dur="500"/>
                                        <p:tgtEl>
                                          <p:spTgt spid="1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4" dur="500"/>
                                        <p:tgtEl>
                                          <p:spTgt spid="154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9" dur="500"/>
                                        <p:tgtEl>
                                          <p:spTgt spid="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4" dur="500"/>
                                        <p:tgtEl>
                                          <p:spTgt spid="155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9" dur="500"/>
                                        <p:tgtEl>
                                          <p:spTgt spid="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>
                      <p:stCondLst>
                        <p:cond delay="indefinite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4" dur="500"/>
                                        <p:tgtEl>
                                          <p:spTgt spid="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5" fill="hold">
                            <p:stCondLst>
                              <p:cond delay="500"/>
                            </p:stCondLst>
                            <p:childTnLst>
                              <p:par>
                                <p:cTn id="86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8" dur="500"/>
                                        <p:tgtEl>
                                          <p:spTgt spid="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>
                      <p:stCondLst>
                        <p:cond delay="indefinite"/>
                      </p:stCondLst>
                      <p:childTnLst>
                        <p:par>
                          <p:cTn id="90" fill="hold">
                            <p:stCondLst>
                              <p:cond delay="0"/>
                            </p:stCondLst>
                            <p:childTnLst>
                              <p:par>
                                <p:cTn id="9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3" dur="500"/>
                                        <p:tgtEl>
                                          <p:spTgt spid="157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4" fill="hold">
                      <p:stCondLst>
                        <p:cond delay="indefinite"/>
                      </p:stCondLst>
                      <p:childTnLst>
                        <p:par>
                          <p:cTn id="95" fill="hold">
                            <p:stCondLst>
                              <p:cond delay="0"/>
                            </p:stCondLst>
                            <p:childTnLst>
                              <p:par>
                                <p:cTn id="96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98" dur="500"/>
                                        <p:tgtEl>
                                          <p:spTgt spid="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>
                      <p:stCondLst>
                        <p:cond delay="indefinite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101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3" dur="500"/>
                                        <p:tgtEl>
                                          <p:spTgt spid="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4" fill="hold">
                      <p:stCondLst>
                        <p:cond delay="indefinite"/>
                      </p:stCondLst>
                      <p:childTnLst>
                        <p:par>
                          <p:cTn id="105" fill="hold">
                            <p:stCondLst>
                              <p:cond delay="0"/>
                            </p:stCondLst>
                            <p:childTnLst>
                              <p:par>
                                <p:cTn id="10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8" dur="500"/>
                                        <p:tgtEl>
                                          <p:spTgt spid="156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9" fill="hold">
                      <p:stCondLst>
                        <p:cond delay="indefinite"/>
                      </p:stCondLst>
                      <p:childTnLst>
                        <p:par>
                          <p:cTn id="110" fill="hold">
                            <p:stCondLst>
                              <p:cond delay="0"/>
                            </p:stCondLst>
                            <p:childTnLst>
                              <p:par>
                                <p:cTn id="11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3" dur="500"/>
                                        <p:tgtEl>
                                          <p:spTgt spid="1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4" fill="hold">
                      <p:stCondLst>
                        <p:cond delay="indefinite"/>
                      </p:stCondLst>
                      <p:childTnLst>
                        <p:par>
                          <p:cTn id="115" fill="hold">
                            <p:stCondLst>
                              <p:cond delay="0"/>
                            </p:stCondLst>
                            <p:childTnLst>
                              <p:par>
                                <p:cTn id="116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8" dur="500"/>
                                        <p:tgtEl>
                                          <p:spTgt spid="1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9" fill="hold">
                      <p:stCondLst>
                        <p:cond delay="indefinite"/>
                      </p:stCondLst>
                      <p:childTnLst>
                        <p:par>
                          <p:cTn id="120" fill="hold">
                            <p:stCondLst>
                              <p:cond delay="0"/>
                            </p:stCondLst>
                            <p:childTnLst>
                              <p:par>
                                <p:cTn id="121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3" dur="500"/>
                                        <p:tgtEl>
                                          <p:spTgt spid="89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4" fill="hold">
                      <p:stCondLst>
                        <p:cond delay="indefinite"/>
                      </p:stCondLst>
                      <p:childTnLst>
                        <p:par>
                          <p:cTn id="125" fill="hold">
                            <p:stCondLst>
                              <p:cond delay="0"/>
                            </p:stCondLst>
                            <p:childTnLst>
                              <p:par>
                                <p:cTn id="126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8" dur="500"/>
                                        <p:tgtEl>
                                          <p:spTgt spid="1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9" grpId="0" animBg="1"/>
      <p:bldP spid="90" grpId="0" animBg="1"/>
      <p:bldP spid="91" grpId="0" animBg="1"/>
      <p:bldP spid="92" grpId="0" animBg="1"/>
      <p:bldP spid="93" grpId="0" animBg="1"/>
      <p:bldP spid="94" grpId="0" animBg="1"/>
      <p:bldP spid="95" grpId="0" animBg="1"/>
      <p:bldP spid="96" grpId="0" animBg="1"/>
      <p:bldP spid="152" grpId="0" autoUpdateAnimBg="0"/>
      <p:bldP spid="153" grpId="0" autoUpdateAnimBg="0"/>
      <p:bldP spid="154" grpId="0" animBg="1"/>
      <p:bldP spid="155" grpId="0" animBg="1"/>
      <p:bldP spid="156" grpId="0" animBg="1"/>
      <p:bldP spid="157" grpId="0" animBg="1"/>
      <p:bldP spid="158" grpId="0" animBg="1"/>
      <p:bldP spid="159" grpId="0" animBg="1"/>
      <p:bldP spid="160" grpId="0" animBg="1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0E357CB-F520-A136-7DB1-F3DF9A3144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组合体尺寸标注</a:t>
            </a:r>
            <a:r>
              <a:rPr lang="en-US" altLang="zh-CN" dirty="0"/>
              <a:t>——</a:t>
            </a:r>
            <a:r>
              <a:rPr lang="zh-CN" altLang="en-US" dirty="0"/>
              <a:t>基本立体</a:t>
            </a:r>
          </a:p>
        </p:txBody>
      </p:sp>
      <p:pic>
        <p:nvPicPr>
          <p:cNvPr id="5" name="内容占位符 4">
            <a:extLst>
              <a:ext uri="{FF2B5EF4-FFF2-40B4-BE49-F238E27FC236}">
                <a16:creationId xmlns:a16="http://schemas.microsoft.com/office/drawing/2014/main" id="{89BA476C-05ED-BB7B-1A3E-FDB0D769F94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459125" y="2955759"/>
            <a:ext cx="4371502" cy="4289022"/>
          </a:xfr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E90F9C7F-D993-7303-7BF5-9C7DCD41054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39179" y="2646742"/>
            <a:ext cx="3487422" cy="5140096"/>
          </a:xfrm>
          <a:prstGeom prst="rect">
            <a:avLst/>
          </a:prstGeom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CBF40540-9947-8A2B-4011-58736FE0388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127089" y="2646743"/>
            <a:ext cx="4276590" cy="5233850"/>
          </a:xfrm>
          <a:prstGeom prst="rect">
            <a:avLst/>
          </a:prstGeom>
        </p:spPr>
      </p:pic>
      <p:pic>
        <p:nvPicPr>
          <p:cNvPr id="11" name="图片 10">
            <a:extLst>
              <a:ext uri="{FF2B5EF4-FFF2-40B4-BE49-F238E27FC236}">
                <a16:creationId xmlns:a16="http://schemas.microsoft.com/office/drawing/2014/main" id="{48A1E808-C56B-8004-95C5-E24C43F8A24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053309" y="8491492"/>
            <a:ext cx="4371502" cy="4604028"/>
          </a:xfrm>
          <a:prstGeom prst="rect">
            <a:avLst/>
          </a:prstGeom>
        </p:spPr>
      </p:pic>
      <p:pic>
        <p:nvPicPr>
          <p:cNvPr id="13" name="图片 12">
            <a:extLst>
              <a:ext uri="{FF2B5EF4-FFF2-40B4-BE49-F238E27FC236}">
                <a16:creationId xmlns:a16="http://schemas.microsoft.com/office/drawing/2014/main" id="{2AD4D97D-C7D0-E398-A844-50D6AFD5F16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004998" y="8393357"/>
            <a:ext cx="4941252" cy="4911030"/>
          </a:xfrm>
          <a:prstGeom prst="rect">
            <a:avLst/>
          </a:prstGeom>
        </p:spPr>
      </p:pic>
      <p:pic>
        <p:nvPicPr>
          <p:cNvPr id="15" name="图片 14">
            <a:extLst>
              <a:ext uri="{FF2B5EF4-FFF2-40B4-BE49-F238E27FC236}">
                <a16:creationId xmlns:a16="http://schemas.microsoft.com/office/drawing/2014/main" id="{65FCC237-90F9-297D-7F32-68D12E80C7A2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6425670" y="7985890"/>
            <a:ext cx="4371504" cy="4184820"/>
          </a:xfrm>
          <a:prstGeom prst="rect">
            <a:avLst/>
          </a:prstGeom>
        </p:spPr>
      </p:pic>
      <p:sp>
        <p:nvSpPr>
          <p:cNvPr id="16" name="文本框 15">
            <a:extLst>
              <a:ext uri="{FF2B5EF4-FFF2-40B4-BE49-F238E27FC236}">
                <a16:creationId xmlns:a16="http://schemas.microsoft.com/office/drawing/2014/main" id="{42720B8C-B6A7-1CF3-4496-15028411E3E7}"/>
              </a:ext>
            </a:extLst>
          </p:cNvPr>
          <p:cNvSpPr txBox="1"/>
          <p:nvPr/>
        </p:nvSpPr>
        <p:spPr>
          <a:xfrm>
            <a:off x="3048000" y="7880593"/>
            <a:ext cx="156966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 defTabSz="1828800" hangingPunct="1"/>
            <a:r>
              <a:rPr lang="zh-CN" altLang="en-US" sz="3600" b="0" kern="1200" dirty="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rPr>
              <a:t>长方体</a:t>
            </a: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A33ACDA4-1F2E-87A5-7BCF-69E71895F1EB}"/>
              </a:ext>
            </a:extLst>
          </p:cNvPr>
          <p:cNvSpPr txBox="1"/>
          <p:nvPr/>
        </p:nvSpPr>
        <p:spPr>
          <a:xfrm>
            <a:off x="10332864" y="7880593"/>
            <a:ext cx="156966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 defTabSz="1828800" hangingPunct="1"/>
            <a:r>
              <a:rPr lang="zh-CN" altLang="en-US" sz="3600" b="0" kern="1200" dirty="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rPr>
              <a:t>四棱锥</a:t>
            </a: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6DF6BF3D-BF8D-4D02-18FA-7FD552EDD394}"/>
              </a:ext>
            </a:extLst>
          </p:cNvPr>
          <p:cNvSpPr txBox="1"/>
          <p:nvPr/>
        </p:nvSpPr>
        <p:spPr>
          <a:xfrm>
            <a:off x="17108985" y="7880593"/>
            <a:ext cx="203132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 defTabSz="1828800" hangingPunct="1"/>
            <a:r>
              <a:rPr lang="zh-CN" altLang="en-US" sz="3600" b="0" kern="1200" dirty="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rPr>
              <a:t>正六棱柱</a:t>
            </a:r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EC9ECA41-55EC-D480-9BE6-61FF5C4BB51D}"/>
              </a:ext>
            </a:extLst>
          </p:cNvPr>
          <p:cNvSpPr txBox="1"/>
          <p:nvPr/>
        </p:nvSpPr>
        <p:spPr>
          <a:xfrm>
            <a:off x="2890548" y="12838259"/>
            <a:ext cx="110799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 defTabSz="1828800" hangingPunct="1"/>
            <a:r>
              <a:rPr lang="zh-CN" altLang="en-US" sz="3600" b="0" kern="1200" dirty="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rPr>
              <a:t>圆柱</a:t>
            </a: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512C4D29-E4DE-BA56-39CA-749EA3241226}"/>
              </a:ext>
            </a:extLst>
          </p:cNvPr>
          <p:cNvSpPr txBox="1"/>
          <p:nvPr/>
        </p:nvSpPr>
        <p:spPr>
          <a:xfrm>
            <a:off x="10369434" y="12726189"/>
            <a:ext cx="110799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 defTabSz="1828800" hangingPunct="1"/>
            <a:r>
              <a:rPr lang="zh-CN" altLang="en-US" sz="3600" b="0" kern="1200" dirty="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rPr>
              <a:t>圆锥</a:t>
            </a: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BE90558A-B3A9-A13C-511C-49986BB97313}"/>
              </a:ext>
            </a:extLst>
          </p:cNvPr>
          <p:cNvSpPr txBox="1"/>
          <p:nvPr/>
        </p:nvSpPr>
        <p:spPr>
          <a:xfrm>
            <a:off x="17615513" y="12356857"/>
            <a:ext cx="64633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 defTabSz="1828800" hangingPunct="1"/>
            <a:r>
              <a:rPr lang="zh-CN" altLang="en-US" sz="3600" b="0" kern="1200" dirty="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rPr>
              <a:t>球</a:t>
            </a:r>
          </a:p>
        </p:txBody>
      </p:sp>
    </p:spTree>
    <p:extLst>
      <p:ext uri="{BB962C8B-B14F-4D97-AF65-F5344CB8AC3E}">
        <p14:creationId xmlns:p14="http://schemas.microsoft.com/office/powerpoint/2010/main" val="1403605120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>
            <a:extLst>
              <a:ext uri="{FF2B5EF4-FFF2-40B4-BE49-F238E27FC236}">
                <a16:creationId xmlns:a16="http://schemas.microsoft.com/office/drawing/2014/main" id="{39552AE4-20D0-38DC-D684-0F2E5E30638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258257" y="461421"/>
            <a:ext cx="10937446" cy="12793158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12" name="墨迹 11">
                <a:extLst>
                  <a:ext uri="{FF2B5EF4-FFF2-40B4-BE49-F238E27FC236}">
                    <a16:creationId xmlns:a16="http://schemas.microsoft.com/office/drawing/2014/main" id="{7DB9132F-3985-4C1F-6D16-331C79BE2098}"/>
                  </a:ext>
                </a:extLst>
              </p14:cNvPr>
              <p14:cNvContentPartPr/>
              <p14:nvPr/>
            </p14:nvContentPartPr>
            <p14:xfrm>
              <a:off x="13319760" y="6371780"/>
              <a:ext cx="815040" cy="439200"/>
            </p14:xfrm>
          </p:contentPart>
        </mc:Choice>
        <mc:Fallback xmlns="">
          <p:pic>
            <p:nvPicPr>
              <p:cNvPr id="12" name="墨迹 11">
                <a:extLst>
                  <a:ext uri="{FF2B5EF4-FFF2-40B4-BE49-F238E27FC236}">
                    <a16:creationId xmlns:a16="http://schemas.microsoft.com/office/drawing/2014/main" id="{7DB9132F-3985-4C1F-6D16-331C79BE2098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3256788" y="6308625"/>
                <a:ext cx="940625" cy="565150"/>
              </a:xfrm>
              <a:prstGeom prst="rect">
                <a:avLst/>
              </a:prstGeom>
            </p:spPr>
          </p:pic>
        </mc:Fallback>
      </mc:AlternateContent>
      <p:sp>
        <p:nvSpPr>
          <p:cNvPr id="2" name="标题 1">
            <a:extLst>
              <a:ext uri="{FF2B5EF4-FFF2-40B4-BE49-F238E27FC236}">
                <a16:creationId xmlns:a16="http://schemas.microsoft.com/office/drawing/2014/main" id="{14BD32CB-22D6-5BC0-993F-B3EE63CF0C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组合体尺寸标注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F15BF30E-4D12-3621-F02B-2222A21D35F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尺寸基准</a:t>
            </a:r>
            <a:endParaRPr lang="en-US" altLang="zh-CN" dirty="0"/>
          </a:p>
          <a:p>
            <a:r>
              <a:rPr lang="zh-CN" altLang="en-US" sz="4800" dirty="0"/>
              <a:t>三个方向上各有一个基准</a:t>
            </a:r>
            <a:endParaRPr lang="en-US" altLang="zh-CN" sz="4800" dirty="0"/>
          </a:p>
          <a:p>
            <a:r>
              <a:rPr lang="zh-CN" altLang="en-US" sz="4800" dirty="0"/>
              <a:t>对称组合体对称平面作基准，尺寸注在两端</a:t>
            </a:r>
            <a:endParaRPr lang="en-US" altLang="zh-CN" sz="4800" dirty="0"/>
          </a:p>
          <a:p>
            <a:r>
              <a:rPr lang="zh-CN" altLang="en-US" sz="4800" dirty="0"/>
              <a:t>非对称组合体选较大平面作基准</a:t>
            </a:r>
            <a:endParaRPr lang="en-US" altLang="zh-CN" sz="4800" dirty="0"/>
          </a:p>
          <a:p>
            <a:r>
              <a:rPr lang="zh-CN" altLang="en-US" sz="4800" dirty="0"/>
              <a:t>整体具有回转轴线组合体，将轴线作为两方向基准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9" name="墨迹 8">
                <a:extLst>
                  <a:ext uri="{FF2B5EF4-FFF2-40B4-BE49-F238E27FC236}">
                    <a16:creationId xmlns:a16="http://schemas.microsoft.com/office/drawing/2014/main" id="{CE32A229-C05F-4400-C3B5-DF564689F372}"/>
                  </a:ext>
                </a:extLst>
              </p14:cNvPr>
              <p14:cNvContentPartPr/>
              <p14:nvPr/>
            </p14:nvContentPartPr>
            <p14:xfrm>
              <a:off x="16285441" y="7691257"/>
              <a:ext cx="91438" cy="91438"/>
            </p14:xfrm>
          </p:contentPart>
        </mc:Choice>
        <mc:Fallback xmlns="">
          <p:pic>
            <p:nvPicPr>
              <p:cNvPr id="9" name="墨迹 8">
                <a:extLst>
                  <a:ext uri="{FF2B5EF4-FFF2-40B4-BE49-F238E27FC236}">
                    <a16:creationId xmlns:a16="http://schemas.microsoft.com/office/drawing/2014/main" id="{CE32A229-C05F-4400-C3B5-DF564689F372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10951558" y="-8310393"/>
                <a:ext cx="10728725" cy="320033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11" name="墨迹 10">
                <a:extLst>
                  <a:ext uri="{FF2B5EF4-FFF2-40B4-BE49-F238E27FC236}">
                    <a16:creationId xmlns:a16="http://schemas.microsoft.com/office/drawing/2014/main" id="{46C26BB4-600C-C6B7-53A7-848FB580232F}"/>
                  </a:ext>
                </a:extLst>
              </p14:cNvPr>
              <p14:cNvContentPartPr/>
              <p14:nvPr/>
            </p14:nvContentPartPr>
            <p14:xfrm>
              <a:off x="13095120" y="8324420"/>
              <a:ext cx="2564640" cy="1610640"/>
            </p14:xfrm>
          </p:contentPart>
        </mc:Choice>
        <mc:Fallback xmlns="">
          <p:pic>
            <p:nvPicPr>
              <p:cNvPr id="11" name="墨迹 10">
                <a:extLst>
                  <a:ext uri="{FF2B5EF4-FFF2-40B4-BE49-F238E27FC236}">
                    <a16:creationId xmlns:a16="http://schemas.microsoft.com/office/drawing/2014/main" id="{46C26BB4-600C-C6B7-53A7-848FB580232F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13032111" y="8261406"/>
                <a:ext cx="2690298" cy="1736308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151723581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04B089F-FDB1-6214-FA6F-D563668F5D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组合体尺寸标注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C11EDBD4-E457-83BC-EBF2-5C755DAE0E8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定形尺寸</a:t>
            </a:r>
            <a:endParaRPr lang="en-US" altLang="zh-CN" dirty="0"/>
          </a:p>
          <a:p>
            <a:r>
              <a:rPr lang="zh-CN" altLang="en-US" sz="4000" dirty="0"/>
              <a:t>确定形体形状、大小</a:t>
            </a:r>
            <a:endParaRPr lang="en-US" altLang="zh-CN" sz="4000" dirty="0"/>
          </a:p>
          <a:p>
            <a:r>
              <a:rPr lang="zh-CN" altLang="en-US" dirty="0"/>
              <a:t>定位尺寸</a:t>
            </a:r>
            <a:endParaRPr lang="en-US" altLang="zh-CN" dirty="0"/>
          </a:p>
          <a:p>
            <a:r>
              <a:rPr lang="zh-CN" altLang="en-US" sz="4000" dirty="0"/>
              <a:t>确定各形体相对位置</a:t>
            </a:r>
            <a:endParaRPr lang="en-US" altLang="zh-CN" sz="4000" dirty="0"/>
          </a:p>
          <a:p>
            <a:r>
              <a:rPr lang="zh-CN" altLang="en-US" dirty="0"/>
              <a:t>总体尺寸</a:t>
            </a:r>
            <a:endParaRPr lang="en-US" altLang="zh-CN" dirty="0"/>
          </a:p>
          <a:p>
            <a:r>
              <a:rPr lang="zh-CN" altLang="en-US" sz="4000" dirty="0"/>
              <a:t>组合体总的长、宽、高</a:t>
            </a:r>
            <a:endParaRPr lang="en-US" altLang="zh-CN" sz="4000" dirty="0"/>
          </a:p>
          <a:p>
            <a:r>
              <a:rPr lang="zh-CN" altLang="en-US" sz="4000" dirty="0"/>
              <a:t>产生封闭尺寸时删去一个定形尺寸</a:t>
            </a:r>
            <a:endParaRPr lang="en-US" altLang="zh-CN" sz="4000" dirty="0"/>
          </a:p>
          <a:p>
            <a:r>
              <a:rPr lang="zh-CN" altLang="en-US" sz="4000" dirty="0"/>
              <a:t>某端面回转体时，不标总体尺寸，</a:t>
            </a:r>
            <a:endParaRPr lang="en-US" altLang="zh-CN" sz="4000" dirty="0"/>
          </a:p>
          <a:p>
            <a:pPr marL="0" indent="0">
              <a:buNone/>
            </a:pPr>
            <a:r>
              <a:rPr lang="zh-CN" altLang="en-US" sz="4000" dirty="0"/>
              <a:t>通过半径加中心距确定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A6996DE2-162A-0B89-31DB-FD48DC9A89D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77823" y="827412"/>
            <a:ext cx="4661962" cy="5603892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C55A152E-8B6B-128C-88F3-7CBF39BE954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020784" y="349021"/>
            <a:ext cx="5638816" cy="5519350"/>
          </a:xfrm>
          <a:prstGeom prst="rect">
            <a:avLst/>
          </a:prstGeom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4BDB91DC-EB09-D254-BE61-2B0201A2071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58822" y="6810016"/>
            <a:ext cx="5302316" cy="4012564"/>
          </a:xfrm>
          <a:prstGeom prst="rect">
            <a:avLst/>
          </a:prstGeom>
        </p:spPr>
      </p:pic>
      <p:pic>
        <p:nvPicPr>
          <p:cNvPr id="11" name="图片 10">
            <a:extLst>
              <a:ext uri="{FF2B5EF4-FFF2-40B4-BE49-F238E27FC236}">
                <a16:creationId xmlns:a16="http://schemas.microsoft.com/office/drawing/2014/main" id="{FA948C30-12EA-52E4-79D9-C997B232E41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5031045" y="6248998"/>
            <a:ext cx="6548402" cy="4926320"/>
          </a:xfrm>
          <a:prstGeom prst="rect">
            <a:avLst/>
          </a:prstGeom>
        </p:spPr>
      </p:pic>
      <p:pic>
        <p:nvPicPr>
          <p:cNvPr id="13" name="图片 12">
            <a:extLst>
              <a:ext uri="{FF2B5EF4-FFF2-40B4-BE49-F238E27FC236}">
                <a16:creationId xmlns:a16="http://schemas.microsoft.com/office/drawing/2014/main" id="{6243B911-A4F8-2D92-2CBE-400A6FF4C04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0231087" y="928855"/>
            <a:ext cx="3429026" cy="4819686"/>
          </a:xfrm>
          <a:prstGeom prst="rect">
            <a:avLst/>
          </a:prstGeom>
        </p:spPr>
      </p:pic>
      <p:sp>
        <p:nvSpPr>
          <p:cNvPr id="6" name="文本框 5">
            <a:extLst>
              <a:ext uri="{FF2B5EF4-FFF2-40B4-BE49-F238E27FC236}">
                <a16:creationId xmlns:a16="http://schemas.microsoft.com/office/drawing/2014/main" id="{3F98AA1E-7B57-CF9D-C62E-09705E9EA92C}"/>
              </a:ext>
            </a:extLst>
          </p:cNvPr>
          <p:cNvSpPr txBox="1"/>
          <p:nvPr/>
        </p:nvSpPr>
        <p:spPr>
          <a:xfrm>
            <a:off x="-1968500" y="10988088"/>
            <a:ext cx="1219200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3600" i="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&lt;=半圆标半径</a:t>
            </a:r>
          </a:p>
          <a:p>
            <a:r>
              <a:rPr lang="zh-CN" altLang="en-US" sz="3600" i="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&gt;半圆标直径</a:t>
            </a:r>
          </a:p>
        </p:txBody>
      </p:sp>
    </p:spTree>
    <p:extLst>
      <p:ext uri="{BB962C8B-B14F-4D97-AF65-F5344CB8AC3E}">
        <p14:creationId xmlns:p14="http://schemas.microsoft.com/office/powerpoint/2010/main" val="1691563974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EB1B702-A0A2-4D39-72A1-AFB0DA8E57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组合体尺寸标注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3F350FD-DDC5-1261-9ABD-DDE1E5C0A37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38160" y="2040224"/>
            <a:ext cx="21977352" cy="972878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zh-CN" dirty="0"/>
              <a:t>1.</a:t>
            </a:r>
            <a:r>
              <a:rPr lang="zh-CN" altLang="en-US" dirty="0"/>
              <a:t>形体分析</a:t>
            </a:r>
            <a:endParaRPr lang="en-US" altLang="zh-CN" dirty="0"/>
          </a:p>
          <a:p>
            <a:pPr marL="0" indent="0">
              <a:buNone/>
            </a:pPr>
            <a:r>
              <a:rPr lang="zh-CN" altLang="en-US" dirty="0"/>
              <a:t>①选取尺寸基准</a:t>
            </a:r>
            <a:endParaRPr lang="en-US" altLang="zh-CN" dirty="0"/>
          </a:p>
          <a:p>
            <a:pPr marL="0" indent="0">
              <a:buNone/>
            </a:pPr>
            <a:r>
              <a:rPr lang="zh-CN" altLang="en-US" dirty="0"/>
              <a:t>②标注独立定形尺寸</a:t>
            </a:r>
            <a:endParaRPr lang="en-US" altLang="zh-CN" dirty="0"/>
          </a:p>
          <a:p>
            <a:r>
              <a:rPr lang="zh-CN" altLang="en-US" dirty="0"/>
              <a:t>仅标注独立的，不受约束，不被其他形体确定的定形尺寸</a:t>
            </a:r>
            <a:endParaRPr lang="en-US" altLang="zh-CN" dirty="0"/>
          </a:p>
          <a:p>
            <a:pPr marL="0" indent="0">
              <a:buNone/>
            </a:pPr>
            <a:r>
              <a:rPr lang="zh-CN" altLang="en-US" dirty="0"/>
              <a:t>③标注定位尺寸，确立形体间关系</a:t>
            </a:r>
            <a:endParaRPr lang="en-US" altLang="zh-CN" dirty="0"/>
          </a:p>
          <a:p>
            <a:pPr marL="0" indent="0">
              <a:buNone/>
            </a:pPr>
            <a:r>
              <a:rPr lang="zh-CN" altLang="en-US" dirty="0"/>
              <a:t>④标注总体尺寸</a:t>
            </a:r>
            <a:endParaRPr lang="en-US" altLang="zh-CN" dirty="0"/>
          </a:p>
          <a:p>
            <a:pPr marL="0" indent="0">
              <a:buNone/>
            </a:pPr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2185686362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23E7555-2080-9D95-1F41-6C9343C3B4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组合体尺寸标注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0F9413F-0249-F360-28AB-05F82182A44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altLang="zh-CN" dirty="0"/>
              <a:t>2.</a:t>
            </a:r>
            <a:r>
              <a:rPr lang="zh-CN" altLang="en-US" dirty="0"/>
              <a:t>切割顺序</a:t>
            </a:r>
            <a:endParaRPr lang="en-US" altLang="zh-CN" dirty="0"/>
          </a:p>
          <a:p>
            <a:r>
              <a:rPr lang="zh-CN" altLang="en-US" dirty="0"/>
              <a:t>以切割为主形成的组合体，按切割顺序标注尺寸</a:t>
            </a:r>
          </a:p>
        </p:txBody>
      </p:sp>
      <p:grpSp>
        <p:nvGrpSpPr>
          <p:cNvPr id="4" name="Group 5147">
            <a:extLst>
              <a:ext uri="{FF2B5EF4-FFF2-40B4-BE49-F238E27FC236}">
                <a16:creationId xmlns:a16="http://schemas.microsoft.com/office/drawing/2014/main" id="{05E073CC-985F-1427-9F91-5570E43FADEE}"/>
              </a:ext>
            </a:extLst>
          </p:cNvPr>
          <p:cNvGrpSpPr>
            <a:grpSpLocks/>
          </p:cNvGrpSpPr>
          <p:nvPr/>
        </p:nvGrpSpPr>
        <p:grpSpPr bwMode="auto">
          <a:xfrm>
            <a:off x="6375400" y="4902200"/>
            <a:ext cx="10490200" cy="7731126"/>
            <a:chOff x="2688" y="1594"/>
            <a:chExt cx="2415" cy="1735"/>
          </a:xfrm>
        </p:grpSpPr>
        <p:sp>
          <p:nvSpPr>
            <p:cNvPr id="5" name="Freeform 4436">
              <a:extLst>
                <a:ext uri="{FF2B5EF4-FFF2-40B4-BE49-F238E27FC236}">
                  <a16:creationId xmlns:a16="http://schemas.microsoft.com/office/drawing/2014/main" id="{3FD318AE-F4B9-32B0-BB0A-958B80291B6B}"/>
                </a:ext>
              </a:extLst>
            </p:cNvPr>
            <p:cNvSpPr>
              <a:spLocks/>
            </p:cNvSpPr>
            <p:nvPr/>
          </p:nvSpPr>
          <p:spPr bwMode="auto">
            <a:xfrm>
              <a:off x="3200" y="2931"/>
              <a:ext cx="8" cy="18"/>
            </a:xfrm>
            <a:custGeom>
              <a:avLst/>
              <a:gdLst>
                <a:gd name="T0" fmla="*/ 0 w 53"/>
                <a:gd name="T1" fmla="*/ 0 h 107"/>
                <a:gd name="T2" fmla="*/ 0 w 53"/>
                <a:gd name="T3" fmla="*/ 0 h 107"/>
                <a:gd name="T4" fmla="*/ 0 w 53"/>
                <a:gd name="T5" fmla="*/ 0 h 107"/>
                <a:gd name="T6" fmla="*/ 0 w 53"/>
                <a:gd name="T7" fmla="*/ 0 h 107"/>
                <a:gd name="T8" fmla="*/ 0 w 53"/>
                <a:gd name="T9" fmla="*/ 0 h 107"/>
                <a:gd name="T10" fmla="*/ 0 w 53"/>
                <a:gd name="T11" fmla="*/ 0 h 107"/>
                <a:gd name="T12" fmla="*/ 0 w 53"/>
                <a:gd name="T13" fmla="*/ 0 h 107"/>
                <a:gd name="T14" fmla="*/ 0 w 53"/>
                <a:gd name="T15" fmla="*/ 0 h 107"/>
                <a:gd name="T16" fmla="*/ 0 w 53"/>
                <a:gd name="T17" fmla="*/ 0 h 107"/>
                <a:gd name="T18" fmla="*/ 0 w 53"/>
                <a:gd name="T19" fmla="*/ 0 h 107"/>
                <a:gd name="T20" fmla="*/ 0 w 53"/>
                <a:gd name="T21" fmla="*/ 0 h 107"/>
                <a:gd name="T22" fmla="*/ 0 w 53"/>
                <a:gd name="T23" fmla="*/ 0 h 107"/>
                <a:gd name="T24" fmla="*/ 0 w 53"/>
                <a:gd name="T25" fmla="*/ 0 h 107"/>
                <a:gd name="T26" fmla="*/ 0 w 53"/>
                <a:gd name="T27" fmla="*/ 0 h 107"/>
                <a:gd name="T28" fmla="*/ 0 w 53"/>
                <a:gd name="T29" fmla="*/ 0 h 107"/>
                <a:gd name="T30" fmla="*/ 0 w 53"/>
                <a:gd name="T31" fmla="*/ 0 h 107"/>
                <a:gd name="T32" fmla="*/ 0 w 53"/>
                <a:gd name="T33" fmla="*/ 0 h 107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w 53"/>
                <a:gd name="T52" fmla="*/ 0 h 107"/>
                <a:gd name="T53" fmla="*/ 53 w 53"/>
                <a:gd name="T54" fmla="*/ 107 h 107"/>
              </a:gdLst>
              <a:ahLst/>
              <a:cxnLst>
                <a:cxn ang="T34">
                  <a:pos x="T0" y="T1"/>
                </a:cxn>
                <a:cxn ang="T35">
                  <a:pos x="T2" y="T3"/>
                </a:cxn>
                <a:cxn ang="T36">
                  <a:pos x="T4" y="T5"/>
                </a:cxn>
                <a:cxn ang="T37">
                  <a:pos x="T6" y="T7"/>
                </a:cxn>
                <a:cxn ang="T38">
                  <a:pos x="T8" y="T9"/>
                </a:cxn>
                <a:cxn ang="T39">
                  <a:pos x="T10" y="T11"/>
                </a:cxn>
                <a:cxn ang="T40">
                  <a:pos x="T12" y="T13"/>
                </a:cxn>
                <a:cxn ang="T41">
                  <a:pos x="T14" y="T15"/>
                </a:cxn>
                <a:cxn ang="T42">
                  <a:pos x="T16" y="T17"/>
                </a:cxn>
                <a:cxn ang="T43">
                  <a:pos x="T18" y="T19"/>
                </a:cxn>
                <a:cxn ang="T44">
                  <a:pos x="T20" y="T21"/>
                </a:cxn>
                <a:cxn ang="T45">
                  <a:pos x="T22" y="T23"/>
                </a:cxn>
                <a:cxn ang="T46">
                  <a:pos x="T24" y="T25"/>
                </a:cxn>
                <a:cxn ang="T47">
                  <a:pos x="T26" y="T27"/>
                </a:cxn>
                <a:cxn ang="T48">
                  <a:pos x="T28" y="T29"/>
                </a:cxn>
                <a:cxn ang="T49">
                  <a:pos x="T30" y="T31"/>
                </a:cxn>
                <a:cxn ang="T50">
                  <a:pos x="T32" y="T33"/>
                </a:cxn>
              </a:cxnLst>
              <a:rect l="T51" t="T52" r="T53" b="T54"/>
              <a:pathLst>
                <a:path w="53" h="107">
                  <a:moveTo>
                    <a:pt x="53" y="54"/>
                  </a:moveTo>
                  <a:lnTo>
                    <a:pt x="53" y="107"/>
                  </a:lnTo>
                  <a:lnTo>
                    <a:pt x="41" y="106"/>
                  </a:lnTo>
                  <a:lnTo>
                    <a:pt x="30" y="102"/>
                  </a:lnTo>
                  <a:lnTo>
                    <a:pt x="20" y="96"/>
                  </a:lnTo>
                  <a:lnTo>
                    <a:pt x="12" y="87"/>
                  </a:lnTo>
                  <a:lnTo>
                    <a:pt x="5" y="78"/>
                  </a:lnTo>
                  <a:lnTo>
                    <a:pt x="1" y="66"/>
                  </a:lnTo>
                  <a:lnTo>
                    <a:pt x="0" y="54"/>
                  </a:lnTo>
                  <a:lnTo>
                    <a:pt x="1" y="43"/>
                  </a:lnTo>
                  <a:lnTo>
                    <a:pt x="5" y="31"/>
                  </a:lnTo>
                  <a:lnTo>
                    <a:pt x="12" y="22"/>
                  </a:lnTo>
                  <a:lnTo>
                    <a:pt x="20" y="13"/>
                  </a:lnTo>
                  <a:lnTo>
                    <a:pt x="30" y="7"/>
                  </a:lnTo>
                  <a:lnTo>
                    <a:pt x="41" y="3"/>
                  </a:lnTo>
                  <a:lnTo>
                    <a:pt x="53" y="0"/>
                  </a:lnTo>
                  <a:lnTo>
                    <a:pt x="53" y="54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6" name="Freeform 4437">
              <a:extLst>
                <a:ext uri="{FF2B5EF4-FFF2-40B4-BE49-F238E27FC236}">
                  <a16:creationId xmlns:a16="http://schemas.microsoft.com/office/drawing/2014/main" id="{7F334B98-88EB-4CAE-122B-F5D2DAC6C75A}"/>
                </a:ext>
              </a:extLst>
            </p:cNvPr>
            <p:cNvSpPr>
              <a:spLocks/>
            </p:cNvSpPr>
            <p:nvPr/>
          </p:nvSpPr>
          <p:spPr bwMode="auto">
            <a:xfrm>
              <a:off x="3200" y="2931"/>
              <a:ext cx="8" cy="18"/>
            </a:xfrm>
            <a:custGeom>
              <a:avLst/>
              <a:gdLst>
                <a:gd name="T0" fmla="*/ 0 w 53"/>
                <a:gd name="T1" fmla="*/ 0 h 107"/>
                <a:gd name="T2" fmla="*/ 0 w 53"/>
                <a:gd name="T3" fmla="*/ 0 h 107"/>
                <a:gd name="T4" fmla="*/ 0 w 53"/>
                <a:gd name="T5" fmla="*/ 0 h 107"/>
                <a:gd name="T6" fmla="*/ 0 w 53"/>
                <a:gd name="T7" fmla="*/ 0 h 107"/>
                <a:gd name="T8" fmla="*/ 0 w 53"/>
                <a:gd name="T9" fmla="*/ 0 h 107"/>
                <a:gd name="T10" fmla="*/ 0 w 53"/>
                <a:gd name="T11" fmla="*/ 0 h 107"/>
                <a:gd name="T12" fmla="*/ 0 w 53"/>
                <a:gd name="T13" fmla="*/ 0 h 107"/>
                <a:gd name="T14" fmla="*/ 0 w 53"/>
                <a:gd name="T15" fmla="*/ 0 h 107"/>
                <a:gd name="T16" fmla="*/ 0 w 53"/>
                <a:gd name="T17" fmla="*/ 0 h 107"/>
                <a:gd name="T18" fmla="*/ 0 w 53"/>
                <a:gd name="T19" fmla="*/ 0 h 107"/>
                <a:gd name="T20" fmla="*/ 0 w 53"/>
                <a:gd name="T21" fmla="*/ 0 h 107"/>
                <a:gd name="T22" fmla="*/ 0 w 53"/>
                <a:gd name="T23" fmla="*/ 0 h 107"/>
                <a:gd name="T24" fmla="*/ 0 w 53"/>
                <a:gd name="T25" fmla="*/ 0 h 107"/>
                <a:gd name="T26" fmla="*/ 0 w 53"/>
                <a:gd name="T27" fmla="*/ 0 h 107"/>
                <a:gd name="T28" fmla="*/ 0 w 53"/>
                <a:gd name="T29" fmla="*/ 0 h 107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w 53"/>
                <a:gd name="T46" fmla="*/ 0 h 107"/>
                <a:gd name="T47" fmla="*/ 53 w 53"/>
                <a:gd name="T48" fmla="*/ 107 h 107"/>
              </a:gdLst>
              <a:ahLst/>
              <a:cxnLst>
                <a:cxn ang="T30">
                  <a:pos x="T0" y="T1"/>
                </a:cxn>
                <a:cxn ang="T31">
                  <a:pos x="T2" y="T3"/>
                </a:cxn>
                <a:cxn ang="T32">
                  <a:pos x="T4" y="T5"/>
                </a:cxn>
                <a:cxn ang="T33">
                  <a:pos x="T6" y="T7"/>
                </a:cxn>
                <a:cxn ang="T34">
                  <a:pos x="T8" y="T9"/>
                </a:cxn>
                <a:cxn ang="T35">
                  <a:pos x="T10" y="T11"/>
                </a:cxn>
                <a:cxn ang="T36">
                  <a:pos x="T12" y="T13"/>
                </a:cxn>
                <a:cxn ang="T37">
                  <a:pos x="T14" y="T15"/>
                </a:cxn>
                <a:cxn ang="T38">
                  <a:pos x="T16" y="T17"/>
                </a:cxn>
                <a:cxn ang="T39">
                  <a:pos x="T18" y="T19"/>
                </a:cxn>
                <a:cxn ang="T40">
                  <a:pos x="T20" y="T21"/>
                </a:cxn>
                <a:cxn ang="T41">
                  <a:pos x="T22" y="T23"/>
                </a:cxn>
                <a:cxn ang="T42">
                  <a:pos x="T24" y="T25"/>
                </a:cxn>
                <a:cxn ang="T43">
                  <a:pos x="T26" y="T27"/>
                </a:cxn>
                <a:cxn ang="T44">
                  <a:pos x="T28" y="T29"/>
                </a:cxn>
              </a:cxnLst>
              <a:rect l="T45" t="T46" r="T47" b="T48"/>
              <a:pathLst>
                <a:path w="53" h="107">
                  <a:moveTo>
                    <a:pt x="53" y="107"/>
                  </a:moveTo>
                  <a:lnTo>
                    <a:pt x="41" y="106"/>
                  </a:lnTo>
                  <a:lnTo>
                    <a:pt x="30" y="102"/>
                  </a:lnTo>
                  <a:lnTo>
                    <a:pt x="20" y="96"/>
                  </a:lnTo>
                  <a:lnTo>
                    <a:pt x="12" y="87"/>
                  </a:lnTo>
                  <a:lnTo>
                    <a:pt x="5" y="78"/>
                  </a:lnTo>
                  <a:lnTo>
                    <a:pt x="1" y="66"/>
                  </a:lnTo>
                  <a:lnTo>
                    <a:pt x="0" y="54"/>
                  </a:lnTo>
                  <a:lnTo>
                    <a:pt x="1" y="43"/>
                  </a:lnTo>
                  <a:lnTo>
                    <a:pt x="5" y="31"/>
                  </a:lnTo>
                  <a:lnTo>
                    <a:pt x="12" y="22"/>
                  </a:lnTo>
                  <a:lnTo>
                    <a:pt x="20" y="13"/>
                  </a:lnTo>
                  <a:lnTo>
                    <a:pt x="30" y="7"/>
                  </a:lnTo>
                  <a:lnTo>
                    <a:pt x="41" y="3"/>
                  </a:lnTo>
                  <a:lnTo>
                    <a:pt x="53" y="0"/>
                  </a:lnTo>
                </a:path>
              </a:pathLst>
            </a:custGeom>
            <a:noFill/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7" name="Freeform 4438">
              <a:extLst>
                <a:ext uri="{FF2B5EF4-FFF2-40B4-BE49-F238E27FC236}">
                  <a16:creationId xmlns:a16="http://schemas.microsoft.com/office/drawing/2014/main" id="{6CF02E91-5348-4274-753D-8FCDA4D8A556}"/>
                </a:ext>
              </a:extLst>
            </p:cNvPr>
            <p:cNvSpPr>
              <a:spLocks/>
            </p:cNvSpPr>
            <p:nvPr/>
          </p:nvSpPr>
          <p:spPr bwMode="auto">
            <a:xfrm>
              <a:off x="3208" y="2931"/>
              <a:ext cx="295" cy="18"/>
            </a:xfrm>
            <a:custGeom>
              <a:avLst/>
              <a:gdLst>
                <a:gd name="T0" fmla="*/ 0 w 1769"/>
                <a:gd name="T1" fmla="*/ 0 h 107"/>
                <a:gd name="T2" fmla="*/ 0 w 1769"/>
                <a:gd name="T3" fmla="*/ 0 h 107"/>
                <a:gd name="T4" fmla="*/ 0 w 1769"/>
                <a:gd name="T5" fmla="*/ 0 h 107"/>
                <a:gd name="T6" fmla="*/ 0 w 1769"/>
                <a:gd name="T7" fmla="*/ 0 h 107"/>
                <a:gd name="T8" fmla="*/ 0 w 1769"/>
                <a:gd name="T9" fmla="*/ 0 h 107"/>
                <a:gd name="T10" fmla="*/ 0 w 1769"/>
                <a:gd name="T11" fmla="*/ 0 h 107"/>
                <a:gd name="T12" fmla="*/ 0 w 1769"/>
                <a:gd name="T13" fmla="*/ 0 h 107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1769"/>
                <a:gd name="T22" fmla="*/ 0 h 107"/>
                <a:gd name="T23" fmla="*/ 1769 w 1769"/>
                <a:gd name="T24" fmla="*/ 107 h 107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1769" h="107">
                  <a:moveTo>
                    <a:pt x="0" y="0"/>
                  </a:moveTo>
                  <a:lnTo>
                    <a:pt x="0" y="54"/>
                  </a:lnTo>
                  <a:lnTo>
                    <a:pt x="0" y="107"/>
                  </a:lnTo>
                  <a:lnTo>
                    <a:pt x="1769" y="107"/>
                  </a:lnTo>
                  <a:lnTo>
                    <a:pt x="1769" y="54"/>
                  </a:lnTo>
                  <a:lnTo>
                    <a:pt x="1769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8" name="Freeform 4439">
              <a:extLst>
                <a:ext uri="{FF2B5EF4-FFF2-40B4-BE49-F238E27FC236}">
                  <a16:creationId xmlns:a16="http://schemas.microsoft.com/office/drawing/2014/main" id="{793CE38B-7CFE-B038-A312-E49DBFC16147}"/>
                </a:ext>
              </a:extLst>
            </p:cNvPr>
            <p:cNvSpPr>
              <a:spLocks/>
            </p:cNvSpPr>
            <p:nvPr/>
          </p:nvSpPr>
          <p:spPr bwMode="auto">
            <a:xfrm>
              <a:off x="3208" y="2931"/>
              <a:ext cx="295" cy="18"/>
            </a:xfrm>
            <a:custGeom>
              <a:avLst/>
              <a:gdLst>
                <a:gd name="T0" fmla="*/ 0 w 1769"/>
                <a:gd name="T1" fmla="*/ 0 h 107"/>
                <a:gd name="T2" fmla="*/ 0 w 1769"/>
                <a:gd name="T3" fmla="*/ 0 h 107"/>
                <a:gd name="T4" fmla="*/ 0 w 1769"/>
                <a:gd name="T5" fmla="*/ 0 h 107"/>
                <a:gd name="T6" fmla="*/ 0 w 1769"/>
                <a:gd name="T7" fmla="*/ 0 h 107"/>
                <a:gd name="T8" fmla="*/ 0 w 1769"/>
                <a:gd name="T9" fmla="*/ 0 h 107"/>
                <a:gd name="T10" fmla="*/ 0 w 1769"/>
                <a:gd name="T11" fmla="*/ 0 h 107"/>
                <a:gd name="T12" fmla="*/ 0 w 1769"/>
                <a:gd name="T13" fmla="*/ 0 h 107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1769"/>
                <a:gd name="T22" fmla="*/ 0 h 107"/>
                <a:gd name="T23" fmla="*/ 1769 w 1769"/>
                <a:gd name="T24" fmla="*/ 107 h 107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1769" h="107">
                  <a:moveTo>
                    <a:pt x="0" y="0"/>
                  </a:moveTo>
                  <a:lnTo>
                    <a:pt x="0" y="54"/>
                  </a:lnTo>
                  <a:lnTo>
                    <a:pt x="0" y="107"/>
                  </a:lnTo>
                  <a:lnTo>
                    <a:pt x="1769" y="107"/>
                  </a:lnTo>
                  <a:lnTo>
                    <a:pt x="1769" y="54"/>
                  </a:lnTo>
                  <a:lnTo>
                    <a:pt x="1769" y="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9" name="Freeform 4440">
              <a:extLst>
                <a:ext uri="{FF2B5EF4-FFF2-40B4-BE49-F238E27FC236}">
                  <a16:creationId xmlns:a16="http://schemas.microsoft.com/office/drawing/2014/main" id="{E7E61716-0F36-9F97-82E4-6156B86A4B20}"/>
                </a:ext>
              </a:extLst>
            </p:cNvPr>
            <p:cNvSpPr>
              <a:spLocks/>
            </p:cNvSpPr>
            <p:nvPr/>
          </p:nvSpPr>
          <p:spPr bwMode="auto">
            <a:xfrm>
              <a:off x="3503" y="2931"/>
              <a:ext cx="9" cy="18"/>
            </a:xfrm>
            <a:custGeom>
              <a:avLst/>
              <a:gdLst>
                <a:gd name="T0" fmla="*/ 0 w 54"/>
                <a:gd name="T1" fmla="*/ 0 h 107"/>
                <a:gd name="T2" fmla="*/ 0 w 54"/>
                <a:gd name="T3" fmla="*/ 0 h 107"/>
                <a:gd name="T4" fmla="*/ 0 w 54"/>
                <a:gd name="T5" fmla="*/ 0 h 107"/>
                <a:gd name="T6" fmla="*/ 0 w 54"/>
                <a:gd name="T7" fmla="*/ 0 h 107"/>
                <a:gd name="T8" fmla="*/ 0 w 54"/>
                <a:gd name="T9" fmla="*/ 0 h 107"/>
                <a:gd name="T10" fmla="*/ 0 w 54"/>
                <a:gd name="T11" fmla="*/ 0 h 107"/>
                <a:gd name="T12" fmla="*/ 0 w 54"/>
                <a:gd name="T13" fmla="*/ 0 h 107"/>
                <a:gd name="T14" fmla="*/ 0 w 54"/>
                <a:gd name="T15" fmla="*/ 0 h 107"/>
                <a:gd name="T16" fmla="*/ 0 w 54"/>
                <a:gd name="T17" fmla="*/ 0 h 107"/>
                <a:gd name="T18" fmla="*/ 0 w 54"/>
                <a:gd name="T19" fmla="*/ 0 h 107"/>
                <a:gd name="T20" fmla="*/ 0 w 54"/>
                <a:gd name="T21" fmla="*/ 0 h 107"/>
                <a:gd name="T22" fmla="*/ 0 w 54"/>
                <a:gd name="T23" fmla="*/ 0 h 107"/>
                <a:gd name="T24" fmla="*/ 0 w 54"/>
                <a:gd name="T25" fmla="*/ 0 h 107"/>
                <a:gd name="T26" fmla="*/ 0 w 54"/>
                <a:gd name="T27" fmla="*/ 0 h 107"/>
                <a:gd name="T28" fmla="*/ 0 w 54"/>
                <a:gd name="T29" fmla="*/ 0 h 107"/>
                <a:gd name="T30" fmla="*/ 0 w 54"/>
                <a:gd name="T31" fmla="*/ 0 h 107"/>
                <a:gd name="T32" fmla="*/ 0 w 54"/>
                <a:gd name="T33" fmla="*/ 0 h 107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w 54"/>
                <a:gd name="T52" fmla="*/ 0 h 107"/>
                <a:gd name="T53" fmla="*/ 54 w 54"/>
                <a:gd name="T54" fmla="*/ 107 h 107"/>
              </a:gdLst>
              <a:ahLst/>
              <a:cxnLst>
                <a:cxn ang="T34">
                  <a:pos x="T0" y="T1"/>
                </a:cxn>
                <a:cxn ang="T35">
                  <a:pos x="T2" y="T3"/>
                </a:cxn>
                <a:cxn ang="T36">
                  <a:pos x="T4" y="T5"/>
                </a:cxn>
                <a:cxn ang="T37">
                  <a:pos x="T6" y="T7"/>
                </a:cxn>
                <a:cxn ang="T38">
                  <a:pos x="T8" y="T9"/>
                </a:cxn>
                <a:cxn ang="T39">
                  <a:pos x="T10" y="T11"/>
                </a:cxn>
                <a:cxn ang="T40">
                  <a:pos x="T12" y="T13"/>
                </a:cxn>
                <a:cxn ang="T41">
                  <a:pos x="T14" y="T15"/>
                </a:cxn>
                <a:cxn ang="T42">
                  <a:pos x="T16" y="T17"/>
                </a:cxn>
                <a:cxn ang="T43">
                  <a:pos x="T18" y="T19"/>
                </a:cxn>
                <a:cxn ang="T44">
                  <a:pos x="T20" y="T21"/>
                </a:cxn>
                <a:cxn ang="T45">
                  <a:pos x="T22" y="T23"/>
                </a:cxn>
                <a:cxn ang="T46">
                  <a:pos x="T24" y="T25"/>
                </a:cxn>
                <a:cxn ang="T47">
                  <a:pos x="T26" y="T27"/>
                </a:cxn>
                <a:cxn ang="T48">
                  <a:pos x="T28" y="T29"/>
                </a:cxn>
                <a:cxn ang="T49">
                  <a:pos x="T30" y="T31"/>
                </a:cxn>
                <a:cxn ang="T50">
                  <a:pos x="T32" y="T33"/>
                </a:cxn>
              </a:cxnLst>
              <a:rect l="T51" t="T52" r="T53" b="T54"/>
              <a:pathLst>
                <a:path w="54" h="107">
                  <a:moveTo>
                    <a:pt x="0" y="54"/>
                  </a:moveTo>
                  <a:lnTo>
                    <a:pt x="0" y="0"/>
                  </a:lnTo>
                  <a:lnTo>
                    <a:pt x="12" y="3"/>
                  </a:lnTo>
                  <a:lnTo>
                    <a:pt x="23" y="7"/>
                  </a:lnTo>
                  <a:lnTo>
                    <a:pt x="33" y="13"/>
                  </a:lnTo>
                  <a:lnTo>
                    <a:pt x="41" y="22"/>
                  </a:lnTo>
                  <a:lnTo>
                    <a:pt x="48" y="31"/>
                  </a:lnTo>
                  <a:lnTo>
                    <a:pt x="52" y="43"/>
                  </a:lnTo>
                  <a:lnTo>
                    <a:pt x="54" y="54"/>
                  </a:lnTo>
                  <a:lnTo>
                    <a:pt x="52" y="66"/>
                  </a:lnTo>
                  <a:lnTo>
                    <a:pt x="48" y="78"/>
                  </a:lnTo>
                  <a:lnTo>
                    <a:pt x="41" y="87"/>
                  </a:lnTo>
                  <a:lnTo>
                    <a:pt x="33" y="96"/>
                  </a:lnTo>
                  <a:lnTo>
                    <a:pt x="23" y="102"/>
                  </a:lnTo>
                  <a:lnTo>
                    <a:pt x="12" y="106"/>
                  </a:lnTo>
                  <a:lnTo>
                    <a:pt x="0" y="107"/>
                  </a:lnTo>
                  <a:lnTo>
                    <a:pt x="0" y="54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0" name="Freeform 4441">
              <a:extLst>
                <a:ext uri="{FF2B5EF4-FFF2-40B4-BE49-F238E27FC236}">
                  <a16:creationId xmlns:a16="http://schemas.microsoft.com/office/drawing/2014/main" id="{2D2D58F5-583D-2875-3C04-7809921BE114}"/>
                </a:ext>
              </a:extLst>
            </p:cNvPr>
            <p:cNvSpPr>
              <a:spLocks/>
            </p:cNvSpPr>
            <p:nvPr/>
          </p:nvSpPr>
          <p:spPr bwMode="auto">
            <a:xfrm>
              <a:off x="3503" y="2931"/>
              <a:ext cx="9" cy="18"/>
            </a:xfrm>
            <a:custGeom>
              <a:avLst/>
              <a:gdLst>
                <a:gd name="T0" fmla="*/ 0 w 54"/>
                <a:gd name="T1" fmla="*/ 0 h 107"/>
                <a:gd name="T2" fmla="*/ 0 w 54"/>
                <a:gd name="T3" fmla="*/ 0 h 107"/>
                <a:gd name="T4" fmla="*/ 0 w 54"/>
                <a:gd name="T5" fmla="*/ 0 h 107"/>
                <a:gd name="T6" fmla="*/ 0 w 54"/>
                <a:gd name="T7" fmla="*/ 0 h 107"/>
                <a:gd name="T8" fmla="*/ 0 w 54"/>
                <a:gd name="T9" fmla="*/ 0 h 107"/>
                <a:gd name="T10" fmla="*/ 0 w 54"/>
                <a:gd name="T11" fmla="*/ 0 h 107"/>
                <a:gd name="T12" fmla="*/ 0 w 54"/>
                <a:gd name="T13" fmla="*/ 0 h 107"/>
                <a:gd name="T14" fmla="*/ 0 w 54"/>
                <a:gd name="T15" fmla="*/ 0 h 107"/>
                <a:gd name="T16" fmla="*/ 0 w 54"/>
                <a:gd name="T17" fmla="*/ 0 h 107"/>
                <a:gd name="T18" fmla="*/ 0 w 54"/>
                <a:gd name="T19" fmla="*/ 0 h 107"/>
                <a:gd name="T20" fmla="*/ 0 w 54"/>
                <a:gd name="T21" fmla="*/ 0 h 107"/>
                <a:gd name="T22" fmla="*/ 0 w 54"/>
                <a:gd name="T23" fmla="*/ 0 h 107"/>
                <a:gd name="T24" fmla="*/ 0 w 54"/>
                <a:gd name="T25" fmla="*/ 0 h 107"/>
                <a:gd name="T26" fmla="*/ 0 w 54"/>
                <a:gd name="T27" fmla="*/ 0 h 107"/>
                <a:gd name="T28" fmla="*/ 0 w 54"/>
                <a:gd name="T29" fmla="*/ 0 h 107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w 54"/>
                <a:gd name="T46" fmla="*/ 0 h 107"/>
                <a:gd name="T47" fmla="*/ 54 w 54"/>
                <a:gd name="T48" fmla="*/ 107 h 107"/>
              </a:gdLst>
              <a:ahLst/>
              <a:cxnLst>
                <a:cxn ang="T30">
                  <a:pos x="T0" y="T1"/>
                </a:cxn>
                <a:cxn ang="T31">
                  <a:pos x="T2" y="T3"/>
                </a:cxn>
                <a:cxn ang="T32">
                  <a:pos x="T4" y="T5"/>
                </a:cxn>
                <a:cxn ang="T33">
                  <a:pos x="T6" y="T7"/>
                </a:cxn>
                <a:cxn ang="T34">
                  <a:pos x="T8" y="T9"/>
                </a:cxn>
                <a:cxn ang="T35">
                  <a:pos x="T10" y="T11"/>
                </a:cxn>
                <a:cxn ang="T36">
                  <a:pos x="T12" y="T13"/>
                </a:cxn>
                <a:cxn ang="T37">
                  <a:pos x="T14" y="T15"/>
                </a:cxn>
                <a:cxn ang="T38">
                  <a:pos x="T16" y="T17"/>
                </a:cxn>
                <a:cxn ang="T39">
                  <a:pos x="T18" y="T19"/>
                </a:cxn>
                <a:cxn ang="T40">
                  <a:pos x="T20" y="T21"/>
                </a:cxn>
                <a:cxn ang="T41">
                  <a:pos x="T22" y="T23"/>
                </a:cxn>
                <a:cxn ang="T42">
                  <a:pos x="T24" y="T25"/>
                </a:cxn>
                <a:cxn ang="T43">
                  <a:pos x="T26" y="T27"/>
                </a:cxn>
                <a:cxn ang="T44">
                  <a:pos x="T28" y="T29"/>
                </a:cxn>
              </a:cxnLst>
              <a:rect l="T45" t="T46" r="T47" b="T48"/>
              <a:pathLst>
                <a:path w="54" h="107">
                  <a:moveTo>
                    <a:pt x="0" y="0"/>
                  </a:moveTo>
                  <a:lnTo>
                    <a:pt x="12" y="3"/>
                  </a:lnTo>
                  <a:lnTo>
                    <a:pt x="23" y="7"/>
                  </a:lnTo>
                  <a:lnTo>
                    <a:pt x="33" y="13"/>
                  </a:lnTo>
                  <a:lnTo>
                    <a:pt x="41" y="22"/>
                  </a:lnTo>
                  <a:lnTo>
                    <a:pt x="48" y="31"/>
                  </a:lnTo>
                  <a:lnTo>
                    <a:pt x="52" y="43"/>
                  </a:lnTo>
                  <a:lnTo>
                    <a:pt x="54" y="54"/>
                  </a:lnTo>
                  <a:lnTo>
                    <a:pt x="52" y="66"/>
                  </a:lnTo>
                  <a:lnTo>
                    <a:pt x="48" y="78"/>
                  </a:lnTo>
                  <a:lnTo>
                    <a:pt x="41" y="87"/>
                  </a:lnTo>
                  <a:lnTo>
                    <a:pt x="33" y="96"/>
                  </a:lnTo>
                  <a:lnTo>
                    <a:pt x="23" y="102"/>
                  </a:lnTo>
                  <a:lnTo>
                    <a:pt x="12" y="106"/>
                  </a:lnTo>
                  <a:lnTo>
                    <a:pt x="0" y="107"/>
                  </a:lnTo>
                </a:path>
              </a:pathLst>
            </a:custGeom>
            <a:noFill/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1" name="Freeform 4442">
              <a:extLst>
                <a:ext uri="{FF2B5EF4-FFF2-40B4-BE49-F238E27FC236}">
                  <a16:creationId xmlns:a16="http://schemas.microsoft.com/office/drawing/2014/main" id="{7A433CB9-0986-3EED-81CE-04A92914FB6B}"/>
                </a:ext>
              </a:extLst>
            </p:cNvPr>
            <p:cNvSpPr>
              <a:spLocks/>
            </p:cNvSpPr>
            <p:nvPr/>
          </p:nvSpPr>
          <p:spPr bwMode="auto">
            <a:xfrm>
              <a:off x="3327" y="3138"/>
              <a:ext cx="9" cy="18"/>
            </a:xfrm>
            <a:custGeom>
              <a:avLst/>
              <a:gdLst>
                <a:gd name="T0" fmla="*/ 0 w 54"/>
                <a:gd name="T1" fmla="*/ 0 h 107"/>
                <a:gd name="T2" fmla="*/ 0 w 54"/>
                <a:gd name="T3" fmla="*/ 0 h 107"/>
                <a:gd name="T4" fmla="*/ 0 w 54"/>
                <a:gd name="T5" fmla="*/ 0 h 107"/>
                <a:gd name="T6" fmla="*/ 0 w 54"/>
                <a:gd name="T7" fmla="*/ 0 h 107"/>
                <a:gd name="T8" fmla="*/ 0 w 54"/>
                <a:gd name="T9" fmla="*/ 0 h 107"/>
                <a:gd name="T10" fmla="*/ 0 w 54"/>
                <a:gd name="T11" fmla="*/ 0 h 107"/>
                <a:gd name="T12" fmla="*/ 0 w 54"/>
                <a:gd name="T13" fmla="*/ 0 h 107"/>
                <a:gd name="T14" fmla="*/ 0 w 54"/>
                <a:gd name="T15" fmla="*/ 0 h 107"/>
                <a:gd name="T16" fmla="*/ 0 w 54"/>
                <a:gd name="T17" fmla="*/ 0 h 107"/>
                <a:gd name="T18" fmla="*/ 0 w 54"/>
                <a:gd name="T19" fmla="*/ 0 h 107"/>
                <a:gd name="T20" fmla="*/ 0 w 54"/>
                <a:gd name="T21" fmla="*/ 0 h 107"/>
                <a:gd name="T22" fmla="*/ 0 w 54"/>
                <a:gd name="T23" fmla="*/ 0 h 107"/>
                <a:gd name="T24" fmla="*/ 0 w 54"/>
                <a:gd name="T25" fmla="*/ 0 h 107"/>
                <a:gd name="T26" fmla="*/ 0 w 54"/>
                <a:gd name="T27" fmla="*/ 0 h 107"/>
                <a:gd name="T28" fmla="*/ 0 w 54"/>
                <a:gd name="T29" fmla="*/ 0 h 107"/>
                <a:gd name="T30" fmla="*/ 0 w 54"/>
                <a:gd name="T31" fmla="*/ 0 h 107"/>
                <a:gd name="T32" fmla="*/ 0 w 54"/>
                <a:gd name="T33" fmla="*/ 0 h 107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w 54"/>
                <a:gd name="T52" fmla="*/ 0 h 107"/>
                <a:gd name="T53" fmla="*/ 54 w 54"/>
                <a:gd name="T54" fmla="*/ 107 h 107"/>
              </a:gdLst>
              <a:ahLst/>
              <a:cxnLst>
                <a:cxn ang="T34">
                  <a:pos x="T0" y="T1"/>
                </a:cxn>
                <a:cxn ang="T35">
                  <a:pos x="T2" y="T3"/>
                </a:cxn>
                <a:cxn ang="T36">
                  <a:pos x="T4" y="T5"/>
                </a:cxn>
                <a:cxn ang="T37">
                  <a:pos x="T6" y="T7"/>
                </a:cxn>
                <a:cxn ang="T38">
                  <a:pos x="T8" y="T9"/>
                </a:cxn>
                <a:cxn ang="T39">
                  <a:pos x="T10" y="T11"/>
                </a:cxn>
                <a:cxn ang="T40">
                  <a:pos x="T12" y="T13"/>
                </a:cxn>
                <a:cxn ang="T41">
                  <a:pos x="T14" y="T15"/>
                </a:cxn>
                <a:cxn ang="T42">
                  <a:pos x="T16" y="T17"/>
                </a:cxn>
                <a:cxn ang="T43">
                  <a:pos x="T18" y="T19"/>
                </a:cxn>
                <a:cxn ang="T44">
                  <a:pos x="T20" y="T21"/>
                </a:cxn>
                <a:cxn ang="T45">
                  <a:pos x="T22" y="T23"/>
                </a:cxn>
                <a:cxn ang="T46">
                  <a:pos x="T24" y="T25"/>
                </a:cxn>
                <a:cxn ang="T47">
                  <a:pos x="T26" y="T27"/>
                </a:cxn>
                <a:cxn ang="T48">
                  <a:pos x="T28" y="T29"/>
                </a:cxn>
                <a:cxn ang="T49">
                  <a:pos x="T30" y="T31"/>
                </a:cxn>
                <a:cxn ang="T50">
                  <a:pos x="T32" y="T33"/>
                </a:cxn>
              </a:cxnLst>
              <a:rect l="T51" t="T52" r="T53" b="T54"/>
              <a:pathLst>
                <a:path w="54" h="107">
                  <a:moveTo>
                    <a:pt x="0" y="54"/>
                  </a:moveTo>
                  <a:lnTo>
                    <a:pt x="0" y="0"/>
                  </a:lnTo>
                  <a:lnTo>
                    <a:pt x="12" y="2"/>
                  </a:lnTo>
                  <a:lnTo>
                    <a:pt x="23" y="7"/>
                  </a:lnTo>
                  <a:lnTo>
                    <a:pt x="33" y="13"/>
                  </a:lnTo>
                  <a:lnTo>
                    <a:pt x="41" y="22"/>
                  </a:lnTo>
                  <a:lnTo>
                    <a:pt x="48" y="31"/>
                  </a:lnTo>
                  <a:lnTo>
                    <a:pt x="52" y="43"/>
                  </a:lnTo>
                  <a:lnTo>
                    <a:pt x="54" y="54"/>
                  </a:lnTo>
                  <a:lnTo>
                    <a:pt x="52" y="66"/>
                  </a:lnTo>
                  <a:lnTo>
                    <a:pt x="48" y="78"/>
                  </a:lnTo>
                  <a:lnTo>
                    <a:pt x="41" y="87"/>
                  </a:lnTo>
                  <a:lnTo>
                    <a:pt x="33" y="96"/>
                  </a:lnTo>
                  <a:lnTo>
                    <a:pt x="23" y="102"/>
                  </a:lnTo>
                  <a:lnTo>
                    <a:pt x="12" y="106"/>
                  </a:lnTo>
                  <a:lnTo>
                    <a:pt x="0" y="107"/>
                  </a:lnTo>
                  <a:lnTo>
                    <a:pt x="0" y="54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2" name="Freeform 4443">
              <a:extLst>
                <a:ext uri="{FF2B5EF4-FFF2-40B4-BE49-F238E27FC236}">
                  <a16:creationId xmlns:a16="http://schemas.microsoft.com/office/drawing/2014/main" id="{86D5F9B2-CD52-63FC-F27F-CE73EFB66129}"/>
                </a:ext>
              </a:extLst>
            </p:cNvPr>
            <p:cNvSpPr>
              <a:spLocks/>
            </p:cNvSpPr>
            <p:nvPr/>
          </p:nvSpPr>
          <p:spPr bwMode="auto">
            <a:xfrm>
              <a:off x="3327" y="3138"/>
              <a:ext cx="9" cy="18"/>
            </a:xfrm>
            <a:custGeom>
              <a:avLst/>
              <a:gdLst>
                <a:gd name="T0" fmla="*/ 0 w 54"/>
                <a:gd name="T1" fmla="*/ 0 h 107"/>
                <a:gd name="T2" fmla="*/ 0 w 54"/>
                <a:gd name="T3" fmla="*/ 0 h 107"/>
                <a:gd name="T4" fmla="*/ 0 w 54"/>
                <a:gd name="T5" fmla="*/ 0 h 107"/>
                <a:gd name="T6" fmla="*/ 0 w 54"/>
                <a:gd name="T7" fmla="*/ 0 h 107"/>
                <a:gd name="T8" fmla="*/ 0 w 54"/>
                <a:gd name="T9" fmla="*/ 0 h 107"/>
                <a:gd name="T10" fmla="*/ 0 w 54"/>
                <a:gd name="T11" fmla="*/ 0 h 107"/>
                <a:gd name="T12" fmla="*/ 0 w 54"/>
                <a:gd name="T13" fmla="*/ 0 h 107"/>
                <a:gd name="T14" fmla="*/ 0 w 54"/>
                <a:gd name="T15" fmla="*/ 0 h 107"/>
                <a:gd name="T16" fmla="*/ 0 w 54"/>
                <a:gd name="T17" fmla="*/ 0 h 107"/>
                <a:gd name="T18" fmla="*/ 0 w 54"/>
                <a:gd name="T19" fmla="*/ 0 h 107"/>
                <a:gd name="T20" fmla="*/ 0 w 54"/>
                <a:gd name="T21" fmla="*/ 0 h 107"/>
                <a:gd name="T22" fmla="*/ 0 w 54"/>
                <a:gd name="T23" fmla="*/ 0 h 107"/>
                <a:gd name="T24" fmla="*/ 0 w 54"/>
                <a:gd name="T25" fmla="*/ 0 h 107"/>
                <a:gd name="T26" fmla="*/ 0 w 54"/>
                <a:gd name="T27" fmla="*/ 0 h 107"/>
                <a:gd name="T28" fmla="*/ 0 w 54"/>
                <a:gd name="T29" fmla="*/ 0 h 107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w 54"/>
                <a:gd name="T46" fmla="*/ 0 h 107"/>
                <a:gd name="T47" fmla="*/ 54 w 54"/>
                <a:gd name="T48" fmla="*/ 107 h 107"/>
              </a:gdLst>
              <a:ahLst/>
              <a:cxnLst>
                <a:cxn ang="T30">
                  <a:pos x="T0" y="T1"/>
                </a:cxn>
                <a:cxn ang="T31">
                  <a:pos x="T2" y="T3"/>
                </a:cxn>
                <a:cxn ang="T32">
                  <a:pos x="T4" y="T5"/>
                </a:cxn>
                <a:cxn ang="T33">
                  <a:pos x="T6" y="T7"/>
                </a:cxn>
                <a:cxn ang="T34">
                  <a:pos x="T8" y="T9"/>
                </a:cxn>
                <a:cxn ang="T35">
                  <a:pos x="T10" y="T11"/>
                </a:cxn>
                <a:cxn ang="T36">
                  <a:pos x="T12" y="T13"/>
                </a:cxn>
                <a:cxn ang="T37">
                  <a:pos x="T14" y="T15"/>
                </a:cxn>
                <a:cxn ang="T38">
                  <a:pos x="T16" y="T17"/>
                </a:cxn>
                <a:cxn ang="T39">
                  <a:pos x="T18" y="T19"/>
                </a:cxn>
                <a:cxn ang="T40">
                  <a:pos x="T20" y="T21"/>
                </a:cxn>
                <a:cxn ang="T41">
                  <a:pos x="T22" y="T23"/>
                </a:cxn>
                <a:cxn ang="T42">
                  <a:pos x="T24" y="T25"/>
                </a:cxn>
                <a:cxn ang="T43">
                  <a:pos x="T26" y="T27"/>
                </a:cxn>
                <a:cxn ang="T44">
                  <a:pos x="T28" y="T29"/>
                </a:cxn>
              </a:cxnLst>
              <a:rect l="T45" t="T46" r="T47" b="T48"/>
              <a:pathLst>
                <a:path w="54" h="107">
                  <a:moveTo>
                    <a:pt x="0" y="0"/>
                  </a:moveTo>
                  <a:lnTo>
                    <a:pt x="12" y="2"/>
                  </a:lnTo>
                  <a:lnTo>
                    <a:pt x="23" y="7"/>
                  </a:lnTo>
                  <a:lnTo>
                    <a:pt x="33" y="13"/>
                  </a:lnTo>
                  <a:lnTo>
                    <a:pt x="41" y="22"/>
                  </a:lnTo>
                  <a:lnTo>
                    <a:pt x="48" y="31"/>
                  </a:lnTo>
                  <a:lnTo>
                    <a:pt x="52" y="43"/>
                  </a:lnTo>
                  <a:lnTo>
                    <a:pt x="54" y="54"/>
                  </a:lnTo>
                  <a:lnTo>
                    <a:pt x="52" y="66"/>
                  </a:lnTo>
                  <a:lnTo>
                    <a:pt x="48" y="78"/>
                  </a:lnTo>
                  <a:lnTo>
                    <a:pt x="41" y="87"/>
                  </a:lnTo>
                  <a:lnTo>
                    <a:pt x="33" y="96"/>
                  </a:lnTo>
                  <a:lnTo>
                    <a:pt x="23" y="102"/>
                  </a:lnTo>
                  <a:lnTo>
                    <a:pt x="12" y="106"/>
                  </a:lnTo>
                  <a:lnTo>
                    <a:pt x="0" y="107"/>
                  </a:lnTo>
                </a:path>
              </a:pathLst>
            </a:custGeom>
            <a:noFill/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3" name="Freeform 4444">
              <a:extLst>
                <a:ext uri="{FF2B5EF4-FFF2-40B4-BE49-F238E27FC236}">
                  <a16:creationId xmlns:a16="http://schemas.microsoft.com/office/drawing/2014/main" id="{3043A67E-EE59-15DF-AC27-FC6BB1FE2F30}"/>
                </a:ext>
              </a:extLst>
            </p:cNvPr>
            <p:cNvSpPr>
              <a:spLocks/>
            </p:cNvSpPr>
            <p:nvPr/>
          </p:nvSpPr>
          <p:spPr bwMode="auto">
            <a:xfrm>
              <a:off x="3002" y="3138"/>
              <a:ext cx="325" cy="18"/>
            </a:xfrm>
            <a:custGeom>
              <a:avLst/>
              <a:gdLst>
                <a:gd name="T0" fmla="*/ 0 w 1947"/>
                <a:gd name="T1" fmla="*/ 0 h 107"/>
                <a:gd name="T2" fmla="*/ 0 w 1947"/>
                <a:gd name="T3" fmla="*/ 0 h 107"/>
                <a:gd name="T4" fmla="*/ 0 w 1947"/>
                <a:gd name="T5" fmla="*/ 0 h 107"/>
                <a:gd name="T6" fmla="*/ 0 w 1947"/>
                <a:gd name="T7" fmla="*/ 0 h 107"/>
                <a:gd name="T8" fmla="*/ 0 w 1947"/>
                <a:gd name="T9" fmla="*/ 0 h 107"/>
                <a:gd name="T10" fmla="*/ 0 w 1947"/>
                <a:gd name="T11" fmla="*/ 0 h 107"/>
                <a:gd name="T12" fmla="*/ 0 w 1947"/>
                <a:gd name="T13" fmla="*/ 0 h 107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1947"/>
                <a:gd name="T22" fmla="*/ 0 h 107"/>
                <a:gd name="T23" fmla="*/ 1947 w 1947"/>
                <a:gd name="T24" fmla="*/ 107 h 107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1947" h="107">
                  <a:moveTo>
                    <a:pt x="1947" y="107"/>
                  </a:moveTo>
                  <a:lnTo>
                    <a:pt x="1947" y="54"/>
                  </a:lnTo>
                  <a:lnTo>
                    <a:pt x="1947" y="0"/>
                  </a:lnTo>
                  <a:lnTo>
                    <a:pt x="0" y="0"/>
                  </a:lnTo>
                  <a:lnTo>
                    <a:pt x="0" y="54"/>
                  </a:lnTo>
                  <a:lnTo>
                    <a:pt x="0" y="107"/>
                  </a:lnTo>
                  <a:lnTo>
                    <a:pt x="1947" y="107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4" name="Freeform 4445">
              <a:extLst>
                <a:ext uri="{FF2B5EF4-FFF2-40B4-BE49-F238E27FC236}">
                  <a16:creationId xmlns:a16="http://schemas.microsoft.com/office/drawing/2014/main" id="{A5B30059-299F-7719-8D6F-06572834E5AD}"/>
                </a:ext>
              </a:extLst>
            </p:cNvPr>
            <p:cNvSpPr>
              <a:spLocks/>
            </p:cNvSpPr>
            <p:nvPr/>
          </p:nvSpPr>
          <p:spPr bwMode="auto">
            <a:xfrm>
              <a:off x="3002" y="3138"/>
              <a:ext cx="325" cy="18"/>
            </a:xfrm>
            <a:custGeom>
              <a:avLst/>
              <a:gdLst>
                <a:gd name="T0" fmla="*/ 0 w 1947"/>
                <a:gd name="T1" fmla="*/ 0 h 107"/>
                <a:gd name="T2" fmla="*/ 0 w 1947"/>
                <a:gd name="T3" fmla="*/ 0 h 107"/>
                <a:gd name="T4" fmla="*/ 0 w 1947"/>
                <a:gd name="T5" fmla="*/ 0 h 107"/>
                <a:gd name="T6" fmla="*/ 0 w 1947"/>
                <a:gd name="T7" fmla="*/ 0 h 107"/>
                <a:gd name="T8" fmla="*/ 0 w 1947"/>
                <a:gd name="T9" fmla="*/ 0 h 107"/>
                <a:gd name="T10" fmla="*/ 0 w 1947"/>
                <a:gd name="T11" fmla="*/ 0 h 107"/>
                <a:gd name="T12" fmla="*/ 0 w 1947"/>
                <a:gd name="T13" fmla="*/ 0 h 107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1947"/>
                <a:gd name="T22" fmla="*/ 0 h 107"/>
                <a:gd name="T23" fmla="*/ 1947 w 1947"/>
                <a:gd name="T24" fmla="*/ 107 h 107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1947" h="107">
                  <a:moveTo>
                    <a:pt x="1947" y="107"/>
                  </a:moveTo>
                  <a:lnTo>
                    <a:pt x="1947" y="54"/>
                  </a:lnTo>
                  <a:lnTo>
                    <a:pt x="1947" y="0"/>
                  </a:lnTo>
                  <a:lnTo>
                    <a:pt x="0" y="0"/>
                  </a:lnTo>
                  <a:lnTo>
                    <a:pt x="0" y="54"/>
                  </a:lnTo>
                  <a:lnTo>
                    <a:pt x="0" y="107"/>
                  </a:lnTo>
                  <a:lnTo>
                    <a:pt x="1947" y="107"/>
                  </a:lnTo>
                  <a:close/>
                </a:path>
              </a:pathLst>
            </a:custGeom>
            <a:noFill/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5" name="Freeform 4446">
              <a:extLst>
                <a:ext uri="{FF2B5EF4-FFF2-40B4-BE49-F238E27FC236}">
                  <a16:creationId xmlns:a16="http://schemas.microsoft.com/office/drawing/2014/main" id="{087FB0D3-2A7B-18C5-65BE-4EB0FFB2E839}"/>
                </a:ext>
              </a:extLst>
            </p:cNvPr>
            <p:cNvSpPr>
              <a:spLocks/>
            </p:cNvSpPr>
            <p:nvPr/>
          </p:nvSpPr>
          <p:spPr bwMode="auto">
            <a:xfrm>
              <a:off x="2993" y="3138"/>
              <a:ext cx="9" cy="18"/>
            </a:xfrm>
            <a:custGeom>
              <a:avLst/>
              <a:gdLst>
                <a:gd name="T0" fmla="*/ 0 w 53"/>
                <a:gd name="T1" fmla="*/ 0 h 107"/>
                <a:gd name="T2" fmla="*/ 0 w 53"/>
                <a:gd name="T3" fmla="*/ 0 h 107"/>
                <a:gd name="T4" fmla="*/ 0 w 53"/>
                <a:gd name="T5" fmla="*/ 0 h 107"/>
                <a:gd name="T6" fmla="*/ 0 w 53"/>
                <a:gd name="T7" fmla="*/ 0 h 107"/>
                <a:gd name="T8" fmla="*/ 0 w 53"/>
                <a:gd name="T9" fmla="*/ 0 h 107"/>
                <a:gd name="T10" fmla="*/ 0 w 53"/>
                <a:gd name="T11" fmla="*/ 0 h 107"/>
                <a:gd name="T12" fmla="*/ 0 w 53"/>
                <a:gd name="T13" fmla="*/ 0 h 107"/>
                <a:gd name="T14" fmla="*/ 0 w 53"/>
                <a:gd name="T15" fmla="*/ 0 h 107"/>
                <a:gd name="T16" fmla="*/ 0 w 53"/>
                <a:gd name="T17" fmla="*/ 0 h 107"/>
                <a:gd name="T18" fmla="*/ 0 w 53"/>
                <a:gd name="T19" fmla="*/ 0 h 107"/>
                <a:gd name="T20" fmla="*/ 0 w 53"/>
                <a:gd name="T21" fmla="*/ 0 h 107"/>
                <a:gd name="T22" fmla="*/ 0 w 53"/>
                <a:gd name="T23" fmla="*/ 0 h 107"/>
                <a:gd name="T24" fmla="*/ 0 w 53"/>
                <a:gd name="T25" fmla="*/ 0 h 107"/>
                <a:gd name="T26" fmla="*/ 0 w 53"/>
                <a:gd name="T27" fmla="*/ 0 h 107"/>
                <a:gd name="T28" fmla="*/ 0 w 53"/>
                <a:gd name="T29" fmla="*/ 0 h 107"/>
                <a:gd name="T30" fmla="*/ 0 w 53"/>
                <a:gd name="T31" fmla="*/ 0 h 107"/>
                <a:gd name="T32" fmla="*/ 0 w 53"/>
                <a:gd name="T33" fmla="*/ 0 h 107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w 53"/>
                <a:gd name="T52" fmla="*/ 0 h 107"/>
                <a:gd name="T53" fmla="*/ 53 w 53"/>
                <a:gd name="T54" fmla="*/ 107 h 107"/>
              </a:gdLst>
              <a:ahLst/>
              <a:cxnLst>
                <a:cxn ang="T34">
                  <a:pos x="T0" y="T1"/>
                </a:cxn>
                <a:cxn ang="T35">
                  <a:pos x="T2" y="T3"/>
                </a:cxn>
                <a:cxn ang="T36">
                  <a:pos x="T4" y="T5"/>
                </a:cxn>
                <a:cxn ang="T37">
                  <a:pos x="T6" y="T7"/>
                </a:cxn>
                <a:cxn ang="T38">
                  <a:pos x="T8" y="T9"/>
                </a:cxn>
                <a:cxn ang="T39">
                  <a:pos x="T10" y="T11"/>
                </a:cxn>
                <a:cxn ang="T40">
                  <a:pos x="T12" y="T13"/>
                </a:cxn>
                <a:cxn ang="T41">
                  <a:pos x="T14" y="T15"/>
                </a:cxn>
                <a:cxn ang="T42">
                  <a:pos x="T16" y="T17"/>
                </a:cxn>
                <a:cxn ang="T43">
                  <a:pos x="T18" y="T19"/>
                </a:cxn>
                <a:cxn ang="T44">
                  <a:pos x="T20" y="T21"/>
                </a:cxn>
                <a:cxn ang="T45">
                  <a:pos x="T22" y="T23"/>
                </a:cxn>
                <a:cxn ang="T46">
                  <a:pos x="T24" y="T25"/>
                </a:cxn>
                <a:cxn ang="T47">
                  <a:pos x="T26" y="T27"/>
                </a:cxn>
                <a:cxn ang="T48">
                  <a:pos x="T28" y="T29"/>
                </a:cxn>
                <a:cxn ang="T49">
                  <a:pos x="T30" y="T31"/>
                </a:cxn>
                <a:cxn ang="T50">
                  <a:pos x="T32" y="T33"/>
                </a:cxn>
              </a:cxnLst>
              <a:rect l="T51" t="T52" r="T53" b="T54"/>
              <a:pathLst>
                <a:path w="53" h="107">
                  <a:moveTo>
                    <a:pt x="53" y="54"/>
                  </a:moveTo>
                  <a:lnTo>
                    <a:pt x="53" y="107"/>
                  </a:lnTo>
                  <a:lnTo>
                    <a:pt x="41" y="106"/>
                  </a:lnTo>
                  <a:lnTo>
                    <a:pt x="30" y="102"/>
                  </a:lnTo>
                  <a:lnTo>
                    <a:pt x="20" y="96"/>
                  </a:lnTo>
                  <a:lnTo>
                    <a:pt x="12" y="87"/>
                  </a:lnTo>
                  <a:lnTo>
                    <a:pt x="5" y="78"/>
                  </a:lnTo>
                  <a:lnTo>
                    <a:pt x="1" y="66"/>
                  </a:lnTo>
                  <a:lnTo>
                    <a:pt x="0" y="54"/>
                  </a:lnTo>
                  <a:lnTo>
                    <a:pt x="1" y="43"/>
                  </a:lnTo>
                  <a:lnTo>
                    <a:pt x="5" y="31"/>
                  </a:lnTo>
                  <a:lnTo>
                    <a:pt x="12" y="22"/>
                  </a:lnTo>
                  <a:lnTo>
                    <a:pt x="20" y="13"/>
                  </a:lnTo>
                  <a:lnTo>
                    <a:pt x="30" y="7"/>
                  </a:lnTo>
                  <a:lnTo>
                    <a:pt x="41" y="2"/>
                  </a:lnTo>
                  <a:lnTo>
                    <a:pt x="53" y="0"/>
                  </a:lnTo>
                  <a:lnTo>
                    <a:pt x="53" y="54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6" name="Freeform 4447">
              <a:extLst>
                <a:ext uri="{FF2B5EF4-FFF2-40B4-BE49-F238E27FC236}">
                  <a16:creationId xmlns:a16="http://schemas.microsoft.com/office/drawing/2014/main" id="{B5EB90EC-B94C-F329-CC39-40A829937C67}"/>
                </a:ext>
              </a:extLst>
            </p:cNvPr>
            <p:cNvSpPr>
              <a:spLocks/>
            </p:cNvSpPr>
            <p:nvPr/>
          </p:nvSpPr>
          <p:spPr bwMode="auto">
            <a:xfrm>
              <a:off x="2993" y="3138"/>
              <a:ext cx="9" cy="18"/>
            </a:xfrm>
            <a:custGeom>
              <a:avLst/>
              <a:gdLst>
                <a:gd name="T0" fmla="*/ 0 w 53"/>
                <a:gd name="T1" fmla="*/ 0 h 107"/>
                <a:gd name="T2" fmla="*/ 0 w 53"/>
                <a:gd name="T3" fmla="*/ 0 h 107"/>
                <a:gd name="T4" fmla="*/ 0 w 53"/>
                <a:gd name="T5" fmla="*/ 0 h 107"/>
                <a:gd name="T6" fmla="*/ 0 w 53"/>
                <a:gd name="T7" fmla="*/ 0 h 107"/>
                <a:gd name="T8" fmla="*/ 0 w 53"/>
                <a:gd name="T9" fmla="*/ 0 h 107"/>
                <a:gd name="T10" fmla="*/ 0 w 53"/>
                <a:gd name="T11" fmla="*/ 0 h 107"/>
                <a:gd name="T12" fmla="*/ 0 w 53"/>
                <a:gd name="T13" fmla="*/ 0 h 107"/>
                <a:gd name="T14" fmla="*/ 0 w 53"/>
                <a:gd name="T15" fmla="*/ 0 h 107"/>
                <a:gd name="T16" fmla="*/ 0 w 53"/>
                <a:gd name="T17" fmla="*/ 0 h 107"/>
                <a:gd name="T18" fmla="*/ 0 w 53"/>
                <a:gd name="T19" fmla="*/ 0 h 107"/>
                <a:gd name="T20" fmla="*/ 0 w 53"/>
                <a:gd name="T21" fmla="*/ 0 h 107"/>
                <a:gd name="T22" fmla="*/ 0 w 53"/>
                <a:gd name="T23" fmla="*/ 0 h 107"/>
                <a:gd name="T24" fmla="*/ 0 w 53"/>
                <a:gd name="T25" fmla="*/ 0 h 107"/>
                <a:gd name="T26" fmla="*/ 0 w 53"/>
                <a:gd name="T27" fmla="*/ 0 h 107"/>
                <a:gd name="T28" fmla="*/ 0 w 53"/>
                <a:gd name="T29" fmla="*/ 0 h 107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w 53"/>
                <a:gd name="T46" fmla="*/ 0 h 107"/>
                <a:gd name="T47" fmla="*/ 53 w 53"/>
                <a:gd name="T48" fmla="*/ 107 h 107"/>
              </a:gdLst>
              <a:ahLst/>
              <a:cxnLst>
                <a:cxn ang="T30">
                  <a:pos x="T0" y="T1"/>
                </a:cxn>
                <a:cxn ang="T31">
                  <a:pos x="T2" y="T3"/>
                </a:cxn>
                <a:cxn ang="T32">
                  <a:pos x="T4" y="T5"/>
                </a:cxn>
                <a:cxn ang="T33">
                  <a:pos x="T6" y="T7"/>
                </a:cxn>
                <a:cxn ang="T34">
                  <a:pos x="T8" y="T9"/>
                </a:cxn>
                <a:cxn ang="T35">
                  <a:pos x="T10" y="T11"/>
                </a:cxn>
                <a:cxn ang="T36">
                  <a:pos x="T12" y="T13"/>
                </a:cxn>
                <a:cxn ang="T37">
                  <a:pos x="T14" y="T15"/>
                </a:cxn>
                <a:cxn ang="T38">
                  <a:pos x="T16" y="T17"/>
                </a:cxn>
                <a:cxn ang="T39">
                  <a:pos x="T18" y="T19"/>
                </a:cxn>
                <a:cxn ang="T40">
                  <a:pos x="T20" y="T21"/>
                </a:cxn>
                <a:cxn ang="T41">
                  <a:pos x="T22" y="T23"/>
                </a:cxn>
                <a:cxn ang="T42">
                  <a:pos x="T24" y="T25"/>
                </a:cxn>
                <a:cxn ang="T43">
                  <a:pos x="T26" y="T27"/>
                </a:cxn>
                <a:cxn ang="T44">
                  <a:pos x="T28" y="T29"/>
                </a:cxn>
              </a:cxnLst>
              <a:rect l="T45" t="T46" r="T47" b="T48"/>
              <a:pathLst>
                <a:path w="53" h="107">
                  <a:moveTo>
                    <a:pt x="53" y="107"/>
                  </a:moveTo>
                  <a:lnTo>
                    <a:pt x="41" y="106"/>
                  </a:lnTo>
                  <a:lnTo>
                    <a:pt x="30" y="102"/>
                  </a:lnTo>
                  <a:lnTo>
                    <a:pt x="20" y="96"/>
                  </a:lnTo>
                  <a:lnTo>
                    <a:pt x="12" y="87"/>
                  </a:lnTo>
                  <a:lnTo>
                    <a:pt x="5" y="78"/>
                  </a:lnTo>
                  <a:lnTo>
                    <a:pt x="1" y="66"/>
                  </a:lnTo>
                  <a:lnTo>
                    <a:pt x="0" y="54"/>
                  </a:lnTo>
                  <a:lnTo>
                    <a:pt x="1" y="43"/>
                  </a:lnTo>
                  <a:lnTo>
                    <a:pt x="5" y="31"/>
                  </a:lnTo>
                  <a:lnTo>
                    <a:pt x="12" y="22"/>
                  </a:lnTo>
                  <a:lnTo>
                    <a:pt x="20" y="13"/>
                  </a:lnTo>
                  <a:lnTo>
                    <a:pt x="30" y="7"/>
                  </a:lnTo>
                  <a:lnTo>
                    <a:pt x="41" y="2"/>
                  </a:lnTo>
                  <a:lnTo>
                    <a:pt x="53" y="0"/>
                  </a:lnTo>
                </a:path>
              </a:pathLst>
            </a:custGeom>
            <a:noFill/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7" name="Freeform 4448">
              <a:extLst>
                <a:ext uri="{FF2B5EF4-FFF2-40B4-BE49-F238E27FC236}">
                  <a16:creationId xmlns:a16="http://schemas.microsoft.com/office/drawing/2014/main" id="{C5F8CFC3-7C50-26A8-987F-A87DC1E9F942}"/>
                </a:ext>
              </a:extLst>
            </p:cNvPr>
            <p:cNvSpPr>
              <a:spLocks/>
            </p:cNvSpPr>
            <p:nvPr/>
          </p:nvSpPr>
          <p:spPr bwMode="auto">
            <a:xfrm>
              <a:off x="3647" y="1769"/>
              <a:ext cx="13" cy="17"/>
            </a:xfrm>
            <a:custGeom>
              <a:avLst/>
              <a:gdLst>
                <a:gd name="T0" fmla="*/ 0 w 78"/>
                <a:gd name="T1" fmla="*/ 0 h 100"/>
                <a:gd name="T2" fmla="*/ 0 w 78"/>
                <a:gd name="T3" fmla="*/ 0 h 100"/>
                <a:gd name="T4" fmla="*/ 0 w 78"/>
                <a:gd name="T5" fmla="*/ 0 h 100"/>
                <a:gd name="T6" fmla="*/ 0 w 78"/>
                <a:gd name="T7" fmla="*/ 0 h 100"/>
                <a:gd name="T8" fmla="*/ 0 w 78"/>
                <a:gd name="T9" fmla="*/ 0 h 100"/>
                <a:gd name="T10" fmla="*/ 0 w 78"/>
                <a:gd name="T11" fmla="*/ 0 h 100"/>
                <a:gd name="T12" fmla="*/ 0 w 78"/>
                <a:gd name="T13" fmla="*/ 0 h 100"/>
                <a:gd name="T14" fmla="*/ 0 w 78"/>
                <a:gd name="T15" fmla="*/ 0 h 100"/>
                <a:gd name="T16" fmla="*/ 0 w 78"/>
                <a:gd name="T17" fmla="*/ 0 h 100"/>
                <a:gd name="T18" fmla="*/ 0 w 78"/>
                <a:gd name="T19" fmla="*/ 0 h 100"/>
                <a:gd name="T20" fmla="*/ 0 w 78"/>
                <a:gd name="T21" fmla="*/ 0 h 100"/>
                <a:gd name="T22" fmla="*/ 0 w 78"/>
                <a:gd name="T23" fmla="*/ 0 h 100"/>
                <a:gd name="T24" fmla="*/ 0 w 78"/>
                <a:gd name="T25" fmla="*/ 0 h 100"/>
                <a:gd name="T26" fmla="*/ 0 w 78"/>
                <a:gd name="T27" fmla="*/ 0 h 100"/>
                <a:gd name="T28" fmla="*/ 0 w 78"/>
                <a:gd name="T29" fmla="*/ 0 h 100"/>
                <a:gd name="T30" fmla="*/ 0 w 78"/>
                <a:gd name="T31" fmla="*/ 0 h 100"/>
                <a:gd name="T32" fmla="*/ 0 w 78"/>
                <a:gd name="T33" fmla="*/ 0 h 100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w 78"/>
                <a:gd name="T52" fmla="*/ 0 h 100"/>
                <a:gd name="T53" fmla="*/ 78 w 78"/>
                <a:gd name="T54" fmla="*/ 100 h 100"/>
              </a:gdLst>
              <a:ahLst/>
              <a:cxnLst>
                <a:cxn ang="T34">
                  <a:pos x="T0" y="T1"/>
                </a:cxn>
                <a:cxn ang="T35">
                  <a:pos x="T2" y="T3"/>
                </a:cxn>
                <a:cxn ang="T36">
                  <a:pos x="T4" y="T5"/>
                </a:cxn>
                <a:cxn ang="T37">
                  <a:pos x="T6" y="T7"/>
                </a:cxn>
                <a:cxn ang="T38">
                  <a:pos x="T8" y="T9"/>
                </a:cxn>
                <a:cxn ang="T39">
                  <a:pos x="T10" y="T11"/>
                </a:cxn>
                <a:cxn ang="T40">
                  <a:pos x="T12" y="T13"/>
                </a:cxn>
                <a:cxn ang="T41">
                  <a:pos x="T14" y="T15"/>
                </a:cxn>
                <a:cxn ang="T42">
                  <a:pos x="T16" y="T17"/>
                </a:cxn>
                <a:cxn ang="T43">
                  <a:pos x="T18" y="T19"/>
                </a:cxn>
                <a:cxn ang="T44">
                  <a:pos x="T20" y="T21"/>
                </a:cxn>
                <a:cxn ang="T45">
                  <a:pos x="T22" y="T23"/>
                </a:cxn>
                <a:cxn ang="T46">
                  <a:pos x="T24" y="T25"/>
                </a:cxn>
                <a:cxn ang="T47">
                  <a:pos x="T26" y="T27"/>
                </a:cxn>
                <a:cxn ang="T48">
                  <a:pos x="T28" y="T29"/>
                </a:cxn>
                <a:cxn ang="T49">
                  <a:pos x="T30" y="T31"/>
                </a:cxn>
                <a:cxn ang="T50">
                  <a:pos x="T32" y="T33"/>
                </a:cxn>
              </a:cxnLst>
              <a:rect l="T51" t="T52" r="T53" b="T54"/>
              <a:pathLst>
                <a:path w="78" h="100">
                  <a:moveTo>
                    <a:pt x="25" y="53"/>
                  </a:moveTo>
                  <a:lnTo>
                    <a:pt x="0" y="6"/>
                  </a:lnTo>
                  <a:lnTo>
                    <a:pt x="10" y="1"/>
                  </a:lnTo>
                  <a:lnTo>
                    <a:pt x="22" y="0"/>
                  </a:lnTo>
                  <a:lnTo>
                    <a:pt x="35" y="0"/>
                  </a:lnTo>
                  <a:lnTo>
                    <a:pt x="46" y="3"/>
                  </a:lnTo>
                  <a:lnTo>
                    <a:pt x="56" y="10"/>
                  </a:lnTo>
                  <a:lnTo>
                    <a:pt x="66" y="18"/>
                  </a:lnTo>
                  <a:lnTo>
                    <a:pt x="72" y="28"/>
                  </a:lnTo>
                  <a:lnTo>
                    <a:pt x="77" y="38"/>
                  </a:lnTo>
                  <a:lnTo>
                    <a:pt x="78" y="50"/>
                  </a:lnTo>
                  <a:lnTo>
                    <a:pt x="78" y="62"/>
                  </a:lnTo>
                  <a:lnTo>
                    <a:pt x="75" y="74"/>
                  </a:lnTo>
                  <a:lnTo>
                    <a:pt x="69" y="84"/>
                  </a:lnTo>
                  <a:lnTo>
                    <a:pt x="60" y="93"/>
                  </a:lnTo>
                  <a:lnTo>
                    <a:pt x="51" y="100"/>
                  </a:lnTo>
                  <a:lnTo>
                    <a:pt x="25" y="53"/>
                  </a:lnTo>
                  <a:close/>
                </a:path>
              </a:pathLst>
            </a:custGeom>
            <a:solidFill>
              <a:srgbClr val="FF0000"/>
            </a:solidFill>
            <a:ln w="9525">
              <a:solidFill>
                <a:srgbClr val="FF0000"/>
              </a:solidFill>
              <a:round/>
              <a:headEnd/>
              <a:tailEnd/>
            </a:ln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8" name="Freeform 4449">
              <a:extLst>
                <a:ext uri="{FF2B5EF4-FFF2-40B4-BE49-F238E27FC236}">
                  <a16:creationId xmlns:a16="http://schemas.microsoft.com/office/drawing/2014/main" id="{E71023DC-F1E8-4E2C-517B-5B40207BDBEB}"/>
                </a:ext>
              </a:extLst>
            </p:cNvPr>
            <p:cNvSpPr>
              <a:spLocks/>
            </p:cNvSpPr>
            <p:nvPr/>
          </p:nvSpPr>
          <p:spPr bwMode="auto">
            <a:xfrm>
              <a:off x="3647" y="1769"/>
              <a:ext cx="13" cy="17"/>
            </a:xfrm>
            <a:custGeom>
              <a:avLst/>
              <a:gdLst>
                <a:gd name="T0" fmla="*/ 0 w 78"/>
                <a:gd name="T1" fmla="*/ 0 h 100"/>
                <a:gd name="T2" fmla="*/ 0 w 78"/>
                <a:gd name="T3" fmla="*/ 0 h 100"/>
                <a:gd name="T4" fmla="*/ 0 w 78"/>
                <a:gd name="T5" fmla="*/ 0 h 100"/>
                <a:gd name="T6" fmla="*/ 0 w 78"/>
                <a:gd name="T7" fmla="*/ 0 h 100"/>
                <a:gd name="T8" fmla="*/ 0 w 78"/>
                <a:gd name="T9" fmla="*/ 0 h 100"/>
                <a:gd name="T10" fmla="*/ 0 w 78"/>
                <a:gd name="T11" fmla="*/ 0 h 100"/>
                <a:gd name="T12" fmla="*/ 0 w 78"/>
                <a:gd name="T13" fmla="*/ 0 h 100"/>
                <a:gd name="T14" fmla="*/ 0 w 78"/>
                <a:gd name="T15" fmla="*/ 0 h 100"/>
                <a:gd name="T16" fmla="*/ 0 w 78"/>
                <a:gd name="T17" fmla="*/ 0 h 100"/>
                <a:gd name="T18" fmla="*/ 0 w 78"/>
                <a:gd name="T19" fmla="*/ 0 h 100"/>
                <a:gd name="T20" fmla="*/ 0 w 78"/>
                <a:gd name="T21" fmla="*/ 0 h 100"/>
                <a:gd name="T22" fmla="*/ 0 w 78"/>
                <a:gd name="T23" fmla="*/ 0 h 100"/>
                <a:gd name="T24" fmla="*/ 0 w 78"/>
                <a:gd name="T25" fmla="*/ 0 h 100"/>
                <a:gd name="T26" fmla="*/ 0 w 78"/>
                <a:gd name="T27" fmla="*/ 0 h 100"/>
                <a:gd name="T28" fmla="*/ 0 w 78"/>
                <a:gd name="T29" fmla="*/ 0 h 100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w 78"/>
                <a:gd name="T46" fmla="*/ 0 h 100"/>
                <a:gd name="T47" fmla="*/ 78 w 78"/>
                <a:gd name="T48" fmla="*/ 100 h 100"/>
              </a:gdLst>
              <a:ahLst/>
              <a:cxnLst>
                <a:cxn ang="T30">
                  <a:pos x="T0" y="T1"/>
                </a:cxn>
                <a:cxn ang="T31">
                  <a:pos x="T2" y="T3"/>
                </a:cxn>
                <a:cxn ang="T32">
                  <a:pos x="T4" y="T5"/>
                </a:cxn>
                <a:cxn ang="T33">
                  <a:pos x="T6" y="T7"/>
                </a:cxn>
                <a:cxn ang="T34">
                  <a:pos x="T8" y="T9"/>
                </a:cxn>
                <a:cxn ang="T35">
                  <a:pos x="T10" y="T11"/>
                </a:cxn>
                <a:cxn ang="T36">
                  <a:pos x="T12" y="T13"/>
                </a:cxn>
                <a:cxn ang="T37">
                  <a:pos x="T14" y="T15"/>
                </a:cxn>
                <a:cxn ang="T38">
                  <a:pos x="T16" y="T17"/>
                </a:cxn>
                <a:cxn ang="T39">
                  <a:pos x="T18" y="T19"/>
                </a:cxn>
                <a:cxn ang="T40">
                  <a:pos x="T20" y="T21"/>
                </a:cxn>
                <a:cxn ang="T41">
                  <a:pos x="T22" y="T23"/>
                </a:cxn>
                <a:cxn ang="T42">
                  <a:pos x="T24" y="T25"/>
                </a:cxn>
                <a:cxn ang="T43">
                  <a:pos x="T26" y="T27"/>
                </a:cxn>
                <a:cxn ang="T44">
                  <a:pos x="T28" y="T29"/>
                </a:cxn>
              </a:cxnLst>
              <a:rect l="T45" t="T46" r="T47" b="T48"/>
              <a:pathLst>
                <a:path w="78" h="100">
                  <a:moveTo>
                    <a:pt x="0" y="6"/>
                  </a:moveTo>
                  <a:lnTo>
                    <a:pt x="10" y="1"/>
                  </a:lnTo>
                  <a:lnTo>
                    <a:pt x="22" y="0"/>
                  </a:lnTo>
                  <a:lnTo>
                    <a:pt x="35" y="0"/>
                  </a:lnTo>
                  <a:lnTo>
                    <a:pt x="46" y="3"/>
                  </a:lnTo>
                  <a:lnTo>
                    <a:pt x="56" y="10"/>
                  </a:lnTo>
                  <a:lnTo>
                    <a:pt x="66" y="18"/>
                  </a:lnTo>
                  <a:lnTo>
                    <a:pt x="72" y="28"/>
                  </a:lnTo>
                  <a:lnTo>
                    <a:pt x="77" y="38"/>
                  </a:lnTo>
                  <a:lnTo>
                    <a:pt x="78" y="50"/>
                  </a:lnTo>
                  <a:lnTo>
                    <a:pt x="78" y="62"/>
                  </a:lnTo>
                  <a:lnTo>
                    <a:pt x="75" y="74"/>
                  </a:lnTo>
                  <a:lnTo>
                    <a:pt x="69" y="84"/>
                  </a:lnTo>
                  <a:lnTo>
                    <a:pt x="60" y="93"/>
                  </a:lnTo>
                  <a:lnTo>
                    <a:pt x="51" y="100"/>
                  </a:lnTo>
                </a:path>
              </a:pathLst>
            </a:custGeom>
            <a:solidFill>
              <a:srgbClr val="FF0000"/>
            </a:solidFill>
            <a:ln w="0">
              <a:solidFill>
                <a:srgbClr val="FF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9" name="Freeform 4450">
              <a:extLst>
                <a:ext uri="{FF2B5EF4-FFF2-40B4-BE49-F238E27FC236}">
                  <a16:creationId xmlns:a16="http://schemas.microsoft.com/office/drawing/2014/main" id="{BF0D0D9D-AAA3-A9FF-8060-F93446B8AFF0}"/>
                </a:ext>
              </a:extLst>
            </p:cNvPr>
            <p:cNvSpPr>
              <a:spLocks/>
            </p:cNvSpPr>
            <p:nvPr/>
          </p:nvSpPr>
          <p:spPr bwMode="auto">
            <a:xfrm>
              <a:off x="2998" y="1770"/>
              <a:ext cx="657" cy="370"/>
            </a:xfrm>
            <a:custGeom>
              <a:avLst/>
              <a:gdLst>
                <a:gd name="T0" fmla="*/ 0 w 3944"/>
                <a:gd name="T1" fmla="*/ 0 h 2220"/>
                <a:gd name="T2" fmla="*/ 0 w 3944"/>
                <a:gd name="T3" fmla="*/ 0 h 2220"/>
                <a:gd name="T4" fmla="*/ 0 w 3944"/>
                <a:gd name="T5" fmla="*/ 0 h 2220"/>
                <a:gd name="T6" fmla="*/ 0 w 3944"/>
                <a:gd name="T7" fmla="*/ 0 h 2220"/>
                <a:gd name="T8" fmla="*/ 0 w 3944"/>
                <a:gd name="T9" fmla="*/ 0 h 2220"/>
                <a:gd name="T10" fmla="*/ 0 w 3944"/>
                <a:gd name="T11" fmla="*/ 0 h 2220"/>
                <a:gd name="T12" fmla="*/ 0 w 3944"/>
                <a:gd name="T13" fmla="*/ 0 h 2220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3944"/>
                <a:gd name="T22" fmla="*/ 0 h 2220"/>
                <a:gd name="T23" fmla="*/ 3944 w 3944"/>
                <a:gd name="T24" fmla="*/ 2220 h 2220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3944" h="2220">
                  <a:moveTo>
                    <a:pt x="3944" y="94"/>
                  </a:moveTo>
                  <a:lnTo>
                    <a:pt x="3918" y="47"/>
                  </a:lnTo>
                  <a:lnTo>
                    <a:pt x="3893" y="0"/>
                  </a:lnTo>
                  <a:lnTo>
                    <a:pt x="0" y="2126"/>
                  </a:lnTo>
                  <a:lnTo>
                    <a:pt x="25" y="2173"/>
                  </a:lnTo>
                  <a:lnTo>
                    <a:pt x="50" y="2220"/>
                  </a:lnTo>
                  <a:lnTo>
                    <a:pt x="3944" y="94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20" name="Freeform 4451">
              <a:extLst>
                <a:ext uri="{FF2B5EF4-FFF2-40B4-BE49-F238E27FC236}">
                  <a16:creationId xmlns:a16="http://schemas.microsoft.com/office/drawing/2014/main" id="{8FD275D0-60F5-F47F-DD9F-68BE9F9FA672}"/>
                </a:ext>
              </a:extLst>
            </p:cNvPr>
            <p:cNvSpPr>
              <a:spLocks/>
            </p:cNvSpPr>
            <p:nvPr/>
          </p:nvSpPr>
          <p:spPr bwMode="auto">
            <a:xfrm>
              <a:off x="2998" y="1770"/>
              <a:ext cx="657" cy="370"/>
            </a:xfrm>
            <a:custGeom>
              <a:avLst/>
              <a:gdLst>
                <a:gd name="T0" fmla="*/ 0 w 3944"/>
                <a:gd name="T1" fmla="*/ 0 h 2220"/>
                <a:gd name="T2" fmla="*/ 0 w 3944"/>
                <a:gd name="T3" fmla="*/ 0 h 2220"/>
                <a:gd name="T4" fmla="*/ 0 w 3944"/>
                <a:gd name="T5" fmla="*/ 0 h 2220"/>
                <a:gd name="T6" fmla="*/ 0 w 3944"/>
                <a:gd name="T7" fmla="*/ 0 h 2220"/>
                <a:gd name="T8" fmla="*/ 0 w 3944"/>
                <a:gd name="T9" fmla="*/ 0 h 2220"/>
                <a:gd name="T10" fmla="*/ 0 w 3944"/>
                <a:gd name="T11" fmla="*/ 0 h 2220"/>
                <a:gd name="T12" fmla="*/ 0 w 3944"/>
                <a:gd name="T13" fmla="*/ 0 h 2220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3944"/>
                <a:gd name="T22" fmla="*/ 0 h 2220"/>
                <a:gd name="T23" fmla="*/ 3944 w 3944"/>
                <a:gd name="T24" fmla="*/ 2220 h 2220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3944" h="2220">
                  <a:moveTo>
                    <a:pt x="3944" y="94"/>
                  </a:moveTo>
                  <a:lnTo>
                    <a:pt x="3918" y="47"/>
                  </a:lnTo>
                  <a:lnTo>
                    <a:pt x="3893" y="0"/>
                  </a:lnTo>
                  <a:lnTo>
                    <a:pt x="0" y="2126"/>
                  </a:lnTo>
                  <a:lnTo>
                    <a:pt x="25" y="2173"/>
                  </a:lnTo>
                  <a:lnTo>
                    <a:pt x="50" y="2220"/>
                  </a:lnTo>
                  <a:lnTo>
                    <a:pt x="3944" y="94"/>
                  </a:lnTo>
                  <a:close/>
                </a:path>
              </a:pathLst>
            </a:custGeom>
            <a:noFill/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21" name="Freeform 4452">
              <a:extLst>
                <a:ext uri="{FF2B5EF4-FFF2-40B4-BE49-F238E27FC236}">
                  <a16:creationId xmlns:a16="http://schemas.microsoft.com/office/drawing/2014/main" id="{CCECE89C-03F3-73A4-BF13-4B4D0413401D}"/>
                </a:ext>
              </a:extLst>
            </p:cNvPr>
            <p:cNvSpPr>
              <a:spLocks/>
            </p:cNvSpPr>
            <p:nvPr/>
          </p:nvSpPr>
          <p:spPr bwMode="auto">
            <a:xfrm>
              <a:off x="2993" y="2124"/>
              <a:ext cx="13" cy="17"/>
            </a:xfrm>
            <a:custGeom>
              <a:avLst/>
              <a:gdLst>
                <a:gd name="T0" fmla="*/ 0 w 78"/>
                <a:gd name="T1" fmla="*/ 0 h 100"/>
                <a:gd name="T2" fmla="*/ 0 w 78"/>
                <a:gd name="T3" fmla="*/ 0 h 100"/>
                <a:gd name="T4" fmla="*/ 0 w 78"/>
                <a:gd name="T5" fmla="*/ 0 h 100"/>
                <a:gd name="T6" fmla="*/ 0 w 78"/>
                <a:gd name="T7" fmla="*/ 0 h 100"/>
                <a:gd name="T8" fmla="*/ 0 w 78"/>
                <a:gd name="T9" fmla="*/ 0 h 100"/>
                <a:gd name="T10" fmla="*/ 0 w 78"/>
                <a:gd name="T11" fmla="*/ 0 h 100"/>
                <a:gd name="T12" fmla="*/ 0 w 78"/>
                <a:gd name="T13" fmla="*/ 0 h 100"/>
                <a:gd name="T14" fmla="*/ 0 w 78"/>
                <a:gd name="T15" fmla="*/ 0 h 100"/>
                <a:gd name="T16" fmla="*/ 0 w 78"/>
                <a:gd name="T17" fmla="*/ 0 h 100"/>
                <a:gd name="T18" fmla="*/ 0 w 78"/>
                <a:gd name="T19" fmla="*/ 0 h 100"/>
                <a:gd name="T20" fmla="*/ 0 w 78"/>
                <a:gd name="T21" fmla="*/ 0 h 100"/>
                <a:gd name="T22" fmla="*/ 0 w 78"/>
                <a:gd name="T23" fmla="*/ 0 h 100"/>
                <a:gd name="T24" fmla="*/ 0 w 78"/>
                <a:gd name="T25" fmla="*/ 0 h 100"/>
                <a:gd name="T26" fmla="*/ 0 w 78"/>
                <a:gd name="T27" fmla="*/ 0 h 100"/>
                <a:gd name="T28" fmla="*/ 0 w 78"/>
                <a:gd name="T29" fmla="*/ 0 h 100"/>
                <a:gd name="T30" fmla="*/ 0 w 78"/>
                <a:gd name="T31" fmla="*/ 0 h 100"/>
                <a:gd name="T32" fmla="*/ 0 w 78"/>
                <a:gd name="T33" fmla="*/ 0 h 100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w 78"/>
                <a:gd name="T52" fmla="*/ 0 h 100"/>
                <a:gd name="T53" fmla="*/ 78 w 78"/>
                <a:gd name="T54" fmla="*/ 100 h 100"/>
              </a:gdLst>
              <a:ahLst/>
              <a:cxnLst>
                <a:cxn ang="T34">
                  <a:pos x="T0" y="T1"/>
                </a:cxn>
                <a:cxn ang="T35">
                  <a:pos x="T2" y="T3"/>
                </a:cxn>
                <a:cxn ang="T36">
                  <a:pos x="T4" y="T5"/>
                </a:cxn>
                <a:cxn ang="T37">
                  <a:pos x="T6" y="T7"/>
                </a:cxn>
                <a:cxn ang="T38">
                  <a:pos x="T8" y="T9"/>
                </a:cxn>
                <a:cxn ang="T39">
                  <a:pos x="T10" y="T11"/>
                </a:cxn>
                <a:cxn ang="T40">
                  <a:pos x="T12" y="T13"/>
                </a:cxn>
                <a:cxn ang="T41">
                  <a:pos x="T14" y="T15"/>
                </a:cxn>
                <a:cxn ang="T42">
                  <a:pos x="T16" y="T17"/>
                </a:cxn>
                <a:cxn ang="T43">
                  <a:pos x="T18" y="T19"/>
                </a:cxn>
                <a:cxn ang="T44">
                  <a:pos x="T20" y="T21"/>
                </a:cxn>
                <a:cxn ang="T45">
                  <a:pos x="T22" y="T23"/>
                </a:cxn>
                <a:cxn ang="T46">
                  <a:pos x="T24" y="T25"/>
                </a:cxn>
                <a:cxn ang="T47">
                  <a:pos x="T26" y="T27"/>
                </a:cxn>
                <a:cxn ang="T48">
                  <a:pos x="T28" y="T29"/>
                </a:cxn>
                <a:cxn ang="T49">
                  <a:pos x="T30" y="T31"/>
                </a:cxn>
                <a:cxn ang="T50">
                  <a:pos x="T32" y="T33"/>
                </a:cxn>
              </a:cxnLst>
              <a:rect l="T51" t="T52" r="T53" b="T54"/>
              <a:pathLst>
                <a:path w="78" h="100">
                  <a:moveTo>
                    <a:pt x="53" y="47"/>
                  </a:moveTo>
                  <a:lnTo>
                    <a:pt x="78" y="94"/>
                  </a:lnTo>
                  <a:lnTo>
                    <a:pt x="68" y="99"/>
                  </a:lnTo>
                  <a:lnTo>
                    <a:pt x="56" y="100"/>
                  </a:lnTo>
                  <a:lnTo>
                    <a:pt x="43" y="100"/>
                  </a:lnTo>
                  <a:lnTo>
                    <a:pt x="32" y="97"/>
                  </a:lnTo>
                  <a:lnTo>
                    <a:pt x="22" y="90"/>
                  </a:lnTo>
                  <a:lnTo>
                    <a:pt x="13" y="82"/>
                  </a:lnTo>
                  <a:lnTo>
                    <a:pt x="6" y="72"/>
                  </a:lnTo>
                  <a:lnTo>
                    <a:pt x="1" y="62"/>
                  </a:lnTo>
                  <a:lnTo>
                    <a:pt x="0" y="50"/>
                  </a:lnTo>
                  <a:lnTo>
                    <a:pt x="0" y="38"/>
                  </a:lnTo>
                  <a:lnTo>
                    <a:pt x="3" y="26"/>
                  </a:lnTo>
                  <a:lnTo>
                    <a:pt x="10" y="16"/>
                  </a:lnTo>
                  <a:lnTo>
                    <a:pt x="18" y="7"/>
                  </a:lnTo>
                  <a:lnTo>
                    <a:pt x="28" y="0"/>
                  </a:lnTo>
                  <a:lnTo>
                    <a:pt x="53" y="47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22" name="Freeform 4453">
              <a:extLst>
                <a:ext uri="{FF2B5EF4-FFF2-40B4-BE49-F238E27FC236}">
                  <a16:creationId xmlns:a16="http://schemas.microsoft.com/office/drawing/2014/main" id="{77259798-456F-AB2D-0D18-BB97B345EBA0}"/>
                </a:ext>
              </a:extLst>
            </p:cNvPr>
            <p:cNvSpPr>
              <a:spLocks/>
            </p:cNvSpPr>
            <p:nvPr/>
          </p:nvSpPr>
          <p:spPr bwMode="auto">
            <a:xfrm>
              <a:off x="2993" y="2124"/>
              <a:ext cx="13" cy="17"/>
            </a:xfrm>
            <a:custGeom>
              <a:avLst/>
              <a:gdLst>
                <a:gd name="T0" fmla="*/ 0 w 78"/>
                <a:gd name="T1" fmla="*/ 0 h 100"/>
                <a:gd name="T2" fmla="*/ 0 w 78"/>
                <a:gd name="T3" fmla="*/ 0 h 100"/>
                <a:gd name="T4" fmla="*/ 0 w 78"/>
                <a:gd name="T5" fmla="*/ 0 h 100"/>
                <a:gd name="T6" fmla="*/ 0 w 78"/>
                <a:gd name="T7" fmla="*/ 0 h 100"/>
                <a:gd name="T8" fmla="*/ 0 w 78"/>
                <a:gd name="T9" fmla="*/ 0 h 100"/>
                <a:gd name="T10" fmla="*/ 0 w 78"/>
                <a:gd name="T11" fmla="*/ 0 h 100"/>
                <a:gd name="T12" fmla="*/ 0 w 78"/>
                <a:gd name="T13" fmla="*/ 0 h 100"/>
                <a:gd name="T14" fmla="*/ 0 w 78"/>
                <a:gd name="T15" fmla="*/ 0 h 100"/>
                <a:gd name="T16" fmla="*/ 0 w 78"/>
                <a:gd name="T17" fmla="*/ 0 h 100"/>
                <a:gd name="T18" fmla="*/ 0 w 78"/>
                <a:gd name="T19" fmla="*/ 0 h 100"/>
                <a:gd name="T20" fmla="*/ 0 w 78"/>
                <a:gd name="T21" fmla="*/ 0 h 100"/>
                <a:gd name="T22" fmla="*/ 0 w 78"/>
                <a:gd name="T23" fmla="*/ 0 h 100"/>
                <a:gd name="T24" fmla="*/ 0 w 78"/>
                <a:gd name="T25" fmla="*/ 0 h 100"/>
                <a:gd name="T26" fmla="*/ 0 w 78"/>
                <a:gd name="T27" fmla="*/ 0 h 100"/>
                <a:gd name="T28" fmla="*/ 0 w 78"/>
                <a:gd name="T29" fmla="*/ 0 h 100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w 78"/>
                <a:gd name="T46" fmla="*/ 0 h 100"/>
                <a:gd name="T47" fmla="*/ 78 w 78"/>
                <a:gd name="T48" fmla="*/ 100 h 100"/>
              </a:gdLst>
              <a:ahLst/>
              <a:cxnLst>
                <a:cxn ang="T30">
                  <a:pos x="T0" y="T1"/>
                </a:cxn>
                <a:cxn ang="T31">
                  <a:pos x="T2" y="T3"/>
                </a:cxn>
                <a:cxn ang="T32">
                  <a:pos x="T4" y="T5"/>
                </a:cxn>
                <a:cxn ang="T33">
                  <a:pos x="T6" y="T7"/>
                </a:cxn>
                <a:cxn ang="T34">
                  <a:pos x="T8" y="T9"/>
                </a:cxn>
                <a:cxn ang="T35">
                  <a:pos x="T10" y="T11"/>
                </a:cxn>
                <a:cxn ang="T36">
                  <a:pos x="T12" y="T13"/>
                </a:cxn>
                <a:cxn ang="T37">
                  <a:pos x="T14" y="T15"/>
                </a:cxn>
                <a:cxn ang="T38">
                  <a:pos x="T16" y="T17"/>
                </a:cxn>
                <a:cxn ang="T39">
                  <a:pos x="T18" y="T19"/>
                </a:cxn>
                <a:cxn ang="T40">
                  <a:pos x="T20" y="T21"/>
                </a:cxn>
                <a:cxn ang="T41">
                  <a:pos x="T22" y="T23"/>
                </a:cxn>
                <a:cxn ang="T42">
                  <a:pos x="T24" y="T25"/>
                </a:cxn>
                <a:cxn ang="T43">
                  <a:pos x="T26" y="T27"/>
                </a:cxn>
                <a:cxn ang="T44">
                  <a:pos x="T28" y="T29"/>
                </a:cxn>
              </a:cxnLst>
              <a:rect l="T45" t="T46" r="T47" b="T48"/>
              <a:pathLst>
                <a:path w="78" h="100">
                  <a:moveTo>
                    <a:pt x="78" y="94"/>
                  </a:moveTo>
                  <a:lnTo>
                    <a:pt x="68" y="99"/>
                  </a:lnTo>
                  <a:lnTo>
                    <a:pt x="56" y="100"/>
                  </a:lnTo>
                  <a:lnTo>
                    <a:pt x="43" y="100"/>
                  </a:lnTo>
                  <a:lnTo>
                    <a:pt x="32" y="97"/>
                  </a:lnTo>
                  <a:lnTo>
                    <a:pt x="22" y="90"/>
                  </a:lnTo>
                  <a:lnTo>
                    <a:pt x="13" y="82"/>
                  </a:lnTo>
                  <a:lnTo>
                    <a:pt x="6" y="72"/>
                  </a:lnTo>
                  <a:lnTo>
                    <a:pt x="1" y="62"/>
                  </a:lnTo>
                  <a:lnTo>
                    <a:pt x="0" y="50"/>
                  </a:lnTo>
                  <a:lnTo>
                    <a:pt x="0" y="38"/>
                  </a:lnTo>
                  <a:lnTo>
                    <a:pt x="3" y="26"/>
                  </a:lnTo>
                  <a:lnTo>
                    <a:pt x="10" y="16"/>
                  </a:lnTo>
                  <a:lnTo>
                    <a:pt x="18" y="7"/>
                  </a:lnTo>
                  <a:lnTo>
                    <a:pt x="28" y="0"/>
                  </a:lnTo>
                </a:path>
              </a:pathLst>
            </a:custGeom>
            <a:noFill/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23" name="Freeform 4454">
              <a:extLst>
                <a:ext uri="{FF2B5EF4-FFF2-40B4-BE49-F238E27FC236}">
                  <a16:creationId xmlns:a16="http://schemas.microsoft.com/office/drawing/2014/main" id="{AA29A675-DC1A-64A4-419B-9E5147C6BAE8}"/>
                </a:ext>
              </a:extLst>
            </p:cNvPr>
            <p:cNvSpPr>
              <a:spLocks/>
            </p:cNvSpPr>
            <p:nvPr/>
          </p:nvSpPr>
          <p:spPr bwMode="auto">
            <a:xfrm>
              <a:off x="2993" y="2389"/>
              <a:ext cx="9" cy="18"/>
            </a:xfrm>
            <a:custGeom>
              <a:avLst/>
              <a:gdLst>
                <a:gd name="T0" fmla="*/ 0 w 53"/>
                <a:gd name="T1" fmla="*/ 0 h 107"/>
                <a:gd name="T2" fmla="*/ 0 w 53"/>
                <a:gd name="T3" fmla="*/ 0 h 107"/>
                <a:gd name="T4" fmla="*/ 0 w 53"/>
                <a:gd name="T5" fmla="*/ 0 h 107"/>
                <a:gd name="T6" fmla="*/ 0 w 53"/>
                <a:gd name="T7" fmla="*/ 0 h 107"/>
                <a:gd name="T8" fmla="*/ 0 w 53"/>
                <a:gd name="T9" fmla="*/ 0 h 107"/>
                <a:gd name="T10" fmla="*/ 0 w 53"/>
                <a:gd name="T11" fmla="*/ 0 h 107"/>
                <a:gd name="T12" fmla="*/ 0 w 53"/>
                <a:gd name="T13" fmla="*/ 0 h 107"/>
                <a:gd name="T14" fmla="*/ 0 w 53"/>
                <a:gd name="T15" fmla="*/ 0 h 107"/>
                <a:gd name="T16" fmla="*/ 0 w 53"/>
                <a:gd name="T17" fmla="*/ 0 h 107"/>
                <a:gd name="T18" fmla="*/ 0 w 53"/>
                <a:gd name="T19" fmla="*/ 0 h 107"/>
                <a:gd name="T20" fmla="*/ 0 w 53"/>
                <a:gd name="T21" fmla="*/ 0 h 107"/>
                <a:gd name="T22" fmla="*/ 0 w 53"/>
                <a:gd name="T23" fmla="*/ 0 h 107"/>
                <a:gd name="T24" fmla="*/ 0 w 53"/>
                <a:gd name="T25" fmla="*/ 0 h 107"/>
                <a:gd name="T26" fmla="*/ 0 w 53"/>
                <a:gd name="T27" fmla="*/ 0 h 107"/>
                <a:gd name="T28" fmla="*/ 0 w 53"/>
                <a:gd name="T29" fmla="*/ 0 h 107"/>
                <a:gd name="T30" fmla="*/ 0 w 53"/>
                <a:gd name="T31" fmla="*/ 0 h 107"/>
                <a:gd name="T32" fmla="*/ 0 w 53"/>
                <a:gd name="T33" fmla="*/ 0 h 107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w 53"/>
                <a:gd name="T52" fmla="*/ 0 h 107"/>
                <a:gd name="T53" fmla="*/ 53 w 53"/>
                <a:gd name="T54" fmla="*/ 107 h 107"/>
              </a:gdLst>
              <a:ahLst/>
              <a:cxnLst>
                <a:cxn ang="T34">
                  <a:pos x="T0" y="T1"/>
                </a:cxn>
                <a:cxn ang="T35">
                  <a:pos x="T2" y="T3"/>
                </a:cxn>
                <a:cxn ang="T36">
                  <a:pos x="T4" y="T5"/>
                </a:cxn>
                <a:cxn ang="T37">
                  <a:pos x="T6" y="T7"/>
                </a:cxn>
                <a:cxn ang="T38">
                  <a:pos x="T8" y="T9"/>
                </a:cxn>
                <a:cxn ang="T39">
                  <a:pos x="T10" y="T11"/>
                </a:cxn>
                <a:cxn ang="T40">
                  <a:pos x="T12" y="T13"/>
                </a:cxn>
                <a:cxn ang="T41">
                  <a:pos x="T14" y="T15"/>
                </a:cxn>
                <a:cxn ang="T42">
                  <a:pos x="T16" y="T17"/>
                </a:cxn>
                <a:cxn ang="T43">
                  <a:pos x="T18" y="T19"/>
                </a:cxn>
                <a:cxn ang="T44">
                  <a:pos x="T20" y="T21"/>
                </a:cxn>
                <a:cxn ang="T45">
                  <a:pos x="T22" y="T23"/>
                </a:cxn>
                <a:cxn ang="T46">
                  <a:pos x="T24" y="T25"/>
                </a:cxn>
                <a:cxn ang="T47">
                  <a:pos x="T26" y="T27"/>
                </a:cxn>
                <a:cxn ang="T48">
                  <a:pos x="T28" y="T29"/>
                </a:cxn>
                <a:cxn ang="T49">
                  <a:pos x="T30" y="T31"/>
                </a:cxn>
                <a:cxn ang="T50">
                  <a:pos x="T32" y="T33"/>
                </a:cxn>
              </a:cxnLst>
              <a:rect l="T51" t="T52" r="T53" b="T54"/>
              <a:pathLst>
                <a:path w="53" h="107">
                  <a:moveTo>
                    <a:pt x="53" y="54"/>
                  </a:moveTo>
                  <a:lnTo>
                    <a:pt x="53" y="107"/>
                  </a:lnTo>
                  <a:lnTo>
                    <a:pt x="41" y="105"/>
                  </a:lnTo>
                  <a:lnTo>
                    <a:pt x="30" y="101"/>
                  </a:lnTo>
                  <a:lnTo>
                    <a:pt x="20" y="95"/>
                  </a:lnTo>
                  <a:lnTo>
                    <a:pt x="12" y="86"/>
                  </a:lnTo>
                  <a:lnTo>
                    <a:pt x="5" y="77"/>
                  </a:lnTo>
                  <a:lnTo>
                    <a:pt x="1" y="65"/>
                  </a:lnTo>
                  <a:lnTo>
                    <a:pt x="0" y="54"/>
                  </a:lnTo>
                  <a:lnTo>
                    <a:pt x="1" y="42"/>
                  </a:lnTo>
                  <a:lnTo>
                    <a:pt x="5" y="30"/>
                  </a:lnTo>
                  <a:lnTo>
                    <a:pt x="12" y="21"/>
                  </a:lnTo>
                  <a:lnTo>
                    <a:pt x="20" y="12"/>
                  </a:lnTo>
                  <a:lnTo>
                    <a:pt x="30" y="6"/>
                  </a:lnTo>
                  <a:lnTo>
                    <a:pt x="41" y="2"/>
                  </a:lnTo>
                  <a:lnTo>
                    <a:pt x="53" y="0"/>
                  </a:lnTo>
                  <a:lnTo>
                    <a:pt x="53" y="54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24" name="Freeform 4455">
              <a:extLst>
                <a:ext uri="{FF2B5EF4-FFF2-40B4-BE49-F238E27FC236}">
                  <a16:creationId xmlns:a16="http://schemas.microsoft.com/office/drawing/2014/main" id="{40B76422-74E4-31EE-5461-A9677907F891}"/>
                </a:ext>
              </a:extLst>
            </p:cNvPr>
            <p:cNvSpPr>
              <a:spLocks/>
            </p:cNvSpPr>
            <p:nvPr/>
          </p:nvSpPr>
          <p:spPr bwMode="auto">
            <a:xfrm>
              <a:off x="2993" y="2389"/>
              <a:ext cx="9" cy="18"/>
            </a:xfrm>
            <a:custGeom>
              <a:avLst/>
              <a:gdLst>
                <a:gd name="T0" fmla="*/ 0 w 53"/>
                <a:gd name="T1" fmla="*/ 0 h 107"/>
                <a:gd name="T2" fmla="*/ 0 w 53"/>
                <a:gd name="T3" fmla="*/ 0 h 107"/>
                <a:gd name="T4" fmla="*/ 0 w 53"/>
                <a:gd name="T5" fmla="*/ 0 h 107"/>
                <a:gd name="T6" fmla="*/ 0 w 53"/>
                <a:gd name="T7" fmla="*/ 0 h 107"/>
                <a:gd name="T8" fmla="*/ 0 w 53"/>
                <a:gd name="T9" fmla="*/ 0 h 107"/>
                <a:gd name="T10" fmla="*/ 0 w 53"/>
                <a:gd name="T11" fmla="*/ 0 h 107"/>
                <a:gd name="T12" fmla="*/ 0 w 53"/>
                <a:gd name="T13" fmla="*/ 0 h 107"/>
                <a:gd name="T14" fmla="*/ 0 w 53"/>
                <a:gd name="T15" fmla="*/ 0 h 107"/>
                <a:gd name="T16" fmla="*/ 0 w 53"/>
                <a:gd name="T17" fmla="*/ 0 h 107"/>
                <a:gd name="T18" fmla="*/ 0 w 53"/>
                <a:gd name="T19" fmla="*/ 0 h 107"/>
                <a:gd name="T20" fmla="*/ 0 w 53"/>
                <a:gd name="T21" fmla="*/ 0 h 107"/>
                <a:gd name="T22" fmla="*/ 0 w 53"/>
                <a:gd name="T23" fmla="*/ 0 h 107"/>
                <a:gd name="T24" fmla="*/ 0 w 53"/>
                <a:gd name="T25" fmla="*/ 0 h 107"/>
                <a:gd name="T26" fmla="*/ 0 w 53"/>
                <a:gd name="T27" fmla="*/ 0 h 107"/>
                <a:gd name="T28" fmla="*/ 0 w 53"/>
                <a:gd name="T29" fmla="*/ 0 h 107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w 53"/>
                <a:gd name="T46" fmla="*/ 0 h 107"/>
                <a:gd name="T47" fmla="*/ 53 w 53"/>
                <a:gd name="T48" fmla="*/ 107 h 107"/>
              </a:gdLst>
              <a:ahLst/>
              <a:cxnLst>
                <a:cxn ang="T30">
                  <a:pos x="T0" y="T1"/>
                </a:cxn>
                <a:cxn ang="T31">
                  <a:pos x="T2" y="T3"/>
                </a:cxn>
                <a:cxn ang="T32">
                  <a:pos x="T4" y="T5"/>
                </a:cxn>
                <a:cxn ang="T33">
                  <a:pos x="T6" y="T7"/>
                </a:cxn>
                <a:cxn ang="T34">
                  <a:pos x="T8" y="T9"/>
                </a:cxn>
                <a:cxn ang="T35">
                  <a:pos x="T10" y="T11"/>
                </a:cxn>
                <a:cxn ang="T36">
                  <a:pos x="T12" y="T13"/>
                </a:cxn>
                <a:cxn ang="T37">
                  <a:pos x="T14" y="T15"/>
                </a:cxn>
                <a:cxn ang="T38">
                  <a:pos x="T16" y="T17"/>
                </a:cxn>
                <a:cxn ang="T39">
                  <a:pos x="T18" y="T19"/>
                </a:cxn>
                <a:cxn ang="T40">
                  <a:pos x="T20" y="T21"/>
                </a:cxn>
                <a:cxn ang="T41">
                  <a:pos x="T22" y="T23"/>
                </a:cxn>
                <a:cxn ang="T42">
                  <a:pos x="T24" y="T25"/>
                </a:cxn>
                <a:cxn ang="T43">
                  <a:pos x="T26" y="T27"/>
                </a:cxn>
                <a:cxn ang="T44">
                  <a:pos x="T28" y="T29"/>
                </a:cxn>
              </a:cxnLst>
              <a:rect l="T45" t="T46" r="T47" b="T48"/>
              <a:pathLst>
                <a:path w="53" h="107">
                  <a:moveTo>
                    <a:pt x="53" y="107"/>
                  </a:moveTo>
                  <a:lnTo>
                    <a:pt x="41" y="105"/>
                  </a:lnTo>
                  <a:lnTo>
                    <a:pt x="30" y="101"/>
                  </a:lnTo>
                  <a:lnTo>
                    <a:pt x="20" y="95"/>
                  </a:lnTo>
                  <a:lnTo>
                    <a:pt x="12" y="86"/>
                  </a:lnTo>
                  <a:lnTo>
                    <a:pt x="5" y="77"/>
                  </a:lnTo>
                  <a:lnTo>
                    <a:pt x="1" y="65"/>
                  </a:lnTo>
                  <a:lnTo>
                    <a:pt x="0" y="54"/>
                  </a:lnTo>
                  <a:lnTo>
                    <a:pt x="1" y="42"/>
                  </a:lnTo>
                  <a:lnTo>
                    <a:pt x="5" y="30"/>
                  </a:lnTo>
                  <a:lnTo>
                    <a:pt x="12" y="21"/>
                  </a:lnTo>
                  <a:lnTo>
                    <a:pt x="20" y="12"/>
                  </a:lnTo>
                  <a:lnTo>
                    <a:pt x="30" y="6"/>
                  </a:lnTo>
                  <a:lnTo>
                    <a:pt x="41" y="2"/>
                  </a:lnTo>
                  <a:lnTo>
                    <a:pt x="53" y="0"/>
                  </a:lnTo>
                </a:path>
              </a:pathLst>
            </a:custGeom>
            <a:noFill/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25" name="Freeform 4456">
              <a:extLst>
                <a:ext uri="{FF2B5EF4-FFF2-40B4-BE49-F238E27FC236}">
                  <a16:creationId xmlns:a16="http://schemas.microsoft.com/office/drawing/2014/main" id="{5021BCF6-9D70-5F13-2E2C-09ED934AE4B4}"/>
                </a:ext>
              </a:extLst>
            </p:cNvPr>
            <p:cNvSpPr>
              <a:spLocks/>
            </p:cNvSpPr>
            <p:nvPr/>
          </p:nvSpPr>
          <p:spPr bwMode="auto">
            <a:xfrm>
              <a:off x="3002" y="2389"/>
              <a:ext cx="1298" cy="18"/>
            </a:xfrm>
            <a:custGeom>
              <a:avLst/>
              <a:gdLst>
                <a:gd name="T0" fmla="*/ 0 w 7787"/>
                <a:gd name="T1" fmla="*/ 0 h 107"/>
                <a:gd name="T2" fmla="*/ 0 w 7787"/>
                <a:gd name="T3" fmla="*/ 0 h 107"/>
                <a:gd name="T4" fmla="*/ 0 w 7787"/>
                <a:gd name="T5" fmla="*/ 0 h 107"/>
                <a:gd name="T6" fmla="*/ 0 w 7787"/>
                <a:gd name="T7" fmla="*/ 0 h 107"/>
                <a:gd name="T8" fmla="*/ 0 w 7787"/>
                <a:gd name="T9" fmla="*/ 0 h 107"/>
                <a:gd name="T10" fmla="*/ 0 w 7787"/>
                <a:gd name="T11" fmla="*/ 0 h 107"/>
                <a:gd name="T12" fmla="*/ 0 w 7787"/>
                <a:gd name="T13" fmla="*/ 0 h 107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7787"/>
                <a:gd name="T22" fmla="*/ 0 h 107"/>
                <a:gd name="T23" fmla="*/ 7787 w 7787"/>
                <a:gd name="T24" fmla="*/ 107 h 107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7787" h="107">
                  <a:moveTo>
                    <a:pt x="0" y="0"/>
                  </a:moveTo>
                  <a:lnTo>
                    <a:pt x="0" y="54"/>
                  </a:lnTo>
                  <a:lnTo>
                    <a:pt x="0" y="107"/>
                  </a:lnTo>
                  <a:lnTo>
                    <a:pt x="7787" y="107"/>
                  </a:lnTo>
                  <a:lnTo>
                    <a:pt x="7787" y="54"/>
                  </a:lnTo>
                  <a:lnTo>
                    <a:pt x="778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26" name="Freeform 4457">
              <a:extLst>
                <a:ext uri="{FF2B5EF4-FFF2-40B4-BE49-F238E27FC236}">
                  <a16:creationId xmlns:a16="http://schemas.microsoft.com/office/drawing/2014/main" id="{BB35434E-1A11-D61C-0475-342CF20DFD4C}"/>
                </a:ext>
              </a:extLst>
            </p:cNvPr>
            <p:cNvSpPr>
              <a:spLocks/>
            </p:cNvSpPr>
            <p:nvPr/>
          </p:nvSpPr>
          <p:spPr bwMode="auto">
            <a:xfrm>
              <a:off x="3002" y="2389"/>
              <a:ext cx="1298" cy="18"/>
            </a:xfrm>
            <a:custGeom>
              <a:avLst/>
              <a:gdLst>
                <a:gd name="T0" fmla="*/ 0 w 7787"/>
                <a:gd name="T1" fmla="*/ 0 h 107"/>
                <a:gd name="T2" fmla="*/ 0 w 7787"/>
                <a:gd name="T3" fmla="*/ 0 h 107"/>
                <a:gd name="T4" fmla="*/ 0 w 7787"/>
                <a:gd name="T5" fmla="*/ 0 h 107"/>
                <a:gd name="T6" fmla="*/ 0 w 7787"/>
                <a:gd name="T7" fmla="*/ 0 h 107"/>
                <a:gd name="T8" fmla="*/ 0 w 7787"/>
                <a:gd name="T9" fmla="*/ 0 h 107"/>
                <a:gd name="T10" fmla="*/ 0 w 7787"/>
                <a:gd name="T11" fmla="*/ 0 h 107"/>
                <a:gd name="T12" fmla="*/ 0 w 7787"/>
                <a:gd name="T13" fmla="*/ 0 h 107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7787"/>
                <a:gd name="T22" fmla="*/ 0 h 107"/>
                <a:gd name="T23" fmla="*/ 7787 w 7787"/>
                <a:gd name="T24" fmla="*/ 107 h 107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7787" h="107">
                  <a:moveTo>
                    <a:pt x="0" y="0"/>
                  </a:moveTo>
                  <a:lnTo>
                    <a:pt x="0" y="54"/>
                  </a:lnTo>
                  <a:lnTo>
                    <a:pt x="0" y="107"/>
                  </a:lnTo>
                  <a:lnTo>
                    <a:pt x="7787" y="107"/>
                  </a:lnTo>
                  <a:lnTo>
                    <a:pt x="7787" y="54"/>
                  </a:lnTo>
                  <a:lnTo>
                    <a:pt x="7787" y="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27" name="Freeform 4458">
              <a:extLst>
                <a:ext uri="{FF2B5EF4-FFF2-40B4-BE49-F238E27FC236}">
                  <a16:creationId xmlns:a16="http://schemas.microsoft.com/office/drawing/2014/main" id="{974384DF-8CFE-60E1-57C2-C8BA529AB738}"/>
                </a:ext>
              </a:extLst>
            </p:cNvPr>
            <p:cNvSpPr>
              <a:spLocks/>
            </p:cNvSpPr>
            <p:nvPr/>
          </p:nvSpPr>
          <p:spPr bwMode="auto">
            <a:xfrm>
              <a:off x="4300" y="2389"/>
              <a:ext cx="9" cy="18"/>
            </a:xfrm>
            <a:custGeom>
              <a:avLst/>
              <a:gdLst>
                <a:gd name="T0" fmla="*/ 0 w 54"/>
                <a:gd name="T1" fmla="*/ 0 h 107"/>
                <a:gd name="T2" fmla="*/ 0 w 54"/>
                <a:gd name="T3" fmla="*/ 0 h 107"/>
                <a:gd name="T4" fmla="*/ 0 w 54"/>
                <a:gd name="T5" fmla="*/ 0 h 107"/>
                <a:gd name="T6" fmla="*/ 0 w 54"/>
                <a:gd name="T7" fmla="*/ 0 h 107"/>
                <a:gd name="T8" fmla="*/ 0 w 54"/>
                <a:gd name="T9" fmla="*/ 0 h 107"/>
                <a:gd name="T10" fmla="*/ 0 w 54"/>
                <a:gd name="T11" fmla="*/ 0 h 107"/>
                <a:gd name="T12" fmla="*/ 0 w 54"/>
                <a:gd name="T13" fmla="*/ 0 h 107"/>
                <a:gd name="T14" fmla="*/ 0 w 54"/>
                <a:gd name="T15" fmla="*/ 0 h 107"/>
                <a:gd name="T16" fmla="*/ 0 w 54"/>
                <a:gd name="T17" fmla="*/ 0 h 107"/>
                <a:gd name="T18" fmla="*/ 0 w 54"/>
                <a:gd name="T19" fmla="*/ 0 h 107"/>
                <a:gd name="T20" fmla="*/ 0 w 54"/>
                <a:gd name="T21" fmla="*/ 0 h 107"/>
                <a:gd name="T22" fmla="*/ 0 w 54"/>
                <a:gd name="T23" fmla="*/ 0 h 107"/>
                <a:gd name="T24" fmla="*/ 0 w 54"/>
                <a:gd name="T25" fmla="*/ 0 h 107"/>
                <a:gd name="T26" fmla="*/ 0 w 54"/>
                <a:gd name="T27" fmla="*/ 0 h 107"/>
                <a:gd name="T28" fmla="*/ 0 w 54"/>
                <a:gd name="T29" fmla="*/ 0 h 107"/>
                <a:gd name="T30" fmla="*/ 0 w 54"/>
                <a:gd name="T31" fmla="*/ 0 h 107"/>
                <a:gd name="T32" fmla="*/ 0 w 54"/>
                <a:gd name="T33" fmla="*/ 0 h 107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w 54"/>
                <a:gd name="T52" fmla="*/ 0 h 107"/>
                <a:gd name="T53" fmla="*/ 54 w 54"/>
                <a:gd name="T54" fmla="*/ 107 h 107"/>
              </a:gdLst>
              <a:ahLst/>
              <a:cxnLst>
                <a:cxn ang="T34">
                  <a:pos x="T0" y="T1"/>
                </a:cxn>
                <a:cxn ang="T35">
                  <a:pos x="T2" y="T3"/>
                </a:cxn>
                <a:cxn ang="T36">
                  <a:pos x="T4" y="T5"/>
                </a:cxn>
                <a:cxn ang="T37">
                  <a:pos x="T6" y="T7"/>
                </a:cxn>
                <a:cxn ang="T38">
                  <a:pos x="T8" y="T9"/>
                </a:cxn>
                <a:cxn ang="T39">
                  <a:pos x="T10" y="T11"/>
                </a:cxn>
                <a:cxn ang="T40">
                  <a:pos x="T12" y="T13"/>
                </a:cxn>
                <a:cxn ang="T41">
                  <a:pos x="T14" y="T15"/>
                </a:cxn>
                <a:cxn ang="T42">
                  <a:pos x="T16" y="T17"/>
                </a:cxn>
                <a:cxn ang="T43">
                  <a:pos x="T18" y="T19"/>
                </a:cxn>
                <a:cxn ang="T44">
                  <a:pos x="T20" y="T21"/>
                </a:cxn>
                <a:cxn ang="T45">
                  <a:pos x="T22" y="T23"/>
                </a:cxn>
                <a:cxn ang="T46">
                  <a:pos x="T24" y="T25"/>
                </a:cxn>
                <a:cxn ang="T47">
                  <a:pos x="T26" y="T27"/>
                </a:cxn>
                <a:cxn ang="T48">
                  <a:pos x="T28" y="T29"/>
                </a:cxn>
                <a:cxn ang="T49">
                  <a:pos x="T30" y="T31"/>
                </a:cxn>
                <a:cxn ang="T50">
                  <a:pos x="T32" y="T33"/>
                </a:cxn>
              </a:cxnLst>
              <a:rect l="T51" t="T52" r="T53" b="T54"/>
              <a:pathLst>
                <a:path w="54" h="107">
                  <a:moveTo>
                    <a:pt x="0" y="54"/>
                  </a:moveTo>
                  <a:lnTo>
                    <a:pt x="0" y="0"/>
                  </a:lnTo>
                  <a:lnTo>
                    <a:pt x="11" y="2"/>
                  </a:lnTo>
                  <a:lnTo>
                    <a:pt x="23" y="6"/>
                  </a:lnTo>
                  <a:lnTo>
                    <a:pt x="32" y="12"/>
                  </a:lnTo>
                  <a:lnTo>
                    <a:pt x="41" y="21"/>
                  </a:lnTo>
                  <a:lnTo>
                    <a:pt x="47" y="30"/>
                  </a:lnTo>
                  <a:lnTo>
                    <a:pt x="51" y="42"/>
                  </a:lnTo>
                  <a:lnTo>
                    <a:pt x="54" y="54"/>
                  </a:lnTo>
                  <a:lnTo>
                    <a:pt x="51" y="65"/>
                  </a:lnTo>
                  <a:lnTo>
                    <a:pt x="47" y="77"/>
                  </a:lnTo>
                  <a:lnTo>
                    <a:pt x="41" y="86"/>
                  </a:lnTo>
                  <a:lnTo>
                    <a:pt x="32" y="95"/>
                  </a:lnTo>
                  <a:lnTo>
                    <a:pt x="23" y="101"/>
                  </a:lnTo>
                  <a:lnTo>
                    <a:pt x="11" y="105"/>
                  </a:lnTo>
                  <a:lnTo>
                    <a:pt x="0" y="107"/>
                  </a:lnTo>
                  <a:lnTo>
                    <a:pt x="0" y="54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28" name="Freeform 4459">
              <a:extLst>
                <a:ext uri="{FF2B5EF4-FFF2-40B4-BE49-F238E27FC236}">
                  <a16:creationId xmlns:a16="http://schemas.microsoft.com/office/drawing/2014/main" id="{9F0ADE21-3DBB-43B7-BD74-78422469D14B}"/>
                </a:ext>
              </a:extLst>
            </p:cNvPr>
            <p:cNvSpPr>
              <a:spLocks/>
            </p:cNvSpPr>
            <p:nvPr/>
          </p:nvSpPr>
          <p:spPr bwMode="auto">
            <a:xfrm>
              <a:off x="4300" y="2389"/>
              <a:ext cx="9" cy="18"/>
            </a:xfrm>
            <a:custGeom>
              <a:avLst/>
              <a:gdLst>
                <a:gd name="T0" fmla="*/ 0 w 54"/>
                <a:gd name="T1" fmla="*/ 0 h 107"/>
                <a:gd name="T2" fmla="*/ 0 w 54"/>
                <a:gd name="T3" fmla="*/ 0 h 107"/>
                <a:gd name="T4" fmla="*/ 0 w 54"/>
                <a:gd name="T5" fmla="*/ 0 h 107"/>
                <a:gd name="T6" fmla="*/ 0 w 54"/>
                <a:gd name="T7" fmla="*/ 0 h 107"/>
                <a:gd name="T8" fmla="*/ 0 w 54"/>
                <a:gd name="T9" fmla="*/ 0 h 107"/>
                <a:gd name="T10" fmla="*/ 0 w 54"/>
                <a:gd name="T11" fmla="*/ 0 h 107"/>
                <a:gd name="T12" fmla="*/ 0 w 54"/>
                <a:gd name="T13" fmla="*/ 0 h 107"/>
                <a:gd name="T14" fmla="*/ 0 w 54"/>
                <a:gd name="T15" fmla="*/ 0 h 107"/>
                <a:gd name="T16" fmla="*/ 0 w 54"/>
                <a:gd name="T17" fmla="*/ 0 h 107"/>
                <a:gd name="T18" fmla="*/ 0 w 54"/>
                <a:gd name="T19" fmla="*/ 0 h 107"/>
                <a:gd name="T20" fmla="*/ 0 w 54"/>
                <a:gd name="T21" fmla="*/ 0 h 107"/>
                <a:gd name="T22" fmla="*/ 0 w 54"/>
                <a:gd name="T23" fmla="*/ 0 h 107"/>
                <a:gd name="T24" fmla="*/ 0 w 54"/>
                <a:gd name="T25" fmla="*/ 0 h 107"/>
                <a:gd name="T26" fmla="*/ 0 w 54"/>
                <a:gd name="T27" fmla="*/ 0 h 107"/>
                <a:gd name="T28" fmla="*/ 0 w 54"/>
                <a:gd name="T29" fmla="*/ 0 h 107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w 54"/>
                <a:gd name="T46" fmla="*/ 0 h 107"/>
                <a:gd name="T47" fmla="*/ 54 w 54"/>
                <a:gd name="T48" fmla="*/ 107 h 107"/>
              </a:gdLst>
              <a:ahLst/>
              <a:cxnLst>
                <a:cxn ang="T30">
                  <a:pos x="T0" y="T1"/>
                </a:cxn>
                <a:cxn ang="T31">
                  <a:pos x="T2" y="T3"/>
                </a:cxn>
                <a:cxn ang="T32">
                  <a:pos x="T4" y="T5"/>
                </a:cxn>
                <a:cxn ang="T33">
                  <a:pos x="T6" y="T7"/>
                </a:cxn>
                <a:cxn ang="T34">
                  <a:pos x="T8" y="T9"/>
                </a:cxn>
                <a:cxn ang="T35">
                  <a:pos x="T10" y="T11"/>
                </a:cxn>
                <a:cxn ang="T36">
                  <a:pos x="T12" y="T13"/>
                </a:cxn>
                <a:cxn ang="T37">
                  <a:pos x="T14" y="T15"/>
                </a:cxn>
                <a:cxn ang="T38">
                  <a:pos x="T16" y="T17"/>
                </a:cxn>
                <a:cxn ang="T39">
                  <a:pos x="T18" y="T19"/>
                </a:cxn>
                <a:cxn ang="T40">
                  <a:pos x="T20" y="T21"/>
                </a:cxn>
                <a:cxn ang="T41">
                  <a:pos x="T22" y="T23"/>
                </a:cxn>
                <a:cxn ang="T42">
                  <a:pos x="T24" y="T25"/>
                </a:cxn>
                <a:cxn ang="T43">
                  <a:pos x="T26" y="T27"/>
                </a:cxn>
                <a:cxn ang="T44">
                  <a:pos x="T28" y="T29"/>
                </a:cxn>
              </a:cxnLst>
              <a:rect l="T45" t="T46" r="T47" b="T48"/>
              <a:pathLst>
                <a:path w="54" h="107">
                  <a:moveTo>
                    <a:pt x="0" y="0"/>
                  </a:moveTo>
                  <a:lnTo>
                    <a:pt x="11" y="2"/>
                  </a:lnTo>
                  <a:lnTo>
                    <a:pt x="23" y="6"/>
                  </a:lnTo>
                  <a:lnTo>
                    <a:pt x="32" y="12"/>
                  </a:lnTo>
                  <a:lnTo>
                    <a:pt x="41" y="21"/>
                  </a:lnTo>
                  <a:lnTo>
                    <a:pt x="47" y="30"/>
                  </a:lnTo>
                  <a:lnTo>
                    <a:pt x="51" y="42"/>
                  </a:lnTo>
                  <a:lnTo>
                    <a:pt x="54" y="54"/>
                  </a:lnTo>
                  <a:lnTo>
                    <a:pt x="51" y="65"/>
                  </a:lnTo>
                  <a:lnTo>
                    <a:pt x="47" y="77"/>
                  </a:lnTo>
                  <a:lnTo>
                    <a:pt x="41" y="86"/>
                  </a:lnTo>
                  <a:lnTo>
                    <a:pt x="32" y="95"/>
                  </a:lnTo>
                  <a:lnTo>
                    <a:pt x="23" y="101"/>
                  </a:lnTo>
                  <a:lnTo>
                    <a:pt x="11" y="105"/>
                  </a:lnTo>
                  <a:lnTo>
                    <a:pt x="0" y="107"/>
                  </a:lnTo>
                </a:path>
              </a:pathLst>
            </a:custGeom>
            <a:noFill/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29" name="Freeform 4460">
              <a:extLst>
                <a:ext uri="{FF2B5EF4-FFF2-40B4-BE49-F238E27FC236}">
                  <a16:creationId xmlns:a16="http://schemas.microsoft.com/office/drawing/2014/main" id="{566FDE1F-97CB-43F5-AE57-3B7D762DCE7B}"/>
                </a:ext>
              </a:extLst>
            </p:cNvPr>
            <p:cNvSpPr>
              <a:spLocks/>
            </p:cNvSpPr>
            <p:nvPr/>
          </p:nvSpPr>
          <p:spPr bwMode="auto">
            <a:xfrm>
              <a:off x="2993" y="2813"/>
              <a:ext cx="18" cy="9"/>
            </a:xfrm>
            <a:custGeom>
              <a:avLst/>
              <a:gdLst>
                <a:gd name="T0" fmla="*/ 0 w 107"/>
                <a:gd name="T1" fmla="*/ 0 h 54"/>
                <a:gd name="T2" fmla="*/ 0 w 107"/>
                <a:gd name="T3" fmla="*/ 0 h 54"/>
                <a:gd name="T4" fmla="*/ 0 w 107"/>
                <a:gd name="T5" fmla="*/ 0 h 54"/>
                <a:gd name="T6" fmla="*/ 0 w 107"/>
                <a:gd name="T7" fmla="*/ 0 h 54"/>
                <a:gd name="T8" fmla="*/ 0 w 107"/>
                <a:gd name="T9" fmla="*/ 0 h 54"/>
                <a:gd name="T10" fmla="*/ 0 w 107"/>
                <a:gd name="T11" fmla="*/ 0 h 54"/>
                <a:gd name="T12" fmla="*/ 0 w 107"/>
                <a:gd name="T13" fmla="*/ 0 h 54"/>
                <a:gd name="T14" fmla="*/ 0 w 107"/>
                <a:gd name="T15" fmla="*/ 0 h 54"/>
                <a:gd name="T16" fmla="*/ 0 w 107"/>
                <a:gd name="T17" fmla="*/ 0 h 54"/>
                <a:gd name="T18" fmla="*/ 0 w 107"/>
                <a:gd name="T19" fmla="*/ 0 h 54"/>
                <a:gd name="T20" fmla="*/ 0 w 107"/>
                <a:gd name="T21" fmla="*/ 0 h 54"/>
                <a:gd name="T22" fmla="*/ 0 w 107"/>
                <a:gd name="T23" fmla="*/ 0 h 54"/>
                <a:gd name="T24" fmla="*/ 0 w 107"/>
                <a:gd name="T25" fmla="*/ 0 h 54"/>
                <a:gd name="T26" fmla="*/ 0 w 107"/>
                <a:gd name="T27" fmla="*/ 0 h 54"/>
                <a:gd name="T28" fmla="*/ 0 w 107"/>
                <a:gd name="T29" fmla="*/ 0 h 54"/>
                <a:gd name="T30" fmla="*/ 0 w 107"/>
                <a:gd name="T31" fmla="*/ 0 h 54"/>
                <a:gd name="T32" fmla="*/ 0 w 107"/>
                <a:gd name="T33" fmla="*/ 0 h 54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w 107"/>
                <a:gd name="T52" fmla="*/ 0 h 54"/>
                <a:gd name="T53" fmla="*/ 107 w 107"/>
                <a:gd name="T54" fmla="*/ 54 h 54"/>
              </a:gdLst>
              <a:ahLst/>
              <a:cxnLst>
                <a:cxn ang="T34">
                  <a:pos x="T0" y="T1"/>
                </a:cxn>
                <a:cxn ang="T35">
                  <a:pos x="T2" y="T3"/>
                </a:cxn>
                <a:cxn ang="T36">
                  <a:pos x="T4" y="T5"/>
                </a:cxn>
                <a:cxn ang="T37">
                  <a:pos x="T6" y="T7"/>
                </a:cxn>
                <a:cxn ang="T38">
                  <a:pos x="T8" y="T9"/>
                </a:cxn>
                <a:cxn ang="T39">
                  <a:pos x="T10" y="T11"/>
                </a:cxn>
                <a:cxn ang="T40">
                  <a:pos x="T12" y="T13"/>
                </a:cxn>
                <a:cxn ang="T41">
                  <a:pos x="T14" y="T15"/>
                </a:cxn>
                <a:cxn ang="T42">
                  <a:pos x="T16" y="T17"/>
                </a:cxn>
                <a:cxn ang="T43">
                  <a:pos x="T18" y="T19"/>
                </a:cxn>
                <a:cxn ang="T44">
                  <a:pos x="T20" y="T21"/>
                </a:cxn>
                <a:cxn ang="T45">
                  <a:pos x="T22" y="T23"/>
                </a:cxn>
                <a:cxn ang="T46">
                  <a:pos x="T24" y="T25"/>
                </a:cxn>
                <a:cxn ang="T47">
                  <a:pos x="T26" y="T27"/>
                </a:cxn>
                <a:cxn ang="T48">
                  <a:pos x="T28" y="T29"/>
                </a:cxn>
                <a:cxn ang="T49">
                  <a:pos x="T30" y="T31"/>
                </a:cxn>
                <a:cxn ang="T50">
                  <a:pos x="T32" y="T33"/>
                </a:cxn>
              </a:cxnLst>
              <a:rect l="T51" t="T52" r="T53" b="T54"/>
              <a:pathLst>
                <a:path w="107" h="54">
                  <a:moveTo>
                    <a:pt x="53" y="54"/>
                  </a:moveTo>
                  <a:lnTo>
                    <a:pt x="0" y="54"/>
                  </a:lnTo>
                  <a:lnTo>
                    <a:pt x="1" y="42"/>
                  </a:lnTo>
                  <a:lnTo>
                    <a:pt x="5" y="31"/>
                  </a:lnTo>
                  <a:lnTo>
                    <a:pt x="12" y="21"/>
                  </a:lnTo>
                  <a:lnTo>
                    <a:pt x="20" y="13"/>
                  </a:lnTo>
                  <a:lnTo>
                    <a:pt x="30" y="6"/>
                  </a:lnTo>
                  <a:lnTo>
                    <a:pt x="41" y="2"/>
                  </a:lnTo>
                  <a:lnTo>
                    <a:pt x="53" y="0"/>
                  </a:lnTo>
                  <a:lnTo>
                    <a:pt x="65" y="2"/>
                  </a:lnTo>
                  <a:lnTo>
                    <a:pt x="76" y="6"/>
                  </a:lnTo>
                  <a:lnTo>
                    <a:pt x="86" y="13"/>
                  </a:lnTo>
                  <a:lnTo>
                    <a:pt x="94" y="21"/>
                  </a:lnTo>
                  <a:lnTo>
                    <a:pt x="101" y="31"/>
                  </a:lnTo>
                  <a:lnTo>
                    <a:pt x="105" y="42"/>
                  </a:lnTo>
                  <a:lnTo>
                    <a:pt x="107" y="54"/>
                  </a:lnTo>
                  <a:lnTo>
                    <a:pt x="53" y="54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30" name="Freeform 4461">
              <a:extLst>
                <a:ext uri="{FF2B5EF4-FFF2-40B4-BE49-F238E27FC236}">
                  <a16:creationId xmlns:a16="http://schemas.microsoft.com/office/drawing/2014/main" id="{69248052-FD53-DB9A-226F-D0EB263C15E2}"/>
                </a:ext>
              </a:extLst>
            </p:cNvPr>
            <p:cNvSpPr>
              <a:spLocks/>
            </p:cNvSpPr>
            <p:nvPr/>
          </p:nvSpPr>
          <p:spPr bwMode="auto">
            <a:xfrm>
              <a:off x="2993" y="2813"/>
              <a:ext cx="18" cy="9"/>
            </a:xfrm>
            <a:custGeom>
              <a:avLst/>
              <a:gdLst>
                <a:gd name="T0" fmla="*/ 0 w 107"/>
                <a:gd name="T1" fmla="*/ 0 h 54"/>
                <a:gd name="T2" fmla="*/ 0 w 107"/>
                <a:gd name="T3" fmla="*/ 0 h 54"/>
                <a:gd name="T4" fmla="*/ 0 w 107"/>
                <a:gd name="T5" fmla="*/ 0 h 54"/>
                <a:gd name="T6" fmla="*/ 0 w 107"/>
                <a:gd name="T7" fmla="*/ 0 h 54"/>
                <a:gd name="T8" fmla="*/ 0 w 107"/>
                <a:gd name="T9" fmla="*/ 0 h 54"/>
                <a:gd name="T10" fmla="*/ 0 w 107"/>
                <a:gd name="T11" fmla="*/ 0 h 54"/>
                <a:gd name="T12" fmla="*/ 0 w 107"/>
                <a:gd name="T13" fmla="*/ 0 h 54"/>
                <a:gd name="T14" fmla="*/ 0 w 107"/>
                <a:gd name="T15" fmla="*/ 0 h 54"/>
                <a:gd name="T16" fmla="*/ 0 w 107"/>
                <a:gd name="T17" fmla="*/ 0 h 54"/>
                <a:gd name="T18" fmla="*/ 0 w 107"/>
                <a:gd name="T19" fmla="*/ 0 h 54"/>
                <a:gd name="T20" fmla="*/ 0 w 107"/>
                <a:gd name="T21" fmla="*/ 0 h 54"/>
                <a:gd name="T22" fmla="*/ 0 w 107"/>
                <a:gd name="T23" fmla="*/ 0 h 54"/>
                <a:gd name="T24" fmla="*/ 0 w 107"/>
                <a:gd name="T25" fmla="*/ 0 h 54"/>
                <a:gd name="T26" fmla="*/ 0 w 107"/>
                <a:gd name="T27" fmla="*/ 0 h 54"/>
                <a:gd name="T28" fmla="*/ 0 w 107"/>
                <a:gd name="T29" fmla="*/ 0 h 54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w 107"/>
                <a:gd name="T46" fmla="*/ 0 h 54"/>
                <a:gd name="T47" fmla="*/ 107 w 107"/>
                <a:gd name="T48" fmla="*/ 54 h 54"/>
              </a:gdLst>
              <a:ahLst/>
              <a:cxnLst>
                <a:cxn ang="T30">
                  <a:pos x="T0" y="T1"/>
                </a:cxn>
                <a:cxn ang="T31">
                  <a:pos x="T2" y="T3"/>
                </a:cxn>
                <a:cxn ang="T32">
                  <a:pos x="T4" y="T5"/>
                </a:cxn>
                <a:cxn ang="T33">
                  <a:pos x="T6" y="T7"/>
                </a:cxn>
                <a:cxn ang="T34">
                  <a:pos x="T8" y="T9"/>
                </a:cxn>
                <a:cxn ang="T35">
                  <a:pos x="T10" y="T11"/>
                </a:cxn>
                <a:cxn ang="T36">
                  <a:pos x="T12" y="T13"/>
                </a:cxn>
                <a:cxn ang="T37">
                  <a:pos x="T14" y="T15"/>
                </a:cxn>
                <a:cxn ang="T38">
                  <a:pos x="T16" y="T17"/>
                </a:cxn>
                <a:cxn ang="T39">
                  <a:pos x="T18" y="T19"/>
                </a:cxn>
                <a:cxn ang="T40">
                  <a:pos x="T20" y="T21"/>
                </a:cxn>
                <a:cxn ang="T41">
                  <a:pos x="T22" y="T23"/>
                </a:cxn>
                <a:cxn ang="T42">
                  <a:pos x="T24" y="T25"/>
                </a:cxn>
                <a:cxn ang="T43">
                  <a:pos x="T26" y="T27"/>
                </a:cxn>
                <a:cxn ang="T44">
                  <a:pos x="T28" y="T29"/>
                </a:cxn>
              </a:cxnLst>
              <a:rect l="T45" t="T46" r="T47" b="T48"/>
              <a:pathLst>
                <a:path w="107" h="54">
                  <a:moveTo>
                    <a:pt x="0" y="54"/>
                  </a:moveTo>
                  <a:lnTo>
                    <a:pt x="1" y="42"/>
                  </a:lnTo>
                  <a:lnTo>
                    <a:pt x="5" y="31"/>
                  </a:lnTo>
                  <a:lnTo>
                    <a:pt x="12" y="21"/>
                  </a:lnTo>
                  <a:lnTo>
                    <a:pt x="20" y="13"/>
                  </a:lnTo>
                  <a:lnTo>
                    <a:pt x="30" y="6"/>
                  </a:lnTo>
                  <a:lnTo>
                    <a:pt x="41" y="2"/>
                  </a:lnTo>
                  <a:lnTo>
                    <a:pt x="53" y="0"/>
                  </a:lnTo>
                  <a:lnTo>
                    <a:pt x="65" y="2"/>
                  </a:lnTo>
                  <a:lnTo>
                    <a:pt x="76" y="6"/>
                  </a:lnTo>
                  <a:lnTo>
                    <a:pt x="86" y="13"/>
                  </a:lnTo>
                  <a:lnTo>
                    <a:pt x="94" y="21"/>
                  </a:lnTo>
                  <a:lnTo>
                    <a:pt x="101" y="31"/>
                  </a:lnTo>
                  <a:lnTo>
                    <a:pt x="105" y="42"/>
                  </a:lnTo>
                  <a:lnTo>
                    <a:pt x="107" y="54"/>
                  </a:lnTo>
                </a:path>
              </a:pathLst>
            </a:custGeom>
            <a:noFill/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31" name="Freeform 4462">
              <a:extLst>
                <a:ext uri="{FF2B5EF4-FFF2-40B4-BE49-F238E27FC236}">
                  <a16:creationId xmlns:a16="http://schemas.microsoft.com/office/drawing/2014/main" id="{3734DB64-B0A8-60BE-C1D3-03DA75C80425}"/>
                </a:ext>
              </a:extLst>
            </p:cNvPr>
            <p:cNvSpPr>
              <a:spLocks/>
            </p:cNvSpPr>
            <p:nvPr/>
          </p:nvSpPr>
          <p:spPr bwMode="auto">
            <a:xfrm>
              <a:off x="2993" y="2822"/>
              <a:ext cx="18" cy="325"/>
            </a:xfrm>
            <a:custGeom>
              <a:avLst/>
              <a:gdLst>
                <a:gd name="T0" fmla="*/ 0 w 107"/>
                <a:gd name="T1" fmla="*/ 0 h 1948"/>
                <a:gd name="T2" fmla="*/ 0 w 107"/>
                <a:gd name="T3" fmla="*/ 0 h 1948"/>
                <a:gd name="T4" fmla="*/ 0 w 107"/>
                <a:gd name="T5" fmla="*/ 0 h 1948"/>
                <a:gd name="T6" fmla="*/ 0 w 107"/>
                <a:gd name="T7" fmla="*/ 0 h 1948"/>
                <a:gd name="T8" fmla="*/ 0 w 107"/>
                <a:gd name="T9" fmla="*/ 0 h 1948"/>
                <a:gd name="T10" fmla="*/ 0 w 107"/>
                <a:gd name="T11" fmla="*/ 0 h 1948"/>
                <a:gd name="T12" fmla="*/ 0 w 107"/>
                <a:gd name="T13" fmla="*/ 0 h 1948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107"/>
                <a:gd name="T22" fmla="*/ 0 h 1948"/>
                <a:gd name="T23" fmla="*/ 107 w 107"/>
                <a:gd name="T24" fmla="*/ 1948 h 1948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107" h="1948">
                  <a:moveTo>
                    <a:pt x="107" y="0"/>
                  </a:moveTo>
                  <a:lnTo>
                    <a:pt x="53" y="0"/>
                  </a:lnTo>
                  <a:lnTo>
                    <a:pt x="0" y="0"/>
                  </a:lnTo>
                  <a:lnTo>
                    <a:pt x="0" y="1948"/>
                  </a:lnTo>
                  <a:lnTo>
                    <a:pt x="53" y="1948"/>
                  </a:lnTo>
                  <a:lnTo>
                    <a:pt x="107" y="1948"/>
                  </a:lnTo>
                  <a:lnTo>
                    <a:pt x="107" y="0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32" name="Freeform 4463">
              <a:extLst>
                <a:ext uri="{FF2B5EF4-FFF2-40B4-BE49-F238E27FC236}">
                  <a16:creationId xmlns:a16="http://schemas.microsoft.com/office/drawing/2014/main" id="{427CB41B-B297-0D7B-F225-A20553F88F7D}"/>
                </a:ext>
              </a:extLst>
            </p:cNvPr>
            <p:cNvSpPr>
              <a:spLocks/>
            </p:cNvSpPr>
            <p:nvPr/>
          </p:nvSpPr>
          <p:spPr bwMode="auto">
            <a:xfrm>
              <a:off x="2993" y="2822"/>
              <a:ext cx="18" cy="325"/>
            </a:xfrm>
            <a:custGeom>
              <a:avLst/>
              <a:gdLst>
                <a:gd name="T0" fmla="*/ 0 w 107"/>
                <a:gd name="T1" fmla="*/ 0 h 1948"/>
                <a:gd name="T2" fmla="*/ 0 w 107"/>
                <a:gd name="T3" fmla="*/ 0 h 1948"/>
                <a:gd name="T4" fmla="*/ 0 w 107"/>
                <a:gd name="T5" fmla="*/ 0 h 1948"/>
                <a:gd name="T6" fmla="*/ 0 w 107"/>
                <a:gd name="T7" fmla="*/ 0 h 1948"/>
                <a:gd name="T8" fmla="*/ 0 w 107"/>
                <a:gd name="T9" fmla="*/ 0 h 1948"/>
                <a:gd name="T10" fmla="*/ 0 w 107"/>
                <a:gd name="T11" fmla="*/ 0 h 1948"/>
                <a:gd name="T12" fmla="*/ 0 w 107"/>
                <a:gd name="T13" fmla="*/ 0 h 1948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107"/>
                <a:gd name="T22" fmla="*/ 0 h 1948"/>
                <a:gd name="T23" fmla="*/ 107 w 107"/>
                <a:gd name="T24" fmla="*/ 1948 h 1948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107" h="1948">
                  <a:moveTo>
                    <a:pt x="107" y="0"/>
                  </a:moveTo>
                  <a:lnTo>
                    <a:pt x="53" y="0"/>
                  </a:lnTo>
                  <a:lnTo>
                    <a:pt x="0" y="0"/>
                  </a:lnTo>
                  <a:lnTo>
                    <a:pt x="0" y="1948"/>
                  </a:lnTo>
                  <a:lnTo>
                    <a:pt x="53" y="1948"/>
                  </a:lnTo>
                  <a:lnTo>
                    <a:pt x="107" y="1948"/>
                  </a:lnTo>
                  <a:lnTo>
                    <a:pt x="107" y="0"/>
                  </a:lnTo>
                  <a:close/>
                </a:path>
              </a:pathLst>
            </a:custGeom>
            <a:noFill/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33" name="Freeform 4464">
              <a:extLst>
                <a:ext uri="{FF2B5EF4-FFF2-40B4-BE49-F238E27FC236}">
                  <a16:creationId xmlns:a16="http://schemas.microsoft.com/office/drawing/2014/main" id="{AB589E02-7D23-A308-F7C5-E67C22F1B094}"/>
                </a:ext>
              </a:extLst>
            </p:cNvPr>
            <p:cNvSpPr>
              <a:spLocks/>
            </p:cNvSpPr>
            <p:nvPr/>
          </p:nvSpPr>
          <p:spPr bwMode="auto">
            <a:xfrm>
              <a:off x="2993" y="3147"/>
              <a:ext cx="18" cy="9"/>
            </a:xfrm>
            <a:custGeom>
              <a:avLst/>
              <a:gdLst>
                <a:gd name="T0" fmla="*/ 0 w 107"/>
                <a:gd name="T1" fmla="*/ 0 h 53"/>
                <a:gd name="T2" fmla="*/ 0 w 107"/>
                <a:gd name="T3" fmla="*/ 0 h 53"/>
                <a:gd name="T4" fmla="*/ 0 w 107"/>
                <a:gd name="T5" fmla="*/ 0 h 53"/>
                <a:gd name="T6" fmla="*/ 0 w 107"/>
                <a:gd name="T7" fmla="*/ 0 h 53"/>
                <a:gd name="T8" fmla="*/ 0 w 107"/>
                <a:gd name="T9" fmla="*/ 0 h 53"/>
                <a:gd name="T10" fmla="*/ 0 w 107"/>
                <a:gd name="T11" fmla="*/ 0 h 53"/>
                <a:gd name="T12" fmla="*/ 0 w 107"/>
                <a:gd name="T13" fmla="*/ 0 h 53"/>
                <a:gd name="T14" fmla="*/ 0 w 107"/>
                <a:gd name="T15" fmla="*/ 0 h 53"/>
                <a:gd name="T16" fmla="*/ 0 w 107"/>
                <a:gd name="T17" fmla="*/ 0 h 53"/>
                <a:gd name="T18" fmla="*/ 0 w 107"/>
                <a:gd name="T19" fmla="*/ 0 h 53"/>
                <a:gd name="T20" fmla="*/ 0 w 107"/>
                <a:gd name="T21" fmla="*/ 0 h 53"/>
                <a:gd name="T22" fmla="*/ 0 w 107"/>
                <a:gd name="T23" fmla="*/ 0 h 53"/>
                <a:gd name="T24" fmla="*/ 0 w 107"/>
                <a:gd name="T25" fmla="*/ 0 h 53"/>
                <a:gd name="T26" fmla="*/ 0 w 107"/>
                <a:gd name="T27" fmla="*/ 0 h 53"/>
                <a:gd name="T28" fmla="*/ 0 w 107"/>
                <a:gd name="T29" fmla="*/ 0 h 53"/>
                <a:gd name="T30" fmla="*/ 0 w 107"/>
                <a:gd name="T31" fmla="*/ 0 h 53"/>
                <a:gd name="T32" fmla="*/ 0 w 107"/>
                <a:gd name="T33" fmla="*/ 0 h 53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w 107"/>
                <a:gd name="T52" fmla="*/ 0 h 53"/>
                <a:gd name="T53" fmla="*/ 107 w 107"/>
                <a:gd name="T54" fmla="*/ 53 h 53"/>
              </a:gdLst>
              <a:ahLst/>
              <a:cxnLst>
                <a:cxn ang="T34">
                  <a:pos x="T0" y="T1"/>
                </a:cxn>
                <a:cxn ang="T35">
                  <a:pos x="T2" y="T3"/>
                </a:cxn>
                <a:cxn ang="T36">
                  <a:pos x="T4" y="T5"/>
                </a:cxn>
                <a:cxn ang="T37">
                  <a:pos x="T6" y="T7"/>
                </a:cxn>
                <a:cxn ang="T38">
                  <a:pos x="T8" y="T9"/>
                </a:cxn>
                <a:cxn ang="T39">
                  <a:pos x="T10" y="T11"/>
                </a:cxn>
                <a:cxn ang="T40">
                  <a:pos x="T12" y="T13"/>
                </a:cxn>
                <a:cxn ang="T41">
                  <a:pos x="T14" y="T15"/>
                </a:cxn>
                <a:cxn ang="T42">
                  <a:pos x="T16" y="T17"/>
                </a:cxn>
                <a:cxn ang="T43">
                  <a:pos x="T18" y="T19"/>
                </a:cxn>
                <a:cxn ang="T44">
                  <a:pos x="T20" y="T21"/>
                </a:cxn>
                <a:cxn ang="T45">
                  <a:pos x="T22" y="T23"/>
                </a:cxn>
                <a:cxn ang="T46">
                  <a:pos x="T24" y="T25"/>
                </a:cxn>
                <a:cxn ang="T47">
                  <a:pos x="T26" y="T27"/>
                </a:cxn>
                <a:cxn ang="T48">
                  <a:pos x="T28" y="T29"/>
                </a:cxn>
                <a:cxn ang="T49">
                  <a:pos x="T30" y="T31"/>
                </a:cxn>
                <a:cxn ang="T50">
                  <a:pos x="T32" y="T33"/>
                </a:cxn>
              </a:cxnLst>
              <a:rect l="T51" t="T52" r="T53" b="T54"/>
              <a:pathLst>
                <a:path w="107" h="53">
                  <a:moveTo>
                    <a:pt x="53" y="0"/>
                  </a:moveTo>
                  <a:lnTo>
                    <a:pt x="107" y="0"/>
                  </a:lnTo>
                  <a:lnTo>
                    <a:pt x="105" y="12"/>
                  </a:lnTo>
                  <a:lnTo>
                    <a:pt x="101" y="24"/>
                  </a:lnTo>
                  <a:lnTo>
                    <a:pt x="94" y="33"/>
                  </a:lnTo>
                  <a:lnTo>
                    <a:pt x="86" y="42"/>
                  </a:lnTo>
                  <a:lnTo>
                    <a:pt x="76" y="48"/>
                  </a:lnTo>
                  <a:lnTo>
                    <a:pt x="65" y="52"/>
                  </a:lnTo>
                  <a:lnTo>
                    <a:pt x="53" y="53"/>
                  </a:lnTo>
                  <a:lnTo>
                    <a:pt x="41" y="52"/>
                  </a:lnTo>
                  <a:lnTo>
                    <a:pt x="30" y="48"/>
                  </a:lnTo>
                  <a:lnTo>
                    <a:pt x="20" y="42"/>
                  </a:lnTo>
                  <a:lnTo>
                    <a:pt x="12" y="33"/>
                  </a:lnTo>
                  <a:lnTo>
                    <a:pt x="5" y="24"/>
                  </a:lnTo>
                  <a:lnTo>
                    <a:pt x="1" y="12"/>
                  </a:lnTo>
                  <a:lnTo>
                    <a:pt x="0" y="0"/>
                  </a:lnTo>
                  <a:lnTo>
                    <a:pt x="53" y="0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34" name="Freeform 4465">
              <a:extLst>
                <a:ext uri="{FF2B5EF4-FFF2-40B4-BE49-F238E27FC236}">
                  <a16:creationId xmlns:a16="http://schemas.microsoft.com/office/drawing/2014/main" id="{ECB65FD6-8F37-EE94-7611-DD735C74FEA8}"/>
                </a:ext>
              </a:extLst>
            </p:cNvPr>
            <p:cNvSpPr>
              <a:spLocks/>
            </p:cNvSpPr>
            <p:nvPr/>
          </p:nvSpPr>
          <p:spPr bwMode="auto">
            <a:xfrm>
              <a:off x="2993" y="3147"/>
              <a:ext cx="18" cy="9"/>
            </a:xfrm>
            <a:custGeom>
              <a:avLst/>
              <a:gdLst>
                <a:gd name="T0" fmla="*/ 0 w 107"/>
                <a:gd name="T1" fmla="*/ 0 h 53"/>
                <a:gd name="T2" fmla="*/ 0 w 107"/>
                <a:gd name="T3" fmla="*/ 0 h 53"/>
                <a:gd name="T4" fmla="*/ 0 w 107"/>
                <a:gd name="T5" fmla="*/ 0 h 53"/>
                <a:gd name="T6" fmla="*/ 0 w 107"/>
                <a:gd name="T7" fmla="*/ 0 h 53"/>
                <a:gd name="T8" fmla="*/ 0 w 107"/>
                <a:gd name="T9" fmla="*/ 0 h 53"/>
                <a:gd name="T10" fmla="*/ 0 w 107"/>
                <a:gd name="T11" fmla="*/ 0 h 53"/>
                <a:gd name="T12" fmla="*/ 0 w 107"/>
                <a:gd name="T13" fmla="*/ 0 h 53"/>
                <a:gd name="T14" fmla="*/ 0 w 107"/>
                <a:gd name="T15" fmla="*/ 0 h 53"/>
                <a:gd name="T16" fmla="*/ 0 w 107"/>
                <a:gd name="T17" fmla="*/ 0 h 53"/>
                <a:gd name="T18" fmla="*/ 0 w 107"/>
                <a:gd name="T19" fmla="*/ 0 h 53"/>
                <a:gd name="T20" fmla="*/ 0 w 107"/>
                <a:gd name="T21" fmla="*/ 0 h 53"/>
                <a:gd name="T22" fmla="*/ 0 w 107"/>
                <a:gd name="T23" fmla="*/ 0 h 53"/>
                <a:gd name="T24" fmla="*/ 0 w 107"/>
                <a:gd name="T25" fmla="*/ 0 h 53"/>
                <a:gd name="T26" fmla="*/ 0 w 107"/>
                <a:gd name="T27" fmla="*/ 0 h 53"/>
                <a:gd name="T28" fmla="*/ 0 w 107"/>
                <a:gd name="T29" fmla="*/ 0 h 53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w 107"/>
                <a:gd name="T46" fmla="*/ 0 h 53"/>
                <a:gd name="T47" fmla="*/ 107 w 107"/>
                <a:gd name="T48" fmla="*/ 53 h 53"/>
              </a:gdLst>
              <a:ahLst/>
              <a:cxnLst>
                <a:cxn ang="T30">
                  <a:pos x="T0" y="T1"/>
                </a:cxn>
                <a:cxn ang="T31">
                  <a:pos x="T2" y="T3"/>
                </a:cxn>
                <a:cxn ang="T32">
                  <a:pos x="T4" y="T5"/>
                </a:cxn>
                <a:cxn ang="T33">
                  <a:pos x="T6" y="T7"/>
                </a:cxn>
                <a:cxn ang="T34">
                  <a:pos x="T8" y="T9"/>
                </a:cxn>
                <a:cxn ang="T35">
                  <a:pos x="T10" y="T11"/>
                </a:cxn>
                <a:cxn ang="T36">
                  <a:pos x="T12" y="T13"/>
                </a:cxn>
                <a:cxn ang="T37">
                  <a:pos x="T14" y="T15"/>
                </a:cxn>
                <a:cxn ang="T38">
                  <a:pos x="T16" y="T17"/>
                </a:cxn>
                <a:cxn ang="T39">
                  <a:pos x="T18" y="T19"/>
                </a:cxn>
                <a:cxn ang="T40">
                  <a:pos x="T20" y="T21"/>
                </a:cxn>
                <a:cxn ang="T41">
                  <a:pos x="T22" y="T23"/>
                </a:cxn>
                <a:cxn ang="T42">
                  <a:pos x="T24" y="T25"/>
                </a:cxn>
                <a:cxn ang="T43">
                  <a:pos x="T26" y="T27"/>
                </a:cxn>
                <a:cxn ang="T44">
                  <a:pos x="T28" y="T29"/>
                </a:cxn>
              </a:cxnLst>
              <a:rect l="T45" t="T46" r="T47" b="T48"/>
              <a:pathLst>
                <a:path w="107" h="53">
                  <a:moveTo>
                    <a:pt x="107" y="0"/>
                  </a:moveTo>
                  <a:lnTo>
                    <a:pt x="105" y="12"/>
                  </a:lnTo>
                  <a:lnTo>
                    <a:pt x="101" y="24"/>
                  </a:lnTo>
                  <a:lnTo>
                    <a:pt x="94" y="33"/>
                  </a:lnTo>
                  <a:lnTo>
                    <a:pt x="86" y="42"/>
                  </a:lnTo>
                  <a:lnTo>
                    <a:pt x="76" y="48"/>
                  </a:lnTo>
                  <a:lnTo>
                    <a:pt x="65" y="52"/>
                  </a:lnTo>
                  <a:lnTo>
                    <a:pt x="53" y="53"/>
                  </a:lnTo>
                  <a:lnTo>
                    <a:pt x="41" y="52"/>
                  </a:lnTo>
                  <a:lnTo>
                    <a:pt x="30" y="48"/>
                  </a:lnTo>
                  <a:lnTo>
                    <a:pt x="20" y="42"/>
                  </a:lnTo>
                  <a:lnTo>
                    <a:pt x="12" y="33"/>
                  </a:lnTo>
                  <a:lnTo>
                    <a:pt x="5" y="24"/>
                  </a:lnTo>
                  <a:lnTo>
                    <a:pt x="1" y="12"/>
                  </a:lnTo>
                  <a:lnTo>
                    <a:pt x="0" y="0"/>
                  </a:lnTo>
                </a:path>
              </a:pathLst>
            </a:custGeom>
            <a:noFill/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35" name="Freeform 4466">
              <a:extLst>
                <a:ext uri="{FF2B5EF4-FFF2-40B4-BE49-F238E27FC236}">
                  <a16:creationId xmlns:a16="http://schemas.microsoft.com/office/drawing/2014/main" id="{D7D7D39A-2458-BD67-C9DA-05BE78A78C8B}"/>
                </a:ext>
              </a:extLst>
            </p:cNvPr>
            <p:cNvSpPr>
              <a:spLocks/>
            </p:cNvSpPr>
            <p:nvPr/>
          </p:nvSpPr>
          <p:spPr bwMode="auto">
            <a:xfrm>
              <a:off x="3200" y="2813"/>
              <a:ext cx="17" cy="9"/>
            </a:xfrm>
            <a:custGeom>
              <a:avLst/>
              <a:gdLst>
                <a:gd name="T0" fmla="*/ 0 w 107"/>
                <a:gd name="T1" fmla="*/ 0 h 54"/>
                <a:gd name="T2" fmla="*/ 0 w 107"/>
                <a:gd name="T3" fmla="*/ 0 h 54"/>
                <a:gd name="T4" fmla="*/ 0 w 107"/>
                <a:gd name="T5" fmla="*/ 0 h 54"/>
                <a:gd name="T6" fmla="*/ 0 w 107"/>
                <a:gd name="T7" fmla="*/ 0 h 54"/>
                <a:gd name="T8" fmla="*/ 0 w 107"/>
                <a:gd name="T9" fmla="*/ 0 h 54"/>
                <a:gd name="T10" fmla="*/ 0 w 107"/>
                <a:gd name="T11" fmla="*/ 0 h 54"/>
                <a:gd name="T12" fmla="*/ 0 w 107"/>
                <a:gd name="T13" fmla="*/ 0 h 54"/>
                <a:gd name="T14" fmla="*/ 0 w 107"/>
                <a:gd name="T15" fmla="*/ 0 h 54"/>
                <a:gd name="T16" fmla="*/ 0 w 107"/>
                <a:gd name="T17" fmla="*/ 0 h 54"/>
                <a:gd name="T18" fmla="*/ 0 w 107"/>
                <a:gd name="T19" fmla="*/ 0 h 54"/>
                <a:gd name="T20" fmla="*/ 0 w 107"/>
                <a:gd name="T21" fmla="*/ 0 h 54"/>
                <a:gd name="T22" fmla="*/ 0 w 107"/>
                <a:gd name="T23" fmla="*/ 0 h 54"/>
                <a:gd name="T24" fmla="*/ 0 w 107"/>
                <a:gd name="T25" fmla="*/ 0 h 54"/>
                <a:gd name="T26" fmla="*/ 0 w 107"/>
                <a:gd name="T27" fmla="*/ 0 h 54"/>
                <a:gd name="T28" fmla="*/ 0 w 107"/>
                <a:gd name="T29" fmla="*/ 0 h 54"/>
                <a:gd name="T30" fmla="*/ 0 w 107"/>
                <a:gd name="T31" fmla="*/ 0 h 54"/>
                <a:gd name="T32" fmla="*/ 0 w 107"/>
                <a:gd name="T33" fmla="*/ 0 h 54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w 107"/>
                <a:gd name="T52" fmla="*/ 0 h 54"/>
                <a:gd name="T53" fmla="*/ 107 w 107"/>
                <a:gd name="T54" fmla="*/ 54 h 54"/>
              </a:gdLst>
              <a:ahLst/>
              <a:cxnLst>
                <a:cxn ang="T34">
                  <a:pos x="T0" y="T1"/>
                </a:cxn>
                <a:cxn ang="T35">
                  <a:pos x="T2" y="T3"/>
                </a:cxn>
                <a:cxn ang="T36">
                  <a:pos x="T4" y="T5"/>
                </a:cxn>
                <a:cxn ang="T37">
                  <a:pos x="T6" y="T7"/>
                </a:cxn>
                <a:cxn ang="T38">
                  <a:pos x="T8" y="T9"/>
                </a:cxn>
                <a:cxn ang="T39">
                  <a:pos x="T10" y="T11"/>
                </a:cxn>
                <a:cxn ang="T40">
                  <a:pos x="T12" y="T13"/>
                </a:cxn>
                <a:cxn ang="T41">
                  <a:pos x="T14" y="T15"/>
                </a:cxn>
                <a:cxn ang="T42">
                  <a:pos x="T16" y="T17"/>
                </a:cxn>
                <a:cxn ang="T43">
                  <a:pos x="T18" y="T19"/>
                </a:cxn>
                <a:cxn ang="T44">
                  <a:pos x="T20" y="T21"/>
                </a:cxn>
                <a:cxn ang="T45">
                  <a:pos x="T22" y="T23"/>
                </a:cxn>
                <a:cxn ang="T46">
                  <a:pos x="T24" y="T25"/>
                </a:cxn>
                <a:cxn ang="T47">
                  <a:pos x="T26" y="T27"/>
                </a:cxn>
                <a:cxn ang="T48">
                  <a:pos x="T28" y="T29"/>
                </a:cxn>
                <a:cxn ang="T49">
                  <a:pos x="T30" y="T31"/>
                </a:cxn>
                <a:cxn ang="T50">
                  <a:pos x="T32" y="T33"/>
                </a:cxn>
              </a:cxnLst>
              <a:rect l="T51" t="T52" r="T53" b="T54"/>
              <a:pathLst>
                <a:path w="107" h="54">
                  <a:moveTo>
                    <a:pt x="53" y="54"/>
                  </a:moveTo>
                  <a:lnTo>
                    <a:pt x="0" y="54"/>
                  </a:lnTo>
                  <a:lnTo>
                    <a:pt x="1" y="42"/>
                  </a:lnTo>
                  <a:lnTo>
                    <a:pt x="5" y="31"/>
                  </a:lnTo>
                  <a:lnTo>
                    <a:pt x="12" y="21"/>
                  </a:lnTo>
                  <a:lnTo>
                    <a:pt x="20" y="13"/>
                  </a:lnTo>
                  <a:lnTo>
                    <a:pt x="30" y="6"/>
                  </a:lnTo>
                  <a:lnTo>
                    <a:pt x="41" y="2"/>
                  </a:lnTo>
                  <a:lnTo>
                    <a:pt x="53" y="0"/>
                  </a:lnTo>
                  <a:lnTo>
                    <a:pt x="64" y="2"/>
                  </a:lnTo>
                  <a:lnTo>
                    <a:pt x="76" y="6"/>
                  </a:lnTo>
                  <a:lnTo>
                    <a:pt x="86" y="13"/>
                  </a:lnTo>
                  <a:lnTo>
                    <a:pt x="94" y="21"/>
                  </a:lnTo>
                  <a:lnTo>
                    <a:pt x="100" y="31"/>
                  </a:lnTo>
                  <a:lnTo>
                    <a:pt x="105" y="42"/>
                  </a:lnTo>
                  <a:lnTo>
                    <a:pt x="107" y="54"/>
                  </a:lnTo>
                  <a:lnTo>
                    <a:pt x="53" y="54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36" name="Freeform 4467">
              <a:extLst>
                <a:ext uri="{FF2B5EF4-FFF2-40B4-BE49-F238E27FC236}">
                  <a16:creationId xmlns:a16="http://schemas.microsoft.com/office/drawing/2014/main" id="{C1C34139-6CF6-A739-5994-881E6F1EBA51}"/>
                </a:ext>
              </a:extLst>
            </p:cNvPr>
            <p:cNvSpPr>
              <a:spLocks/>
            </p:cNvSpPr>
            <p:nvPr/>
          </p:nvSpPr>
          <p:spPr bwMode="auto">
            <a:xfrm>
              <a:off x="3200" y="2813"/>
              <a:ext cx="17" cy="9"/>
            </a:xfrm>
            <a:custGeom>
              <a:avLst/>
              <a:gdLst>
                <a:gd name="T0" fmla="*/ 0 w 107"/>
                <a:gd name="T1" fmla="*/ 0 h 54"/>
                <a:gd name="T2" fmla="*/ 0 w 107"/>
                <a:gd name="T3" fmla="*/ 0 h 54"/>
                <a:gd name="T4" fmla="*/ 0 w 107"/>
                <a:gd name="T5" fmla="*/ 0 h 54"/>
                <a:gd name="T6" fmla="*/ 0 w 107"/>
                <a:gd name="T7" fmla="*/ 0 h 54"/>
                <a:gd name="T8" fmla="*/ 0 w 107"/>
                <a:gd name="T9" fmla="*/ 0 h 54"/>
                <a:gd name="T10" fmla="*/ 0 w 107"/>
                <a:gd name="T11" fmla="*/ 0 h 54"/>
                <a:gd name="T12" fmla="*/ 0 w 107"/>
                <a:gd name="T13" fmla="*/ 0 h 54"/>
                <a:gd name="T14" fmla="*/ 0 w 107"/>
                <a:gd name="T15" fmla="*/ 0 h 54"/>
                <a:gd name="T16" fmla="*/ 0 w 107"/>
                <a:gd name="T17" fmla="*/ 0 h 54"/>
                <a:gd name="T18" fmla="*/ 0 w 107"/>
                <a:gd name="T19" fmla="*/ 0 h 54"/>
                <a:gd name="T20" fmla="*/ 0 w 107"/>
                <a:gd name="T21" fmla="*/ 0 h 54"/>
                <a:gd name="T22" fmla="*/ 0 w 107"/>
                <a:gd name="T23" fmla="*/ 0 h 54"/>
                <a:gd name="T24" fmla="*/ 0 w 107"/>
                <a:gd name="T25" fmla="*/ 0 h 54"/>
                <a:gd name="T26" fmla="*/ 0 w 107"/>
                <a:gd name="T27" fmla="*/ 0 h 54"/>
                <a:gd name="T28" fmla="*/ 0 w 107"/>
                <a:gd name="T29" fmla="*/ 0 h 54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w 107"/>
                <a:gd name="T46" fmla="*/ 0 h 54"/>
                <a:gd name="T47" fmla="*/ 107 w 107"/>
                <a:gd name="T48" fmla="*/ 54 h 54"/>
              </a:gdLst>
              <a:ahLst/>
              <a:cxnLst>
                <a:cxn ang="T30">
                  <a:pos x="T0" y="T1"/>
                </a:cxn>
                <a:cxn ang="T31">
                  <a:pos x="T2" y="T3"/>
                </a:cxn>
                <a:cxn ang="T32">
                  <a:pos x="T4" y="T5"/>
                </a:cxn>
                <a:cxn ang="T33">
                  <a:pos x="T6" y="T7"/>
                </a:cxn>
                <a:cxn ang="T34">
                  <a:pos x="T8" y="T9"/>
                </a:cxn>
                <a:cxn ang="T35">
                  <a:pos x="T10" y="T11"/>
                </a:cxn>
                <a:cxn ang="T36">
                  <a:pos x="T12" y="T13"/>
                </a:cxn>
                <a:cxn ang="T37">
                  <a:pos x="T14" y="T15"/>
                </a:cxn>
                <a:cxn ang="T38">
                  <a:pos x="T16" y="T17"/>
                </a:cxn>
                <a:cxn ang="T39">
                  <a:pos x="T18" y="T19"/>
                </a:cxn>
                <a:cxn ang="T40">
                  <a:pos x="T20" y="T21"/>
                </a:cxn>
                <a:cxn ang="T41">
                  <a:pos x="T22" y="T23"/>
                </a:cxn>
                <a:cxn ang="T42">
                  <a:pos x="T24" y="T25"/>
                </a:cxn>
                <a:cxn ang="T43">
                  <a:pos x="T26" y="T27"/>
                </a:cxn>
                <a:cxn ang="T44">
                  <a:pos x="T28" y="T29"/>
                </a:cxn>
              </a:cxnLst>
              <a:rect l="T45" t="T46" r="T47" b="T48"/>
              <a:pathLst>
                <a:path w="107" h="54">
                  <a:moveTo>
                    <a:pt x="0" y="54"/>
                  </a:moveTo>
                  <a:lnTo>
                    <a:pt x="1" y="42"/>
                  </a:lnTo>
                  <a:lnTo>
                    <a:pt x="5" y="31"/>
                  </a:lnTo>
                  <a:lnTo>
                    <a:pt x="12" y="21"/>
                  </a:lnTo>
                  <a:lnTo>
                    <a:pt x="20" y="13"/>
                  </a:lnTo>
                  <a:lnTo>
                    <a:pt x="30" y="6"/>
                  </a:lnTo>
                  <a:lnTo>
                    <a:pt x="41" y="2"/>
                  </a:lnTo>
                  <a:lnTo>
                    <a:pt x="53" y="0"/>
                  </a:lnTo>
                  <a:lnTo>
                    <a:pt x="64" y="2"/>
                  </a:lnTo>
                  <a:lnTo>
                    <a:pt x="76" y="6"/>
                  </a:lnTo>
                  <a:lnTo>
                    <a:pt x="86" y="13"/>
                  </a:lnTo>
                  <a:lnTo>
                    <a:pt x="94" y="21"/>
                  </a:lnTo>
                  <a:lnTo>
                    <a:pt x="100" y="31"/>
                  </a:lnTo>
                  <a:lnTo>
                    <a:pt x="105" y="42"/>
                  </a:lnTo>
                  <a:lnTo>
                    <a:pt x="107" y="54"/>
                  </a:lnTo>
                </a:path>
              </a:pathLst>
            </a:custGeom>
            <a:noFill/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37" name="Freeform 4468">
              <a:extLst>
                <a:ext uri="{FF2B5EF4-FFF2-40B4-BE49-F238E27FC236}">
                  <a16:creationId xmlns:a16="http://schemas.microsoft.com/office/drawing/2014/main" id="{5F8CB9B9-B52B-E000-85BE-A71F3894F5F9}"/>
                </a:ext>
              </a:extLst>
            </p:cNvPr>
            <p:cNvSpPr>
              <a:spLocks/>
            </p:cNvSpPr>
            <p:nvPr/>
          </p:nvSpPr>
          <p:spPr bwMode="auto">
            <a:xfrm>
              <a:off x="3200" y="2822"/>
              <a:ext cx="17" cy="118"/>
            </a:xfrm>
            <a:custGeom>
              <a:avLst/>
              <a:gdLst>
                <a:gd name="T0" fmla="*/ 0 w 107"/>
                <a:gd name="T1" fmla="*/ 0 h 708"/>
                <a:gd name="T2" fmla="*/ 0 w 107"/>
                <a:gd name="T3" fmla="*/ 0 h 708"/>
                <a:gd name="T4" fmla="*/ 0 w 107"/>
                <a:gd name="T5" fmla="*/ 0 h 708"/>
                <a:gd name="T6" fmla="*/ 0 w 107"/>
                <a:gd name="T7" fmla="*/ 0 h 708"/>
                <a:gd name="T8" fmla="*/ 0 w 107"/>
                <a:gd name="T9" fmla="*/ 0 h 708"/>
                <a:gd name="T10" fmla="*/ 0 w 107"/>
                <a:gd name="T11" fmla="*/ 0 h 708"/>
                <a:gd name="T12" fmla="*/ 0 w 107"/>
                <a:gd name="T13" fmla="*/ 0 h 708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107"/>
                <a:gd name="T22" fmla="*/ 0 h 708"/>
                <a:gd name="T23" fmla="*/ 107 w 107"/>
                <a:gd name="T24" fmla="*/ 708 h 708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107" h="708">
                  <a:moveTo>
                    <a:pt x="107" y="0"/>
                  </a:moveTo>
                  <a:lnTo>
                    <a:pt x="53" y="0"/>
                  </a:lnTo>
                  <a:lnTo>
                    <a:pt x="0" y="0"/>
                  </a:lnTo>
                  <a:lnTo>
                    <a:pt x="0" y="708"/>
                  </a:lnTo>
                  <a:lnTo>
                    <a:pt x="53" y="708"/>
                  </a:lnTo>
                  <a:lnTo>
                    <a:pt x="107" y="708"/>
                  </a:lnTo>
                  <a:lnTo>
                    <a:pt x="107" y="0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38" name="Freeform 4469">
              <a:extLst>
                <a:ext uri="{FF2B5EF4-FFF2-40B4-BE49-F238E27FC236}">
                  <a16:creationId xmlns:a16="http://schemas.microsoft.com/office/drawing/2014/main" id="{7081953F-2D01-AD3C-800C-C6E82EFD5430}"/>
                </a:ext>
              </a:extLst>
            </p:cNvPr>
            <p:cNvSpPr>
              <a:spLocks/>
            </p:cNvSpPr>
            <p:nvPr/>
          </p:nvSpPr>
          <p:spPr bwMode="auto">
            <a:xfrm>
              <a:off x="3200" y="2822"/>
              <a:ext cx="17" cy="118"/>
            </a:xfrm>
            <a:custGeom>
              <a:avLst/>
              <a:gdLst>
                <a:gd name="T0" fmla="*/ 0 w 107"/>
                <a:gd name="T1" fmla="*/ 0 h 708"/>
                <a:gd name="T2" fmla="*/ 0 w 107"/>
                <a:gd name="T3" fmla="*/ 0 h 708"/>
                <a:gd name="T4" fmla="*/ 0 w 107"/>
                <a:gd name="T5" fmla="*/ 0 h 708"/>
                <a:gd name="T6" fmla="*/ 0 w 107"/>
                <a:gd name="T7" fmla="*/ 0 h 708"/>
                <a:gd name="T8" fmla="*/ 0 w 107"/>
                <a:gd name="T9" fmla="*/ 0 h 708"/>
                <a:gd name="T10" fmla="*/ 0 w 107"/>
                <a:gd name="T11" fmla="*/ 0 h 708"/>
                <a:gd name="T12" fmla="*/ 0 w 107"/>
                <a:gd name="T13" fmla="*/ 0 h 708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107"/>
                <a:gd name="T22" fmla="*/ 0 h 708"/>
                <a:gd name="T23" fmla="*/ 107 w 107"/>
                <a:gd name="T24" fmla="*/ 708 h 708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107" h="708">
                  <a:moveTo>
                    <a:pt x="107" y="0"/>
                  </a:moveTo>
                  <a:lnTo>
                    <a:pt x="53" y="0"/>
                  </a:lnTo>
                  <a:lnTo>
                    <a:pt x="0" y="0"/>
                  </a:lnTo>
                  <a:lnTo>
                    <a:pt x="0" y="708"/>
                  </a:lnTo>
                  <a:lnTo>
                    <a:pt x="53" y="708"/>
                  </a:lnTo>
                  <a:lnTo>
                    <a:pt x="107" y="708"/>
                  </a:lnTo>
                  <a:lnTo>
                    <a:pt x="107" y="0"/>
                  </a:lnTo>
                  <a:close/>
                </a:path>
              </a:pathLst>
            </a:custGeom>
            <a:noFill/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39" name="Freeform 4470">
              <a:extLst>
                <a:ext uri="{FF2B5EF4-FFF2-40B4-BE49-F238E27FC236}">
                  <a16:creationId xmlns:a16="http://schemas.microsoft.com/office/drawing/2014/main" id="{18577C4F-ACC4-98A2-A810-88CF74C95476}"/>
                </a:ext>
              </a:extLst>
            </p:cNvPr>
            <p:cNvSpPr>
              <a:spLocks/>
            </p:cNvSpPr>
            <p:nvPr/>
          </p:nvSpPr>
          <p:spPr bwMode="auto">
            <a:xfrm>
              <a:off x="3200" y="2940"/>
              <a:ext cx="17" cy="9"/>
            </a:xfrm>
            <a:custGeom>
              <a:avLst/>
              <a:gdLst>
                <a:gd name="T0" fmla="*/ 0 w 107"/>
                <a:gd name="T1" fmla="*/ 0 h 53"/>
                <a:gd name="T2" fmla="*/ 0 w 107"/>
                <a:gd name="T3" fmla="*/ 0 h 53"/>
                <a:gd name="T4" fmla="*/ 0 w 107"/>
                <a:gd name="T5" fmla="*/ 0 h 53"/>
                <a:gd name="T6" fmla="*/ 0 w 107"/>
                <a:gd name="T7" fmla="*/ 0 h 53"/>
                <a:gd name="T8" fmla="*/ 0 w 107"/>
                <a:gd name="T9" fmla="*/ 0 h 53"/>
                <a:gd name="T10" fmla="*/ 0 w 107"/>
                <a:gd name="T11" fmla="*/ 0 h 53"/>
                <a:gd name="T12" fmla="*/ 0 w 107"/>
                <a:gd name="T13" fmla="*/ 0 h 53"/>
                <a:gd name="T14" fmla="*/ 0 w 107"/>
                <a:gd name="T15" fmla="*/ 0 h 53"/>
                <a:gd name="T16" fmla="*/ 0 w 107"/>
                <a:gd name="T17" fmla="*/ 0 h 53"/>
                <a:gd name="T18" fmla="*/ 0 w 107"/>
                <a:gd name="T19" fmla="*/ 0 h 53"/>
                <a:gd name="T20" fmla="*/ 0 w 107"/>
                <a:gd name="T21" fmla="*/ 0 h 53"/>
                <a:gd name="T22" fmla="*/ 0 w 107"/>
                <a:gd name="T23" fmla="*/ 0 h 53"/>
                <a:gd name="T24" fmla="*/ 0 w 107"/>
                <a:gd name="T25" fmla="*/ 0 h 53"/>
                <a:gd name="T26" fmla="*/ 0 w 107"/>
                <a:gd name="T27" fmla="*/ 0 h 53"/>
                <a:gd name="T28" fmla="*/ 0 w 107"/>
                <a:gd name="T29" fmla="*/ 0 h 53"/>
                <a:gd name="T30" fmla="*/ 0 w 107"/>
                <a:gd name="T31" fmla="*/ 0 h 53"/>
                <a:gd name="T32" fmla="*/ 0 w 107"/>
                <a:gd name="T33" fmla="*/ 0 h 53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w 107"/>
                <a:gd name="T52" fmla="*/ 0 h 53"/>
                <a:gd name="T53" fmla="*/ 107 w 107"/>
                <a:gd name="T54" fmla="*/ 53 h 53"/>
              </a:gdLst>
              <a:ahLst/>
              <a:cxnLst>
                <a:cxn ang="T34">
                  <a:pos x="T0" y="T1"/>
                </a:cxn>
                <a:cxn ang="T35">
                  <a:pos x="T2" y="T3"/>
                </a:cxn>
                <a:cxn ang="T36">
                  <a:pos x="T4" y="T5"/>
                </a:cxn>
                <a:cxn ang="T37">
                  <a:pos x="T6" y="T7"/>
                </a:cxn>
                <a:cxn ang="T38">
                  <a:pos x="T8" y="T9"/>
                </a:cxn>
                <a:cxn ang="T39">
                  <a:pos x="T10" y="T11"/>
                </a:cxn>
                <a:cxn ang="T40">
                  <a:pos x="T12" y="T13"/>
                </a:cxn>
                <a:cxn ang="T41">
                  <a:pos x="T14" y="T15"/>
                </a:cxn>
                <a:cxn ang="T42">
                  <a:pos x="T16" y="T17"/>
                </a:cxn>
                <a:cxn ang="T43">
                  <a:pos x="T18" y="T19"/>
                </a:cxn>
                <a:cxn ang="T44">
                  <a:pos x="T20" y="T21"/>
                </a:cxn>
                <a:cxn ang="T45">
                  <a:pos x="T22" y="T23"/>
                </a:cxn>
                <a:cxn ang="T46">
                  <a:pos x="T24" y="T25"/>
                </a:cxn>
                <a:cxn ang="T47">
                  <a:pos x="T26" y="T27"/>
                </a:cxn>
                <a:cxn ang="T48">
                  <a:pos x="T28" y="T29"/>
                </a:cxn>
                <a:cxn ang="T49">
                  <a:pos x="T30" y="T31"/>
                </a:cxn>
                <a:cxn ang="T50">
                  <a:pos x="T32" y="T33"/>
                </a:cxn>
              </a:cxnLst>
              <a:rect l="T51" t="T52" r="T53" b="T54"/>
              <a:pathLst>
                <a:path w="107" h="53">
                  <a:moveTo>
                    <a:pt x="53" y="0"/>
                  </a:moveTo>
                  <a:lnTo>
                    <a:pt x="107" y="0"/>
                  </a:lnTo>
                  <a:lnTo>
                    <a:pt x="105" y="12"/>
                  </a:lnTo>
                  <a:lnTo>
                    <a:pt x="100" y="24"/>
                  </a:lnTo>
                  <a:lnTo>
                    <a:pt x="94" y="33"/>
                  </a:lnTo>
                  <a:lnTo>
                    <a:pt x="86" y="42"/>
                  </a:lnTo>
                  <a:lnTo>
                    <a:pt x="76" y="48"/>
                  </a:lnTo>
                  <a:lnTo>
                    <a:pt x="64" y="52"/>
                  </a:lnTo>
                  <a:lnTo>
                    <a:pt x="53" y="53"/>
                  </a:lnTo>
                  <a:lnTo>
                    <a:pt x="41" y="52"/>
                  </a:lnTo>
                  <a:lnTo>
                    <a:pt x="30" y="48"/>
                  </a:lnTo>
                  <a:lnTo>
                    <a:pt x="20" y="42"/>
                  </a:lnTo>
                  <a:lnTo>
                    <a:pt x="12" y="33"/>
                  </a:lnTo>
                  <a:lnTo>
                    <a:pt x="5" y="24"/>
                  </a:lnTo>
                  <a:lnTo>
                    <a:pt x="1" y="12"/>
                  </a:lnTo>
                  <a:lnTo>
                    <a:pt x="0" y="0"/>
                  </a:lnTo>
                  <a:lnTo>
                    <a:pt x="53" y="0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40" name="Freeform 4471">
              <a:extLst>
                <a:ext uri="{FF2B5EF4-FFF2-40B4-BE49-F238E27FC236}">
                  <a16:creationId xmlns:a16="http://schemas.microsoft.com/office/drawing/2014/main" id="{F0A918F6-CBD8-80CB-AE05-9E9FB7477559}"/>
                </a:ext>
              </a:extLst>
            </p:cNvPr>
            <p:cNvSpPr>
              <a:spLocks/>
            </p:cNvSpPr>
            <p:nvPr/>
          </p:nvSpPr>
          <p:spPr bwMode="auto">
            <a:xfrm>
              <a:off x="3200" y="2940"/>
              <a:ext cx="17" cy="9"/>
            </a:xfrm>
            <a:custGeom>
              <a:avLst/>
              <a:gdLst>
                <a:gd name="T0" fmla="*/ 0 w 107"/>
                <a:gd name="T1" fmla="*/ 0 h 53"/>
                <a:gd name="T2" fmla="*/ 0 w 107"/>
                <a:gd name="T3" fmla="*/ 0 h 53"/>
                <a:gd name="T4" fmla="*/ 0 w 107"/>
                <a:gd name="T5" fmla="*/ 0 h 53"/>
                <a:gd name="T6" fmla="*/ 0 w 107"/>
                <a:gd name="T7" fmla="*/ 0 h 53"/>
                <a:gd name="T8" fmla="*/ 0 w 107"/>
                <a:gd name="T9" fmla="*/ 0 h 53"/>
                <a:gd name="T10" fmla="*/ 0 w 107"/>
                <a:gd name="T11" fmla="*/ 0 h 53"/>
                <a:gd name="T12" fmla="*/ 0 w 107"/>
                <a:gd name="T13" fmla="*/ 0 h 53"/>
                <a:gd name="T14" fmla="*/ 0 w 107"/>
                <a:gd name="T15" fmla="*/ 0 h 53"/>
                <a:gd name="T16" fmla="*/ 0 w 107"/>
                <a:gd name="T17" fmla="*/ 0 h 53"/>
                <a:gd name="T18" fmla="*/ 0 w 107"/>
                <a:gd name="T19" fmla="*/ 0 h 53"/>
                <a:gd name="T20" fmla="*/ 0 w 107"/>
                <a:gd name="T21" fmla="*/ 0 h 53"/>
                <a:gd name="T22" fmla="*/ 0 w 107"/>
                <a:gd name="T23" fmla="*/ 0 h 53"/>
                <a:gd name="T24" fmla="*/ 0 w 107"/>
                <a:gd name="T25" fmla="*/ 0 h 53"/>
                <a:gd name="T26" fmla="*/ 0 w 107"/>
                <a:gd name="T27" fmla="*/ 0 h 53"/>
                <a:gd name="T28" fmla="*/ 0 w 107"/>
                <a:gd name="T29" fmla="*/ 0 h 53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w 107"/>
                <a:gd name="T46" fmla="*/ 0 h 53"/>
                <a:gd name="T47" fmla="*/ 107 w 107"/>
                <a:gd name="T48" fmla="*/ 53 h 53"/>
              </a:gdLst>
              <a:ahLst/>
              <a:cxnLst>
                <a:cxn ang="T30">
                  <a:pos x="T0" y="T1"/>
                </a:cxn>
                <a:cxn ang="T31">
                  <a:pos x="T2" y="T3"/>
                </a:cxn>
                <a:cxn ang="T32">
                  <a:pos x="T4" y="T5"/>
                </a:cxn>
                <a:cxn ang="T33">
                  <a:pos x="T6" y="T7"/>
                </a:cxn>
                <a:cxn ang="T34">
                  <a:pos x="T8" y="T9"/>
                </a:cxn>
                <a:cxn ang="T35">
                  <a:pos x="T10" y="T11"/>
                </a:cxn>
                <a:cxn ang="T36">
                  <a:pos x="T12" y="T13"/>
                </a:cxn>
                <a:cxn ang="T37">
                  <a:pos x="T14" y="T15"/>
                </a:cxn>
                <a:cxn ang="T38">
                  <a:pos x="T16" y="T17"/>
                </a:cxn>
                <a:cxn ang="T39">
                  <a:pos x="T18" y="T19"/>
                </a:cxn>
                <a:cxn ang="T40">
                  <a:pos x="T20" y="T21"/>
                </a:cxn>
                <a:cxn ang="T41">
                  <a:pos x="T22" y="T23"/>
                </a:cxn>
                <a:cxn ang="T42">
                  <a:pos x="T24" y="T25"/>
                </a:cxn>
                <a:cxn ang="T43">
                  <a:pos x="T26" y="T27"/>
                </a:cxn>
                <a:cxn ang="T44">
                  <a:pos x="T28" y="T29"/>
                </a:cxn>
              </a:cxnLst>
              <a:rect l="T45" t="T46" r="T47" b="T48"/>
              <a:pathLst>
                <a:path w="107" h="53">
                  <a:moveTo>
                    <a:pt x="107" y="0"/>
                  </a:moveTo>
                  <a:lnTo>
                    <a:pt x="105" y="12"/>
                  </a:lnTo>
                  <a:lnTo>
                    <a:pt x="100" y="24"/>
                  </a:lnTo>
                  <a:lnTo>
                    <a:pt x="94" y="33"/>
                  </a:lnTo>
                  <a:lnTo>
                    <a:pt x="86" y="42"/>
                  </a:lnTo>
                  <a:lnTo>
                    <a:pt x="76" y="48"/>
                  </a:lnTo>
                  <a:lnTo>
                    <a:pt x="64" y="52"/>
                  </a:lnTo>
                  <a:lnTo>
                    <a:pt x="53" y="53"/>
                  </a:lnTo>
                  <a:lnTo>
                    <a:pt x="41" y="52"/>
                  </a:lnTo>
                  <a:lnTo>
                    <a:pt x="30" y="48"/>
                  </a:lnTo>
                  <a:lnTo>
                    <a:pt x="20" y="42"/>
                  </a:lnTo>
                  <a:lnTo>
                    <a:pt x="12" y="33"/>
                  </a:lnTo>
                  <a:lnTo>
                    <a:pt x="5" y="24"/>
                  </a:lnTo>
                  <a:lnTo>
                    <a:pt x="1" y="12"/>
                  </a:lnTo>
                  <a:lnTo>
                    <a:pt x="0" y="0"/>
                  </a:lnTo>
                </a:path>
              </a:pathLst>
            </a:custGeom>
            <a:noFill/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41" name="Freeform 4472">
              <a:extLst>
                <a:ext uri="{FF2B5EF4-FFF2-40B4-BE49-F238E27FC236}">
                  <a16:creationId xmlns:a16="http://schemas.microsoft.com/office/drawing/2014/main" id="{01276D77-F5A7-C574-2894-D19E141680B7}"/>
                </a:ext>
              </a:extLst>
            </p:cNvPr>
            <p:cNvSpPr>
              <a:spLocks/>
            </p:cNvSpPr>
            <p:nvPr/>
          </p:nvSpPr>
          <p:spPr bwMode="auto">
            <a:xfrm>
              <a:off x="2993" y="2813"/>
              <a:ext cx="9" cy="18"/>
            </a:xfrm>
            <a:custGeom>
              <a:avLst/>
              <a:gdLst>
                <a:gd name="T0" fmla="*/ 0 w 53"/>
                <a:gd name="T1" fmla="*/ 0 h 107"/>
                <a:gd name="T2" fmla="*/ 0 w 53"/>
                <a:gd name="T3" fmla="*/ 0 h 107"/>
                <a:gd name="T4" fmla="*/ 0 w 53"/>
                <a:gd name="T5" fmla="*/ 0 h 107"/>
                <a:gd name="T6" fmla="*/ 0 w 53"/>
                <a:gd name="T7" fmla="*/ 0 h 107"/>
                <a:gd name="T8" fmla="*/ 0 w 53"/>
                <a:gd name="T9" fmla="*/ 0 h 107"/>
                <a:gd name="T10" fmla="*/ 0 w 53"/>
                <a:gd name="T11" fmla="*/ 0 h 107"/>
                <a:gd name="T12" fmla="*/ 0 w 53"/>
                <a:gd name="T13" fmla="*/ 0 h 107"/>
                <a:gd name="T14" fmla="*/ 0 w 53"/>
                <a:gd name="T15" fmla="*/ 0 h 107"/>
                <a:gd name="T16" fmla="*/ 0 w 53"/>
                <a:gd name="T17" fmla="*/ 0 h 107"/>
                <a:gd name="T18" fmla="*/ 0 w 53"/>
                <a:gd name="T19" fmla="*/ 0 h 107"/>
                <a:gd name="T20" fmla="*/ 0 w 53"/>
                <a:gd name="T21" fmla="*/ 0 h 107"/>
                <a:gd name="T22" fmla="*/ 0 w 53"/>
                <a:gd name="T23" fmla="*/ 0 h 107"/>
                <a:gd name="T24" fmla="*/ 0 w 53"/>
                <a:gd name="T25" fmla="*/ 0 h 107"/>
                <a:gd name="T26" fmla="*/ 0 w 53"/>
                <a:gd name="T27" fmla="*/ 0 h 107"/>
                <a:gd name="T28" fmla="*/ 0 w 53"/>
                <a:gd name="T29" fmla="*/ 0 h 107"/>
                <a:gd name="T30" fmla="*/ 0 w 53"/>
                <a:gd name="T31" fmla="*/ 0 h 107"/>
                <a:gd name="T32" fmla="*/ 0 w 53"/>
                <a:gd name="T33" fmla="*/ 0 h 107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w 53"/>
                <a:gd name="T52" fmla="*/ 0 h 107"/>
                <a:gd name="T53" fmla="*/ 53 w 53"/>
                <a:gd name="T54" fmla="*/ 107 h 107"/>
              </a:gdLst>
              <a:ahLst/>
              <a:cxnLst>
                <a:cxn ang="T34">
                  <a:pos x="T0" y="T1"/>
                </a:cxn>
                <a:cxn ang="T35">
                  <a:pos x="T2" y="T3"/>
                </a:cxn>
                <a:cxn ang="T36">
                  <a:pos x="T4" y="T5"/>
                </a:cxn>
                <a:cxn ang="T37">
                  <a:pos x="T6" y="T7"/>
                </a:cxn>
                <a:cxn ang="T38">
                  <a:pos x="T8" y="T9"/>
                </a:cxn>
                <a:cxn ang="T39">
                  <a:pos x="T10" y="T11"/>
                </a:cxn>
                <a:cxn ang="T40">
                  <a:pos x="T12" y="T13"/>
                </a:cxn>
                <a:cxn ang="T41">
                  <a:pos x="T14" y="T15"/>
                </a:cxn>
                <a:cxn ang="T42">
                  <a:pos x="T16" y="T17"/>
                </a:cxn>
                <a:cxn ang="T43">
                  <a:pos x="T18" y="T19"/>
                </a:cxn>
                <a:cxn ang="T44">
                  <a:pos x="T20" y="T21"/>
                </a:cxn>
                <a:cxn ang="T45">
                  <a:pos x="T22" y="T23"/>
                </a:cxn>
                <a:cxn ang="T46">
                  <a:pos x="T24" y="T25"/>
                </a:cxn>
                <a:cxn ang="T47">
                  <a:pos x="T26" y="T27"/>
                </a:cxn>
                <a:cxn ang="T48">
                  <a:pos x="T28" y="T29"/>
                </a:cxn>
                <a:cxn ang="T49">
                  <a:pos x="T30" y="T31"/>
                </a:cxn>
                <a:cxn ang="T50">
                  <a:pos x="T32" y="T33"/>
                </a:cxn>
              </a:cxnLst>
              <a:rect l="T51" t="T52" r="T53" b="T54"/>
              <a:pathLst>
                <a:path w="53" h="107">
                  <a:moveTo>
                    <a:pt x="53" y="54"/>
                  </a:moveTo>
                  <a:lnTo>
                    <a:pt x="53" y="107"/>
                  </a:lnTo>
                  <a:lnTo>
                    <a:pt x="41" y="106"/>
                  </a:lnTo>
                  <a:lnTo>
                    <a:pt x="30" y="102"/>
                  </a:lnTo>
                  <a:lnTo>
                    <a:pt x="20" y="95"/>
                  </a:lnTo>
                  <a:lnTo>
                    <a:pt x="12" y="87"/>
                  </a:lnTo>
                  <a:lnTo>
                    <a:pt x="5" y="77"/>
                  </a:lnTo>
                  <a:lnTo>
                    <a:pt x="1" y="66"/>
                  </a:lnTo>
                  <a:lnTo>
                    <a:pt x="0" y="54"/>
                  </a:lnTo>
                  <a:lnTo>
                    <a:pt x="1" y="42"/>
                  </a:lnTo>
                  <a:lnTo>
                    <a:pt x="5" y="31"/>
                  </a:lnTo>
                  <a:lnTo>
                    <a:pt x="12" y="21"/>
                  </a:lnTo>
                  <a:lnTo>
                    <a:pt x="20" y="13"/>
                  </a:lnTo>
                  <a:lnTo>
                    <a:pt x="30" y="6"/>
                  </a:lnTo>
                  <a:lnTo>
                    <a:pt x="41" y="2"/>
                  </a:lnTo>
                  <a:lnTo>
                    <a:pt x="53" y="0"/>
                  </a:lnTo>
                  <a:lnTo>
                    <a:pt x="53" y="54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42" name="Freeform 4473">
              <a:extLst>
                <a:ext uri="{FF2B5EF4-FFF2-40B4-BE49-F238E27FC236}">
                  <a16:creationId xmlns:a16="http://schemas.microsoft.com/office/drawing/2014/main" id="{5550BBB1-1F2C-39C6-B5E7-13F32B924FE3}"/>
                </a:ext>
              </a:extLst>
            </p:cNvPr>
            <p:cNvSpPr>
              <a:spLocks/>
            </p:cNvSpPr>
            <p:nvPr/>
          </p:nvSpPr>
          <p:spPr bwMode="auto">
            <a:xfrm>
              <a:off x="2993" y="2813"/>
              <a:ext cx="9" cy="18"/>
            </a:xfrm>
            <a:custGeom>
              <a:avLst/>
              <a:gdLst>
                <a:gd name="T0" fmla="*/ 0 w 53"/>
                <a:gd name="T1" fmla="*/ 0 h 107"/>
                <a:gd name="T2" fmla="*/ 0 w 53"/>
                <a:gd name="T3" fmla="*/ 0 h 107"/>
                <a:gd name="T4" fmla="*/ 0 w 53"/>
                <a:gd name="T5" fmla="*/ 0 h 107"/>
                <a:gd name="T6" fmla="*/ 0 w 53"/>
                <a:gd name="T7" fmla="*/ 0 h 107"/>
                <a:gd name="T8" fmla="*/ 0 w 53"/>
                <a:gd name="T9" fmla="*/ 0 h 107"/>
                <a:gd name="T10" fmla="*/ 0 w 53"/>
                <a:gd name="T11" fmla="*/ 0 h 107"/>
                <a:gd name="T12" fmla="*/ 0 w 53"/>
                <a:gd name="T13" fmla="*/ 0 h 107"/>
                <a:gd name="T14" fmla="*/ 0 w 53"/>
                <a:gd name="T15" fmla="*/ 0 h 107"/>
                <a:gd name="T16" fmla="*/ 0 w 53"/>
                <a:gd name="T17" fmla="*/ 0 h 107"/>
                <a:gd name="T18" fmla="*/ 0 w 53"/>
                <a:gd name="T19" fmla="*/ 0 h 107"/>
                <a:gd name="T20" fmla="*/ 0 w 53"/>
                <a:gd name="T21" fmla="*/ 0 h 107"/>
                <a:gd name="T22" fmla="*/ 0 w 53"/>
                <a:gd name="T23" fmla="*/ 0 h 107"/>
                <a:gd name="T24" fmla="*/ 0 w 53"/>
                <a:gd name="T25" fmla="*/ 0 h 107"/>
                <a:gd name="T26" fmla="*/ 0 w 53"/>
                <a:gd name="T27" fmla="*/ 0 h 107"/>
                <a:gd name="T28" fmla="*/ 0 w 53"/>
                <a:gd name="T29" fmla="*/ 0 h 107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w 53"/>
                <a:gd name="T46" fmla="*/ 0 h 107"/>
                <a:gd name="T47" fmla="*/ 53 w 53"/>
                <a:gd name="T48" fmla="*/ 107 h 107"/>
              </a:gdLst>
              <a:ahLst/>
              <a:cxnLst>
                <a:cxn ang="T30">
                  <a:pos x="T0" y="T1"/>
                </a:cxn>
                <a:cxn ang="T31">
                  <a:pos x="T2" y="T3"/>
                </a:cxn>
                <a:cxn ang="T32">
                  <a:pos x="T4" y="T5"/>
                </a:cxn>
                <a:cxn ang="T33">
                  <a:pos x="T6" y="T7"/>
                </a:cxn>
                <a:cxn ang="T34">
                  <a:pos x="T8" y="T9"/>
                </a:cxn>
                <a:cxn ang="T35">
                  <a:pos x="T10" y="T11"/>
                </a:cxn>
                <a:cxn ang="T36">
                  <a:pos x="T12" y="T13"/>
                </a:cxn>
                <a:cxn ang="T37">
                  <a:pos x="T14" y="T15"/>
                </a:cxn>
                <a:cxn ang="T38">
                  <a:pos x="T16" y="T17"/>
                </a:cxn>
                <a:cxn ang="T39">
                  <a:pos x="T18" y="T19"/>
                </a:cxn>
                <a:cxn ang="T40">
                  <a:pos x="T20" y="T21"/>
                </a:cxn>
                <a:cxn ang="T41">
                  <a:pos x="T22" y="T23"/>
                </a:cxn>
                <a:cxn ang="T42">
                  <a:pos x="T24" y="T25"/>
                </a:cxn>
                <a:cxn ang="T43">
                  <a:pos x="T26" y="T27"/>
                </a:cxn>
                <a:cxn ang="T44">
                  <a:pos x="T28" y="T29"/>
                </a:cxn>
              </a:cxnLst>
              <a:rect l="T45" t="T46" r="T47" b="T48"/>
              <a:pathLst>
                <a:path w="53" h="107">
                  <a:moveTo>
                    <a:pt x="53" y="107"/>
                  </a:moveTo>
                  <a:lnTo>
                    <a:pt x="41" y="106"/>
                  </a:lnTo>
                  <a:lnTo>
                    <a:pt x="30" y="102"/>
                  </a:lnTo>
                  <a:lnTo>
                    <a:pt x="20" y="95"/>
                  </a:lnTo>
                  <a:lnTo>
                    <a:pt x="12" y="87"/>
                  </a:lnTo>
                  <a:lnTo>
                    <a:pt x="5" y="77"/>
                  </a:lnTo>
                  <a:lnTo>
                    <a:pt x="1" y="66"/>
                  </a:lnTo>
                  <a:lnTo>
                    <a:pt x="0" y="54"/>
                  </a:lnTo>
                  <a:lnTo>
                    <a:pt x="1" y="42"/>
                  </a:lnTo>
                  <a:lnTo>
                    <a:pt x="5" y="31"/>
                  </a:lnTo>
                  <a:lnTo>
                    <a:pt x="12" y="21"/>
                  </a:lnTo>
                  <a:lnTo>
                    <a:pt x="20" y="13"/>
                  </a:lnTo>
                  <a:lnTo>
                    <a:pt x="30" y="6"/>
                  </a:lnTo>
                  <a:lnTo>
                    <a:pt x="41" y="2"/>
                  </a:lnTo>
                  <a:lnTo>
                    <a:pt x="53" y="0"/>
                  </a:lnTo>
                </a:path>
              </a:pathLst>
            </a:custGeom>
            <a:noFill/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43" name="Freeform 4474">
              <a:extLst>
                <a:ext uri="{FF2B5EF4-FFF2-40B4-BE49-F238E27FC236}">
                  <a16:creationId xmlns:a16="http://schemas.microsoft.com/office/drawing/2014/main" id="{22BCBEFC-DB24-1D0E-201C-C819BBAE6738}"/>
                </a:ext>
              </a:extLst>
            </p:cNvPr>
            <p:cNvSpPr>
              <a:spLocks/>
            </p:cNvSpPr>
            <p:nvPr/>
          </p:nvSpPr>
          <p:spPr bwMode="auto">
            <a:xfrm>
              <a:off x="3002" y="2813"/>
              <a:ext cx="206" cy="18"/>
            </a:xfrm>
            <a:custGeom>
              <a:avLst/>
              <a:gdLst>
                <a:gd name="T0" fmla="*/ 0 w 1239"/>
                <a:gd name="T1" fmla="*/ 0 h 107"/>
                <a:gd name="T2" fmla="*/ 0 w 1239"/>
                <a:gd name="T3" fmla="*/ 0 h 107"/>
                <a:gd name="T4" fmla="*/ 0 w 1239"/>
                <a:gd name="T5" fmla="*/ 0 h 107"/>
                <a:gd name="T6" fmla="*/ 0 w 1239"/>
                <a:gd name="T7" fmla="*/ 0 h 107"/>
                <a:gd name="T8" fmla="*/ 0 w 1239"/>
                <a:gd name="T9" fmla="*/ 0 h 107"/>
                <a:gd name="T10" fmla="*/ 0 w 1239"/>
                <a:gd name="T11" fmla="*/ 0 h 107"/>
                <a:gd name="T12" fmla="*/ 0 w 1239"/>
                <a:gd name="T13" fmla="*/ 0 h 107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1239"/>
                <a:gd name="T22" fmla="*/ 0 h 107"/>
                <a:gd name="T23" fmla="*/ 1239 w 1239"/>
                <a:gd name="T24" fmla="*/ 107 h 107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1239" h="107">
                  <a:moveTo>
                    <a:pt x="0" y="0"/>
                  </a:moveTo>
                  <a:lnTo>
                    <a:pt x="0" y="54"/>
                  </a:lnTo>
                  <a:lnTo>
                    <a:pt x="0" y="107"/>
                  </a:lnTo>
                  <a:lnTo>
                    <a:pt x="1239" y="107"/>
                  </a:lnTo>
                  <a:lnTo>
                    <a:pt x="1239" y="54"/>
                  </a:lnTo>
                  <a:lnTo>
                    <a:pt x="1239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44" name="Freeform 4475">
              <a:extLst>
                <a:ext uri="{FF2B5EF4-FFF2-40B4-BE49-F238E27FC236}">
                  <a16:creationId xmlns:a16="http://schemas.microsoft.com/office/drawing/2014/main" id="{FD08F1D7-5B0D-2DDB-69C0-6A4EF95A5908}"/>
                </a:ext>
              </a:extLst>
            </p:cNvPr>
            <p:cNvSpPr>
              <a:spLocks/>
            </p:cNvSpPr>
            <p:nvPr/>
          </p:nvSpPr>
          <p:spPr bwMode="auto">
            <a:xfrm>
              <a:off x="3002" y="2813"/>
              <a:ext cx="206" cy="18"/>
            </a:xfrm>
            <a:custGeom>
              <a:avLst/>
              <a:gdLst>
                <a:gd name="T0" fmla="*/ 0 w 1239"/>
                <a:gd name="T1" fmla="*/ 0 h 107"/>
                <a:gd name="T2" fmla="*/ 0 w 1239"/>
                <a:gd name="T3" fmla="*/ 0 h 107"/>
                <a:gd name="T4" fmla="*/ 0 w 1239"/>
                <a:gd name="T5" fmla="*/ 0 h 107"/>
                <a:gd name="T6" fmla="*/ 0 w 1239"/>
                <a:gd name="T7" fmla="*/ 0 h 107"/>
                <a:gd name="T8" fmla="*/ 0 w 1239"/>
                <a:gd name="T9" fmla="*/ 0 h 107"/>
                <a:gd name="T10" fmla="*/ 0 w 1239"/>
                <a:gd name="T11" fmla="*/ 0 h 107"/>
                <a:gd name="T12" fmla="*/ 0 w 1239"/>
                <a:gd name="T13" fmla="*/ 0 h 107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1239"/>
                <a:gd name="T22" fmla="*/ 0 h 107"/>
                <a:gd name="T23" fmla="*/ 1239 w 1239"/>
                <a:gd name="T24" fmla="*/ 107 h 107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1239" h="107">
                  <a:moveTo>
                    <a:pt x="0" y="0"/>
                  </a:moveTo>
                  <a:lnTo>
                    <a:pt x="0" y="54"/>
                  </a:lnTo>
                  <a:lnTo>
                    <a:pt x="0" y="107"/>
                  </a:lnTo>
                  <a:lnTo>
                    <a:pt x="1239" y="107"/>
                  </a:lnTo>
                  <a:lnTo>
                    <a:pt x="1239" y="54"/>
                  </a:lnTo>
                  <a:lnTo>
                    <a:pt x="1239" y="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45" name="Freeform 4476">
              <a:extLst>
                <a:ext uri="{FF2B5EF4-FFF2-40B4-BE49-F238E27FC236}">
                  <a16:creationId xmlns:a16="http://schemas.microsoft.com/office/drawing/2014/main" id="{E7E6F4ED-060B-F6D8-F96C-6821A4839367}"/>
                </a:ext>
              </a:extLst>
            </p:cNvPr>
            <p:cNvSpPr>
              <a:spLocks/>
            </p:cNvSpPr>
            <p:nvPr/>
          </p:nvSpPr>
          <p:spPr bwMode="auto">
            <a:xfrm>
              <a:off x="3208" y="2813"/>
              <a:ext cx="9" cy="18"/>
            </a:xfrm>
            <a:custGeom>
              <a:avLst/>
              <a:gdLst>
                <a:gd name="T0" fmla="*/ 0 w 54"/>
                <a:gd name="T1" fmla="*/ 0 h 107"/>
                <a:gd name="T2" fmla="*/ 0 w 54"/>
                <a:gd name="T3" fmla="*/ 0 h 107"/>
                <a:gd name="T4" fmla="*/ 0 w 54"/>
                <a:gd name="T5" fmla="*/ 0 h 107"/>
                <a:gd name="T6" fmla="*/ 0 w 54"/>
                <a:gd name="T7" fmla="*/ 0 h 107"/>
                <a:gd name="T8" fmla="*/ 0 w 54"/>
                <a:gd name="T9" fmla="*/ 0 h 107"/>
                <a:gd name="T10" fmla="*/ 0 w 54"/>
                <a:gd name="T11" fmla="*/ 0 h 107"/>
                <a:gd name="T12" fmla="*/ 0 w 54"/>
                <a:gd name="T13" fmla="*/ 0 h 107"/>
                <a:gd name="T14" fmla="*/ 0 w 54"/>
                <a:gd name="T15" fmla="*/ 0 h 107"/>
                <a:gd name="T16" fmla="*/ 0 w 54"/>
                <a:gd name="T17" fmla="*/ 0 h 107"/>
                <a:gd name="T18" fmla="*/ 0 w 54"/>
                <a:gd name="T19" fmla="*/ 0 h 107"/>
                <a:gd name="T20" fmla="*/ 0 w 54"/>
                <a:gd name="T21" fmla="*/ 0 h 107"/>
                <a:gd name="T22" fmla="*/ 0 w 54"/>
                <a:gd name="T23" fmla="*/ 0 h 107"/>
                <a:gd name="T24" fmla="*/ 0 w 54"/>
                <a:gd name="T25" fmla="*/ 0 h 107"/>
                <a:gd name="T26" fmla="*/ 0 w 54"/>
                <a:gd name="T27" fmla="*/ 0 h 107"/>
                <a:gd name="T28" fmla="*/ 0 w 54"/>
                <a:gd name="T29" fmla="*/ 0 h 107"/>
                <a:gd name="T30" fmla="*/ 0 w 54"/>
                <a:gd name="T31" fmla="*/ 0 h 107"/>
                <a:gd name="T32" fmla="*/ 0 w 54"/>
                <a:gd name="T33" fmla="*/ 0 h 107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w 54"/>
                <a:gd name="T52" fmla="*/ 0 h 107"/>
                <a:gd name="T53" fmla="*/ 54 w 54"/>
                <a:gd name="T54" fmla="*/ 107 h 107"/>
              </a:gdLst>
              <a:ahLst/>
              <a:cxnLst>
                <a:cxn ang="T34">
                  <a:pos x="T0" y="T1"/>
                </a:cxn>
                <a:cxn ang="T35">
                  <a:pos x="T2" y="T3"/>
                </a:cxn>
                <a:cxn ang="T36">
                  <a:pos x="T4" y="T5"/>
                </a:cxn>
                <a:cxn ang="T37">
                  <a:pos x="T6" y="T7"/>
                </a:cxn>
                <a:cxn ang="T38">
                  <a:pos x="T8" y="T9"/>
                </a:cxn>
                <a:cxn ang="T39">
                  <a:pos x="T10" y="T11"/>
                </a:cxn>
                <a:cxn ang="T40">
                  <a:pos x="T12" y="T13"/>
                </a:cxn>
                <a:cxn ang="T41">
                  <a:pos x="T14" y="T15"/>
                </a:cxn>
                <a:cxn ang="T42">
                  <a:pos x="T16" y="T17"/>
                </a:cxn>
                <a:cxn ang="T43">
                  <a:pos x="T18" y="T19"/>
                </a:cxn>
                <a:cxn ang="T44">
                  <a:pos x="T20" y="T21"/>
                </a:cxn>
                <a:cxn ang="T45">
                  <a:pos x="T22" y="T23"/>
                </a:cxn>
                <a:cxn ang="T46">
                  <a:pos x="T24" y="T25"/>
                </a:cxn>
                <a:cxn ang="T47">
                  <a:pos x="T26" y="T27"/>
                </a:cxn>
                <a:cxn ang="T48">
                  <a:pos x="T28" y="T29"/>
                </a:cxn>
                <a:cxn ang="T49">
                  <a:pos x="T30" y="T31"/>
                </a:cxn>
                <a:cxn ang="T50">
                  <a:pos x="T32" y="T33"/>
                </a:cxn>
              </a:cxnLst>
              <a:rect l="T51" t="T52" r="T53" b="T54"/>
              <a:pathLst>
                <a:path w="54" h="107">
                  <a:moveTo>
                    <a:pt x="0" y="54"/>
                  </a:moveTo>
                  <a:lnTo>
                    <a:pt x="0" y="0"/>
                  </a:lnTo>
                  <a:lnTo>
                    <a:pt x="11" y="2"/>
                  </a:lnTo>
                  <a:lnTo>
                    <a:pt x="23" y="6"/>
                  </a:lnTo>
                  <a:lnTo>
                    <a:pt x="33" y="13"/>
                  </a:lnTo>
                  <a:lnTo>
                    <a:pt x="41" y="21"/>
                  </a:lnTo>
                  <a:lnTo>
                    <a:pt x="47" y="31"/>
                  </a:lnTo>
                  <a:lnTo>
                    <a:pt x="52" y="42"/>
                  </a:lnTo>
                  <a:lnTo>
                    <a:pt x="54" y="54"/>
                  </a:lnTo>
                  <a:lnTo>
                    <a:pt x="52" y="66"/>
                  </a:lnTo>
                  <a:lnTo>
                    <a:pt x="47" y="77"/>
                  </a:lnTo>
                  <a:lnTo>
                    <a:pt x="41" y="87"/>
                  </a:lnTo>
                  <a:lnTo>
                    <a:pt x="33" y="95"/>
                  </a:lnTo>
                  <a:lnTo>
                    <a:pt x="23" y="102"/>
                  </a:lnTo>
                  <a:lnTo>
                    <a:pt x="11" y="106"/>
                  </a:lnTo>
                  <a:lnTo>
                    <a:pt x="0" y="107"/>
                  </a:lnTo>
                  <a:lnTo>
                    <a:pt x="0" y="54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46" name="Freeform 4477">
              <a:extLst>
                <a:ext uri="{FF2B5EF4-FFF2-40B4-BE49-F238E27FC236}">
                  <a16:creationId xmlns:a16="http://schemas.microsoft.com/office/drawing/2014/main" id="{3154B518-B0F9-B30B-0845-D54F835371E0}"/>
                </a:ext>
              </a:extLst>
            </p:cNvPr>
            <p:cNvSpPr>
              <a:spLocks/>
            </p:cNvSpPr>
            <p:nvPr/>
          </p:nvSpPr>
          <p:spPr bwMode="auto">
            <a:xfrm>
              <a:off x="3208" y="2813"/>
              <a:ext cx="9" cy="18"/>
            </a:xfrm>
            <a:custGeom>
              <a:avLst/>
              <a:gdLst>
                <a:gd name="T0" fmla="*/ 0 w 54"/>
                <a:gd name="T1" fmla="*/ 0 h 107"/>
                <a:gd name="T2" fmla="*/ 0 w 54"/>
                <a:gd name="T3" fmla="*/ 0 h 107"/>
                <a:gd name="T4" fmla="*/ 0 w 54"/>
                <a:gd name="T5" fmla="*/ 0 h 107"/>
                <a:gd name="T6" fmla="*/ 0 w 54"/>
                <a:gd name="T7" fmla="*/ 0 h 107"/>
                <a:gd name="T8" fmla="*/ 0 w 54"/>
                <a:gd name="T9" fmla="*/ 0 h 107"/>
                <a:gd name="T10" fmla="*/ 0 w 54"/>
                <a:gd name="T11" fmla="*/ 0 h 107"/>
                <a:gd name="T12" fmla="*/ 0 w 54"/>
                <a:gd name="T13" fmla="*/ 0 h 107"/>
                <a:gd name="T14" fmla="*/ 0 w 54"/>
                <a:gd name="T15" fmla="*/ 0 h 107"/>
                <a:gd name="T16" fmla="*/ 0 w 54"/>
                <a:gd name="T17" fmla="*/ 0 h 107"/>
                <a:gd name="T18" fmla="*/ 0 w 54"/>
                <a:gd name="T19" fmla="*/ 0 h 107"/>
                <a:gd name="T20" fmla="*/ 0 w 54"/>
                <a:gd name="T21" fmla="*/ 0 h 107"/>
                <a:gd name="T22" fmla="*/ 0 w 54"/>
                <a:gd name="T23" fmla="*/ 0 h 107"/>
                <a:gd name="T24" fmla="*/ 0 w 54"/>
                <a:gd name="T25" fmla="*/ 0 h 107"/>
                <a:gd name="T26" fmla="*/ 0 w 54"/>
                <a:gd name="T27" fmla="*/ 0 h 107"/>
                <a:gd name="T28" fmla="*/ 0 w 54"/>
                <a:gd name="T29" fmla="*/ 0 h 107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w 54"/>
                <a:gd name="T46" fmla="*/ 0 h 107"/>
                <a:gd name="T47" fmla="*/ 54 w 54"/>
                <a:gd name="T48" fmla="*/ 107 h 107"/>
              </a:gdLst>
              <a:ahLst/>
              <a:cxnLst>
                <a:cxn ang="T30">
                  <a:pos x="T0" y="T1"/>
                </a:cxn>
                <a:cxn ang="T31">
                  <a:pos x="T2" y="T3"/>
                </a:cxn>
                <a:cxn ang="T32">
                  <a:pos x="T4" y="T5"/>
                </a:cxn>
                <a:cxn ang="T33">
                  <a:pos x="T6" y="T7"/>
                </a:cxn>
                <a:cxn ang="T34">
                  <a:pos x="T8" y="T9"/>
                </a:cxn>
                <a:cxn ang="T35">
                  <a:pos x="T10" y="T11"/>
                </a:cxn>
                <a:cxn ang="T36">
                  <a:pos x="T12" y="T13"/>
                </a:cxn>
                <a:cxn ang="T37">
                  <a:pos x="T14" y="T15"/>
                </a:cxn>
                <a:cxn ang="T38">
                  <a:pos x="T16" y="T17"/>
                </a:cxn>
                <a:cxn ang="T39">
                  <a:pos x="T18" y="T19"/>
                </a:cxn>
                <a:cxn ang="T40">
                  <a:pos x="T20" y="T21"/>
                </a:cxn>
                <a:cxn ang="T41">
                  <a:pos x="T22" y="T23"/>
                </a:cxn>
                <a:cxn ang="T42">
                  <a:pos x="T24" y="T25"/>
                </a:cxn>
                <a:cxn ang="T43">
                  <a:pos x="T26" y="T27"/>
                </a:cxn>
                <a:cxn ang="T44">
                  <a:pos x="T28" y="T29"/>
                </a:cxn>
              </a:cxnLst>
              <a:rect l="T45" t="T46" r="T47" b="T48"/>
              <a:pathLst>
                <a:path w="54" h="107">
                  <a:moveTo>
                    <a:pt x="0" y="0"/>
                  </a:moveTo>
                  <a:lnTo>
                    <a:pt x="11" y="2"/>
                  </a:lnTo>
                  <a:lnTo>
                    <a:pt x="23" y="6"/>
                  </a:lnTo>
                  <a:lnTo>
                    <a:pt x="33" y="13"/>
                  </a:lnTo>
                  <a:lnTo>
                    <a:pt x="41" y="21"/>
                  </a:lnTo>
                  <a:lnTo>
                    <a:pt x="47" y="31"/>
                  </a:lnTo>
                  <a:lnTo>
                    <a:pt x="52" y="42"/>
                  </a:lnTo>
                  <a:lnTo>
                    <a:pt x="54" y="54"/>
                  </a:lnTo>
                  <a:lnTo>
                    <a:pt x="52" y="66"/>
                  </a:lnTo>
                  <a:lnTo>
                    <a:pt x="47" y="77"/>
                  </a:lnTo>
                  <a:lnTo>
                    <a:pt x="41" y="87"/>
                  </a:lnTo>
                  <a:lnTo>
                    <a:pt x="33" y="95"/>
                  </a:lnTo>
                  <a:lnTo>
                    <a:pt x="23" y="102"/>
                  </a:lnTo>
                  <a:lnTo>
                    <a:pt x="11" y="106"/>
                  </a:lnTo>
                  <a:lnTo>
                    <a:pt x="0" y="107"/>
                  </a:lnTo>
                </a:path>
              </a:pathLst>
            </a:custGeom>
            <a:noFill/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47" name="Freeform 4478">
              <a:extLst>
                <a:ext uri="{FF2B5EF4-FFF2-40B4-BE49-F238E27FC236}">
                  <a16:creationId xmlns:a16="http://schemas.microsoft.com/office/drawing/2014/main" id="{4250810F-1998-E0B0-B74D-BE8ED9916C14}"/>
                </a:ext>
              </a:extLst>
            </p:cNvPr>
            <p:cNvSpPr>
              <a:spLocks/>
            </p:cNvSpPr>
            <p:nvPr/>
          </p:nvSpPr>
          <p:spPr bwMode="auto">
            <a:xfrm>
              <a:off x="2993" y="2123"/>
              <a:ext cx="18" cy="9"/>
            </a:xfrm>
            <a:custGeom>
              <a:avLst/>
              <a:gdLst>
                <a:gd name="T0" fmla="*/ 0 w 107"/>
                <a:gd name="T1" fmla="*/ 0 h 54"/>
                <a:gd name="T2" fmla="*/ 0 w 107"/>
                <a:gd name="T3" fmla="*/ 0 h 54"/>
                <a:gd name="T4" fmla="*/ 0 w 107"/>
                <a:gd name="T5" fmla="*/ 0 h 54"/>
                <a:gd name="T6" fmla="*/ 0 w 107"/>
                <a:gd name="T7" fmla="*/ 0 h 54"/>
                <a:gd name="T8" fmla="*/ 0 w 107"/>
                <a:gd name="T9" fmla="*/ 0 h 54"/>
                <a:gd name="T10" fmla="*/ 0 w 107"/>
                <a:gd name="T11" fmla="*/ 0 h 54"/>
                <a:gd name="T12" fmla="*/ 0 w 107"/>
                <a:gd name="T13" fmla="*/ 0 h 54"/>
                <a:gd name="T14" fmla="*/ 0 w 107"/>
                <a:gd name="T15" fmla="*/ 0 h 54"/>
                <a:gd name="T16" fmla="*/ 0 w 107"/>
                <a:gd name="T17" fmla="*/ 0 h 54"/>
                <a:gd name="T18" fmla="*/ 0 w 107"/>
                <a:gd name="T19" fmla="*/ 0 h 54"/>
                <a:gd name="T20" fmla="*/ 0 w 107"/>
                <a:gd name="T21" fmla="*/ 0 h 54"/>
                <a:gd name="T22" fmla="*/ 0 w 107"/>
                <a:gd name="T23" fmla="*/ 0 h 54"/>
                <a:gd name="T24" fmla="*/ 0 w 107"/>
                <a:gd name="T25" fmla="*/ 0 h 54"/>
                <a:gd name="T26" fmla="*/ 0 w 107"/>
                <a:gd name="T27" fmla="*/ 0 h 54"/>
                <a:gd name="T28" fmla="*/ 0 w 107"/>
                <a:gd name="T29" fmla="*/ 0 h 54"/>
                <a:gd name="T30" fmla="*/ 0 w 107"/>
                <a:gd name="T31" fmla="*/ 0 h 54"/>
                <a:gd name="T32" fmla="*/ 0 w 107"/>
                <a:gd name="T33" fmla="*/ 0 h 54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w 107"/>
                <a:gd name="T52" fmla="*/ 0 h 54"/>
                <a:gd name="T53" fmla="*/ 107 w 107"/>
                <a:gd name="T54" fmla="*/ 54 h 54"/>
              </a:gdLst>
              <a:ahLst/>
              <a:cxnLst>
                <a:cxn ang="T34">
                  <a:pos x="T0" y="T1"/>
                </a:cxn>
                <a:cxn ang="T35">
                  <a:pos x="T2" y="T3"/>
                </a:cxn>
                <a:cxn ang="T36">
                  <a:pos x="T4" y="T5"/>
                </a:cxn>
                <a:cxn ang="T37">
                  <a:pos x="T6" y="T7"/>
                </a:cxn>
                <a:cxn ang="T38">
                  <a:pos x="T8" y="T9"/>
                </a:cxn>
                <a:cxn ang="T39">
                  <a:pos x="T10" y="T11"/>
                </a:cxn>
                <a:cxn ang="T40">
                  <a:pos x="T12" y="T13"/>
                </a:cxn>
                <a:cxn ang="T41">
                  <a:pos x="T14" y="T15"/>
                </a:cxn>
                <a:cxn ang="T42">
                  <a:pos x="T16" y="T17"/>
                </a:cxn>
                <a:cxn ang="T43">
                  <a:pos x="T18" y="T19"/>
                </a:cxn>
                <a:cxn ang="T44">
                  <a:pos x="T20" y="T21"/>
                </a:cxn>
                <a:cxn ang="T45">
                  <a:pos x="T22" y="T23"/>
                </a:cxn>
                <a:cxn ang="T46">
                  <a:pos x="T24" y="T25"/>
                </a:cxn>
                <a:cxn ang="T47">
                  <a:pos x="T26" y="T27"/>
                </a:cxn>
                <a:cxn ang="T48">
                  <a:pos x="T28" y="T29"/>
                </a:cxn>
                <a:cxn ang="T49">
                  <a:pos x="T30" y="T31"/>
                </a:cxn>
                <a:cxn ang="T50">
                  <a:pos x="T32" y="T33"/>
                </a:cxn>
              </a:cxnLst>
              <a:rect l="T51" t="T52" r="T53" b="T54"/>
              <a:pathLst>
                <a:path w="107" h="54">
                  <a:moveTo>
                    <a:pt x="53" y="54"/>
                  </a:moveTo>
                  <a:lnTo>
                    <a:pt x="0" y="54"/>
                  </a:lnTo>
                  <a:lnTo>
                    <a:pt x="1" y="42"/>
                  </a:lnTo>
                  <a:lnTo>
                    <a:pt x="5" y="31"/>
                  </a:lnTo>
                  <a:lnTo>
                    <a:pt x="12" y="21"/>
                  </a:lnTo>
                  <a:lnTo>
                    <a:pt x="20" y="13"/>
                  </a:lnTo>
                  <a:lnTo>
                    <a:pt x="30" y="6"/>
                  </a:lnTo>
                  <a:lnTo>
                    <a:pt x="41" y="2"/>
                  </a:lnTo>
                  <a:lnTo>
                    <a:pt x="53" y="0"/>
                  </a:lnTo>
                  <a:lnTo>
                    <a:pt x="65" y="2"/>
                  </a:lnTo>
                  <a:lnTo>
                    <a:pt x="76" y="6"/>
                  </a:lnTo>
                  <a:lnTo>
                    <a:pt x="86" y="13"/>
                  </a:lnTo>
                  <a:lnTo>
                    <a:pt x="94" y="21"/>
                  </a:lnTo>
                  <a:lnTo>
                    <a:pt x="101" y="31"/>
                  </a:lnTo>
                  <a:lnTo>
                    <a:pt x="105" y="42"/>
                  </a:lnTo>
                  <a:lnTo>
                    <a:pt x="107" y="54"/>
                  </a:lnTo>
                  <a:lnTo>
                    <a:pt x="53" y="54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48" name="Freeform 4479">
              <a:extLst>
                <a:ext uri="{FF2B5EF4-FFF2-40B4-BE49-F238E27FC236}">
                  <a16:creationId xmlns:a16="http://schemas.microsoft.com/office/drawing/2014/main" id="{2906D150-8A9A-C125-5CCD-7E71EA927944}"/>
                </a:ext>
              </a:extLst>
            </p:cNvPr>
            <p:cNvSpPr>
              <a:spLocks/>
            </p:cNvSpPr>
            <p:nvPr/>
          </p:nvSpPr>
          <p:spPr bwMode="auto">
            <a:xfrm>
              <a:off x="2993" y="2123"/>
              <a:ext cx="18" cy="9"/>
            </a:xfrm>
            <a:custGeom>
              <a:avLst/>
              <a:gdLst>
                <a:gd name="T0" fmla="*/ 0 w 107"/>
                <a:gd name="T1" fmla="*/ 0 h 54"/>
                <a:gd name="T2" fmla="*/ 0 w 107"/>
                <a:gd name="T3" fmla="*/ 0 h 54"/>
                <a:gd name="T4" fmla="*/ 0 w 107"/>
                <a:gd name="T5" fmla="*/ 0 h 54"/>
                <a:gd name="T6" fmla="*/ 0 w 107"/>
                <a:gd name="T7" fmla="*/ 0 h 54"/>
                <a:gd name="T8" fmla="*/ 0 w 107"/>
                <a:gd name="T9" fmla="*/ 0 h 54"/>
                <a:gd name="T10" fmla="*/ 0 w 107"/>
                <a:gd name="T11" fmla="*/ 0 h 54"/>
                <a:gd name="T12" fmla="*/ 0 w 107"/>
                <a:gd name="T13" fmla="*/ 0 h 54"/>
                <a:gd name="T14" fmla="*/ 0 w 107"/>
                <a:gd name="T15" fmla="*/ 0 h 54"/>
                <a:gd name="T16" fmla="*/ 0 w 107"/>
                <a:gd name="T17" fmla="*/ 0 h 54"/>
                <a:gd name="T18" fmla="*/ 0 w 107"/>
                <a:gd name="T19" fmla="*/ 0 h 54"/>
                <a:gd name="T20" fmla="*/ 0 w 107"/>
                <a:gd name="T21" fmla="*/ 0 h 54"/>
                <a:gd name="T22" fmla="*/ 0 w 107"/>
                <a:gd name="T23" fmla="*/ 0 h 54"/>
                <a:gd name="T24" fmla="*/ 0 w 107"/>
                <a:gd name="T25" fmla="*/ 0 h 54"/>
                <a:gd name="T26" fmla="*/ 0 w 107"/>
                <a:gd name="T27" fmla="*/ 0 h 54"/>
                <a:gd name="T28" fmla="*/ 0 w 107"/>
                <a:gd name="T29" fmla="*/ 0 h 54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w 107"/>
                <a:gd name="T46" fmla="*/ 0 h 54"/>
                <a:gd name="T47" fmla="*/ 107 w 107"/>
                <a:gd name="T48" fmla="*/ 54 h 54"/>
              </a:gdLst>
              <a:ahLst/>
              <a:cxnLst>
                <a:cxn ang="T30">
                  <a:pos x="T0" y="T1"/>
                </a:cxn>
                <a:cxn ang="T31">
                  <a:pos x="T2" y="T3"/>
                </a:cxn>
                <a:cxn ang="T32">
                  <a:pos x="T4" y="T5"/>
                </a:cxn>
                <a:cxn ang="T33">
                  <a:pos x="T6" y="T7"/>
                </a:cxn>
                <a:cxn ang="T34">
                  <a:pos x="T8" y="T9"/>
                </a:cxn>
                <a:cxn ang="T35">
                  <a:pos x="T10" y="T11"/>
                </a:cxn>
                <a:cxn ang="T36">
                  <a:pos x="T12" y="T13"/>
                </a:cxn>
                <a:cxn ang="T37">
                  <a:pos x="T14" y="T15"/>
                </a:cxn>
                <a:cxn ang="T38">
                  <a:pos x="T16" y="T17"/>
                </a:cxn>
                <a:cxn ang="T39">
                  <a:pos x="T18" y="T19"/>
                </a:cxn>
                <a:cxn ang="T40">
                  <a:pos x="T20" y="T21"/>
                </a:cxn>
                <a:cxn ang="T41">
                  <a:pos x="T22" y="T23"/>
                </a:cxn>
                <a:cxn ang="T42">
                  <a:pos x="T24" y="T25"/>
                </a:cxn>
                <a:cxn ang="T43">
                  <a:pos x="T26" y="T27"/>
                </a:cxn>
                <a:cxn ang="T44">
                  <a:pos x="T28" y="T29"/>
                </a:cxn>
              </a:cxnLst>
              <a:rect l="T45" t="T46" r="T47" b="T48"/>
              <a:pathLst>
                <a:path w="107" h="54">
                  <a:moveTo>
                    <a:pt x="0" y="54"/>
                  </a:moveTo>
                  <a:lnTo>
                    <a:pt x="1" y="42"/>
                  </a:lnTo>
                  <a:lnTo>
                    <a:pt x="5" y="31"/>
                  </a:lnTo>
                  <a:lnTo>
                    <a:pt x="12" y="21"/>
                  </a:lnTo>
                  <a:lnTo>
                    <a:pt x="20" y="13"/>
                  </a:lnTo>
                  <a:lnTo>
                    <a:pt x="30" y="6"/>
                  </a:lnTo>
                  <a:lnTo>
                    <a:pt x="41" y="2"/>
                  </a:lnTo>
                  <a:lnTo>
                    <a:pt x="53" y="0"/>
                  </a:lnTo>
                  <a:lnTo>
                    <a:pt x="65" y="2"/>
                  </a:lnTo>
                  <a:lnTo>
                    <a:pt x="76" y="6"/>
                  </a:lnTo>
                  <a:lnTo>
                    <a:pt x="86" y="13"/>
                  </a:lnTo>
                  <a:lnTo>
                    <a:pt x="94" y="21"/>
                  </a:lnTo>
                  <a:lnTo>
                    <a:pt x="101" y="31"/>
                  </a:lnTo>
                  <a:lnTo>
                    <a:pt x="105" y="42"/>
                  </a:lnTo>
                  <a:lnTo>
                    <a:pt x="107" y="54"/>
                  </a:lnTo>
                </a:path>
              </a:pathLst>
            </a:custGeom>
            <a:noFill/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49" name="Freeform 4480">
              <a:extLst>
                <a:ext uri="{FF2B5EF4-FFF2-40B4-BE49-F238E27FC236}">
                  <a16:creationId xmlns:a16="http://schemas.microsoft.com/office/drawing/2014/main" id="{D8959407-4FD4-23D5-35E6-9B1263B12320}"/>
                </a:ext>
              </a:extLst>
            </p:cNvPr>
            <p:cNvSpPr>
              <a:spLocks/>
            </p:cNvSpPr>
            <p:nvPr/>
          </p:nvSpPr>
          <p:spPr bwMode="auto">
            <a:xfrm>
              <a:off x="2993" y="2132"/>
              <a:ext cx="18" cy="266"/>
            </a:xfrm>
            <a:custGeom>
              <a:avLst/>
              <a:gdLst>
                <a:gd name="T0" fmla="*/ 0 w 107"/>
                <a:gd name="T1" fmla="*/ 0 h 1594"/>
                <a:gd name="T2" fmla="*/ 0 w 107"/>
                <a:gd name="T3" fmla="*/ 0 h 1594"/>
                <a:gd name="T4" fmla="*/ 0 w 107"/>
                <a:gd name="T5" fmla="*/ 0 h 1594"/>
                <a:gd name="T6" fmla="*/ 0 w 107"/>
                <a:gd name="T7" fmla="*/ 0 h 1594"/>
                <a:gd name="T8" fmla="*/ 0 w 107"/>
                <a:gd name="T9" fmla="*/ 0 h 1594"/>
                <a:gd name="T10" fmla="*/ 0 w 107"/>
                <a:gd name="T11" fmla="*/ 0 h 1594"/>
                <a:gd name="T12" fmla="*/ 0 w 107"/>
                <a:gd name="T13" fmla="*/ 0 h 1594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107"/>
                <a:gd name="T22" fmla="*/ 0 h 1594"/>
                <a:gd name="T23" fmla="*/ 107 w 107"/>
                <a:gd name="T24" fmla="*/ 1594 h 1594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107" h="1594">
                  <a:moveTo>
                    <a:pt x="107" y="0"/>
                  </a:moveTo>
                  <a:lnTo>
                    <a:pt x="53" y="0"/>
                  </a:lnTo>
                  <a:lnTo>
                    <a:pt x="0" y="0"/>
                  </a:lnTo>
                  <a:lnTo>
                    <a:pt x="0" y="1594"/>
                  </a:lnTo>
                  <a:lnTo>
                    <a:pt x="53" y="1594"/>
                  </a:lnTo>
                  <a:lnTo>
                    <a:pt x="107" y="1594"/>
                  </a:lnTo>
                  <a:lnTo>
                    <a:pt x="107" y="0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50" name="Freeform 4481">
              <a:extLst>
                <a:ext uri="{FF2B5EF4-FFF2-40B4-BE49-F238E27FC236}">
                  <a16:creationId xmlns:a16="http://schemas.microsoft.com/office/drawing/2014/main" id="{FC0372CC-074A-E604-080F-31AE29BE3688}"/>
                </a:ext>
              </a:extLst>
            </p:cNvPr>
            <p:cNvSpPr>
              <a:spLocks/>
            </p:cNvSpPr>
            <p:nvPr/>
          </p:nvSpPr>
          <p:spPr bwMode="auto">
            <a:xfrm>
              <a:off x="2993" y="2132"/>
              <a:ext cx="18" cy="266"/>
            </a:xfrm>
            <a:custGeom>
              <a:avLst/>
              <a:gdLst>
                <a:gd name="T0" fmla="*/ 0 w 107"/>
                <a:gd name="T1" fmla="*/ 0 h 1594"/>
                <a:gd name="T2" fmla="*/ 0 w 107"/>
                <a:gd name="T3" fmla="*/ 0 h 1594"/>
                <a:gd name="T4" fmla="*/ 0 w 107"/>
                <a:gd name="T5" fmla="*/ 0 h 1594"/>
                <a:gd name="T6" fmla="*/ 0 w 107"/>
                <a:gd name="T7" fmla="*/ 0 h 1594"/>
                <a:gd name="T8" fmla="*/ 0 w 107"/>
                <a:gd name="T9" fmla="*/ 0 h 1594"/>
                <a:gd name="T10" fmla="*/ 0 w 107"/>
                <a:gd name="T11" fmla="*/ 0 h 1594"/>
                <a:gd name="T12" fmla="*/ 0 w 107"/>
                <a:gd name="T13" fmla="*/ 0 h 1594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107"/>
                <a:gd name="T22" fmla="*/ 0 h 1594"/>
                <a:gd name="T23" fmla="*/ 107 w 107"/>
                <a:gd name="T24" fmla="*/ 1594 h 1594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107" h="1594">
                  <a:moveTo>
                    <a:pt x="107" y="0"/>
                  </a:moveTo>
                  <a:lnTo>
                    <a:pt x="53" y="0"/>
                  </a:lnTo>
                  <a:lnTo>
                    <a:pt x="0" y="0"/>
                  </a:lnTo>
                  <a:lnTo>
                    <a:pt x="0" y="1594"/>
                  </a:lnTo>
                  <a:lnTo>
                    <a:pt x="53" y="1594"/>
                  </a:lnTo>
                  <a:lnTo>
                    <a:pt x="107" y="1594"/>
                  </a:lnTo>
                  <a:lnTo>
                    <a:pt x="107" y="0"/>
                  </a:lnTo>
                  <a:close/>
                </a:path>
              </a:pathLst>
            </a:custGeom>
            <a:noFill/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51" name="Freeform 4482">
              <a:extLst>
                <a:ext uri="{FF2B5EF4-FFF2-40B4-BE49-F238E27FC236}">
                  <a16:creationId xmlns:a16="http://schemas.microsoft.com/office/drawing/2014/main" id="{A9C4C51F-34BA-D3BB-8ECF-9F36FCF6DB31}"/>
                </a:ext>
              </a:extLst>
            </p:cNvPr>
            <p:cNvSpPr>
              <a:spLocks/>
            </p:cNvSpPr>
            <p:nvPr/>
          </p:nvSpPr>
          <p:spPr bwMode="auto">
            <a:xfrm>
              <a:off x="2993" y="2398"/>
              <a:ext cx="18" cy="9"/>
            </a:xfrm>
            <a:custGeom>
              <a:avLst/>
              <a:gdLst>
                <a:gd name="T0" fmla="*/ 0 w 107"/>
                <a:gd name="T1" fmla="*/ 0 h 53"/>
                <a:gd name="T2" fmla="*/ 0 w 107"/>
                <a:gd name="T3" fmla="*/ 0 h 53"/>
                <a:gd name="T4" fmla="*/ 0 w 107"/>
                <a:gd name="T5" fmla="*/ 0 h 53"/>
                <a:gd name="T6" fmla="*/ 0 w 107"/>
                <a:gd name="T7" fmla="*/ 0 h 53"/>
                <a:gd name="T8" fmla="*/ 0 w 107"/>
                <a:gd name="T9" fmla="*/ 0 h 53"/>
                <a:gd name="T10" fmla="*/ 0 w 107"/>
                <a:gd name="T11" fmla="*/ 0 h 53"/>
                <a:gd name="T12" fmla="*/ 0 w 107"/>
                <a:gd name="T13" fmla="*/ 0 h 53"/>
                <a:gd name="T14" fmla="*/ 0 w 107"/>
                <a:gd name="T15" fmla="*/ 0 h 53"/>
                <a:gd name="T16" fmla="*/ 0 w 107"/>
                <a:gd name="T17" fmla="*/ 0 h 53"/>
                <a:gd name="T18" fmla="*/ 0 w 107"/>
                <a:gd name="T19" fmla="*/ 0 h 53"/>
                <a:gd name="T20" fmla="*/ 0 w 107"/>
                <a:gd name="T21" fmla="*/ 0 h 53"/>
                <a:gd name="T22" fmla="*/ 0 w 107"/>
                <a:gd name="T23" fmla="*/ 0 h 53"/>
                <a:gd name="T24" fmla="*/ 0 w 107"/>
                <a:gd name="T25" fmla="*/ 0 h 53"/>
                <a:gd name="T26" fmla="*/ 0 w 107"/>
                <a:gd name="T27" fmla="*/ 0 h 53"/>
                <a:gd name="T28" fmla="*/ 0 w 107"/>
                <a:gd name="T29" fmla="*/ 0 h 53"/>
                <a:gd name="T30" fmla="*/ 0 w 107"/>
                <a:gd name="T31" fmla="*/ 0 h 53"/>
                <a:gd name="T32" fmla="*/ 0 w 107"/>
                <a:gd name="T33" fmla="*/ 0 h 53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w 107"/>
                <a:gd name="T52" fmla="*/ 0 h 53"/>
                <a:gd name="T53" fmla="*/ 107 w 107"/>
                <a:gd name="T54" fmla="*/ 53 h 53"/>
              </a:gdLst>
              <a:ahLst/>
              <a:cxnLst>
                <a:cxn ang="T34">
                  <a:pos x="T0" y="T1"/>
                </a:cxn>
                <a:cxn ang="T35">
                  <a:pos x="T2" y="T3"/>
                </a:cxn>
                <a:cxn ang="T36">
                  <a:pos x="T4" y="T5"/>
                </a:cxn>
                <a:cxn ang="T37">
                  <a:pos x="T6" y="T7"/>
                </a:cxn>
                <a:cxn ang="T38">
                  <a:pos x="T8" y="T9"/>
                </a:cxn>
                <a:cxn ang="T39">
                  <a:pos x="T10" y="T11"/>
                </a:cxn>
                <a:cxn ang="T40">
                  <a:pos x="T12" y="T13"/>
                </a:cxn>
                <a:cxn ang="T41">
                  <a:pos x="T14" y="T15"/>
                </a:cxn>
                <a:cxn ang="T42">
                  <a:pos x="T16" y="T17"/>
                </a:cxn>
                <a:cxn ang="T43">
                  <a:pos x="T18" y="T19"/>
                </a:cxn>
                <a:cxn ang="T44">
                  <a:pos x="T20" y="T21"/>
                </a:cxn>
                <a:cxn ang="T45">
                  <a:pos x="T22" y="T23"/>
                </a:cxn>
                <a:cxn ang="T46">
                  <a:pos x="T24" y="T25"/>
                </a:cxn>
                <a:cxn ang="T47">
                  <a:pos x="T26" y="T27"/>
                </a:cxn>
                <a:cxn ang="T48">
                  <a:pos x="T28" y="T29"/>
                </a:cxn>
                <a:cxn ang="T49">
                  <a:pos x="T30" y="T31"/>
                </a:cxn>
                <a:cxn ang="T50">
                  <a:pos x="T32" y="T33"/>
                </a:cxn>
              </a:cxnLst>
              <a:rect l="T51" t="T52" r="T53" b="T54"/>
              <a:pathLst>
                <a:path w="107" h="53">
                  <a:moveTo>
                    <a:pt x="53" y="0"/>
                  </a:moveTo>
                  <a:lnTo>
                    <a:pt x="107" y="0"/>
                  </a:lnTo>
                  <a:lnTo>
                    <a:pt x="105" y="11"/>
                  </a:lnTo>
                  <a:lnTo>
                    <a:pt x="101" y="23"/>
                  </a:lnTo>
                  <a:lnTo>
                    <a:pt x="94" y="32"/>
                  </a:lnTo>
                  <a:lnTo>
                    <a:pt x="86" y="41"/>
                  </a:lnTo>
                  <a:lnTo>
                    <a:pt x="76" y="47"/>
                  </a:lnTo>
                  <a:lnTo>
                    <a:pt x="65" y="51"/>
                  </a:lnTo>
                  <a:lnTo>
                    <a:pt x="53" y="53"/>
                  </a:lnTo>
                  <a:lnTo>
                    <a:pt x="41" y="51"/>
                  </a:lnTo>
                  <a:lnTo>
                    <a:pt x="30" y="47"/>
                  </a:lnTo>
                  <a:lnTo>
                    <a:pt x="20" y="41"/>
                  </a:lnTo>
                  <a:lnTo>
                    <a:pt x="12" y="32"/>
                  </a:lnTo>
                  <a:lnTo>
                    <a:pt x="5" y="23"/>
                  </a:lnTo>
                  <a:lnTo>
                    <a:pt x="1" y="11"/>
                  </a:lnTo>
                  <a:lnTo>
                    <a:pt x="0" y="0"/>
                  </a:lnTo>
                  <a:lnTo>
                    <a:pt x="53" y="0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52" name="Freeform 4483">
              <a:extLst>
                <a:ext uri="{FF2B5EF4-FFF2-40B4-BE49-F238E27FC236}">
                  <a16:creationId xmlns:a16="http://schemas.microsoft.com/office/drawing/2014/main" id="{DF1698F3-E00E-3147-5689-7F6C00BF27ED}"/>
                </a:ext>
              </a:extLst>
            </p:cNvPr>
            <p:cNvSpPr>
              <a:spLocks/>
            </p:cNvSpPr>
            <p:nvPr/>
          </p:nvSpPr>
          <p:spPr bwMode="auto">
            <a:xfrm>
              <a:off x="2993" y="2398"/>
              <a:ext cx="18" cy="9"/>
            </a:xfrm>
            <a:custGeom>
              <a:avLst/>
              <a:gdLst>
                <a:gd name="T0" fmla="*/ 0 w 107"/>
                <a:gd name="T1" fmla="*/ 0 h 53"/>
                <a:gd name="T2" fmla="*/ 0 w 107"/>
                <a:gd name="T3" fmla="*/ 0 h 53"/>
                <a:gd name="T4" fmla="*/ 0 w 107"/>
                <a:gd name="T5" fmla="*/ 0 h 53"/>
                <a:gd name="T6" fmla="*/ 0 w 107"/>
                <a:gd name="T7" fmla="*/ 0 h 53"/>
                <a:gd name="T8" fmla="*/ 0 w 107"/>
                <a:gd name="T9" fmla="*/ 0 h 53"/>
                <a:gd name="T10" fmla="*/ 0 w 107"/>
                <a:gd name="T11" fmla="*/ 0 h 53"/>
                <a:gd name="T12" fmla="*/ 0 w 107"/>
                <a:gd name="T13" fmla="*/ 0 h 53"/>
                <a:gd name="T14" fmla="*/ 0 w 107"/>
                <a:gd name="T15" fmla="*/ 0 h 53"/>
                <a:gd name="T16" fmla="*/ 0 w 107"/>
                <a:gd name="T17" fmla="*/ 0 h 53"/>
                <a:gd name="T18" fmla="*/ 0 w 107"/>
                <a:gd name="T19" fmla="*/ 0 h 53"/>
                <a:gd name="T20" fmla="*/ 0 w 107"/>
                <a:gd name="T21" fmla="*/ 0 h 53"/>
                <a:gd name="T22" fmla="*/ 0 w 107"/>
                <a:gd name="T23" fmla="*/ 0 h 53"/>
                <a:gd name="T24" fmla="*/ 0 w 107"/>
                <a:gd name="T25" fmla="*/ 0 h 53"/>
                <a:gd name="T26" fmla="*/ 0 w 107"/>
                <a:gd name="T27" fmla="*/ 0 h 53"/>
                <a:gd name="T28" fmla="*/ 0 w 107"/>
                <a:gd name="T29" fmla="*/ 0 h 53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w 107"/>
                <a:gd name="T46" fmla="*/ 0 h 53"/>
                <a:gd name="T47" fmla="*/ 107 w 107"/>
                <a:gd name="T48" fmla="*/ 53 h 53"/>
              </a:gdLst>
              <a:ahLst/>
              <a:cxnLst>
                <a:cxn ang="T30">
                  <a:pos x="T0" y="T1"/>
                </a:cxn>
                <a:cxn ang="T31">
                  <a:pos x="T2" y="T3"/>
                </a:cxn>
                <a:cxn ang="T32">
                  <a:pos x="T4" y="T5"/>
                </a:cxn>
                <a:cxn ang="T33">
                  <a:pos x="T6" y="T7"/>
                </a:cxn>
                <a:cxn ang="T34">
                  <a:pos x="T8" y="T9"/>
                </a:cxn>
                <a:cxn ang="T35">
                  <a:pos x="T10" y="T11"/>
                </a:cxn>
                <a:cxn ang="T36">
                  <a:pos x="T12" y="T13"/>
                </a:cxn>
                <a:cxn ang="T37">
                  <a:pos x="T14" y="T15"/>
                </a:cxn>
                <a:cxn ang="T38">
                  <a:pos x="T16" y="T17"/>
                </a:cxn>
                <a:cxn ang="T39">
                  <a:pos x="T18" y="T19"/>
                </a:cxn>
                <a:cxn ang="T40">
                  <a:pos x="T20" y="T21"/>
                </a:cxn>
                <a:cxn ang="T41">
                  <a:pos x="T22" y="T23"/>
                </a:cxn>
                <a:cxn ang="T42">
                  <a:pos x="T24" y="T25"/>
                </a:cxn>
                <a:cxn ang="T43">
                  <a:pos x="T26" y="T27"/>
                </a:cxn>
                <a:cxn ang="T44">
                  <a:pos x="T28" y="T29"/>
                </a:cxn>
              </a:cxnLst>
              <a:rect l="T45" t="T46" r="T47" b="T48"/>
              <a:pathLst>
                <a:path w="107" h="53">
                  <a:moveTo>
                    <a:pt x="107" y="0"/>
                  </a:moveTo>
                  <a:lnTo>
                    <a:pt x="105" y="11"/>
                  </a:lnTo>
                  <a:lnTo>
                    <a:pt x="101" y="23"/>
                  </a:lnTo>
                  <a:lnTo>
                    <a:pt x="94" y="32"/>
                  </a:lnTo>
                  <a:lnTo>
                    <a:pt x="86" y="41"/>
                  </a:lnTo>
                  <a:lnTo>
                    <a:pt x="76" y="47"/>
                  </a:lnTo>
                  <a:lnTo>
                    <a:pt x="65" y="51"/>
                  </a:lnTo>
                  <a:lnTo>
                    <a:pt x="53" y="53"/>
                  </a:lnTo>
                  <a:lnTo>
                    <a:pt x="41" y="51"/>
                  </a:lnTo>
                  <a:lnTo>
                    <a:pt x="30" y="47"/>
                  </a:lnTo>
                  <a:lnTo>
                    <a:pt x="20" y="41"/>
                  </a:lnTo>
                  <a:lnTo>
                    <a:pt x="12" y="32"/>
                  </a:lnTo>
                  <a:lnTo>
                    <a:pt x="5" y="23"/>
                  </a:lnTo>
                  <a:lnTo>
                    <a:pt x="1" y="11"/>
                  </a:lnTo>
                  <a:lnTo>
                    <a:pt x="0" y="0"/>
                  </a:lnTo>
                </a:path>
              </a:pathLst>
            </a:custGeom>
            <a:noFill/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53" name="Line 4484">
              <a:extLst>
                <a:ext uri="{FF2B5EF4-FFF2-40B4-BE49-F238E27FC236}">
                  <a16:creationId xmlns:a16="http://schemas.microsoft.com/office/drawing/2014/main" id="{0B3B836B-8BAC-C86B-5C95-94A02130A504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208" y="2339"/>
              <a:ext cx="1" cy="59"/>
            </a:xfrm>
            <a:prstGeom prst="line">
              <a:avLst/>
            </a:prstGeom>
            <a:noFill/>
            <a:ln w="0">
              <a:solidFill>
                <a:srgbClr val="0000FF"/>
              </a:solidFill>
              <a:round/>
              <a:headEnd/>
              <a:tailEnd/>
            </a:ln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54" name="Line 4485">
              <a:extLst>
                <a:ext uri="{FF2B5EF4-FFF2-40B4-BE49-F238E27FC236}">
                  <a16:creationId xmlns:a16="http://schemas.microsoft.com/office/drawing/2014/main" id="{A5FE3D56-A291-40E8-DEBB-890F9C73D5EE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208" y="2261"/>
              <a:ext cx="1" cy="52"/>
            </a:xfrm>
            <a:prstGeom prst="line">
              <a:avLst/>
            </a:prstGeom>
            <a:noFill/>
            <a:ln w="0">
              <a:solidFill>
                <a:srgbClr val="0000FF"/>
              </a:solidFill>
              <a:round/>
              <a:headEnd/>
              <a:tailEnd/>
            </a:ln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55" name="Line 4486">
              <a:extLst>
                <a:ext uri="{FF2B5EF4-FFF2-40B4-BE49-F238E27FC236}">
                  <a16:creationId xmlns:a16="http://schemas.microsoft.com/office/drawing/2014/main" id="{1A0635A5-7D27-71E9-E950-B7D73C3202DC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208" y="2183"/>
              <a:ext cx="1" cy="52"/>
            </a:xfrm>
            <a:prstGeom prst="line">
              <a:avLst/>
            </a:prstGeom>
            <a:noFill/>
            <a:ln w="0">
              <a:solidFill>
                <a:srgbClr val="0000FF"/>
              </a:solidFill>
              <a:round/>
              <a:headEnd/>
              <a:tailEnd/>
            </a:ln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56" name="Line 4487">
              <a:extLst>
                <a:ext uri="{FF2B5EF4-FFF2-40B4-BE49-F238E27FC236}">
                  <a16:creationId xmlns:a16="http://schemas.microsoft.com/office/drawing/2014/main" id="{83DFB41B-B09D-5457-9DDD-74B2F5A1346E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208" y="2104"/>
              <a:ext cx="1" cy="53"/>
            </a:xfrm>
            <a:prstGeom prst="line">
              <a:avLst/>
            </a:prstGeom>
            <a:noFill/>
            <a:ln w="0">
              <a:solidFill>
                <a:srgbClr val="0000FF"/>
              </a:solidFill>
              <a:round/>
              <a:headEnd/>
              <a:tailEnd/>
            </a:ln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57" name="Line 4488">
              <a:extLst>
                <a:ext uri="{FF2B5EF4-FFF2-40B4-BE49-F238E27FC236}">
                  <a16:creationId xmlns:a16="http://schemas.microsoft.com/office/drawing/2014/main" id="{7B4FB441-C8A9-9C52-9626-073447D8E82C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208" y="2019"/>
              <a:ext cx="1" cy="59"/>
            </a:xfrm>
            <a:prstGeom prst="line">
              <a:avLst/>
            </a:prstGeom>
            <a:noFill/>
            <a:ln w="0">
              <a:solidFill>
                <a:srgbClr val="0000FF"/>
              </a:solidFill>
              <a:round/>
              <a:headEnd/>
              <a:tailEnd/>
            </a:ln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58" name="Freeform 4489">
              <a:extLst>
                <a:ext uri="{FF2B5EF4-FFF2-40B4-BE49-F238E27FC236}">
                  <a16:creationId xmlns:a16="http://schemas.microsoft.com/office/drawing/2014/main" id="{DB17400F-A571-34C6-6399-9F802EFEA726}"/>
                </a:ext>
              </a:extLst>
            </p:cNvPr>
            <p:cNvSpPr>
              <a:spLocks/>
            </p:cNvSpPr>
            <p:nvPr/>
          </p:nvSpPr>
          <p:spPr bwMode="auto">
            <a:xfrm>
              <a:off x="4300" y="3286"/>
              <a:ext cx="9" cy="18"/>
            </a:xfrm>
            <a:custGeom>
              <a:avLst/>
              <a:gdLst>
                <a:gd name="T0" fmla="*/ 0 w 54"/>
                <a:gd name="T1" fmla="*/ 0 h 107"/>
                <a:gd name="T2" fmla="*/ 0 w 54"/>
                <a:gd name="T3" fmla="*/ 0 h 107"/>
                <a:gd name="T4" fmla="*/ 0 w 54"/>
                <a:gd name="T5" fmla="*/ 0 h 107"/>
                <a:gd name="T6" fmla="*/ 0 w 54"/>
                <a:gd name="T7" fmla="*/ 0 h 107"/>
                <a:gd name="T8" fmla="*/ 0 w 54"/>
                <a:gd name="T9" fmla="*/ 0 h 107"/>
                <a:gd name="T10" fmla="*/ 0 w 54"/>
                <a:gd name="T11" fmla="*/ 0 h 107"/>
                <a:gd name="T12" fmla="*/ 0 w 54"/>
                <a:gd name="T13" fmla="*/ 0 h 107"/>
                <a:gd name="T14" fmla="*/ 0 w 54"/>
                <a:gd name="T15" fmla="*/ 0 h 107"/>
                <a:gd name="T16" fmla="*/ 0 w 54"/>
                <a:gd name="T17" fmla="*/ 0 h 107"/>
                <a:gd name="T18" fmla="*/ 0 w 54"/>
                <a:gd name="T19" fmla="*/ 0 h 107"/>
                <a:gd name="T20" fmla="*/ 0 w 54"/>
                <a:gd name="T21" fmla="*/ 0 h 107"/>
                <a:gd name="T22" fmla="*/ 0 w 54"/>
                <a:gd name="T23" fmla="*/ 0 h 107"/>
                <a:gd name="T24" fmla="*/ 0 w 54"/>
                <a:gd name="T25" fmla="*/ 0 h 107"/>
                <a:gd name="T26" fmla="*/ 0 w 54"/>
                <a:gd name="T27" fmla="*/ 0 h 107"/>
                <a:gd name="T28" fmla="*/ 0 w 54"/>
                <a:gd name="T29" fmla="*/ 0 h 107"/>
                <a:gd name="T30" fmla="*/ 0 w 54"/>
                <a:gd name="T31" fmla="*/ 0 h 107"/>
                <a:gd name="T32" fmla="*/ 0 w 54"/>
                <a:gd name="T33" fmla="*/ 0 h 107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w 54"/>
                <a:gd name="T52" fmla="*/ 0 h 107"/>
                <a:gd name="T53" fmla="*/ 54 w 54"/>
                <a:gd name="T54" fmla="*/ 107 h 107"/>
              </a:gdLst>
              <a:ahLst/>
              <a:cxnLst>
                <a:cxn ang="T34">
                  <a:pos x="T0" y="T1"/>
                </a:cxn>
                <a:cxn ang="T35">
                  <a:pos x="T2" y="T3"/>
                </a:cxn>
                <a:cxn ang="T36">
                  <a:pos x="T4" y="T5"/>
                </a:cxn>
                <a:cxn ang="T37">
                  <a:pos x="T6" y="T7"/>
                </a:cxn>
                <a:cxn ang="T38">
                  <a:pos x="T8" y="T9"/>
                </a:cxn>
                <a:cxn ang="T39">
                  <a:pos x="T10" y="T11"/>
                </a:cxn>
                <a:cxn ang="T40">
                  <a:pos x="T12" y="T13"/>
                </a:cxn>
                <a:cxn ang="T41">
                  <a:pos x="T14" y="T15"/>
                </a:cxn>
                <a:cxn ang="T42">
                  <a:pos x="T16" y="T17"/>
                </a:cxn>
                <a:cxn ang="T43">
                  <a:pos x="T18" y="T19"/>
                </a:cxn>
                <a:cxn ang="T44">
                  <a:pos x="T20" y="T21"/>
                </a:cxn>
                <a:cxn ang="T45">
                  <a:pos x="T22" y="T23"/>
                </a:cxn>
                <a:cxn ang="T46">
                  <a:pos x="T24" y="T25"/>
                </a:cxn>
                <a:cxn ang="T47">
                  <a:pos x="T26" y="T27"/>
                </a:cxn>
                <a:cxn ang="T48">
                  <a:pos x="T28" y="T29"/>
                </a:cxn>
                <a:cxn ang="T49">
                  <a:pos x="T30" y="T31"/>
                </a:cxn>
                <a:cxn ang="T50">
                  <a:pos x="T32" y="T33"/>
                </a:cxn>
              </a:cxnLst>
              <a:rect l="T51" t="T52" r="T53" b="T54"/>
              <a:pathLst>
                <a:path w="54" h="107">
                  <a:moveTo>
                    <a:pt x="0" y="54"/>
                  </a:moveTo>
                  <a:lnTo>
                    <a:pt x="0" y="0"/>
                  </a:lnTo>
                  <a:lnTo>
                    <a:pt x="11" y="2"/>
                  </a:lnTo>
                  <a:lnTo>
                    <a:pt x="23" y="6"/>
                  </a:lnTo>
                  <a:lnTo>
                    <a:pt x="32" y="12"/>
                  </a:lnTo>
                  <a:lnTo>
                    <a:pt x="41" y="21"/>
                  </a:lnTo>
                  <a:lnTo>
                    <a:pt x="47" y="30"/>
                  </a:lnTo>
                  <a:lnTo>
                    <a:pt x="51" y="42"/>
                  </a:lnTo>
                  <a:lnTo>
                    <a:pt x="54" y="54"/>
                  </a:lnTo>
                  <a:lnTo>
                    <a:pt x="51" y="65"/>
                  </a:lnTo>
                  <a:lnTo>
                    <a:pt x="47" y="77"/>
                  </a:lnTo>
                  <a:lnTo>
                    <a:pt x="41" y="86"/>
                  </a:lnTo>
                  <a:lnTo>
                    <a:pt x="32" y="95"/>
                  </a:lnTo>
                  <a:lnTo>
                    <a:pt x="23" y="101"/>
                  </a:lnTo>
                  <a:lnTo>
                    <a:pt x="11" y="105"/>
                  </a:lnTo>
                  <a:lnTo>
                    <a:pt x="0" y="107"/>
                  </a:lnTo>
                  <a:lnTo>
                    <a:pt x="0" y="54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59" name="Freeform 4490">
              <a:extLst>
                <a:ext uri="{FF2B5EF4-FFF2-40B4-BE49-F238E27FC236}">
                  <a16:creationId xmlns:a16="http://schemas.microsoft.com/office/drawing/2014/main" id="{C2A323C2-2A9E-F366-A0F2-9EB3435ABD9A}"/>
                </a:ext>
              </a:extLst>
            </p:cNvPr>
            <p:cNvSpPr>
              <a:spLocks/>
            </p:cNvSpPr>
            <p:nvPr/>
          </p:nvSpPr>
          <p:spPr bwMode="auto">
            <a:xfrm>
              <a:off x="4300" y="3286"/>
              <a:ext cx="9" cy="18"/>
            </a:xfrm>
            <a:custGeom>
              <a:avLst/>
              <a:gdLst>
                <a:gd name="T0" fmla="*/ 0 w 54"/>
                <a:gd name="T1" fmla="*/ 0 h 107"/>
                <a:gd name="T2" fmla="*/ 0 w 54"/>
                <a:gd name="T3" fmla="*/ 0 h 107"/>
                <a:gd name="T4" fmla="*/ 0 w 54"/>
                <a:gd name="T5" fmla="*/ 0 h 107"/>
                <a:gd name="T6" fmla="*/ 0 w 54"/>
                <a:gd name="T7" fmla="*/ 0 h 107"/>
                <a:gd name="T8" fmla="*/ 0 w 54"/>
                <a:gd name="T9" fmla="*/ 0 h 107"/>
                <a:gd name="T10" fmla="*/ 0 w 54"/>
                <a:gd name="T11" fmla="*/ 0 h 107"/>
                <a:gd name="T12" fmla="*/ 0 w 54"/>
                <a:gd name="T13" fmla="*/ 0 h 107"/>
                <a:gd name="T14" fmla="*/ 0 w 54"/>
                <a:gd name="T15" fmla="*/ 0 h 107"/>
                <a:gd name="T16" fmla="*/ 0 w 54"/>
                <a:gd name="T17" fmla="*/ 0 h 107"/>
                <a:gd name="T18" fmla="*/ 0 w 54"/>
                <a:gd name="T19" fmla="*/ 0 h 107"/>
                <a:gd name="T20" fmla="*/ 0 w 54"/>
                <a:gd name="T21" fmla="*/ 0 h 107"/>
                <a:gd name="T22" fmla="*/ 0 w 54"/>
                <a:gd name="T23" fmla="*/ 0 h 107"/>
                <a:gd name="T24" fmla="*/ 0 w 54"/>
                <a:gd name="T25" fmla="*/ 0 h 107"/>
                <a:gd name="T26" fmla="*/ 0 w 54"/>
                <a:gd name="T27" fmla="*/ 0 h 107"/>
                <a:gd name="T28" fmla="*/ 0 w 54"/>
                <a:gd name="T29" fmla="*/ 0 h 107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w 54"/>
                <a:gd name="T46" fmla="*/ 0 h 107"/>
                <a:gd name="T47" fmla="*/ 54 w 54"/>
                <a:gd name="T48" fmla="*/ 107 h 107"/>
              </a:gdLst>
              <a:ahLst/>
              <a:cxnLst>
                <a:cxn ang="T30">
                  <a:pos x="T0" y="T1"/>
                </a:cxn>
                <a:cxn ang="T31">
                  <a:pos x="T2" y="T3"/>
                </a:cxn>
                <a:cxn ang="T32">
                  <a:pos x="T4" y="T5"/>
                </a:cxn>
                <a:cxn ang="T33">
                  <a:pos x="T6" y="T7"/>
                </a:cxn>
                <a:cxn ang="T34">
                  <a:pos x="T8" y="T9"/>
                </a:cxn>
                <a:cxn ang="T35">
                  <a:pos x="T10" y="T11"/>
                </a:cxn>
                <a:cxn ang="T36">
                  <a:pos x="T12" y="T13"/>
                </a:cxn>
                <a:cxn ang="T37">
                  <a:pos x="T14" y="T15"/>
                </a:cxn>
                <a:cxn ang="T38">
                  <a:pos x="T16" y="T17"/>
                </a:cxn>
                <a:cxn ang="T39">
                  <a:pos x="T18" y="T19"/>
                </a:cxn>
                <a:cxn ang="T40">
                  <a:pos x="T20" y="T21"/>
                </a:cxn>
                <a:cxn ang="T41">
                  <a:pos x="T22" y="T23"/>
                </a:cxn>
                <a:cxn ang="T42">
                  <a:pos x="T24" y="T25"/>
                </a:cxn>
                <a:cxn ang="T43">
                  <a:pos x="T26" y="T27"/>
                </a:cxn>
                <a:cxn ang="T44">
                  <a:pos x="T28" y="T29"/>
                </a:cxn>
              </a:cxnLst>
              <a:rect l="T45" t="T46" r="T47" b="T48"/>
              <a:pathLst>
                <a:path w="54" h="107">
                  <a:moveTo>
                    <a:pt x="0" y="0"/>
                  </a:moveTo>
                  <a:lnTo>
                    <a:pt x="11" y="2"/>
                  </a:lnTo>
                  <a:lnTo>
                    <a:pt x="23" y="6"/>
                  </a:lnTo>
                  <a:lnTo>
                    <a:pt x="32" y="12"/>
                  </a:lnTo>
                  <a:lnTo>
                    <a:pt x="41" y="21"/>
                  </a:lnTo>
                  <a:lnTo>
                    <a:pt x="47" y="30"/>
                  </a:lnTo>
                  <a:lnTo>
                    <a:pt x="51" y="42"/>
                  </a:lnTo>
                  <a:lnTo>
                    <a:pt x="54" y="54"/>
                  </a:lnTo>
                  <a:lnTo>
                    <a:pt x="51" y="65"/>
                  </a:lnTo>
                  <a:lnTo>
                    <a:pt x="47" y="77"/>
                  </a:lnTo>
                  <a:lnTo>
                    <a:pt x="41" y="86"/>
                  </a:lnTo>
                  <a:lnTo>
                    <a:pt x="32" y="95"/>
                  </a:lnTo>
                  <a:lnTo>
                    <a:pt x="23" y="101"/>
                  </a:lnTo>
                  <a:lnTo>
                    <a:pt x="11" y="105"/>
                  </a:lnTo>
                  <a:lnTo>
                    <a:pt x="0" y="107"/>
                  </a:lnTo>
                </a:path>
              </a:pathLst>
            </a:custGeom>
            <a:noFill/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60" name="Freeform 4491">
              <a:extLst>
                <a:ext uri="{FF2B5EF4-FFF2-40B4-BE49-F238E27FC236}">
                  <a16:creationId xmlns:a16="http://schemas.microsoft.com/office/drawing/2014/main" id="{3355805C-52B6-8B68-4BF0-6B5CC7435215}"/>
                </a:ext>
              </a:extLst>
            </p:cNvPr>
            <p:cNvSpPr>
              <a:spLocks/>
            </p:cNvSpPr>
            <p:nvPr/>
          </p:nvSpPr>
          <p:spPr bwMode="auto">
            <a:xfrm>
              <a:off x="3327" y="3286"/>
              <a:ext cx="973" cy="18"/>
            </a:xfrm>
            <a:custGeom>
              <a:avLst/>
              <a:gdLst>
                <a:gd name="T0" fmla="*/ 0 w 5840"/>
                <a:gd name="T1" fmla="*/ 0 h 107"/>
                <a:gd name="T2" fmla="*/ 0 w 5840"/>
                <a:gd name="T3" fmla="*/ 0 h 107"/>
                <a:gd name="T4" fmla="*/ 0 w 5840"/>
                <a:gd name="T5" fmla="*/ 0 h 107"/>
                <a:gd name="T6" fmla="*/ 0 w 5840"/>
                <a:gd name="T7" fmla="*/ 0 h 107"/>
                <a:gd name="T8" fmla="*/ 0 w 5840"/>
                <a:gd name="T9" fmla="*/ 0 h 107"/>
                <a:gd name="T10" fmla="*/ 0 w 5840"/>
                <a:gd name="T11" fmla="*/ 0 h 107"/>
                <a:gd name="T12" fmla="*/ 0 w 5840"/>
                <a:gd name="T13" fmla="*/ 0 h 107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5840"/>
                <a:gd name="T22" fmla="*/ 0 h 107"/>
                <a:gd name="T23" fmla="*/ 5840 w 5840"/>
                <a:gd name="T24" fmla="*/ 107 h 107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5840" h="107">
                  <a:moveTo>
                    <a:pt x="5840" y="107"/>
                  </a:moveTo>
                  <a:lnTo>
                    <a:pt x="5840" y="54"/>
                  </a:lnTo>
                  <a:lnTo>
                    <a:pt x="5840" y="0"/>
                  </a:lnTo>
                  <a:lnTo>
                    <a:pt x="0" y="0"/>
                  </a:lnTo>
                  <a:lnTo>
                    <a:pt x="0" y="54"/>
                  </a:lnTo>
                  <a:lnTo>
                    <a:pt x="0" y="107"/>
                  </a:lnTo>
                  <a:lnTo>
                    <a:pt x="5840" y="107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61" name="Freeform 4492">
              <a:extLst>
                <a:ext uri="{FF2B5EF4-FFF2-40B4-BE49-F238E27FC236}">
                  <a16:creationId xmlns:a16="http://schemas.microsoft.com/office/drawing/2014/main" id="{78E141A9-4E76-0A60-3C58-E2C1D1ABEE55}"/>
                </a:ext>
              </a:extLst>
            </p:cNvPr>
            <p:cNvSpPr>
              <a:spLocks/>
            </p:cNvSpPr>
            <p:nvPr/>
          </p:nvSpPr>
          <p:spPr bwMode="auto">
            <a:xfrm>
              <a:off x="3327" y="3286"/>
              <a:ext cx="973" cy="18"/>
            </a:xfrm>
            <a:custGeom>
              <a:avLst/>
              <a:gdLst>
                <a:gd name="T0" fmla="*/ 0 w 5840"/>
                <a:gd name="T1" fmla="*/ 0 h 107"/>
                <a:gd name="T2" fmla="*/ 0 w 5840"/>
                <a:gd name="T3" fmla="*/ 0 h 107"/>
                <a:gd name="T4" fmla="*/ 0 w 5840"/>
                <a:gd name="T5" fmla="*/ 0 h 107"/>
                <a:gd name="T6" fmla="*/ 0 w 5840"/>
                <a:gd name="T7" fmla="*/ 0 h 107"/>
                <a:gd name="T8" fmla="*/ 0 w 5840"/>
                <a:gd name="T9" fmla="*/ 0 h 107"/>
                <a:gd name="T10" fmla="*/ 0 w 5840"/>
                <a:gd name="T11" fmla="*/ 0 h 107"/>
                <a:gd name="T12" fmla="*/ 0 w 5840"/>
                <a:gd name="T13" fmla="*/ 0 h 107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5840"/>
                <a:gd name="T22" fmla="*/ 0 h 107"/>
                <a:gd name="T23" fmla="*/ 5840 w 5840"/>
                <a:gd name="T24" fmla="*/ 107 h 107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5840" h="107">
                  <a:moveTo>
                    <a:pt x="5840" y="107"/>
                  </a:moveTo>
                  <a:lnTo>
                    <a:pt x="5840" y="54"/>
                  </a:lnTo>
                  <a:lnTo>
                    <a:pt x="5840" y="0"/>
                  </a:lnTo>
                  <a:lnTo>
                    <a:pt x="0" y="0"/>
                  </a:lnTo>
                  <a:lnTo>
                    <a:pt x="0" y="54"/>
                  </a:lnTo>
                  <a:lnTo>
                    <a:pt x="0" y="107"/>
                  </a:lnTo>
                  <a:lnTo>
                    <a:pt x="5840" y="107"/>
                  </a:lnTo>
                  <a:close/>
                </a:path>
              </a:pathLst>
            </a:custGeom>
            <a:noFill/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62" name="Freeform 4493">
              <a:extLst>
                <a:ext uri="{FF2B5EF4-FFF2-40B4-BE49-F238E27FC236}">
                  <a16:creationId xmlns:a16="http://schemas.microsoft.com/office/drawing/2014/main" id="{C489C62F-F6AF-D549-0E2D-15A882872EBF}"/>
                </a:ext>
              </a:extLst>
            </p:cNvPr>
            <p:cNvSpPr>
              <a:spLocks/>
            </p:cNvSpPr>
            <p:nvPr/>
          </p:nvSpPr>
          <p:spPr bwMode="auto">
            <a:xfrm>
              <a:off x="3318" y="3286"/>
              <a:ext cx="9" cy="18"/>
            </a:xfrm>
            <a:custGeom>
              <a:avLst/>
              <a:gdLst>
                <a:gd name="T0" fmla="*/ 0 w 53"/>
                <a:gd name="T1" fmla="*/ 0 h 107"/>
                <a:gd name="T2" fmla="*/ 0 w 53"/>
                <a:gd name="T3" fmla="*/ 0 h 107"/>
                <a:gd name="T4" fmla="*/ 0 w 53"/>
                <a:gd name="T5" fmla="*/ 0 h 107"/>
                <a:gd name="T6" fmla="*/ 0 w 53"/>
                <a:gd name="T7" fmla="*/ 0 h 107"/>
                <a:gd name="T8" fmla="*/ 0 w 53"/>
                <a:gd name="T9" fmla="*/ 0 h 107"/>
                <a:gd name="T10" fmla="*/ 0 w 53"/>
                <a:gd name="T11" fmla="*/ 0 h 107"/>
                <a:gd name="T12" fmla="*/ 0 w 53"/>
                <a:gd name="T13" fmla="*/ 0 h 107"/>
                <a:gd name="T14" fmla="*/ 0 w 53"/>
                <a:gd name="T15" fmla="*/ 0 h 107"/>
                <a:gd name="T16" fmla="*/ 0 w 53"/>
                <a:gd name="T17" fmla="*/ 0 h 107"/>
                <a:gd name="T18" fmla="*/ 0 w 53"/>
                <a:gd name="T19" fmla="*/ 0 h 107"/>
                <a:gd name="T20" fmla="*/ 0 w 53"/>
                <a:gd name="T21" fmla="*/ 0 h 107"/>
                <a:gd name="T22" fmla="*/ 0 w 53"/>
                <a:gd name="T23" fmla="*/ 0 h 107"/>
                <a:gd name="T24" fmla="*/ 0 w 53"/>
                <a:gd name="T25" fmla="*/ 0 h 107"/>
                <a:gd name="T26" fmla="*/ 0 w 53"/>
                <a:gd name="T27" fmla="*/ 0 h 107"/>
                <a:gd name="T28" fmla="*/ 0 w 53"/>
                <a:gd name="T29" fmla="*/ 0 h 107"/>
                <a:gd name="T30" fmla="*/ 0 w 53"/>
                <a:gd name="T31" fmla="*/ 0 h 107"/>
                <a:gd name="T32" fmla="*/ 0 w 53"/>
                <a:gd name="T33" fmla="*/ 0 h 107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w 53"/>
                <a:gd name="T52" fmla="*/ 0 h 107"/>
                <a:gd name="T53" fmla="*/ 53 w 53"/>
                <a:gd name="T54" fmla="*/ 107 h 107"/>
              </a:gdLst>
              <a:ahLst/>
              <a:cxnLst>
                <a:cxn ang="T34">
                  <a:pos x="T0" y="T1"/>
                </a:cxn>
                <a:cxn ang="T35">
                  <a:pos x="T2" y="T3"/>
                </a:cxn>
                <a:cxn ang="T36">
                  <a:pos x="T4" y="T5"/>
                </a:cxn>
                <a:cxn ang="T37">
                  <a:pos x="T6" y="T7"/>
                </a:cxn>
                <a:cxn ang="T38">
                  <a:pos x="T8" y="T9"/>
                </a:cxn>
                <a:cxn ang="T39">
                  <a:pos x="T10" y="T11"/>
                </a:cxn>
                <a:cxn ang="T40">
                  <a:pos x="T12" y="T13"/>
                </a:cxn>
                <a:cxn ang="T41">
                  <a:pos x="T14" y="T15"/>
                </a:cxn>
                <a:cxn ang="T42">
                  <a:pos x="T16" y="T17"/>
                </a:cxn>
                <a:cxn ang="T43">
                  <a:pos x="T18" y="T19"/>
                </a:cxn>
                <a:cxn ang="T44">
                  <a:pos x="T20" y="T21"/>
                </a:cxn>
                <a:cxn ang="T45">
                  <a:pos x="T22" y="T23"/>
                </a:cxn>
                <a:cxn ang="T46">
                  <a:pos x="T24" y="T25"/>
                </a:cxn>
                <a:cxn ang="T47">
                  <a:pos x="T26" y="T27"/>
                </a:cxn>
                <a:cxn ang="T48">
                  <a:pos x="T28" y="T29"/>
                </a:cxn>
                <a:cxn ang="T49">
                  <a:pos x="T30" y="T31"/>
                </a:cxn>
                <a:cxn ang="T50">
                  <a:pos x="T32" y="T33"/>
                </a:cxn>
              </a:cxnLst>
              <a:rect l="T51" t="T52" r="T53" b="T54"/>
              <a:pathLst>
                <a:path w="53" h="107">
                  <a:moveTo>
                    <a:pt x="53" y="54"/>
                  </a:moveTo>
                  <a:lnTo>
                    <a:pt x="53" y="107"/>
                  </a:lnTo>
                  <a:lnTo>
                    <a:pt x="42" y="105"/>
                  </a:lnTo>
                  <a:lnTo>
                    <a:pt x="30" y="101"/>
                  </a:lnTo>
                  <a:lnTo>
                    <a:pt x="20" y="95"/>
                  </a:lnTo>
                  <a:lnTo>
                    <a:pt x="12" y="86"/>
                  </a:lnTo>
                  <a:lnTo>
                    <a:pt x="6" y="77"/>
                  </a:lnTo>
                  <a:lnTo>
                    <a:pt x="1" y="65"/>
                  </a:lnTo>
                  <a:lnTo>
                    <a:pt x="0" y="54"/>
                  </a:lnTo>
                  <a:lnTo>
                    <a:pt x="1" y="42"/>
                  </a:lnTo>
                  <a:lnTo>
                    <a:pt x="6" y="30"/>
                  </a:lnTo>
                  <a:lnTo>
                    <a:pt x="12" y="21"/>
                  </a:lnTo>
                  <a:lnTo>
                    <a:pt x="20" y="12"/>
                  </a:lnTo>
                  <a:lnTo>
                    <a:pt x="30" y="6"/>
                  </a:lnTo>
                  <a:lnTo>
                    <a:pt x="42" y="2"/>
                  </a:lnTo>
                  <a:lnTo>
                    <a:pt x="53" y="0"/>
                  </a:lnTo>
                  <a:lnTo>
                    <a:pt x="53" y="54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63" name="Freeform 4494">
              <a:extLst>
                <a:ext uri="{FF2B5EF4-FFF2-40B4-BE49-F238E27FC236}">
                  <a16:creationId xmlns:a16="http://schemas.microsoft.com/office/drawing/2014/main" id="{2A289FB9-F1DB-BBD3-7C3C-55F1735B2FDB}"/>
                </a:ext>
              </a:extLst>
            </p:cNvPr>
            <p:cNvSpPr>
              <a:spLocks/>
            </p:cNvSpPr>
            <p:nvPr/>
          </p:nvSpPr>
          <p:spPr bwMode="auto">
            <a:xfrm>
              <a:off x="3318" y="3286"/>
              <a:ext cx="9" cy="18"/>
            </a:xfrm>
            <a:custGeom>
              <a:avLst/>
              <a:gdLst>
                <a:gd name="T0" fmla="*/ 0 w 53"/>
                <a:gd name="T1" fmla="*/ 0 h 107"/>
                <a:gd name="T2" fmla="*/ 0 w 53"/>
                <a:gd name="T3" fmla="*/ 0 h 107"/>
                <a:gd name="T4" fmla="*/ 0 w 53"/>
                <a:gd name="T5" fmla="*/ 0 h 107"/>
                <a:gd name="T6" fmla="*/ 0 w 53"/>
                <a:gd name="T7" fmla="*/ 0 h 107"/>
                <a:gd name="T8" fmla="*/ 0 w 53"/>
                <a:gd name="T9" fmla="*/ 0 h 107"/>
                <a:gd name="T10" fmla="*/ 0 w 53"/>
                <a:gd name="T11" fmla="*/ 0 h 107"/>
                <a:gd name="T12" fmla="*/ 0 w 53"/>
                <a:gd name="T13" fmla="*/ 0 h 107"/>
                <a:gd name="T14" fmla="*/ 0 w 53"/>
                <a:gd name="T15" fmla="*/ 0 h 107"/>
                <a:gd name="T16" fmla="*/ 0 w 53"/>
                <a:gd name="T17" fmla="*/ 0 h 107"/>
                <a:gd name="T18" fmla="*/ 0 w 53"/>
                <a:gd name="T19" fmla="*/ 0 h 107"/>
                <a:gd name="T20" fmla="*/ 0 w 53"/>
                <a:gd name="T21" fmla="*/ 0 h 107"/>
                <a:gd name="T22" fmla="*/ 0 w 53"/>
                <a:gd name="T23" fmla="*/ 0 h 107"/>
                <a:gd name="T24" fmla="*/ 0 w 53"/>
                <a:gd name="T25" fmla="*/ 0 h 107"/>
                <a:gd name="T26" fmla="*/ 0 w 53"/>
                <a:gd name="T27" fmla="*/ 0 h 107"/>
                <a:gd name="T28" fmla="*/ 0 w 53"/>
                <a:gd name="T29" fmla="*/ 0 h 107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w 53"/>
                <a:gd name="T46" fmla="*/ 0 h 107"/>
                <a:gd name="T47" fmla="*/ 53 w 53"/>
                <a:gd name="T48" fmla="*/ 107 h 107"/>
              </a:gdLst>
              <a:ahLst/>
              <a:cxnLst>
                <a:cxn ang="T30">
                  <a:pos x="T0" y="T1"/>
                </a:cxn>
                <a:cxn ang="T31">
                  <a:pos x="T2" y="T3"/>
                </a:cxn>
                <a:cxn ang="T32">
                  <a:pos x="T4" y="T5"/>
                </a:cxn>
                <a:cxn ang="T33">
                  <a:pos x="T6" y="T7"/>
                </a:cxn>
                <a:cxn ang="T34">
                  <a:pos x="T8" y="T9"/>
                </a:cxn>
                <a:cxn ang="T35">
                  <a:pos x="T10" y="T11"/>
                </a:cxn>
                <a:cxn ang="T36">
                  <a:pos x="T12" y="T13"/>
                </a:cxn>
                <a:cxn ang="T37">
                  <a:pos x="T14" y="T15"/>
                </a:cxn>
                <a:cxn ang="T38">
                  <a:pos x="T16" y="T17"/>
                </a:cxn>
                <a:cxn ang="T39">
                  <a:pos x="T18" y="T19"/>
                </a:cxn>
                <a:cxn ang="T40">
                  <a:pos x="T20" y="T21"/>
                </a:cxn>
                <a:cxn ang="T41">
                  <a:pos x="T22" y="T23"/>
                </a:cxn>
                <a:cxn ang="T42">
                  <a:pos x="T24" y="T25"/>
                </a:cxn>
                <a:cxn ang="T43">
                  <a:pos x="T26" y="T27"/>
                </a:cxn>
                <a:cxn ang="T44">
                  <a:pos x="T28" y="T29"/>
                </a:cxn>
              </a:cxnLst>
              <a:rect l="T45" t="T46" r="T47" b="T48"/>
              <a:pathLst>
                <a:path w="53" h="107">
                  <a:moveTo>
                    <a:pt x="53" y="107"/>
                  </a:moveTo>
                  <a:lnTo>
                    <a:pt x="42" y="105"/>
                  </a:lnTo>
                  <a:lnTo>
                    <a:pt x="30" y="101"/>
                  </a:lnTo>
                  <a:lnTo>
                    <a:pt x="20" y="95"/>
                  </a:lnTo>
                  <a:lnTo>
                    <a:pt x="12" y="86"/>
                  </a:lnTo>
                  <a:lnTo>
                    <a:pt x="6" y="77"/>
                  </a:lnTo>
                  <a:lnTo>
                    <a:pt x="1" y="65"/>
                  </a:lnTo>
                  <a:lnTo>
                    <a:pt x="0" y="54"/>
                  </a:lnTo>
                  <a:lnTo>
                    <a:pt x="1" y="42"/>
                  </a:lnTo>
                  <a:lnTo>
                    <a:pt x="6" y="30"/>
                  </a:lnTo>
                  <a:lnTo>
                    <a:pt x="12" y="21"/>
                  </a:lnTo>
                  <a:lnTo>
                    <a:pt x="20" y="12"/>
                  </a:lnTo>
                  <a:lnTo>
                    <a:pt x="30" y="6"/>
                  </a:lnTo>
                  <a:lnTo>
                    <a:pt x="42" y="2"/>
                  </a:lnTo>
                  <a:lnTo>
                    <a:pt x="53" y="0"/>
                  </a:lnTo>
                </a:path>
              </a:pathLst>
            </a:custGeom>
            <a:noFill/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64" name="Freeform 4495">
              <a:extLst>
                <a:ext uri="{FF2B5EF4-FFF2-40B4-BE49-F238E27FC236}">
                  <a16:creationId xmlns:a16="http://schemas.microsoft.com/office/drawing/2014/main" id="{AD34C12E-74B7-00C1-20E3-B25D4F1BAC59}"/>
                </a:ext>
              </a:extLst>
            </p:cNvPr>
            <p:cNvSpPr>
              <a:spLocks/>
            </p:cNvSpPr>
            <p:nvPr/>
          </p:nvSpPr>
          <p:spPr bwMode="auto">
            <a:xfrm>
              <a:off x="3495" y="2813"/>
              <a:ext cx="8" cy="18"/>
            </a:xfrm>
            <a:custGeom>
              <a:avLst/>
              <a:gdLst>
                <a:gd name="T0" fmla="*/ 0 w 53"/>
                <a:gd name="T1" fmla="*/ 0 h 107"/>
                <a:gd name="T2" fmla="*/ 0 w 53"/>
                <a:gd name="T3" fmla="*/ 0 h 107"/>
                <a:gd name="T4" fmla="*/ 0 w 53"/>
                <a:gd name="T5" fmla="*/ 0 h 107"/>
                <a:gd name="T6" fmla="*/ 0 w 53"/>
                <a:gd name="T7" fmla="*/ 0 h 107"/>
                <a:gd name="T8" fmla="*/ 0 w 53"/>
                <a:gd name="T9" fmla="*/ 0 h 107"/>
                <a:gd name="T10" fmla="*/ 0 w 53"/>
                <a:gd name="T11" fmla="*/ 0 h 107"/>
                <a:gd name="T12" fmla="*/ 0 w 53"/>
                <a:gd name="T13" fmla="*/ 0 h 107"/>
                <a:gd name="T14" fmla="*/ 0 w 53"/>
                <a:gd name="T15" fmla="*/ 0 h 107"/>
                <a:gd name="T16" fmla="*/ 0 w 53"/>
                <a:gd name="T17" fmla="*/ 0 h 107"/>
                <a:gd name="T18" fmla="*/ 0 w 53"/>
                <a:gd name="T19" fmla="*/ 0 h 107"/>
                <a:gd name="T20" fmla="*/ 0 w 53"/>
                <a:gd name="T21" fmla="*/ 0 h 107"/>
                <a:gd name="T22" fmla="*/ 0 w 53"/>
                <a:gd name="T23" fmla="*/ 0 h 107"/>
                <a:gd name="T24" fmla="*/ 0 w 53"/>
                <a:gd name="T25" fmla="*/ 0 h 107"/>
                <a:gd name="T26" fmla="*/ 0 w 53"/>
                <a:gd name="T27" fmla="*/ 0 h 107"/>
                <a:gd name="T28" fmla="*/ 0 w 53"/>
                <a:gd name="T29" fmla="*/ 0 h 107"/>
                <a:gd name="T30" fmla="*/ 0 w 53"/>
                <a:gd name="T31" fmla="*/ 0 h 107"/>
                <a:gd name="T32" fmla="*/ 0 w 53"/>
                <a:gd name="T33" fmla="*/ 0 h 107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w 53"/>
                <a:gd name="T52" fmla="*/ 0 h 107"/>
                <a:gd name="T53" fmla="*/ 53 w 53"/>
                <a:gd name="T54" fmla="*/ 107 h 107"/>
              </a:gdLst>
              <a:ahLst/>
              <a:cxnLst>
                <a:cxn ang="T34">
                  <a:pos x="T0" y="T1"/>
                </a:cxn>
                <a:cxn ang="T35">
                  <a:pos x="T2" y="T3"/>
                </a:cxn>
                <a:cxn ang="T36">
                  <a:pos x="T4" y="T5"/>
                </a:cxn>
                <a:cxn ang="T37">
                  <a:pos x="T6" y="T7"/>
                </a:cxn>
                <a:cxn ang="T38">
                  <a:pos x="T8" y="T9"/>
                </a:cxn>
                <a:cxn ang="T39">
                  <a:pos x="T10" y="T11"/>
                </a:cxn>
                <a:cxn ang="T40">
                  <a:pos x="T12" y="T13"/>
                </a:cxn>
                <a:cxn ang="T41">
                  <a:pos x="T14" y="T15"/>
                </a:cxn>
                <a:cxn ang="T42">
                  <a:pos x="T16" y="T17"/>
                </a:cxn>
                <a:cxn ang="T43">
                  <a:pos x="T18" y="T19"/>
                </a:cxn>
                <a:cxn ang="T44">
                  <a:pos x="T20" y="T21"/>
                </a:cxn>
                <a:cxn ang="T45">
                  <a:pos x="T22" y="T23"/>
                </a:cxn>
                <a:cxn ang="T46">
                  <a:pos x="T24" y="T25"/>
                </a:cxn>
                <a:cxn ang="T47">
                  <a:pos x="T26" y="T27"/>
                </a:cxn>
                <a:cxn ang="T48">
                  <a:pos x="T28" y="T29"/>
                </a:cxn>
                <a:cxn ang="T49">
                  <a:pos x="T30" y="T31"/>
                </a:cxn>
                <a:cxn ang="T50">
                  <a:pos x="T32" y="T33"/>
                </a:cxn>
              </a:cxnLst>
              <a:rect l="T51" t="T52" r="T53" b="T54"/>
              <a:pathLst>
                <a:path w="53" h="107">
                  <a:moveTo>
                    <a:pt x="53" y="54"/>
                  </a:moveTo>
                  <a:lnTo>
                    <a:pt x="53" y="107"/>
                  </a:lnTo>
                  <a:lnTo>
                    <a:pt x="41" y="106"/>
                  </a:lnTo>
                  <a:lnTo>
                    <a:pt x="30" y="102"/>
                  </a:lnTo>
                  <a:lnTo>
                    <a:pt x="20" y="95"/>
                  </a:lnTo>
                  <a:lnTo>
                    <a:pt x="12" y="87"/>
                  </a:lnTo>
                  <a:lnTo>
                    <a:pt x="5" y="77"/>
                  </a:lnTo>
                  <a:lnTo>
                    <a:pt x="1" y="66"/>
                  </a:lnTo>
                  <a:lnTo>
                    <a:pt x="0" y="54"/>
                  </a:lnTo>
                  <a:lnTo>
                    <a:pt x="1" y="42"/>
                  </a:lnTo>
                  <a:lnTo>
                    <a:pt x="5" y="31"/>
                  </a:lnTo>
                  <a:lnTo>
                    <a:pt x="12" y="21"/>
                  </a:lnTo>
                  <a:lnTo>
                    <a:pt x="20" y="13"/>
                  </a:lnTo>
                  <a:lnTo>
                    <a:pt x="30" y="6"/>
                  </a:lnTo>
                  <a:lnTo>
                    <a:pt x="41" y="2"/>
                  </a:lnTo>
                  <a:lnTo>
                    <a:pt x="53" y="0"/>
                  </a:lnTo>
                  <a:lnTo>
                    <a:pt x="53" y="54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65" name="Freeform 4496">
              <a:extLst>
                <a:ext uri="{FF2B5EF4-FFF2-40B4-BE49-F238E27FC236}">
                  <a16:creationId xmlns:a16="http://schemas.microsoft.com/office/drawing/2014/main" id="{9E6810D8-71F7-1FA2-E181-D80AB6CF8295}"/>
                </a:ext>
              </a:extLst>
            </p:cNvPr>
            <p:cNvSpPr>
              <a:spLocks/>
            </p:cNvSpPr>
            <p:nvPr/>
          </p:nvSpPr>
          <p:spPr bwMode="auto">
            <a:xfrm>
              <a:off x="3495" y="2813"/>
              <a:ext cx="8" cy="18"/>
            </a:xfrm>
            <a:custGeom>
              <a:avLst/>
              <a:gdLst>
                <a:gd name="T0" fmla="*/ 0 w 53"/>
                <a:gd name="T1" fmla="*/ 0 h 107"/>
                <a:gd name="T2" fmla="*/ 0 w 53"/>
                <a:gd name="T3" fmla="*/ 0 h 107"/>
                <a:gd name="T4" fmla="*/ 0 w 53"/>
                <a:gd name="T5" fmla="*/ 0 h 107"/>
                <a:gd name="T6" fmla="*/ 0 w 53"/>
                <a:gd name="T7" fmla="*/ 0 h 107"/>
                <a:gd name="T8" fmla="*/ 0 w 53"/>
                <a:gd name="T9" fmla="*/ 0 h 107"/>
                <a:gd name="T10" fmla="*/ 0 w 53"/>
                <a:gd name="T11" fmla="*/ 0 h 107"/>
                <a:gd name="T12" fmla="*/ 0 w 53"/>
                <a:gd name="T13" fmla="*/ 0 h 107"/>
                <a:gd name="T14" fmla="*/ 0 w 53"/>
                <a:gd name="T15" fmla="*/ 0 h 107"/>
                <a:gd name="T16" fmla="*/ 0 w 53"/>
                <a:gd name="T17" fmla="*/ 0 h 107"/>
                <a:gd name="T18" fmla="*/ 0 w 53"/>
                <a:gd name="T19" fmla="*/ 0 h 107"/>
                <a:gd name="T20" fmla="*/ 0 w 53"/>
                <a:gd name="T21" fmla="*/ 0 h 107"/>
                <a:gd name="T22" fmla="*/ 0 w 53"/>
                <a:gd name="T23" fmla="*/ 0 h 107"/>
                <a:gd name="T24" fmla="*/ 0 w 53"/>
                <a:gd name="T25" fmla="*/ 0 h 107"/>
                <a:gd name="T26" fmla="*/ 0 w 53"/>
                <a:gd name="T27" fmla="*/ 0 h 107"/>
                <a:gd name="T28" fmla="*/ 0 w 53"/>
                <a:gd name="T29" fmla="*/ 0 h 107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w 53"/>
                <a:gd name="T46" fmla="*/ 0 h 107"/>
                <a:gd name="T47" fmla="*/ 53 w 53"/>
                <a:gd name="T48" fmla="*/ 107 h 107"/>
              </a:gdLst>
              <a:ahLst/>
              <a:cxnLst>
                <a:cxn ang="T30">
                  <a:pos x="T0" y="T1"/>
                </a:cxn>
                <a:cxn ang="T31">
                  <a:pos x="T2" y="T3"/>
                </a:cxn>
                <a:cxn ang="T32">
                  <a:pos x="T4" y="T5"/>
                </a:cxn>
                <a:cxn ang="T33">
                  <a:pos x="T6" y="T7"/>
                </a:cxn>
                <a:cxn ang="T34">
                  <a:pos x="T8" y="T9"/>
                </a:cxn>
                <a:cxn ang="T35">
                  <a:pos x="T10" y="T11"/>
                </a:cxn>
                <a:cxn ang="T36">
                  <a:pos x="T12" y="T13"/>
                </a:cxn>
                <a:cxn ang="T37">
                  <a:pos x="T14" y="T15"/>
                </a:cxn>
                <a:cxn ang="T38">
                  <a:pos x="T16" y="T17"/>
                </a:cxn>
                <a:cxn ang="T39">
                  <a:pos x="T18" y="T19"/>
                </a:cxn>
                <a:cxn ang="T40">
                  <a:pos x="T20" y="T21"/>
                </a:cxn>
                <a:cxn ang="T41">
                  <a:pos x="T22" y="T23"/>
                </a:cxn>
                <a:cxn ang="T42">
                  <a:pos x="T24" y="T25"/>
                </a:cxn>
                <a:cxn ang="T43">
                  <a:pos x="T26" y="T27"/>
                </a:cxn>
                <a:cxn ang="T44">
                  <a:pos x="T28" y="T29"/>
                </a:cxn>
              </a:cxnLst>
              <a:rect l="T45" t="T46" r="T47" b="T48"/>
              <a:pathLst>
                <a:path w="53" h="107">
                  <a:moveTo>
                    <a:pt x="53" y="107"/>
                  </a:moveTo>
                  <a:lnTo>
                    <a:pt x="41" y="106"/>
                  </a:lnTo>
                  <a:lnTo>
                    <a:pt x="30" y="102"/>
                  </a:lnTo>
                  <a:lnTo>
                    <a:pt x="20" y="95"/>
                  </a:lnTo>
                  <a:lnTo>
                    <a:pt x="12" y="87"/>
                  </a:lnTo>
                  <a:lnTo>
                    <a:pt x="5" y="77"/>
                  </a:lnTo>
                  <a:lnTo>
                    <a:pt x="1" y="66"/>
                  </a:lnTo>
                  <a:lnTo>
                    <a:pt x="0" y="54"/>
                  </a:lnTo>
                  <a:lnTo>
                    <a:pt x="1" y="42"/>
                  </a:lnTo>
                  <a:lnTo>
                    <a:pt x="5" y="31"/>
                  </a:lnTo>
                  <a:lnTo>
                    <a:pt x="12" y="21"/>
                  </a:lnTo>
                  <a:lnTo>
                    <a:pt x="20" y="13"/>
                  </a:lnTo>
                  <a:lnTo>
                    <a:pt x="30" y="6"/>
                  </a:lnTo>
                  <a:lnTo>
                    <a:pt x="41" y="2"/>
                  </a:lnTo>
                  <a:lnTo>
                    <a:pt x="53" y="0"/>
                  </a:lnTo>
                </a:path>
              </a:pathLst>
            </a:custGeom>
            <a:noFill/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66" name="Freeform 4497">
              <a:extLst>
                <a:ext uri="{FF2B5EF4-FFF2-40B4-BE49-F238E27FC236}">
                  <a16:creationId xmlns:a16="http://schemas.microsoft.com/office/drawing/2014/main" id="{D7F507B2-118A-6001-FC06-6FA40369C3FB}"/>
                </a:ext>
              </a:extLst>
            </p:cNvPr>
            <p:cNvSpPr>
              <a:spLocks/>
            </p:cNvSpPr>
            <p:nvPr/>
          </p:nvSpPr>
          <p:spPr bwMode="auto">
            <a:xfrm>
              <a:off x="3503" y="2813"/>
              <a:ext cx="797" cy="18"/>
            </a:xfrm>
            <a:custGeom>
              <a:avLst/>
              <a:gdLst>
                <a:gd name="T0" fmla="*/ 0 w 4779"/>
                <a:gd name="T1" fmla="*/ 0 h 107"/>
                <a:gd name="T2" fmla="*/ 0 w 4779"/>
                <a:gd name="T3" fmla="*/ 0 h 107"/>
                <a:gd name="T4" fmla="*/ 0 w 4779"/>
                <a:gd name="T5" fmla="*/ 0 h 107"/>
                <a:gd name="T6" fmla="*/ 0 w 4779"/>
                <a:gd name="T7" fmla="*/ 0 h 107"/>
                <a:gd name="T8" fmla="*/ 0 w 4779"/>
                <a:gd name="T9" fmla="*/ 0 h 107"/>
                <a:gd name="T10" fmla="*/ 0 w 4779"/>
                <a:gd name="T11" fmla="*/ 0 h 107"/>
                <a:gd name="T12" fmla="*/ 0 w 4779"/>
                <a:gd name="T13" fmla="*/ 0 h 107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4779"/>
                <a:gd name="T22" fmla="*/ 0 h 107"/>
                <a:gd name="T23" fmla="*/ 4779 w 4779"/>
                <a:gd name="T24" fmla="*/ 107 h 107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4779" h="107">
                  <a:moveTo>
                    <a:pt x="0" y="0"/>
                  </a:moveTo>
                  <a:lnTo>
                    <a:pt x="0" y="54"/>
                  </a:lnTo>
                  <a:lnTo>
                    <a:pt x="0" y="107"/>
                  </a:lnTo>
                  <a:lnTo>
                    <a:pt x="4779" y="107"/>
                  </a:lnTo>
                  <a:lnTo>
                    <a:pt x="4779" y="54"/>
                  </a:lnTo>
                  <a:lnTo>
                    <a:pt x="4779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67" name="Freeform 4498">
              <a:extLst>
                <a:ext uri="{FF2B5EF4-FFF2-40B4-BE49-F238E27FC236}">
                  <a16:creationId xmlns:a16="http://schemas.microsoft.com/office/drawing/2014/main" id="{0CBEA271-E124-922D-D0E0-DEA948E9A9C7}"/>
                </a:ext>
              </a:extLst>
            </p:cNvPr>
            <p:cNvSpPr>
              <a:spLocks/>
            </p:cNvSpPr>
            <p:nvPr/>
          </p:nvSpPr>
          <p:spPr bwMode="auto">
            <a:xfrm>
              <a:off x="3503" y="2813"/>
              <a:ext cx="797" cy="18"/>
            </a:xfrm>
            <a:custGeom>
              <a:avLst/>
              <a:gdLst>
                <a:gd name="T0" fmla="*/ 0 w 4779"/>
                <a:gd name="T1" fmla="*/ 0 h 107"/>
                <a:gd name="T2" fmla="*/ 0 w 4779"/>
                <a:gd name="T3" fmla="*/ 0 h 107"/>
                <a:gd name="T4" fmla="*/ 0 w 4779"/>
                <a:gd name="T5" fmla="*/ 0 h 107"/>
                <a:gd name="T6" fmla="*/ 0 w 4779"/>
                <a:gd name="T7" fmla="*/ 0 h 107"/>
                <a:gd name="T8" fmla="*/ 0 w 4779"/>
                <a:gd name="T9" fmla="*/ 0 h 107"/>
                <a:gd name="T10" fmla="*/ 0 w 4779"/>
                <a:gd name="T11" fmla="*/ 0 h 107"/>
                <a:gd name="T12" fmla="*/ 0 w 4779"/>
                <a:gd name="T13" fmla="*/ 0 h 107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4779"/>
                <a:gd name="T22" fmla="*/ 0 h 107"/>
                <a:gd name="T23" fmla="*/ 4779 w 4779"/>
                <a:gd name="T24" fmla="*/ 107 h 107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4779" h="107">
                  <a:moveTo>
                    <a:pt x="0" y="0"/>
                  </a:moveTo>
                  <a:lnTo>
                    <a:pt x="0" y="54"/>
                  </a:lnTo>
                  <a:lnTo>
                    <a:pt x="0" y="107"/>
                  </a:lnTo>
                  <a:lnTo>
                    <a:pt x="4779" y="107"/>
                  </a:lnTo>
                  <a:lnTo>
                    <a:pt x="4779" y="54"/>
                  </a:lnTo>
                  <a:lnTo>
                    <a:pt x="4779" y="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68" name="Freeform 4499">
              <a:extLst>
                <a:ext uri="{FF2B5EF4-FFF2-40B4-BE49-F238E27FC236}">
                  <a16:creationId xmlns:a16="http://schemas.microsoft.com/office/drawing/2014/main" id="{CD4906EA-4579-4760-72DE-42369CE09F8C}"/>
                </a:ext>
              </a:extLst>
            </p:cNvPr>
            <p:cNvSpPr>
              <a:spLocks/>
            </p:cNvSpPr>
            <p:nvPr/>
          </p:nvSpPr>
          <p:spPr bwMode="auto">
            <a:xfrm>
              <a:off x="4300" y="2813"/>
              <a:ext cx="9" cy="18"/>
            </a:xfrm>
            <a:custGeom>
              <a:avLst/>
              <a:gdLst>
                <a:gd name="T0" fmla="*/ 0 w 54"/>
                <a:gd name="T1" fmla="*/ 0 h 107"/>
                <a:gd name="T2" fmla="*/ 0 w 54"/>
                <a:gd name="T3" fmla="*/ 0 h 107"/>
                <a:gd name="T4" fmla="*/ 0 w 54"/>
                <a:gd name="T5" fmla="*/ 0 h 107"/>
                <a:gd name="T6" fmla="*/ 0 w 54"/>
                <a:gd name="T7" fmla="*/ 0 h 107"/>
                <a:gd name="T8" fmla="*/ 0 w 54"/>
                <a:gd name="T9" fmla="*/ 0 h 107"/>
                <a:gd name="T10" fmla="*/ 0 w 54"/>
                <a:gd name="T11" fmla="*/ 0 h 107"/>
                <a:gd name="T12" fmla="*/ 0 w 54"/>
                <a:gd name="T13" fmla="*/ 0 h 107"/>
                <a:gd name="T14" fmla="*/ 0 w 54"/>
                <a:gd name="T15" fmla="*/ 0 h 107"/>
                <a:gd name="T16" fmla="*/ 0 w 54"/>
                <a:gd name="T17" fmla="*/ 0 h 107"/>
                <a:gd name="T18" fmla="*/ 0 w 54"/>
                <a:gd name="T19" fmla="*/ 0 h 107"/>
                <a:gd name="T20" fmla="*/ 0 w 54"/>
                <a:gd name="T21" fmla="*/ 0 h 107"/>
                <a:gd name="T22" fmla="*/ 0 w 54"/>
                <a:gd name="T23" fmla="*/ 0 h 107"/>
                <a:gd name="T24" fmla="*/ 0 w 54"/>
                <a:gd name="T25" fmla="*/ 0 h 107"/>
                <a:gd name="T26" fmla="*/ 0 w 54"/>
                <a:gd name="T27" fmla="*/ 0 h 107"/>
                <a:gd name="T28" fmla="*/ 0 w 54"/>
                <a:gd name="T29" fmla="*/ 0 h 107"/>
                <a:gd name="T30" fmla="*/ 0 w 54"/>
                <a:gd name="T31" fmla="*/ 0 h 107"/>
                <a:gd name="T32" fmla="*/ 0 w 54"/>
                <a:gd name="T33" fmla="*/ 0 h 107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w 54"/>
                <a:gd name="T52" fmla="*/ 0 h 107"/>
                <a:gd name="T53" fmla="*/ 54 w 54"/>
                <a:gd name="T54" fmla="*/ 107 h 107"/>
              </a:gdLst>
              <a:ahLst/>
              <a:cxnLst>
                <a:cxn ang="T34">
                  <a:pos x="T0" y="T1"/>
                </a:cxn>
                <a:cxn ang="T35">
                  <a:pos x="T2" y="T3"/>
                </a:cxn>
                <a:cxn ang="T36">
                  <a:pos x="T4" y="T5"/>
                </a:cxn>
                <a:cxn ang="T37">
                  <a:pos x="T6" y="T7"/>
                </a:cxn>
                <a:cxn ang="T38">
                  <a:pos x="T8" y="T9"/>
                </a:cxn>
                <a:cxn ang="T39">
                  <a:pos x="T10" y="T11"/>
                </a:cxn>
                <a:cxn ang="T40">
                  <a:pos x="T12" y="T13"/>
                </a:cxn>
                <a:cxn ang="T41">
                  <a:pos x="T14" y="T15"/>
                </a:cxn>
                <a:cxn ang="T42">
                  <a:pos x="T16" y="T17"/>
                </a:cxn>
                <a:cxn ang="T43">
                  <a:pos x="T18" y="T19"/>
                </a:cxn>
                <a:cxn ang="T44">
                  <a:pos x="T20" y="T21"/>
                </a:cxn>
                <a:cxn ang="T45">
                  <a:pos x="T22" y="T23"/>
                </a:cxn>
                <a:cxn ang="T46">
                  <a:pos x="T24" y="T25"/>
                </a:cxn>
                <a:cxn ang="T47">
                  <a:pos x="T26" y="T27"/>
                </a:cxn>
                <a:cxn ang="T48">
                  <a:pos x="T28" y="T29"/>
                </a:cxn>
                <a:cxn ang="T49">
                  <a:pos x="T30" y="T31"/>
                </a:cxn>
                <a:cxn ang="T50">
                  <a:pos x="T32" y="T33"/>
                </a:cxn>
              </a:cxnLst>
              <a:rect l="T51" t="T52" r="T53" b="T54"/>
              <a:pathLst>
                <a:path w="54" h="107">
                  <a:moveTo>
                    <a:pt x="0" y="54"/>
                  </a:moveTo>
                  <a:lnTo>
                    <a:pt x="0" y="0"/>
                  </a:lnTo>
                  <a:lnTo>
                    <a:pt x="11" y="2"/>
                  </a:lnTo>
                  <a:lnTo>
                    <a:pt x="23" y="6"/>
                  </a:lnTo>
                  <a:lnTo>
                    <a:pt x="32" y="13"/>
                  </a:lnTo>
                  <a:lnTo>
                    <a:pt x="41" y="21"/>
                  </a:lnTo>
                  <a:lnTo>
                    <a:pt x="47" y="31"/>
                  </a:lnTo>
                  <a:lnTo>
                    <a:pt x="51" y="42"/>
                  </a:lnTo>
                  <a:lnTo>
                    <a:pt x="54" y="54"/>
                  </a:lnTo>
                  <a:lnTo>
                    <a:pt x="51" y="66"/>
                  </a:lnTo>
                  <a:lnTo>
                    <a:pt x="47" y="77"/>
                  </a:lnTo>
                  <a:lnTo>
                    <a:pt x="41" y="87"/>
                  </a:lnTo>
                  <a:lnTo>
                    <a:pt x="32" y="95"/>
                  </a:lnTo>
                  <a:lnTo>
                    <a:pt x="23" y="102"/>
                  </a:lnTo>
                  <a:lnTo>
                    <a:pt x="11" y="106"/>
                  </a:lnTo>
                  <a:lnTo>
                    <a:pt x="0" y="107"/>
                  </a:lnTo>
                  <a:lnTo>
                    <a:pt x="0" y="54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69" name="Freeform 4500">
              <a:extLst>
                <a:ext uri="{FF2B5EF4-FFF2-40B4-BE49-F238E27FC236}">
                  <a16:creationId xmlns:a16="http://schemas.microsoft.com/office/drawing/2014/main" id="{BC82A74C-89FF-21F6-3C5F-1B935B1D3266}"/>
                </a:ext>
              </a:extLst>
            </p:cNvPr>
            <p:cNvSpPr>
              <a:spLocks/>
            </p:cNvSpPr>
            <p:nvPr/>
          </p:nvSpPr>
          <p:spPr bwMode="auto">
            <a:xfrm>
              <a:off x="4300" y="2813"/>
              <a:ext cx="9" cy="18"/>
            </a:xfrm>
            <a:custGeom>
              <a:avLst/>
              <a:gdLst>
                <a:gd name="T0" fmla="*/ 0 w 54"/>
                <a:gd name="T1" fmla="*/ 0 h 107"/>
                <a:gd name="T2" fmla="*/ 0 w 54"/>
                <a:gd name="T3" fmla="*/ 0 h 107"/>
                <a:gd name="T4" fmla="*/ 0 w 54"/>
                <a:gd name="T5" fmla="*/ 0 h 107"/>
                <a:gd name="T6" fmla="*/ 0 w 54"/>
                <a:gd name="T7" fmla="*/ 0 h 107"/>
                <a:gd name="T8" fmla="*/ 0 w 54"/>
                <a:gd name="T9" fmla="*/ 0 h 107"/>
                <a:gd name="T10" fmla="*/ 0 w 54"/>
                <a:gd name="T11" fmla="*/ 0 h 107"/>
                <a:gd name="T12" fmla="*/ 0 w 54"/>
                <a:gd name="T13" fmla="*/ 0 h 107"/>
                <a:gd name="T14" fmla="*/ 0 w 54"/>
                <a:gd name="T15" fmla="*/ 0 h 107"/>
                <a:gd name="T16" fmla="*/ 0 w 54"/>
                <a:gd name="T17" fmla="*/ 0 h 107"/>
                <a:gd name="T18" fmla="*/ 0 w 54"/>
                <a:gd name="T19" fmla="*/ 0 h 107"/>
                <a:gd name="T20" fmla="*/ 0 w 54"/>
                <a:gd name="T21" fmla="*/ 0 h 107"/>
                <a:gd name="T22" fmla="*/ 0 w 54"/>
                <a:gd name="T23" fmla="*/ 0 h 107"/>
                <a:gd name="T24" fmla="*/ 0 w 54"/>
                <a:gd name="T25" fmla="*/ 0 h 107"/>
                <a:gd name="T26" fmla="*/ 0 w 54"/>
                <a:gd name="T27" fmla="*/ 0 h 107"/>
                <a:gd name="T28" fmla="*/ 0 w 54"/>
                <a:gd name="T29" fmla="*/ 0 h 107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w 54"/>
                <a:gd name="T46" fmla="*/ 0 h 107"/>
                <a:gd name="T47" fmla="*/ 54 w 54"/>
                <a:gd name="T48" fmla="*/ 107 h 107"/>
              </a:gdLst>
              <a:ahLst/>
              <a:cxnLst>
                <a:cxn ang="T30">
                  <a:pos x="T0" y="T1"/>
                </a:cxn>
                <a:cxn ang="T31">
                  <a:pos x="T2" y="T3"/>
                </a:cxn>
                <a:cxn ang="T32">
                  <a:pos x="T4" y="T5"/>
                </a:cxn>
                <a:cxn ang="T33">
                  <a:pos x="T6" y="T7"/>
                </a:cxn>
                <a:cxn ang="T34">
                  <a:pos x="T8" y="T9"/>
                </a:cxn>
                <a:cxn ang="T35">
                  <a:pos x="T10" y="T11"/>
                </a:cxn>
                <a:cxn ang="T36">
                  <a:pos x="T12" y="T13"/>
                </a:cxn>
                <a:cxn ang="T37">
                  <a:pos x="T14" y="T15"/>
                </a:cxn>
                <a:cxn ang="T38">
                  <a:pos x="T16" y="T17"/>
                </a:cxn>
                <a:cxn ang="T39">
                  <a:pos x="T18" y="T19"/>
                </a:cxn>
                <a:cxn ang="T40">
                  <a:pos x="T20" y="T21"/>
                </a:cxn>
                <a:cxn ang="T41">
                  <a:pos x="T22" y="T23"/>
                </a:cxn>
                <a:cxn ang="T42">
                  <a:pos x="T24" y="T25"/>
                </a:cxn>
                <a:cxn ang="T43">
                  <a:pos x="T26" y="T27"/>
                </a:cxn>
                <a:cxn ang="T44">
                  <a:pos x="T28" y="T29"/>
                </a:cxn>
              </a:cxnLst>
              <a:rect l="T45" t="T46" r="T47" b="T48"/>
              <a:pathLst>
                <a:path w="54" h="107">
                  <a:moveTo>
                    <a:pt x="0" y="0"/>
                  </a:moveTo>
                  <a:lnTo>
                    <a:pt x="11" y="2"/>
                  </a:lnTo>
                  <a:lnTo>
                    <a:pt x="23" y="6"/>
                  </a:lnTo>
                  <a:lnTo>
                    <a:pt x="32" y="13"/>
                  </a:lnTo>
                  <a:lnTo>
                    <a:pt x="41" y="21"/>
                  </a:lnTo>
                  <a:lnTo>
                    <a:pt x="47" y="31"/>
                  </a:lnTo>
                  <a:lnTo>
                    <a:pt x="51" y="42"/>
                  </a:lnTo>
                  <a:lnTo>
                    <a:pt x="54" y="54"/>
                  </a:lnTo>
                  <a:lnTo>
                    <a:pt x="51" y="66"/>
                  </a:lnTo>
                  <a:lnTo>
                    <a:pt x="47" y="77"/>
                  </a:lnTo>
                  <a:lnTo>
                    <a:pt x="41" y="87"/>
                  </a:lnTo>
                  <a:lnTo>
                    <a:pt x="32" y="95"/>
                  </a:lnTo>
                  <a:lnTo>
                    <a:pt x="23" y="102"/>
                  </a:lnTo>
                  <a:lnTo>
                    <a:pt x="11" y="106"/>
                  </a:lnTo>
                  <a:lnTo>
                    <a:pt x="0" y="107"/>
                  </a:lnTo>
                </a:path>
              </a:pathLst>
            </a:custGeom>
            <a:noFill/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70" name="Freeform 4501">
              <a:extLst>
                <a:ext uri="{FF2B5EF4-FFF2-40B4-BE49-F238E27FC236}">
                  <a16:creationId xmlns:a16="http://schemas.microsoft.com/office/drawing/2014/main" id="{ECA2A95F-2950-243A-BDE3-555C789996B2}"/>
                </a:ext>
              </a:extLst>
            </p:cNvPr>
            <p:cNvSpPr>
              <a:spLocks/>
            </p:cNvSpPr>
            <p:nvPr/>
          </p:nvSpPr>
          <p:spPr bwMode="auto">
            <a:xfrm>
              <a:off x="3642" y="2813"/>
              <a:ext cx="18" cy="9"/>
            </a:xfrm>
            <a:custGeom>
              <a:avLst/>
              <a:gdLst>
                <a:gd name="T0" fmla="*/ 0 w 107"/>
                <a:gd name="T1" fmla="*/ 0 h 54"/>
                <a:gd name="T2" fmla="*/ 0 w 107"/>
                <a:gd name="T3" fmla="*/ 0 h 54"/>
                <a:gd name="T4" fmla="*/ 0 w 107"/>
                <a:gd name="T5" fmla="*/ 0 h 54"/>
                <a:gd name="T6" fmla="*/ 0 w 107"/>
                <a:gd name="T7" fmla="*/ 0 h 54"/>
                <a:gd name="T8" fmla="*/ 0 w 107"/>
                <a:gd name="T9" fmla="*/ 0 h 54"/>
                <a:gd name="T10" fmla="*/ 0 w 107"/>
                <a:gd name="T11" fmla="*/ 0 h 54"/>
                <a:gd name="T12" fmla="*/ 0 w 107"/>
                <a:gd name="T13" fmla="*/ 0 h 54"/>
                <a:gd name="T14" fmla="*/ 0 w 107"/>
                <a:gd name="T15" fmla="*/ 0 h 54"/>
                <a:gd name="T16" fmla="*/ 0 w 107"/>
                <a:gd name="T17" fmla="*/ 0 h 54"/>
                <a:gd name="T18" fmla="*/ 0 w 107"/>
                <a:gd name="T19" fmla="*/ 0 h 54"/>
                <a:gd name="T20" fmla="*/ 0 w 107"/>
                <a:gd name="T21" fmla="*/ 0 h 54"/>
                <a:gd name="T22" fmla="*/ 0 w 107"/>
                <a:gd name="T23" fmla="*/ 0 h 54"/>
                <a:gd name="T24" fmla="*/ 0 w 107"/>
                <a:gd name="T25" fmla="*/ 0 h 54"/>
                <a:gd name="T26" fmla="*/ 0 w 107"/>
                <a:gd name="T27" fmla="*/ 0 h 54"/>
                <a:gd name="T28" fmla="*/ 0 w 107"/>
                <a:gd name="T29" fmla="*/ 0 h 54"/>
                <a:gd name="T30" fmla="*/ 0 w 107"/>
                <a:gd name="T31" fmla="*/ 0 h 54"/>
                <a:gd name="T32" fmla="*/ 0 w 107"/>
                <a:gd name="T33" fmla="*/ 0 h 54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w 107"/>
                <a:gd name="T52" fmla="*/ 0 h 54"/>
                <a:gd name="T53" fmla="*/ 107 w 107"/>
                <a:gd name="T54" fmla="*/ 54 h 54"/>
              </a:gdLst>
              <a:ahLst/>
              <a:cxnLst>
                <a:cxn ang="T34">
                  <a:pos x="T0" y="T1"/>
                </a:cxn>
                <a:cxn ang="T35">
                  <a:pos x="T2" y="T3"/>
                </a:cxn>
                <a:cxn ang="T36">
                  <a:pos x="T4" y="T5"/>
                </a:cxn>
                <a:cxn ang="T37">
                  <a:pos x="T6" y="T7"/>
                </a:cxn>
                <a:cxn ang="T38">
                  <a:pos x="T8" y="T9"/>
                </a:cxn>
                <a:cxn ang="T39">
                  <a:pos x="T10" y="T11"/>
                </a:cxn>
                <a:cxn ang="T40">
                  <a:pos x="T12" y="T13"/>
                </a:cxn>
                <a:cxn ang="T41">
                  <a:pos x="T14" y="T15"/>
                </a:cxn>
                <a:cxn ang="T42">
                  <a:pos x="T16" y="T17"/>
                </a:cxn>
                <a:cxn ang="T43">
                  <a:pos x="T18" y="T19"/>
                </a:cxn>
                <a:cxn ang="T44">
                  <a:pos x="T20" y="T21"/>
                </a:cxn>
                <a:cxn ang="T45">
                  <a:pos x="T22" y="T23"/>
                </a:cxn>
                <a:cxn ang="T46">
                  <a:pos x="T24" y="T25"/>
                </a:cxn>
                <a:cxn ang="T47">
                  <a:pos x="T26" y="T27"/>
                </a:cxn>
                <a:cxn ang="T48">
                  <a:pos x="T28" y="T29"/>
                </a:cxn>
                <a:cxn ang="T49">
                  <a:pos x="T30" y="T31"/>
                </a:cxn>
                <a:cxn ang="T50">
                  <a:pos x="T32" y="T33"/>
                </a:cxn>
              </a:cxnLst>
              <a:rect l="T51" t="T52" r="T53" b="T54"/>
              <a:pathLst>
                <a:path w="107" h="54">
                  <a:moveTo>
                    <a:pt x="53" y="54"/>
                  </a:moveTo>
                  <a:lnTo>
                    <a:pt x="0" y="54"/>
                  </a:lnTo>
                  <a:lnTo>
                    <a:pt x="1" y="42"/>
                  </a:lnTo>
                  <a:lnTo>
                    <a:pt x="6" y="31"/>
                  </a:lnTo>
                  <a:lnTo>
                    <a:pt x="12" y="21"/>
                  </a:lnTo>
                  <a:lnTo>
                    <a:pt x="20" y="13"/>
                  </a:lnTo>
                  <a:lnTo>
                    <a:pt x="30" y="6"/>
                  </a:lnTo>
                  <a:lnTo>
                    <a:pt x="42" y="2"/>
                  </a:lnTo>
                  <a:lnTo>
                    <a:pt x="53" y="0"/>
                  </a:lnTo>
                  <a:lnTo>
                    <a:pt x="65" y="2"/>
                  </a:lnTo>
                  <a:lnTo>
                    <a:pt x="77" y="6"/>
                  </a:lnTo>
                  <a:lnTo>
                    <a:pt x="86" y="13"/>
                  </a:lnTo>
                  <a:lnTo>
                    <a:pt x="95" y="21"/>
                  </a:lnTo>
                  <a:lnTo>
                    <a:pt x="101" y="31"/>
                  </a:lnTo>
                  <a:lnTo>
                    <a:pt x="105" y="42"/>
                  </a:lnTo>
                  <a:lnTo>
                    <a:pt x="107" y="54"/>
                  </a:lnTo>
                  <a:lnTo>
                    <a:pt x="53" y="54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71" name="Freeform 4502">
              <a:extLst>
                <a:ext uri="{FF2B5EF4-FFF2-40B4-BE49-F238E27FC236}">
                  <a16:creationId xmlns:a16="http://schemas.microsoft.com/office/drawing/2014/main" id="{C217C571-7EC6-C7B2-2334-AFC2E3B349F2}"/>
                </a:ext>
              </a:extLst>
            </p:cNvPr>
            <p:cNvSpPr>
              <a:spLocks/>
            </p:cNvSpPr>
            <p:nvPr/>
          </p:nvSpPr>
          <p:spPr bwMode="auto">
            <a:xfrm>
              <a:off x="3642" y="2813"/>
              <a:ext cx="18" cy="9"/>
            </a:xfrm>
            <a:custGeom>
              <a:avLst/>
              <a:gdLst>
                <a:gd name="T0" fmla="*/ 0 w 107"/>
                <a:gd name="T1" fmla="*/ 0 h 54"/>
                <a:gd name="T2" fmla="*/ 0 w 107"/>
                <a:gd name="T3" fmla="*/ 0 h 54"/>
                <a:gd name="T4" fmla="*/ 0 w 107"/>
                <a:gd name="T5" fmla="*/ 0 h 54"/>
                <a:gd name="T6" fmla="*/ 0 w 107"/>
                <a:gd name="T7" fmla="*/ 0 h 54"/>
                <a:gd name="T8" fmla="*/ 0 w 107"/>
                <a:gd name="T9" fmla="*/ 0 h 54"/>
                <a:gd name="T10" fmla="*/ 0 w 107"/>
                <a:gd name="T11" fmla="*/ 0 h 54"/>
                <a:gd name="T12" fmla="*/ 0 w 107"/>
                <a:gd name="T13" fmla="*/ 0 h 54"/>
                <a:gd name="T14" fmla="*/ 0 w 107"/>
                <a:gd name="T15" fmla="*/ 0 h 54"/>
                <a:gd name="T16" fmla="*/ 0 w 107"/>
                <a:gd name="T17" fmla="*/ 0 h 54"/>
                <a:gd name="T18" fmla="*/ 0 w 107"/>
                <a:gd name="T19" fmla="*/ 0 h 54"/>
                <a:gd name="T20" fmla="*/ 0 w 107"/>
                <a:gd name="T21" fmla="*/ 0 h 54"/>
                <a:gd name="T22" fmla="*/ 0 w 107"/>
                <a:gd name="T23" fmla="*/ 0 h 54"/>
                <a:gd name="T24" fmla="*/ 0 w 107"/>
                <a:gd name="T25" fmla="*/ 0 h 54"/>
                <a:gd name="T26" fmla="*/ 0 w 107"/>
                <a:gd name="T27" fmla="*/ 0 h 54"/>
                <a:gd name="T28" fmla="*/ 0 w 107"/>
                <a:gd name="T29" fmla="*/ 0 h 54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w 107"/>
                <a:gd name="T46" fmla="*/ 0 h 54"/>
                <a:gd name="T47" fmla="*/ 107 w 107"/>
                <a:gd name="T48" fmla="*/ 54 h 54"/>
              </a:gdLst>
              <a:ahLst/>
              <a:cxnLst>
                <a:cxn ang="T30">
                  <a:pos x="T0" y="T1"/>
                </a:cxn>
                <a:cxn ang="T31">
                  <a:pos x="T2" y="T3"/>
                </a:cxn>
                <a:cxn ang="T32">
                  <a:pos x="T4" y="T5"/>
                </a:cxn>
                <a:cxn ang="T33">
                  <a:pos x="T6" y="T7"/>
                </a:cxn>
                <a:cxn ang="T34">
                  <a:pos x="T8" y="T9"/>
                </a:cxn>
                <a:cxn ang="T35">
                  <a:pos x="T10" y="T11"/>
                </a:cxn>
                <a:cxn ang="T36">
                  <a:pos x="T12" y="T13"/>
                </a:cxn>
                <a:cxn ang="T37">
                  <a:pos x="T14" y="T15"/>
                </a:cxn>
                <a:cxn ang="T38">
                  <a:pos x="T16" y="T17"/>
                </a:cxn>
                <a:cxn ang="T39">
                  <a:pos x="T18" y="T19"/>
                </a:cxn>
                <a:cxn ang="T40">
                  <a:pos x="T20" y="T21"/>
                </a:cxn>
                <a:cxn ang="T41">
                  <a:pos x="T22" y="T23"/>
                </a:cxn>
                <a:cxn ang="T42">
                  <a:pos x="T24" y="T25"/>
                </a:cxn>
                <a:cxn ang="T43">
                  <a:pos x="T26" y="T27"/>
                </a:cxn>
                <a:cxn ang="T44">
                  <a:pos x="T28" y="T29"/>
                </a:cxn>
              </a:cxnLst>
              <a:rect l="T45" t="T46" r="T47" b="T48"/>
              <a:pathLst>
                <a:path w="107" h="54">
                  <a:moveTo>
                    <a:pt x="0" y="54"/>
                  </a:moveTo>
                  <a:lnTo>
                    <a:pt x="1" y="42"/>
                  </a:lnTo>
                  <a:lnTo>
                    <a:pt x="6" y="31"/>
                  </a:lnTo>
                  <a:lnTo>
                    <a:pt x="12" y="21"/>
                  </a:lnTo>
                  <a:lnTo>
                    <a:pt x="20" y="13"/>
                  </a:lnTo>
                  <a:lnTo>
                    <a:pt x="30" y="6"/>
                  </a:lnTo>
                  <a:lnTo>
                    <a:pt x="42" y="2"/>
                  </a:lnTo>
                  <a:lnTo>
                    <a:pt x="53" y="0"/>
                  </a:lnTo>
                  <a:lnTo>
                    <a:pt x="65" y="2"/>
                  </a:lnTo>
                  <a:lnTo>
                    <a:pt x="77" y="6"/>
                  </a:lnTo>
                  <a:lnTo>
                    <a:pt x="86" y="13"/>
                  </a:lnTo>
                  <a:lnTo>
                    <a:pt x="95" y="21"/>
                  </a:lnTo>
                  <a:lnTo>
                    <a:pt x="101" y="31"/>
                  </a:lnTo>
                  <a:lnTo>
                    <a:pt x="105" y="42"/>
                  </a:lnTo>
                  <a:lnTo>
                    <a:pt x="107" y="54"/>
                  </a:lnTo>
                </a:path>
              </a:pathLst>
            </a:custGeom>
            <a:noFill/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72" name="Freeform 4503">
              <a:extLst>
                <a:ext uri="{FF2B5EF4-FFF2-40B4-BE49-F238E27FC236}">
                  <a16:creationId xmlns:a16="http://schemas.microsoft.com/office/drawing/2014/main" id="{0DDEEC2D-399D-DEDC-0889-0B78BAB51C16}"/>
                </a:ext>
              </a:extLst>
            </p:cNvPr>
            <p:cNvSpPr>
              <a:spLocks/>
            </p:cNvSpPr>
            <p:nvPr/>
          </p:nvSpPr>
          <p:spPr bwMode="auto">
            <a:xfrm>
              <a:off x="3642" y="2822"/>
              <a:ext cx="18" cy="473"/>
            </a:xfrm>
            <a:custGeom>
              <a:avLst/>
              <a:gdLst>
                <a:gd name="T0" fmla="*/ 0 w 107"/>
                <a:gd name="T1" fmla="*/ 0 h 2835"/>
                <a:gd name="T2" fmla="*/ 0 w 107"/>
                <a:gd name="T3" fmla="*/ 0 h 2835"/>
                <a:gd name="T4" fmla="*/ 0 w 107"/>
                <a:gd name="T5" fmla="*/ 0 h 2835"/>
                <a:gd name="T6" fmla="*/ 0 w 107"/>
                <a:gd name="T7" fmla="*/ 0 h 2835"/>
                <a:gd name="T8" fmla="*/ 0 w 107"/>
                <a:gd name="T9" fmla="*/ 0 h 2835"/>
                <a:gd name="T10" fmla="*/ 0 w 107"/>
                <a:gd name="T11" fmla="*/ 0 h 2835"/>
                <a:gd name="T12" fmla="*/ 0 w 107"/>
                <a:gd name="T13" fmla="*/ 0 h 2835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107"/>
                <a:gd name="T22" fmla="*/ 0 h 2835"/>
                <a:gd name="T23" fmla="*/ 107 w 107"/>
                <a:gd name="T24" fmla="*/ 2835 h 2835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107" h="2835">
                  <a:moveTo>
                    <a:pt x="107" y="0"/>
                  </a:moveTo>
                  <a:lnTo>
                    <a:pt x="53" y="0"/>
                  </a:lnTo>
                  <a:lnTo>
                    <a:pt x="0" y="0"/>
                  </a:lnTo>
                  <a:lnTo>
                    <a:pt x="0" y="2835"/>
                  </a:lnTo>
                  <a:lnTo>
                    <a:pt x="53" y="2835"/>
                  </a:lnTo>
                  <a:lnTo>
                    <a:pt x="107" y="2835"/>
                  </a:lnTo>
                  <a:lnTo>
                    <a:pt x="107" y="0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73" name="Freeform 4504">
              <a:extLst>
                <a:ext uri="{FF2B5EF4-FFF2-40B4-BE49-F238E27FC236}">
                  <a16:creationId xmlns:a16="http://schemas.microsoft.com/office/drawing/2014/main" id="{139AA18F-4A1E-53C4-4B13-9C703689AE39}"/>
                </a:ext>
              </a:extLst>
            </p:cNvPr>
            <p:cNvSpPr>
              <a:spLocks/>
            </p:cNvSpPr>
            <p:nvPr/>
          </p:nvSpPr>
          <p:spPr bwMode="auto">
            <a:xfrm>
              <a:off x="3642" y="2822"/>
              <a:ext cx="18" cy="473"/>
            </a:xfrm>
            <a:custGeom>
              <a:avLst/>
              <a:gdLst>
                <a:gd name="T0" fmla="*/ 0 w 107"/>
                <a:gd name="T1" fmla="*/ 0 h 2835"/>
                <a:gd name="T2" fmla="*/ 0 w 107"/>
                <a:gd name="T3" fmla="*/ 0 h 2835"/>
                <a:gd name="T4" fmla="*/ 0 w 107"/>
                <a:gd name="T5" fmla="*/ 0 h 2835"/>
                <a:gd name="T6" fmla="*/ 0 w 107"/>
                <a:gd name="T7" fmla="*/ 0 h 2835"/>
                <a:gd name="T8" fmla="*/ 0 w 107"/>
                <a:gd name="T9" fmla="*/ 0 h 2835"/>
                <a:gd name="T10" fmla="*/ 0 w 107"/>
                <a:gd name="T11" fmla="*/ 0 h 2835"/>
                <a:gd name="T12" fmla="*/ 0 w 107"/>
                <a:gd name="T13" fmla="*/ 0 h 2835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107"/>
                <a:gd name="T22" fmla="*/ 0 h 2835"/>
                <a:gd name="T23" fmla="*/ 107 w 107"/>
                <a:gd name="T24" fmla="*/ 2835 h 2835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107" h="2835">
                  <a:moveTo>
                    <a:pt x="107" y="0"/>
                  </a:moveTo>
                  <a:lnTo>
                    <a:pt x="53" y="0"/>
                  </a:lnTo>
                  <a:lnTo>
                    <a:pt x="0" y="0"/>
                  </a:lnTo>
                  <a:lnTo>
                    <a:pt x="0" y="2835"/>
                  </a:lnTo>
                  <a:lnTo>
                    <a:pt x="53" y="2835"/>
                  </a:lnTo>
                  <a:lnTo>
                    <a:pt x="107" y="2835"/>
                  </a:lnTo>
                  <a:lnTo>
                    <a:pt x="107" y="0"/>
                  </a:lnTo>
                  <a:close/>
                </a:path>
              </a:pathLst>
            </a:custGeom>
            <a:noFill/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74" name="Freeform 4505">
              <a:extLst>
                <a:ext uri="{FF2B5EF4-FFF2-40B4-BE49-F238E27FC236}">
                  <a16:creationId xmlns:a16="http://schemas.microsoft.com/office/drawing/2014/main" id="{D2E98E9F-7875-4A95-05F5-D1485E7589C9}"/>
                </a:ext>
              </a:extLst>
            </p:cNvPr>
            <p:cNvSpPr>
              <a:spLocks/>
            </p:cNvSpPr>
            <p:nvPr/>
          </p:nvSpPr>
          <p:spPr bwMode="auto">
            <a:xfrm>
              <a:off x="3642" y="3295"/>
              <a:ext cx="18" cy="9"/>
            </a:xfrm>
            <a:custGeom>
              <a:avLst/>
              <a:gdLst>
                <a:gd name="T0" fmla="*/ 0 w 107"/>
                <a:gd name="T1" fmla="*/ 0 h 53"/>
                <a:gd name="T2" fmla="*/ 0 w 107"/>
                <a:gd name="T3" fmla="*/ 0 h 53"/>
                <a:gd name="T4" fmla="*/ 0 w 107"/>
                <a:gd name="T5" fmla="*/ 0 h 53"/>
                <a:gd name="T6" fmla="*/ 0 w 107"/>
                <a:gd name="T7" fmla="*/ 0 h 53"/>
                <a:gd name="T8" fmla="*/ 0 w 107"/>
                <a:gd name="T9" fmla="*/ 0 h 53"/>
                <a:gd name="T10" fmla="*/ 0 w 107"/>
                <a:gd name="T11" fmla="*/ 0 h 53"/>
                <a:gd name="T12" fmla="*/ 0 w 107"/>
                <a:gd name="T13" fmla="*/ 0 h 53"/>
                <a:gd name="T14" fmla="*/ 0 w 107"/>
                <a:gd name="T15" fmla="*/ 0 h 53"/>
                <a:gd name="T16" fmla="*/ 0 w 107"/>
                <a:gd name="T17" fmla="*/ 0 h 53"/>
                <a:gd name="T18" fmla="*/ 0 w 107"/>
                <a:gd name="T19" fmla="*/ 0 h 53"/>
                <a:gd name="T20" fmla="*/ 0 w 107"/>
                <a:gd name="T21" fmla="*/ 0 h 53"/>
                <a:gd name="T22" fmla="*/ 0 w 107"/>
                <a:gd name="T23" fmla="*/ 0 h 53"/>
                <a:gd name="T24" fmla="*/ 0 w 107"/>
                <a:gd name="T25" fmla="*/ 0 h 53"/>
                <a:gd name="T26" fmla="*/ 0 w 107"/>
                <a:gd name="T27" fmla="*/ 0 h 53"/>
                <a:gd name="T28" fmla="*/ 0 w 107"/>
                <a:gd name="T29" fmla="*/ 0 h 53"/>
                <a:gd name="T30" fmla="*/ 0 w 107"/>
                <a:gd name="T31" fmla="*/ 0 h 53"/>
                <a:gd name="T32" fmla="*/ 0 w 107"/>
                <a:gd name="T33" fmla="*/ 0 h 53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w 107"/>
                <a:gd name="T52" fmla="*/ 0 h 53"/>
                <a:gd name="T53" fmla="*/ 107 w 107"/>
                <a:gd name="T54" fmla="*/ 53 h 53"/>
              </a:gdLst>
              <a:ahLst/>
              <a:cxnLst>
                <a:cxn ang="T34">
                  <a:pos x="T0" y="T1"/>
                </a:cxn>
                <a:cxn ang="T35">
                  <a:pos x="T2" y="T3"/>
                </a:cxn>
                <a:cxn ang="T36">
                  <a:pos x="T4" y="T5"/>
                </a:cxn>
                <a:cxn ang="T37">
                  <a:pos x="T6" y="T7"/>
                </a:cxn>
                <a:cxn ang="T38">
                  <a:pos x="T8" y="T9"/>
                </a:cxn>
                <a:cxn ang="T39">
                  <a:pos x="T10" y="T11"/>
                </a:cxn>
                <a:cxn ang="T40">
                  <a:pos x="T12" y="T13"/>
                </a:cxn>
                <a:cxn ang="T41">
                  <a:pos x="T14" y="T15"/>
                </a:cxn>
                <a:cxn ang="T42">
                  <a:pos x="T16" y="T17"/>
                </a:cxn>
                <a:cxn ang="T43">
                  <a:pos x="T18" y="T19"/>
                </a:cxn>
                <a:cxn ang="T44">
                  <a:pos x="T20" y="T21"/>
                </a:cxn>
                <a:cxn ang="T45">
                  <a:pos x="T22" y="T23"/>
                </a:cxn>
                <a:cxn ang="T46">
                  <a:pos x="T24" y="T25"/>
                </a:cxn>
                <a:cxn ang="T47">
                  <a:pos x="T26" y="T27"/>
                </a:cxn>
                <a:cxn ang="T48">
                  <a:pos x="T28" y="T29"/>
                </a:cxn>
                <a:cxn ang="T49">
                  <a:pos x="T30" y="T31"/>
                </a:cxn>
                <a:cxn ang="T50">
                  <a:pos x="T32" y="T33"/>
                </a:cxn>
              </a:cxnLst>
              <a:rect l="T51" t="T52" r="T53" b="T54"/>
              <a:pathLst>
                <a:path w="107" h="53">
                  <a:moveTo>
                    <a:pt x="53" y="0"/>
                  </a:moveTo>
                  <a:lnTo>
                    <a:pt x="107" y="0"/>
                  </a:lnTo>
                  <a:lnTo>
                    <a:pt x="105" y="11"/>
                  </a:lnTo>
                  <a:lnTo>
                    <a:pt x="101" y="23"/>
                  </a:lnTo>
                  <a:lnTo>
                    <a:pt x="95" y="32"/>
                  </a:lnTo>
                  <a:lnTo>
                    <a:pt x="86" y="41"/>
                  </a:lnTo>
                  <a:lnTo>
                    <a:pt x="77" y="47"/>
                  </a:lnTo>
                  <a:lnTo>
                    <a:pt x="65" y="51"/>
                  </a:lnTo>
                  <a:lnTo>
                    <a:pt x="53" y="53"/>
                  </a:lnTo>
                  <a:lnTo>
                    <a:pt x="42" y="51"/>
                  </a:lnTo>
                  <a:lnTo>
                    <a:pt x="30" y="47"/>
                  </a:lnTo>
                  <a:lnTo>
                    <a:pt x="20" y="41"/>
                  </a:lnTo>
                  <a:lnTo>
                    <a:pt x="12" y="32"/>
                  </a:lnTo>
                  <a:lnTo>
                    <a:pt x="6" y="23"/>
                  </a:lnTo>
                  <a:lnTo>
                    <a:pt x="1" y="11"/>
                  </a:lnTo>
                  <a:lnTo>
                    <a:pt x="0" y="0"/>
                  </a:lnTo>
                  <a:lnTo>
                    <a:pt x="53" y="0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75" name="Freeform 4506">
              <a:extLst>
                <a:ext uri="{FF2B5EF4-FFF2-40B4-BE49-F238E27FC236}">
                  <a16:creationId xmlns:a16="http://schemas.microsoft.com/office/drawing/2014/main" id="{CC784E76-DEF4-30B6-0C22-00A0614ACFB3}"/>
                </a:ext>
              </a:extLst>
            </p:cNvPr>
            <p:cNvSpPr>
              <a:spLocks/>
            </p:cNvSpPr>
            <p:nvPr/>
          </p:nvSpPr>
          <p:spPr bwMode="auto">
            <a:xfrm>
              <a:off x="3642" y="3295"/>
              <a:ext cx="18" cy="9"/>
            </a:xfrm>
            <a:custGeom>
              <a:avLst/>
              <a:gdLst>
                <a:gd name="T0" fmla="*/ 0 w 107"/>
                <a:gd name="T1" fmla="*/ 0 h 53"/>
                <a:gd name="T2" fmla="*/ 0 w 107"/>
                <a:gd name="T3" fmla="*/ 0 h 53"/>
                <a:gd name="T4" fmla="*/ 0 w 107"/>
                <a:gd name="T5" fmla="*/ 0 h 53"/>
                <a:gd name="T6" fmla="*/ 0 w 107"/>
                <a:gd name="T7" fmla="*/ 0 h 53"/>
                <a:gd name="T8" fmla="*/ 0 w 107"/>
                <a:gd name="T9" fmla="*/ 0 h 53"/>
                <a:gd name="T10" fmla="*/ 0 w 107"/>
                <a:gd name="T11" fmla="*/ 0 h 53"/>
                <a:gd name="T12" fmla="*/ 0 w 107"/>
                <a:gd name="T13" fmla="*/ 0 h 53"/>
                <a:gd name="T14" fmla="*/ 0 w 107"/>
                <a:gd name="T15" fmla="*/ 0 h 53"/>
                <a:gd name="T16" fmla="*/ 0 w 107"/>
                <a:gd name="T17" fmla="*/ 0 h 53"/>
                <a:gd name="T18" fmla="*/ 0 w 107"/>
                <a:gd name="T19" fmla="*/ 0 h 53"/>
                <a:gd name="T20" fmla="*/ 0 w 107"/>
                <a:gd name="T21" fmla="*/ 0 h 53"/>
                <a:gd name="T22" fmla="*/ 0 w 107"/>
                <a:gd name="T23" fmla="*/ 0 h 53"/>
                <a:gd name="T24" fmla="*/ 0 w 107"/>
                <a:gd name="T25" fmla="*/ 0 h 53"/>
                <a:gd name="T26" fmla="*/ 0 w 107"/>
                <a:gd name="T27" fmla="*/ 0 h 53"/>
                <a:gd name="T28" fmla="*/ 0 w 107"/>
                <a:gd name="T29" fmla="*/ 0 h 53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w 107"/>
                <a:gd name="T46" fmla="*/ 0 h 53"/>
                <a:gd name="T47" fmla="*/ 107 w 107"/>
                <a:gd name="T48" fmla="*/ 53 h 53"/>
              </a:gdLst>
              <a:ahLst/>
              <a:cxnLst>
                <a:cxn ang="T30">
                  <a:pos x="T0" y="T1"/>
                </a:cxn>
                <a:cxn ang="T31">
                  <a:pos x="T2" y="T3"/>
                </a:cxn>
                <a:cxn ang="T32">
                  <a:pos x="T4" y="T5"/>
                </a:cxn>
                <a:cxn ang="T33">
                  <a:pos x="T6" y="T7"/>
                </a:cxn>
                <a:cxn ang="T34">
                  <a:pos x="T8" y="T9"/>
                </a:cxn>
                <a:cxn ang="T35">
                  <a:pos x="T10" y="T11"/>
                </a:cxn>
                <a:cxn ang="T36">
                  <a:pos x="T12" y="T13"/>
                </a:cxn>
                <a:cxn ang="T37">
                  <a:pos x="T14" y="T15"/>
                </a:cxn>
                <a:cxn ang="T38">
                  <a:pos x="T16" y="T17"/>
                </a:cxn>
                <a:cxn ang="T39">
                  <a:pos x="T18" y="T19"/>
                </a:cxn>
                <a:cxn ang="T40">
                  <a:pos x="T20" y="T21"/>
                </a:cxn>
                <a:cxn ang="T41">
                  <a:pos x="T22" y="T23"/>
                </a:cxn>
                <a:cxn ang="T42">
                  <a:pos x="T24" y="T25"/>
                </a:cxn>
                <a:cxn ang="T43">
                  <a:pos x="T26" y="T27"/>
                </a:cxn>
                <a:cxn ang="T44">
                  <a:pos x="T28" y="T29"/>
                </a:cxn>
              </a:cxnLst>
              <a:rect l="T45" t="T46" r="T47" b="T48"/>
              <a:pathLst>
                <a:path w="107" h="53">
                  <a:moveTo>
                    <a:pt x="107" y="0"/>
                  </a:moveTo>
                  <a:lnTo>
                    <a:pt x="105" y="11"/>
                  </a:lnTo>
                  <a:lnTo>
                    <a:pt x="101" y="23"/>
                  </a:lnTo>
                  <a:lnTo>
                    <a:pt x="95" y="32"/>
                  </a:lnTo>
                  <a:lnTo>
                    <a:pt x="86" y="41"/>
                  </a:lnTo>
                  <a:lnTo>
                    <a:pt x="77" y="47"/>
                  </a:lnTo>
                  <a:lnTo>
                    <a:pt x="65" y="51"/>
                  </a:lnTo>
                  <a:lnTo>
                    <a:pt x="53" y="53"/>
                  </a:lnTo>
                  <a:lnTo>
                    <a:pt x="42" y="51"/>
                  </a:lnTo>
                  <a:lnTo>
                    <a:pt x="30" y="47"/>
                  </a:lnTo>
                  <a:lnTo>
                    <a:pt x="20" y="41"/>
                  </a:lnTo>
                  <a:lnTo>
                    <a:pt x="12" y="32"/>
                  </a:lnTo>
                  <a:lnTo>
                    <a:pt x="6" y="23"/>
                  </a:lnTo>
                  <a:lnTo>
                    <a:pt x="1" y="11"/>
                  </a:lnTo>
                  <a:lnTo>
                    <a:pt x="0" y="0"/>
                  </a:lnTo>
                </a:path>
              </a:pathLst>
            </a:custGeom>
            <a:noFill/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76" name="Freeform 4507">
              <a:extLst>
                <a:ext uri="{FF2B5EF4-FFF2-40B4-BE49-F238E27FC236}">
                  <a16:creationId xmlns:a16="http://schemas.microsoft.com/office/drawing/2014/main" id="{6E6773BC-6586-464F-A5BB-EDA45BB471EF}"/>
                </a:ext>
              </a:extLst>
            </p:cNvPr>
            <p:cNvSpPr>
              <a:spLocks/>
            </p:cNvSpPr>
            <p:nvPr/>
          </p:nvSpPr>
          <p:spPr bwMode="auto">
            <a:xfrm>
              <a:off x="3318" y="3295"/>
              <a:ext cx="18" cy="9"/>
            </a:xfrm>
            <a:custGeom>
              <a:avLst/>
              <a:gdLst>
                <a:gd name="T0" fmla="*/ 0 w 107"/>
                <a:gd name="T1" fmla="*/ 0 h 53"/>
                <a:gd name="T2" fmla="*/ 0 w 107"/>
                <a:gd name="T3" fmla="*/ 0 h 53"/>
                <a:gd name="T4" fmla="*/ 0 w 107"/>
                <a:gd name="T5" fmla="*/ 0 h 53"/>
                <a:gd name="T6" fmla="*/ 0 w 107"/>
                <a:gd name="T7" fmla="*/ 0 h 53"/>
                <a:gd name="T8" fmla="*/ 0 w 107"/>
                <a:gd name="T9" fmla="*/ 0 h 53"/>
                <a:gd name="T10" fmla="*/ 0 w 107"/>
                <a:gd name="T11" fmla="*/ 0 h 53"/>
                <a:gd name="T12" fmla="*/ 0 w 107"/>
                <a:gd name="T13" fmla="*/ 0 h 53"/>
                <a:gd name="T14" fmla="*/ 0 w 107"/>
                <a:gd name="T15" fmla="*/ 0 h 53"/>
                <a:gd name="T16" fmla="*/ 0 w 107"/>
                <a:gd name="T17" fmla="*/ 0 h 53"/>
                <a:gd name="T18" fmla="*/ 0 w 107"/>
                <a:gd name="T19" fmla="*/ 0 h 53"/>
                <a:gd name="T20" fmla="*/ 0 w 107"/>
                <a:gd name="T21" fmla="*/ 0 h 53"/>
                <a:gd name="T22" fmla="*/ 0 w 107"/>
                <a:gd name="T23" fmla="*/ 0 h 53"/>
                <a:gd name="T24" fmla="*/ 0 w 107"/>
                <a:gd name="T25" fmla="*/ 0 h 53"/>
                <a:gd name="T26" fmla="*/ 0 w 107"/>
                <a:gd name="T27" fmla="*/ 0 h 53"/>
                <a:gd name="T28" fmla="*/ 0 w 107"/>
                <a:gd name="T29" fmla="*/ 0 h 53"/>
                <a:gd name="T30" fmla="*/ 0 w 107"/>
                <a:gd name="T31" fmla="*/ 0 h 53"/>
                <a:gd name="T32" fmla="*/ 0 w 107"/>
                <a:gd name="T33" fmla="*/ 0 h 53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w 107"/>
                <a:gd name="T52" fmla="*/ 0 h 53"/>
                <a:gd name="T53" fmla="*/ 107 w 107"/>
                <a:gd name="T54" fmla="*/ 53 h 53"/>
              </a:gdLst>
              <a:ahLst/>
              <a:cxnLst>
                <a:cxn ang="T34">
                  <a:pos x="T0" y="T1"/>
                </a:cxn>
                <a:cxn ang="T35">
                  <a:pos x="T2" y="T3"/>
                </a:cxn>
                <a:cxn ang="T36">
                  <a:pos x="T4" y="T5"/>
                </a:cxn>
                <a:cxn ang="T37">
                  <a:pos x="T6" y="T7"/>
                </a:cxn>
                <a:cxn ang="T38">
                  <a:pos x="T8" y="T9"/>
                </a:cxn>
                <a:cxn ang="T39">
                  <a:pos x="T10" y="T11"/>
                </a:cxn>
                <a:cxn ang="T40">
                  <a:pos x="T12" y="T13"/>
                </a:cxn>
                <a:cxn ang="T41">
                  <a:pos x="T14" y="T15"/>
                </a:cxn>
                <a:cxn ang="T42">
                  <a:pos x="T16" y="T17"/>
                </a:cxn>
                <a:cxn ang="T43">
                  <a:pos x="T18" y="T19"/>
                </a:cxn>
                <a:cxn ang="T44">
                  <a:pos x="T20" y="T21"/>
                </a:cxn>
                <a:cxn ang="T45">
                  <a:pos x="T22" y="T23"/>
                </a:cxn>
                <a:cxn ang="T46">
                  <a:pos x="T24" y="T25"/>
                </a:cxn>
                <a:cxn ang="T47">
                  <a:pos x="T26" y="T27"/>
                </a:cxn>
                <a:cxn ang="T48">
                  <a:pos x="T28" y="T29"/>
                </a:cxn>
                <a:cxn ang="T49">
                  <a:pos x="T30" y="T31"/>
                </a:cxn>
                <a:cxn ang="T50">
                  <a:pos x="T32" y="T33"/>
                </a:cxn>
              </a:cxnLst>
              <a:rect l="T51" t="T52" r="T53" b="T54"/>
              <a:pathLst>
                <a:path w="107" h="53">
                  <a:moveTo>
                    <a:pt x="53" y="0"/>
                  </a:moveTo>
                  <a:lnTo>
                    <a:pt x="107" y="0"/>
                  </a:lnTo>
                  <a:lnTo>
                    <a:pt x="105" y="11"/>
                  </a:lnTo>
                  <a:lnTo>
                    <a:pt x="101" y="23"/>
                  </a:lnTo>
                  <a:lnTo>
                    <a:pt x="94" y="32"/>
                  </a:lnTo>
                  <a:lnTo>
                    <a:pt x="86" y="41"/>
                  </a:lnTo>
                  <a:lnTo>
                    <a:pt x="76" y="47"/>
                  </a:lnTo>
                  <a:lnTo>
                    <a:pt x="65" y="51"/>
                  </a:lnTo>
                  <a:lnTo>
                    <a:pt x="53" y="53"/>
                  </a:lnTo>
                  <a:lnTo>
                    <a:pt x="42" y="51"/>
                  </a:lnTo>
                  <a:lnTo>
                    <a:pt x="30" y="47"/>
                  </a:lnTo>
                  <a:lnTo>
                    <a:pt x="20" y="41"/>
                  </a:lnTo>
                  <a:lnTo>
                    <a:pt x="12" y="32"/>
                  </a:lnTo>
                  <a:lnTo>
                    <a:pt x="6" y="23"/>
                  </a:lnTo>
                  <a:lnTo>
                    <a:pt x="1" y="11"/>
                  </a:lnTo>
                  <a:lnTo>
                    <a:pt x="0" y="0"/>
                  </a:lnTo>
                  <a:lnTo>
                    <a:pt x="53" y="0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77" name="Freeform 4508">
              <a:extLst>
                <a:ext uri="{FF2B5EF4-FFF2-40B4-BE49-F238E27FC236}">
                  <a16:creationId xmlns:a16="http://schemas.microsoft.com/office/drawing/2014/main" id="{ACE320BF-F766-E59F-4273-EC8F8873F20E}"/>
                </a:ext>
              </a:extLst>
            </p:cNvPr>
            <p:cNvSpPr>
              <a:spLocks/>
            </p:cNvSpPr>
            <p:nvPr/>
          </p:nvSpPr>
          <p:spPr bwMode="auto">
            <a:xfrm>
              <a:off x="3318" y="3295"/>
              <a:ext cx="18" cy="9"/>
            </a:xfrm>
            <a:custGeom>
              <a:avLst/>
              <a:gdLst>
                <a:gd name="T0" fmla="*/ 0 w 107"/>
                <a:gd name="T1" fmla="*/ 0 h 53"/>
                <a:gd name="T2" fmla="*/ 0 w 107"/>
                <a:gd name="T3" fmla="*/ 0 h 53"/>
                <a:gd name="T4" fmla="*/ 0 w 107"/>
                <a:gd name="T5" fmla="*/ 0 h 53"/>
                <a:gd name="T6" fmla="*/ 0 w 107"/>
                <a:gd name="T7" fmla="*/ 0 h 53"/>
                <a:gd name="T8" fmla="*/ 0 w 107"/>
                <a:gd name="T9" fmla="*/ 0 h 53"/>
                <a:gd name="T10" fmla="*/ 0 w 107"/>
                <a:gd name="T11" fmla="*/ 0 h 53"/>
                <a:gd name="T12" fmla="*/ 0 w 107"/>
                <a:gd name="T13" fmla="*/ 0 h 53"/>
                <a:gd name="T14" fmla="*/ 0 w 107"/>
                <a:gd name="T15" fmla="*/ 0 h 53"/>
                <a:gd name="T16" fmla="*/ 0 w 107"/>
                <a:gd name="T17" fmla="*/ 0 h 53"/>
                <a:gd name="T18" fmla="*/ 0 w 107"/>
                <a:gd name="T19" fmla="*/ 0 h 53"/>
                <a:gd name="T20" fmla="*/ 0 w 107"/>
                <a:gd name="T21" fmla="*/ 0 h 53"/>
                <a:gd name="T22" fmla="*/ 0 w 107"/>
                <a:gd name="T23" fmla="*/ 0 h 53"/>
                <a:gd name="T24" fmla="*/ 0 w 107"/>
                <a:gd name="T25" fmla="*/ 0 h 53"/>
                <a:gd name="T26" fmla="*/ 0 w 107"/>
                <a:gd name="T27" fmla="*/ 0 h 53"/>
                <a:gd name="T28" fmla="*/ 0 w 107"/>
                <a:gd name="T29" fmla="*/ 0 h 53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w 107"/>
                <a:gd name="T46" fmla="*/ 0 h 53"/>
                <a:gd name="T47" fmla="*/ 107 w 107"/>
                <a:gd name="T48" fmla="*/ 53 h 53"/>
              </a:gdLst>
              <a:ahLst/>
              <a:cxnLst>
                <a:cxn ang="T30">
                  <a:pos x="T0" y="T1"/>
                </a:cxn>
                <a:cxn ang="T31">
                  <a:pos x="T2" y="T3"/>
                </a:cxn>
                <a:cxn ang="T32">
                  <a:pos x="T4" y="T5"/>
                </a:cxn>
                <a:cxn ang="T33">
                  <a:pos x="T6" y="T7"/>
                </a:cxn>
                <a:cxn ang="T34">
                  <a:pos x="T8" y="T9"/>
                </a:cxn>
                <a:cxn ang="T35">
                  <a:pos x="T10" y="T11"/>
                </a:cxn>
                <a:cxn ang="T36">
                  <a:pos x="T12" y="T13"/>
                </a:cxn>
                <a:cxn ang="T37">
                  <a:pos x="T14" y="T15"/>
                </a:cxn>
                <a:cxn ang="T38">
                  <a:pos x="T16" y="T17"/>
                </a:cxn>
                <a:cxn ang="T39">
                  <a:pos x="T18" y="T19"/>
                </a:cxn>
                <a:cxn ang="T40">
                  <a:pos x="T20" y="T21"/>
                </a:cxn>
                <a:cxn ang="T41">
                  <a:pos x="T22" y="T23"/>
                </a:cxn>
                <a:cxn ang="T42">
                  <a:pos x="T24" y="T25"/>
                </a:cxn>
                <a:cxn ang="T43">
                  <a:pos x="T26" y="T27"/>
                </a:cxn>
                <a:cxn ang="T44">
                  <a:pos x="T28" y="T29"/>
                </a:cxn>
              </a:cxnLst>
              <a:rect l="T45" t="T46" r="T47" b="T48"/>
              <a:pathLst>
                <a:path w="107" h="53">
                  <a:moveTo>
                    <a:pt x="107" y="0"/>
                  </a:moveTo>
                  <a:lnTo>
                    <a:pt x="105" y="11"/>
                  </a:lnTo>
                  <a:lnTo>
                    <a:pt x="101" y="23"/>
                  </a:lnTo>
                  <a:lnTo>
                    <a:pt x="94" y="32"/>
                  </a:lnTo>
                  <a:lnTo>
                    <a:pt x="86" y="41"/>
                  </a:lnTo>
                  <a:lnTo>
                    <a:pt x="76" y="47"/>
                  </a:lnTo>
                  <a:lnTo>
                    <a:pt x="65" y="51"/>
                  </a:lnTo>
                  <a:lnTo>
                    <a:pt x="53" y="53"/>
                  </a:lnTo>
                  <a:lnTo>
                    <a:pt x="42" y="51"/>
                  </a:lnTo>
                  <a:lnTo>
                    <a:pt x="30" y="47"/>
                  </a:lnTo>
                  <a:lnTo>
                    <a:pt x="20" y="41"/>
                  </a:lnTo>
                  <a:lnTo>
                    <a:pt x="12" y="32"/>
                  </a:lnTo>
                  <a:lnTo>
                    <a:pt x="6" y="23"/>
                  </a:lnTo>
                  <a:lnTo>
                    <a:pt x="1" y="11"/>
                  </a:lnTo>
                  <a:lnTo>
                    <a:pt x="0" y="0"/>
                  </a:lnTo>
                </a:path>
              </a:pathLst>
            </a:custGeom>
            <a:noFill/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78" name="Freeform 4509">
              <a:extLst>
                <a:ext uri="{FF2B5EF4-FFF2-40B4-BE49-F238E27FC236}">
                  <a16:creationId xmlns:a16="http://schemas.microsoft.com/office/drawing/2014/main" id="{9A3989A3-D869-3497-4056-9AAE7CE6D1C6}"/>
                </a:ext>
              </a:extLst>
            </p:cNvPr>
            <p:cNvSpPr>
              <a:spLocks/>
            </p:cNvSpPr>
            <p:nvPr/>
          </p:nvSpPr>
          <p:spPr bwMode="auto">
            <a:xfrm>
              <a:off x="3318" y="3147"/>
              <a:ext cx="18" cy="148"/>
            </a:xfrm>
            <a:custGeom>
              <a:avLst/>
              <a:gdLst>
                <a:gd name="T0" fmla="*/ 0 w 107"/>
                <a:gd name="T1" fmla="*/ 0 h 887"/>
                <a:gd name="T2" fmla="*/ 0 w 107"/>
                <a:gd name="T3" fmla="*/ 0 h 887"/>
                <a:gd name="T4" fmla="*/ 0 w 107"/>
                <a:gd name="T5" fmla="*/ 0 h 887"/>
                <a:gd name="T6" fmla="*/ 0 w 107"/>
                <a:gd name="T7" fmla="*/ 0 h 887"/>
                <a:gd name="T8" fmla="*/ 0 w 107"/>
                <a:gd name="T9" fmla="*/ 0 h 887"/>
                <a:gd name="T10" fmla="*/ 0 w 107"/>
                <a:gd name="T11" fmla="*/ 0 h 887"/>
                <a:gd name="T12" fmla="*/ 0 w 107"/>
                <a:gd name="T13" fmla="*/ 0 h 887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107"/>
                <a:gd name="T22" fmla="*/ 0 h 887"/>
                <a:gd name="T23" fmla="*/ 107 w 107"/>
                <a:gd name="T24" fmla="*/ 887 h 887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107" h="887">
                  <a:moveTo>
                    <a:pt x="0" y="887"/>
                  </a:moveTo>
                  <a:lnTo>
                    <a:pt x="53" y="887"/>
                  </a:lnTo>
                  <a:lnTo>
                    <a:pt x="107" y="887"/>
                  </a:lnTo>
                  <a:lnTo>
                    <a:pt x="107" y="0"/>
                  </a:lnTo>
                  <a:lnTo>
                    <a:pt x="53" y="0"/>
                  </a:lnTo>
                  <a:lnTo>
                    <a:pt x="0" y="0"/>
                  </a:lnTo>
                  <a:lnTo>
                    <a:pt x="0" y="887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79" name="Freeform 4510">
              <a:extLst>
                <a:ext uri="{FF2B5EF4-FFF2-40B4-BE49-F238E27FC236}">
                  <a16:creationId xmlns:a16="http://schemas.microsoft.com/office/drawing/2014/main" id="{27B42828-BA1B-4A0C-AF46-6E3178EBB84D}"/>
                </a:ext>
              </a:extLst>
            </p:cNvPr>
            <p:cNvSpPr>
              <a:spLocks/>
            </p:cNvSpPr>
            <p:nvPr/>
          </p:nvSpPr>
          <p:spPr bwMode="auto">
            <a:xfrm>
              <a:off x="3318" y="3147"/>
              <a:ext cx="18" cy="148"/>
            </a:xfrm>
            <a:custGeom>
              <a:avLst/>
              <a:gdLst>
                <a:gd name="T0" fmla="*/ 0 w 107"/>
                <a:gd name="T1" fmla="*/ 0 h 887"/>
                <a:gd name="T2" fmla="*/ 0 w 107"/>
                <a:gd name="T3" fmla="*/ 0 h 887"/>
                <a:gd name="T4" fmla="*/ 0 w 107"/>
                <a:gd name="T5" fmla="*/ 0 h 887"/>
                <a:gd name="T6" fmla="*/ 0 w 107"/>
                <a:gd name="T7" fmla="*/ 0 h 887"/>
                <a:gd name="T8" fmla="*/ 0 w 107"/>
                <a:gd name="T9" fmla="*/ 0 h 887"/>
                <a:gd name="T10" fmla="*/ 0 w 107"/>
                <a:gd name="T11" fmla="*/ 0 h 887"/>
                <a:gd name="T12" fmla="*/ 0 w 107"/>
                <a:gd name="T13" fmla="*/ 0 h 887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107"/>
                <a:gd name="T22" fmla="*/ 0 h 887"/>
                <a:gd name="T23" fmla="*/ 107 w 107"/>
                <a:gd name="T24" fmla="*/ 887 h 887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107" h="887">
                  <a:moveTo>
                    <a:pt x="0" y="887"/>
                  </a:moveTo>
                  <a:lnTo>
                    <a:pt x="53" y="887"/>
                  </a:lnTo>
                  <a:lnTo>
                    <a:pt x="107" y="887"/>
                  </a:lnTo>
                  <a:lnTo>
                    <a:pt x="107" y="0"/>
                  </a:lnTo>
                  <a:lnTo>
                    <a:pt x="53" y="0"/>
                  </a:lnTo>
                  <a:lnTo>
                    <a:pt x="0" y="0"/>
                  </a:lnTo>
                  <a:lnTo>
                    <a:pt x="0" y="887"/>
                  </a:lnTo>
                  <a:close/>
                </a:path>
              </a:pathLst>
            </a:custGeom>
            <a:noFill/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80" name="Freeform 4511">
              <a:extLst>
                <a:ext uri="{FF2B5EF4-FFF2-40B4-BE49-F238E27FC236}">
                  <a16:creationId xmlns:a16="http://schemas.microsoft.com/office/drawing/2014/main" id="{6BBEF265-8D65-3A69-CF5A-FC840A5B712D}"/>
                </a:ext>
              </a:extLst>
            </p:cNvPr>
            <p:cNvSpPr>
              <a:spLocks/>
            </p:cNvSpPr>
            <p:nvPr/>
          </p:nvSpPr>
          <p:spPr bwMode="auto">
            <a:xfrm>
              <a:off x="3318" y="3138"/>
              <a:ext cx="18" cy="9"/>
            </a:xfrm>
            <a:custGeom>
              <a:avLst/>
              <a:gdLst>
                <a:gd name="T0" fmla="*/ 0 w 107"/>
                <a:gd name="T1" fmla="*/ 0 h 54"/>
                <a:gd name="T2" fmla="*/ 0 w 107"/>
                <a:gd name="T3" fmla="*/ 0 h 54"/>
                <a:gd name="T4" fmla="*/ 0 w 107"/>
                <a:gd name="T5" fmla="*/ 0 h 54"/>
                <a:gd name="T6" fmla="*/ 0 w 107"/>
                <a:gd name="T7" fmla="*/ 0 h 54"/>
                <a:gd name="T8" fmla="*/ 0 w 107"/>
                <a:gd name="T9" fmla="*/ 0 h 54"/>
                <a:gd name="T10" fmla="*/ 0 w 107"/>
                <a:gd name="T11" fmla="*/ 0 h 54"/>
                <a:gd name="T12" fmla="*/ 0 w 107"/>
                <a:gd name="T13" fmla="*/ 0 h 54"/>
                <a:gd name="T14" fmla="*/ 0 w 107"/>
                <a:gd name="T15" fmla="*/ 0 h 54"/>
                <a:gd name="T16" fmla="*/ 0 w 107"/>
                <a:gd name="T17" fmla="*/ 0 h 54"/>
                <a:gd name="T18" fmla="*/ 0 w 107"/>
                <a:gd name="T19" fmla="*/ 0 h 54"/>
                <a:gd name="T20" fmla="*/ 0 w 107"/>
                <a:gd name="T21" fmla="*/ 0 h 54"/>
                <a:gd name="T22" fmla="*/ 0 w 107"/>
                <a:gd name="T23" fmla="*/ 0 h 54"/>
                <a:gd name="T24" fmla="*/ 0 w 107"/>
                <a:gd name="T25" fmla="*/ 0 h 54"/>
                <a:gd name="T26" fmla="*/ 0 w 107"/>
                <a:gd name="T27" fmla="*/ 0 h 54"/>
                <a:gd name="T28" fmla="*/ 0 w 107"/>
                <a:gd name="T29" fmla="*/ 0 h 54"/>
                <a:gd name="T30" fmla="*/ 0 w 107"/>
                <a:gd name="T31" fmla="*/ 0 h 54"/>
                <a:gd name="T32" fmla="*/ 0 w 107"/>
                <a:gd name="T33" fmla="*/ 0 h 54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w 107"/>
                <a:gd name="T52" fmla="*/ 0 h 54"/>
                <a:gd name="T53" fmla="*/ 107 w 107"/>
                <a:gd name="T54" fmla="*/ 54 h 54"/>
              </a:gdLst>
              <a:ahLst/>
              <a:cxnLst>
                <a:cxn ang="T34">
                  <a:pos x="T0" y="T1"/>
                </a:cxn>
                <a:cxn ang="T35">
                  <a:pos x="T2" y="T3"/>
                </a:cxn>
                <a:cxn ang="T36">
                  <a:pos x="T4" y="T5"/>
                </a:cxn>
                <a:cxn ang="T37">
                  <a:pos x="T6" y="T7"/>
                </a:cxn>
                <a:cxn ang="T38">
                  <a:pos x="T8" y="T9"/>
                </a:cxn>
                <a:cxn ang="T39">
                  <a:pos x="T10" y="T11"/>
                </a:cxn>
                <a:cxn ang="T40">
                  <a:pos x="T12" y="T13"/>
                </a:cxn>
                <a:cxn ang="T41">
                  <a:pos x="T14" y="T15"/>
                </a:cxn>
                <a:cxn ang="T42">
                  <a:pos x="T16" y="T17"/>
                </a:cxn>
                <a:cxn ang="T43">
                  <a:pos x="T18" y="T19"/>
                </a:cxn>
                <a:cxn ang="T44">
                  <a:pos x="T20" y="T21"/>
                </a:cxn>
                <a:cxn ang="T45">
                  <a:pos x="T22" y="T23"/>
                </a:cxn>
                <a:cxn ang="T46">
                  <a:pos x="T24" y="T25"/>
                </a:cxn>
                <a:cxn ang="T47">
                  <a:pos x="T26" y="T27"/>
                </a:cxn>
                <a:cxn ang="T48">
                  <a:pos x="T28" y="T29"/>
                </a:cxn>
                <a:cxn ang="T49">
                  <a:pos x="T30" y="T31"/>
                </a:cxn>
                <a:cxn ang="T50">
                  <a:pos x="T32" y="T33"/>
                </a:cxn>
              </a:cxnLst>
              <a:rect l="T51" t="T52" r="T53" b="T54"/>
              <a:pathLst>
                <a:path w="107" h="54">
                  <a:moveTo>
                    <a:pt x="53" y="54"/>
                  </a:moveTo>
                  <a:lnTo>
                    <a:pt x="0" y="54"/>
                  </a:lnTo>
                  <a:lnTo>
                    <a:pt x="1" y="43"/>
                  </a:lnTo>
                  <a:lnTo>
                    <a:pt x="6" y="31"/>
                  </a:lnTo>
                  <a:lnTo>
                    <a:pt x="12" y="22"/>
                  </a:lnTo>
                  <a:lnTo>
                    <a:pt x="20" y="13"/>
                  </a:lnTo>
                  <a:lnTo>
                    <a:pt x="30" y="7"/>
                  </a:lnTo>
                  <a:lnTo>
                    <a:pt x="42" y="2"/>
                  </a:lnTo>
                  <a:lnTo>
                    <a:pt x="53" y="0"/>
                  </a:lnTo>
                  <a:lnTo>
                    <a:pt x="65" y="2"/>
                  </a:lnTo>
                  <a:lnTo>
                    <a:pt x="76" y="7"/>
                  </a:lnTo>
                  <a:lnTo>
                    <a:pt x="86" y="13"/>
                  </a:lnTo>
                  <a:lnTo>
                    <a:pt x="94" y="22"/>
                  </a:lnTo>
                  <a:lnTo>
                    <a:pt x="101" y="31"/>
                  </a:lnTo>
                  <a:lnTo>
                    <a:pt x="105" y="43"/>
                  </a:lnTo>
                  <a:lnTo>
                    <a:pt x="107" y="54"/>
                  </a:lnTo>
                  <a:lnTo>
                    <a:pt x="53" y="54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81" name="Freeform 4512">
              <a:extLst>
                <a:ext uri="{FF2B5EF4-FFF2-40B4-BE49-F238E27FC236}">
                  <a16:creationId xmlns:a16="http://schemas.microsoft.com/office/drawing/2014/main" id="{5D8A2435-31B7-33CD-9C02-7322DD1EC916}"/>
                </a:ext>
              </a:extLst>
            </p:cNvPr>
            <p:cNvSpPr>
              <a:spLocks/>
            </p:cNvSpPr>
            <p:nvPr/>
          </p:nvSpPr>
          <p:spPr bwMode="auto">
            <a:xfrm>
              <a:off x="3318" y="3138"/>
              <a:ext cx="18" cy="9"/>
            </a:xfrm>
            <a:custGeom>
              <a:avLst/>
              <a:gdLst>
                <a:gd name="T0" fmla="*/ 0 w 107"/>
                <a:gd name="T1" fmla="*/ 0 h 54"/>
                <a:gd name="T2" fmla="*/ 0 w 107"/>
                <a:gd name="T3" fmla="*/ 0 h 54"/>
                <a:gd name="T4" fmla="*/ 0 w 107"/>
                <a:gd name="T5" fmla="*/ 0 h 54"/>
                <a:gd name="T6" fmla="*/ 0 w 107"/>
                <a:gd name="T7" fmla="*/ 0 h 54"/>
                <a:gd name="T8" fmla="*/ 0 w 107"/>
                <a:gd name="T9" fmla="*/ 0 h 54"/>
                <a:gd name="T10" fmla="*/ 0 w 107"/>
                <a:gd name="T11" fmla="*/ 0 h 54"/>
                <a:gd name="T12" fmla="*/ 0 w 107"/>
                <a:gd name="T13" fmla="*/ 0 h 54"/>
                <a:gd name="T14" fmla="*/ 0 w 107"/>
                <a:gd name="T15" fmla="*/ 0 h 54"/>
                <a:gd name="T16" fmla="*/ 0 w 107"/>
                <a:gd name="T17" fmla="*/ 0 h 54"/>
                <a:gd name="T18" fmla="*/ 0 w 107"/>
                <a:gd name="T19" fmla="*/ 0 h 54"/>
                <a:gd name="T20" fmla="*/ 0 w 107"/>
                <a:gd name="T21" fmla="*/ 0 h 54"/>
                <a:gd name="T22" fmla="*/ 0 w 107"/>
                <a:gd name="T23" fmla="*/ 0 h 54"/>
                <a:gd name="T24" fmla="*/ 0 w 107"/>
                <a:gd name="T25" fmla="*/ 0 h 54"/>
                <a:gd name="T26" fmla="*/ 0 w 107"/>
                <a:gd name="T27" fmla="*/ 0 h 54"/>
                <a:gd name="T28" fmla="*/ 0 w 107"/>
                <a:gd name="T29" fmla="*/ 0 h 54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w 107"/>
                <a:gd name="T46" fmla="*/ 0 h 54"/>
                <a:gd name="T47" fmla="*/ 107 w 107"/>
                <a:gd name="T48" fmla="*/ 54 h 54"/>
              </a:gdLst>
              <a:ahLst/>
              <a:cxnLst>
                <a:cxn ang="T30">
                  <a:pos x="T0" y="T1"/>
                </a:cxn>
                <a:cxn ang="T31">
                  <a:pos x="T2" y="T3"/>
                </a:cxn>
                <a:cxn ang="T32">
                  <a:pos x="T4" y="T5"/>
                </a:cxn>
                <a:cxn ang="T33">
                  <a:pos x="T6" y="T7"/>
                </a:cxn>
                <a:cxn ang="T34">
                  <a:pos x="T8" y="T9"/>
                </a:cxn>
                <a:cxn ang="T35">
                  <a:pos x="T10" y="T11"/>
                </a:cxn>
                <a:cxn ang="T36">
                  <a:pos x="T12" y="T13"/>
                </a:cxn>
                <a:cxn ang="T37">
                  <a:pos x="T14" y="T15"/>
                </a:cxn>
                <a:cxn ang="T38">
                  <a:pos x="T16" y="T17"/>
                </a:cxn>
                <a:cxn ang="T39">
                  <a:pos x="T18" y="T19"/>
                </a:cxn>
                <a:cxn ang="T40">
                  <a:pos x="T20" y="T21"/>
                </a:cxn>
                <a:cxn ang="T41">
                  <a:pos x="T22" y="T23"/>
                </a:cxn>
                <a:cxn ang="T42">
                  <a:pos x="T24" y="T25"/>
                </a:cxn>
                <a:cxn ang="T43">
                  <a:pos x="T26" y="T27"/>
                </a:cxn>
                <a:cxn ang="T44">
                  <a:pos x="T28" y="T29"/>
                </a:cxn>
              </a:cxnLst>
              <a:rect l="T45" t="T46" r="T47" b="T48"/>
              <a:pathLst>
                <a:path w="107" h="54">
                  <a:moveTo>
                    <a:pt x="0" y="54"/>
                  </a:moveTo>
                  <a:lnTo>
                    <a:pt x="1" y="43"/>
                  </a:lnTo>
                  <a:lnTo>
                    <a:pt x="6" y="31"/>
                  </a:lnTo>
                  <a:lnTo>
                    <a:pt x="12" y="22"/>
                  </a:lnTo>
                  <a:lnTo>
                    <a:pt x="20" y="13"/>
                  </a:lnTo>
                  <a:lnTo>
                    <a:pt x="30" y="7"/>
                  </a:lnTo>
                  <a:lnTo>
                    <a:pt x="42" y="2"/>
                  </a:lnTo>
                  <a:lnTo>
                    <a:pt x="53" y="0"/>
                  </a:lnTo>
                  <a:lnTo>
                    <a:pt x="65" y="2"/>
                  </a:lnTo>
                  <a:lnTo>
                    <a:pt x="76" y="7"/>
                  </a:lnTo>
                  <a:lnTo>
                    <a:pt x="86" y="13"/>
                  </a:lnTo>
                  <a:lnTo>
                    <a:pt x="94" y="22"/>
                  </a:lnTo>
                  <a:lnTo>
                    <a:pt x="101" y="31"/>
                  </a:lnTo>
                  <a:lnTo>
                    <a:pt x="105" y="43"/>
                  </a:lnTo>
                  <a:lnTo>
                    <a:pt x="107" y="54"/>
                  </a:lnTo>
                </a:path>
              </a:pathLst>
            </a:custGeom>
            <a:noFill/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82" name="Line 4513">
              <a:extLst>
                <a:ext uri="{FF2B5EF4-FFF2-40B4-BE49-F238E27FC236}">
                  <a16:creationId xmlns:a16="http://schemas.microsoft.com/office/drawing/2014/main" id="{9D8D7E00-6D69-9062-2C2C-2A8CCC1C7E5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327" y="3147"/>
              <a:ext cx="59" cy="1"/>
            </a:xfrm>
            <a:prstGeom prst="line">
              <a:avLst/>
            </a:prstGeom>
            <a:noFill/>
            <a:ln w="0">
              <a:solidFill>
                <a:srgbClr val="0000FF"/>
              </a:solidFill>
              <a:round/>
              <a:headEnd/>
              <a:tailEnd/>
            </a:ln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83" name="Line 4514">
              <a:extLst>
                <a:ext uri="{FF2B5EF4-FFF2-40B4-BE49-F238E27FC236}">
                  <a16:creationId xmlns:a16="http://schemas.microsoft.com/office/drawing/2014/main" id="{B303CE89-2767-EF67-A245-BB7E043A190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412" y="3147"/>
              <a:ext cx="52" cy="1"/>
            </a:xfrm>
            <a:prstGeom prst="line">
              <a:avLst/>
            </a:prstGeom>
            <a:noFill/>
            <a:ln w="0">
              <a:solidFill>
                <a:srgbClr val="0000FF"/>
              </a:solidFill>
              <a:round/>
              <a:headEnd/>
              <a:tailEnd/>
            </a:ln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84" name="Line 4515">
              <a:extLst>
                <a:ext uri="{FF2B5EF4-FFF2-40B4-BE49-F238E27FC236}">
                  <a16:creationId xmlns:a16="http://schemas.microsoft.com/office/drawing/2014/main" id="{2D351027-16D6-2594-7602-028809AA46E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490" y="3147"/>
              <a:ext cx="52" cy="1"/>
            </a:xfrm>
            <a:prstGeom prst="line">
              <a:avLst/>
            </a:prstGeom>
            <a:noFill/>
            <a:ln w="0">
              <a:solidFill>
                <a:srgbClr val="0000FF"/>
              </a:solidFill>
              <a:round/>
              <a:headEnd/>
              <a:tailEnd/>
            </a:ln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85" name="Line 4516">
              <a:extLst>
                <a:ext uri="{FF2B5EF4-FFF2-40B4-BE49-F238E27FC236}">
                  <a16:creationId xmlns:a16="http://schemas.microsoft.com/office/drawing/2014/main" id="{51B44652-FC96-6EED-7891-B0D1E899376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568" y="3147"/>
              <a:ext cx="52" cy="1"/>
            </a:xfrm>
            <a:prstGeom prst="line">
              <a:avLst/>
            </a:prstGeom>
            <a:noFill/>
            <a:ln w="0">
              <a:solidFill>
                <a:srgbClr val="0000FF"/>
              </a:solidFill>
              <a:round/>
              <a:headEnd/>
              <a:tailEnd/>
            </a:ln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86" name="Line 4517">
              <a:extLst>
                <a:ext uri="{FF2B5EF4-FFF2-40B4-BE49-F238E27FC236}">
                  <a16:creationId xmlns:a16="http://schemas.microsoft.com/office/drawing/2014/main" id="{4B51AB11-F673-87ED-9D40-7F4F4EFB722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646" y="3147"/>
              <a:ext cx="52" cy="1"/>
            </a:xfrm>
            <a:prstGeom prst="line">
              <a:avLst/>
            </a:prstGeom>
            <a:noFill/>
            <a:ln w="0">
              <a:solidFill>
                <a:srgbClr val="0000FF"/>
              </a:solidFill>
              <a:round/>
              <a:headEnd/>
              <a:tailEnd/>
            </a:ln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87" name="Line 4518">
              <a:extLst>
                <a:ext uri="{FF2B5EF4-FFF2-40B4-BE49-F238E27FC236}">
                  <a16:creationId xmlns:a16="http://schemas.microsoft.com/office/drawing/2014/main" id="{C413B4A0-C833-F2BA-6887-E965E4AD03D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724" y="3147"/>
              <a:ext cx="52" cy="1"/>
            </a:xfrm>
            <a:prstGeom prst="line">
              <a:avLst/>
            </a:prstGeom>
            <a:noFill/>
            <a:ln w="0">
              <a:solidFill>
                <a:srgbClr val="0000FF"/>
              </a:solidFill>
              <a:round/>
              <a:headEnd/>
              <a:tailEnd/>
            </a:ln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88" name="Line 4519">
              <a:extLst>
                <a:ext uri="{FF2B5EF4-FFF2-40B4-BE49-F238E27FC236}">
                  <a16:creationId xmlns:a16="http://schemas.microsoft.com/office/drawing/2014/main" id="{47E7CD3A-98FA-397E-09CE-B9B4FE23C7B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802" y="3147"/>
              <a:ext cx="60" cy="1"/>
            </a:xfrm>
            <a:prstGeom prst="line">
              <a:avLst/>
            </a:prstGeom>
            <a:noFill/>
            <a:ln w="0">
              <a:solidFill>
                <a:srgbClr val="0000FF"/>
              </a:solidFill>
              <a:round/>
              <a:headEnd/>
              <a:tailEnd/>
            </a:ln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89" name="Line 4520">
              <a:extLst>
                <a:ext uri="{FF2B5EF4-FFF2-40B4-BE49-F238E27FC236}">
                  <a16:creationId xmlns:a16="http://schemas.microsoft.com/office/drawing/2014/main" id="{696A86FB-4AFA-6625-25C3-E50AF6FFA82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862" y="3147"/>
              <a:ext cx="50" cy="1"/>
            </a:xfrm>
            <a:prstGeom prst="line">
              <a:avLst/>
            </a:prstGeom>
            <a:noFill/>
            <a:ln w="0">
              <a:solidFill>
                <a:srgbClr val="0000FF"/>
              </a:solidFill>
              <a:round/>
              <a:headEnd/>
              <a:tailEnd/>
            </a:ln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90" name="Line 4521">
              <a:extLst>
                <a:ext uri="{FF2B5EF4-FFF2-40B4-BE49-F238E27FC236}">
                  <a16:creationId xmlns:a16="http://schemas.microsoft.com/office/drawing/2014/main" id="{BB8D5774-0478-EA69-2E32-EDFB2A5E61B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938" y="3147"/>
              <a:ext cx="52" cy="1"/>
            </a:xfrm>
            <a:prstGeom prst="line">
              <a:avLst/>
            </a:prstGeom>
            <a:noFill/>
            <a:ln w="0">
              <a:solidFill>
                <a:srgbClr val="0000FF"/>
              </a:solidFill>
              <a:round/>
              <a:headEnd/>
              <a:tailEnd/>
            </a:ln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91" name="Line 4522">
              <a:extLst>
                <a:ext uri="{FF2B5EF4-FFF2-40B4-BE49-F238E27FC236}">
                  <a16:creationId xmlns:a16="http://schemas.microsoft.com/office/drawing/2014/main" id="{20E70459-99F3-AB3F-D810-606384A5896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016" y="3147"/>
              <a:ext cx="52" cy="1"/>
            </a:xfrm>
            <a:prstGeom prst="line">
              <a:avLst/>
            </a:prstGeom>
            <a:noFill/>
            <a:ln w="0">
              <a:solidFill>
                <a:srgbClr val="0000FF"/>
              </a:solidFill>
              <a:round/>
              <a:headEnd/>
              <a:tailEnd/>
            </a:ln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92" name="Line 4523">
              <a:extLst>
                <a:ext uri="{FF2B5EF4-FFF2-40B4-BE49-F238E27FC236}">
                  <a16:creationId xmlns:a16="http://schemas.microsoft.com/office/drawing/2014/main" id="{2061DB49-DF2B-9D3D-9167-02E37901BA8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094" y="3147"/>
              <a:ext cx="52" cy="1"/>
            </a:xfrm>
            <a:prstGeom prst="line">
              <a:avLst/>
            </a:prstGeom>
            <a:noFill/>
            <a:ln w="0">
              <a:solidFill>
                <a:srgbClr val="0000FF"/>
              </a:solidFill>
              <a:round/>
              <a:headEnd/>
              <a:tailEnd/>
            </a:ln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93" name="Line 4524">
              <a:extLst>
                <a:ext uri="{FF2B5EF4-FFF2-40B4-BE49-F238E27FC236}">
                  <a16:creationId xmlns:a16="http://schemas.microsoft.com/office/drawing/2014/main" id="{341C0AC6-E1D4-4366-0CD7-7F4F46F29E3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172" y="3147"/>
              <a:ext cx="52" cy="1"/>
            </a:xfrm>
            <a:prstGeom prst="line">
              <a:avLst/>
            </a:prstGeom>
            <a:noFill/>
            <a:ln w="0">
              <a:solidFill>
                <a:srgbClr val="0000FF"/>
              </a:solidFill>
              <a:round/>
              <a:headEnd/>
              <a:tailEnd/>
            </a:ln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94" name="Line 4525">
              <a:extLst>
                <a:ext uri="{FF2B5EF4-FFF2-40B4-BE49-F238E27FC236}">
                  <a16:creationId xmlns:a16="http://schemas.microsoft.com/office/drawing/2014/main" id="{C40D45AE-37D3-ED62-F633-31ED85A41BA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250" y="3147"/>
              <a:ext cx="50" cy="1"/>
            </a:xfrm>
            <a:prstGeom prst="line">
              <a:avLst/>
            </a:prstGeom>
            <a:noFill/>
            <a:ln w="0">
              <a:solidFill>
                <a:srgbClr val="0000FF"/>
              </a:solidFill>
              <a:round/>
              <a:headEnd/>
              <a:tailEnd/>
            </a:ln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95" name="Freeform 4526">
              <a:extLst>
                <a:ext uri="{FF2B5EF4-FFF2-40B4-BE49-F238E27FC236}">
                  <a16:creationId xmlns:a16="http://schemas.microsoft.com/office/drawing/2014/main" id="{A6FE48D2-CF3A-C1BC-18DC-C1BD37F9BD3C}"/>
                </a:ext>
              </a:extLst>
            </p:cNvPr>
            <p:cNvSpPr>
              <a:spLocks/>
            </p:cNvSpPr>
            <p:nvPr/>
          </p:nvSpPr>
          <p:spPr bwMode="auto">
            <a:xfrm>
              <a:off x="3495" y="2940"/>
              <a:ext cx="17" cy="9"/>
            </a:xfrm>
            <a:custGeom>
              <a:avLst/>
              <a:gdLst>
                <a:gd name="T0" fmla="*/ 0 w 107"/>
                <a:gd name="T1" fmla="*/ 0 h 53"/>
                <a:gd name="T2" fmla="*/ 0 w 107"/>
                <a:gd name="T3" fmla="*/ 0 h 53"/>
                <a:gd name="T4" fmla="*/ 0 w 107"/>
                <a:gd name="T5" fmla="*/ 0 h 53"/>
                <a:gd name="T6" fmla="*/ 0 w 107"/>
                <a:gd name="T7" fmla="*/ 0 h 53"/>
                <a:gd name="T8" fmla="*/ 0 w 107"/>
                <a:gd name="T9" fmla="*/ 0 h 53"/>
                <a:gd name="T10" fmla="*/ 0 w 107"/>
                <a:gd name="T11" fmla="*/ 0 h 53"/>
                <a:gd name="T12" fmla="*/ 0 w 107"/>
                <a:gd name="T13" fmla="*/ 0 h 53"/>
                <a:gd name="T14" fmla="*/ 0 w 107"/>
                <a:gd name="T15" fmla="*/ 0 h 53"/>
                <a:gd name="T16" fmla="*/ 0 w 107"/>
                <a:gd name="T17" fmla="*/ 0 h 53"/>
                <a:gd name="T18" fmla="*/ 0 w 107"/>
                <a:gd name="T19" fmla="*/ 0 h 53"/>
                <a:gd name="T20" fmla="*/ 0 w 107"/>
                <a:gd name="T21" fmla="*/ 0 h 53"/>
                <a:gd name="T22" fmla="*/ 0 w 107"/>
                <a:gd name="T23" fmla="*/ 0 h 53"/>
                <a:gd name="T24" fmla="*/ 0 w 107"/>
                <a:gd name="T25" fmla="*/ 0 h 53"/>
                <a:gd name="T26" fmla="*/ 0 w 107"/>
                <a:gd name="T27" fmla="*/ 0 h 53"/>
                <a:gd name="T28" fmla="*/ 0 w 107"/>
                <a:gd name="T29" fmla="*/ 0 h 53"/>
                <a:gd name="T30" fmla="*/ 0 w 107"/>
                <a:gd name="T31" fmla="*/ 0 h 53"/>
                <a:gd name="T32" fmla="*/ 0 w 107"/>
                <a:gd name="T33" fmla="*/ 0 h 53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w 107"/>
                <a:gd name="T52" fmla="*/ 0 h 53"/>
                <a:gd name="T53" fmla="*/ 107 w 107"/>
                <a:gd name="T54" fmla="*/ 53 h 53"/>
              </a:gdLst>
              <a:ahLst/>
              <a:cxnLst>
                <a:cxn ang="T34">
                  <a:pos x="T0" y="T1"/>
                </a:cxn>
                <a:cxn ang="T35">
                  <a:pos x="T2" y="T3"/>
                </a:cxn>
                <a:cxn ang="T36">
                  <a:pos x="T4" y="T5"/>
                </a:cxn>
                <a:cxn ang="T37">
                  <a:pos x="T6" y="T7"/>
                </a:cxn>
                <a:cxn ang="T38">
                  <a:pos x="T8" y="T9"/>
                </a:cxn>
                <a:cxn ang="T39">
                  <a:pos x="T10" y="T11"/>
                </a:cxn>
                <a:cxn ang="T40">
                  <a:pos x="T12" y="T13"/>
                </a:cxn>
                <a:cxn ang="T41">
                  <a:pos x="T14" y="T15"/>
                </a:cxn>
                <a:cxn ang="T42">
                  <a:pos x="T16" y="T17"/>
                </a:cxn>
                <a:cxn ang="T43">
                  <a:pos x="T18" y="T19"/>
                </a:cxn>
                <a:cxn ang="T44">
                  <a:pos x="T20" y="T21"/>
                </a:cxn>
                <a:cxn ang="T45">
                  <a:pos x="T22" y="T23"/>
                </a:cxn>
                <a:cxn ang="T46">
                  <a:pos x="T24" y="T25"/>
                </a:cxn>
                <a:cxn ang="T47">
                  <a:pos x="T26" y="T27"/>
                </a:cxn>
                <a:cxn ang="T48">
                  <a:pos x="T28" y="T29"/>
                </a:cxn>
                <a:cxn ang="T49">
                  <a:pos x="T30" y="T31"/>
                </a:cxn>
                <a:cxn ang="T50">
                  <a:pos x="T32" y="T33"/>
                </a:cxn>
              </a:cxnLst>
              <a:rect l="T51" t="T52" r="T53" b="T54"/>
              <a:pathLst>
                <a:path w="107" h="53">
                  <a:moveTo>
                    <a:pt x="53" y="0"/>
                  </a:moveTo>
                  <a:lnTo>
                    <a:pt x="107" y="0"/>
                  </a:lnTo>
                  <a:lnTo>
                    <a:pt x="105" y="12"/>
                  </a:lnTo>
                  <a:lnTo>
                    <a:pt x="101" y="24"/>
                  </a:lnTo>
                  <a:lnTo>
                    <a:pt x="94" y="33"/>
                  </a:lnTo>
                  <a:lnTo>
                    <a:pt x="86" y="42"/>
                  </a:lnTo>
                  <a:lnTo>
                    <a:pt x="76" y="48"/>
                  </a:lnTo>
                  <a:lnTo>
                    <a:pt x="65" y="52"/>
                  </a:lnTo>
                  <a:lnTo>
                    <a:pt x="53" y="53"/>
                  </a:lnTo>
                  <a:lnTo>
                    <a:pt x="41" y="52"/>
                  </a:lnTo>
                  <a:lnTo>
                    <a:pt x="30" y="48"/>
                  </a:lnTo>
                  <a:lnTo>
                    <a:pt x="20" y="42"/>
                  </a:lnTo>
                  <a:lnTo>
                    <a:pt x="12" y="33"/>
                  </a:lnTo>
                  <a:lnTo>
                    <a:pt x="5" y="24"/>
                  </a:lnTo>
                  <a:lnTo>
                    <a:pt x="1" y="12"/>
                  </a:lnTo>
                  <a:lnTo>
                    <a:pt x="0" y="0"/>
                  </a:lnTo>
                  <a:lnTo>
                    <a:pt x="53" y="0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96" name="Freeform 4527">
              <a:extLst>
                <a:ext uri="{FF2B5EF4-FFF2-40B4-BE49-F238E27FC236}">
                  <a16:creationId xmlns:a16="http://schemas.microsoft.com/office/drawing/2014/main" id="{A1DA4E15-C261-1F29-7E0D-3E7133F4582E}"/>
                </a:ext>
              </a:extLst>
            </p:cNvPr>
            <p:cNvSpPr>
              <a:spLocks/>
            </p:cNvSpPr>
            <p:nvPr/>
          </p:nvSpPr>
          <p:spPr bwMode="auto">
            <a:xfrm>
              <a:off x="3495" y="2940"/>
              <a:ext cx="17" cy="9"/>
            </a:xfrm>
            <a:custGeom>
              <a:avLst/>
              <a:gdLst>
                <a:gd name="T0" fmla="*/ 0 w 107"/>
                <a:gd name="T1" fmla="*/ 0 h 53"/>
                <a:gd name="T2" fmla="*/ 0 w 107"/>
                <a:gd name="T3" fmla="*/ 0 h 53"/>
                <a:gd name="T4" fmla="*/ 0 w 107"/>
                <a:gd name="T5" fmla="*/ 0 h 53"/>
                <a:gd name="T6" fmla="*/ 0 w 107"/>
                <a:gd name="T7" fmla="*/ 0 h 53"/>
                <a:gd name="T8" fmla="*/ 0 w 107"/>
                <a:gd name="T9" fmla="*/ 0 h 53"/>
                <a:gd name="T10" fmla="*/ 0 w 107"/>
                <a:gd name="T11" fmla="*/ 0 h 53"/>
                <a:gd name="T12" fmla="*/ 0 w 107"/>
                <a:gd name="T13" fmla="*/ 0 h 53"/>
                <a:gd name="T14" fmla="*/ 0 w 107"/>
                <a:gd name="T15" fmla="*/ 0 h 53"/>
                <a:gd name="T16" fmla="*/ 0 w 107"/>
                <a:gd name="T17" fmla="*/ 0 h 53"/>
                <a:gd name="T18" fmla="*/ 0 w 107"/>
                <a:gd name="T19" fmla="*/ 0 h 53"/>
                <a:gd name="T20" fmla="*/ 0 w 107"/>
                <a:gd name="T21" fmla="*/ 0 h 53"/>
                <a:gd name="T22" fmla="*/ 0 w 107"/>
                <a:gd name="T23" fmla="*/ 0 h 53"/>
                <a:gd name="T24" fmla="*/ 0 w 107"/>
                <a:gd name="T25" fmla="*/ 0 h 53"/>
                <a:gd name="T26" fmla="*/ 0 w 107"/>
                <a:gd name="T27" fmla="*/ 0 h 53"/>
                <a:gd name="T28" fmla="*/ 0 w 107"/>
                <a:gd name="T29" fmla="*/ 0 h 53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w 107"/>
                <a:gd name="T46" fmla="*/ 0 h 53"/>
                <a:gd name="T47" fmla="*/ 107 w 107"/>
                <a:gd name="T48" fmla="*/ 53 h 53"/>
              </a:gdLst>
              <a:ahLst/>
              <a:cxnLst>
                <a:cxn ang="T30">
                  <a:pos x="T0" y="T1"/>
                </a:cxn>
                <a:cxn ang="T31">
                  <a:pos x="T2" y="T3"/>
                </a:cxn>
                <a:cxn ang="T32">
                  <a:pos x="T4" y="T5"/>
                </a:cxn>
                <a:cxn ang="T33">
                  <a:pos x="T6" y="T7"/>
                </a:cxn>
                <a:cxn ang="T34">
                  <a:pos x="T8" y="T9"/>
                </a:cxn>
                <a:cxn ang="T35">
                  <a:pos x="T10" y="T11"/>
                </a:cxn>
                <a:cxn ang="T36">
                  <a:pos x="T12" y="T13"/>
                </a:cxn>
                <a:cxn ang="T37">
                  <a:pos x="T14" y="T15"/>
                </a:cxn>
                <a:cxn ang="T38">
                  <a:pos x="T16" y="T17"/>
                </a:cxn>
                <a:cxn ang="T39">
                  <a:pos x="T18" y="T19"/>
                </a:cxn>
                <a:cxn ang="T40">
                  <a:pos x="T20" y="T21"/>
                </a:cxn>
                <a:cxn ang="T41">
                  <a:pos x="T22" y="T23"/>
                </a:cxn>
                <a:cxn ang="T42">
                  <a:pos x="T24" y="T25"/>
                </a:cxn>
                <a:cxn ang="T43">
                  <a:pos x="T26" y="T27"/>
                </a:cxn>
                <a:cxn ang="T44">
                  <a:pos x="T28" y="T29"/>
                </a:cxn>
              </a:cxnLst>
              <a:rect l="T45" t="T46" r="T47" b="T48"/>
              <a:pathLst>
                <a:path w="107" h="53">
                  <a:moveTo>
                    <a:pt x="107" y="0"/>
                  </a:moveTo>
                  <a:lnTo>
                    <a:pt x="105" y="12"/>
                  </a:lnTo>
                  <a:lnTo>
                    <a:pt x="101" y="24"/>
                  </a:lnTo>
                  <a:lnTo>
                    <a:pt x="94" y="33"/>
                  </a:lnTo>
                  <a:lnTo>
                    <a:pt x="86" y="42"/>
                  </a:lnTo>
                  <a:lnTo>
                    <a:pt x="76" y="48"/>
                  </a:lnTo>
                  <a:lnTo>
                    <a:pt x="65" y="52"/>
                  </a:lnTo>
                  <a:lnTo>
                    <a:pt x="53" y="53"/>
                  </a:lnTo>
                  <a:lnTo>
                    <a:pt x="41" y="52"/>
                  </a:lnTo>
                  <a:lnTo>
                    <a:pt x="30" y="48"/>
                  </a:lnTo>
                  <a:lnTo>
                    <a:pt x="20" y="42"/>
                  </a:lnTo>
                  <a:lnTo>
                    <a:pt x="12" y="33"/>
                  </a:lnTo>
                  <a:lnTo>
                    <a:pt x="5" y="24"/>
                  </a:lnTo>
                  <a:lnTo>
                    <a:pt x="1" y="12"/>
                  </a:lnTo>
                  <a:lnTo>
                    <a:pt x="0" y="0"/>
                  </a:lnTo>
                </a:path>
              </a:pathLst>
            </a:custGeom>
            <a:noFill/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97" name="Freeform 4528">
              <a:extLst>
                <a:ext uri="{FF2B5EF4-FFF2-40B4-BE49-F238E27FC236}">
                  <a16:creationId xmlns:a16="http://schemas.microsoft.com/office/drawing/2014/main" id="{48A1C02A-E700-40C7-513B-125B0676A490}"/>
                </a:ext>
              </a:extLst>
            </p:cNvPr>
            <p:cNvSpPr>
              <a:spLocks/>
            </p:cNvSpPr>
            <p:nvPr/>
          </p:nvSpPr>
          <p:spPr bwMode="auto">
            <a:xfrm>
              <a:off x="3495" y="2822"/>
              <a:ext cx="17" cy="118"/>
            </a:xfrm>
            <a:custGeom>
              <a:avLst/>
              <a:gdLst>
                <a:gd name="T0" fmla="*/ 0 w 107"/>
                <a:gd name="T1" fmla="*/ 0 h 708"/>
                <a:gd name="T2" fmla="*/ 0 w 107"/>
                <a:gd name="T3" fmla="*/ 0 h 708"/>
                <a:gd name="T4" fmla="*/ 0 w 107"/>
                <a:gd name="T5" fmla="*/ 0 h 708"/>
                <a:gd name="T6" fmla="*/ 0 w 107"/>
                <a:gd name="T7" fmla="*/ 0 h 708"/>
                <a:gd name="T8" fmla="*/ 0 w 107"/>
                <a:gd name="T9" fmla="*/ 0 h 708"/>
                <a:gd name="T10" fmla="*/ 0 w 107"/>
                <a:gd name="T11" fmla="*/ 0 h 708"/>
                <a:gd name="T12" fmla="*/ 0 w 107"/>
                <a:gd name="T13" fmla="*/ 0 h 708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107"/>
                <a:gd name="T22" fmla="*/ 0 h 708"/>
                <a:gd name="T23" fmla="*/ 107 w 107"/>
                <a:gd name="T24" fmla="*/ 708 h 708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107" h="708">
                  <a:moveTo>
                    <a:pt x="0" y="708"/>
                  </a:moveTo>
                  <a:lnTo>
                    <a:pt x="53" y="708"/>
                  </a:lnTo>
                  <a:lnTo>
                    <a:pt x="107" y="708"/>
                  </a:lnTo>
                  <a:lnTo>
                    <a:pt x="107" y="0"/>
                  </a:lnTo>
                  <a:lnTo>
                    <a:pt x="53" y="0"/>
                  </a:lnTo>
                  <a:lnTo>
                    <a:pt x="0" y="0"/>
                  </a:lnTo>
                  <a:lnTo>
                    <a:pt x="0" y="708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98" name="Freeform 4529">
              <a:extLst>
                <a:ext uri="{FF2B5EF4-FFF2-40B4-BE49-F238E27FC236}">
                  <a16:creationId xmlns:a16="http://schemas.microsoft.com/office/drawing/2014/main" id="{67EC4A18-D2C1-B51D-304F-5B941B8FB154}"/>
                </a:ext>
              </a:extLst>
            </p:cNvPr>
            <p:cNvSpPr>
              <a:spLocks/>
            </p:cNvSpPr>
            <p:nvPr/>
          </p:nvSpPr>
          <p:spPr bwMode="auto">
            <a:xfrm>
              <a:off x="3495" y="2822"/>
              <a:ext cx="17" cy="118"/>
            </a:xfrm>
            <a:custGeom>
              <a:avLst/>
              <a:gdLst>
                <a:gd name="T0" fmla="*/ 0 w 107"/>
                <a:gd name="T1" fmla="*/ 0 h 708"/>
                <a:gd name="T2" fmla="*/ 0 w 107"/>
                <a:gd name="T3" fmla="*/ 0 h 708"/>
                <a:gd name="T4" fmla="*/ 0 w 107"/>
                <a:gd name="T5" fmla="*/ 0 h 708"/>
                <a:gd name="T6" fmla="*/ 0 w 107"/>
                <a:gd name="T7" fmla="*/ 0 h 708"/>
                <a:gd name="T8" fmla="*/ 0 w 107"/>
                <a:gd name="T9" fmla="*/ 0 h 708"/>
                <a:gd name="T10" fmla="*/ 0 w 107"/>
                <a:gd name="T11" fmla="*/ 0 h 708"/>
                <a:gd name="T12" fmla="*/ 0 w 107"/>
                <a:gd name="T13" fmla="*/ 0 h 708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107"/>
                <a:gd name="T22" fmla="*/ 0 h 708"/>
                <a:gd name="T23" fmla="*/ 107 w 107"/>
                <a:gd name="T24" fmla="*/ 708 h 708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107" h="708">
                  <a:moveTo>
                    <a:pt x="0" y="708"/>
                  </a:moveTo>
                  <a:lnTo>
                    <a:pt x="53" y="708"/>
                  </a:lnTo>
                  <a:lnTo>
                    <a:pt x="107" y="708"/>
                  </a:lnTo>
                  <a:lnTo>
                    <a:pt x="107" y="0"/>
                  </a:lnTo>
                  <a:lnTo>
                    <a:pt x="53" y="0"/>
                  </a:lnTo>
                  <a:lnTo>
                    <a:pt x="0" y="0"/>
                  </a:lnTo>
                  <a:lnTo>
                    <a:pt x="0" y="708"/>
                  </a:lnTo>
                  <a:close/>
                </a:path>
              </a:pathLst>
            </a:custGeom>
            <a:noFill/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99" name="Freeform 4530">
              <a:extLst>
                <a:ext uri="{FF2B5EF4-FFF2-40B4-BE49-F238E27FC236}">
                  <a16:creationId xmlns:a16="http://schemas.microsoft.com/office/drawing/2014/main" id="{F1B22B35-460D-27D2-1AC4-FD25F9EB0C1D}"/>
                </a:ext>
              </a:extLst>
            </p:cNvPr>
            <p:cNvSpPr>
              <a:spLocks/>
            </p:cNvSpPr>
            <p:nvPr/>
          </p:nvSpPr>
          <p:spPr bwMode="auto">
            <a:xfrm>
              <a:off x="3495" y="2813"/>
              <a:ext cx="17" cy="9"/>
            </a:xfrm>
            <a:custGeom>
              <a:avLst/>
              <a:gdLst>
                <a:gd name="T0" fmla="*/ 0 w 107"/>
                <a:gd name="T1" fmla="*/ 0 h 54"/>
                <a:gd name="T2" fmla="*/ 0 w 107"/>
                <a:gd name="T3" fmla="*/ 0 h 54"/>
                <a:gd name="T4" fmla="*/ 0 w 107"/>
                <a:gd name="T5" fmla="*/ 0 h 54"/>
                <a:gd name="T6" fmla="*/ 0 w 107"/>
                <a:gd name="T7" fmla="*/ 0 h 54"/>
                <a:gd name="T8" fmla="*/ 0 w 107"/>
                <a:gd name="T9" fmla="*/ 0 h 54"/>
                <a:gd name="T10" fmla="*/ 0 w 107"/>
                <a:gd name="T11" fmla="*/ 0 h 54"/>
                <a:gd name="T12" fmla="*/ 0 w 107"/>
                <a:gd name="T13" fmla="*/ 0 h 54"/>
                <a:gd name="T14" fmla="*/ 0 w 107"/>
                <a:gd name="T15" fmla="*/ 0 h 54"/>
                <a:gd name="T16" fmla="*/ 0 w 107"/>
                <a:gd name="T17" fmla="*/ 0 h 54"/>
                <a:gd name="T18" fmla="*/ 0 w 107"/>
                <a:gd name="T19" fmla="*/ 0 h 54"/>
                <a:gd name="T20" fmla="*/ 0 w 107"/>
                <a:gd name="T21" fmla="*/ 0 h 54"/>
                <a:gd name="T22" fmla="*/ 0 w 107"/>
                <a:gd name="T23" fmla="*/ 0 h 54"/>
                <a:gd name="T24" fmla="*/ 0 w 107"/>
                <a:gd name="T25" fmla="*/ 0 h 54"/>
                <a:gd name="T26" fmla="*/ 0 w 107"/>
                <a:gd name="T27" fmla="*/ 0 h 54"/>
                <a:gd name="T28" fmla="*/ 0 w 107"/>
                <a:gd name="T29" fmla="*/ 0 h 54"/>
                <a:gd name="T30" fmla="*/ 0 w 107"/>
                <a:gd name="T31" fmla="*/ 0 h 54"/>
                <a:gd name="T32" fmla="*/ 0 w 107"/>
                <a:gd name="T33" fmla="*/ 0 h 54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w 107"/>
                <a:gd name="T52" fmla="*/ 0 h 54"/>
                <a:gd name="T53" fmla="*/ 107 w 107"/>
                <a:gd name="T54" fmla="*/ 54 h 54"/>
              </a:gdLst>
              <a:ahLst/>
              <a:cxnLst>
                <a:cxn ang="T34">
                  <a:pos x="T0" y="T1"/>
                </a:cxn>
                <a:cxn ang="T35">
                  <a:pos x="T2" y="T3"/>
                </a:cxn>
                <a:cxn ang="T36">
                  <a:pos x="T4" y="T5"/>
                </a:cxn>
                <a:cxn ang="T37">
                  <a:pos x="T6" y="T7"/>
                </a:cxn>
                <a:cxn ang="T38">
                  <a:pos x="T8" y="T9"/>
                </a:cxn>
                <a:cxn ang="T39">
                  <a:pos x="T10" y="T11"/>
                </a:cxn>
                <a:cxn ang="T40">
                  <a:pos x="T12" y="T13"/>
                </a:cxn>
                <a:cxn ang="T41">
                  <a:pos x="T14" y="T15"/>
                </a:cxn>
                <a:cxn ang="T42">
                  <a:pos x="T16" y="T17"/>
                </a:cxn>
                <a:cxn ang="T43">
                  <a:pos x="T18" y="T19"/>
                </a:cxn>
                <a:cxn ang="T44">
                  <a:pos x="T20" y="T21"/>
                </a:cxn>
                <a:cxn ang="T45">
                  <a:pos x="T22" y="T23"/>
                </a:cxn>
                <a:cxn ang="T46">
                  <a:pos x="T24" y="T25"/>
                </a:cxn>
                <a:cxn ang="T47">
                  <a:pos x="T26" y="T27"/>
                </a:cxn>
                <a:cxn ang="T48">
                  <a:pos x="T28" y="T29"/>
                </a:cxn>
                <a:cxn ang="T49">
                  <a:pos x="T30" y="T31"/>
                </a:cxn>
                <a:cxn ang="T50">
                  <a:pos x="T32" y="T33"/>
                </a:cxn>
              </a:cxnLst>
              <a:rect l="T51" t="T52" r="T53" b="T54"/>
              <a:pathLst>
                <a:path w="107" h="54">
                  <a:moveTo>
                    <a:pt x="53" y="54"/>
                  </a:moveTo>
                  <a:lnTo>
                    <a:pt x="0" y="54"/>
                  </a:lnTo>
                  <a:lnTo>
                    <a:pt x="1" y="42"/>
                  </a:lnTo>
                  <a:lnTo>
                    <a:pt x="5" y="31"/>
                  </a:lnTo>
                  <a:lnTo>
                    <a:pt x="12" y="21"/>
                  </a:lnTo>
                  <a:lnTo>
                    <a:pt x="20" y="13"/>
                  </a:lnTo>
                  <a:lnTo>
                    <a:pt x="30" y="6"/>
                  </a:lnTo>
                  <a:lnTo>
                    <a:pt x="41" y="2"/>
                  </a:lnTo>
                  <a:lnTo>
                    <a:pt x="53" y="0"/>
                  </a:lnTo>
                  <a:lnTo>
                    <a:pt x="65" y="2"/>
                  </a:lnTo>
                  <a:lnTo>
                    <a:pt x="76" y="6"/>
                  </a:lnTo>
                  <a:lnTo>
                    <a:pt x="86" y="13"/>
                  </a:lnTo>
                  <a:lnTo>
                    <a:pt x="94" y="21"/>
                  </a:lnTo>
                  <a:lnTo>
                    <a:pt x="101" y="31"/>
                  </a:lnTo>
                  <a:lnTo>
                    <a:pt x="105" y="42"/>
                  </a:lnTo>
                  <a:lnTo>
                    <a:pt x="107" y="54"/>
                  </a:lnTo>
                  <a:lnTo>
                    <a:pt x="53" y="54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00" name="Freeform 4531">
              <a:extLst>
                <a:ext uri="{FF2B5EF4-FFF2-40B4-BE49-F238E27FC236}">
                  <a16:creationId xmlns:a16="http://schemas.microsoft.com/office/drawing/2014/main" id="{55679CB9-CDB0-7497-B6AD-BF3DD76F50B4}"/>
                </a:ext>
              </a:extLst>
            </p:cNvPr>
            <p:cNvSpPr>
              <a:spLocks/>
            </p:cNvSpPr>
            <p:nvPr/>
          </p:nvSpPr>
          <p:spPr bwMode="auto">
            <a:xfrm>
              <a:off x="3495" y="2813"/>
              <a:ext cx="17" cy="9"/>
            </a:xfrm>
            <a:custGeom>
              <a:avLst/>
              <a:gdLst>
                <a:gd name="T0" fmla="*/ 0 w 107"/>
                <a:gd name="T1" fmla="*/ 0 h 54"/>
                <a:gd name="T2" fmla="*/ 0 w 107"/>
                <a:gd name="T3" fmla="*/ 0 h 54"/>
                <a:gd name="T4" fmla="*/ 0 w 107"/>
                <a:gd name="T5" fmla="*/ 0 h 54"/>
                <a:gd name="T6" fmla="*/ 0 w 107"/>
                <a:gd name="T7" fmla="*/ 0 h 54"/>
                <a:gd name="T8" fmla="*/ 0 w 107"/>
                <a:gd name="T9" fmla="*/ 0 h 54"/>
                <a:gd name="T10" fmla="*/ 0 w 107"/>
                <a:gd name="T11" fmla="*/ 0 h 54"/>
                <a:gd name="T12" fmla="*/ 0 w 107"/>
                <a:gd name="T13" fmla="*/ 0 h 54"/>
                <a:gd name="T14" fmla="*/ 0 w 107"/>
                <a:gd name="T15" fmla="*/ 0 h 54"/>
                <a:gd name="T16" fmla="*/ 0 w 107"/>
                <a:gd name="T17" fmla="*/ 0 h 54"/>
                <a:gd name="T18" fmla="*/ 0 w 107"/>
                <a:gd name="T19" fmla="*/ 0 h 54"/>
                <a:gd name="T20" fmla="*/ 0 w 107"/>
                <a:gd name="T21" fmla="*/ 0 h 54"/>
                <a:gd name="T22" fmla="*/ 0 w 107"/>
                <a:gd name="T23" fmla="*/ 0 h 54"/>
                <a:gd name="T24" fmla="*/ 0 w 107"/>
                <a:gd name="T25" fmla="*/ 0 h 54"/>
                <a:gd name="T26" fmla="*/ 0 w 107"/>
                <a:gd name="T27" fmla="*/ 0 h 54"/>
                <a:gd name="T28" fmla="*/ 0 w 107"/>
                <a:gd name="T29" fmla="*/ 0 h 54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w 107"/>
                <a:gd name="T46" fmla="*/ 0 h 54"/>
                <a:gd name="T47" fmla="*/ 107 w 107"/>
                <a:gd name="T48" fmla="*/ 54 h 54"/>
              </a:gdLst>
              <a:ahLst/>
              <a:cxnLst>
                <a:cxn ang="T30">
                  <a:pos x="T0" y="T1"/>
                </a:cxn>
                <a:cxn ang="T31">
                  <a:pos x="T2" y="T3"/>
                </a:cxn>
                <a:cxn ang="T32">
                  <a:pos x="T4" y="T5"/>
                </a:cxn>
                <a:cxn ang="T33">
                  <a:pos x="T6" y="T7"/>
                </a:cxn>
                <a:cxn ang="T34">
                  <a:pos x="T8" y="T9"/>
                </a:cxn>
                <a:cxn ang="T35">
                  <a:pos x="T10" y="T11"/>
                </a:cxn>
                <a:cxn ang="T36">
                  <a:pos x="T12" y="T13"/>
                </a:cxn>
                <a:cxn ang="T37">
                  <a:pos x="T14" y="T15"/>
                </a:cxn>
                <a:cxn ang="T38">
                  <a:pos x="T16" y="T17"/>
                </a:cxn>
                <a:cxn ang="T39">
                  <a:pos x="T18" y="T19"/>
                </a:cxn>
                <a:cxn ang="T40">
                  <a:pos x="T20" y="T21"/>
                </a:cxn>
                <a:cxn ang="T41">
                  <a:pos x="T22" y="T23"/>
                </a:cxn>
                <a:cxn ang="T42">
                  <a:pos x="T24" y="T25"/>
                </a:cxn>
                <a:cxn ang="T43">
                  <a:pos x="T26" y="T27"/>
                </a:cxn>
                <a:cxn ang="T44">
                  <a:pos x="T28" y="T29"/>
                </a:cxn>
              </a:cxnLst>
              <a:rect l="T45" t="T46" r="T47" b="T48"/>
              <a:pathLst>
                <a:path w="107" h="54">
                  <a:moveTo>
                    <a:pt x="0" y="54"/>
                  </a:moveTo>
                  <a:lnTo>
                    <a:pt x="1" y="42"/>
                  </a:lnTo>
                  <a:lnTo>
                    <a:pt x="5" y="31"/>
                  </a:lnTo>
                  <a:lnTo>
                    <a:pt x="12" y="21"/>
                  </a:lnTo>
                  <a:lnTo>
                    <a:pt x="20" y="13"/>
                  </a:lnTo>
                  <a:lnTo>
                    <a:pt x="30" y="6"/>
                  </a:lnTo>
                  <a:lnTo>
                    <a:pt x="41" y="2"/>
                  </a:lnTo>
                  <a:lnTo>
                    <a:pt x="53" y="0"/>
                  </a:lnTo>
                  <a:lnTo>
                    <a:pt x="65" y="2"/>
                  </a:lnTo>
                  <a:lnTo>
                    <a:pt x="76" y="6"/>
                  </a:lnTo>
                  <a:lnTo>
                    <a:pt x="86" y="13"/>
                  </a:lnTo>
                  <a:lnTo>
                    <a:pt x="94" y="21"/>
                  </a:lnTo>
                  <a:lnTo>
                    <a:pt x="101" y="31"/>
                  </a:lnTo>
                  <a:lnTo>
                    <a:pt x="105" y="42"/>
                  </a:lnTo>
                  <a:lnTo>
                    <a:pt x="107" y="54"/>
                  </a:lnTo>
                </a:path>
              </a:pathLst>
            </a:custGeom>
            <a:noFill/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01" name="Line 4532">
              <a:extLst>
                <a:ext uri="{FF2B5EF4-FFF2-40B4-BE49-F238E27FC236}">
                  <a16:creationId xmlns:a16="http://schemas.microsoft.com/office/drawing/2014/main" id="{818B69F2-2240-AE97-3ACB-655C14A9CC5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828" y="2788"/>
              <a:ext cx="1" cy="231"/>
            </a:xfrm>
            <a:prstGeom prst="line">
              <a:avLst/>
            </a:prstGeom>
            <a:noFill/>
            <a:ln w="0">
              <a:solidFill>
                <a:srgbClr val="0000FF"/>
              </a:solidFill>
              <a:round/>
              <a:headEnd/>
              <a:tailEnd/>
            </a:ln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02" name="Line 4533">
              <a:extLst>
                <a:ext uri="{FF2B5EF4-FFF2-40B4-BE49-F238E27FC236}">
                  <a16:creationId xmlns:a16="http://schemas.microsoft.com/office/drawing/2014/main" id="{805C65FE-3EAA-346C-1FDB-E24E75E7BCB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828" y="3046"/>
              <a:ext cx="1" cy="26"/>
            </a:xfrm>
            <a:prstGeom prst="line">
              <a:avLst/>
            </a:prstGeom>
            <a:noFill/>
            <a:ln w="0">
              <a:solidFill>
                <a:srgbClr val="0000FF"/>
              </a:solidFill>
              <a:round/>
              <a:headEnd/>
              <a:tailEnd/>
            </a:ln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03" name="Line 4534">
              <a:extLst>
                <a:ext uri="{FF2B5EF4-FFF2-40B4-BE49-F238E27FC236}">
                  <a16:creationId xmlns:a16="http://schemas.microsoft.com/office/drawing/2014/main" id="{2847C72C-7F9D-F897-6660-991DF7E5071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828" y="3098"/>
              <a:ext cx="1" cy="231"/>
            </a:xfrm>
            <a:prstGeom prst="line">
              <a:avLst/>
            </a:prstGeom>
            <a:noFill/>
            <a:ln w="0">
              <a:solidFill>
                <a:srgbClr val="0000FF"/>
              </a:solidFill>
              <a:round/>
              <a:headEnd/>
              <a:tailEnd/>
            </a:ln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04" name="Line 4535">
              <a:extLst>
                <a:ext uri="{FF2B5EF4-FFF2-40B4-BE49-F238E27FC236}">
                  <a16:creationId xmlns:a16="http://schemas.microsoft.com/office/drawing/2014/main" id="{526B3E2E-0259-A080-19F6-D982E00D01F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710" y="2822"/>
              <a:ext cx="1" cy="28"/>
            </a:xfrm>
            <a:prstGeom prst="line">
              <a:avLst/>
            </a:prstGeom>
            <a:noFill/>
            <a:ln w="0">
              <a:solidFill>
                <a:srgbClr val="0000FF"/>
              </a:solidFill>
              <a:round/>
              <a:headEnd/>
              <a:tailEnd/>
            </a:ln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05" name="Line 4536">
              <a:extLst>
                <a:ext uri="{FF2B5EF4-FFF2-40B4-BE49-F238E27FC236}">
                  <a16:creationId xmlns:a16="http://schemas.microsoft.com/office/drawing/2014/main" id="{CE280C37-BBBA-A4E3-50C1-425850FB0B1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710" y="2876"/>
              <a:ext cx="1" cy="52"/>
            </a:xfrm>
            <a:prstGeom prst="line">
              <a:avLst/>
            </a:prstGeom>
            <a:noFill/>
            <a:ln w="0">
              <a:solidFill>
                <a:srgbClr val="0000FF"/>
              </a:solidFill>
              <a:round/>
              <a:headEnd/>
              <a:tailEnd/>
            </a:ln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06" name="Line 4537">
              <a:extLst>
                <a:ext uri="{FF2B5EF4-FFF2-40B4-BE49-F238E27FC236}">
                  <a16:creationId xmlns:a16="http://schemas.microsoft.com/office/drawing/2014/main" id="{6E620858-C42B-B3C6-F5D8-26A0062BC66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710" y="2954"/>
              <a:ext cx="1" cy="52"/>
            </a:xfrm>
            <a:prstGeom prst="line">
              <a:avLst/>
            </a:prstGeom>
            <a:noFill/>
            <a:ln w="0">
              <a:solidFill>
                <a:srgbClr val="0000FF"/>
              </a:solidFill>
              <a:round/>
              <a:headEnd/>
              <a:tailEnd/>
            </a:ln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07" name="Line 4538">
              <a:extLst>
                <a:ext uri="{FF2B5EF4-FFF2-40B4-BE49-F238E27FC236}">
                  <a16:creationId xmlns:a16="http://schemas.microsoft.com/office/drawing/2014/main" id="{8CA22911-644B-17A2-A654-5D218910E8D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710" y="3033"/>
              <a:ext cx="1" cy="52"/>
            </a:xfrm>
            <a:prstGeom prst="line">
              <a:avLst/>
            </a:prstGeom>
            <a:noFill/>
            <a:ln w="0">
              <a:solidFill>
                <a:srgbClr val="0000FF"/>
              </a:solidFill>
              <a:round/>
              <a:headEnd/>
              <a:tailEnd/>
            </a:ln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08" name="Line 4539">
              <a:extLst>
                <a:ext uri="{FF2B5EF4-FFF2-40B4-BE49-F238E27FC236}">
                  <a16:creationId xmlns:a16="http://schemas.microsoft.com/office/drawing/2014/main" id="{C04BEF30-B91F-C339-FAA9-4C46A6909E3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710" y="3111"/>
              <a:ext cx="1" cy="52"/>
            </a:xfrm>
            <a:prstGeom prst="line">
              <a:avLst/>
            </a:prstGeom>
            <a:noFill/>
            <a:ln w="0">
              <a:solidFill>
                <a:srgbClr val="0000FF"/>
              </a:solidFill>
              <a:round/>
              <a:headEnd/>
              <a:tailEnd/>
            </a:ln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09" name="Line 4540">
              <a:extLst>
                <a:ext uri="{FF2B5EF4-FFF2-40B4-BE49-F238E27FC236}">
                  <a16:creationId xmlns:a16="http://schemas.microsoft.com/office/drawing/2014/main" id="{FCB4CC3C-1B2D-3CCF-9372-CBF6333AE06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710" y="3189"/>
              <a:ext cx="1" cy="52"/>
            </a:xfrm>
            <a:prstGeom prst="line">
              <a:avLst/>
            </a:prstGeom>
            <a:noFill/>
            <a:ln w="0">
              <a:solidFill>
                <a:srgbClr val="0000FF"/>
              </a:solidFill>
              <a:round/>
              <a:headEnd/>
              <a:tailEnd/>
            </a:ln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10" name="Line 4541">
              <a:extLst>
                <a:ext uri="{FF2B5EF4-FFF2-40B4-BE49-F238E27FC236}">
                  <a16:creationId xmlns:a16="http://schemas.microsoft.com/office/drawing/2014/main" id="{D6A99EDE-90A7-69BC-C170-A36798E529C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710" y="3267"/>
              <a:ext cx="1" cy="28"/>
            </a:xfrm>
            <a:prstGeom prst="line">
              <a:avLst/>
            </a:prstGeom>
            <a:noFill/>
            <a:ln w="0">
              <a:solidFill>
                <a:srgbClr val="0000FF"/>
              </a:solidFill>
              <a:round/>
              <a:headEnd/>
              <a:tailEnd/>
            </a:ln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11" name="Freeform 4542">
              <a:extLst>
                <a:ext uri="{FF2B5EF4-FFF2-40B4-BE49-F238E27FC236}">
                  <a16:creationId xmlns:a16="http://schemas.microsoft.com/office/drawing/2014/main" id="{66226304-565B-D77E-24A2-BEC80B39DE36}"/>
                </a:ext>
              </a:extLst>
            </p:cNvPr>
            <p:cNvSpPr>
              <a:spLocks/>
            </p:cNvSpPr>
            <p:nvPr/>
          </p:nvSpPr>
          <p:spPr bwMode="auto">
            <a:xfrm>
              <a:off x="3996" y="2813"/>
              <a:ext cx="18" cy="9"/>
            </a:xfrm>
            <a:custGeom>
              <a:avLst/>
              <a:gdLst>
                <a:gd name="T0" fmla="*/ 0 w 107"/>
                <a:gd name="T1" fmla="*/ 0 h 54"/>
                <a:gd name="T2" fmla="*/ 0 w 107"/>
                <a:gd name="T3" fmla="*/ 0 h 54"/>
                <a:gd name="T4" fmla="*/ 0 w 107"/>
                <a:gd name="T5" fmla="*/ 0 h 54"/>
                <a:gd name="T6" fmla="*/ 0 w 107"/>
                <a:gd name="T7" fmla="*/ 0 h 54"/>
                <a:gd name="T8" fmla="*/ 0 w 107"/>
                <a:gd name="T9" fmla="*/ 0 h 54"/>
                <a:gd name="T10" fmla="*/ 0 w 107"/>
                <a:gd name="T11" fmla="*/ 0 h 54"/>
                <a:gd name="T12" fmla="*/ 0 w 107"/>
                <a:gd name="T13" fmla="*/ 0 h 54"/>
                <a:gd name="T14" fmla="*/ 0 w 107"/>
                <a:gd name="T15" fmla="*/ 0 h 54"/>
                <a:gd name="T16" fmla="*/ 0 w 107"/>
                <a:gd name="T17" fmla="*/ 0 h 54"/>
                <a:gd name="T18" fmla="*/ 0 w 107"/>
                <a:gd name="T19" fmla="*/ 0 h 54"/>
                <a:gd name="T20" fmla="*/ 0 w 107"/>
                <a:gd name="T21" fmla="*/ 0 h 54"/>
                <a:gd name="T22" fmla="*/ 0 w 107"/>
                <a:gd name="T23" fmla="*/ 0 h 54"/>
                <a:gd name="T24" fmla="*/ 0 w 107"/>
                <a:gd name="T25" fmla="*/ 0 h 54"/>
                <a:gd name="T26" fmla="*/ 0 w 107"/>
                <a:gd name="T27" fmla="*/ 0 h 54"/>
                <a:gd name="T28" fmla="*/ 0 w 107"/>
                <a:gd name="T29" fmla="*/ 0 h 54"/>
                <a:gd name="T30" fmla="*/ 0 w 107"/>
                <a:gd name="T31" fmla="*/ 0 h 54"/>
                <a:gd name="T32" fmla="*/ 0 w 107"/>
                <a:gd name="T33" fmla="*/ 0 h 54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w 107"/>
                <a:gd name="T52" fmla="*/ 0 h 54"/>
                <a:gd name="T53" fmla="*/ 107 w 107"/>
                <a:gd name="T54" fmla="*/ 54 h 54"/>
              </a:gdLst>
              <a:ahLst/>
              <a:cxnLst>
                <a:cxn ang="T34">
                  <a:pos x="T0" y="T1"/>
                </a:cxn>
                <a:cxn ang="T35">
                  <a:pos x="T2" y="T3"/>
                </a:cxn>
                <a:cxn ang="T36">
                  <a:pos x="T4" y="T5"/>
                </a:cxn>
                <a:cxn ang="T37">
                  <a:pos x="T6" y="T7"/>
                </a:cxn>
                <a:cxn ang="T38">
                  <a:pos x="T8" y="T9"/>
                </a:cxn>
                <a:cxn ang="T39">
                  <a:pos x="T10" y="T11"/>
                </a:cxn>
                <a:cxn ang="T40">
                  <a:pos x="T12" y="T13"/>
                </a:cxn>
                <a:cxn ang="T41">
                  <a:pos x="T14" y="T15"/>
                </a:cxn>
                <a:cxn ang="T42">
                  <a:pos x="T16" y="T17"/>
                </a:cxn>
                <a:cxn ang="T43">
                  <a:pos x="T18" y="T19"/>
                </a:cxn>
                <a:cxn ang="T44">
                  <a:pos x="T20" y="T21"/>
                </a:cxn>
                <a:cxn ang="T45">
                  <a:pos x="T22" y="T23"/>
                </a:cxn>
                <a:cxn ang="T46">
                  <a:pos x="T24" y="T25"/>
                </a:cxn>
                <a:cxn ang="T47">
                  <a:pos x="T26" y="T27"/>
                </a:cxn>
                <a:cxn ang="T48">
                  <a:pos x="T28" y="T29"/>
                </a:cxn>
                <a:cxn ang="T49">
                  <a:pos x="T30" y="T31"/>
                </a:cxn>
                <a:cxn ang="T50">
                  <a:pos x="T32" y="T33"/>
                </a:cxn>
              </a:cxnLst>
              <a:rect l="T51" t="T52" r="T53" b="T54"/>
              <a:pathLst>
                <a:path w="107" h="54">
                  <a:moveTo>
                    <a:pt x="53" y="54"/>
                  </a:moveTo>
                  <a:lnTo>
                    <a:pt x="0" y="54"/>
                  </a:lnTo>
                  <a:lnTo>
                    <a:pt x="1" y="42"/>
                  </a:lnTo>
                  <a:lnTo>
                    <a:pt x="6" y="31"/>
                  </a:lnTo>
                  <a:lnTo>
                    <a:pt x="12" y="21"/>
                  </a:lnTo>
                  <a:lnTo>
                    <a:pt x="20" y="13"/>
                  </a:lnTo>
                  <a:lnTo>
                    <a:pt x="30" y="6"/>
                  </a:lnTo>
                  <a:lnTo>
                    <a:pt x="42" y="2"/>
                  </a:lnTo>
                  <a:lnTo>
                    <a:pt x="53" y="0"/>
                  </a:lnTo>
                  <a:lnTo>
                    <a:pt x="65" y="2"/>
                  </a:lnTo>
                  <a:lnTo>
                    <a:pt x="77" y="6"/>
                  </a:lnTo>
                  <a:lnTo>
                    <a:pt x="86" y="13"/>
                  </a:lnTo>
                  <a:lnTo>
                    <a:pt x="95" y="21"/>
                  </a:lnTo>
                  <a:lnTo>
                    <a:pt x="101" y="31"/>
                  </a:lnTo>
                  <a:lnTo>
                    <a:pt x="105" y="42"/>
                  </a:lnTo>
                  <a:lnTo>
                    <a:pt x="107" y="54"/>
                  </a:lnTo>
                  <a:lnTo>
                    <a:pt x="53" y="54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12" name="Freeform 4543">
              <a:extLst>
                <a:ext uri="{FF2B5EF4-FFF2-40B4-BE49-F238E27FC236}">
                  <a16:creationId xmlns:a16="http://schemas.microsoft.com/office/drawing/2014/main" id="{B17590FF-93A0-FC92-4442-ADC8D8B359B7}"/>
                </a:ext>
              </a:extLst>
            </p:cNvPr>
            <p:cNvSpPr>
              <a:spLocks/>
            </p:cNvSpPr>
            <p:nvPr/>
          </p:nvSpPr>
          <p:spPr bwMode="auto">
            <a:xfrm>
              <a:off x="3996" y="2813"/>
              <a:ext cx="18" cy="9"/>
            </a:xfrm>
            <a:custGeom>
              <a:avLst/>
              <a:gdLst>
                <a:gd name="T0" fmla="*/ 0 w 107"/>
                <a:gd name="T1" fmla="*/ 0 h 54"/>
                <a:gd name="T2" fmla="*/ 0 w 107"/>
                <a:gd name="T3" fmla="*/ 0 h 54"/>
                <a:gd name="T4" fmla="*/ 0 w 107"/>
                <a:gd name="T5" fmla="*/ 0 h 54"/>
                <a:gd name="T6" fmla="*/ 0 w 107"/>
                <a:gd name="T7" fmla="*/ 0 h 54"/>
                <a:gd name="T8" fmla="*/ 0 w 107"/>
                <a:gd name="T9" fmla="*/ 0 h 54"/>
                <a:gd name="T10" fmla="*/ 0 w 107"/>
                <a:gd name="T11" fmla="*/ 0 h 54"/>
                <a:gd name="T12" fmla="*/ 0 w 107"/>
                <a:gd name="T13" fmla="*/ 0 h 54"/>
                <a:gd name="T14" fmla="*/ 0 w 107"/>
                <a:gd name="T15" fmla="*/ 0 h 54"/>
                <a:gd name="T16" fmla="*/ 0 w 107"/>
                <a:gd name="T17" fmla="*/ 0 h 54"/>
                <a:gd name="T18" fmla="*/ 0 w 107"/>
                <a:gd name="T19" fmla="*/ 0 h 54"/>
                <a:gd name="T20" fmla="*/ 0 w 107"/>
                <a:gd name="T21" fmla="*/ 0 h 54"/>
                <a:gd name="T22" fmla="*/ 0 w 107"/>
                <a:gd name="T23" fmla="*/ 0 h 54"/>
                <a:gd name="T24" fmla="*/ 0 w 107"/>
                <a:gd name="T25" fmla="*/ 0 h 54"/>
                <a:gd name="T26" fmla="*/ 0 w 107"/>
                <a:gd name="T27" fmla="*/ 0 h 54"/>
                <a:gd name="T28" fmla="*/ 0 w 107"/>
                <a:gd name="T29" fmla="*/ 0 h 54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w 107"/>
                <a:gd name="T46" fmla="*/ 0 h 54"/>
                <a:gd name="T47" fmla="*/ 107 w 107"/>
                <a:gd name="T48" fmla="*/ 54 h 54"/>
              </a:gdLst>
              <a:ahLst/>
              <a:cxnLst>
                <a:cxn ang="T30">
                  <a:pos x="T0" y="T1"/>
                </a:cxn>
                <a:cxn ang="T31">
                  <a:pos x="T2" y="T3"/>
                </a:cxn>
                <a:cxn ang="T32">
                  <a:pos x="T4" y="T5"/>
                </a:cxn>
                <a:cxn ang="T33">
                  <a:pos x="T6" y="T7"/>
                </a:cxn>
                <a:cxn ang="T34">
                  <a:pos x="T8" y="T9"/>
                </a:cxn>
                <a:cxn ang="T35">
                  <a:pos x="T10" y="T11"/>
                </a:cxn>
                <a:cxn ang="T36">
                  <a:pos x="T12" y="T13"/>
                </a:cxn>
                <a:cxn ang="T37">
                  <a:pos x="T14" y="T15"/>
                </a:cxn>
                <a:cxn ang="T38">
                  <a:pos x="T16" y="T17"/>
                </a:cxn>
                <a:cxn ang="T39">
                  <a:pos x="T18" y="T19"/>
                </a:cxn>
                <a:cxn ang="T40">
                  <a:pos x="T20" y="T21"/>
                </a:cxn>
                <a:cxn ang="T41">
                  <a:pos x="T22" y="T23"/>
                </a:cxn>
                <a:cxn ang="T42">
                  <a:pos x="T24" y="T25"/>
                </a:cxn>
                <a:cxn ang="T43">
                  <a:pos x="T26" y="T27"/>
                </a:cxn>
                <a:cxn ang="T44">
                  <a:pos x="T28" y="T29"/>
                </a:cxn>
              </a:cxnLst>
              <a:rect l="T45" t="T46" r="T47" b="T48"/>
              <a:pathLst>
                <a:path w="107" h="54">
                  <a:moveTo>
                    <a:pt x="0" y="54"/>
                  </a:moveTo>
                  <a:lnTo>
                    <a:pt x="1" y="42"/>
                  </a:lnTo>
                  <a:lnTo>
                    <a:pt x="6" y="31"/>
                  </a:lnTo>
                  <a:lnTo>
                    <a:pt x="12" y="21"/>
                  </a:lnTo>
                  <a:lnTo>
                    <a:pt x="20" y="13"/>
                  </a:lnTo>
                  <a:lnTo>
                    <a:pt x="30" y="6"/>
                  </a:lnTo>
                  <a:lnTo>
                    <a:pt x="42" y="2"/>
                  </a:lnTo>
                  <a:lnTo>
                    <a:pt x="53" y="0"/>
                  </a:lnTo>
                  <a:lnTo>
                    <a:pt x="65" y="2"/>
                  </a:lnTo>
                  <a:lnTo>
                    <a:pt x="77" y="6"/>
                  </a:lnTo>
                  <a:lnTo>
                    <a:pt x="86" y="13"/>
                  </a:lnTo>
                  <a:lnTo>
                    <a:pt x="95" y="21"/>
                  </a:lnTo>
                  <a:lnTo>
                    <a:pt x="101" y="31"/>
                  </a:lnTo>
                  <a:lnTo>
                    <a:pt x="105" y="42"/>
                  </a:lnTo>
                  <a:lnTo>
                    <a:pt x="107" y="54"/>
                  </a:lnTo>
                </a:path>
              </a:pathLst>
            </a:custGeom>
            <a:noFill/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13" name="Freeform 4544">
              <a:extLst>
                <a:ext uri="{FF2B5EF4-FFF2-40B4-BE49-F238E27FC236}">
                  <a16:creationId xmlns:a16="http://schemas.microsoft.com/office/drawing/2014/main" id="{94FC6DF7-BA6A-8778-7E53-1E298C21622C}"/>
                </a:ext>
              </a:extLst>
            </p:cNvPr>
            <p:cNvSpPr>
              <a:spLocks/>
            </p:cNvSpPr>
            <p:nvPr/>
          </p:nvSpPr>
          <p:spPr bwMode="auto">
            <a:xfrm>
              <a:off x="3996" y="2822"/>
              <a:ext cx="18" cy="473"/>
            </a:xfrm>
            <a:custGeom>
              <a:avLst/>
              <a:gdLst>
                <a:gd name="T0" fmla="*/ 0 w 107"/>
                <a:gd name="T1" fmla="*/ 0 h 2835"/>
                <a:gd name="T2" fmla="*/ 0 w 107"/>
                <a:gd name="T3" fmla="*/ 0 h 2835"/>
                <a:gd name="T4" fmla="*/ 0 w 107"/>
                <a:gd name="T5" fmla="*/ 0 h 2835"/>
                <a:gd name="T6" fmla="*/ 0 w 107"/>
                <a:gd name="T7" fmla="*/ 0 h 2835"/>
                <a:gd name="T8" fmla="*/ 0 w 107"/>
                <a:gd name="T9" fmla="*/ 0 h 2835"/>
                <a:gd name="T10" fmla="*/ 0 w 107"/>
                <a:gd name="T11" fmla="*/ 0 h 2835"/>
                <a:gd name="T12" fmla="*/ 0 w 107"/>
                <a:gd name="T13" fmla="*/ 0 h 2835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107"/>
                <a:gd name="T22" fmla="*/ 0 h 2835"/>
                <a:gd name="T23" fmla="*/ 107 w 107"/>
                <a:gd name="T24" fmla="*/ 2835 h 2835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107" h="2835">
                  <a:moveTo>
                    <a:pt x="107" y="0"/>
                  </a:moveTo>
                  <a:lnTo>
                    <a:pt x="53" y="0"/>
                  </a:lnTo>
                  <a:lnTo>
                    <a:pt x="0" y="0"/>
                  </a:lnTo>
                  <a:lnTo>
                    <a:pt x="0" y="2835"/>
                  </a:lnTo>
                  <a:lnTo>
                    <a:pt x="53" y="2835"/>
                  </a:lnTo>
                  <a:lnTo>
                    <a:pt x="107" y="2835"/>
                  </a:lnTo>
                  <a:lnTo>
                    <a:pt x="107" y="0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14" name="Freeform 4545">
              <a:extLst>
                <a:ext uri="{FF2B5EF4-FFF2-40B4-BE49-F238E27FC236}">
                  <a16:creationId xmlns:a16="http://schemas.microsoft.com/office/drawing/2014/main" id="{F1B84937-ABDE-ABC6-D201-12CD14494BDE}"/>
                </a:ext>
              </a:extLst>
            </p:cNvPr>
            <p:cNvSpPr>
              <a:spLocks/>
            </p:cNvSpPr>
            <p:nvPr/>
          </p:nvSpPr>
          <p:spPr bwMode="auto">
            <a:xfrm>
              <a:off x="3996" y="2822"/>
              <a:ext cx="18" cy="473"/>
            </a:xfrm>
            <a:custGeom>
              <a:avLst/>
              <a:gdLst>
                <a:gd name="T0" fmla="*/ 0 w 107"/>
                <a:gd name="T1" fmla="*/ 0 h 2835"/>
                <a:gd name="T2" fmla="*/ 0 w 107"/>
                <a:gd name="T3" fmla="*/ 0 h 2835"/>
                <a:gd name="T4" fmla="*/ 0 w 107"/>
                <a:gd name="T5" fmla="*/ 0 h 2835"/>
                <a:gd name="T6" fmla="*/ 0 w 107"/>
                <a:gd name="T7" fmla="*/ 0 h 2835"/>
                <a:gd name="T8" fmla="*/ 0 w 107"/>
                <a:gd name="T9" fmla="*/ 0 h 2835"/>
                <a:gd name="T10" fmla="*/ 0 w 107"/>
                <a:gd name="T11" fmla="*/ 0 h 2835"/>
                <a:gd name="T12" fmla="*/ 0 w 107"/>
                <a:gd name="T13" fmla="*/ 0 h 2835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107"/>
                <a:gd name="T22" fmla="*/ 0 h 2835"/>
                <a:gd name="T23" fmla="*/ 107 w 107"/>
                <a:gd name="T24" fmla="*/ 2835 h 2835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107" h="2835">
                  <a:moveTo>
                    <a:pt x="107" y="0"/>
                  </a:moveTo>
                  <a:lnTo>
                    <a:pt x="53" y="0"/>
                  </a:lnTo>
                  <a:lnTo>
                    <a:pt x="0" y="0"/>
                  </a:lnTo>
                  <a:lnTo>
                    <a:pt x="0" y="2835"/>
                  </a:lnTo>
                  <a:lnTo>
                    <a:pt x="53" y="2835"/>
                  </a:lnTo>
                  <a:lnTo>
                    <a:pt x="107" y="2835"/>
                  </a:lnTo>
                  <a:lnTo>
                    <a:pt x="107" y="0"/>
                  </a:lnTo>
                  <a:close/>
                </a:path>
              </a:pathLst>
            </a:custGeom>
            <a:noFill/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15" name="Freeform 4546">
              <a:extLst>
                <a:ext uri="{FF2B5EF4-FFF2-40B4-BE49-F238E27FC236}">
                  <a16:creationId xmlns:a16="http://schemas.microsoft.com/office/drawing/2014/main" id="{25CCA0A6-D1E6-3153-75B3-D6E3B2D8D623}"/>
                </a:ext>
              </a:extLst>
            </p:cNvPr>
            <p:cNvSpPr>
              <a:spLocks/>
            </p:cNvSpPr>
            <p:nvPr/>
          </p:nvSpPr>
          <p:spPr bwMode="auto">
            <a:xfrm>
              <a:off x="3996" y="3295"/>
              <a:ext cx="18" cy="9"/>
            </a:xfrm>
            <a:custGeom>
              <a:avLst/>
              <a:gdLst>
                <a:gd name="T0" fmla="*/ 0 w 107"/>
                <a:gd name="T1" fmla="*/ 0 h 53"/>
                <a:gd name="T2" fmla="*/ 0 w 107"/>
                <a:gd name="T3" fmla="*/ 0 h 53"/>
                <a:gd name="T4" fmla="*/ 0 w 107"/>
                <a:gd name="T5" fmla="*/ 0 h 53"/>
                <a:gd name="T6" fmla="*/ 0 w 107"/>
                <a:gd name="T7" fmla="*/ 0 h 53"/>
                <a:gd name="T8" fmla="*/ 0 w 107"/>
                <a:gd name="T9" fmla="*/ 0 h 53"/>
                <a:gd name="T10" fmla="*/ 0 w 107"/>
                <a:gd name="T11" fmla="*/ 0 h 53"/>
                <a:gd name="T12" fmla="*/ 0 w 107"/>
                <a:gd name="T13" fmla="*/ 0 h 53"/>
                <a:gd name="T14" fmla="*/ 0 w 107"/>
                <a:gd name="T15" fmla="*/ 0 h 53"/>
                <a:gd name="T16" fmla="*/ 0 w 107"/>
                <a:gd name="T17" fmla="*/ 0 h 53"/>
                <a:gd name="T18" fmla="*/ 0 w 107"/>
                <a:gd name="T19" fmla="*/ 0 h 53"/>
                <a:gd name="T20" fmla="*/ 0 w 107"/>
                <a:gd name="T21" fmla="*/ 0 h 53"/>
                <a:gd name="T22" fmla="*/ 0 w 107"/>
                <a:gd name="T23" fmla="*/ 0 h 53"/>
                <a:gd name="T24" fmla="*/ 0 w 107"/>
                <a:gd name="T25" fmla="*/ 0 h 53"/>
                <a:gd name="T26" fmla="*/ 0 w 107"/>
                <a:gd name="T27" fmla="*/ 0 h 53"/>
                <a:gd name="T28" fmla="*/ 0 w 107"/>
                <a:gd name="T29" fmla="*/ 0 h 53"/>
                <a:gd name="T30" fmla="*/ 0 w 107"/>
                <a:gd name="T31" fmla="*/ 0 h 53"/>
                <a:gd name="T32" fmla="*/ 0 w 107"/>
                <a:gd name="T33" fmla="*/ 0 h 53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w 107"/>
                <a:gd name="T52" fmla="*/ 0 h 53"/>
                <a:gd name="T53" fmla="*/ 107 w 107"/>
                <a:gd name="T54" fmla="*/ 53 h 53"/>
              </a:gdLst>
              <a:ahLst/>
              <a:cxnLst>
                <a:cxn ang="T34">
                  <a:pos x="T0" y="T1"/>
                </a:cxn>
                <a:cxn ang="T35">
                  <a:pos x="T2" y="T3"/>
                </a:cxn>
                <a:cxn ang="T36">
                  <a:pos x="T4" y="T5"/>
                </a:cxn>
                <a:cxn ang="T37">
                  <a:pos x="T6" y="T7"/>
                </a:cxn>
                <a:cxn ang="T38">
                  <a:pos x="T8" y="T9"/>
                </a:cxn>
                <a:cxn ang="T39">
                  <a:pos x="T10" y="T11"/>
                </a:cxn>
                <a:cxn ang="T40">
                  <a:pos x="T12" y="T13"/>
                </a:cxn>
                <a:cxn ang="T41">
                  <a:pos x="T14" y="T15"/>
                </a:cxn>
                <a:cxn ang="T42">
                  <a:pos x="T16" y="T17"/>
                </a:cxn>
                <a:cxn ang="T43">
                  <a:pos x="T18" y="T19"/>
                </a:cxn>
                <a:cxn ang="T44">
                  <a:pos x="T20" y="T21"/>
                </a:cxn>
                <a:cxn ang="T45">
                  <a:pos x="T22" y="T23"/>
                </a:cxn>
                <a:cxn ang="T46">
                  <a:pos x="T24" y="T25"/>
                </a:cxn>
                <a:cxn ang="T47">
                  <a:pos x="T26" y="T27"/>
                </a:cxn>
                <a:cxn ang="T48">
                  <a:pos x="T28" y="T29"/>
                </a:cxn>
                <a:cxn ang="T49">
                  <a:pos x="T30" y="T31"/>
                </a:cxn>
                <a:cxn ang="T50">
                  <a:pos x="T32" y="T33"/>
                </a:cxn>
              </a:cxnLst>
              <a:rect l="T51" t="T52" r="T53" b="T54"/>
              <a:pathLst>
                <a:path w="107" h="53">
                  <a:moveTo>
                    <a:pt x="53" y="0"/>
                  </a:moveTo>
                  <a:lnTo>
                    <a:pt x="107" y="0"/>
                  </a:lnTo>
                  <a:lnTo>
                    <a:pt x="105" y="11"/>
                  </a:lnTo>
                  <a:lnTo>
                    <a:pt x="101" y="23"/>
                  </a:lnTo>
                  <a:lnTo>
                    <a:pt x="95" y="32"/>
                  </a:lnTo>
                  <a:lnTo>
                    <a:pt x="86" y="41"/>
                  </a:lnTo>
                  <a:lnTo>
                    <a:pt x="77" y="47"/>
                  </a:lnTo>
                  <a:lnTo>
                    <a:pt x="65" y="51"/>
                  </a:lnTo>
                  <a:lnTo>
                    <a:pt x="53" y="53"/>
                  </a:lnTo>
                  <a:lnTo>
                    <a:pt x="42" y="51"/>
                  </a:lnTo>
                  <a:lnTo>
                    <a:pt x="30" y="47"/>
                  </a:lnTo>
                  <a:lnTo>
                    <a:pt x="20" y="41"/>
                  </a:lnTo>
                  <a:lnTo>
                    <a:pt x="12" y="32"/>
                  </a:lnTo>
                  <a:lnTo>
                    <a:pt x="6" y="23"/>
                  </a:lnTo>
                  <a:lnTo>
                    <a:pt x="1" y="11"/>
                  </a:lnTo>
                  <a:lnTo>
                    <a:pt x="0" y="0"/>
                  </a:lnTo>
                  <a:lnTo>
                    <a:pt x="53" y="0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16" name="Freeform 4547">
              <a:extLst>
                <a:ext uri="{FF2B5EF4-FFF2-40B4-BE49-F238E27FC236}">
                  <a16:creationId xmlns:a16="http://schemas.microsoft.com/office/drawing/2014/main" id="{60DA8C37-3B28-A0CF-936E-D9E5D1309FDA}"/>
                </a:ext>
              </a:extLst>
            </p:cNvPr>
            <p:cNvSpPr>
              <a:spLocks/>
            </p:cNvSpPr>
            <p:nvPr/>
          </p:nvSpPr>
          <p:spPr bwMode="auto">
            <a:xfrm>
              <a:off x="3996" y="3295"/>
              <a:ext cx="18" cy="9"/>
            </a:xfrm>
            <a:custGeom>
              <a:avLst/>
              <a:gdLst>
                <a:gd name="T0" fmla="*/ 0 w 107"/>
                <a:gd name="T1" fmla="*/ 0 h 53"/>
                <a:gd name="T2" fmla="*/ 0 w 107"/>
                <a:gd name="T3" fmla="*/ 0 h 53"/>
                <a:gd name="T4" fmla="*/ 0 w 107"/>
                <a:gd name="T5" fmla="*/ 0 h 53"/>
                <a:gd name="T6" fmla="*/ 0 w 107"/>
                <a:gd name="T7" fmla="*/ 0 h 53"/>
                <a:gd name="T8" fmla="*/ 0 w 107"/>
                <a:gd name="T9" fmla="*/ 0 h 53"/>
                <a:gd name="T10" fmla="*/ 0 w 107"/>
                <a:gd name="T11" fmla="*/ 0 h 53"/>
                <a:gd name="T12" fmla="*/ 0 w 107"/>
                <a:gd name="T13" fmla="*/ 0 h 53"/>
                <a:gd name="T14" fmla="*/ 0 w 107"/>
                <a:gd name="T15" fmla="*/ 0 h 53"/>
                <a:gd name="T16" fmla="*/ 0 w 107"/>
                <a:gd name="T17" fmla="*/ 0 h 53"/>
                <a:gd name="T18" fmla="*/ 0 w 107"/>
                <a:gd name="T19" fmla="*/ 0 h 53"/>
                <a:gd name="T20" fmla="*/ 0 w 107"/>
                <a:gd name="T21" fmla="*/ 0 h 53"/>
                <a:gd name="T22" fmla="*/ 0 w 107"/>
                <a:gd name="T23" fmla="*/ 0 h 53"/>
                <a:gd name="T24" fmla="*/ 0 w 107"/>
                <a:gd name="T25" fmla="*/ 0 h 53"/>
                <a:gd name="T26" fmla="*/ 0 w 107"/>
                <a:gd name="T27" fmla="*/ 0 h 53"/>
                <a:gd name="T28" fmla="*/ 0 w 107"/>
                <a:gd name="T29" fmla="*/ 0 h 53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w 107"/>
                <a:gd name="T46" fmla="*/ 0 h 53"/>
                <a:gd name="T47" fmla="*/ 107 w 107"/>
                <a:gd name="T48" fmla="*/ 53 h 53"/>
              </a:gdLst>
              <a:ahLst/>
              <a:cxnLst>
                <a:cxn ang="T30">
                  <a:pos x="T0" y="T1"/>
                </a:cxn>
                <a:cxn ang="T31">
                  <a:pos x="T2" y="T3"/>
                </a:cxn>
                <a:cxn ang="T32">
                  <a:pos x="T4" y="T5"/>
                </a:cxn>
                <a:cxn ang="T33">
                  <a:pos x="T6" y="T7"/>
                </a:cxn>
                <a:cxn ang="T34">
                  <a:pos x="T8" y="T9"/>
                </a:cxn>
                <a:cxn ang="T35">
                  <a:pos x="T10" y="T11"/>
                </a:cxn>
                <a:cxn ang="T36">
                  <a:pos x="T12" y="T13"/>
                </a:cxn>
                <a:cxn ang="T37">
                  <a:pos x="T14" y="T15"/>
                </a:cxn>
                <a:cxn ang="T38">
                  <a:pos x="T16" y="T17"/>
                </a:cxn>
                <a:cxn ang="T39">
                  <a:pos x="T18" y="T19"/>
                </a:cxn>
                <a:cxn ang="T40">
                  <a:pos x="T20" y="T21"/>
                </a:cxn>
                <a:cxn ang="T41">
                  <a:pos x="T22" y="T23"/>
                </a:cxn>
                <a:cxn ang="T42">
                  <a:pos x="T24" y="T25"/>
                </a:cxn>
                <a:cxn ang="T43">
                  <a:pos x="T26" y="T27"/>
                </a:cxn>
                <a:cxn ang="T44">
                  <a:pos x="T28" y="T29"/>
                </a:cxn>
              </a:cxnLst>
              <a:rect l="T45" t="T46" r="T47" b="T48"/>
              <a:pathLst>
                <a:path w="107" h="53">
                  <a:moveTo>
                    <a:pt x="107" y="0"/>
                  </a:moveTo>
                  <a:lnTo>
                    <a:pt x="105" y="11"/>
                  </a:lnTo>
                  <a:lnTo>
                    <a:pt x="101" y="23"/>
                  </a:lnTo>
                  <a:lnTo>
                    <a:pt x="95" y="32"/>
                  </a:lnTo>
                  <a:lnTo>
                    <a:pt x="86" y="41"/>
                  </a:lnTo>
                  <a:lnTo>
                    <a:pt x="77" y="47"/>
                  </a:lnTo>
                  <a:lnTo>
                    <a:pt x="65" y="51"/>
                  </a:lnTo>
                  <a:lnTo>
                    <a:pt x="53" y="53"/>
                  </a:lnTo>
                  <a:lnTo>
                    <a:pt x="42" y="51"/>
                  </a:lnTo>
                  <a:lnTo>
                    <a:pt x="30" y="47"/>
                  </a:lnTo>
                  <a:lnTo>
                    <a:pt x="20" y="41"/>
                  </a:lnTo>
                  <a:lnTo>
                    <a:pt x="12" y="32"/>
                  </a:lnTo>
                  <a:lnTo>
                    <a:pt x="6" y="23"/>
                  </a:lnTo>
                  <a:lnTo>
                    <a:pt x="1" y="11"/>
                  </a:lnTo>
                  <a:lnTo>
                    <a:pt x="0" y="0"/>
                  </a:lnTo>
                </a:path>
              </a:pathLst>
            </a:custGeom>
            <a:noFill/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17" name="Freeform 4548">
              <a:extLst>
                <a:ext uri="{FF2B5EF4-FFF2-40B4-BE49-F238E27FC236}">
                  <a16:creationId xmlns:a16="http://schemas.microsoft.com/office/drawing/2014/main" id="{A7C62E8A-C682-F2F1-F207-BF9F3C3B84D5}"/>
                </a:ext>
              </a:extLst>
            </p:cNvPr>
            <p:cNvSpPr>
              <a:spLocks/>
            </p:cNvSpPr>
            <p:nvPr/>
          </p:nvSpPr>
          <p:spPr bwMode="auto">
            <a:xfrm>
              <a:off x="4291" y="2813"/>
              <a:ext cx="18" cy="9"/>
            </a:xfrm>
            <a:custGeom>
              <a:avLst/>
              <a:gdLst>
                <a:gd name="T0" fmla="*/ 0 w 107"/>
                <a:gd name="T1" fmla="*/ 0 h 54"/>
                <a:gd name="T2" fmla="*/ 0 w 107"/>
                <a:gd name="T3" fmla="*/ 0 h 54"/>
                <a:gd name="T4" fmla="*/ 0 w 107"/>
                <a:gd name="T5" fmla="*/ 0 h 54"/>
                <a:gd name="T6" fmla="*/ 0 w 107"/>
                <a:gd name="T7" fmla="*/ 0 h 54"/>
                <a:gd name="T8" fmla="*/ 0 w 107"/>
                <a:gd name="T9" fmla="*/ 0 h 54"/>
                <a:gd name="T10" fmla="*/ 0 w 107"/>
                <a:gd name="T11" fmla="*/ 0 h 54"/>
                <a:gd name="T12" fmla="*/ 0 w 107"/>
                <a:gd name="T13" fmla="*/ 0 h 54"/>
                <a:gd name="T14" fmla="*/ 0 w 107"/>
                <a:gd name="T15" fmla="*/ 0 h 54"/>
                <a:gd name="T16" fmla="*/ 0 w 107"/>
                <a:gd name="T17" fmla="*/ 0 h 54"/>
                <a:gd name="T18" fmla="*/ 0 w 107"/>
                <a:gd name="T19" fmla="*/ 0 h 54"/>
                <a:gd name="T20" fmla="*/ 0 w 107"/>
                <a:gd name="T21" fmla="*/ 0 h 54"/>
                <a:gd name="T22" fmla="*/ 0 w 107"/>
                <a:gd name="T23" fmla="*/ 0 h 54"/>
                <a:gd name="T24" fmla="*/ 0 w 107"/>
                <a:gd name="T25" fmla="*/ 0 h 54"/>
                <a:gd name="T26" fmla="*/ 0 w 107"/>
                <a:gd name="T27" fmla="*/ 0 h 54"/>
                <a:gd name="T28" fmla="*/ 0 w 107"/>
                <a:gd name="T29" fmla="*/ 0 h 54"/>
                <a:gd name="T30" fmla="*/ 0 w 107"/>
                <a:gd name="T31" fmla="*/ 0 h 54"/>
                <a:gd name="T32" fmla="*/ 0 w 107"/>
                <a:gd name="T33" fmla="*/ 0 h 54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w 107"/>
                <a:gd name="T52" fmla="*/ 0 h 54"/>
                <a:gd name="T53" fmla="*/ 107 w 107"/>
                <a:gd name="T54" fmla="*/ 54 h 54"/>
              </a:gdLst>
              <a:ahLst/>
              <a:cxnLst>
                <a:cxn ang="T34">
                  <a:pos x="T0" y="T1"/>
                </a:cxn>
                <a:cxn ang="T35">
                  <a:pos x="T2" y="T3"/>
                </a:cxn>
                <a:cxn ang="T36">
                  <a:pos x="T4" y="T5"/>
                </a:cxn>
                <a:cxn ang="T37">
                  <a:pos x="T6" y="T7"/>
                </a:cxn>
                <a:cxn ang="T38">
                  <a:pos x="T8" y="T9"/>
                </a:cxn>
                <a:cxn ang="T39">
                  <a:pos x="T10" y="T11"/>
                </a:cxn>
                <a:cxn ang="T40">
                  <a:pos x="T12" y="T13"/>
                </a:cxn>
                <a:cxn ang="T41">
                  <a:pos x="T14" y="T15"/>
                </a:cxn>
                <a:cxn ang="T42">
                  <a:pos x="T16" y="T17"/>
                </a:cxn>
                <a:cxn ang="T43">
                  <a:pos x="T18" y="T19"/>
                </a:cxn>
                <a:cxn ang="T44">
                  <a:pos x="T20" y="T21"/>
                </a:cxn>
                <a:cxn ang="T45">
                  <a:pos x="T22" y="T23"/>
                </a:cxn>
                <a:cxn ang="T46">
                  <a:pos x="T24" y="T25"/>
                </a:cxn>
                <a:cxn ang="T47">
                  <a:pos x="T26" y="T27"/>
                </a:cxn>
                <a:cxn ang="T48">
                  <a:pos x="T28" y="T29"/>
                </a:cxn>
                <a:cxn ang="T49">
                  <a:pos x="T30" y="T31"/>
                </a:cxn>
                <a:cxn ang="T50">
                  <a:pos x="T32" y="T33"/>
                </a:cxn>
              </a:cxnLst>
              <a:rect l="T51" t="T52" r="T53" b="T54"/>
              <a:pathLst>
                <a:path w="107" h="54">
                  <a:moveTo>
                    <a:pt x="53" y="54"/>
                  </a:moveTo>
                  <a:lnTo>
                    <a:pt x="0" y="54"/>
                  </a:lnTo>
                  <a:lnTo>
                    <a:pt x="1" y="42"/>
                  </a:lnTo>
                  <a:lnTo>
                    <a:pt x="5" y="31"/>
                  </a:lnTo>
                  <a:lnTo>
                    <a:pt x="11" y="21"/>
                  </a:lnTo>
                  <a:lnTo>
                    <a:pt x="20" y="13"/>
                  </a:lnTo>
                  <a:lnTo>
                    <a:pt x="29" y="6"/>
                  </a:lnTo>
                  <a:lnTo>
                    <a:pt x="41" y="2"/>
                  </a:lnTo>
                  <a:lnTo>
                    <a:pt x="53" y="0"/>
                  </a:lnTo>
                  <a:lnTo>
                    <a:pt x="64" y="2"/>
                  </a:lnTo>
                  <a:lnTo>
                    <a:pt x="76" y="6"/>
                  </a:lnTo>
                  <a:lnTo>
                    <a:pt x="85" y="13"/>
                  </a:lnTo>
                  <a:lnTo>
                    <a:pt x="94" y="21"/>
                  </a:lnTo>
                  <a:lnTo>
                    <a:pt x="100" y="31"/>
                  </a:lnTo>
                  <a:lnTo>
                    <a:pt x="104" y="42"/>
                  </a:lnTo>
                  <a:lnTo>
                    <a:pt x="107" y="54"/>
                  </a:lnTo>
                  <a:lnTo>
                    <a:pt x="53" y="54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18" name="Freeform 4549">
              <a:extLst>
                <a:ext uri="{FF2B5EF4-FFF2-40B4-BE49-F238E27FC236}">
                  <a16:creationId xmlns:a16="http://schemas.microsoft.com/office/drawing/2014/main" id="{15BB4E11-AFDF-10E2-D85D-1D222EDC963C}"/>
                </a:ext>
              </a:extLst>
            </p:cNvPr>
            <p:cNvSpPr>
              <a:spLocks/>
            </p:cNvSpPr>
            <p:nvPr/>
          </p:nvSpPr>
          <p:spPr bwMode="auto">
            <a:xfrm>
              <a:off x="4291" y="2813"/>
              <a:ext cx="18" cy="9"/>
            </a:xfrm>
            <a:custGeom>
              <a:avLst/>
              <a:gdLst>
                <a:gd name="T0" fmla="*/ 0 w 107"/>
                <a:gd name="T1" fmla="*/ 0 h 54"/>
                <a:gd name="T2" fmla="*/ 0 w 107"/>
                <a:gd name="T3" fmla="*/ 0 h 54"/>
                <a:gd name="T4" fmla="*/ 0 w 107"/>
                <a:gd name="T5" fmla="*/ 0 h 54"/>
                <a:gd name="T6" fmla="*/ 0 w 107"/>
                <a:gd name="T7" fmla="*/ 0 h 54"/>
                <a:gd name="T8" fmla="*/ 0 w 107"/>
                <a:gd name="T9" fmla="*/ 0 h 54"/>
                <a:gd name="T10" fmla="*/ 0 w 107"/>
                <a:gd name="T11" fmla="*/ 0 h 54"/>
                <a:gd name="T12" fmla="*/ 0 w 107"/>
                <a:gd name="T13" fmla="*/ 0 h 54"/>
                <a:gd name="T14" fmla="*/ 0 w 107"/>
                <a:gd name="T15" fmla="*/ 0 h 54"/>
                <a:gd name="T16" fmla="*/ 0 w 107"/>
                <a:gd name="T17" fmla="*/ 0 h 54"/>
                <a:gd name="T18" fmla="*/ 0 w 107"/>
                <a:gd name="T19" fmla="*/ 0 h 54"/>
                <a:gd name="T20" fmla="*/ 0 w 107"/>
                <a:gd name="T21" fmla="*/ 0 h 54"/>
                <a:gd name="T22" fmla="*/ 0 w 107"/>
                <a:gd name="T23" fmla="*/ 0 h 54"/>
                <a:gd name="T24" fmla="*/ 0 w 107"/>
                <a:gd name="T25" fmla="*/ 0 h 54"/>
                <a:gd name="T26" fmla="*/ 0 w 107"/>
                <a:gd name="T27" fmla="*/ 0 h 54"/>
                <a:gd name="T28" fmla="*/ 0 w 107"/>
                <a:gd name="T29" fmla="*/ 0 h 54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w 107"/>
                <a:gd name="T46" fmla="*/ 0 h 54"/>
                <a:gd name="T47" fmla="*/ 107 w 107"/>
                <a:gd name="T48" fmla="*/ 54 h 54"/>
              </a:gdLst>
              <a:ahLst/>
              <a:cxnLst>
                <a:cxn ang="T30">
                  <a:pos x="T0" y="T1"/>
                </a:cxn>
                <a:cxn ang="T31">
                  <a:pos x="T2" y="T3"/>
                </a:cxn>
                <a:cxn ang="T32">
                  <a:pos x="T4" y="T5"/>
                </a:cxn>
                <a:cxn ang="T33">
                  <a:pos x="T6" y="T7"/>
                </a:cxn>
                <a:cxn ang="T34">
                  <a:pos x="T8" y="T9"/>
                </a:cxn>
                <a:cxn ang="T35">
                  <a:pos x="T10" y="T11"/>
                </a:cxn>
                <a:cxn ang="T36">
                  <a:pos x="T12" y="T13"/>
                </a:cxn>
                <a:cxn ang="T37">
                  <a:pos x="T14" y="T15"/>
                </a:cxn>
                <a:cxn ang="T38">
                  <a:pos x="T16" y="T17"/>
                </a:cxn>
                <a:cxn ang="T39">
                  <a:pos x="T18" y="T19"/>
                </a:cxn>
                <a:cxn ang="T40">
                  <a:pos x="T20" y="T21"/>
                </a:cxn>
                <a:cxn ang="T41">
                  <a:pos x="T22" y="T23"/>
                </a:cxn>
                <a:cxn ang="T42">
                  <a:pos x="T24" y="T25"/>
                </a:cxn>
                <a:cxn ang="T43">
                  <a:pos x="T26" y="T27"/>
                </a:cxn>
                <a:cxn ang="T44">
                  <a:pos x="T28" y="T29"/>
                </a:cxn>
              </a:cxnLst>
              <a:rect l="T45" t="T46" r="T47" b="T48"/>
              <a:pathLst>
                <a:path w="107" h="54">
                  <a:moveTo>
                    <a:pt x="0" y="54"/>
                  </a:moveTo>
                  <a:lnTo>
                    <a:pt x="1" y="42"/>
                  </a:lnTo>
                  <a:lnTo>
                    <a:pt x="5" y="31"/>
                  </a:lnTo>
                  <a:lnTo>
                    <a:pt x="11" y="21"/>
                  </a:lnTo>
                  <a:lnTo>
                    <a:pt x="20" y="13"/>
                  </a:lnTo>
                  <a:lnTo>
                    <a:pt x="29" y="6"/>
                  </a:lnTo>
                  <a:lnTo>
                    <a:pt x="41" y="2"/>
                  </a:lnTo>
                  <a:lnTo>
                    <a:pt x="53" y="0"/>
                  </a:lnTo>
                  <a:lnTo>
                    <a:pt x="64" y="2"/>
                  </a:lnTo>
                  <a:lnTo>
                    <a:pt x="76" y="6"/>
                  </a:lnTo>
                  <a:lnTo>
                    <a:pt x="85" y="13"/>
                  </a:lnTo>
                  <a:lnTo>
                    <a:pt x="94" y="21"/>
                  </a:lnTo>
                  <a:lnTo>
                    <a:pt x="100" y="31"/>
                  </a:lnTo>
                  <a:lnTo>
                    <a:pt x="104" y="42"/>
                  </a:lnTo>
                  <a:lnTo>
                    <a:pt x="107" y="54"/>
                  </a:lnTo>
                </a:path>
              </a:pathLst>
            </a:custGeom>
            <a:noFill/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19" name="Freeform 4550">
              <a:extLst>
                <a:ext uri="{FF2B5EF4-FFF2-40B4-BE49-F238E27FC236}">
                  <a16:creationId xmlns:a16="http://schemas.microsoft.com/office/drawing/2014/main" id="{3D8F6575-D7B8-4404-780A-0AAD47D07071}"/>
                </a:ext>
              </a:extLst>
            </p:cNvPr>
            <p:cNvSpPr>
              <a:spLocks/>
            </p:cNvSpPr>
            <p:nvPr/>
          </p:nvSpPr>
          <p:spPr bwMode="auto">
            <a:xfrm>
              <a:off x="4291" y="2822"/>
              <a:ext cx="18" cy="473"/>
            </a:xfrm>
            <a:custGeom>
              <a:avLst/>
              <a:gdLst>
                <a:gd name="T0" fmla="*/ 0 w 107"/>
                <a:gd name="T1" fmla="*/ 0 h 2835"/>
                <a:gd name="T2" fmla="*/ 0 w 107"/>
                <a:gd name="T3" fmla="*/ 0 h 2835"/>
                <a:gd name="T4" fmla="*/ 0 w 107"/>
                <a:gd name="T5" fmla="*/ 0 h 2835"/>
                <a:gd name="T6" fmla="*/ 0 w 107"/>
                <a:gd name="T7" fmla="*/ 0 h 2835"/>
                <a:gd name="T8" fmla="*/ 0 w 107"/>
                <a:gd name="T9" fmla="*/ 0 h 2835"/>
                <a:gd name="T10" fmla="*/ 0 w 107"/>
                <a:gd name="T11" fmla="*/ 0 h 2835"/>
                <a:gd name="T12" fmla="*/ 0 w 107"/>
                <a:gd name="T13" fmla="*/ 0 h 2835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107"/>
                <a:gd name="T22" fmla="*/ 0 h 2835"/>
                <a:gd name="T23" fmla="*/ 107 w 107"/>
                <a:gd name="T24" fmla="*/ 2835 h 2835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107" h="2835">
                  <a:moveTo>
                    <a:pt x="107" y="0"/>
                  </a:moveTo>
                  <a:lnTo>
                    <a:pt x="53" y="0"/>
                  </a:lnTo>
                  <a:lnTo>
                    <a:pt x="0" y="0"/>
                  </a:lnTo>
                  <a:lnTo>
                    <a:pt x="0" y="2835"/>
                  </a:lnTo>
                  <a:lnTo>
                    <a:pt x="53" y="2835"/>
                  </a:lnTo>
                  <a:lnTo>
                    <a:pt x="107" y="2835"/>
                  </a:lnTo>
                  <a:lnTo>
                    <a:pt x="107" y="0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20" name="Freeform 4551">
              <a:extLst>
                <a:ext uri="{FF2B5EF4-FFF2-40B4-BE49-F238E27FC236}">
                  <a16:creationId xmlns:a16="http://schemas.microsoft.com/office/drawing/2014/main" id="{E95309A6-3510-3148-5415-CBB951054319}"/>
                </a:ext>
              </a:extLst>
            </p:cNvPr>
            <p:cNvSpPr>
              <a:spLocks/>
            </p:cNvSpPr>
            <p:nvPr/>
          </p:nvSpPr>
          <p:spPr bwMode="auto">
            <a:xfrm>
              <a:off x="4291" y="2822"/>
              <a:ext cx="18" cy="473"/>
            </a:xfrm>
            <a:custGeom>
              <a:avLst/>
              <a:gdLst>
                <a:gd name="T0" fmla="*/ 0 w 107"/>
                <a:gd name="T1" fmla="*/ 0 h 2835"/>
                <a:gd name="T2" fmla="*/ 0 w 107"/>
                <a:gd name="T3" fmla="*/ 0 h 2835"/>
                <a:gd name="T4" fmla="*/ 0 w 107"/>
                <a:gd name="T5" fmla="*/ 0 h 2835"/>
                <a:gd name="T6" fmla="*/ 0 w 107"/>
                <a:gd name="T7" fmla="*/ 0 h 2835"/>
                <a:gd name="T8" fmla="*/ 0 w 107"/>
                <a:gd name="T9" fmla="*/ 0 h 2835"/>
                <a:gd name="T10" fmla="*/ 0 w 107"/>
                <a:gd name="T11" fmla="*/ 0 h 2835"/>
                <a:gd name="T12" fmla="*/ 0 w 107"/>
                <a:gd name="T13" fmla="*/ 0 h 2835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107"/>
                <a:gd name="T22" fmla="*/ 0 h 2835"/>
                <a:gd name="T23" fmla="*/ 107 w 107"/>
                <a:gd name="T24" fmla="*/ 2835 h 2835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107" h="2835">
                  <a:moveTo>
                    <a:pt x="107" y="0"/>
                  </a:moveTo>
                  <a:lnTo>
                    <a:pt x="53" y="0"/>
                  </a:lnTo>
                  <a:lnTo>
                    <a:pt x="0" y="0"/>
                  </a:lnTo>
                  <a:lnTo>
                    <a:pt x="0" y="2835"/>
                  </a:lnTo>
                  <a:lnTo>
                    <a:pt x="53" y="2835"/>
                  </a:lnTo>
                  <a:lnTo>
                    <a:pt x="107" y="2835"/>
                  </a:lnTo>
                  <a:lnTo>
                    <a:pt x="107" y="0"/>
                  </a:lnTo>
                  <a:close/>
                </a:path>
              </a:pathLst>
            </a:custGeom>
            <a:noFill/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21" name="Freeform 4552">
              <a:extLst>
                <a:ext uri="{FF2B5EF4-FFF2-40B4-BE49-F238E27FC236}">
                  <a16:creationId xmlns:a16="http://schemas.microsoft.com/office/drawing/2014/main" id="{78AED437-7A7B-DFB1-8781-55A2918A624B}"/>
                </a:ext>
              </a:extLst>
            </p:cNvPr>
            <p:cNvSpPr>
              <a:spLocks/>
            </p:cNvSpPr>
            <p:nvPr/>
          </p:nvSpPr>
          <p:spPr bwMode="auto">
            <a:xfrm>
              <a:off x="4291" y="3295"/>
              <a:ext cx="18" cy="9"/>
            </a:xfrm>
            <a:custGeom>
              <a:avLst/>
              <a:gdLst>
                <a:gd name="T0" fmla="*/ 0 w 107"/>
                <a:gd name="T1" fmla="*/ 0 h 53"/>
                <a:gd name="T2" fmla="*/ 0 w 107"/>
                <a:gd name="T3" fmla="*/ 0 h 53"/>
                <a:gd name="T4" fmla="*/ 0 w 107"/>
                <a:gd name="T5" fmla="*/ 0 h 53"/>
                <a:gd name="T6" fmla="*/ 0 w 107"/>
                <a:gd name="T7" fmla="*/ 0 h 53"/>
                <a:gd name="T8" fmla="*/ 0 w 107"/>
                <a:gd name="T9" fmla="*/ 0 h 53"/>
                <a:gd name="T10" fmla="*/ 0 w 107"/>
                <a:gd name="T11" fmla="*/ 0 h 53"/>
                <a:gd name="T12" fmla="*/ 0 w 107"/>
                <a:gd name="T13" fmla="*/ 0 h 53"/>
                <a:gd name="T14" fmla="*/ 0 w 107"/>
                <a:gd name="T15" fmla="*/ 0 h 53"/>
                <a:gd name="T16" fmla="*/ 0 w 107"/>
                <a:gd name="T17" fmla="*/ 0 h 53"/>
                <a:gd name="T18" fmla="*/ 0 w 107"/>
                <a:gd name="T19" fmla="*/ 0 h 53"/>
                <a:gd name="T20" fmla="*/ 0 w 107"/>
                <a:gd name="T21" fmla="*/ 0 h 53"/>
                <a:gd name="T22" fmla="*/ 0 w 107"/>
                <a:gd name="T23" fmla="*/ 0 h 53"/>
                <a:gd name="T24" fmla="*/ 0 w 107"/>
                <a:gd name="T25" fmla="*/ 0 h 53"/>
                <a:gd name="T26" fmla="*/ 0 w 107"/>
                <a:gd name="T27" fmla="*/ 0 h 53"/>
                <a:gd name="T28" fmla="*/ 0 w 107"/>
                <a:gd name="T29" fmla="*/ 0 h 53"/>
                <a:gd name="T30" fmla="*/ 0 w 107"/>
                <a:gd name="T31" fmla="*/ 0 h 53"/>
                <a:gd name="T32" fmla="*/ 0 w 107"/>
                <a:gd name="T33" fmla="*/ 0 h 53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w 107"/>
                <a:gd name="T52" fmla="*/ 0 h 53"/>
                <a:gd name="T53" fmla="*/ 107 w 107"/>
                <a:gd name="T54" fmla="*/ 53 h 53"/>
              </a:gdLst>
              <a:ahLst/>
              <a:cxnLst>
                <a:cxn ang="T34">
                  <a:pos x="T0" y="T1"/>
                </a:cxn>
                <a:cxn ang="T35">
                  <a:pos x="T2" y="T3"/>
                </a:cxn>
                <a:cxn ang="T36">
                  <a:pos x="T4" y="T5"/>
                </a:cxn>
                <a:cxn ang="T37">
                  <a:pos x="T6" y="T7"/>
                </a:cxn>
                <a:cxn ang="T38">
                  <a:pos x="T8" y="T9"/>
                </a:cxn>
                <a:cxn ang="T39">
                  <a:pos x="T10" y="T11"/>
                </a:cxn>
                <a:cxn ang="T40">
                  <a:pos x="T12" y="T13"/>
                </a:cxn>
                <a:cxn ang="T41">
                  <a:pos x="T14" y="T15"/>
                </a:cxn>
                <a:cxn ang="T42">
                  <a:pos x="T16" y="T17"/>
                </a:cxn>
                <a:cxn ang="T43">
                  <a:pos x="T18" y="T19"/>
                </a:cxn>
                <a:cxn ang="T44">
                  <a:pos x="T20" y="T21"/>
                </a:cxn>
                <a:cxn ang="T45">
                  <a:pos x="T22" y="T23"/>
                </a:cxn>
                <a:cxn ang="T46">
                  <a:pos x="T24" y="T25"/>
                </a:cxn>
                <a:cxn ang="T47">
                  <a:pos x="T26" y="T27"/>
                </a:cxn>
                <a:cxn ang="T48">
                  <a:pos x="T28" y="T29"/>
                </a:cxn>
                <a:cxn ang="T49">
                  <a:pos x="T30" y="T31"/>
                </a:cxn>
                <a:cxn ang="T50">
                  <a:pos x="T32" y="T33"/>
                </a:cxn>
              </a:cxnLst>
              <a:rect l="T51" t="T52" r="T53" b="T54"/>
              <a:pathLst>
                <a:path w="107" h="53">
                  <a:moveTo>
                    <a:pt x="53" y="0"/>
                  </a:moveTo>
                  <a:lnTo>
                    <a:pt x="107" y="0"/>
                  </a:lnTo>
                  <a:lnTo>
                    <a:pt x="104" y="11"/>
                  </a:lnTo>
                  <a:lnTo>
                    <a:pt x="100" y="23"/>
                  </a:lnTo>
                  <a:lnTo>
                    <a:pt x="94" y="32"/>
                  </a:lnTo>
                  <a:lnTo>
                    <a:pt x="85" y="41"/>
                  </a:lnTo>
                  <a:lnTo>
                    <a:pt x="76" y="47"/>
                  </a:lnTo>
                  <a:lnTo>
                    <a:pt x="64" y="51"/>
                  </a:lnTo>
                  <a:lnTo>
                    <a:pt x="53" y="53"/>
                  </a:lnTo>
                  <a:lnTo>
                    <a:pt x="41" y="51"/>
                  </a:lnTo>
                  <a:lnTo>
                    <a:pt x="29" y="47"/>
                  </a:lnTo>
                  <a:lnTo>
                    <a:pt x="20" y="41"/>
                  </a:lnTo>
                  <a:lnTo>
                    <a:pt x="11" y="32"/>
                  </a:lnTo>
                  <a:lnTo>
                    <a:pt x="5" y="23"/>
                  </a:lnTo>
                  <a:lnTo>
                    <a:pt x="1" y="11"/>
                  </a:lnTo>
                  <a:lnTo>
                    <a:pt x="0" y="0"/>
                  </a:lnTo>
                  <a:lnTo>
                    <a:pt x="53" y="0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22" name="Freeform 4553">
              <a:extLst>
                <a:ext uri="{FF2B5EF4-FFF2-40B4-BE49-F238E27FC236}">
                  <a16:creationId xmlns:a16="http://schemas.microsoft.com/office/drawing/2014/main" id="{179271D9-2E58-8F75-FCF5-70FD6514404E}"/>
                </a:ext>
              </a:extLst>
            </p:cNvPr>
            <p:cNvSpPr>
              <a:spLocks/>
            </p:cNvSpPr>
            <p:nvPr/>
          </p:nvSpPr>
          <p:spPr bwMode="auto">
            <a:xfrm>
              <a:off x="4291" y="3295"/>
              <a:ext cx="18" cy="9"/>
            </a:xfrm>
            <a:custGeom>
              <a:avLst/>
              <a:gdLst>
                <a:gd name="T0" fmla="*/ 0 w 107"/>
                <a:gd name="T1" fmla="*/ 0 h 53"/>
                <a:gd name="T2" fmla="*/ 0 w 107"/>
                <a:gd name="T3" fmla="*/ 0 h 53"/>
                <a:gd name="T4" fmla="*/ 0 w 107"/>
                <a:gd name="T5" fmla="*/ 0 h 53"/>
                <a:gd name="T6" fmla="*/ 0 w 107"/>
                <a:gd name="T7" fmla="*/ 0 h 53"/>
                <a:gd name="T8" fmla="*/ 0 w 107"/>
                <a:gd name="T9" fmla="*/ 0 h 53"/>
                <a:gd name="T10" fmla="*/ 0 w 107"/>
                <a:gd name="T11" fmla="*/ 0 h 53"/>
                <a:gd name="T12" fmla="*/ 0 w 107"/>
                <a:gd name="T13" fmla="*/ 0 h 53"/>
                <a:gd name="T14" fmla="*/ 0 w 107"/>
                <a:gd name="T15" fmla="*/ 0 h 53"/>
                <a:gd name="T16" fmla="*/ 0 w 107"/>
                <a:gd name="T17" fmla="*/ 0 h 53"/>
                <a:gd name="T18" fmla="*/ 0 w 107"/>
                <a:gd name="T19" fmla="*/ 0 h 53"/>
                <a:gd name="T20" fmla="*/ 0 w 107"/>
                <a:gd name="T21" fmla="*/ 0 h 53"/>
                <a:gd name="T22" fmla="*/ 0 w 107"/>
                <a:gd name="T23" fmla="*/ 0 h 53"/>
                <a:gd name="T24" fmla="*/ 0 w 107"/>
                <a:gd name="T25" fmla="*/ 0 h 53"/>
                <a:gd name="T26" fmla="*/ 0 w 107"/>
                <a:gd name="T27" fmla="*/ 0 h 53"/>
                <a:gd name="T28" fmla="*/ 0 w 107"/>
                <a:gd name="T29" fmla="*/ 0 h 53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w 107"/>
                <a:gd name="T46" fmla="*/ 0 h 53"/>
                <a:gd name="T47" fmla="*/ 107 w 107"/>
                <a:gd name="T48" fmla="*/ 53 h 53"/>
              </a:gdLst>
              <a:ahLst/>
              <a:cxnLst>
                <a:cxn ang="T30">
                  <a:pos x="T0" y="T1"/>
                </a:cxn>
                <a:cxn ang="T31">
                  <a:pos x="T2" y="T3"/>
                </a:cxn>
                <a:cxn ang="T32">
                  <a:pos x="T4" y="T5"/>
                </a:cxn>
                <a:cxn ang="T33">
                  <a:pos x="T6" y="T7"/>
                </a:cxn>
                <a:cxn ang="T34">
                  <a:pos x="T8" y="T9"/>
                </a:cxn>
                <a:cxn ang="T35">
                  <a:pos x="T10" y="T11"/>
                </a:cxn>
                <a:cxn ang="T36">
                  <a:pos x="T12" y="T13"/>
                </a:cxn>
                <a:cxn ang="T37">
                  <a:pos x="T14" y="T15"/>
                </a:cxn>
                <a:cxn ang="T38">
                  <a:pos x="T16" y="T17"/>
                </a:cxn>
                <a:cxn ang="T39">
                  <a:pos x="T18" y="T19"/>
                </a:cxn>
                <a:cxn ang="T40">
                  <a:pos x="T20" y="T21"/>
                </a:cxn>
                <a:cxn ang="T41">
                  <a:pos x="T22" y="T23"/>
                </a:cxn>
                <a:cxn ang="T42">
                  <a:pos x="T24" y="T25"/>
                </a:cxn>
                <a:cxn ang="T43">
                  <a:pos x="T26" y="T27"/>
                </a:cxn>
                <a:cxn ang="T44">
                  <a:pos x="T28" y="T29"/>
                </a:cxn>
              </a:cxnLst>
              <a:rect l="T45" t="T46" r="T47" b="T48"/>
              <a:pathLst>
                <a:path w="107" h="53">
                  <a:moveTo>
                    <a:pt x="107" y="0"/>
                  </a:moveTo>
                  <a:lnTo>
                    <a:pt x="104" y="11"/>
                  </a:lnTo>
                  <a:lnTo>
                    <a:pt x="100" y="23"/>
                  </a:lnTo>
                  <a:lnTo>
                    <a:pt x="94" y="32"/>
                  </a:lnTo>
                  <a:lnTo>
                    <a:pt x="85" y="41"/>
                  </a:lnTo>
                  <a:lnTo>
                    <a:pt x="76" y="47"/>
                  </a:lnTo>
                  <a:lnTo>
                    <a:pt x="64" y="51"/>
                  </a:lnTo>
                  <a:lnTo>
                    <a:pt x="53" y="53"/>
                  </a:lnTo>
                  <a:lnTo>
                    <a:pt x="41" y="51"/>
                  </a:lnTo>
                  <a:lnTo>
                    <a:pt x="29" y="47"/>
                  </a:lnTo>
                  <a:lnTo>
                    <a:pt x="20" y="41"/>
                  </a:lnTo>
                  <a:lnTo>
                    <a:pt x="11" y="32"/>
                  </a:lnTo>
                  <a:lnTo>
                    <a:pt x="5" y="23"/>
                  </a:lnTo>
                  <a:lnTo>
                    <a:pt x="1" y="11"/>
                  </a:lnTo>
                  <a:lnTo>
                    <a:pt x="0" y="0"/>
                  </a:lnTo>
                </a:path>
              </a:pathLst>
            </a:custGeom>
            <a:noFill/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23" name="Line 4554">
              <a:extLst>
                <a:ext uri="{FF2B5EF4-FFF2-40B4-BE49-F238E27FC236}">
                  <a16:creationId xmlns:a16="http://schemas.microsoft.com/office/drawing/2014/main" id="{731866CB-A7B2-D238-9637-0DEDA9DE775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946" y="2822"/>
              <a:ext cx="1" cy="28"/>
            </a:xfrm>
            <a:prstGeom prst="line">
              <a:avLst/>
            </a:prstGeom>
            <a:noFill/>
            <a:ln w="0">
              <a:solidFill>
                <a:srgbClr val="0000FF"/>
              </a:solidFill>
              <a:round/>
              <a:headEnd/>
              <a:tailEnd/>
            </a:ln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24" name="Line 4555">
              <a:extLst>
                <a:ext uri="{FF2B5EF4-FFF2-40B4-BE49-F238E27FC236}">
                  <a16:creationId xmlns:a16="http://schemas.microsoft.com/office/drawing/2014/main" id="{7A05FAF6-4664-4DDA-8047-F4AA2102DDF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946" y="2876"/>
              <a:ext cx="1" cy="52"/>
            </a:xfrm>
            <a:prstGeom prst="line">
              <a:avLst/>
            </a:prstGeom>
            <a:noFill/>
            <a:ln w="0">
              <a:solidFill>
                <a:srgbClr val="0000FF"/>
              </a:solidFill>
              <a:round/>
              <a:headEnd/>
              <a:tailEnd/>
            </a:ln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25" name="Line 4556">
              <a:extLst>
                <a:ext uri="{FF2B5EF4-FFF2-40B4-BE49-F238E27FC236}">
                  <a16:creationId xmlns:a16="http://schemas.microsoft.com/office/drawing/2014/main" id="{E0B3AB73-0ABB-3660-078D-02EDF88B02B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946" y="2954"/>
              <a:ext cx="1" cy="52"/>
            </a:xfrm>
            <a:prstGeom prst="line">
              <a:avLst/>
            </a:prstGeom>
            <a:noFill/>
            <a:ln w="0">
              <a:solidFill>
                <a:srgbClr val="0000FF"/>
              </a:solidFill>
              <a:round/>
              <a:headEnd/>
              <a:tailEnd/>
            </a:ln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26" name="Line 4557">
              <a:extLst>
                <a:ext uri="{FF2B5EF4-FFF2-40B4-BE49-F238E27FC236}">
                  <a16:creationId xmlns:a16="http://schemas.microsoft.com/office/drawing/2014/main" id="{E590D04D-19F8-1413-F3C1-EFE4D2981E8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946" y="3033"/>
              <a:ext cx="1" cy="52"/>
            </a:xfrm>
            <a:prstGeom prst="line">
              <a:avLst/>
            </a:prstGeom>
            <a:noFill/>
            <a:ln w="0">
              <a:solidFill>
                <a:srgbClr val="0000FF"/>
              </a:solidFill>
              <a:round/>
              <a:headEnd/>
              <a:tailEnd/>
            </a:ln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27" name="Line 4558">
              <a:extLst>
                <a:ext uri="{FF2B5EF4-FFF2-40B4-BE49-F238E27FC236}">
                  <a16:creationId xmlns:a16="http://schemas.microsoft.com/office/drawing/2014/main" id="{56DFA819-6E3D-9185-CDFC-01045C29B56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946" y="3111"/>
              <a:ext cx="1" cy="52"/>
            </a:xfrm>
            <a:prstGeom prst="line">
              <a:avLst/>
            </a:prstGeom>
            <a:noFill/>
            <a:ln w="0">
              <a:solidFill>
                <a:srgbClr val="0000FF"/>
              </a:solidFill>
              <a:round/>
              <a:headEnd/>
              <a:tailEnd/>
            </a:ln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28" name="Line 4559">
              <a:extLst>
                <a:ext uri="{FF2B5EF4-FFF2-40B4-BE49-F238E27FC236}">
                  <a16:creationId xmlns:a16="http://schemas.microsoft.com/office/drawing/2014/main" id="{A111E255-A45F-03D1-3C3F-120D15C3C44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946" y="3189"/>
              <a:ext cx="1" cy="52"/>
            </a:xfrm>
            <a:prstGeom prst="line">
              <a:avLst/>
            </a:prstGeom>
            <a:noFill/>
            <a:ln w="0">
              <a:solidFill>
                <a:srgbClr val="0000FF"/>
              </a:solidFill>
              <a:round/>
              <a:headEnd/>
              <a:tailEnd/>
            </a:ln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29" name="Line 4560">
              <a:extLst>
                <a:ext uri="{FF2B5EF4-FFF2-40B4-BE49-F238E27FC236}">
                  <a16:creationId xmlns:a16="http://schemas.microsoft.com/office/drawing/2014/main" id="{52BB426A-2E8D-4C61-1499-D1AAC2174D3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946" y="3267"/>
              <a:ext cx="1" cy="28"/>
            </a:xfrm>
            <a:prstGeom prst="line">
              <a:avLst/>
            </a:prstGeom>
            <a:noFill/>
            <a:ln w="0">
              <a:solidFill>
                <a:srgbClr val="0000FF"/>
              </a:solidFill>
              <a:round/>
              <a:headEnd/>
              <a:tailEnd/>
            </a:ln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30" name="Freeform 4561">
              <a:extLst>
                <a:ext uri="{FF2B5EF4-FFF2-40B4-BE49-F238E27FC236}">
                  <a16:creationId xmlns:a16="http://schemas.microsoft.com/office/drawing/2014/main" id="{158CF4F4-9277-07DA-DE12-44ECC97F309B}"/>
                </a:ext>
              </a:extLst>
            </p:cNvPr>
            <p:cNvSpPr>
              <a:spLocks/>
            </p:cNvSpPr>
            <p:nvPr/>
          </p:nvSpPr>
          <p:spPr bwMode="auto">
            <a:xfrm>
              <a:off x="3936" y="1970"/>
              <a:ext cx="19" cy="15"/>
            </a:xfrm>
            <a:custGeom>
              <a:avLst/>
              <a:gdLst>
                <a:gd name="T0" fmla="*/ 0 w 111"/>
                <a:gd name="T1" fmla="*/ 0 h 91"/>
                <a:gd name="T2" fmla="*/ 0 w 111"/>
                <a:gd name="T3" fmla="*/ 0 h 91"/>
                <a:gd name="T4" fmla="*/ 0 w 111"/>
                <a:gd name="T5" fmla="*/ 0 h 91"/>
                <a:gd name="T6" fmla="*/ 0 w 111"/>
                <a:gd name="T7" fmla="*/ 0 h 91"/>
                <a:gd name="T8" fmla="*/ 0 w 111"/>
                <a:gd name="T9" fmla="*/ 0 h 91"/>
                <a:gd name="T10" fmla="*/ 0 w 111"/>
                <a:gd name="T11" fmla="*/ 0 h 91"/>
                <a:gd name="T12" fmla="*/ 0 w 111"/>
                <a:gd name="T13" fmla="*/ 0 h 91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111"/>
                <a:gd name="T22" fmla="*/ 0 h 91"/>
                <a:gd name="T23" fmla="*/ 111 w 111"/>
                <a:gd name="T24" fmla="*/ 91 h 91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111" h="91">
                  <a:moveTo>
                    <a:pt x="5" y="91"/>
                  </a:moveTo>
                  <a:lnTo>
                    <a:pt x="58" y="88"/>
                  </a:lnTo>
                  <a:lnTo>
                    <a:pt x="111" y="85"/>
                  </a:lnTo>
                  <a:lnTo>
                    <a:pt x="106" y="0"/>
                  </a:lnTo>
                  <a:lnTo>
                    <a:pt x="53" y="3"/>
                  </a:lnTo>
                  <a:lnTo>
                    <a:pt x="0" y="6"/>
                  </a:lnTo>
                  <a:lnTo>
                    <a:pt x="5" y="91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31" name="Freeform 4562">
              <a:extLst>
                <a:ext uri="{FF2B5EF4-FFF2-40B4-BE49-F238E27FC236}">
                  <a16:creationId xmlns:a16="http://schemas.microsoft.com/office/drawing/2014/main" id="{9D0BAF77-D5B6-1E8D-B6BC-027EFE0F2266}"/>
                </a:ext>
              </a:extLst>
            </p:cNvPr>
            <p:cNvSpPr>
              <a:spLocks/>
            </p:cNvSpPr>
            <p:nvPr/>
          </p:nvSpPr>
          <p:spPr bwMode="auto">
            <a:xfrm>
              <a:off x="3936" y="1970"/>
              <a:ext cx="19" cy="15"/>
            </a:xfrm>
            <a:custGeom>
              <a:avLst/>
              <a:gdLst>
                <a:gd name="T0" fmla="*/ 0 w 111"/>
                <a:gd name="T1" fmla="*/ 0 h 91"/>
                <a:gd name="T2" fmla="*/ 0 w 111"/>
                <a:gd name="T3" fmla="*/ 0 h 91"/>
                <a:gd name="T4" fmla="*/ 0 w 111"/>
                <a:gd name="T5" fmla="*/ 0 h 91"/>
                <a:gd name="T6" fmla="*/ 0 w 111"/>
                <a:gd name="T7" fmla="*/ 0 h 91"/>
                <a:gd name="T8" fmla="*/ 0 w 111"/>
                <a:gd name="T9" fmla="*/ 0 h 91"/>
                <a:gd name="T10" fmla="*/ 0 w 111"/>
                <a:gd name="T11" fmla="*/ 0 h 91"/>
                <a:gd name="T12" fmla="*/ 0 w 111"/>
                <a:gd name="T13" fmla="*/ 0 h 91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111"/>
                <a:gd name="T22" fmla="*/ 0 h 91"/>
                <a:gd name="T23" fmla="*/ 111 w 111"/>
                <a:gd name="T24" fmla="*/ 91 h 91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111" h="91">
                  <a:moveTo>
                    <a:pt x="5" y="91"/>
                  </a:moveTo>
                  <a:lnTo>
                    <a:pt x="58" y="88"/>
                  </a:lnTo>
                  <a:lnTo>
                    <a:pt x="111" y="85"/>
                  </a:lnTo>
                  <a:lnTo>
                    <a:pt x="106" y="0"/>
                  </a:lnTo>
                  <a:lnTo>
                    <a:pt x="53" y="3"/>
                  </a:lnTo>
                  <a:lnTo>
                    <a:pt x="0" y="6"/>
                  </a:lnTo>
                  <a:lnTo>
                    <a:pt x="5" y="91"/>
                  </a:lnTo>
                  <a:close/>
                </a:path>
              </a:pathLst>
            </a:custGeom>
            <a:noFill/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32" name="Freeform 4563">
              <a:extLst>
                <a:ext uri="{FF2B5EF4-FFF2-40B4-BE49-F238E27FC236}">
                  <a16:creationId xmlns:a16="http://schemas.microsoft.com/office/drawing/2014/main" id="{69009F0E-8CD5-4A86-A444-A59724012456}"/>
                </a:ext>
              </a:extLst>
            </p:cNvPr>
            <p:cNvSpPr>
              <a:spLocks/>
            </p:cNvSpPr>
            <p:nvPr/>
          </p:nvSpPr>
          <p:spPr bwMode="auto">
            <a:xfrm>
              <a:off x="3945" y="1969"/>
              <a:ext cx="9" cy="1"/>
            </a:xfrm>
            <a:custGeom>
              <a:avLst/>
              <a:gdLst>
                <a:gd name="T0" fmla="*/ 0 w 53"/>
                <a:gd name="T1" fmla="*/ 0 h 9"/>
                <a:gd name="T2" fmla="*/ 0 w 53"/>
                <a:gd name="T3" fmla="*/ 0 h 9"/>
                <a:gd name="T4" fmla="*/ 0 w 53"/>
                <a:gd name="T5" fmla="*/ 0 h 9"/>
                <a:gd name="T6" fmla="*/ 0 w 53"/>
                <a:gd name="T7" fmla="*/ 0 h 9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53"/>
                <a:gd name="T13" fmla="*/ 0 h 9"/>
                <a:gd name="T14" fmla="*/ 53 w 53"/>
                <a:gd name="T15" fmla="*/ 9 h 9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53" h="9">
                  <a:moveTo>
                    <a:pt x="0" y="9"/>
                  </a:moveTo>
                  <a:lnTo>
                    <a:pt x="53" y="6"/>
                  </a:lnTo>
                  <a:lnTo>
                    <a:pt x="53" y="0"/>
                  </a:lnTo>
                  <a:lnTo>
                    <a:pt x="0" y="9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33" name="Line 4564">
              <a:extLst>
                <a:ext uri="{FF2B5EF4-FFF2-40B4-BE49-F238E27FC236}">
                  <a16:creationId xmlns:a16="http://schemas.microsoft.com/office/drawing/2014/main" id="{E7476592-AC89-CD88-D31B-5F17F867F86E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954" y="1969"/>
              <a:ext cx="1" cy="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34" name="Freeform 4565">
              <a:extLst>
                <a:ext uri="{FF2B5EF4-FFF2-40B4-BE49-F238E27FC236}">
                  <a16:creationId xmlns:a16="http://schemas.microsoft.com/office/drawing/2014/main" id="{523B23E2-17C0-78F8-78F3-991A35E146A0}"/>
                </a:ext>
              </a:extLst>
            </p:cNvPr>
            <p:cNvSpPr>
              <a:spLocks/>
            </p:cNvSpPr>
            <p:nvPr/>
          </p:nvSpPr>
          <p:spPr bwMode="auto">
            <a:xfrm>
              <a:off x="3934" y="1955"/>
              <a:ext cx="20" cy="17"/>
            </a:xfrm>
            <a:custGeom>
              <a:avLst/>
              <a:gdLst>
                <a:gd name="T0" fmla="*/ 0 w 121"/>
                <a:gd name="T1" fmla="*/ 0 h 104"/>
                <a:gd name="T2" fmla="*/ 0 w 121"/>
                <a:gd name="T3" fmla="*/ 0 h 104"/>
                <a:gd name="T4" fmla="*/ 0 w 121"/>
                <a:gd name="T5" fmla="*/ 0 h 104"/>
                <a:gd name="T6" fmla="*/ 0 w 121"/>
                <a:gd name="T7" fmla="*/ 0 h 104"/>
                <a:gd name="T8" fmla="*/ 0 w 121"/>
                <a:gd name="T9" fmla="*/ 0 h 104"/>
                <a:gd name="T10" fmla="*/ 0 w 121"/>
                <a:gd name="T11" fmla="*/ 0 h 104"/>
                <a:gd name="T12" fmla="*/ 0 w 121"/>
                <a:gd name="T13" fmla="*/ 0 h 104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121"/>
                <a:gd name="T22" fmla="*/ 0 h 104"/>
                <a:gd name="T23" fmla="*/ 121 w 121"/>
                <a:gd name="T24" fmla="*/ 104 h 104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121" h="104">
                  <a:moveTo>
                    <a:pt x="15" y="104"/>
                  </a:moveTo>
                  <a:lnTo>
                    <a:pt x="68" y="94"/>
                  </a:lnTo>
                  <a:lnTo>
                    <a:pt x="121" y="85"/>
                  </a:lnTo>
                  <a:lnTo>
                    <a:pt x="105" y="0"/>
                  </a:lnTo>
                  <a:lnTo>
                    <a:pt x="52" y="9"/>
                  </a:lnTo>
                  <a:lnTo>
                    <a:pt x="0" y="19"/>
                  </a:lnTo>
                  <a:lnTo>
                    <a:pt x="15" y="104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35" name="Freeform 4566">
              <a:extLst>
                <a:ext uri="{FF2B5EF4-FFF2-40B4-BE49-F238E27FC236}">
                  <a16:creationId xmlns:a16="http://schemas.microsoft.com/office/drawing/2014/main" id="{43EE438C-3EBD-B722-6EA3-AE3D6C39758B}"/>
                </a:ext>
              </a:extLst>
            </p:cNvPr>
            <p:cNvSpPr>
              <a:spLocks/>
            </p:cNvSpPr>
            <p:nvPr/>
          </p:nvSpPr>
          <p:spPr bwMode="auto">
            <a:xfrm>
              <a:off x="3934" y="1955"/>
              <a:ext cx="20" cy="17"/>
            </a:xfrm>
            <a:custGeom>
              <a:avLst/>
              <a:gdLst>
                <a:gd name="T0" fmla="*/ 0 w 121"/>
                <a:gd name="T1" fmla="*/ 0 h 104"/>
                <a:gd name="T2" fmla="*/ 0 w 121"/>
                <a:gd name="T3" fmla="*/ 0 h 104"/>
                <a:gd name="T4" fmla="*/ 0 w 121"/>
                <a:gd name="T5" fmla="*/ 0 h 104"/>
                <a:gd name="T6" fmla="*/ 0 w 121"/>
                <a:gd name="T7" fmla="*/ 0 h 104"/>
                <a:gd name="T8" fmla="*/ 0 w 121"/>
                <a:gd name="T9" fmla="*/ 0 h 104"/>
                <a:gd name="T10" fmla="*/ 0 w 121"/>
                <a:gd name="T11" fmla="*/ 0 h 104"/>
                <a:gd name="T12" fmla="*/ 0 w 121"/>
                <a:gd name="T13" fmla="*/ 0 h 104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121"/>
                <a:gd name="T22" fmla="*/ 0 h 104"/>
                <a:gd name="T23" fmla="*/ 121 w 121"/>
                <a:gd name="T24" fmla="*/ 104 h 104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121" h="104">
                  <a:moveTo>
                    <a:pt x="15" y="104"/>
                  </a:moveTo>
                  <a:lnTo>
                    <a:pt x="68" y="94"/>
                  </a:lnTo>
                  <a:lnTo>
                    <a:pt x="121" y="85"/>
                  </a:lnTo>
                  <a:lnTo>
                    <a:pt x="105" y="0"/>
                  </a:lnTo>
                  <a:lnTo>
                    <a:pt x="52" y="9"/>
                  </a:lnTo>
                  <a:lnTo>
                    <a:pt x="0" y="19"/>
                  </a:lnTo>
                  <a:lnTo>
                    <a:pt x="15" y="104"/>
                  </a:lnTo>
                  <a:close/>
                </a:path>
              </a:pathLst>
            </a:custGeom>
            <a:noFill/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36" name="Freeform 4567">
              <a:extLst>
                <a:ext uri="{FF2B5EF4-FFF2-40B4-BE49-F238E27FC236}">
                  <a16:creationId xmlns:a16="http://schemas.microsoft.com/office/drawing/2014/main" id="{1530ABA4-DE39-E2F6-A8FC-0E6F31210E61}"/>
                </a:ext>
              </a:extLst>
            </p:cNvPr>
            <p:cNvSpPr>
              <a:spLocks/>
            </p:cNvSpPr>
            <p:nvPr/>
          </p:nvSpPr>
          <p:spPr bwMode="auto">
            <a:xfrm>
              <a:off x="3942" y="1954"/>
              <a:ext cx="9" cy="2"/>
            </a:xfrm>
            <a:custGeom>
              <a:avLst/>
              <a:gdLst>
                <a:gd name="T0" fmla="*/ 0 w 53"/>
                <a:gd name="T1" fmla="*/ 0 h 15"/>
                <a:gd name="T2" fmla="*/ 0 w 53"/>
                <a:gd name="T3" fmla="*/ 0 h 15"/>
                <a:gd name="T4" fmla="*/ 0 w 53"/>
                <a:gd name="T5" fmla="*/ 0 h 15"/>
                <a:gd name="T6" fmla="*/ 0 w 53"/>
                <a:gd name="T7" fmla="*/ 0 h 15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53"/>
                <a:gd name="T13" fmla="*/ 0 h 15"/>
                <a:gd name="T14" fmla="*/ 53 w 53"/>
                <a:gd name="T15" fmla="*/ 15 h 15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53" h="15">
                  <a:moveTo>
                    <a:pt x="0" y="15"/>
                  </a:moveTo>
                  <a:lnTo>
                    <a:pt x="53" y="6"/>
                  </a:lnTo>
                  <a:lnTo>
                    <a:pt x="51" y="0"/>
                  </a:lnTo>
                  <a:lnTo>
                    <a:pt x="0" y="15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grpSp>
          <p:nvGrpSpPr>
            <p:cNvPr id="137" name="Group 4769">
              <a:extLst>
                <a:ext uri="{FF2B5EF4-FFF2-40B4-BE49-F238E27FC236}">
                  <a16:creationId xmlns:a16="http://schemas.microsoft.com/office/drawing/2014/main" id="{68FC8BC3-5630-9841-93A1-061E90BF5D1F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701" y="1858"/>
              <a:ext cx="254" cy="254"/>
              <a:chOff x="3604" y="1858"/>
              <a:chExt cx="254" cy="254"/>
            </a:xfrm>
          </p:grpSpPr>
          <p:sp>
            <p:nvSpPr>
              <p:cNvPr id="463" name="Line 4569">
                <a:extLst>
                  <a:ext uri="{FF2B5EF4-FFF2-40B4-BE49-F238E27FC236}">
                    <a16:creationId xmlns:a16="http://schemas.microsoft.com/office/drawing/2014/main" id="{44AAC6BB-7461-D5BF-1DDA-E41CB552367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 flipV="1">
                <a:off x="3854" y="1954"/>
                <a:ext cx="1" cy="1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464" name="Freeform 4570">
                <a:extLst>
                  <a:ext uri="{FF2B5EF4-FFF2-40B4-BE49-F238E27FC236}">
                    <a16:creationId xmlns:a16="http://schemas.microsoft.com/office/drawing/2014/main" id="{761B8C0B-65E0-C190-40F6-DACBD5C2EB0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833" y="1940"/>
                <a:ext cx="21" cy="19"/>
              </a:xfrm>
              <a:custGeom>
                <a:avLst/>
                <a:gdLst>
                  <a:gd name="T0" fmla="*/ 0 w 127"/>
                  <a:gd name="T1" fmla="*/ 0 h 113"/>
                  <a:gd name="T2" fmla="*/ 0 w 127"/>
                  <a:gd name="T3" fmla="*/ 0 h 113"/>
                  <a:gd name="T4" fmla="*/ 0 w 127"/>
                  <a:gd name="T5" fmla="*/ 0 h 113"/>
                  <a:gd name="T6" fmla="*/ 0 w 127"/>
                  <a:gd name="T7" fmla="*/ 0 h 113"/>
                  <a:gd name="T8" fmla="*/ 0 w 127"/>
                  <a:gd name="T9" fmla="*/ 0 h 113"/>
                  <a:gd name="T10" fmla="*/ 0 w 127"/>
                  <a:gd name="T11" fmla="*/ 0 h 113"/>
                  <a:gd name="T12" fmla="*/ 0 w 127"/>
                  <a:gd name="T13" fmla="*/ 0 h 113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127"/>
                  <a:gd name="T22" fmla="*/ 0 h 113"/>
                  <a:gd name="T23" fmla="*/ 127 w 127"/>
                  <a:gd name="T24" fmla="*/ 113 h 113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127" h="113">
                    <a:moveTo>
                      <a:pt x="26" y="113"/>
                    </a:moveTo>
                    <a:lnTo>
                      <a:pt x="76" y="97"/>
                    </a:lnTo>
                    <a:lnTo>
                      <a:pt x="127" y="82"/>
                    </a:lnTo>
                    <a:lnTo>
                      <a:pt x="102" y="0"/>
                    </a:lnTo>
                    <a:lnTo>
                      <a:pt x="51" y="16"/>
                    </a:lnTo>
                    <a:lnTo>
                      <a:pt x="0" y="32"/>
                    </a:lnTo>
                    <a:lnTo>
                      <a:pt x="26" y="113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465" name="Freeform 4571">
                <a:extLst>
                  <a:ext uri="{FF2B5EF4-FFF2-40B4-BE49-F238E27FC236}">
                    <a16:creationId xmlns:a16="http://schemas.microsoft.com/office/drawing/2014/main" id="{263616DB-9041-23C5-C448-DA1E29736F4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833" y="1940"/>
                <a:ext cx="21" cy="19"/>
              </a:xfrm>
              <a:custGeom>
                <a:avLst/>
                <a:gdLst>
                  <a:gd name="T0" fmla="*/ 0 w 127"/>
                  <a:gd name="T1" fmla="*/ 0 h 113"/>
                  <a:gd name="T2" fmla="*/ 0 w 127"/>
                  <a:gd name="T3" fmla="*/ 0 h 113"/>
                  <a:gd name="T4" fmla="*/ 0 w 127"/>
                  <a:gd name="T5" fmla="*/ 0 h 113"/>
                  <a:gd name="T6" fmla="*/ 0 w 127"/>
                  <a:gd name="T7" fmla="*/ 0 h 113"/>
                  <a:gd name="T8" fmla="*/ 0 w 127"/>
                  <a:gd name="T9" fmla="*/ 0 h 113"/>
                  <a:gd name="T10" fmla="*/ 0 w 127"/>
                  <a:gd name="T11" fmla="*/ 0 h 113"/>
                  <a:gd name="T12" fmla="*/ 0 w 127"/>
                  <a:gd name="T13" fmla="*/ 0 h 113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127"/>
                  <a:gd name="T22" fmla="*/ 0 h 113"/>
                  <a:gd name="T23" fmla="*/ 127 w 127"/>
                  <a:gd name="T24" fmla="*/ 113 h 113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127" h="113">
                    <a:moveTo>
                      <a:pt x="26" y="113"/>
                    </a:moveTo>
                    <a:lnTo>
                      <a:pt x="76" y="97"/>
                    </a:lnTo>
                    <a:lnTo>
                      <a:pt x="127" y="82"/>
                    </a:lnTo>
                    <a:lnTo>
                      <a:pt x="102" y="0"/>
                    </a:lnTo>
                    <a:lnTo>
                      <a:pt x="51" y="16"/>
                    </a:lnTo>
                    <a:lnTo>
                      <a:pt x="0" y="32"/>
                    </a:lnTo>
                    <a:lnTo>
                      <a:pt x="26" y="113"/>
                    </a:lnTo>
                    <a:close/>
                  </a:path>
                </a:pathLst>
              </a:cu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466" name="Freeform 4572">
                <a:extLst>
                  <a:ext uri="{FF2B5EF4-FFF2-40B4-BE49-F238E27FC236}">
                    <a16:creationId xmlns:a16="http://schemas.microsoft.com/office/drawing/2014/main" id="{43D83B22-371E-BCB3-6A5B-336FC7BC3F7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841" y="1939"/>
                <a:ext cx="9" cy="4"/>
              </a:xfrm>
              <a:custGeom>
                <a:avLst/>
                <a:gdLst>
                  <a:gd name="T0" fmla="*/ 0 w 51"/>
                  <a:gd name="T1" fmla="*/ 0 h 22"/>
                  <a:gd name="T2" fmla="*/ 0 w 51"/>
                  <a:gd name="T3" fmla="*/ 0 h 22"/>
                  <a:gd name="T4" fmla="*/ 0 w 51"/>
                  <a:gd name="T5" fmla="*/ 0 h 22"/>
                  <a:gd name="T6" fmla="*/ 0 w 51"/>
                  <a:gd name="T7" fmla="*/ 0 h 22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51"/>
                  <a:gd name="T13" fmla="*/ 0 h 22"/>
                  <a:gd name="T14" fmla="*/ 51 w 51"/>
                  <a:gd name="T15" fmla="*/ 22 h 22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51" h="22">
                    <a:moveTo>
                      <a:pt x="0" y="22"/>
                    </a:moveTo>
                    <a:lnTo>
                      <a:pt x="51" y="6"/>
                    </a:lnTo>
                    <a:lnTo>
                      <a:pt x="49" y="0"/>
                    </a:lnTo>
                    <a:lnTo>
                      <a:pt x="0" y="22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467" name="Line 4573">
                <a:extLst>
                  <a:ext uri="{FF2B5EF4-FFF2-40B4-BE49-F238E27FC236}">
                    <a16:creationId xmlns:a16="http://schemas.microsoft.com/office/drawing/2014/main" id="{7A51EF15-08A2-04CB-07F4-DDF88F41D89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 flipV="1">
                <a:off x="3849" y="1939"/>
                <a:ext cx="1" cy="1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468" name="Freeform 4574">
                <a:extLst>
                  <a:ext uri="{FF2B5EF4-FFF2-40B4-BE49-F238E27FC236}">
                    <a16:creationId xmlns:a16="http://schemas.microsoft.com/office/drawing/2014/main" id="{23057042-2670-DB90-7661-D729A23F3E8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827" y="1926"/>
                <a:ext cx="22" cy="20"/>
              </a:xfrm>
              <a:custGeom>
                <a:avLst/>
                <a:gdLst>
                  <a:gd name="T0" fmla="*/ 0 w 133"/>
                  <a:gd name="T1" fmla="*/ 0 h 123"/>
                  <a:gd name="T2" fmla="*/ 0 w 133"/>
                  <a:gd name="T3" fmla="*/ 0 h 123"/>
                  <a:gd name="T4" fmla="*/ 0 w 133"/>
                  <a:gd name="T5" fmla="*/ 0 h 123"/>
                  <a:gd name="T6" fmla="*/ 0 w 133"/>
                  <a:gd name="T7" fmla="*/ 0 h 123"/>
                  <a:gd name="T8" fmla="*/ 0 w 133"/>
                  <a:gd name="T9" fmla="*/ 0 h 123"/>
                  <a:gd name="T10" fmla="*/ 0 w 133"/>
                  <a:gd name="T11" fmla="*/ 0 h 123"/>
                  <a:gd name="T12" fmla="*/ 0 w 133"/>
                  <a:gd name="T13" fmla="*/ 0 h 123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133"/>
                  <a:gd name="T22" fmla="*/ 0 h 123"/>
                  <a:gd name="T23" fmla="*/ 133 w 133"/>
                  <a:gd name="T24" fmla="*/ 123 h 123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133" h="123">
                    <a:moveTo>
                      <a:pt x="35" y="123"/>
                    </a:moveTo>
                    <a:lnTo>
                      <a:pt x="84" y="101"/>
                    </a:lnTo>
                    <a:lnTo>
                      <a:pt x="133" y="79"/>
                    </a:lnTo>
                    <a:lnTo>
                      <a:pt x="98" y="0"/>
                    </a:lnTo>
                    <a:lnTo>
                      <a:pt x="49" y="23"/>
                    </a:lnTo>
                    <a:lnTo>
                      <a:pt x="0" y="45"/>
                    </a:lnTo>
                    <a:lnTo>
                      <a:pt x="35" y="123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469" name="Freeform 4575">
                <a:extLst>
                  <a:ext uri="{FF2B5EF4-FFF2-40B4-BE49-F238E27FC236}">
                    <a16:creationId xmlns:a16="http://schemas.microsoft.com/office/drawing/2014/main" id="{721E71B2-130E-3017-47DC-585CD64D761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827" y="1926"/>
                <a:ext cx="22" cy="20"/>
              </a:xfrm>
              <a:custGeom>
                <a:avLst/>
                <a:gdLst>
                  <a:gd name="T0" fmla="*/ 0 w 133"/>
                  <a:gd name="T1" fmla="*/ 0 h 123"/>
                  <a:gd name="T2" fmla="*/ 0 w 133"/>
                  <a:gd name="T3" fmla="*/ 0 h 123"/>
                  <a:gd name="T4" fmla="*/ 0 w 133"/>
                  <a:gd name="T5" fmla="*/ 0 h 123"/>
                  <a:gd name="T6" fmla="*/ 0 w 133"/>
                  <a:gd name="T7" fmla="*/ 0 h 123"/>
                  <a:gd name="T8" fmla="*/ 0 w 133"/>
                  <a:gd name="T9" fmla="*/ 0 h 123"/>
                  <a:gd name="T10" fmla="*/ 0 w 133"/>
                  <a:gd name="T11" fmla="*/ 0 h 123"/>
                  <a:gd name="T12" fmla="*/ 0 w 133"/>
                  <a:gd name="T13" fmla="*/ 0 h 123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133"/>
                  <a:gd name="T22" fmla="*/ 0 h 123"/>
                  <a:gd name="T23" fmla="*/ 133 w 133"/>
                  <a:gd name="T24" fmla="*/ 123 h 123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133" h="123">
                    <a:moveTo>
                      <a:pt x="35" y="123"/>
                    </a:moveTo>
                    <a:lnTo>
                      <a:pt x="84" y="101"/>
                    </a:lnTo>
                    <a:lnTo>
                      <a:pt x="133" y="79"/>
                    </a:lnTo>
                    <a:lnTo>
                      <a:pt x="98" y="0"/>
                    </a:lnTo>
                    <a:lnTo>
                      <a:pt x="49" y="23"/>
                    </a:lnTo>
                    <a:lnTo>
                      <a:pt x="0" y="45"/>
                    </a:lnTo>
                    <a:lnTo>
                      <a:pt x="35" y="123"/>
                    </a:lnTo>
                    <a:close/>
                  </a:path>
                </a:pathLst>
              </a:cu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470" name="Freeform 4576">
                <a:extLst>
                  <a:ext uri="{FF2B5EF4-FFF2-40B4-BE49-F238E27FC236}">
                    <a16:creationId xmlns:a16="http://schemas.microsoft.com/office/drawing/2014/main" id="{12CEB430-5429-62F7-B108-6DCBDD0E7C7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835" y="1925"/>
                <a:ext cx="8" cy="5"/>
              </a:xfrm>
              <a:custGeom>
                <a:avLst/>
                <a:gdLst>
                  <a:gd name="T0" fmla="*/ 0 w 49"/>
                  <a:gd name="T1" fmla="*/ 0 h 28"/>
                  <a:gd name="T2" fmla="*/ 0 w 49"/>
                  <a:gd name="T3" fmla="*/ 0 h 28"/>
                  <a:gd name="T4" fmla="*/ 0 w 49"/>
                  <a:gd name="T5" fmla="*/ 0 h 28"/>
                  <a:gd name="T6" fmla="*/ 0 w 49"/>
                  <a:gd name="T7" fmla="*/ 0 h 28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49"/>
                  <a:gd name="T13" fmla="*/ 0 h 28"/>
                  <a:gd name="T14" fmla="*/ 49 w 49"/>
                  <a:gd name="T15" fmla="*/ 28 h 28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49" h="28">
                    <a:moveTo>
                      <a:pt x="0" y="28"/>
                    </a:moveTo>
                    <a:lnTo>
                      <a:pt x="49" y="5"/>
                    </a:lnTo>
                    <a:lnTo>
                      <a:pt x="46" y="0"/>
                    </a:lnTo>
                    <a:lnTo>
                      <a:pt x="0" y="28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471" name="Line 4577">
                <a:extLst>
                  <a:ext uri="{FF2B5EF4-FFF2-40B4-BE49-F238E27FC236}">
                    <a16:creationId xmlns:a16="http://schemas.microsoft.com/office/drawing/2014/main" id="{BEB12353-426E-EB81-8BA0-A79E173163B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 flipV="1">
                <a:off x="3843" y="1925"/>
                <a:ext cx="1" cy="1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472" name="Freeform 4578">
                <a:extLst>
                  <a:ext uri="{FF2B5EF4-FFF2-40B4-BE49-F238E27FC236}">
                    <a16:creationId xmlns:a16="http://schemas.microsoft.com/office/drawing/2014/main" id="{03B02270-309D-6FD0-F394-C30DE40D261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820" y="1913"/>
                <a:ext cx="23" cy="21"/>
              </a:xfrm>
              <a:custGeom>
                <a:avLst/>
                <a:gdLst>
                  <a:gd name="T0" fmla="*/ 0 w 136"/>
                  <a:gd name="T1" fmla="*/ 0 h 128"/>
                  <a:gd name="T2" fmla="*/ 0 w 136"/>
                  <a:gd name="T3" fmla="*/ 0 h 128"/>
                  <a:gd name="T4" fmla="*/ 0 w 136"/>
                  <a:gd name="T5" fmla="*/ 0 h 128"/>
                  <a:gd name="T6" fmla="*/ 0 w 136"/>
                  <a:gd name="T7" fmla="*/ 0 h 128"/>
                  <a:gd name="T8" fmla="*/ 0 w 136"/>
                  <a:gd name="T9" fmla="*/ 0 h 128"/>
                  <a:gd name="T10" fmla="*/ 0 w 136"/>
                  <a:gd name="T11" fmla="*/ 0 h 128"/>
                  <a:gd name="T12" fmla="*/ 0 w 136"/>
                  <a:gd name="T13" fmla="*/ 0 h 128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136"/>
                  <a:gd name="T22" fmla="*/ 0 h 128"/>
                  <a:gd name="T23" fmla="*/ 136 w 136"/>
                  <a:gd name="T24" fmla="*/ 128 h 128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136" h="128">
                    <a:moveTo>
                      <a:pt x="45" y="128"/>
                    </a:moveTo>
                    <a:lnTo>
                      <a:pt x="90" y="101"/>
                    </a:lnTo>
                    <a:lnTo>
                      <a:pt x="136" y="73"/>
                    </a:lnTo>
                    <a:lnTo>
                      <a:pt x="91" y="0"/>
                    </a:lnTo>
                    <a:lnTo>
                      <a:pt x="46" y="27"/>
                    </a:lnTo>
                    <a:lnTo>
                      <a:pt x="0" y="55"/>
                    </a:lnTo>
                    <a:lnTo>
                      <a:pt x="45" y="128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473" name="Freeform 4579">
                <a:extLst>
                  <a:ext uri="{FF2B5EF4-FFF2-40B4-BE49-F238E27FC236}">
                    <a16:creationId xmlns:a16="http://schemas.microsoft.com/office/drawing/2014/main" id="{A2C29FD7-E97B-CB80-2B63-F2C50E31F6D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820" y="1913"/>
                <a:ext cx="23" cy="21"/>
              </a:xfrm>
              <a:custGeom>
                <a:avLst/>
                <a:gdLst>
                  <a:gd name="T0" fmla="*/ 0 w 136"/>
                  <a:gd name="T1" fmla="*/ 0 h 128"/>
                  <a:gd name="T2" fmla="*/ 0 w 136"/>
                  <a:gd name="T3" fmla="*/ 0 h 128"/>
                  <a:gd name="T4" fmla="*/ 0 w 136"/>
                  <a:gd name="T5" fmla="*/ 0 h 128"/>
                  <a:gd name="T6" fmla="*/ 0 w 136"/>
                  <a:gd name="T7" fmla="*/ 0 h 128"/>
                  <a:gd name="T8" fmla="*/ 0 w 136"/>
                  <a:gd name="T9" fmla="*/ 0 h 128"/>
                  <a:gd name="T10" fmla="*/ 0 w 136"/>
                  <a:gd name="T11" fmla="*/ 0 h 128"/>
                  <a:gd name="T12" fmla="*/ 0 w 136"/>
                  <a:gd name="T13" fmla="*/ 0 h 128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136"/>
                  <a:gd name="T22" fmla="*/ 0 h 128"/>
                  <a:gd name="T23" fmla="*/ 136 w 136"/>
                  <a:gd name="T24" fmla="*/ 128 h 128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136" h="128">
                    <a:moveTo>
                      <a:pt x="45" y="128"/>
                    </a:moveTo>
                    <a:lnTo>
                      <a:pt x="90" y="101"/>
                    </a:lnTo>
                    <a:lnTo>
                      <a:pt x="136" y="73"/>
                    </a:lnTo>
                    <a:lnTo>
                      <a:pt x="91" y="0"/>
                    </a:lnTo>
                    <a:lnTo>
                      <a:pt x="46" y="27"/>
                    </a:lnTo>
                    <a:lnTo>
                      <a:pt x="0" y="55"/>
                    </a:lnTo>
                    <a:lnTo>
                      <a:pt x="45" y="128"/>
                    </a:lnTo>
                    <a:close/>
                  </a:path>
                </a:pathLst>
              </a:cu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474" name="Freeform 4580">
                <a:extLst>
                  <a:ext uri="{FF2B5EF4-FFF2-40B4-BE49-F238E27FC236}">
                    <a16:creationId xmlns:a16="http://schemas.microsoft.com/office/drawing/2014/main" id="{D1CCFFBB-3F94-4CBF-6C06-0C2120853BD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828" y="1912"/>
                <a:ext cx="8" cy="5"/>
              </a:xfrm>
              <a:custGeom>
                <a:avLst/>
                <a:gdLst>
                  <a:gd name="T0" fmla="*/ 0 w 45"/>
                  <a:gd name="T1" fmla="*/ 0 h 32"/>
                  <a:gd name="T2" fmla="*/ 0 w 45"/>
                  <a:gd name="T3" fmla="*/ 0 h 32"/>
                  <a:gd name="T4" fmla="*/ 0 w 45"/>
                  <a:gd name="T5" fmla="*/ 0 h 32"/>
                  <a:gd name="T6" fmla="*/ 0 w 45"/>
                  <a:gd name="T7" fmla="*/ 0 h 32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45"/>
                  <a:gd name="T13" fmla="*/ 0 h 32"/>
                  <a:gd name="T14" fmla="*/ 45 w 45"/>
                  <a:gd name="T15" fmla="*/ 32 h 32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45" h="32">
                    <a:moveTo>
                      <a:pt x="0" y="32"/>
                    </a:moveTo>
                    <a:lnTo>
                      <a:pt x="45" y="5"/>
                    </a:lnTo>
                    <a:lnTo>
                      <a:pt x="42" y="0"/>
                    </a:lnTo>
                    <a:lnTo>
                      <a:pt x="0" y="32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475" name="Line 4581">
                <a:extLst>
                  <a:ext uri="{FF2B5EF4-FFF2-40B4-BE49-F238E27FC236}">
                    <a16:creationId xmlns:a16="http://schemas.microsoft.com/office/drawing/2014/main" id="{50482915-00D1-58D0-EBCB-8B492172D5B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 flipV="1">
                <a:off x="3835" y="1912"/>
                <a:ext cx="1" cy="1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476" name="Freeform 4582">
                <a:extLst>
                  <a:ext uri="{FF2B5EF4-FFF2-40B4-BE49-F238E27FC236}">
                    <a16:creationId xmlns:a16="http://schemas.microsoft.com/office/drawing/2014/main" id="{1AEE2D8F-8FAE-DD86-7609-4EFD4C78AF6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812" y="1901"/>
                <a:ext cx="23" cy="22"/>
              </a:xfrm>
              <a:custGeom>
                <a:avLst/>
                <a:gdLst>
                  <a:gd name="T0" fmla="*/ 0 w 138"/>
                  <a:gd name="T1" fmla="*/ 0 h 132"/>
                  <a:gd name="T2" fmla="*/ 0 w 138"/>
                  <a:gd name="T3" fmla="*/ 0 h 132"/>
                  <a:gd name="T4" fmla="*/ 0 w 138"/>
                  <a:gd name="T5" fmla="*/ 0 h 132"/>
                  <a:gd name="T6" fmla="*/ 0 w 138"/>
                  <a:gd name="T7" fmla="*/ 0 h 132"/>
                  <a:gd name="T8" fmla="*/ 0 w 138"/>
                  <a:gd name="T9" fmla="*/ 0 h 132"/>
                  <a:gd name="T10" fmla="*/ 0 w 138"/>
                  <a:gd name="T11" fmla="*/ 0 h 132"/>
                  <a:gd name="T12" fmla="*/ 0 w 138"/>
                  <a:gd name="T13" fmla="*/ 0 h 132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138"/>
                  <a:gd name="T22" fmla="*/ 0 h 132"/>
                  <a:gd name="T23" fmla="*/ 138 w 138"/>
                  <a:gd name="T24" fmla="*/ 132 h 132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138" h="132">
                    <a:moveTo>
                      <a:pt x="53" y="132"/>
                    </a:moveTo>
                    <a:lnTo>
                      <a:pt x="96" y="99"/>
                    </a:lnTo>
                    <a:lnTo>
                      <a:pt x="138" y="67"/>
                    </a:lnTo>
                    <a:lnTo>
                      <a:pt x="85" y="0"/>
                    </a:lnTo>
                    <a:lnTo>
                      <a:pt x="43" y="33"/>
                    </a:lnTo>
                    <a:lnTo>
                      <a:pt x="0" y="66"/>
                    </a:lnTo>
                    <a:lnTo>
                      <a:pt x="53" y="132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477" name="Freeform 4583">
                <a:extLst>
                  <a:ext uri="{FF2B5EF4-FFF2-40B4-BE49-F238E27FC236}">
                    <a16:creationId xmlns:a16="http://schemas.microsoft.com/office/drawing/2014/main" id="{95196BF1-F100-0E3B-BBA1-0D27DBACF4E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812" y="1901"/>
                <a:ext cx="23" cy="22"/>
              </a:xfrm>
              <a:custGeom>
                <a:avLst/>
                <a:gdLst>
                  <a:gd name="T0" fmla="*/ 0 w 138"/>
                  <a:gd name="T1" fmla="*/ 0 h 132"/>
                  <a:gd name="T2" fmla="*/ 0 w 138"/>
                  <a:gd name="T3" fmla="*/ 0 h 132"/>
                  <a:gd name="T4" fmla="*/ 0 w 138"/>
                  <a:gd name="T5" fmla="*/ 0 h 132"/>
                  <a:gd name="T6" fmla="*/ 0 w 138"/>
                  <a:gd name="T7" fmla="*/ 0 h 132"/>
                  <a:gd name="T8" fmla="*/ 0 w 138"/>
                  <a:gd name="T9" fmla="*/ 0 h 132"/>
                  <a:gd name="T10" fmla="*/ 0 w 138"/>
                  <a:gd name="T11" fmla="*/ 0 h 132"/>
                  <a:gd name="T12" fmla="*/ 0 w 138"/>
                  <a:gd name="T13" fmla="*/ 0 h 132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138"/>
                  <a:gd name="T22" fmla="*/ 0 h 132"/>
                  <a:gd name="T23" fmla="*/ 138 w 138"/>
                  <a:gd name="T24" fmla="*/ 132 h 132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138" h="132">
                    <a:moveTo>
                      <a:pt x="53" y="132"/>
                    </a:moveTo>
                    <a:lnTo>
                      <a:pt x="96" y="99"/>
                    </a:lnTo>
                    <a:lnTo>
                      <a:pt x="138" y="67"/>
                    </a:lnTo>
                    <a:lnTo>
                      <a:pt x="85" y="0"/>
                    </a:lnTo>
                    <a:lnTo>
                      <a:pt x="43" y="33"/>
                    </a:lnTo>
                    <a:lnTo>
                      <a:pt x="0" y="66"/>
                    </a:lnTo>
                    <a:lnTo>
                      <a:pt x="53" y="132"/>
                    </a:lnTo>
                    <a:close/>
                  </a:path>
                </a:pathLst>
              </a:cu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478" name="Freeform 4584">
                <a:extLst>
                  <a:ext uri="{FF2B5EF4-FFF2-40B4-BE49-F238E27FC236}">
                    <a16:creationId xmlns:a16="http://schemas.microsoft.com/office/drawing/2014/main" id="{AE6C5450-EFC4-C80F-45CE-64712743145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819" y="1900"/>
                <a:ext cx="7" cy="6"/>
              </a:xfrm>
              <a:custGeom>
                <a:avLst/>
                <a:gdLst>
                  <a:gd name="T0" fmla="*/ 0 w 42"/>
                  <a:gd name="T1" fmla="*/ 0 h 37"/>
                  <a:gd name="T2" fmla="*/ 0 w 42"/>
                  <a:gd name="T3" fmla="*/ 0 h 37"/>
                  <a:gd name="T4" fmla="*/ 0 w 42"/>
                  <a:gd name="T5" fmla="*/ 0 h 37"/>
                  <a:gd name="T6" fmla="*/ 0 w 42"/>
                  <a:gd name="T7" fmla="*/ 0 h 37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42"/>
                  <a:gd name="T13" fmla="*/ 0 h 37"/>
                  <a:gd name="T14" fmla="*/ 42 w 42"/>
                  <a:gd name="T15" fmla="*/ 37 h 37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42" h="37">
                    <a:moveTo>
                      <a:pt x="0" y="37"/>
                    </a:moveTo>
                    <a:lnTo>
                      <a:pt x="42" y="4"/>
                    </a:lnTo>
                    <a:lnTo>
                      <a:pt x="38" y="0"/>
                    </a:lnTo>
                    <a:lnTo>
                      <a:pt x="0" y="37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479" name="Line 4585">
                <a:extLst>
                  <a:ext uri="{FF2B5EF4-FFF2-40B4-BE49-F238E27FC236}">
                    <a16:creationId xmlns:a16="http://schemas.microsoft.com/office/drawing/2014/main" id="{6505B544-1749-6A00-C3E1-867A074B602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 flipV="1">
                <a:off x="3825" y="1900"/>
                <a:ext cx="1" cy="1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480" name="Freeform 4586">
                <a:extLst>
                  <a:ext uri="{FF2B5EF4-FFF2-40B4-BE49-F238E27FC236}">
                    <a16:creationId xmlns:a16="http://schemas.microsoft.com/office/drawing/2014/main" id="{456B07C9-325D-1E11-071E-E45879BECEB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803" y="1890"/>
                <a:ext cx="22" cy="22"/>
              </a:xfrm>
              <a:custGeom>
                <a:avLst/>
                <a:gdLst>
                  <a:gd name="T0" fmla="*/ 0 w 137"/>
                  <a:gd name="T1" fmla="*/ 0 h 136"/>
                  <a:gd name="T2" fmla="*/ 0 w 137"/>
                  <a:gd name="T3" fmla="*/ 0 h 136"/>
                  <a:gd name="T4" fmla="*/ 0 w 137"/>
                  <a:gd name="T5" fmla="*/ 0 h 136"/>
                  <a:gd name="T6" fmla="*/ 0 w 137"/>
                  <a:gd name="T7" fmla="*/ 0 h 136"/>
                  <a:gd name="T8" fmla="*/ 0 w 137"/>
                  <a:gd name="T9" fmla="*/ 0 h 136"/>
                  <a:gd name="T10" fmla="*/ 0 w 137"/>
                  <a:gd name="T11" fmla="*/ 0 h 136"/>
                  <a:gd name="T12" fmla="*/ 0 w 137"/>
                  <a:gd name="T13" fmla="*/ 0 h 1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137"/>
                  <a:gd name="T22" fmla="*/ 0 h 136"/>
                  <a:gd name="T23" fmla="*/ 137 w 137"/>
                  <a:gd name="T24" fmla="*/ 136 h 13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137" h="136">
                    <a:moveTo>
                      <a:pt x="61" y="136"/>
                    </a:moveTo>
                    <a:lnTo>
                      <a:pt x="99" y="99"/>
                    </a:lnTo>
                    <a:lnTo>
                      <a:pt x="137" y="62"/>
                    </a:lnTo>
                    <a:lnTo>
                      <a:pt x="76" y="0"/>
                    </a:lnTo>
                    <a:lnTo>
                      <a:pt x="38" y="37"/>
                    </a:lnTo>
                    <a:lnTo>
                      <a:pt x="0" y="74"/>
                    </a:lnTo>
                    <a:lnTo>
                      <a:pt x="61" y="136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481" name="Freeform 4587">
                <a:extLst>
                  <a:ext uri="{FF2B5EF4-FFF2-40B4-BE49-F238E27FC236}">
                    <a16:creationId xmlns:a16="http://schemas.microsoft.com/office/drawing/2014/main" id="{CA265313-96C9-5138-EA0D-38BA3C3E060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803" y="1890"/>
                <a:ext cx="22" cy="22"/>
              </a:xfrm>
              <a:custGeom>
                <a:avLst/>
                <a:gdLst>
                  <a:gd name="T0" fmla="*/ 0 w 137"/>
                  <a:gd name="T1" fmla="*/ 0 h 136"/>
                  <a:gd name="T2" fmla="*/ 0 w 137"/>
                  <a:gd name="T3" fmla="*/ 0 h 136"/>
                  <a:gd name="T4" fmla="*/ 0 w 137"/>
                  <a:gd name="T5" fmla="*/ 0 h 136"/>
                  <a:gd name="T6" fmla="*/ 0 w 137"/>
                  <a:gd name="T7" fmla="*/ 0 h 136"/>
                  <a:gd name="T8" fmla="*/ 0 w 137"/>
                  <a:gd name="T9" fmla="*/ 0 h 136"/>
                  <a:gd name="T10" fmla="*/ 0 w 137"/>
                  <a:gd name="T11" fmla="*/ 0 h 136"/>
                  <a:gd name="T12" fmla="*/ 0 w 137"/>
                  <a:gd name="T13" fmla="*/ 0 h 1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137"/>
                  <a:gd name="T22" fmla="*/ 0 h 136"/>
                  <a:gd name="T23" fmla="*/ 137 w 137"/>
                  <a:gd name="T24" fmla="*/ 136 h 13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137" h="136">
                    <a:moveTo>
                      <a:pt x="61" y="136"/>
                    </a:moveTo>
                    <a:lnTo>
                      <a:pt x="99" y="99"/>
                    </a:lnTo>
                    <a:lnTo>
                      <a:pt x="137" y="62"/>
                    </a:lnTo>
                    <a:lnTo>
                      <a:pt x="76" y="0"/>
                    </a:lnTo>
                    <a:lnTo>
                      <a:pt x="38" y="37"/>
                    </a:lnTo>
                    <a:lnTo>
                      <a:pt x="0" y="74"/>
                    </a:lnTo>
                    <a:lnTo>
                      <a:pt x="61" y="136"/>
                    </a:lnTo>
                    <a:close/>
                  </a:path>
                </a:pathLst>
              </a:cu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482" name="Freeform 4588">
                <a:extLst>
                  <a:ext uri="{FF2B5EF4-FFF2-40B4-BE49-F238E27FC236}">
                    <a16:creationId xmlns:a16="http://schemas.microsoft.com/office/drawing/2014/main" id="{A1FD4EDB-8FF2-93F8-9383-9A9E9A7C6BD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809" y="1889"/>
                <a:ext cx="6" cy="7"/>
              </a:xfrm>
              <a:custGeom>
                <a:avLst/>
                <a:gdLst>
                  <a:gd name="T0" fmla="*/ 0 w 38"/>
                  <a:gd name="T1" fmla="*/ 0 h 42"/>
                  <a:gd name="T2" fmla="*/ 0 w 38"/>
                  <a:gd name="T3" fmla="*/ 0 h 42"/>
                  <a:gd name="T4" fmla="*/ 0 w 38"/>
                  <a:gd name="T5" fmla="*/ 0 h 42"/>
                  <a:gd name="T6" fmla="*/ 0 w 38"/>
                  <a:gd name="T7" fmla="*/ 0 h 42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38"/>
                  <a:gd name="T13" fmla="*/ 0 h 42"/>
                  <a:gd name="T14" fmla="*/ 38 w 38"/>
                  <a:gd name="T15" fmla="*/ 42 h 42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38" h="42">
                    <a:moveTo>
                      <a:pt x="0" y="42"/>
                    </a:moveTo>
                    <a:lnTo>
                      <a:pt x="38" y="5"/>
                    </a:lnTo>
                    <a:lnTo>
                      <a:pt x="33" y="0"/>
                    </a:lnTo>
                    <a:lnTo>
                      <a:pt x="0" y="42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483" name="Line 4589">
                <a:extLst>
                  <a:ext uri="{FF2B5EF4-FFF2-40B4-BE49-F238E27FC236}">
                    <a16:creationId xmlns:a16="http://schemas.microsoft.com/office/drawing/2014/main" id="{60D21DB2-45B1-D715-50AC-F9F4366D686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 flipV="1">
                <a:off x="3815" y="1889"/>
                <a:ext cx="1" cy="1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484" name="Freeform 4590">
                <a:extLst>
                  <a:ext uri="{FF2B5EF4-FFF2-40B4-BE49-F238E27FC236}">
                    <a16:creationId xmlns:a16="http://schemas.microsoft.com/office/drawing/2014/main" id="{BE9B4EF2-69FA-823B-A701-2389D09D58A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792" y="1880"/>
                <a:ext cx="23" cy="23"/>
              </a:xfrm>
              <a:custGeom>
                <a:avLst/>
                <a:gdLst>
                  <a:gd name="T0" fmla="*/ 0 w 132"/>
                  <a:gd name="T1" fmla="*/ 0 h 137"/>
                  <a:gd name="T2" fmla="*/ 0 w 132"/>
                  <a:gd name="T3" fmla="*/ 0 h 137"/>
                  <a:gd name="T4" fmla="*/ 0 w 132"/>
                  <a:gd name="T5" fmla="*/ 0 h 137"/>
                  <a:gd name="T6" fmla="*/ 0 w 132"/>
                  <a:gd name="T7" fmla="*/ 0 h 137"/>
                  <a:gd name="T8" fmla="*/ 0 w 132"/>
                  <a:gd name="T9" fmla="*/ 0 h 137"/>
                  <a:gd name="T10" fmla="*/ 0 w 132"/>
                  <a:gd name="T11" fmla="*/ 0 h 137"/>
                  <a:gd name="T12" fmla="*/ 0 w 132"/>
                  <a:gd name="T13" fmla="*/ 0 h 137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132"/>
                  <a:gd name="T22" fmla="*/ 0 h 137"/>
                  <a:gd name="T23" fmla="*/ 132 w 132"/>
                  <a:gd name="T24" fmla="*/ 137 h 137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132" h="137">
                    <a:moveTo>
                      <a:pt x="67" y="137"/>
                    </a:moveTo>
                    <a:lnTo>
                      <a:pt x="99" y="94"/>
                    </a:lnTo>
                    <a:lnTo>
                      <a:pt x="132" y="52"/>
                    </a:lnTo>
                    <a:lnTo>
                      <a:pt x="65" y="0"/>
                    </a:lnTo>
                    <a:lnTo>
                      <a:pt x="33" y="42"/>
                    </a:lnTo>
                    <a:lnTo>
                      <a:pt x="0" y="85"/>
                    </a:lnTo>
                    <a:lnTo>
                      <a:pt x="67" y="137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485" name="Freeform 4591">
                <a:extLst>
                  <a:ext uri="{FF2B5EF4-FFF2-40B4-BE49-F238E27FC236}">
                    <a16:creationId xmlns:a16="http://schemas.microsoft.com/office/drawing/2014/main" id="{0D60E084-9B84-CAA3-2EA3-68A94A00152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792" y="1880"/>
                <a:ext cx="23" cy="23"/>
              </a:xfrm>
              <a:custGeom>
                <a:avLst/>
                <a:gdLst>
                  <a:gd name="T0" fmla="*/ 0 w 132"/>
                  <a:gd name="T1" fmla="*/ 0 h 137"/>
                  <a:gd name="T2" fmla="*/ 0 w 132"/>
                  <a:gd name="T3" fmla="*/ 0 h 137"/>
                  <a:gd name="T4" fmla="*/ 0 w 132"/>
                  <a:gd name="T5" fmla="*/ 0 h 137"/>
                  <a:gd name="T6" fmla="*/ 0 w 132"/>
                  <a:gd name="T7" fmla="*/ 0 h 137"/>
                  <a:gd name="T8" fmla="*/ 0 w 132"/>
                  <a:gd name="T9" fmla="*/ 0 h 137"/>
                  <a:gd name="T10" fmla="*/ 0 w 132"/>
                  <a:gd name="T11" fmla="*/ 0 h 137"/>
                  <a:gd name="T12" fmla="*/ 0 w 132"/>
                  <a:gd name="T13" fmla="*/ 0 h 137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132"/>
                  <a:gd name="T22" fmla="*/ 0 h 137"/>
                  <a:gd name="T23" fmla="*/ 132 w 132"/>
                  <a:gd name="T24" fmla="*/ 137 h 137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132" h="137">
                    <a:moveTo>
                      <a:pt x="67" y="137"/>
                    </a:moveTo>
                    <a:lnTo>
                      <a:pt x="99" y="94"/>
                    </a:lnTo>
                    <a:lnTo>
                      <a:pt x="132" y="52"/>
                    </a:lnTo>
                    <a:lnTo>
                      <a:pt x="65" y="0"/>
                    </a:lnTo>
                    <a:lnTo>
                      <a:pt x="33" y="42"/>
                    </a:lnTo>
                    <a:lnTo>
                      <a:pt x="0" y="85"/>
                    </a:lnTo>
                    <a:lnTo>
                      <a:pt x="67" y="137"/>
                    </a:lnTo>
                    <a:close/>
                  </a:path>
                </a:pathLst>
              </a:cu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486" name="Freeform 4592">
                <a:extLst>
                  <a:ext uri="{FF2B5EF4-FFF2-40B4-BE49-F238E27FC236}">
                    <a16:creationId xmlns:a16="http://schemas.microsoft.com/office/drawing/2014/main" id="{F142F7A9-6FA0-AC17-A9C5-C4DBC14161F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798" y="1880"/>
                <a:ext cx="5" cy="7"/>
              </a:xfrm>
              <a:custGeom>
                <a:avLst/>
                <a:gdLst>
                  <a:gd name="T0" fmla="*/ 0 w 32"/>
                  <a:gd name="T1" fmla="*/ 0 h 45"/>
                  <a:gd name="T2" fmla="*/ 0 w 32"/>
                  <a:gd name="T3" fmla="*/ 0 h 45"/>
                  <a:gd name="T4" fmla="*/ 0 w 32"/>
                  <a:gd name="T5" fmla="*/ 0 h 45"/>
                  <a:gd name="T6" fmla="*/ 0 w 32"/>
                  <a:gd name="T7" fmla="*/ 0 h 45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32"/>
                  <a:gd name="T13" fmla="*/ 0 h 45"/>
                  <a:gd name="T14" fmla="*/ 32 w 32"/>
                  <a:gd name="T15" fmla="*/ 45 h 45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32" h="45">
                    <a:moveTo>
                      <a:pt x="0" y="45"/>
                    </a:moveTo>
                    <a:lnTo>
                      <a:pt x="32" y="3"/>
                    </a:lnTo>
                    <a:lnTo>
                      <a:pt x="27" y="0"/>
                    </a:lnTo>
                    <a:lnTo>
                      <a:pt x="0" y="45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487" name="Line 4593">
                <a:extLst>
                  <a:ext uri="{FF2B5EF4-FFF2-40B4-BE49-F238E27FC236}">
                    <a16:creationId xmlns:a16="http://schemas.microsoft.com/office/drawing/2014/main" id="{8B6DBB18-F19B-B627-4B54-2184BF4E88C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 flipV="1">
                <a:off x="3803" y="1880"/>
                <a:ext cx="1" cy="1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488" name="Freeform 4594">
                <a:extLst>
                  <a:ext uri="{FF2B5EF4-FFF2-40B4-BE49-F238E27FC236}">
                    <a16:creationId xmlns:a16="http://schemas.microsoft.com/office/drawing/2014/main" id="{A2E16F93-33BA-6EBA-9AB9-C09171E676D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781" y="1872"/>
                <a:ext cx="22" cy="23"/>
              </a:xfrm>
              <a:custGeom>
                <a:avLst/>
                <a:gdLst>
                  <a:gd name="T0" fmla="*/ 0 w 128"/>
                  <a:gd name="T1" fmla="*/ 0 h 136"/>
                  <a:gd name="T2" fmla="*/ 0 w 128"/>
                  <a:gd name="T3" fmla="*/ 0 h 136"/>
                  <a:gd name="T4" fmla="*/ 0 w 128"/>
                  <a:gd name="T5" fmla="*/ 0 h 136"/>
                  <a:gd name="T6" fmla="*/ 0 w 128"/>
                  <a:gd name="T7" fmla="*/ 0 h 136"/>
                  <a:gd name="T8" fmla="*/ 0 w 128"/>
                  <a:gd name="T9" fmla="*/ 0 h 136"/>
                  <a:gd name="T10" fmla="*/ 0 w 128"/>
                  <a:gd name="T11" fmla="*/ 0 h 136"/>
                  <a:gd name="T12" fmla="*/ 0 w 128"/>
                  <a:gd name="T13" fmla="*/ 0 h 1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128"/>
                  <a:gd name="T22" fmla="*/ 0 h 136"/>
                  <a:gd name="T23" fmla="*/ 128 w 128"/>
                  <a:gd name="T24" fmla="*/ 136 h 13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128" h="136">
                    <a:moveTo>
                      <a:pt x="73" y="136"/>
                    </a:moveTo>
                    <a:lnTo>
                      <a:pt x="101" y="90"/>
                    </a:lnTo>
                    <a:lnTo>
                      <a:pt x="128" y="45"/>
                    </a:lnTo>
                    <a:lnTo>
                      <a:pt x="55" y="0"/>
                    </a:lnTo>
                    <a:lnTo>
                      <a:pt x="28" y="46"/>
                    </a:lnTo>
                    <a:lnTo>
                      <a:pt x="0" y="92"/>
                    </a:lnTo>
                    <a:lnTo>
                      <a:pt x="73" y="136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489" name="Freeform 4595">
                <a:extLst>
                  <a:ext uri="{FF2B5EF4-FFF2-40B4-BE49-F238E27FC236}">
                    <a16:creationId xmlns:a16="http://schemas.microsoft.com/office/drawing/2014/main" id="{D0C5B507-89FD-6FB0-F80E-5B3F7ECD70E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781" y="1872"/>
                <a:ext cx="22" cy="23"/>
              </a:xfrm>
              <a:custGeom>
                <a:avLst/>
                <a:gdLst>
                  <a:gd name="T0" fmla="*/ 0 w 128"/>
                  <a:gd name="T1" fmla="*/ 0 h 136"/>
                  <a:gd name="T2" fmla="*/ 0 w 128"/>
                  <a:gd name="T3" fmla="*/ 0 h 136"/>
                  <a:gd name="T4" fmla="*/ 0 w 128"/>
                  <a:gd name="T5" fmla="*/ 0 h 136"/>
                  <a:gd name="T6" fmla="*/ 0 w 128"/>
                  <a:gd name="T7" fmla="*/ 0 h 136"/>
                  <a:gd name="T8" fmla="*/ 0 w 128"/>
                  <a:gd name="T9" fmla="*/ 0 h 136"/>
                  <a:gd name="T10" fmla="*/ 0 w 128"/>
                  <a:gd name="T11" fmla="*/ 0 h 136"/>
                  <a:gd name="T12" fmla="*/ 0 w 128"/>
                  <a:gd name="T13" fmla="*/ 0 h 1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128"/>
                  <a:gd name="T22" fmla="*/ 0 h 136"/>
                  <a:gd name="T23" fmla="*/ 128 w 128"/>
                  <a:gd name="T24" fmla="*/ 136 h 13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128" h="136">
                    <a:moveTo>
                      <a:pt x="73" y="136"/>
                    </a:moveTo>
                    <a:lnTo>
                      <a:pt x="101" y="90"/>
                    </a:lnTo>
                    <a:lnTo>
                      <a:pt x="128" y="45"/>
                    </a:lnTo>
                    <a:lnTo>
                      <a:pt x="55" y="0"/>
                    </a:lnTo>
                    <a:lnTo>
                      <a:pt x="28" y="46"/>
                    </a:lnTo>
                    <a:lnTo>
                      <a:pt x="0" y="92"/>
                    </a:lnTo>
                    <a:lnTo>
                      <a:pt x="73" y="136"/>
                    </a:lnTo>
                    <a:close/>
                  </a:path>
                </a:pathLst>
              </a:cu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490" name="Freeform 4596">
                <a:extLst>
                  <a:ext uri="{FF2B5EF4-FFF2-40B4-BE49-F238E27FC236}">
                    <a16:creationId xmlns:a16="http://schemas.microsoft.com/office/drawing/2014/main" id="{273B5322-5980-9032-D686-B2AE9F185BA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786" y="1872"/>
                <a:ext cx="4" cy="8"/>
              </a:xfrm>
              <a:custGeom>
                <a:avLst/>
                <a:gdLst>
                  <a:gd name="T0" fmla="*/ 0 w 27"/>
                  <a:gd name="T1" fmla="*/ 0 h 49"/>
                  <a:gd name="T2" fmla="*/ 0 w 27"/>
                  <a:gd name="T3" fmla="*/ 0 h 49"/>
                  <a:gd name="T4" fmla="*/ 0 w 27"/>
                  <a:gd name="T5" fmla="*/ 0 h 49"/>
                  <a:gd name="T6" fmla="*/ 0 w 27"/>
                  <a:gd name="T7" fmla="*/ 0 h 49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27"/>
                  <a:gd name="T13" fmla="*/ 0 h 49"/>
                  <a:gd name="T14" fmla="*/ 27 w 27"/>
                  <a:gd name="T15" fmla="*/ 49 h 49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27" h="49">
                    <a:moveTo>
                      <a:pt x="0" y="49"/>
                    </a:moveTo>
                    <a:lnTo>
                      <a:pt x="27" y="3"/>
                    </a:lnTo>
                    <a:lnTo>
                      <a:pt x="22" y="0"/>
                    </a:lnTo>
                    <a:lnTo>
                      <a:pt x="0" y="49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491" name="Line 4597">
                <a:extLst>
                  <a:ext uri="{FF2B5EF4-FFF2-40B4-BE49-F238E27FC236}">
                    <a16:creationId xmlns:a16="http://schemas.microsoft.com/office/drawing/2014/main" id="{42133ACD-F3FF-C9BB-AC86-1DFEC856AFF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 flipV="1">
                <a:off x="3789" y="1872"/>
                <a:ext cx="1" cy="1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492" name="Freeform 4598">
                <a:extLst>
                  <a:ext uri="{FF2B5EF4-FFF2-40B4-BE49-F238E27FC236}">
                    <a16:creationId xmlns:a16="http://schemas.microsoft.com/office/drawing/2014/main" id="{D1A5E73B-550D-7D71-BCA3-B1CE62BC085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769" y="1866"/>
                <a:ext cx="20" cy="22"/>
              </a:xfrm>
              <a:custGeom>
                <a:avLst/>
                <a:gdLst>
                  <a:gd name="T0" fmla="*/ 0 w 123"/>
                  <a:gd name="T1" fmla="*/ 0 h 133"/>
                  <a:gd name="T2" fmla="*/ 0 w 123"/>
                  <a:gd name="T3" fmla="*/ 0 h 133"/>
                  <a:gd name="T4" fmla="*/ 0 w 123"/>
                  <a:gd name="T5" fmla="*/ 0 h 133"/>
                  <a:gd name="T6" fmla="*/ 0 w 123"/>
                  <a:gd name="T7" fmla="*/ 0 h 133"/>
                  <a:gd name="T8" fmla="*/ 0 w 123"/>
                  <a:gd name="T9" fmla="*/ 0 h 133"/>
                  <a:gd name="T10" fmla="*/ 0 w 123"/>
                  <a:gd name="T11" fmla="*/ 0 h 133"/>
                  <a:gd name="T12" fmla="*/ 0 w 123"/>
                  <a:gd name="T13" fmla="*/ 0 h 133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123"/>
                  <a:gd name="T22" fmla="*/ 0 h 133"/>
                  <a:gd name="T23" fmla="*/ 123 w 123"/>
                  <a:gd name="T24" fmla="*/ 133 h 133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123" h="133">
                    <a:moveTo>
                      <a:pt x="78" y="133"/>
                    </a:moveTo>
                    <a:lnTo>
                      <a:pt x="101" y="84"/>
                    </a:lnTo>
                    <a:lnTo>
                      <a:pt x="123" y="35"/>
                    </a:lnTo>
                    <a:lnTo>
                      <a:pt x="44" y="0"/>
                    </a:lnTo>
                    <a:lnTo>
                      <a:pt x="22" y="49"/>
                    </a:lnTo>
                    <a:lnTo>
                      <a:pt x="0" y="98"/>
                    </a:lnTo>
                    <a:lnTo>
                      <a:pt x="78" y="133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493" name="Freeform 4599">
                <a:extLst>
                  <a:ext uri="{FF2B5EF4-FFF2-40B4-BE49-F238E27FC236}">
                    <a16:creationId xmlns:a16="http://schemas.microsoft.com/office/drawing/2014/main" id="{D57FD05F-30D3-1B97-F8F3-602E4AAB23E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769" y="1866"/>
                <a:ext cx="20" cy="22"/>
              </a:xfrm>
              <a:custGeom>
                <a:avLst/>
                <a:gdLst>
                  <a:gd name="T0" fmla="*/ 0 w 123"/>
                  <a:gd name="T1" fmla="*/ 0 h 133"/>
                  <a:gd name="T2" fmla="*/ 0 w 123"/>
                  <a:gd name="T3" fmla="*/ 0 h 133"/>
                  <a:gd name="T4" fmla="*/ 0 w 123"/>
                  <a:gd name="T5" fmla="*/ 0 h 133"/>
                  <a:gd name="T6" fmla="*/ 0 w 123"/>
                  <a:gd name="T7" fmla="*/ 0 h 133"/>
                  <a:gd name="T8" fmla="*/ 0 w 123"/>
                  <a:gd name="T9" fmla="*/ 0 h 133"/>
                  <a:gd name="T10" fmla="*/ 0 w 123"/>
                  <a:gd name="T11" fmla="*/ 0 h 133"/>
                  <a:gd name="T12" fmla="*/ 0 w 123"/>
                  <a:gd name="T13" fmla="*/ 0 h 133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123"/>
                  <a:gd name="T22" fmla="*/ 0 h 133"/>
                  <a:gd name="T23" fmla="*/ 123 w 123"/>
                  <a:gd name="T24" fmla="*/ 133 h 133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123" h="133">
                    <a:moveTo>
                      <a:pt x="78" y="133"/>
                    </a:moveTo>
                    <a:lnTo>
                      <a:pt x="101" y="84"/>
                    </a:lnTo>
                    <a:lnTo>
                      <a:pt x="123" y="35"/>
                    </a:lnTo>
                    <a:lnTo>
                      <a:pt x="44" y="0"/>
                    </a:lnTo>
                    <a:lnTo>
                      <a:pt x="22" y="49"/>
                    </a:lnTo>
                    <a:lnTo>
                      <a:pt x="0" y="98"/>
                    </a:lnTo>
                    <a:lnTo>
                      <a:pt x="78" y="133"/>
                    </a:lnTo>
                    <a:close/>
                  </a:path>
                </a:pathLst>
              </a:cu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494" name="Freeform 4600">
                <a:extLst>
                  <a:ext uri="{FF2B5EF4-FFF2-40B4-BE49-F238E27FC236}">
                    <a16:creationId xmlns:a16="http://schemas.microsoft.com/office/drawing/2014/main" id="{064DDA98-BDB2-FA5E-F222-A91A85858DC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773" y="1866"/>
                <a:ext cx="3" cy="8"/>
              </a:xfrm>
              <a:custGeom>
                <a:avLst/>
                <a:gdLst>
                  <a:gd name="T0" fmla="*/ 0 w 22"/>
                  <a:gd name="T1" fmla="*/ 0 h 51"/>
                  <a:gd name="T2" fmla="*/ 0 w 22"/>
                  <a:gd name="T3" fmla="*/ 0 h 51"/>
                  <a:gd name="T4" fmla="*/ 0 w 22"/>
                  <a:gd name="T5" fmla="*/ 0 h 51"/>
                  <a:gd name="T6" fmla="*/ 0 w 22"/>
                  <a:gd name="T7" fmla="*/ 0 h 51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22"/>
                  <a:gd name="T13" fmla="*/ 0 h 51"/>
                  <a:gd name="T14" fmla="*/ 22 w 22"/>
                  <a:gd name="T15" fmla="*/ 51 h 51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22" h="51">
                    <a:moveTo>
                      <a:pt x="0" y="51"/>
                    </a:moveTo>
                    <a:lnTo>
                      <a:pt x="22" y="2"/>
                    </a:lnTo>
                    <a:lnTo>
                      <a:pt x="16" y="0"/>
                    </a:lnTo>
                    <a:lnTo>
                      <a:pt x="0" y="51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495" name="Line 4601">
                <a:extLst>
                  <a:ext uri="{FF2B5EF4-FFF2-40B4-BE49-F238E27FC236}">
                    <a16:creationId xmlns:a16="http://schemas.microsoft.com/office/drawing/2014/main" id="{9A906DB9-F011-ECC3-33CF-D80EE31F653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 flipV="1">
                <a:off x="3775" y="1866"/>
                <a:ext cx="1" cy="1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496" name="Freeform 4602">
                <a:extLst>
                  <a:ext uri="{FF2B5EF4-FFF2-40B4-BE49-F238E27FC236}">
                    <a16:creationId xmlns:a16="http://schemas.microsoft.com/office/drawing/2014/main" id="{439E6E1C-BC7C-5314-7DB0-18095ED4514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756" y="1861"/>
                <a:ext cx="19" cy="22"/>
              </a:xfrm>
              <a:custGeom>
                <a:avLst/>
                <a:gdLst>
                  <a:gd name="T0" fmla="*/ 0 w 113"/>
                  <a:gd name="T1" fmla="*/ 0 h 127"/>
                  <a:gd name="T2" fmla="*/ 0 w 113"/>
                  <a:gd name="T3" fmla="*/ 0 h 127"/>
                  <a:gd name="T4" fmla="*/ 0 w 113"/>
                  <a:gd name="T5" fmla="*/ 0 h 127"/>
                  <a:gd name="T6" fmla="*/ 0 w 113"/>
                  <a:gd name="T7" fmla="*/ 0 h 127"/>
                  <a:gd name="T8" fmla="*/ 0 w 113"/>
                  <a:gd name="T9" fmla="*/ 0 h 127"/>
                  <a:gd name="T10" fmla="*/ 0 w 113"/>
                  <a:gd name="T11" fmla="*/ 0 h 127"/>
                  <a:gd name="T12" fmla="*/ 0 w 113"/>
                  <a:gd name="T13" fmla="*/ 0 h 127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113"/>
                  <a:gd name="T22" fmla="*/ 0 h 127"/>
                  <a:gd name="T23" fmla="*/ 113 w 113"/>
                  <a:gd name="T24" fmla="*/ 127 h 127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113" h="127">
                    <a:moveTo>
                      <a:pt x="81" y="127"/>
                    </a:moveTo>
                    <a:lnTo>
                      <a:pt x="97" y="76"/>
                    </a:lnTo>
                    <a:lnTo>
                      <a:pt x="113" y="25"/>
                    </a:lnTo>
                    <a:lnTo>
                      <a:pt x="32" y="0"/>
                    </a:lnTo>
                    <a:lnTo>
                      <a:pt x="16" y="51"/>
                    </a:lnTo>
                    <a:lnTo>
                      <a:pt x="0" y="101"/>
                    </a:lnTo>
                    <a:lnTo>
                      <a:pt x="81" y="127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497" name="Freeform 4603">
                <a:extLst>
                  <a:ext uri="{FF2B5EF4-FFF2-40B4-BE49-F238E27FC236}">
                    <a16:creationId xmlns:a16="http://schemas.microsoft.com/office/drawing/2014/main" id="{669B97B8-8724-B1D0-B899-D3746B04B30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756" y="1861"/>
                <a:ext cx="19" cy="22"/>
              </a:xfrm>
              <a:custGeom>
                <a:avLst/>
                <a:gdLst>
                  <a:gd name="T0" fmla="*/ 0 w 113"/>
                  <a:gd name="T1" fmla="*/ 0 h 127"/>
                  <a:gd name="T2" fmla="*/ 0 w 113"/>
                  <a:gd name="T3" fmla="*/ 0 h 127"/>
                  <a:gd name="T4" fmla="*/ 0 w 113"/>
                  <a:gd name="T5" fmla="*/ 0 h 127"/>
                  <a:gd name="T6" fmla="*/ 0 w 113"/>
                  <a:gd name="T7" fmla="*/ 0 h 127"/>
                  <a:gd name="T8" fmla="*/ 0 w 113"/>
                  <a:gd name="T9" fmla="*/ 0 h 127"/>
                  <a:gd name="T10" fmla="*/ 0 w 113"/>
                  <a:gd name="T11" fmla="*/ 0 h 127"/>
                  <a:gd name="T12" fmla="*/ 0 w 113"/>
                  <a:gd name="T13" fmla="*/ 0 h 127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113"/>
                  <a:gd name="T22" fmla="*/ 0 h 127"/>
                  <a:gd name="T23" fmla="*/ 113 w 113"/>
                  <a:gd name="T24" fmla="*/ 127 h 127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113" h="127">
                    <a:moveTo>
                      <a:pt x="81" y="127"/>
                    </a:moveTo>
                    <a:lnTo>
                      <a:pt x="97" y="76"/>
                    </a:lnTo>
                    <a:lnTo>
                      <a:pt x="113" y="25"/>
                    </a:lnTo>
                    <a:lnTo>
                      <a:pt x="32" y="0"/>
                    </a:lnTo>
                    <a:lnTo>
                      <a:pt x="16" y="51"/>
                    </a:lnTo>
                    <a:lnTo>
                      <a:pt x="0" y="101"/>
                    </a:lnTo>
                    <a:lnTo>
                      <a:pt x="81" y="127"/>
                    </a:lnTo>
                    <a:close/>
                  </a:path>
                </a:pathLst>
              </a:cu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498" name="Freeform 4604">
                <a:extLst>
                  <a:ext uri="{FF2B5EF4-FFF2-40B4-BE49-F238E27FC236}">
                    <a16:creationId xmlns:a16="http://schemas.microsoft.com/office/drawing/2014/main" id="{E5F9B7CB-0938-C0DB-25D5-EDF43203260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759" y="1861"/>
                <a:ext cx="3" cy="9"/>
              </a:xfrm>
              <a:custGeom>
                <a:avLst/>
                <a:gdLst>
                  <a:gd name="T0" fmla="*/ 0 w 16"/>
                  <a:gd name="T1" fmla="*/ 0 h 53"/>
                  <a:gd name="T2" fmla="*/ 0 w 16"/>
                  <a:gd name="T3" fmla="*/ 0 h 53"/>
                  <a:gd name="T4" fmla="*/ 0 w 16"/>
                  <a:gd name="T5" fmla="*/ 0 h 53"/>
                  <a:gd name="T6" fmla="*/ 0 w 16"/>
                  <a:gd name="T7" fmla="*/ 0 h 53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16"/>
                  <a:gd name="T13" fmla="*/ 0 h 53"/>
                  <a:gd name="T14" fmla="*/ 16 w 16"/>
                  <a:gd name="T15" fmla="*/ 53 h 53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16" h="53">
                    <a:moveTo>
                      <a:pt x="0" y="53"/>
                    </a:moveTo>
                    <a:lnTo>
                      <a:pt x="16" y="2"/>
                    </a:lnTo>
                    <a:lnTo>
                      <a:pt x="9" y="0"/>
                    </a:lnTo>
                    <a:lnTo>
                      <a:pt x="0" y="53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499" name="Line 4605">
                <a:extLst>
                  <a:ext uri="{FF2B5EF4-FFF2-40B4-BE49-F238E27FC236}">
                    <a16:creationId xmlns:a16="http://schemas.microsoft.com/office/drawing/2014/main" id="{C2AFC1D6-BCE7-4C66-4351-6524BFA8973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 flipV="1">
                <a:off x="3761" y="1861"/>
                <a:ext cx="1" cy="1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500" name="Freeform 4606">
                <a:extLst>
                  <a:ext uri="{FF2B5EF4-FFF2-40B4-BE49-F238E27FC236}">
                    <a16:creationId xmlns:a16="http://schemas.microsoft.com/office/drawing/2014/main" id="{7C58BF5B-ACE4-4110-CE29-E70EFA43CF2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743" y="1858"/>
                <a:ext cx="18" cy="21"/>
              </a:xfrm>
              <a:custGeom>
                <a:avLst/>
                <a:gdLst>
                  <a:gd name="T0" fmla="*/ 0 w 104"/>
                  <a:gd name="T1" fmla="*/ 0 h 122"/>
                  <a:gd name="T2" fmla="*/ 0 w 104"/>
                  <a:gd name="T3" fmla="*/ 0 h 122"/>
                  <a:gd name="T4" fmla="*/ 0 w 104"/>
                  <a:gd name="T5" fmla="*/ 0 h 122"/>
                  <a:gd name="T6" fmla="*/ 0 w 104"/>
                  <a:gd name="T7" fmla="*/ 0 h 122"/>
                  <a:gd name="T8" fmla="*/ 0 w 104"/>
                  <a:gd name="T9" fmla="*/ 0 h 122"/>
                  <a:gd name="T10" fmla="*/ 0 w 104"/>
                  <a:gd name="T11" fmla="*/ 0 h 122"/>
                  <a:gd name="T12" fmla="*/ 0 w 104"/>
                  <a:gd name="T13" fmla="*/ 0 h 122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104"/>
                  <a:gd name="T22" fmla="*/ 0 h 122"/>
                  <a:gd name="T23" fmla="*/ 104 w 104"/>
                  <a:gd name="T24" fmla="*/ 122 h 122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104" h="122">
                    <a:moveTo>
                      <a:pt x="85" y="122"/>
                    </a:moveTo>
                    <a:lnTo>
                      <a:pt x="95" y="69"/>
                    </a:lnTo>
                    <a:lnTo>
                      <a:pt x="104" y="16"/>
                    </a:lnTo>
                    <a:lnTo>
                      <a:pt x="20" y="0"/>
                    </a:lnTo>
                    <a:lnTo>
                      <a:pt x="10" y="53"/>
                    </a:lnTo>
                    <a:lnTo>
                      <a:pt x="0" y="106"/>
                    </a:lnTo>
                    <a:lnTo>
                      <a:pt x="85" y="122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501" name="Freeform 4607">
                <a:extLst>
                  <a:ext uri="{FF2B5EF4-FFF2-40B4-BE49-F238E27FC236}">
                    <a16:creationId xmlns:a16="http://schemas.microsoft.com/office/drawing/2014/main" id="{1754F257-B1DC-77D7-1720-1E9E9265F16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743" y="1858"/>
                <a:ext cx="18" cy="21"/>
              </a:xfrm>
              <a:custGeom>
                <a:avLst/>
                <a:gdLst>
                  <a:gd name="T0" fmla="*/ 0 w 104"/>
                  <a:gd name="T1" fmla="*/ 0 h 122"/>
                  <a:gd name="T2" fmla="*/ 0 w 104"/>
                  <a:gd name="T3" fmla="*/ 0 h 122"/>
                  <a:gd name="T4" fmla="*/ 0 w 104"/>
                  <a:gd name="T5" fmla="*/ 0 h 122"/>
                  <a:gd name="T6" fmla="*/ 0 w 104"/>
                  <a:gd name="T7" fmla="*/ 0 h 122"/>
                  <a:gd name="T8" fmla="*/ 0 w 104"/>
                  <a:gd name="T9" fmla="*/ 0 h 122"/>
                  <a:gd name="T10" fmla="*/ 0 w 104"/>
                  <a:gd name="T11" fmla="*/ 0 h 122"/>
                  <a:gd name="T12" fmla="*/ 0 w 104"/>
                  <a:gd name="T13" fmla="*/ 0 h 122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104"/>
                  <a:gd name="T22" fmla="*/ 0 h 122"/>
                  <a:gd name="T23" fmla="*/ 104 w 104"/>
                  <a:gd name="T24" fmla="*/ 122 h 122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104" h="122">
                    <a:moveTo>
                      <a:pt x="85" y="122"/>
                    </a:moveTo>
                    <a:lnTo>
                      <a:pt x="95" y="69"/>
                    </a:lnTo>
                    <a:lnTo>
                      <a:pt x="104" y="16"/>
                    </a:lnTo>
                    <a:lnTo>
                      <a:pt x="20" y="0"/>
                    </a:lnTo>
                    <a:lnTo>
                      <a:pt x="10" y="53"/>
                    </a:lnTo>
                    <a:lnTo>
                      <a:pt x="0" y="106"/>
                    </a:lnTo>
                    <a:lnTo>
                      <a:pt x="85" y="122"/>
                    </a:lnTo>
                    <a:close/>
                  </a:path>
                </a:pathLst>
              </a:cu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502" name="Freeform 4608">
                <a:extLst>
                  <a:ext uri="{FF2B5EF4-FFF2-40B4-BE49-F238E27FC236}">
                    <a16:creationId xmlns:a16="http://schemas.microsoft.com/office/drawing/2014/main" id="{09BA352E-059C-F4F9-661A-244B10E5DE1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745" y="1858"/>
                <a:ext cx="2" cy="9"/>
              </a:xfrm>
              <a:custGeom>
                <a:avLst/>
                <a:gdLst>
                  <a:gd name="T0" fmla="*/ 0 w 10"/>
                  <a:gd name="T1" fmla="*/ 0 h 53"/>
                  <a:gd name="T2" fmla="*/ 0 w 10"/>
                  <a:gd name="T3" fmla="*/ 0 h 53"/>
                  <a:gd name="T4" fmla="*/ 0 w 10"/>
                  <a:gd name="T5" fmla="*/ 0 h 53"/>
                  <a:gd name="T6" fmla="*/ 0 w 10"/>
                  <a:gd name="T7" fmla="*/ 0 h 53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10"/>
                  <a:gd name="T13" fmla="*/ 0 h 53"/>
                  <a:gd name="T14" fmla="*/ 10 w 10"/>
                  <a:gd name="T15" fmla="*/ 53 h 53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10" h="53">
                    <a:moveTo>
                      <a:pt x="0" y="53"/>
                    </a:moveTo>
                    <a:lnTo>
                      <a:pt x="10" y="0"/>
                    </a:lnTo>
                    <a:lnTo>
                      <a:pt x="3" y="0"/>
                    </a:lnTo>
                    <a:lnTo>
                      <a:pt x="0" y="53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503" name="Line 4609">
                <a:extLst>
                  <a:ext uri="{FF2B5EF4-FFF2-40B4-BE49-F238E27FC236}">
                    <a16:creationId xmlns:a16="http://schemas.microsoft.com/office/drawing/2014/main" id="{380532C8-5859-42DD-8DAF-10D18514632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3746" y="1858"/>
                <a:ext cx="1" cy="1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504" name="Freeform 4610">
                <a:extLst>
                  <a:ext uri="{FF2B5EF4-FFF2-40B4-BE49-F238E27FC236}">
                    <a16:creationId xmlns:a16="http://schemas.microsoft.com/office/drawing/2014/main" id="{6AC87EC6-C947-C949-09E4-59B2E9DF552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730" y="1858"/>
                <a:ext cx="16" cy="18"/>
              </a:xfrm>
              <a:custGeom>
                <a:avLst/>
                <a:gdLst>
                  <a:gd name="T0" fmla="*/ 0 w 91"/>
                  <a:gd name="T1" fmla="*/ 0 h 111"/>
                  <a:gd name="T2" fmla="*/ 0 w 91"/>
                  <a:gd name="T3" fmla="*/ 0 h 111"/>
                  <a:gd name="T4" fmla="*/ 0 w 91"/>
                  <a:gd name="T5" fmla="*/ 0 h 111"/>
                  <a:gd name="T6" fmla="*/ 0 w 91"/>
                  <a:gd name="T7" fmla="*/ 0 h 111"/>
                  <a:gd name="T8" fmla="*/ 0 w 91"/>
                  <a:gd name="T9" fmla="*/ 0 h 111"/>
                  <a:gd name="T10" fmla="*/ 0 w 91"/>
                  <a:gd name="T11" fmla="*/ 0 h 111"/>
                  <a:gd name="T12" fmla="*/ 0 w 91"/>
                  <a:gd name="T13" fmla="*/ 0 h 111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91"/>
                  <a:gd name="T22" fmla="*/ 0 h 111"/>
                  <a:gd name="T23" fmla="*/ 91 w 91"/>
                  <a:gd name="T24" fmla="*/ 111 h 111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91" h="111">
                    <a:moveTo>
                      <a:pt x="85" y="111"/>
                    </a:moveTo>
                    <a:lnTo>
                      <a:pt x="88" y="58"/>
                    </a:lnTo>
                    <a:lnTo>
                      <a:pt x="91" y="5"/>
                    </a:lnTo>
                    <a:lnTo>
                      <a:pt x="6" y="0"/>
                    </a:lnTo>
                    <a:lnTo>
                      <a:pt x="3" y="52"/>
                    </a:lnTo>
                    <a:lnTo>
                      <a:pt x="0" y="105"/>
                    </a:lnTo>
                    <a:lnTo>
                      <a:pt x="85" y="111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505" name="Freeform 4611">
                <a:extLst>
                  <a:ext uri="{FF2B5EF4-FFF2-40B4-BE49-F238E27FC236}">
                    <a16:creationId xmlns:a16="http://schemas.microsoft.com/office/drawing/2014/main" id="{5FA038F8-0C49-B2CF-726E-27FE0638060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730" y="1858"/>
                <a:ext cx="16" cy="18"/>
              </a:xfrm>
              <a:custGeom>
                <a:avLst/>
                <a:gdLst>
                  <a:gd name="T0" fmla="*/ 0 w 91"/>
                  <a:gd name="T1" fmla="*/ 0 h 111"/>
                  <a:gd name="T2" fmla="*/ 0 w 91"/>
                  <a:gd name="T3" fmla="*/ 0 h 111"/>
                  <a:gd name="T4" fmla="*/ 0 w 91"/>
                  <a:gd name="T5" fmla="*/ 0 h 111"/>
                  <a:gd name="T6" fmla="*/ 0 w 91"/>
                  <a:gd name="T7" fmla="*/ 0 h 111"/>
                  <a:gd name="T8" fmla="*/ 0 w 91"/>
                  <a:gd name="T9" fmla="*/ 0 h 111"/>
                  <a:gd name="T10" fmla="*/ 0 w 91"/>
                  <a:gd name="T11" fmla="*/ 0 h 111"/>
                  <a:gd name="T12" fmla="*/ 0 w 91"/>
                  <a:gd name="T13" fmla="*/ 0 h 111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91"/>
                  <a:gd name="T22" fmla="*/ 0 h 111"/>
                  <a:gd name="T23" fmla="*/ 91 w 91"/>
                  <a:gd name="T24" fmla="*/ 111 h 111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91" h="111">
                    <a:moveTo>
                      <a:pt x="85" y="111"/>
                    </a:moveTo>
                    <a:lnTo>
                      <a:pt x="88" y="58"/>
                    </a:lnTo>
                    <a:lnTo>
                      <a:pt x="91" y="5"/>
                    </a:lnTo>
                    <a:lnTo>
                      <a:pt x="6" y="0"/>
                    </a:lnTo>
                    <a:lnTo>
                      <a:pt x="3" y="52"/>
                    </a:lnTo>
                    <a:lnTo>
                      <a:pt x="0" y="105"/>
                    </a:lnTo>
                    <a:lnTo>
                      <a:pt x="85" y="111"/>
                    </a:lnTo>
                    <a:close/>
                  </a:path>
                </a:pathLst>
              </a:cu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506" name="Freeform 4612">
                <a:extLst>
                  <a:ext uri="{FF2B5EF4-FFF2-40B4-BE49-F238E27FC236}">
                    <a16:creationId xmlns:a16="http://schemas.microsoft.com/office/drawing/2014/main" id="{E8A7434C-1980-77D4-7D27-2573D7E7DA2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730" y="1858"/>
                <a:ext cx="1" cy="8"/>
              </a:xfrm>
              <a:custGeom>
                <a:avLst/>
                <a:gdLst>
                  <a:gd name="T0" fmla="*/ 0 w 6"/>
                  <a:gd name="T1" fmla="*/ 0 h 52"/>
                  <a:gd name="T2" fmla="*/ 0 w 6"/>
                  <a:gd name="T3" fmla="*/ 0 h 52"/>
                  <a:gd name="T4" fmla="*/ 0 w 6"/>
                  <a:gd name="T5" fmla="*/ 0 h 52"/>
                  <a:gd name="T6" fmla="*/ 0 w 6"/>
                  <a:gd name="T7" fmla="*/ 0 h 52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6"/>
                  <a:gd name="T13" fmla="*/ 0 h 52"/>
                  <a:gd name="T14" fmla="*/ 6 w 6"/>
                  <a:gd name="T15" fmla="*/ 52 h 52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6" h="52">
                    <a:moveTo>
                      <a:pt x="3" y="52"/>
                    </a:moveTo>
                    <a:lnTo>
                      <a:pt x="6" y="0"/>
                    </a:lnTo>
                    <a:lnTo>
                      <a:pt x="0" y="0"/>
                    </a:lnTo>
                    <a:lnTo>
                      <a:pt x="3" y="52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507" name="Line 4613">
                <a:extLst>
                  <a:ext uri="{FF2B5EF4-FFF2-40B4-BE49-F238E27FC236}">
                    <a16:creationId xmlns:a16="http://schemas.microsoft.com/office/drawing/2014/main" id="{AF360F9F-D965-3B0C-727E-60815B1E626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3730" y="1858"/>
                <a:ext cx="1" cy="1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508" name="Freeform 4614">
                <a:extLst>
                  <a:ext uri="{FF2B5EF4-FFF2-40B4-BE49-F238E27FC236}">
                    <a16:creationId xmlns:a16="http://schemas.microsoft.com/office/drawing/2014/main" id="{3AAE7289-D6C7-E44D-F78C-27388EBCEDD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716" y="1858"/>
                <a:ext cx="15" cy="18"/>
              </a:xfrm>
              <a:custGeom>
                <a:avLst/>
                <a:gdLst>
                  <a:gd name="T0" fmla="*/ 0 w 92"/>
                  <a:gd name="T1" fmla="*/ 0 h 111"/>
                  <a:gd name="T2" fmla="*/ 0 w 92"/>
                  <a:gd name="T3" fmla="*/ 0 h 111"/>
                  <a:gd name="T4" fmla="*/ 0 w 92"/>
                  <a:gd name="T5" fmla="*/ 0 h 111"/>
                  <a:gd name="T6" fmla="*/ 0 w 92"/>
                  <a:gd name="T7" fmla="*/ 0 h 111"/>
                  <a:gd name="T8" fmla="*/ 0 w 92"/>
                  <a:gd name="T9" fmla="*/ 0 h 111"/>
                  <a:gd name="T10" fmla="*/ 0 w 92"/>
                  <a:gd name="T11" fmla="*/ 0 h 111"/>
                  <a:gd name="T12" fmla="*/ 0 w 92"/>
                  <a:gd name="T13" fmla="*/ 0 h 111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92"/>
                  <a:gd name="T22" fmla="*/ 0 h 111"/>
                  <a:gd name="T23" fmla="*/ 92 w 92"/>
                  <a:gd name="T24" fmla="*/ 111 h 111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92" h="111">
                    <a:moveTo>
                      <a:pt x="92" y="105"/>
                    </a:moveTo>
                    <a:lnTo>
                      <a:pt x="89" y="52"/>
                    </a:lnTo>
                    <a:lnTo>
                      <a:pt x="86" y="0"/>
                    </a:lnTo>
                    <a:lnTo>
                      <a:pt x="0" y="5"/>
                    </a:lnTo>
                    <a:lnTo>
                      <a:pt x="4" y="58"/>
                    </a:lnTo>
                    <a:lnTo>
                      <a:pt x="7" y="111"/>
                    </a:lnTo>
                    <a:lnTo>
                      <a:pt x="92" y="105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509" name="Freeform 4615">
                <a:extLst>
                  <a:ext uri="{FF2B5EF4-FFF2-40B4-BE49-F238E27FC236}">
                    <a16:creationId xmlns:a16="http://schemas.microsoft.com/office/drawing/2014/main" id="{B9503B92-EBD3-4520-DA51-6AA459593B9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716" y="1858"/>
                <a:ext cx="15" cy="18"/>
              </a:xfrm>
              <a:custGeom>
                <a:avLst/>
                <a:gdLst>
                  <a:gd name="T0" fmla="*/ 0 w 92"/>
                  <a:gd name="T1" fmla="*/ 0 h 111"/>
                  <a:gd name="T2" fmla="*/ 0 w 92"/>
                  <a:gd name="T3" fmla="*/ 0 h 111"/>
                  <a:gd name="T4" fmla="*/ 0 w 92"/>
                  <a:gd name="T5" fmla="*/ 0 h 111"/>
                  <a:gd name="T6" fmla="*/ 0 w 92"/>
                  <a:gd name="T7" fmla="*/ 0 h 111"/>
                  <a:gd name="T8" fmla="*/ 0 w 92"/>
                  <a:gd name="T9" fmla="*/ 0 h 111"/>
                  <a:gd name="T10" fmla="*/ 0 w 92"/>
                  <a:gd name="T11" fmla="*/ 0 h 111"/>
                  <a:gd name="T12" fmla="*/ 0 w 92"/>
                  <a:gd name="T13" fmla="*/ 0 h 111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92"/>
                  <a:gd name="T22" fmla="*/ 0 h 111"/>
                  <a:gd name="T23" fmla="*/ 92 w 92"/>
                  <a:gd name="T24" fmla="*/ 111 h 111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92" h="111">
                    <a:moveTo>
                      <a:pt x="92" y="105"/>
                    </a:moveTo>
                    <a:lnTo>
                      <a:pt x="89" y="52"/>
                    </a:lnTo>
                    <a:lnTo>
                      <a:pt x="86" y="0"/>
                    </a:lnTo>
                    <a:lnTo>
                      <a:pt x="0" y="5"/>
                    </a:lnTo>
                    <a:lnTo>
                      <a:pt x="4" y="58"/>
                    </a:lnTo>
                    <a:lnTo>
                      <a:pt x="7" y="111"/>
                    </a:lnTo>
                    <a:lnTo>
                      <a:pt x="92" y="105"/>
                    </a:lnTo>
                    <a:close/>
                  </a:path>
                </a:pathLst>
              </a:cu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510" name="Freeform 4616">
                <a:extLst>
                  <a:ext uri="{FF2B5EF4-FFF2-40B4-BE49-F238E27FC236}">
                    <a16:creationId xmlns:a16="http://schemas.microsoft.com/office/drawing/2014/main" id="{04BF5E41-3492-57E7-7E2D-C2488BD8733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715" y="1858"/>
                <a:ext cx="2" cy="9"/>
              </a:xfrm>
              <a:custGeom>
                <a:avLst/>
                <a:gdLst>
                  <a:gd name="T0" fmla="*/ 0 w 10"/>
                  <a:gd name="T1" fmla="*/ 0 h 53"/>
                  <a:gd name="T2" fmla="*/ 0 w 10"/>
                  <a:gd name="T3" fmla="*/ 0 h 53"/>
                  <a:gd name="T4" fmla="*/ 0 w 10"/>
                  <a:gd name="T5" fmla="*/ 0 h 53"/>
                  <a:gd name="T6" fmla="*/ 0 w 10"/>
                  <a:gd name="T7" fmla="*/ 0 h 53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10"/>
                  <a:gd name="T13" fmla="*/ 0 h 53"/>
                  <a:gd name="T14" fmla="*/ 10 w 10"/>
                  <a:gd name="T15" fmla="*/ 53 h 53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10" h="53">
                    <a:moveTo>
                      <a:pt x="10" y="53"/>
                    </a:moveTo>
                    <a:lnTo>
                      <a:pt x="6" y="0"/>
                    </a:lnTo>
                    <a:lnTo>
                      <a:pt x="0" y="0"/>
                    </a:lnTo>
                    <a:lnTo>
                      <a:pt x="10" y="53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511" name="Line 4617">
                <a:extLst>
                  <a:ext uri="{FF2B5EF4-FFF2-40B4-BE49-F238E27FC236}">
                    <a16:creationId xmlns:a16="http://schemas.microsoft.com/office/drawing/2014/main" id="{9C674D06-50CB-E676-5835-40340198B6F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3715" y="1858"/>
                <a:ext cx="1" cy="1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512" name="Freeform 4618">
                <a:extLst>
                  <a:ext uri="{FF2B5EF4-FFF2-40B4-BE49-F238E27FC236}">
                    <a16:creationId xmlns:a16="http://schemas.microsoft.com/office/drawing/2014/main" id="{52DD17C4-5A3D-6A3D-3792-E654346FEC5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701" y="1858"/>
                <a:ext cx="17" cy="21"/>
              </a:xfrm>
              <a:custGeom>
                <a:avLst/>
                <a:gdLst>
                  <a:gd name="T0" fmla="*/ 0 w 103"/>
                  <a:gd name="T1" fmla="*/ 0 h 122"/>
                  <a:gd name="T2" fmla="*/ 0 w 103"/>
                  <a:gd name="T3" fmla="*/ 0 h 122"/>
                  <a:gd name="T4" fmla="*/ 0 w 103"/>
                  <a:gd name="T5" fmla="*/ 0 h 122"/>
                  <a:gd name="T6" fmla="*/ 0 w 103"/>
                  <a:gd name="T7" fmla="*/ 0 h 122"/>
                  <a:gd name="T8" fmla="*/ 0 w 103"/>
                  <a:gd name="T9" fmla="*/ 0 h 122"/>
                  <a:gd name="T10" fmla="*/ 0 w 103"/>
                  <a:gd name="T11" fmla="*/ 0 h 122"/>
                  <a:gd name="T12" fmla="*/ 0 w 103"/>
                  <a:gd name="T13" fmla="*/ 0 h 122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103"/>
                  <a:gd name="T22" fmla="*/ 0 h 122"/>
                  <a:gd name="T23" fmla="*/ 103 w 103"/>
                  <a:gd name="T24" fmla="*/ 122 h 122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103" h="122">
                    <a:moveTo>
                      <a:pt x="103" y="106"/>
                    </a:moveTo>
                    <a:lnTo>
                      <a:pt x="94" y="53"/>
                    </a:lnTo>
                    <a:lnTo>
                      <a:pt x="84" y="0"/>
                    </a:lnTo>
                    <a:lnTo>
                      <a:pt x="0" y="16"/>
                    </a:lnTo>
                    <a:lnTo>
                      <a:pt x="10" y="69"/>
                    </a:lnTo>
                    <a:lnTo>
                      <a:pt x="19" y="122"/>
                    </a:lnTo>
                    <a:lnTo>
                      <a:pt x="103" y="106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513" name="Freeform 4619">
                <a:extLst>
                  <a:ext uri="{FF2B5EF4-FFF2-40B4-BE49-F238E27FC236}">
                    <a16:creationId xmlns:a16="http://schemas.microsoft.com/office/drawing/2014/main" id="{1ED097AF-B2E4-F127-6F56-AAB735BCCEE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701" y="1858"/>
                <a:ext cx="17" cy="21"/>
              </a:xfrm>
              <a:custGeom>
                <a:avLst/>
                <a:gdLst>
                  <a:gd name="T0" fmla="*/ 0 w 103"/>
                  <a:gd name="T1" fmla="*/ 0 h 122"/>
                  <a:gd name="T2" fmla="*/ 0 w 103"/>
                  <a:gd name="T3" fmla="*/ 0 h 122"/>
                  <a:gd name="T4" fmla="*/ 0 w 103"/>
                  <a:gd name="T5" fmla="*/ 0 h 122"/>
                  <a:gd name="T6" fmla="*/ 0 w 103"/>
                  <a:gd name="T7" fmla="*/ 0 h 122"/>
                  <a:gd name="T8" fmla="*/ 0 w 103"/>
                  <a:gd name="T9" fmla="*/ 0 h 122"/>
                  <a:gd name="T10" fmla="*/ 0 w 103"/>
                  <a:gd name="T11" fmla="*/ 0 h 122"/>
                  <a:gd name="T12" fmla="*/ 0 w 103"/>
                  <a:gd name="T13" fmla="*/ 0 h 122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103"/>
                  <a:gd name="T22" fmla="*/ 0 h 122"/>
                  <a:gd name="T23" fmla="*/ 103 w 103"/>
                  <a:gd name="T24" fmla="*/ 122 h 122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103" h="122">
                    <a:moveTo>
                      <a:pt x="103" y="106"/>
                    </a:moveTo>
                    <a:lnTo>
                      <a:pt x="94" y="53"/>
                    </a:lnTo>
                    <a:lnTo>
                      <a:pt x="84" y="0"/>
                    </a:lnTo>
                    <a:lnTo>
                      <a:pt x="0" y="16"/>
                    </a:lnTo>
                    <a:lnTo>
                      <a:pt x="10" y="69"/>
                    </a:lnTo>
                    <a:lnTo>
                      <a:pt x="19" y="122"/>
                    </a:lnTo>
                    <a:lnTo>
                      <a:pt x="103" y="106"/>
                    </a:lnTo>
                    <a:close/>
                  </a:path>
                </a:pathLst>
              </a:cu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514" name="Freeform 4620">
                <a:extLst>
                  <a:ext uri="{FF2B5EF4-FFF2-40B4-BE49-F238E27FC236}">
                    <a16:creationId xmlns:a16="http://schemas.microsoft.com/office/drawing/2014/main" id="{2934DABB-7B68-8E28-9D30-74F732834E0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700" y="1861"/>
                <a:ext cx="3" cy="9"/>
              </a:xfrm>
              <a:custGeom>
                <a:avLst/>
                <a:gdLst>
                  <a:gd name="T0" fmla="*/ 0 w 16"/>
                  <a:gd name="T1" fmla="*/ 0 h 53"/>
                  <a:gd name="T2" fmla="*/ 0 w 16"/>
                  <a:gd name="T3" fmla="*/ 0 h 53"/>
                  <a:gd name="T4" fmla="*/ 0 w 16"/>
                  <a:gd name="T5" fmla="*/ 0 h 53"/>
                  <a:gd name="T6" fmla="*/ 0 w 16"/>
                  <a:gd name="T7" fmla="*/ 0 h 53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16"/>
                  <a:gd name="T13" fmla="*/ 0 h 53"/>
                  <a:gd name="T14" fmla="*/ 16 w 16"/>
                  <a:gd name="T15" fmla="*/ 53 h 53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16" h="53">
                    <a:moveTo>
                      <a:pt x="16" y="53"/>
                    </a:moveTo>
                    <a:lnTo>
                      <a:pt x="6" y="0"/>
                    </a:lnTo>
                    <a:lnTo>
                      <a:pt x="0" y="2"/>
                    </a:lnTo>
                    <a:lnTo>
                      <a:pt x="16" y="53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515" name="Line 4621">
                <a:extLst>
                  <a:ext uri="{FF2B5EF4-FFF2-40B4-BE49-F238E27FC236}">
                    <a16:creationId xmlns:a16="http://schemas.microsoft.com/office/drawing/2014/main" id="{C17484F3-B043-6422-A4F0-8480878B0BA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3700" y="1861"/>
                <a:ext cx="1" cy="1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516" name="Freeform 4622">
                <a:extLst>
                  <a:ext uri="{FF2B5EF4-FFF2-40B4-BE49-F238E27FC236}">
                    <a16:creationId xmlns:a16="http://schemas.microsoft.com/office/drawing/2014/main" id="{F5BFEECA-1F07-8BA6-47AB-184CFFB01CC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686" y="1861"/>
                <a:ext cx="19" cy="22"/>
              </a:xfrm>
              <a:custGeom>
                <a:avLst/>
                <a:gdLst>
                  <a:gd name="T0" fmla="*/ 0 w 114"/>
                  <a:gd name="T1" fmla="*/ 0 h 127"/>
                  <a:gd name="T2" fmla="*/ 0 w 114"/>
                  <a:gd name="T3" fmla="*/ 0 h 127"/>
                  <a:gd name="T4" fmla="*/ 0 w 114"/>
                  <a:gd name="T5" fmla="*/ 0 h 127"/>
                  <a:gd name="T6" fmla="*/ 0 w 114"/>
                  <a:gd name="T7" fmla="*/ 0 h 127"/>
                  <a:gd name="T8" fmla="*/ 0 w 114"/>
                  <a:gd name="T9" fmla="*/ 0 h 127"/>
                  <a:gd name="T10" fmla="*/ 0 w 114"/>
                  <a:gd name="T11" fmla="*/ 0 h 127"/>
                  <a:gd name="T12" fmla="*/ 0 w 114"/>
                  <a:gd name="T13" fmla="*/ 0 h 127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114"/>
                  <a:gd name="T22" fmla="*/ 0 h 127"/>
                  <a:gd name="T23" fmla="*/ 114 w 114"/>
                  <a:gd name="T24" fmla="*/ 127 h 127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114" h="127">
                    <a:moveTo>
                      <a:pt x="114" y="101"/>
                    </a:moveTo>
                    <a:lnTo>
                      <a:pt x="98" y="51"/>
                    </a:lnTo>
                    <a:lnTo>
                      <a:pt x="82" y="0"/>
                    </a:lnTo>
                    <a:lnTo>
                      <a:pt x="0" y="25"/>
                    </a:lnTo>
                    <a:lnTo>
                      <a:pt x="16" y="76"/>
                    </a:lnTo>
                    <a:lnTo>
                      <a:pt x="32" y="127"/>
                    </a:lnTo>
                    <a:lnTo>
                      <a:pt x="114" y="101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517" name="Freeform 4623">
                <a:extLst>
                  <a:ext uri="{FF2B5EF4-FFF2-40B4-BE49-F238E27FC236}">
                    <a16:creationId xmlns:a16="http://schemas.microsoft.com/office/drawing/2014/main" id="{1B8B08F0-8A7D-8F00-9288-FDD75BE7DEE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686" y="1861"/>
                <a:ext cx="19" cy="22"/>
              </a:xfrm>
              <a:custGeom>
                <a:avLst/>
                <a:gdLst>
                  <a:gd name="T0" fmla="*/ 0 w 114"/>
                  <a:gd name="T1" fmla="*/ 0 h 127"/>
                  <a:gd name="T2" fmla="*/ 0 w 114"/>
                  <a:gd name="T3" fmla="*/ 0 h 127"/>
                  <a:gd name="T4" fmla="*/ 0 w 114"/>
                  <a:gd name="T5" fmla="*/ 0 h 127"/>
                  <a:gd name="T6" fmla="*/ 0 w 114"/>
                  <a:gd name="T7" fmla="*/ 0 h 127"/>
                  <a:gd name="T8" fmla="*/ 0 w 114"/>
                  <a:gd name="T9" fmla="*/ 0 h 127"/>
                  <a:gd name="T10" fmla="*/ 0 w 114"/>
                  <a:gd name="T11" fmla="*/ 0 h 127"/>
                  <a:gd name="T12" fmla="*/ 0 w 114"/>
                  <a:gd name="T13" fmla="*/ 0 h 127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114"/>
                  <a:gd name="T22" fmla="*/ 0 h 127"/>
                  <a:gd name="T23" fmla="*/ 114 w 114"/>
                  <a:gd name="T24" fmla="*/ 127 h 127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114" h="127">
                    <a:moveTo>
                      <a:pt x="114" y="101"/>
                    </a:moveTo>
                    <a:lnTo>
                      <a:pt x="98" y="51"/>
                    </a:lnTo>
                    <a:lnTo>
                      <a:pt x="82" y="0"/>
                    </a:lnTo>
                    <a:lnTo>
                      <a:pt x="0" y="25"/>
                    </a:lnTo>
                    <a:lnTo>
                      <a:pt x="16" y="76"/>
                    </a:lnTo>
                    <a:lnTo>
                      <a:pt x="32" y="127"/>
                    </a:lnTo>
                    <a:lnTo>
                      <a:pt x="114" y="101"/>
                    </a:lnTo>
                    <a:close/>
                  </a:path>
                </a:pathLst>
              </a:cu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518" name="Freeform 4624">
                <a:extLst>
                  <a:ext uri="{FF2B5EF4-FFF2-40B4-BE49-F238E27FC236}">
                    <a16:creationId xmlns:a16="http://schemas.microsoft.com/office/drawing/2014/main" id="{B33BAC0D-EB0A-D009-583E-237BA55E647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685" y="1866"/>
                <a:ext cx="4" cy="8"/>
              </a:xfrm>
              <a:custGeom>
                <a:avLst/>
                <a:gdLst>
                  <a:gd name="T0" fmla="*/ 0 w 22"/>
                  <a:gd name="T1" fmla="*/ 0 h 51"/>
                  <a:gd name="T2" fmla="*/ 0 w 22"/>
                  <a:gd name="T3" fmla="*/ 0 h 51"/>
                  <a:gd name="T4" fmla="*/ 0 w 22"/>
                  <a:gd name="T5" fmla="*/ 0 h 51"/>
                  <a:gd name="T6" fmla="*/ 0 w 22"/>
                  <a:gd name="T7" fmla="*/ 0 h 51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22"/>
                  <a:gd name="T13" fmla="*/ 0 h 51"/>
                  <a:gd name="T14" fmla="*/ 22 w 22"/>
                  <a:gd name="T15" fmla="*/ 51 h 51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22" h="51">
                    <a:moveTo>
                      <a:pt x="22" y="51"/>
                    </a:moveTo>
                    <a:lnTo>
                      <a:pt x="6" y="0"/>
                    </a:lnTo>
                    <a:lnTo>
                      <a:pt x="0" y="2"/>
                    </a:lnTo>
                    <a:lnTo>
                      <a:pt x="22" y="51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519" name="Line 4625">
                <a:extLst>
                  <a:ext uri="{FF2B5EF4-FFF2-40B4-BE49-F238E27FC236}">
                    <a16:creationId xmlns:a16="http://schemas.microsoft.com/office/drawing/2014/main" id="{2D429419-6A60-B848-4C71-1BF82B985B0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3685" y="1866"/>
                <a:ext cx="1" cy="1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520" name="Freeform 4626">
                <a:extLst>
                  <a:ext uri="{FF2B5EF4-FFF2-40B4-BE49-F238E27FC236}">
                    <a16:creationId xmlns:a16="http://schemas.microsoft.com/office/drawing/2014/main" id="{B5EEB850-72CF-B50F-1DA0-8E9AFE3AD62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672" y="1866"/>
                <a:ext cx="21" cy="22"/>
              </a:xfrm>
              <a:custGeom>
                <a:avLst/>
                <a:gdLst>
                  <a:gd name="T0" fmla="*/ 0 w 123"/>
                  <a:gd name="T1" fmla="*/ 0 h 133"/>
                  <a:gd name="T2" fmla="*/ 0 w 123"/>
                  <a:gd name="T3" fmla="*/ 0 h 133"/>
                  <a:gd name="T4" fmla="*/ 0 w 123"/>
                  <a:gd name="T5" fmla="*/ 0 h 133"/>
                  <a:gd name="T6" fmla="*/ 0 w 123"/>
                  <a:gd name="T7" fmla="*/ 0 h 133"/>
                  <a:gd name="T8" fmla="*/ 0 w 123"/>
                  <a:gd name="T9" fmla="*/ 0 h 133"/>
                  <a:gd name="T10" fmla="*/ 0 w 123"/>
                  <a:gd name="T11" fmla="*/ 0 h 133"/>
                  <a:gd name="T12" fmla="*/ 0 w 123"/>
                  <a:gd name="T13" fmla="*/ 0 h 133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123"/>
                  <a:gd name="T22" fmla="*/ 0 h 133"/>
                  <a:gd name="T23" fmla="*/ 123 w 123"/>
                  <a:gd name="T24" fmla="*/ 133 h 133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123" h="133">
                    <a:moveTo>
                      <a:pt x="123" y="98"/>
                    </a:moveTo>
                    <a:lnTo>
                      <a:pt x="100" y="49"/>
                    </a:lnTo>
                    <a:lnTo>
                      <a:pt x="78" y="0"/>
                    </a:lnTo>
                    <a:lnTo>
                      <a:pt x="0" y="35"/>
                    </a:lnTo>
                    <a:lnTo>
                      <a:pt x="22" y="84"/>
                    </a:lnTo>
                    <a:lnTo>
                      <a:pt x="44" y="133"/>
                    </a:lnTo>
                    <a:lnTo>
                      <a:pt x="123" y="98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521" name="Freeform 4627">
                <a:extLst>
                  <a:ext uri="{FF2B5EF4-FFF2-40B4-BE49-F238E27FC236}">
                    <a16:creationId xmlns:a16="http://schemas.microsoft.com/office/drawing/2014/main" id="{981A879F-8816-0CED-E4DE-DCBFEC8A1EA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672" y="1866"/>
                <a:ext cx="21" cy="22"/>
              </a:xfrm>
              <a:custGeom>
                <a:avLst/>
                <a:gdLst>
                  <a:gd name="T0" fmla="*/ 0 w 123"/>
                  <a:gd name="T1" fmla="*/ 0 h 133"/>
                  <a:gd name="T2" fmla="*/ 0 w 123"/>
                  <a:gd name="T3" fmla="*/ 0 h 133"/>
                  <a:gd name="T4" fmla="*/ 0 w 123"/>
                  <a:gd name="T5" fmla="*/ 0 h 133"/>
                  <a:gd name="T6" fmla="*/ 0 w 123"/>
                  <a:gd name="T7" fmla="*/ 0 h 133"/>
                  <a:gd name="T8" fmla="*/ 0 w 123"/>
                  <a:gd name="T9" fmla="*/ 0 h 133"/>
                  <a:gd name="T10" fmla="*/ 0 w 123"/>
                  <a:gd name="T11" fmla="*/ 0 h 133"/>
                  <a:gd name="T12" fmla="*/ 0 w 123"/>
                  <a:gd name="T13" fmla="*/ 0 h 133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123"/>
                  <a:gd name="T22" fmla="*/ 0 h 133"/>
                  <a:gd name="T23" fmla="*/ 123 w 123"/>
                  <a:gd name="T24" fmla="*/ 133 h 133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123" h="133">
                    <a:moveTo>
                      <a:pt x="123" y="98"/>
                    </a:moveTo>
                    <a:lnTo>
                      <a:pt x="100" y="49"/>
                    </a:lnTo>
                    <a:lnTo>
                      <a:pt x="78" y="0"/>
                    </a:lnTo>
                    <a:lnTo>
                      <a:pt x="0" y="35"/>
                    </a:lnTo>
                    <a:lnTo>
                      <a:pt x="22" y="84"/>
                    </a:lnTo>
                    <a:lnTo>
                      <a:pt x="44" y="133"/>
                    </a:lnTo>
                    <a:lnTo>
                      <a:pt x="123" y="98"/>
                    </a:lnTo>
                    <a:close/>
                  </a:path>
                </a:pathLst>
              </a:cu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522" name="Freeform 4628">
                <a:extLst>
                  <a:ext uri="{FF2B5EF4-FFF2-40B4-BE49-F238E27FC236}">
                    <a16:creationId xmlns:a16="http://schemas.microsoft.com/office/drawing/2014/main" id="{99A6C9CC-8F4E-C8DD-07A6-758B89E7D80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671" y="1872"/>
                <a:ext cx="5" cy="8"/>
              </a:xfrm>
              <a:custGeom>
                <a:avLst/>
                <a:gdLst>
                  <a:gd name="T0" fmla="*/ 0 w 28"/>
                  <a:gd name="T1" fmla="*/ 0 h 49"/>
                  <a:gd name="T2" fmla="*/ 0 w 28"/>
                  <a:gd name="T3" fmla="*/ 0 h 49"/>
                  <a:gd name="T4" fmla="*/ 0 w 28"/>
                  <a:gd name="T5" fmla="*/ 0 h 49"/>
                  <a:gd name="T6" fmla="*/ 0 w 28"/>
                  <a:gd name="T7" fmla="*/ 0 h 49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28"/>
                  <a:gd name="T13" fmla="*/ 0 h 49"/>
                  <a:gd name="T14" fmla="*/ 28 w 28"/>
                  <a:gd name="T15" fmla="*/ 49 h 49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28" h="49">
                    <a:moveTo>
                      <a:pt x="28" y="49"/>
                    </a:moveTo>
                    <a:lnTo>
                      <a:pt x="6" y="0"/>
                    </a:lnTo>
                    <a:lnTo>
                      <a:pt x="0" y="3"/>
                    </a:lnTo>
                    <a:lnTo>
                      <a:pt x="28" y="49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523" name="Line 4629">
                <a:extLst>
                  <a:ext uri="{FF2B5EF4-FFF2-40B4-BE49-F238E27FC236}">
                    <a16:creationId xmlns:a16="http://schemas.microsoft.com/office/drawing/2014/main" id="{153FDFEE-1D9F-26B8-5A4B-1DDC3AD053B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3671" y="1872"/>
                <a:ext cx="1" cy="1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524" name="Freeform 4630">
                <a:extLst>
                  <a:ext uri="{FF2B5EF4-FFF2-40B4-BE49-F238E27FC236}">
                    <a16:creationId xmlns:a16="http://schemas.microsoft.com/office/drawing/2014/main" id="{B0221529-7728-7EF9-5373-A26832BF8BE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659" y="1872"/>
                <a:ext cx="22" cy="23"/>
              </a:xfrm>
              <a:custGeom>
                <a:avLst/>
                <a:gdLst>
                  <a:gd name="T0" fmla="*/ 0 w 129"/>
                  <a:gd name="T1" fmla="*/ 0 h 136"/>
                  <a:gd name="T2" fmla="*/ 0 w 129"/>
                  <a:gd name="T3" fmla="*/ 0 h 136"/>
                  <a:gd name="T4" fmla="*/ 0 w 129"/>
                  <a:gd name="T5" fmla="*/ 0 h 136"/>
                  <a:gd name="T6" fmla="*/ 0 w 129"/>
                  <a:gd name="T7" fmla="*/ 0 h 136"/>
                  <a:gd name="T8" fmla="*/ 0 w 129"/>
                  <a:gd name="T9" fmla="*/ 0 h 136"/>
                  <a:gd name="T10" fmla="*/ 0 w 129"/>
                  <a:gd name="T11" fmla="*/ 0 h 136"/>
                  <a:gd name="T12" fmla="*/ 0 w 129"/>
                  <a:gd name="T13" fmla="*/ 0 h 1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129"/>
                  <a:gd name="T22" fmla="*/ 0 h 136"/>
                  <a:gd name="T23" fmla="*/ 129 w 129"/>
                  <a:gd name="T24" fmla="*/ 136 h 13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129" h="136">
                    <a:moveTo>
                      <a:pt x="129" y="92"/>
                    </a:moveTo>
                    <a:lnTo>
                      <a:pt x="101" y="46"/>
                    </a:lnTo>
                    <a:lnTo>
                      <a:pt x="73" y="0"/>
                    </a:lnTo>
                    <a:lnTo>
                      <a:pt x="0" y="45"/>
                    </a:lnTo>
                    <a:lnTo>
                      <a:pt x="28" y="90"/>
                    </a:lnTo>
                    <a:lnTo>
                      <a:pt x="55" y="136"/>
                    </a:lnTo>
                    <a:lnTo>
                      <a:pt x="129" y="92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525" name="Freeform 4631">
                <a:extLst>
                  <a:ext uri="{FF2B5EF4-FFF2-40B4-BE49-F238E27FC236}">
                    <a16:creationId xmlns:a16="http://schemas.microsoft.com/office/drawing/2014/main" id="{3F8E2BB8-2671-35C3-D80B-11174C08EF4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659" y="1872"/>
                <a:ext cx="22" cy="23"/>
              </a:xfrm>
              <a:custGeom>
                <a:avLst/>
                <a:gdLst>
                  <a:gd name="T0" fmla="*/ 0 w 129"/>
                  <a:gd name="T1" fmla="*/ 0 h 136"/>
                  <a:gd name="T2" fmla="*/ 0 w 129"/>
                  <a:gd name="T3" fmla="*/ 0 h 136"/>
                  <a:gd name="T4" fmla="*/ 0 w 129"/>
                  <a:gd name="T5" fmla="*/ 0 h 136"/>
                  <a:gd name="T6" fmla="*/ 0 w 129"/>
                  <a:gd name="T7" fmla="*/ 0 h 136"/>
                  <a:gd name="T8" fmla="*/ 0 w 129"/>
                  <a:gd name="T9" fmla="*/ 0 h 136"/>
                  <a:gd name="T10" fmla="*/ 0 w 129"/>
                  <a:gd name="T11" fmla="*/ 0 h 136"/>
                  <a:gd name="T12" fmla="*/ 0 w 129"/>
                  <a:gd name="T13" fmla="*/ 0 h 1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129"/>
                  <a:gd name="T22" fmla="*/ 0 h 136"/>
                  <a:gd name="T23" fmla="*/ 129 w 129"/>
                  <a:gd name="T24" fmla="*/ 136 h 13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129" h="136">
                    <a:moveTo>
                      <a:pt x="129" y="92"/>
                    </a:moveTo>
                    <a:lnTo>
                      <a:pt x="101" y="46"/>
                    </a:lnTo>
                    <a:lnTo>
                      <a:pt x="73" y="0"/>
                    </a:lnTo>
                    <a:lnTo>
                      <a:pt x="0" y="45"/>
                    </a:lnTo>
                    <a:lnTo>
                      <a:pt x="28" y="90"/>
                    </a:lnTo>
                    <a:lnTo>
                      <a:pt x="55" y="136"/>
                    </a:lnTo>
                    <a:lnTo>
                      <a:pt x="129" y="92"/>
                    </a:lnTo>
                    <a:close/>
                  </a:path>
                </a:pathLst>
              </a:cu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526" name="Freeform 4632">
                <a:extLst>
                  <a:ext uri="{FF2B5EF4-FFF2-40B4-BE49-F238E27FC236}">
                    <a16:creationId xmlns:a16="http://schemas.microsoft.com/office/drawing/2014/main" id="{CE925C96-6748-7509-243A-4D1A4B0AA4D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658" y="1880"/>
                <a:ext cx="6" cy="7"/>
              </a:xfrm>
              <a:custGeom>
                <a:avLst/>
                <a:gdLst>
                  <a:gd name="T0" fmla="*/ 0 w 33"/>
                  <a:gd name="T1" fmla="*/ 0 h 45"/>
                  <a:gd name="T2" fmla="*/ 0 w 33"/>
                  <a:gd name="T3" fmla="*/ 0 h 45"/>
                  <a:gd name="T4" fmla="*/ 0 w 33"/>
                  <a:gd name="T5" fmla="*/ 0 h 45"/>
                  <a:gd name="T6" fmla="*/ 0 w 33"/>
                  <a:gd name="T7" fmla="*/ 0 h 45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33"/>
                  <a:gd name="T13" fmla="*/ 0 h 45"/>
                  <a:gd name="T14" fmla="*/ 33 w 33"/>
                  <a:gd name="T15" fmla="*/ 45 h 45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33" h="45">
                    <a:moveTo>
                      <a:pt x="33" y="45"/>
                    </a:moveTo>
                    <a:lnTo>
                      <a:pt x="5" y="0"/>
                    </a:lnTo>
                    <a:lnTo>
                      <a:pt x="0" y="3"/>
                    </a:lnTo>
                    <a:lnTo>
                      <a:pt x="33" y="45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527" name="Line 4633">
                <a:extLst>
                  <a:ext uri="{FF2B5EF4-FFF2-40B4-BE49-F238E27FC236}">
                    <a16:creationId xmlns:a16="http://schemas.microsoft.com/office/drawing/2014/main" id="{26F46F79-2136-E4AD-D0B4-FD407242076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3658" y="1880"/>
                <a:ext cx="1" cy="1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528" name="Freeform 4634">
                <a:extLst>
                  <a:ext uri="{FF2B5EF4-FFF2-40B4-BE49-F238E27FC236}">
                    <a16:creationId xmlns:a16="http://schemas.microsoft.com/office/drawing/2014/main" id="{569A4BE4-008E-249A-ACBE-840B2383A38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647" y="1880"/>
                <a:ext cx="22" cy="23"/>
              </a:xfrm>
              <a:custGeom>
                <a:avLst/>
                <a:gdLst>
                  <a:gd name="T0" fmla="*/ 0 w 133"/>
                  <a:gd name="T1" fmla="*/ 0 h 137"/>
                  <a:gd name="T2" fmla="*/ 0 w 133"/>
                  <a:gd name="T3" fmla="*/ 0 h 137"/>
                  <a:gd name="T4" fmla="*/ 0 w 133"/>
                  <a:gd name="T5" fmla="*/ 0 h 137"/>
                  <a:gd name="T6" fmla="*/ 0 w 133"/>
                  <a:gd name="T7" fmla="*/ 0 h 137"/>
                  <a:gd name="T8" fmla="*/ 0 w 133"/>
                  <a:gd name="T9" fmla="*/ 0 h 137"/>
                  <a:gd name="T10" fmla="*/ 0 w 133"/>
                  <a:gd name="T11" fmla="*/ 0 h 137"/>
                  <a:gd name="T12" fmla="*/ 0 w 133"/>
                  <a:gd name="T13" fmla="*/ 0 h 137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133"/>
                  <a:gd name="T22" fmla="*/ 0 h 137"/>
                  <a:gd name="T23" fmla="*/ 133 w 133"/>
                  <a:gd name="T24" fmla="*/ 137 h 137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133" h="137">
                    <a:moveTo>
                      <a:pt x="133" y="85"/>
                    </a:moveTo>
                    <a:lnTo>
                      <a:pt x="100" y="42"/>
                    </a:lnTo>
                    <a:lnTo>
                      <a:pt x="67" y="0"/>
                    </a:lnTo>
                    <a:lnTo>
                      <a:pt x="0" y="52"/>
                    </a:lnTo>
                    <a:lnTo>
                      <a:pt x="33" y="94"/>
                    </a:lnTo>
                    <a:lnTo>
                      <a:pt x="66" y="137"/>
                    </a:lnTo>
                    <a:lnTo>
                      <a:pt x="133" y="85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529" name="Freeform 4635">
                <a:extLst>
                  <a:ext uri="{FF2B5EF4-FFF2-40B4-BE49-F238E27FC236}">
                    <a16:creationId xmlns:a16="http://schemas.microsoft.com/office/drawing/2014/main" id="{CE709385-411E-1809-B40A-F661D1C5DC7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647" y="1880"/>
                <a:ext cx="22" cy="23"/>
              </a:xfrm>
              <a:custGeom>
                <a:avLst/>
                <a:gdLst>
                  <a:gd name="T0" fmla="*/ 0 w 133"/>
                  <a:gd name="T1" fmla="*/ 0 h 137"/>
                  <a:gd name="T2" fmla="*/ 0 w 133"/>
                  <a:gd name="T3" fmla="*/ 0 h 137"/>
                  <a:gd name="T4" fmla="*/ 0 w 133"/>
                  <a:gd name="T5" fmla="*/ 0 h 137"/>
                  <a:gd name="T6" fmla="*/ 0 w 133"/>
                  <a:gd name="T7" fmla="*/ 0 h 137"/>
                  <a:gd name="T8" fmla="*/ 0 w 133"/>
                  <a:gd name="T9" fmla="*/ 0 h 137"/>
                  <a:gd name="T10" fmla="*/ 0 w 133"/>
                  <a:gd name="T11" fmla="*/ 0 h 137"/>
                  <a:gd name="T12" fmla="*/ 0 w 133"/>
                  <a:gd name="T13" fmla="*/ 0 h 137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133"/>
                  <a:gd name="T22" fmla="*/ 0 h 137"/>
                  <a:gd name="T23" fmla="*/ 133 w 133"/>
                  <a:gd name="T24" fmla="*/ 137 h 137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133" h="137">
                    <a:moveTo>
                      <a:pt x="133" y="85"/>
                    </a:moveTo>
                    <a:lnTo>
                      <a:pt x="100" y="42"/>
                    </a:lnTo>
                    <a:lnTo>
                      <a:pt x="67" y="0"/>
                    </a:lnTo>
                    <a:lnTo>
                      <a:pt x="0" y="52"/>
                    </a:lnTo>
                    <a:lnTo>
                      <a:pt x="33" y="94"/>
                    </a:lnTo>
                    <a:lnTo>
                      <a:pt x="66" y="137"/>
                    </a:lnTo>
                    <a:lnTo>
                      <a:pt x="133" y="85"/>
                    </a:lnTo>
                    <a:close/>
                  </a:path>
                </a:pathLst>
              </a:cu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530" name="Freeform 4636">
                <a:extLst>
                  <a:ext uri="{FF2B5EF4-FFF2-40B4-BE49-F238E27FC236}">
                    <a16:creationId xmlns:a16="http://schemas.microsoft.com/office/drawing/2014/main" id="{0B9BB65A-3EEB-4CC0-DA0A-97DDE11DF85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646" y="1889"/>
                <a:ext cx="7" cy="7"/>
              </a:xfrm>
              <a:custGeom>
                <a:avLst/>
                <a:gdLst>
                  <a:gd name="T0" fmla="*/ 0 w 38"/>
                  <a:gd name="T1" fmla="*/ 0 h 42"/>
                  <a:gd name="T2" fmla="*/ 0 w 38"/>
                  <a:gd name="T3" fmla="*/ 0 h 42"/>
                  <a:gd name="T4" fmla="*/ 0 w 38"/>
                  <a:gd name="T5" fmla="*/ 0 h 42"/>
                  <a:gd name="T6" fmla="*/ 0 w 38"/>
                  <a:gd name="T7" fmla="*/ 0 h 42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38"/>
                  <a:gd name="T13" fmla="*/ 0 h 42"/>
                  <a:gd name="T14" fmla="*/ 38 w 38"/>
                  <a:gd name="T15" fmla="*/ 42 h 42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38" h="42">
                    <a:moveTo>
                      <a:pt x="38" y="42"/>
                    </a:moveTo>
                    <a:lnTo>
                      <a:pt x="5" y="0"/>
                    </a:lnTo>
                    <a:lnTo>
                      <a:pt x="0" y="4"/>
                    </a:lnTo>
                    <a:lnTo>
                      <a:pt x="38" y="42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531" name="Line 4637">
                <a:extLst>
                  <a:ext uri="{FF2B5EF4-FFF2-40B4-BE49-F238E27FC236}">
                    <a16:creationId xmlns:a16="http://schemas.microsoft.com/office/drawing/2014/main" id="{F1BC935D-6B64-597F-DB58-C50CE699828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3646" y="1889"/>
                <a:ext cx="1" cy="1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532" name="Freeform 4638">
                <a:extLst>
                  <a:ext uri="{FF2B5EF4-FFF2-40B4-BE49-F238E27FC236}">
                    <a16:creationId xmlns:a16="http://schemas.microsoft.com/office/drawing/2014/main" id="{362A3EC4-0339-756D-A639-A62576FED43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636" y="1890"/>
                <a:ext cx="23" cy="23"/>
              </a:xfrm>
              <a:custGeom>
                <a:avLst/>
                <a:gdLst>
                  <a:gd name="T0" fmla="*/ 0 w 137"/>
                  <a:gd name="T1" fmla="*/ 0 h 138"/>
                  <a:gd name="T2" fmla="*/ 0 w 137"/>
                  <a:gd name="T3" fmla="*/ 0 h 138"/>
                  <a:gd name="T4" fmla="*/ 0 w 137"/>
                  <a:gd name="T5" fmla="*/ 0 h 138"/>
                  <a:gd name="T6" fmla="*/ 0 w 137"/>
                  <a:gd name="T7" fmla="*/ 0 h 138"/>
                  <a:gd name="T8" fmla="*/ 0 w 137"/>
                  <a:gd name="T9" fmla="*/ 0 h 138"/>
                  <a:gd name="T10" fmla="*/ 0 w 137"/>
                  <a:gd name="T11" fmla="*/ 0 h 138"/>
                  <a:gd name="T12" fmla="*/ 0 w 137"/>
                  <a:gd name="T13" fmla="*/ 0 h 138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137"/>
                  <a:gd name="T22" fmla="*/ 0 h 138"/>
                  <a:gd name="T23" fmla="*/ 137 w 137"/>
                  <a:gd name="T24" fmla="*/ 138 h 138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137" h="138">
                    <a:moveTo>
                      <a:pt x="137" y="76"/>
                    </a:moveTo>
                    <a:lnTo>
                      <a:pt x="99" y="38"/>
                    </a:lnTo>
                    <a:lnTo>
                      <a:pt x="61" y="0"/>
                    </a:lnTo>
                    <a:lnTo>
                      <a:pt x="0" y="62"/>
                    </a:lnTo>
                    <a:lnTo>
                      <a:pt x="38" y="100"/>
                    </a:lnTo>
                    <a:lnTo>
                      <a:pt x="76" y="138"/>
                    </a:lnTo>
                    <a:lnTo>
                      <a:pt x="137" y="76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533" name="Freeform 4639">
                <a:extLst>
                  <a:ext uri="{FF2B5EF4-FFF2-40B4-BE49-F238E27FC236}">
                    <a16:creationId xmlns:a16="http://schemas.microsoft.com/office/drawing/2014/main" id="{4E66FEE4-69DD-5B4F-AABD-4C046E64D1D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636" y="1890"/>
                <a:ext cx="23" cy="23"/>
              </a:xfrm>
              <a:custGeom>
                <a:avLst/>
                <a:gdLst>
                  <a:gd name="T0" fmla="*/ 0 w 137"/>
                  <a:gd name="T1" fmla="*/ 0 h 138"/>
                  <a:gd name="T2" fmla="*/ 0 w 137"/>
                  <a:gd name="T3" fmla="*/ 0 h 138"/>
                  <a:gd name="T4" fmla="*/ 0 w 137"/>
                  <a:gd name="T5" fmla="*/ 0 h 138"/>
                  <a:gd name="T6" fmla="*/ 0 w 137"/>
                  <a:gd name="T7" fmla="*/ 0 h 138"/>
                  <a:gd name="T8" fmla="*/ 0 w 137"/>
                  <a:gd name="T9" fmla="*/ 0 h 138"/>
                  <a:gd name="T10" fmla="*/ 0 w 137"/>
                  <a:gd name="T11" fmla="*/ 0 h 138"/>
                  <a:gd name="T12" fmla="*/ 0 w 137"/>
                  <a:gd name="T13" fmla="*/ 0 h 138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137"/>
                  <a:gd name="T22" fmla="*/ 0 h 138"/>
                  <a:gd name="T23" fmla="*/ 137 w 137"/>
                  <a:gd name="T24" fmla="*/ 138 h 138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137" h="138">
                    <a:moveTo>
                      <a:pt x="137" y="76"/>
                    </a:moveTo>
                    <a:lnTo>
                      <a:pt x="99" y="38"/>
                    </a:lnTo>
                    <a:lnTo>
                      <a:pt x="61" y="0"/>
                    </a:lnTo>
                    <a:lnTo>
                      <a:pt x="0" y="62"/>
                    </a:lnTo>
                    <a:lnTo>
                      <a:pt x="38" y="100"/>
                    </a:lnTo>
                    <a:lnTo>
                      <a:pt x="76" y="138"/>
                    </a:lnTo>
                    <a:lnTo>
                      <a:pt x="137" y="76"/>
                    </a:lnTo>
                    <a:close/>
                  </a:path>
                </a:pathLst>
              </a:cu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534" name="Freeform 4640">
                <a:extLst>
                  <a:ext uri="{FF2B5EF4-FFF2-40B4-BE49-F238E27FC236}">
                    <a16:creationId xmlns:a16="http://schemas.microsoft.com/office/drawing/2014/main" id="{85CE6381-5B98-A749-60EA-B55364A25DA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635" y="1900"/>
                <a:ext cx="7" cy="6"/>
              </a:xfrm>
              <a:custGeom>
                <a:avLst/>
                <a:gdLst>
                  <a:gd name="T0" fmla="*/ 0 w 43"/>
                  <a:gd name="T1" fmla="*/ 0 h 38"/>
                  <a:gd name="T2" fmla="*/ 0 w 43"/>
                  <a:gd name="T3" fmla="*/ 0 h 38"/>
                  <a:gd name="T4" fmla="*/ 0 w 43"/>
                  <a:gd name="T5" fmla="*/ 0 h 38"/>
                  <a:gd name="T6" fmla="*/ 0 w 43"/>
                  <a:gd name="T7" fmla="*/ 0 h 38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43"/>
                  <a:gd name="T13" fmla="*/ 0 h 38"/>
                  <a:gd name="T14" fmla="*/ 43 w 43"/>
                  <a:gd name="T15" fmla="*/ 38 h 38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43" h="38">
                    <a:moveTo>
                      <a:pt x="43" y="38"/>
                    </a:moveTo>
                    <a:lnTo>
                      <a:pt x="5" y="0"/>
                    </a:lnTo>
                    <a:lnTo>
                      <a:pt x="0" y="5"/>
                    </a:lnTo>
                    <a:lnTo>
                      <a:pt x="43" y="38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535" name="Line 4641">
                <a:extLst>
                  <a:ext uri="{FF2B5EF4-FFF2-40B4-BE49-F238E27FC236}">
                    <a16:creationId xmlns:a16="http://schemas.microsoft.com/office/drawing/2014/main" id="{67FDA98D-A598-DF04-120C-4BB0473FBA6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3635" y="1900"/>
                <a:ext cx="1" cy="1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536" name="Freeform 4642">
                <a:extLst>
                  <a:ext uri="{FF2B5EF4-FFF2-40B4-BE49-F238E27FC236}">
                    <a16:creationId xmlns:a16="http://schemas.microsoft.com/office/drawing/2014/main" id="{56D7E95B-10A7-3CE9-984D-437ACE995F7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627" y="1901"/>
                <a:ext cx="23" cy="22"/>
              </a:xfrm>
              <a:custGeom>
                <a:avLst/>
                <a:gdLst>
                  <a:gd name="T0" fmla="*/ 0 w 136"/>
                  <a:gd name="T1" fmla="*/ 0 h 132"/>
                  <a:gd name="T2" fmla="*/ 0 w 136"/>
                  <a:gd name="T3" fmla="*/ 0 h 132"/>
                  <a:gd name="T4" fmla="*/ 0 w 136"/>
                  <a:gd name="T5" fmla="*/ 0 h 132"/>
                  <a:gd name="T6" fmla="*/ 0 w 136"/>
                  <a:gd name="T7" fmla="*/ 0 h 132"/>
                  <a:gd name="T8" fmla="*/ 0 w 136"/>
                  <a:gd name="T9" fmla="*/ 0 h 132"/>
                  <a:gd name="T10" fmla="*/ 0 w 136"/>
                  <a:gd name="T11" fmla="*/ 0 h 132"/>
                  <a:gd name="T12" fmla="*/ 0 w 136"/>
                  <a:gd name="T13" fmla="*/ 0 h 132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136"/>
                  <a:gd name="T22" fmla="*/ 0 h 132"/>
                  <a:gd name="T23" fmla="*/ 136 w 136"/>
                  <a:gd name="T24" fmla="*/ 132 h 132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136" h="132">
                    <a:moveTo>
                      <a:pt x="136" y="66"/>
                    </a:moveTo>
                    <a:lnTo>
                      <a:pt x="94" y="33"/>
                    </a:lnTo>
                    <a:lnTo>
                      <a:pt x="51" y="0"/>
                    </a:lnTo>
                    <a:lnTo>
                      <a:pt x="0" y="67"/>
                    </a:lnTo>
                    <a:lnTo>
                      <a:pt x="42" y="99"/>
                    </a:lnTo>
                    <a:lnTo>
                      <a:pt x="84" y="132"/>
                    </a:lnTo>
                    <a:lnTo>
                      <a:pt x="136" y="66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537" name="Freeform 4643">
                <a:extLst>
                  <a:ext uri="{FF2B5EF4-FFF2-40B4-BE49-F238E27FC236}">
                    <a16:creationId xmlns:a16="http://schemas.microsoft.com/office/drawing/2014/main" id="{60EABC69-3670-ECE7-92F4-C859C1EF5E3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627" y="1901"/>
                <a:ext cx="23" cy="22"/>
              </a:xfrm>
              <a:custGeom>
                <a:avLst/>
                <a:gdLst>
                  <a:gd name="T0" fmla="*/ 0 w 136"/>
                  <a:gd name="T1" fmla="*/ 0 h 132"/>
                  <a:gd name="T2" fmla="*/ 0 w 136"/>
                  <a:gd name="T3" fmla="*/ 0 h 132"/>
                  <a:gd name="T4" fmla="*/ 0 w 136"/>
                  <a:gd name="T5" fmla="*/ 0 h 132"/>
                  <a:gd name="T6" fmla="*/ 0 w 136"/>
                  <a:gd name="T7" fmla="*/ 0 h 132"/>
                  <a:gd name="T8" fmla="*/ 0 w 136"/>
                  <a:gd name="T9" fmla="*/ 0 h 132"/>
                  <a:gd name="T10" fmla="*/ 0 w 136"/>
                  <a:gd name="T11" fmla="*/ 0 h 132"/>
                  <a:gd name="T12" fmla="*/ 0 w 136"/>
                  <a:gd name="T13" fmla="*/ 0 h 132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136"/>
                  <a:gd name="T22" fmla="*/ 0 h 132"/>
                  <a:gd name="T23" fmla="*/ 136 w 136"/>
                  <a:gd name="T24" fmla="*/ 132 h 132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136" h="132">
                    <a:moveTo>
                      <a:pt x="136" y="66"/>
                    </a:moveTo>
                    <a:lnTo>
                      <a:pt x="94" y="33"/>
                    </a:lnTo>
                    <a:lnTo>
                      <a:pt x="51" y="0"/>
                    </a:lnTo>
                    <a:lnTo>
                      <a:pt x="0" y="67"/>
                    </a:lnTo>
                    <a:lnTo>
                      <a:pt x="42" y="99"/>
                    </a:lnTo>
                    <a:lnTo>
                      <a:pt x="84" y="132"/>
                    </a:lnTo>
                    <a:lnTo>
                      <a:pt x="136" y="66"/>
                    </a:lnTo>
                    <a:close/>
                  </a:path>
                </a:pathLst>
              </a:cu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538" name="Freeform 4644">
                <a:extLst>
                  <a:ext uri="{FF2B5EF4-FFF2-40B4-BE49-F238E27FC236}">
                    <a16:creationId xmlns:a16="http://schemas.microsoft.com/office/drawing/2014/main" id="{895243A1-A51F-CDAE-DE75-005B72B5CED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626" y="1912"/>
                <a:ext cx="8" cy="5"/>
              </a:xfrm>
              <a:custGeom>
                <a:avLst/>
                <a:gdLst>
                  <a:gd name="T0" fmla="*/ 0 w 46"/>
                  <a:gd name="T1" fmla="*/ 0 h 32"/>
                  <a:gd name="T2" fmla="*/ 0 w 46"/>
                  <a:gd name="T3" fmla="*/ 0 h 32"/>
                  <a:gd name="T4" fmla="*/ 0 w 46"/>
                  <a:gd name="T5" fmla="*/ 0 h 32"/>
                  <a:gd name="T6" fmla="*/ 0 w 46"/>
                  <a:gd name="T7" fmla="*/ 0 h 32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46"/>
                  <a:gd name="T13" fmla="*/ 0 h 32"/>
                  <a:gd name="T14" fmla="*/ 46 w 46"/>
                  <a:gd name="T15" fmla="*/ 32 h 32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46" h="32">
                    <a:moveTo>
                      <a:pt x="46" y="32"/>
                    </a:moveTo>
                    <a:lnTo>
                      <a:pt x="4" y="0"/>
                    </a:lnTo>
                    <a:lnTo>
                      <a:pt x="0" y="5"/>
                    </a:lnTo>
                    <a:lnTo>
                      <a:pt x="46" y="32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539" name="Line 4645">
                <a:extLst>
                  <a:ext uri="{FF2B5EF4-FFF2-40B4-BE49-F238E27FC236}">
                    <a16:creationId xmlns:a16="http://schemas.microsoft.com/office/drawing/2014/main" id="{EC89A587-D3C1-ACE2-033D-18570F6DD6E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3626" y="1912"/>
                <a:ext cx="1" cy="1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540" name="Freeform 4646">
                <a:extLst>
                  <a:ext uri="{FF2B5EF4-FFF2-40B4-BE49-F238E27FC236}">
                    <a16:creationId xmlns:a16="http://schemas.microsoft.com/office/drawing/2014/main" id="{E3C85ABF-7068-2B2A-1F12-B53C1184A26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619" y="1913"/>
                <a:ext cx="22" cy="21"/>
              </a:xfrm>
              <a:custGeom>
                <a:avLst/>
                <a:gdLst>
                  <a:gd name="T0" fmla="*/ 0 w 135"/>
                  <a:gd name="T1" fmla="*/ 0 h 128"/>
                  <a:gd name="T2" fmla="*/ 0 w 135"/>
                  <a:gd name="T3" fmla="*/ 0 h 128"/>
                  <a:gd name="T4" fmla="*/ 0 w 135"/>
                  <a:gd name="T5" fmla="*/ 0 h 128"/>
                  <a:gd name="T6" fmla="*/ 0 w 135"/>
                  <a:gd name="T7" fmla="*/ 0 h 128"/>
                  <a:gd name="T8" fmla="*/ 0 w 135"/>
                  <a:gd name="T9" fmla="*/ 0 h 128"/>
                  <a:gd name="T10" fmla="*/ 0 w 135"/>
                  <a:gd name="T11" fmla="*/ 0 h 128"/>
                  <a:gd name="T12" fmla="*/ 0 w 135"/>
                  <a:gd name="T13" fmla="*/ 0 h 128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135"/>
                  <a:gd name="T22" fmla="*/ 0 h 128"/>
                  <a:gd name="T23" fmla="*/ 135 w 135"/>
                  <a:gd name="T24" fmla="*/ 128 h 128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135" h="128">
                    <a:moveTo>
                      <a:pt x="135" y="55"/>
                    </a:moveTo>
                    <a:lnTo>
                      <a:pt x="90" y="27"/>
                    </a:lnTo>
                    <a:lnTo>
                      <a:pt x="44" y="0"/>
                    </a:lnTo>
                    <a:lnTo>
                      <a:pt x="0" y="73"/>
                    </a:lnTo>
                    <a:lnTo>
                      <a:pt x="45" y="101"/>
                    </a:lnTo>
                    <a:lnTo>
                      <a:pt x="91" y="128"/>
                    </a:lnTo>
                    <a:lnTo>
                      <a:pt x="135" y="55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541" name="Freeform 4647">
                <a:extLst>
                  <a:ext uri="{FF2B5EF4-FFF2-40B4-BE49-F238E27FC236}">
                    <a16:creationId xmlns:a16="http://schemas.microsoft.com/office/drawing/2014/main" id="{89B2C667-A149-2C78-023F-D8DBE9BD42E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619" y="1913"/>
                <a:ext cx="22" cy="21"/>
              </a:xfrm>
              <a:custGeom>
                <a:avLst/>
                <a:gdLst>
                  <a:gd name="T0" fmla="*/ 0 w 135"/>
                  <a:gd name="T1" fmla="*/ 0 h 128"/>
                  <a:gd name="T2" fmla="*/ 0 w 135"/>
                  <a:gd name="T3" fmla="*/ 0 h 128"/>
                  <a:gd name="T4" fmla="*/ 0 w 135"/>
                  <a:gd name="T5" fmla="*/ 0 h 128"/>
                  <a:gd name="T6" fmla="*/ 0 w 135"/>
                  <a:gd name="T7" fmla="*/ 0 h 128"/>
                  <a:gd name="T8" fmla="*/ 0 w 135"/>
                  <a:gd name="T9" fmla="*/ 0 h 128"/>
                  <a:gd name="T10" fmla="*/ 0 w 135"/>
                  <a:gd name="T11" fmla="*/ 0 h 128"/>
                  <a:gd name="T12" fmla="*/ 0 w 135"/>
                  <a:gd name="T13" fmla="*/ 0 h 128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135"/>
                  <a:gd name="T22" fmla="*/ 0 h 128"/>
                  <a:gd name="T23" fmla="*/ 135 w 135"/>
                  <a:gd name="T24" fmla="*/ 128 h 128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135" h="128">
                    <a:moveTo>
                      <a:pt x="135" y="55"/>
                    </a:moveTo>
                    <a:lnTo>
                      <a:pt x="90" y="27"/>
                    </a:lnTo>
                    <a:lnTo>
                      <a:pt x="44" y="0"/>
                    </a:lnTo>
                    <a:lnTo>
                      <a:pt x="0" y="73"/>
                    </a:lnTo>
                    <a:lnTo>
                      <a:pt x="45" y="101"/>
                    </a:lnTo>
                    <a:lnTo>
                      <a:pt x="91" y="128"/>
                    </a:lnTo>
                    <a:lnTo>
                      <a:pt x="135" y="55"/>
                    </a:lnTo>
                    <a:close/>
                  </a:path>
                </a:pathLst>
              </a:cu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542" name="Freeform 4648">
                <a:extLst>
                  <a:ext uri="{FF2B5EF4-FFF2-40B4-BE49-F238E27FC236}">
                    <a16:creationId xmlns:a16="http://schemas.microsoft.com/office/drawing/2014/main" id="{CEF0906F-173E-9CDD-D745-83E565C07EC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618" y="1925"/>
                <a:ext cx="8" cy="5"/>
              </a:xfrm>
              <a:custGeom>
                <a:avLst/>
                <a:gdLst>
                  <a:gd name="T0" fmla="*/ 0 w 48"/>
                  <a:gd name="T1" fmla="*/ 0 h 28"/>
                  <a:gd name="T2" fmla="*/ 0 w 48"/>
                  <a:gd name="T3" fmla="*/ 0 h 28"/>
                  <a:gd name="T4" fmla="*/ 0 w 48"/>
                  <a:gd name="T5" fmla="*/ 0 h 28"/>
                  <a:gd name="T6" fmla="*/ 0 w 48"/>
                  <a:gd name="T7" fmla="*/ 0 h 28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48"/>
                  <a:gd name="T13" fmla="*/ 0 h 28"/>
                  <a:gd name="T14" fmla="*/ 48 w 48"/>
                  <a:gd name="T15" fmla="*/ 28 h 28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48" h="28">
                    <a:moveTo>
                      <a:pt x="48" y="28"/>
                    </a:moveTo>
                    <a:lnTo>
                      <a:pt x="3" y="0"/>
                    </a:lnTo>
                    <a:lnTo>
                      <a:pt x="0" y="5"/>
                    </a:lnTo>
                    <a:lnTo>
                      <a:pt x="48" y="28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543" name="Line 4649">
                <a:extLst>
                  <a:ext uri="{FF2B5EF4-FFF2-40B4-BE49-F238E27FC236}">
                    <a16:creationId xmlns:a16="http://schemas.microsoft.com/office/drawing/2014/main" id="{BAF0C23A-4101-6342-4B13-6239216A8C5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3618" y="1925"/>
                <a:ext cx="1" cy="1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544" name="Freeform 4650">
                <a:extLst>
                  <a:ext uri="{FF2B5EF4-FFF2-40B4-BE49-F238E27FC236}">
                    <a16:creationId xmlns:a16="http://schemas.microsoft.com/office/drawing/2014/main" id="{DB43424E-4DC9-E69C-316D-19E9CB3F909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612" y="1926"/>
                <a:ext cx="23" cy="20"/>
              </a:xfrm>
              <a:custGeom>
                <a:avLst/>
                <a:gdLst>
                  <a:gd name="T0" fmla="*/ 0 w 132"/>
                  <a:gd name="T1" fmla="*/ 0 h 123"/>
                  <a:gd name="T2" fmla="*/ 0 w 132"/>
                  <a:gd name="T3" fmla="*/ 0 h 123"/>
                  <a:gd name="T4" fmla="*/ 0 w 132"/>
                  <a:gd name="T5" fmla="*/ 0 h 123"/>
                  <a:gd name="T6" fmla="*/ 0 w 132"/>
                  <a:gd name="T7" fmla="*/ 0 h 123"/>
                  <a:gd name="T8" fmla="*/ 0 w 132"/>
                  <a:gd name="T9" fmla="*/ 0 h 123"/>
                  <a:gd name="T10" fmla="*/ 0 w 132"/>
                  <a:gd name="T11" fmla="*/ 0 h 123"/>
                  <a:gd name="T12" fmla="*/ 0 w 132"/>
                  <a:gd name="T13" fmla="*/ 0 h 123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132"/>
                  <a:gd name="T22" fmla="*/ 0 h 123"/>
                  <a:gd name="T23" fmla="*/ 132 w 132"/>
                  <a:gd name="T24" fmla="*/ 123 h 123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132" h="123">
                    <a:moveTo>
                      <a:pt x="132" y="45"/>
                    </a:moveTo>
                    <a:lnTo>
                      <a:pt x="83" y="23"/>
                    </a:lnTo>
                    <a:lnTo>
                      <a:pt x="35" y="0"/>
                    </a:lnTo>
                    <a:lnTo>
                      <a:pt x="0" y="79"/>
                    </a:lnTo>
                    <a:lnTo>
                      <a:pt x="49" y="101"/>
                    </a:lnTo>
                    <a:lnTo>
                      <a:pt x="97" y="123"/>
                    </a:lnTo>
                    <a:lnTo>
                      <a:pt x="132" y="45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545" name="Freeform 4651">
                <a:extLst>
                  <a:ext uri="{FF2B5EF4-FFF2-40B4-BE49-F238E27FC236}">
                    <a16:creationId xmlns:a16="http://schemas.microsoft.com/office/drawing/2014/main" id="{634FA140-0A33-A4EA-F1BE-08266466E3B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612" y="1926"/>
                <a:ext cx="23" cy="20"/>
              </a:xfrm>
              <a:custGeom>
                <a:avLst/>
                <a:gdLst>
                  <a:gd name="T0" fmla="*/ 0 w 132"/>
                  <a:gd name="T1" fmla="*/ 0 h 123"/>
                  <a:gd name="T2" fmla="*/ 0 w 132"/>
                  <a:gd name="T3" fmla="*/ 0 h 123"/>
                  <a:gd name="T4" fmla="*/ 0 w 132"/>
                  <a:gd name="T5" fmla="*/ 0 h 123"/>
                  <a:gd name="T6" fmla="*/ 0 w 132"/>
                  <a:gd name="T7" fmla="*/ 0 h 123"/>
                  <a:gd name="T8" fmla="*/ 0 w 132"/>
                  <a:gd name="T9" fmla="*/ 0 h 123"/>
                  <a:gd name="T10" fmla="*/ 0 w 132"/>
                  <a:gd name="T11" fmla="*/ 0 h 123"/>
                  <a:gd name="T12" fmla="*/ 0 w 132"/>
                  <a:gd name="T13" fmla="*/ 0 h 123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132"/>
                  <a:gd name="T22" fmla="*/ 0 h 123"/>
                  <a:gd name="T23" fmla="*/ 132 w 132"/>
                  <a:gd name="T24" fmla="*/ 123 h 123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132" h="123">
                    <a:moveTo>
                      <a:pt x="132" y="45"/>
                    </a:moveTo>
                    <a:lnTo>
                      <a:pt x="83" y="23"/>
                    </a:lnTo>
                    <a:lnTo>
                      <a:pt x="35" y="0"/>
                    </a:lnTo>
                    <a:lnTo>
                      <a:pt x="0" y="79"/>
                    </a:lnTo>
                    <a:lnTo>
                      <a:pt x="49" y="101"/>
                    </a:lnTo>
                    <a:lnTo>
                      <a:pt x="97" y="123"/>
                    </a:lnTo>
                    <a:lnTo>
                      <a:pt x="132" y="45"/>
                    </a:lnTo>
                    <a:close/>
                  </a:path>
                </a:pathLst>
              </a:cu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546" name="Freeform 4652">
                <a:extLst>
                  <a:ext uri="{FF2B5EF4-FFF2-40B4-BE49-F238E27FC236}">
                    <a16:creationId xmlns:a16="http://schemas.microsoft.com/office/drawing/2014/main" id="{FF4DF576-BEEF-E831-660F-704F3B7A0F8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612" y="1939"/>
                <a:ext cx="9" cy="4"/>
              </a:xfrm>
              <a:custGeom>
                <a:avLst/>
                <a:gdLst>
                  <a:gd name="T0" fmla="*/ 0 w 51"/>
                  <a:gd name="T1" fmla="*/ 0 h 22"/>
                  <a:gd name="T2" fmla="*/ 0 w 51"/>
                  <a:gd name="T3" fmla="*/ 0 h 22"/>
                  <a:gd name="T4" fmla="*/ 0 w 51"/>
                  <a:gd name="T5" fmla="*/ 0 h 22"/>
                  <a:gd name="T6" fmla="*/ 0 w 51"/>
                  <a:gd name="T7" fmla="*/ 0 h 22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51"/>
                  <a:gd name="T13" fmla="*/ 0 h 22"/>
                  <a:gd name="T14" fmla="*/ 51 w 51"/>
                  <a:gd name="T15" fmla="*/ 22 h 22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51" h="22">
                    <a:moveTo>
                      <a:pt x="51" y="22"/>
                    </a:moveTo>
                    <a:lnTo>
                      <a:pt x="2" y="0"/>
                    </a:lnTo>
                    <a:lnTo>
                      <a:pt x="0" y="6"/>
                    </a:lnTo>
                    <a:lnTo>
                      <a:pt x="51" y="22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547" name="Line 4653">
                <a:extLst>
                  <a:ext uri="{FF2B5EF4-FFF2-40B4-BE49-F238E27FC236}">
                    <a16:creationId xmlns:a16="http://schemas.microsoft.com/office/drawing/2014/main" id="{3B2D6C3D-B674-B6B2-E653-05017A07DD0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3612" y="1939"/>
                <a:ext cx="1" cy="1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548" name="Freeform 4654">
                <a:extLst>
                  <a:ext uri="{FF2B5EF4-FFF2-40B4-BE49-F238E27FC236}">
                    <a16:creationId xmlns:a16="http://schemas.microsoft.com/office/drawing/2014/main" id="{214FD2A7-A046-137E-2934-8296E6DF9CA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608" y="1940"/>
                <a:ext cx="21" cy="19"/>
              </a:xfrm>
              <a:custGeom>
                <a:avLst/>
                <a:gdLst>
                  <a:gd name="T0" fmla="*/ 0 w 127"/>
                  <a:gd name="T1" fmla="*/ 0 h 113"/>
                  <a:gd name="T2" fmla="*/ 0 w 127"/>
                  <a:gd name="T3" fmla="*/ 0 h 113"/>
                  <a:gd name="T4" fmla="*/ 0 w 127"/>
                  <a:gd name="T5" fmla="*/ 0 h 113"/>
                  <a:gd name="T6" fmla="*/ 0 w 127"/>
                  <a:gd name="T7" fmla="*/ 0 h 113"/>
                  <a:gd name="T8" fmla="*/ 0 w 127"/>
                  <a:gd name="T9" fmla="*/ 0 h 113"/>
                  <a:gd name="T10" fmla="*/ 0 w 127"/>
                  <a:gd name="T11" fmla="*/ 0 h 113"/>
                  <a:gd name="T12" fmla="*/ 0 w 127"/>
                  <a:gd name="T13" fmla="*/ 0 h 113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127"/>
                  <a:gd name="T22" fmla="*/ 0 h 113"/>
                  <a:gd name="T23" fmla="*/ 127 w 127"/>
                  <a:gd name="T24" fmla="*/ 113 h 113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127" h="113">
                    <a:moveTo>
                      <a:pt x="127" y="32"/>
                    </a:moveTo>
                    <a:lnTo>
                      <a:pt x="77" y="16"/>
                    </a:lnTo>
                    <a:lnTo>
                      <a:pt x="26" y="0"/>
                    </a:lnTo>
                    <a:lnTo>
                      <a:pt x="0" y="82"/>
                    </a:lnTo>
                    <a:lnTo>
                      <a:pt x="51" y="97"/>
                    </a:lnTo>
                    <a:lnTo>
                      <a:pt x="102" y="113"/>
                    </a:lnTo>
                    <a:lnTo>
                      <a:pt x="127" y="32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549" name="Freeform 4655">
                <a:extLst>
                  <a:ext uri="{FF2B5EF4-FFF2-40B4-BE49-F238E27FC236}">
                    <a16:creationId xmlns:a16="http://schemas.microsoft.com/office/drawing/2014/main" id="{0E1E2E66-6B0F-7D4A-61A7-68C12468741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608" y="1940"/>
                <a:ext cx="21" cy="19"/>
              </a:xfrm>
              <a:custGeom>
                <a:avLst/>
                <a:gdLst>
                  <a:gd name="T0" fmla="*/ 0 w 127"/>
                  <a:gd name="T1" fmla="*/ 0 h 113"/>
                  <a:gd name="T2" fmla="*/ 0 w 127"/>
                  <a:gd name="T3" fmla="*/ 0 h 113"/>
                  <a:gd name="T4" fmla="*/ 0 w 127"/>
                  <a:gd name="T5" fmla="*/ 0 h 113"/>
                  <a:gd name="T6" fmla="*/ 0 w 127"/>
                  <a:gd name="T7" fmla="*/ 0 h 113"/>
                  <a:gd name="T8" fmla="*/ 0 w 127"/>
                  <a:gd name="T9" fmla="*/ 0 h 113"/>
                  <a:gd name="T10" fmla="*/ 0 w 127"/>
                  <a:gd name="T11" fmla="*/ 0 h 113"/>
                  <a:gd name="T12" fmla="*/ 0 w 127"/>
                  <a:gd name="T13" fmla="*/ 0 h 113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127"/>
                  <a:gd name="T22" fmla="*/ 0 h 113"/>
                  <a:gd name="T23" fmla="*/ 127 w 127"/>
                  <a:gd name="T24" fmla="*/ 113 h 113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127" h="113">
                    <a:moveTo>
                      <a:pt x="127" y="32"/>
                    </a:moveTo>
                    <a:lnTo>
                      <a:pt x="77" y="16"/>
                    </a:lnTo>
                    <a:lnTo>
                      <a:pt x="26" y="0"/>
                    </a:lnTo>
                    <a:lnTo>
                      <a:pt x="0" y="82"/>
                    </a:lnTo>
                    <a:lnTo>
                      <a:pt x="51" y="97"/>
                    </a:lnTo>
                    <a:lnTo>
                      <a:pt x="102" y="113"/>
                    </a:lnTo>
                    <a:lnTo>
                      <a:pt x="127" y="32"/>
                    </a:lnTo>
                    <a:close/>
                  </a:path>
                </a:pathLst>
              </a:cu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550" name="Freeform 4656">
                <a:extLst>
                  <a:ext uri="{FF2B5EF4-FFF2-40B4-BE49-F238E27FC236}">
                    <a16:creationId xmlns:a16="http://schemas.microsoft.com/office/drawing/2014/main" id="{E5E8B219-8DB3-8B25-1517-B9377CA45D0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608" y="1954"/>
                <a:ext cx="8" cy="2"/>
              </a:xfrm>
              <a:custGeom>
                <a:avLst/>
                <a:gdLst>
                  <a:gd name="T0" fmla="*/ 0 w 53"/>
                  <a:gd name="T1" fmla="*/ 0 h 15"/>
                  <a:gd name="T2" fmla="*/ 0 w 53"/>
                  <a:gd name="T3" fmla="*/ 0 h 15"/>
                  <a:gd name="T4" fmla="*/ 0 w 53"/>
                  <a:gd name="T5" fmla="*/ 0 h 15"/>
                  <a:gd name="T6" fmla="*/ 0 w 53"/>
                  <a:gd name="T7" fmla="*/ 0 h 15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53"/>
                  <a:gd name="T13" fmla="*/ 0 h 15"/>
                  <a:gd name="T14" fmla="*/ 53 w 53"/>
                  <a:gd name="T15" fmla="*/ 15 h 15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53" h="15">
                    <a:moveTo>
                      <a:pt x="53" y="15"/>
                    </a:moveTo>
                    <a:lnTo>
                      <a:pt x="2" y="0"/>
                    </a:lnTo>
                    <a:lnTo>
                      <a:pt x="0" y="6"/>
                    </a:lnTo>
                    <a:lnTo>
                      <a:pt x="53" y="15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551" name="Line 4657">
                <a:extLst>
                  <a:ext uri="{FF2B5EF4-FFF2-40B4-BE49-F238E27FC236}">
                    <a16:creationId xmlns:a16="http://schemas.microsoft.com/office/drawing/2014/main" id="{3C5A723C-B339-D1A3-1D98-ECD0886AA88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3608" y="1954"/>
                <a:ext cx="1" cy="1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552" name="Freeform 4658">
                <a:extLst>
                  <a:ext uri="{FF2B5EF4-FFF2-40B4-BE49-F238E27FC236}">
                    <a16:creationId xmlns:a16="http://schemas.microsoft.com/office/drawing/2014/main" id="{F2E80556-F9F3-0051-DC3D-6CAF76BFC44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605" y="1955"/>
                <a:ext cx="20" cy="17"/>
              </a:xfrm>
              <a:custGeom>
                <a:avLst/>
                <a:gdLst>
                  <a:gd name="T0" fmla="*/ 0 w 122"/>
                  <a:gd name="T1" fmla="*/ 0 h 104"/>
                  <a:gd name="T2" fmla="*/ 0 w 122"/>
                  <a:gd name="T3" fmla="*/ 0 h 104"/>
                  <a:gd name="T4" fmla="*/ 0 w 122"/>
                  <a:gd name="T5" fmla="*/ 0 h 104"/>
                  <a:gd name="T6" fmla="*/ 0 w 122"/>
                  <a:gd name="T7" fmla="*/ 0 h 104"/>
                  <a:gd name="T8" fmla="*/ 0 w 122"/>
                  <a:gd name="T9" fmla="*/ 0 h 104"/>
                  <a:gd name="T10" fmla="*/ 0 w 122"/>
                  <a:gd name="T11" fmla="*/ 0 h 104"/>
                  <a:gd name="T12" fmla="*/ 0 w 122"/>
                  <a:gd name="T13" fmla="*/ 0 h 104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122"/>
                  <a:gd name="T22" fmla="*/ 0 h 104"/>
                  <a:gd name="T23" fmla="*/ 122 w 122"/>
                  <a:gd name="T24" fmla="*/ 104 h 104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122" h="104">
                    <a:moveTo>
                      <a:pt x="122" y="19"/>
                    </a:moveTo>
                    <a:lnTo>
                      <a:pt x="69" y="9"/>
                    </a:lnTo>
                    <a:lnTo>
                      <a:pt x="16" y="0"/>
                    </a:lnTo>
                    <a:lnTo>
                      <a:pt x="0" y="85"/>
                    </a:lnTo>
                    <a:lnTo>
                      <a:pt x="53" y="94"/>
                    </a:lnTo>
                    <a:lnTo>
                      <a:pt x="106" y="104"/>
                    </a:lnTo>
                    <a:lnTo>
                      <a:pt x="122" y="19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553" name="Freeform 4659">
                <a:extLst>
                  <a:ext uri="{FF2B5EF4-FFF2-40B4-BE49-F238E27FC236}">
                    <a16:creationId xmlns:a16="http://schemas.microsoft.com/office/drawing/2014/main" id="{D8CF4EB5-EE3A-F094-F49D-661DC3D1B21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605" y="1955"/>
                <a:ext cx="20" cy="17"/>
              </a:xfrm>
              <a:custGeom>
                <a:avLst/>
                <a:gdLst>
                  <a:gd name="T0" fmla="*/ 0 w 122"/>
                  <a:gd name="T1" fmla="*/ 0 h 104"/>
                  <a:gd name="T2" fmla="*/ 0 w 122"/>
                  <a:gd name="T3" fmla="*/ 0 h 104"/>
                  <a:gd name="T4" fmla="*/ 0 w 122"/>
                  <a:gd name="T5" fmla="*/ 0 h 104"/>
                  <a:gd name="T6" fmla="*/ 0 w 122"/>
                  <a:gd name="T7" fmla="*/ 0 h 104"/>
                  <a:gd name="T8" fmla="*/ 0 w 122"/>
                  <a:gd name="T9" fmla="*/ 0 h 104"/>
                  <a:gd name="T10" fmla="*/ 0 w 122"/>
                  <a:gd name="T11" fmla="*/ 0 h 104"/>
                  <a:gd name="T12" fmla="*/ 0 w 122"/>
                  <a:gd name="T13" fmla="*/ 0 h 104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122"/>
                  <a:gd name="T22" fmla="*/ 0 h 104"/>
                  <a:gd name="T23" fmla="*/ 122 w 122"/>
                  <a:gd name="T24" fmla="*/ 104 h 104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122" h="104">
                    <a:moveTo>
                      <a:pt x="122" y="19"/>
                    </a:moveTo>
                    <a:lnTo>
                      <a:pt x="69" y="9"/>
                    </a:lnTo>
                    <a:lnTo>
                      <a:pt x="16" y="0"/>
                    </a:lnTo>
                    <a:lnTo>
                      <a:pt x="0" y="85"/>
                    </a:lnTo>
                    <a:lnTo>
                      <a:pt x="53" y="94"/>
                    </a:lnTo>
                    <a:lnTo>
                      <a:pt x="106" y="104"/>
                    </a:lnTo>
                    <a:lnTo>
                      <a:pt x="122" y="19"/>
                    </a:lnTo>
                    <a:close/>
                  </a:path>
                </a:pathLst>
              </a:cu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554" name="Freeform 4660">
                <a:extLst>
                  <a:ext uri="{FF2B5EF4-FFF2-40B4-BE49-F238E27FC236}">
                    <a16:creationId xmlns:a16="http://schemas.microsoft.com/office/drawing/2014/main" id="{E6C6EAA1-43FA-6CB2-BCC2-1DAAF2CDAEA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605" y="1969"/>
                <a:ext cx="9" cy="1"/>
              </a:xfrm>
              <a:custGeom>
                <a:avLst/>
                <a:gdLst>
                  <a:gd name="T0" fmla="*/ 0 w 53"/>
                  <a:gd name="T1" fmla="*/ 0 h 9"/>
                  <a:gd name="T2" fmla="*/ 0 w 53"/>
                  <a:gd name="T3" fmla="*/ 0 h 9"/>
                  <a:gd name="T4" fmla="*/ 0 w 53"/>
                  <a:gd name="T5" fmla="*/ 0 h 9"/>
                  <a:gd name="T6" fmla="*/ 0 w 53"/>
                  <a:gd name="T7" fmla="*/ 0 h 9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53"/>
                  <a:gd name="T13" fmla="*/ 0 h 9"/>
                  <a:gd name="T14" fmla="*/ 53 w 53"/>
                  <a:gd name="T15" fmla="*/ 9 h 9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53" h="9">
                    <a:moveTo>
                      <a:pt x="53" y="9"/>
                    </a:moveTo>
                    <a:lnTo>
                      <a:pt x="0" y="0"/>
                    </a:lnTo>
                    <a:lnTo>
                      <a:pt x="0" y="6"/>
                    </a:lnTo>
                    <a:lnTo>
                      <a:pt x="53" y="9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555" name="Line 4661">
                <a:extLst>
                  <a:ext uri="{FF2B5EF4-FFF2-40B4-BE49-F238E27FC236}">
                    <a16:creationId xmlns:a16="http://schemas.microsoft.com/office/drawing/2014/main" id="{EF019E2F-26F0-2C32-8EFC-4D70ABD0CF3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605" y="1969"/>
                <a:ext cx="1" cy="1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556" name="Freeform 4662">
                <a:extLst>
                  <a:ext uri="{FF2B5EF4-FFF2-40B4-BE49-F238E27FC236}">
                    <a16:creationId xmlns:a16="http://schemas.microsoft.com/office/drawing/2014/main" id="{AF5B1D02-26FD-77B7-BD84-4DB0526CD7F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604" y="1970"/>
                <a:ext cx="19" cy="15"/>
              </a:xfrm>
              <a:custGeom>
                <a:avLst/>
                <a:gdLst>
                  <a:gd name="T0" fmla="*/ 0 w 111"/>
                  <a:gd name="T1" fmla="*/ 0 h 91"/>
                  <a:gd name="T2" fmla="*/ 0 w 111"/>
                  <a:gd name="T3" fmla="*/ 0 h 91"/>
                  <a:gd name="T4" fmla="*/ 0 w 111"/>
                  <a:gd name="T5" fmla="*/ 0 h 91"/>
                  <a:gd name="T6" fmla="*/ 0 w 111"/>
                  <a:gd name="T7" fmla="*/ 0 h 91"/>
                  <a:gd name="T8" fmla="*/ 0 w 111"/>
                  <a:gd name="T9" fmla="*/ 0 h 91"/>
                  <a:gd name="T10" fmla="*/ 0 w 111"/>
                  <a:gd name="T11" fmla="*/ 0 h 91"/>
                  <a:gd name="T12" fmla="*/ 0 w 111"/>
                  <a:gd name="T13" fmla="*/ 0 h 91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111"/>
                  <a:gd name="T22" fmla="*/ 0 h 91"/>
                  <a:gd name="T23" fmla="*/ 111 w 111"/>
                  <a:gd name="T24" fmla="*/ 91 h 91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111" h="91">
                    <a:moveTo>
                      <a:pt x="111" y="6"/>
                    </a:moveTo>
                    <a:lnTo>
                      <a:pt x="58" y="3"/>
                    </a:lnTo>
                    <a:lnTo>
                      <a:pt x="5" y="0"/>
                    </a:lnTo>
                    <a:lnTo>
                      <a:pt x="0" y="85"/>
                    </a:lnTo>
                    <a:lnTo>
                      <a:pt x="53" y="88"/>
                    </a:lnTo>
                    <a:lnTo>
                      <a:pt x="106" y="91"/>
                    </a:lnTo>
                    <a:lnTo>
                      <a:pt x="111" y="6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557" name="Freeform 4663">
                <a:extLst>
                  <a:ext uri="{FF2B5EF4-FFF2-40B4-BE49-F238E27FC236}">
                    <a16:creationId xmlns:a16="http://schemas.microsoft.com/office/drawing/2014/main" id="{A12703D3-D769-8BBF-406A-C4550451E4A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604" y="1970"/>
                <a:ext cx="19" cy="15"/>
              </a:xfrm>
              <a:custGeom>
                <a:avLst/>
                <a:gdLst>
                  <a:gd name="T0" fmla="*/ 0 w 111"/>
                  <a:gd name="T1" fmla="*/ 0 h 91"/>
                  <a:gd name="T2" fmla="*/ 0 w 111"/>
                  <a:gd name="T3" fmla="*/ 0 h 91"/>
                  <a:gd name="T4" fmla="*/ 0 w 111"/>
                  <a:gd name="T5" fmla="*/ 0 h 91"/>
                  <a:gd name="T6" fmla="*/ 0 w 111"/>
                  <a:gd name="T7" fmla="*/ 0 h 91"/>
                  <a:gd name="T8" fmla="*/ 0 w 111"/>
                  <a:gd name="T9" fmla="*/ 0 h 91"/>
                  <a:gd name="T10" fmla="*/ 0 w 111"/>
                  <a:gd name="T11" fmla="*/ 0 h 91"/>
                  <a:gd name="T12" fmla="*/ 0 w 111"/>
                  <a:gd name="T13" fmla="*/ 0 h 91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111"/>
                  <a:gd name="T22" fmla="*/ 0 h 91"/>
                  <a:gd name="T23" fmla="*/ 111 w 111"/>
                  <a:gd name="T24" fmla="*/ 91 h 91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111" h="91">
                    <a:moveTo>
                      <a:pt x="111" y="6"/>
                    </a:moveTo>
                    <a:lnTo>
                      <a:pt x="58" y="3"/>
                    </a:lnTo>
                    <a:lnTo>
                      <a:pt x="5" y="0"/>
                    </a:lnTo>
                    <a:lnTo>
                      <a:pt x="0" y="85"/>
                    </a:lnTo>
                    <a:lnTo>
                      <a:pt x="53" y="88"/>
                    </a:lnTo>
                    <a:lnTo>
                      <a:pt x="106" y="91"/>
                    </a:lnTo>
                    <a:lnTo>
                      <a:pt x="111" y="6"/>
                    </a:lnTo>
                    <a:close/>
                  </a:path>
                </a:pathLst>
              </a:cu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558" name="Freeform 4664">
                <a:extLst>
                  <a:ext uri="{FF2B5EF4-FFF2-40B4-BE49-F238E27FC236}">
                    <a16:creationId xmlns:a16="http://schemas.microsoft.com/office/drawing/2014/main" id="{E12410F4-8C62-6119-7C42-95F33E9D56E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604" y="1984"/>
                <a:ext cx="9" cy="1"/>
              </a:xfrm>
              <a:custGeom>
                <a:avLst/>
                <a:gdLst>
                  <a:gd name="T0" fmla="*/ 0 w 53"/>
                  <a:gd name="T1" fmla="*/ 0 h 6"/>
                  <a:gd name="T2" fmla="*/ 0 w 53"/>
                  <a:gd name="T3" fmla="*/ 0 h 6"/>
                  <a:gd name="T4" fmla="*/ 0 w 53"/>
                  <a:gd name="T5" fmla="*/ 0 h 6"/>
                  <a:gd name="T6" fmla="*/ 0 w 53"/>
                  <a:gd name="T7" fmla="*/ 0 h 6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53"/>
                  <a:gd name="T13" fmla="*/ 0 h 6"/>
                  <a:gd name="T14" fmla="*/ 53 w 53"/>
                  <a:gd name="T15" fmla="*/ 6 h 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53" h="6">
                    <a:moveTo>
                      <a:pt x="53" y="3"/>
                    </a:moveTo>
                    <a:lnTo>
                      <a:pt x="0" y="0"/>
                    </a:lnTo>
                    <a:lnTo>
                      <a:pt x="0" y="6"/>
                    </a:lnTo>
                    <a:lnTo>
                      <a:pt x="53" y="3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559" name="Line 4665">
                <a:extLst>
                  <a:ext uri="{FF2B5EF4-FFF2-40B4-BE49-F238E27FC236}">
                    <a16:creationId xmlns:a16="http://schemas.microsoft.com/office/drawing/2014/main" id="{698A5CAE-7C70-043B-39A6-24BE07D46FA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604" y="1984"/>
                <a:ext cx="1" cy="1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560" name="Freeform 4666">
                <a:extLst>
                  <a:ext uri="{FF2B5EF4-FFF2-40B4-BE49-F238E27FC236}">
                    <a16:creationId xmlns:a16="http://schemas.microsoft.com/office/drawing/2014/main" id="{20AE0CD5-784F-D2C7-71F5-28173651FB1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604" y="1984"/>
                <a:ext cx="19" cy="15"/>
              </a:xfrm>
              <a:custGeom>
                <a:avLst/>
                <a:gdLst>
                  <a:gd name="T0" fmla="*/ 0 w 111"/>
                  <a:gd name="T1" fmla="*/ 0 h 92"/>
                  <a:gd name="T2" fmla="*/ 0 w 111"/>
                  <a:gd name="T3" fmla="*/ 0 h 92"/>
                  <a:gd name="T4" fmla="*/ 0 w 111"/>
                  <a:gd name="T5" fmla="*/ 0 h 92"/>
                  <a:gd name="T6" fmla="*/ 0 w 111"/>
                  <a:gd name="T7" fmla="*/ 0 h 92"/>
                  <a:gd name="T8" fmla="*/ 0 w 111"/>
                  <a:gd name="T9" fmla="*/ 0 h 92"/>
                  <a:gd name="T10" fmla="*/ 0 w 111"/>
                  <a:gd name="T11" fmla="*/ 0 h 92"/>
                  <a:gd name="T12" fmla="*/ 0 w 111"/>
                  <a:gd name="T13" fmla="*/ 0 h 92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111"/>
                  <a:gd name="T22" fmla="*/ 0 h 92"/>
                  <a:gd name="T23" fmla="*/ 111 w 111"/>
                  <a:gd name="T24" fmla="*/ 92 h 92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111" h="92">
                    <a:moveTo>
                      <a:pt x="106" y="0"/>
                    </a:moveTo>
                    <a:lnTo>
                      <a:pt x="53" y="3"/>
                    </a:lnTo>
                    <a:lnTo>
                      <a:pt x="0" y="6"/>
                    </a:lnTo>
                    <a:lnTo>
                      <a:pt x="5" y="92"/>
                    </a:lnTo>
                    <a:lnTo>
                      <a:pt x="58" y="89"/>
                    </a:lnTo>
                    <a:lnTo>
                      <a:pt x="111" y="85"/>
                    </a:lnTo>
                    <a:lnTo>
                      <a:pt x="106" y="0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561" name="Freeform 4667">
                <a:extLst>
                  <a:ext uri="{FF2B5EF4-FFF2-40B4-BE49-F238E27FC236}">
                    <a16:creationId xmlns:a16="http://schemas.microsoft.com/office/drawing/2014/main" id="{5909AD6F-973A-7738-1C46-C1DC8B59CDF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604" y="1984"/>
                <a:ext cx="19" cy="15"/>
              </a:xfrm>
              <a:custGeom>
                <a:avLst/>
                <a:gdLst>
                  <a:gd name="T0" fmla="*/ 0 w 111"/>
                  <a:gd name="T1" fmla="*/ 0 h 92"/>
                  <a:gd name="T2" fmla="*/ 0 w 111"/>
                  <a:gd name="T3" fmla="*/ 0 h 92"/>
                  <a:gd name="T4" fmla="*/ 0 w 111"/>
                  <a:gd name="T5" fmla="*/ 0 h 92"/>
                  <a:gd name="T6" fmla="*/ 0 w 111"/>
                  <a:gd name="T7" fmla="*/ 0 h 92"/>
                  <a:gd name="T8" fmla="*/ 0 w 111"/>
                  <a:gd name="T9" fmla="*/ 0 h 92"/>
                  <a:gd name="T10" fmla="*/ 0 w 111"/>
                  <a:gd name="T11" fmla="*/ 0 h 92"/>
                  <a:gd name="T12" fmla="*/ 0 w 111"/>
                  <a:gd name="T13" fmla="*/ 0 h 92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111"/>
                  <a:gd name="T22" fmla="*/ 0 h 92"/>
                  <a:gd name="T23" fmla="*/ 111 w 111"/>
                  <a:gd name="T24" fmla="*/ 92 h 92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111" h="92">
                    <a:moveTo>
                      <a:pt x="106" y="0"/>
                    </a:moveTo>
                    <a:lnTo>
                      <a:pt x="53" y="3"/>
                    </a:lnTo>
                    <a:lnTo>
                      <a:pt x="0" y="6"/>
                    </a:lnTo>
                    <a:lnTo>
                      <a:pt x="5" y="92"/>
                    </a:lnTo>
                    <a:lnTo>
                      <a:pt x="58" y="89"/>
                    </a:lnTo>
                    <a:lnTo>
                      <a:pt x="111" y="85"/>
                    </a:lnTo>
                    <a:lnTo>
                      <a:pt x="106" y="0"/>
                    </a:lnTo>
                    <a:close/>
                  </a:path>
                </a:pathLst>
              </a:cu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562" name="Freeform 4668">
                <a:extLst>
                  <a:ext uri="{FF2B5EF4-FFF2-40B4-BE49-F238E27FC236}">
                    <a16:creationId xmlns:a16="http://schemas.microsoft.com/office/drawing/2014/main" id="{0C9F3A5F-FFE7-735E-7824-CB4FCE47260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605" y="1999"/>
                <a:ext cx="9" cy="1"/>
              </a:xfrm>
              <a:custGeom>
                <a:avLst/>
                <a:gdLst>
                  <a:gd name="T0" fmla="*/ 0 w 53"/>
                  <a:gd name="T1" fmla="*/ 0 h 9"/>
                  <a:gd name="T2" fmla="*/ 0 w 53"/>
                  <a:gd name="T3" fmla="*/ 0 h 9"/>
                  <a:gd name="T4" fmla="*/ 0 w 53"/>
                  <a:gd name="T5" fmla="*/ 0 h 9"/>
                  <a:gd name="T6" fmla="*/ 0 w 53"/>
                  <a:gd name="T7" fmla="*/ 0 h 9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53"/>
                  <a:gd name="T13" fmla="*/ 0 h 9"/>
                  <a:gd name="T14" fmla="*/ 53 w 53"/>
                  <a:gd name="T15" fmla="*/ 9 h 9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53" h="9">
                    <a:moveTo>
                      <a:pt x="53" y="0"/>
                    </a:moveTo>
                    <a:lnTo>
                      <a:pt x="0" y="3"/>
                    </a:lnTo>
                    <a:lnTo>
                      <a:pt x="0" y="9"/>
                    </a:lnTo>
                    <a:lnTo>
                      <a:pt x="53" y="0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563" name="Line 4669">
                <a:extLst>
                  <a:ext uri="{FF2B5EF4-FFF2-40B4-BE49-F238E27FC236}">
                    <a16:creationId xmlns:a16="http://schemas.microsoft.com/office/drawing/2014/main" id="{CDE4B208-6AD3-E4CC-EF0B-9FE2B674B9E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605" y="1999"/>
                <a:ext cx="1" cy="1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564" name="Freeform 4670">
                <a:extLst>
                  <a:ext uri="{FF2B5EF4-FFF2-40B4-BE49-F238E27FC236}">
                    <a16:creationId xmlns:a16="http://schemas.microsoft.com/office/drawing/2014/main" id="{DF7FDF1B-CDF6-D015-A130-9B81A6B2B52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605" y="1997"/>
                <a:ext cx="20" cy="17"/>
              </a:xfrm>
              <a:custGeom>
                <a:avLst/>
                <a:gdLst>
                  <a:gd name="T0" fmla="*/ 0 w 122"/>
                  <a:gd name="T1" fmla="*/ 0 h 103"/>
                  <a:gd name="T2" fmla="*/ 0 w 122"/>
                  <a:gd name="T3" fmla="*/ 0 h 103"/>
                  <a:gd name="T4" fmla="*/ 0 w 122"/>
                  <a:gd name="T5" fmla="*/ 0 h 103"/>
                  <a:gd name="T6" fmla="*/ 0 w 122"/>
                  <a:gd name="T7" fmla="*/ 0 h 103"/>
                  <a:gd name="T8" fmla="*/ 0 w 122"/>
                  <a:gd name="T9" fmla="*/ 0 h 103"/>
                  <a:gd name="T10" fmla="*/ 0 w 122"/>
                  <a:gd name="T11" fmla="*/ 0 h 103"/>
                  <a:gd name="T12" fmla="*/ 0 w 122"/>
                  <a:gd name="T13" fmla="*/ 0 h 103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122"/>
                  <a:gd name="T22" fmla="*/ 0 h 103"/>
                  <a:gd name="T23" fmla="*/ 122 w 122"/>
                  <a:gd name="T24" fmla="*/ 103 h 103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122" h="103">
                    <a:moveTo>
                      <a:pt x="106" y="0"/>
                    </a:moveTo>
                    <a:lnTo>
                      <a:pt x="53" y="10"/>
                    </a:lnTo>
                    <a:lnTo>
                      <a:pt x="0" y="19"/>
                    </a:lnTo>
                    <a:lnTo>
                      <a:pt x="16" y="103"/>
                    </a:lnTo>
                    <a:lnTo>
                      <a:pt x="69" y="93"/>
                    </a:lnTo>
                    <a:lnTo>
                      <a:pt x="122" y="84"/>
                    </a:lnTo>
                    <a:lnTo>
                      <a:pt x="106" y="0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565" name="Freeform 4671">
                <a:extLst>
                  <a:ext uri="{FF2B5EF4-FFF2-40B4-BE49-F238E27FC236}">
                    <a16:creationId xmlns:a16="http://schemas.microsoft.com/office/drawing/2014/main" id="{AE8B304A-5177-EF97-72FA-427B480892B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605" y="1997"/>
                <a:ext cx="20" cy="17"/>
              </a:xfrm>
              <a:custGeom>
                <a:avLst/>
                <a:gdLst>
                  <a:gd name="T0" fmla="*/ 0 w 122"/>
                  <a:gd name="T1" fmla="*/ 0 h 103"/>
                  <a:gd name="T2" fmla="*/ 0 w 122"/>
                  <a:gd name="T3" fmla="*/ 0 h 103"/>
                  <a:gd name="T4" fmla="*/ 0 w 122"/>
                  <a:gd name="T5" fmla="*/ 0 h 103"/>
                  <a:gd name="T6" fmla="*/ 0 w 122"/>
                  <a:gd name="T7" fmla="*/ 0 h 103"/>
                  <a:gd name="T8" fmla="*/ 0 w 122"/>
                  <a:gd name="T9" fmla="*/ 0 h 103"/>
                  <a:gd name="T10" fmla="*/ 0 w 122"/>
                  <a:gd name="T11" fmla="*/ 0 h 103"/>
                  <a:gd name="T12" fmla="*/ 0 w 122"/>
                  <a:gd name="T13" fmla="*/ 0 h 103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122"/>
                  <a:gd name="T22" fmla="*/ 0 h 103"/>
                  <a:gd name="T23" fmla="*/ 122 w 122"/>
                  <a:gd name="T24" fmla="*/ 103 h 103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122" h="103">
                    <a:moveTo>
                      <a:pt x="106" y="0"/>
                    </a:moveTo>
                    <a:lnTo>
                      <a:pt x="53" y="10"/>
                    </a:lnTo>
                    <a:lnTo>
                      <a:pt x="0" y="19"/>
                    </a:lnTo>
                    <a:lnTo>
                      <a:pt x="16" y="103"/>
                    </a:lnTo>
                    <a:lnTo>
                      <a:pt x="69" y="93"/>
                    </a:lnTo>
                    <a:lnTo>
                      <a:pt x="122" y="84"/>
                    </a:lnTo>
                    <a:lnTo>
                      <a:pt x="106" y="0"/>
                    </a:lnTo>
                    <a:close/>
                  </a:path>
                </a:pathLst>
              </a:cu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566" name="Freeform 4672">
                <a:extLst>
                  <a:ext uri="{FF2B5EF4-FFF2-40B4-BE49-F238E27FC236}">
                    <a16:creationId xmlns:a16="http://schemas.microsoft.com/office/drawing/2014/main" id="{8F3CF55F-26E7-E154-A4C1-E558CEA8C42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608" y="2013"/>
                <a:ext cx="8" cy="2"/>
              </a:xfrm>
              <a:custGeom>
                <a:avLst/>
                <a:gdLst>
                  <a:gd name="T0" fmla="*/ 0 w 53"/>
                  <a:gd name="T1" fmla="*/ 0 h 16"/>
                  <a:gd name="T2" fmla="*/ 0 w 53"/>
                  <a:gd name="T3" fmla="*/ 0 h 16"/>
                  <a:gd name="T4" fmla="*/ 0 w 53"/>
                  <a:gd name="T5" fmla="*/ 0 h 16"/>
                  <a:gd name="T6" fmla="*/ 0 w 53"/>
                  <a:gd name="T7" fmla="*/ 0 h 16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53"/>
                  <a:gd name="T13" fmla="*/ 0 h 16"/>
                  <a:gd name="T14" fmla="*/ 53 w 53"/>
                  <a:gd name="T15" fmla="*/ 16 h 1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53" h="16">
                    <a:moveTo>
                      <a:pt x="53" y="0"/>
                    </a:moveTo>
                    <a:lnTo>
                      <a:pt x="0" y="10"/>
                    </a:lnTo>
                    <a:lnTo>
                      <a:pt x="2" y="16"/>
                    </a:lnTo>
                    <a:lnTo>
                      <a:pt x="53" y="0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567" name="Line 4673">
                <a:extLst>
                  <a:ext uri="{FF2B5EF4-FFF2-40B4-BE49-F238E27FC236}">
                    <a16:creationId xmlns:a16="http://schemas.microsoft.com/office/drawing/2014/main" id="{788F8FA5-C867-E363-F081-0D75AE3DB33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608" y="2014"/>
                <a:ext cx="1" cy="1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568" name="Freeform 4674">
                <a:extLst>
                  <a:ext uri="{FF2B5EF4-FFF2-40B4-BE49-F238E27FC236}">
                    <a16:creationId xmlns:a16="http://schemas.microsoft.com/office/drawing/2014/main" id="{F0CE2A09-BE70-A620-0A4E-2FBDDE5FA6E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608" y="2010"/>
                <a:ext cx="21" cy="19"/>
              </a:xfrm>
              <a:custGeom>
                <a:avLst/>
                <a:gdLst>
                  <a:gd name="T0" fmla="*/ 0 w 127"/>
                  <a:gd name="T1" fmla="*/ 0 h 115"/>
                  <a:gd name="T2" fmla="*/ 0 w 127"/>
                  <a:gd name="T3" fmla="*/ 0 h 115"/>
                  <a:gd name="T4" fmla="*/ 0 w 127"/>
                  <a:gd name="T5" fmla="*/ 0 h 115"/>
                  <a:gd name="T6" fmla="*/ 0 w 127"/>
                  <a:gd name="T7" fmla="*/ 0 h 115"/>
                  <a:gd name="T8" fmla="*/ 0 w 127"/>
                  <a:gd name="T9" fmla="*/ 0 h 115"/>
                  <a:gd name="T10" fmla="*/ 0 w 127"/>
                  <a:gd name="T11" fmla="*/ 0 h 115"/>
                  <a:gd name="T12" fmla="*/ 0 w 127"/>
                  <a:gd name="T13" fmla="*/ 0 h 115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127"/>
                  <a:gd name="T22" fmla="*/ 0 h 115"/>
                  <a:gd name="T23" fmla="*/ 127 w 127"/>
                  <a:gd name="T24" fmla="*/ 115 h 115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127" h="115">
                    <a:moveTo>
                      <a:pt x="102" y="0"/>
                    </a:moveTo>
                    <a:lnTo>
                      <a:pt x="51" y="16"/>
                    </a:lnTo>
                    <a:lnTo>
                      <a:pt x="0" y="32"/>
                    </a:lnTo>
                    <a:lnTo>
                      <a:pt x="26" y="115"/>
                    </a:lnTo>
                    <a:lnTo>
                      <a:pt x="77" y="99"/>
                    </a:lnTo>
                    <a:lnTo>
                      <a:pt x="127" y="83"/>
                    </a:lnTo>
                    <a:lnTo>
                      <a:pt x="102" y="0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569" name="Freeform 4675">
                <a:extLst>
                  <a:ext uri="{FF2B5EF4-FFF2-40B4-BE49-F238E27FC236}">
                    <a16:creationId xmlns:a16="http://schemas.microsoft.com/office/drawing/2014/main" id="{B604497D-5E97-24F2-8554-4F00FA1C2EF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608" y="2010"/>
                <a:ext cx="21" cy="19"/>
              </a:xfrm>
              <a:custGeom>
                <a:avLst/>
                <a:gdLst>
                  <a:gd name="T0" fmla="*/ 0 w 127"/>
                  <a:gd name="T1" fmla="*/ 0 h 115"/>
                  <a:gd name="T2" fmla="*/ 0 w 127"/>
                  <a:gd name="T3" fmla="*/ 0 h 115"/>
                  <a:gd name="T4" fmla="*/ 0 w 127"/>
                  <a:gd name="T5" fmla="*/ 0 h 115"/>
                  <a:gd name="T6" fmla="*/ 0 w 127"/>
                  <a:gd name="T7" fmla="*/ 0 h 115"/>
                  <a:gd name="T8" fmla="*/ 0 w 127"/>
                  <a:gd name="T9" fmla="*/ 0 h 115"/>
                  <a:gd name="T10" fmla="*/ 0 w 127"/>
                  <a:gd name="T11" fmla="*/ 0 h 115"/>
                  <a:gd name="T12" fmla="*/ 0 w 127"/>
                  <a:gd name="T13" fmla="*/ 0 h 115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127"/>
                  <a:gd name="T22" fmla="*/ 0 h 115"/>
                  <a:gd name="T23" fmla="*/ 127 w 127"/>
                  <a:gd name="T24" fmla="*/ 115 h 115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127" h="115">
                    <a:moveTo>
                      <a:pt x="102" y="0"/>
                    </a:moveTo>
                    <a:lnTo>
                      <a:pt x="51" y="16"/>
                    </a:lnTo>
                    <a:lnTo>
                      <a:pt x="0" y="32"/>
                    </a:lnTo>
                    <a:lnTo>
                      <a:pt x="26" y="115"/>
                    </a:lnTo>
                    <a:lnTo>
                      <a:pt x="77" y="99"/>
                    </a:lnTo>
                    <a:lnTo>
                      <a:pt x="127" y="83"/>
                    </a:lnTo>
                    <a:lnTo>
                      <a:pt x="102" y="0"/>
                    </a:lnTo>
                    <a:close/>
                  </a:path>
                </a:pathLst>
              </a:cu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570" name="Freeform 4676">
                <a:extLst>
                  <a:ext uri="{FF2B5EF4-FFF2-40B4-BE49-F238E27FC236}">
                    <a16:creationId xmlns:a16="http://schemas.microsoft.com/office/drawing/2014/main" id="{0C872E89-D5B4-2A8F-DB46-E3B49DFBA9F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612" y="2026"/>
                <a:ext cx="9" cy="4"/>
              </a:xfrm>
              <a:custGeom>
                <a:avLst/>
                <a:gdLst>
                  <a:gd name="T0" fmla="*/ 0 w 51"/>
                  <a:gd name="T1" fmla="*/ 0 h 22"/>
                  <a:gd name="T2" fmla="*/ 0 w 51"/>
                  <a:gd name="T3" fmla="*/ 0 h 22"/>
                  <a:gd name="T4" fmla="*/ 0 w 51"/>
                  <a:gd name="T5" fmla="*/ 0 h 22"/>
                  <a:gd name="T6" fmla="*/ 0 w 51"/>
                  <a:gd name="T7" fmla="*/ 0 h 22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51"/>
                  <a:gd name="T13" fmla="*/ 0 h 22"/>
                  <a:gd name="T14" fmla="*/ 51 w 51"/>
                  <a:gd name="T15" fmla="*/ 22 h 22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51" h="22">
                    <a:moveTo>
                      <a:pt x="51" y="0"/>
                    </a:moveTo>
                    <a:lnTo>
                      <a:pt x="0" y="16"/>
                    </a:lnTo>
                    <a:lnTo>
                      <a:pt x="2" y="22"/>
                    </a:lnTo>
                    <a:lnTo>
                      <a:pt x="51" y="0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571" name="Line 4677">
                <a:extLst>
                  <a:ext uri="{FF2B5EF4-FFF2-40B4-BE49-F238E27FC236}">
                    <a16:creationId xmlns:a16="http://schemas.microsoft.com/office/drawing/2014/main" id="{6C4D9437-093E-E412-C320-49355D1A48F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612" y="2029"/>
                <a:ext cx="1" cy="1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572" name="Freeform 4678">
                <a:extLst>
                  <a:ext uri="{FF2B5EF4-FFF2-40B4-BE49-F238E27FC236}">
                    <a16:creationId xmlns:a16="http://schemas.microsoft.com/office/drawing/2014/main" id="{0C21D49D-78D3-86BE-E7A8-097D3151233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612" y="2023"/>
                <a:ext cx="23" cy="20"/>
              </a:xfrm>
              <a:custGeom>
                <a:avLst/>
                <a:gdLst>
                  <a:gd name="T0" fmla="*/ 0 w 132"/>
                  <a:gd name="T1" fmla="*/ 0 h 121"/>
                  <a:gd name="T2" fmla="*/ 0 w 132"/>
                  <a:gd name="T3" fmla="*/ 0 h 121"/>
                  <a:gd name="T4" fmla="*/ 0 w 132"/>
                  <a:gd name="T5" fmla="*/ 0 h 121"/>
                  <a:gd name="T6" fmla="*/ 0 w 132"/>
                  <a:gd name="T7" fmla="*/ 0 h 121"/>
                  <a:gd name="T8" fmla="*/ 0 w 132"/>
                  <a:gd name="T9" fmla="*/ 0 h 121"/>
                  <a:gd name="T10" fmla="*/ 0 w 132"/>
                  <a:gd name="T11" fmla="*/ 0 h 121"/>
                  <a:gd name="T12" fmla="*/ 0 w 132"/>
                  <a:gd name="T13" fmla="*/ 0 h 121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132"/>
                  <a:gd name="T22" fmla="*/ 0 h 121"/>
                  <a:gd name="T23" fmla="*/ 132 w 132"/>
                  <a:gd name="T24" fmla="*/ 121 h 121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132" h="121">
                    <a:moveTo>
                      <a:pt x="97" y="0"/>
                    </a:moveTo>
                    <a:lnTo>
                      <a:pt x="49" y="22"/>
                    </a:lnTo>
                    <a:lnTo>
                      <a:pt x="0" y="44"/>
                    </a:lnTo>
                    <a:lnTo>
                      <a:pt x="35" y="121"/>
                    </a:lnTo>
                    <a:lnTo>
                      <a:pt x="83" y="99"/>
                    </a:lnTo>
                    <a:lnTo>
                      <a:pt x="132" y="77"/>
                    </a:lnTo>
                    <a:lnTo>
                      <a:pt x="97" y="0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573" name="Freeform 4679">
                <a:extLst>
                  <a:ext uri="{FF2B5EF4-FFF2-40B4-BE49-F238E27FC236}">
                    <a16:creationId xmlns:a16="http://schemas.microsoft.com/office/drawing/2014/main" id="{B3D43FE0-F36F-F721-9021-E16D43ACBEA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612" y="2023"/>
                <a:ext cx="23" cy="20"/>
              </a:xfrm>
              <a:custGeom>
                <a:avLst/>
                <a:gdLst>
                  <a:gd name="T0" fmla="*/ 0 w 132"/>
                  <a:gd name="T1" fmla="*/ 0 h 121"/>
                  <a:gd name="T2" fmla="*/ 0 w 132"/>
                  <a:gd name="T3" fmla="*/ 0 h 121"/>
                  <a:gd name="T4" fmla="*/ 0 w 132"/>
                  <a:gd name="T5" fmla="*/ 0 h 121"/>
                  <a:gd name="T6" fmla="*/ 0 w 132"/>
                  <a:gd name="T7" fmla="*/ 0 h 121"/>
                  <a:gd name="T8" fmla="*/ 0 w 132"/>
                  <a:gd name="T9" fmla="*/ 0 h 121"/>
                  <a:gd name="T10" fmla="*/ 0 w 132"/>
                  <a:gd name="T11" fmla="*/ 0 h 121"/>
                  <a:gd name="T12" fmla="*/ 0 w 132"/>
                  <a:gd name="T13" fmla="*/ 0 h 121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132"/>
                  <a:gd name="T22" fmla="*/ 0 h 121"/>
                  <a:gd name="T23" fmla="*/ 132 w 132"/>
                  <a:gd name="T24" fmla="*/ 121 h 121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132" h="121">
                    <a:moveTo>
                      <a:pt x="97" y="0"/>
                    </a:moveTo>
                    <a:lnTo>
                      <a:pt x="49" y="22"/>
                    </a:lnTo>
                    <a:lnTo>
                      <a:pt x="0" y="44"/>
                    </a:lnTo>
                    <a:lnTo>
                      <a:pt x="35" y="121"/>
                    </a:lnTo>
                    <a:lnTo>
                      <a:pt x="83" y="99"/>
                    </a:lnTo>
                    <a:lnTo>
                      <a:pt x="132" y="77"/>
                    </a:lnTo>
                    <a:lnTo>
                      <a:pt x="97" y="0"/>
                    </a:lnTo>
                    <a:close/>
                  </a:path>
                </a:pathLst>
              </a:cu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574" name="Freeform 4680">
                <a:extLst>
                  <a:ext uri="{FF2B5EF4-FFF2-40B4-BE49-F238E27FC236}">
                    <a16:creationId xmlns:a16="http://schemas.microsoft.com/office/drawing/2014/main" id="{9D8CA4DD-6CC0-1600-FFDC-C24EE899755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618" y="2039"/>
                <a:ext cx="8" cy="5"/>
              </a:xfrm>
              <a:custGeom>
                <a:avLst/>
                <a:gdLst>
                  <a:gd name="T0" fmla="*/ 0 w 48"/>
                  <a:gd name="T1" fmla="*/ 0 h 28"/>
                  <a:gd name="T2" fmla="*/ 0 w 48"/>
                  <a:gd name="T3" fmla="*/ 0 h 28"/>
                  <a:gd name="T4" fmla="*/ 0 w 48"/>
                  <a:gd name="T5" fmla="*/ 0 h 28"/>
                  <a:gd name="T6" fmla="*/ 0 w 48"/>
                  <a:gd name="T7" fmla="*/ 0 h 28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48"/>
                  <a:gd name="T13" fmla="*/ 0 h 28"/>
                  <a:gd name="T14" fmla="*/ 48 w 48"/>
                  <a:gd name="T15" fmla="*/ 28 h 28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48" h="28">
                    <a:moveTo>
                      <a:pt x="48" y="0"/>
                    </a:moveTo>
                    <a:lnTo>
                      <a:pt x="0" y="22"/>
                    </a:lnTo>
                    <a:lnTo>
                      <a:pt x="3" y="28"/>
                    </a:lnTo>
                    <a:lnTo>
                      <a:pt x="48" y="0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575" name="Line 4681">
                <a:extLst>
                  <a:ext uri="{FF2B5EF4-FFF2-40B4-BE49-F238E27FC236}">
                    <a16:creationId xmlns:a16="http://schemas.microsoft.com/office/drawing/2014/main" id="{E03E8894-0CA3-6276-6899-746852C47D5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618" y="2043"/>
                <a:ext cx="1" cy="1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576" name="Freeform 4682">
                <a:extLst>
                  <a:ext uri="{FF2B5EF4-FFF2-40B4-BE49-F238E27FC236}">
                    <a16:creationId xmlns:a16="http://schemas.microsoft.com/office/drawing/2014/main" id="{4BA7FB2B-A2C3-4E80-70DA-8E3A1ED5A64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619" y="2035"/>
                <a:ext cx="22" cy="21"/>
              </a:xfrm>
              <a:custGeom>
                <a:avLst/>
                <a:gdLst>
                  <a:gd name="T0" fmla="*/ 0 w 135"/>
                  <a:gd name="T1" fmla="*/ 0 h 128"/>
                  <a:gd name="T2" fmla="*/ 0 w 135"/>
                  <a:gd name="T3" fmla="*/ 0 h 128"/>
                  <a:gd name="T4" fmla="*/ 0 w 135"/>
                  <a:gd name="T5" fmla="*/ 0 h 128"/>
                  <a:gd name="T6" fmla="*/ 0 w 135"/>
                  <a:gd name="T7" fmla="*/ 0 h 128"/>
                  <a:gd name="T8" fmla="*/ 0 w 135"/>
                  <a:gd name="T9" fmla="*/ 0 h 128"/>
                  <a:gd name="T10" fmla="*/ 0 w 135"/>
                  <a:gd name="T11" fmla="*/ 0 h 128"/>
                  <a:gd name="T12" fmla="*/ 0 w 135"/>
                  <a:gd name="T13" fmla="*/ 0 h 128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135"/>
                  <a:gd name="T22" fmla="*/ 0 h 128"/>
                  <a:gd name="T23" fmla="*/ 135 w 135"/>
                  <a:gd name="T24" fmla="*/ 128 h 128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135" h="128">
                    <a:moveTo>
                      <a:pt x="91" y="0"/>
                    </a:moveTo>
                    <a:lnTo>
                      <a:pt x="45" y="27"/>
                    </a:lnTo>
                    <a:lnTo>
                      <a:pt x="0" y="55"/>
                    </a:lnTo>
                    <a:lnTo>
                      <a:pt x="44" y="128"/>
                    </a:lnTo>
                    <a:lnTo>
                      <a:pt x="90" y="100"/>
                    </a:lnTo>
                    <a:lnTo>
                      <a:pt x="135" y="73"/>
                    </a:lnTo>
                    <a:lnTo>
                      <a:pt x="91" y="0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577" name="Freeform 4683">
                <a:extLst>
                  <a:ext uri="{FF2B5EF4-FFF2-40B4-BE49-F238E27FC236}">
                    <a16:creationId xmlns:a16="http://schemas.microsoft.com/office/drawing/2014/main" id="{2F5CA7F5-1E11-EE05-21C2-49060F39DA9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619" y="2035"/>
                <a:ext cx="22" cy="21"/>
              </a:xfrm>
              <a:custGeom>
                <a:avLst/>
                <a:gdLst>
                  <a:gd name="T0" fmla="*/ 0 w 135"/>
                  <a:gd name="T1" fmla="*/ 0 h 128"/>
                  <a:gd name="T2" fmla="*/ 0 w 135"/>
                  <a:gd name="T3" fmla="*/ 0 h 128"/>
                  <a:gd name="T4" fmla="*/ 0 w 135"/>
                  <a:gd name="T5" fmla="*/ 0 h 128"/>
                  <a:gd name="T6" fmla="*/ 0 w 135"/>
                  <a:gd name="T7" fmla="*/ 0 h 128"/>
                  <a:gd name="T8" fmla="*/ 0 w 135"/>
                  <a:gd name="T9" fmla="*/ 0 h 128"/>
                  <a:gd name="T10" fmla="*/ 0 w 135"/>
                  <a:gd name="T11" fmla="*/ 0 h 128"/>
                  <a:gd name="T12" fmla="*/ 0 w 135"/>
                  <a:gd name="T13" fmla="*/ 0 h 128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135"/>
                  <a:gd name="T22" fmla="*/ 0 h 128"/>
                  <a:gd name="T23" fmla="*/ 135 w 135"/>
                  <a:gd name="T24" fmla="*/ 128 h 128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135" h="128">
                    <a:moveTo>
                      <a:pt x="91" y="0"/>
                    </a:moveTo>
                    <a:lnTo>
                      <a:pt x="45" y="27"/>
                    </a:lnTo>
                    <a:lnTo>
                      <a:pt x="0" y="55"/>
                    </a:lnTo>
                    <a:lnTo>
                      <a:pt x="44" y="128"/>
                    </a:lnTo>
                    <a:lnTo>
                      <a:pt x="90" y="100"/>
                    </a:lnTo>
                    <a:lnTo>
                      <a:pt x="135" y="73"/>
                    </a:lnTo>
                    <a:lnTo>
                      <a:pt x="91" y="0"/>
                    </a:lnTo>
                    <a:close/>
                  </a:path>
                </a:pathLst>
              </a:cu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578" name="Freeform 4684">
                <a:extLst>
                  <a:ext uri="{FF2B5EF4-FFF2-40B4-BE49-F238E27FC236}">
                    <a16:creationId xmlns:a16="http://schemas.microsoft.com/office/drawing/2014/main" id="{DD56ED37-B0A9-5043-8A79-FB57F4D0B33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626" y="2052"/>
                <a:ext cx="8" cy="5"/>
              </a:xfrm>
              <a:custGeom>
                <a:avLst/>
                <a:gdLst>
                  <a:gd name="T0" fmla="*/ 0 w 46"/>
                  <a:gd name="T1" fmla="*/ 0 h 33"/>
                  <a:gd name="T2" fmla="*/ 0 w 46"/>
                  <a:gd name="T3" fmla="*/ 0 h 33"/>
                  <a:gd name="T4" fmla="*/ 0 w 46"/>
                  <a:gd name="T5" fmla="*/ 0 h 33"/>
                  <a:gd name="T6" fmla="*/ 0 w 46"/>
                  <a:gd name="T7" fmla="*/ 0 h 33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46"/>
                  <a:gd name="T13" fmla="*/ 0 h 33"/>
                  <a:gd name="T14" fmla="*/ 46 w 46"/>
                  <a:gd name="T15" fmla="*/ 33 h 33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46" h="33">
                    <a:moveTo>
                      <a:pt x="46" y="0"/>
                    </a:moveTo>
                    <a:lnTo>
                      <a:pt x="0" y="28"/>
                    </a:lnTo>
                    <a:lnTo>
                      <a:pt x="4" y="33"/>
                    </a:lnTo>
                    <a:lnTo>
                      <a:pt x="46" y="0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579" name="Line 4685">
                <a:extLst>
                  <a:ext uri="{FF2B5EF4-FFF2-40B4-BE49-F238E27FC236}">
                    <a16:creationId xmlns:a16="http://schemas.microsoft.com/office/drawing/2014/main" id="{F0FAE47C-D8D3-0BE6-03F4-F0AA797FC4A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626" y="2056"/>
                <a:ext cx="1" cy="1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580" name="Freeform 4686">
                <a:extLst>
                  <a:ext uri="{FF2B5EF4-FFF2-40B4-BE49-F238E27FC236}">
                    <a16:creationId xmlns:a16="http://schemas.microsoft.com/office/drawing/2014/main" id="{8B7C254E-CDE8-A066-086C-3E489C9E835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627" y="2046"/>
                <a:ext cx="23" cy="22"/>
              </a:xfrm>
              <a:custGeom>
                <a:avLst/>
                <a:gdLst>
                  <a:gd name="T0" fmla="*/ 0 w 136"/>
                  <a:gd name="T1" fmla="*/ 0 h 134"/>
                  <a:gd name="T2" fmla="*/ 0 w 136"/>
                  <a:gd name="T3" fmla="*/ 0 h 134"/>
                  <a:gd name="T4" fmla="*/ 0 w 136"/>
                  <a:gd name="T5" fmla="*/ 0 h 134"/>
                  <a:gd name="T6" fmla="*/ 0 w 136"/>
                  <a:gd name="T7" fmla="*/ 0 h 134"/>
                  <a:gd name="T8" fmla="*/ 0 w 136"/>
                  <a:gd name="T9" fmla="*/ 0 h 134"/>
                  <a:gd name="T10" fmla="*/ 0 w 136"/>
                  <a:gd name="T11" fmla="*/ 0 h 134"/>
                  <a:gd name="T12" fmla="*/ 0 w 136"/>
                  <a:gd name="T13" fmla="*/ 0 h 134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136"/>
                  <a:gd name="T22" fmla="*/ 0 h 134"/>
                  <a:gd name="T23" fmla="*/ 136 w 136"/>
                  <a:gd name="T24" fmla="*/ 134 h 134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136" h="134">
                    <a:moveTo>
                      <a:pt x="84" y="0"/>
                    </a:moveTo>
                    <a:lnTo>
                      <a:pt x="42" y="33"/>
                    </a:lnTo>
                    <a:lnTo>
                      <a:pt x="0" y="66"/>
                    </a:lnTo>
                    <a:lnTo>
                      <a:pt x="51" y="134"/>
                    </a:lnTo>
                    <a:lnTo>
                      <a:pt x="94" y="101"/>
                    </a:lnTo>
                    <a:lnTo>
                      <a:pt x="136" y="68"/>
                    </a:lnTo>
                    <a:lnTo>
                      <a:pt x="84" y="0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581" name="Freeform 4687">
                <a:extLst>
                  <a:ext uri="{FF2B5EF4-FFF2-40B4-BE49-F238E27FC236}">
                    <a16:creationId xmlns:a16="http://schemas.microsoft.com/office/drawing/2014/main" id="{5DE399B7-15B1-7239-FDCA-5255090D5F2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627" y="2046"/>
                <a:ext cx="23" cy="22"/>
              </a:xfrm>
              <a:custGeom>
                <a:avLst/>
                <a:gdLst>
                  <a:gd name="T0" fmla="*/ 0 w 136"/>
                  <a:gd name="T1" fmla="*/ 0 h 134"/>
                  <a:gd name="T2" fmla="*/ 0 w 136"/>
                  <a:gd name="T3" fmla="*/ 0 h 134"/>
                  <a:gd name="T4" fmla="*/ 0 w 136"/>
                  <a:gd name="T5" fmla="*/ 0 h 134"/>
                  <a:gd name="T6" fmla="*/ 0 w 136"/>
                  <a:gd name="T7" fmla="*/ 0 h 134"/>
                  <a:gd name="T8" fmla="*/ 0 w 136"/>
                  <a:gd name="T9" fmla="*/ 0 h 134"/>
                  <a:gd name="T10" fmla="*/ 0 w 136"/>
                  <a:gd name="T11" fmla="*/ 0 h 134"/>
                  <a:gd name="T12" fmla="*/ 0 w 136"/>
                  <a:gd name="T13" fmla="*/ 0 h 134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136"/>
                  <a:gd name="T22" fmla="*/ 0 h 134"/>
                  <a:gd name="T23" fmla="*/ 136 w 136"/>
                  <a:gd name="T24" fmla="*/ 134 h 134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136" h="134">
                    <a:moveTo>
                      <a:pt x="84" y="0"/>
                    </a:moveTo>
                    <a:lnTo>
                      <a:pt x="42" y="33"/>
                    </a:lnTo>
                    <a:lnTo>
                      <a:pt x="0" y="66"/>
                    </a:lnTo>
                    <a:lnTo>
                      <a:pt x="51" y="134"/>
                    </a:lnTo>
                    <a:lnTo>
                      <a:pt x="94" y="101"/>
                    </a:lnTo>
                    <a:lnTo>
                      <a:pt x="136" y="68"/>
                    </a:lnTo>
                    <a:lnTo>
                      <a:pt x="84" y="0"/>
                    </a:lnTo>
                    <a:close/>
                  </a:path>
                </a:pathLst>
              </a:cu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582" name="Freeform 4688">
                <a:extLst>
                  <a:ext uri="{FF2B5EF4-FFF2-40B4-BE49-F238E27FC236}">
                    <a16:creationId xmlns:a16="http://schemas.microsoft.com/office/drawing/2014/main" id="{945B07B6-3F34-5407-000C-EF8B6A91212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635" y="2063"/>
                <a:ext cx="7" cy="6"/>
              </a:xfrm>
              <a:custGeom>
                <a:avLst/>
                <a:gdLst>
                  <a:gd name="T0" fmla="*/ 0 w 43"/>
                  <a:gd name="T1" fmla="*/ 0 h 38"/>
                  <a:gd name="T2" fmla="*/ 0 w 43"/>
                  <a:gd name="T3" fmla="*/ 0 h 38"/>
                  <a:gd name="T4" fmla="*/ 0 w 43"/>
                  <a:gd name="T5" fmla="*/ 0 h 38"/>
                  <a:gd name="T6" fmla="*/ 0 w 43"/>
                  <a:gd name="T7" fmla="*/ 0 h 38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43"/>
                  <a:gd name="T13" fmla="*/ 0 h 38"/>
                  <a:gd name="T14" fmla="*/ 43 w 43"/>
                  <a:gd name="T15" fmla="*/ 38 h 38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43" h="38">
                    <a:moveTo>
                      <a:pt x="43" y="0"/>
                    </a:moveTo>
                    <a:lnTo>
                      <a:pt x="0" y="33"/>
                    </a:lnTo>
                    <a:lnTo>
                      <a:pt x="6" y="38"/>
                    </a:lnTo>
                    <a:lnTo>
                      <a:pt x="43" y="0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583" name="Line 4689">
                <a:extLst>
                  <a:ext uri="{FF2B5EF4-FFF2-40B4-BE49-F238E27FC236}">
                    <a16:creationId xmlns:a16="http://schemas.microsoft.com/office/drawing/2014/main" id="{39E3D3BB-E34E-1ABB-7CFB-1EBF34CD46F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635" y="2068"/>
                <a:ext cx="1" cy="1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584" name="Freeform 4690">
                <a:extLst>
                  <a:ext uri="{FF2B5EF4-FFF2-40B4-BE49-F238E27FC236}">
                    <a16:creationId xmlns:a16="http://schemas.microsoft.com/office/drawing/2014/main" id="{C182AA1A-849A-7091-097D-967B4EA7681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636" y="2056"/>
                <a:ext cx="23" cy="23"/>
              </a:xfrm>
              <a:custGeom>
                <a:avLst/>
                <a:gdLst>
                  <a:gd name="T0" fmla="*/ 0 w 135"/>
                  <a:gd name="T1" fmla="*/ 0 h 136"/>
                  <a:gd name="T2" fmla="*/ 0 w 135"/>
                  <a:gd name="T3" fmla="*/ 0 h 136"/>
                  <a:gd name="T4" fmla="*/ 0 w 135"/>
                  <a:gd name="T5" fmla="*/ 0 h 136"/>
                  <a:gd name="T6" fmla="*/ 0 w 135"/>
                  <a:gd name="T7" fmla="*/ 0 h 136"/>
                  <a:gd name="T8" fmla="*/ 0 w 135"/>
                  <a:gd name="T9" fmla="*/ 0 h 136"/>
                  <a:gd name="T10" fmla="*/ 0 w 135"/>
                  <a:gd name="T11" fmla="*/ 0 h 136"/>
                  <a:gd name="T12" fmla="*/ 0 w 135"/>
                  <a:gd name="T13" fmla="*/ 0 h 1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135"/>
                  <a:gd name="T22" fmla="*/ 0 h 136"/>
                  <a:gd name="T23" fmla="*/ 135 w 135"/>
                  <a:gd name="T24" fmla="*/ 136 h 13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135" h="136">
                    <a:moveTo>
                      <a:pt x="74" y="0"/>
                    </a:moveTo>
                    <a:lnTo>
                      <a:pt x="37" y="38"/>
                    </a:lnTo>
                    <a:lnTo>
                      <a:pt x="0" y="76"/>
                    </a:lnTo>
                    <a:lnTo>
                      <a:pt x="61" y="136"/>
                    </a:lnTo>
                    <a:lnTo>
                      <a:pt x="98" y="98"/>
                    </a:lnTo>
                    <a:lnTo>
                      <a:pt x="135" y="60"/>
                    </a:lnTo>
                    <a:lnTo>
                      <a:pt x="74" y="0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585" name="Freeform 4691">
                <a:extLst>
                  <a:ext uri="{FF2B5EF4-FFF2-40B4-BE49-F238E27FC236}">
                    <a16:creationId xmlns:a16="http://schemas.microsoft.com/office/drawing/2014/main" id="{3AD2685E-43C6-8CC1-9FBC-6690B10A201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636" y="2056"/>
                <a:ext cx="23" cy="23"/>
              </a:xfrm>
              <a:custGeom>
                <a:avLst/>
                <a:gdLst>
                  <a:gd name="T0" fmla="*/ 0 w 135"/>
                  <a:gd name="T1" fmla="*/ 0 h 136"/>
                  <a:gd name="T2" fmla="*/ 0 w 135"/>
                  <a:gd name="T3" fmla="*/ 0 h 136"/>
                  <a:gd name="T4" fmla="*/ 0 w 135"/>
                  <a:gd name="T5" fmla="*/ 0 h 136"/>
                  <a:gd name="T6" fmla="*/ 0 w 135"/>
                  <a:gd name="T7" fmla="*/ 0 h 136"/>
                  <a:gd name="T8" fmla="*/ 0 w 135"/>
                  <a:gd name="T9" fmla="*/ 0 h 136"/>
                  <a:gd name="T10" fmla="*/ 0 w 135"/>
                  <a:gd name="T11" fmla="*/ 0 h 136"/>
                  <a:gd name="T12" fmla="*/ 0 w 135"/>
                  <a:gd name="T13" fmla="*/ 0 h 1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135"/>
                  <a:gd name="T22" fmla="*/ 0 h 136"/>
                  <a:gd name="T23" fmla="*/ 135 w 135"/>
                  <a:gd name="T24" fmla="*/ 136 h 13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135" h="136">
                    <a:moveTo>
                      <a:pt x="74" y="0"/>
                    </a:moveTo>
                    <a:lnTo>
                      <a:pt x="37" y="38"/>
                    </a:lnTo>
                    <a:lnTo>
                      <a:pt x="0" y="76"/>
                    </a:lnTo>
                    <a:lnTo>
                      <a:pt x="61" y="136"/>
                    </a:lnTo>
                    <a:lnTo>
                      <a:pt x="98" y="98"/>
                    </a:lnTo>
                    <a:lnTo>
                      <a:pt x="135" y="60"/>
                    </a:lnTo>
                    <a:lnTo>
                      <a:pt x="74" y="0"/>
                    </a:lnTo>
                    <a:close/>
                  </a:path>
                </a:pathLst>
              </a:cu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586" name="Freeform 4692">
                <a:extLst>
                  <a:ext uri="{FF2B5EF4-FFF2-40B4-BE49-F238E27FC236}">
                    <a16:creationId xmlns:a16="http://schemas.microsoft.com/office/drawing/2014/main" id="{E5C79838-587F-FF18-29D6-45605258864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647" y="2073"/>
                <a:ext cx="6" cy="7"/>
              </a:xfrm>
              <a:custGeom>
                <a:avLst/>
                <a:gdLst>
                  <a:gd name="T0" fmla="*/ 0 w 37"/>
                  <a:gd name="T1" fmla="*/ 0 h 43"/>
                  <a:gd name="T2" fmla="*/ 0 w 37"/>
                  <a:gd name="T3" fmla="*/ 0 h 43"/>
                  <a:gd name="T4" fmla="*/ 0 w 37"/>
                  <a:gd name="T5" fmla="*/ 0 h 43"/>
                  <a:gd name="T6" fmla="*/ 0 w 37"/>
                  <a:gd name="T7" fmla="*/ 0 h 43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37"/>
                  <a:gd name="T13" fmla="*/ 0 h 43"/>
                  <a:gd name="T14" fmla="*/ 37 w 37"/>
                  <a:gd name="T15" fmla="*/ 43 h 43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37" h="43">
                    <a:moveTo>
                      <a:pt x="37" y="0"/>
                    </a:moveTo>
                    <a:lnTo>
                      <a:pt x="0" y="38"/>
                    </a:lnTo>
                    <a:lnTo>
                      <a:pt x="4" y="43"/>
                    </a:lnTo>
                    <a:lnTo>
                      <a:pt x="37" y="0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587" name="Line 4693">
                <a:extLst>
                  <a:ext uri="{FF2B5EF4-FFF2-40B4-BE49-F238E27FC236}">
                    <a16:creationId xmlns:a16="http://schemas.microsoft.com/office/drawing/2014/main" id="{FFE627C5-2082-1977-4002-CFD9AED7F08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647" y="2079"/>
                <a:ext cx="1" cy="1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588" name="Freeform 4694">
                <a:extLst>
                  <a:ext uri="{FF2B5EF4-FFF2-40B4-BE49-F238E27FC236}">
                    <a16:creationId xmlns:a16="http://schemas.microsoft.com/office/drawing/2014/main" id="{DFC51AF7-9E6F-586C-60AE-EB989F99F0C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647" y="2066"/>
                <a:ext cx="22" cy="23"/>
              </a:xfrm>
              <a:custGeom>
                <a:avLst/>
                <a:gdLst>
                  <a:gd name="T0" fmla="*/ 0 w 133"/>
                  <a:gd name="T1" fmla="*/ 0 h 138"/>
                  <a:gd name="T2" fmla="*/ 0 w 133"/>
                  <a:gd name="T3" fmla="*/ 0 h 138"/>
                  <a:gd name="T4" fmla="*/ 0 w 133"/>
                  <a:gd name="T5" fmla="*/ 0 h 138"/>
                  <a:gd name="T6" fmla="*/ 0 w 133"/>
                  <a:gd name="T7" fmla="*/ 0 h 138"/>
                  <a:gd name="T8" fmla="*/ 0 w 133"/>
                  <a:gd name="T9" fmla="*/ 0 h 138"/>
                  <a:gd name="T10" fmla="*/ 0 w 133"/>
                  <a:gd name="T11" fmla="*/ 0 h 138"/>
                  <a:gd name="T12" fmla="*/ 0 w 133"/>
                  <a:gd name="T13" fmla="*/ 0 h 138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133"/>
                  <a:gd name="T22" fmla="*/ 0 h 138"/>
                  <a:gd name="T23" fmla="*/ 133 w 133"/>
                  <a:gd name="T24" fmla="*/ 138 h 138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133" h="138">
                    <a:moveTo>
                      <a:pt x="66" y="0"/>
                    </a:moveTo>
                    <a:lnTo>
                      <a:pt x="33" y="42"/>
                    </a:lnTo>
                    <a:lnTo>
                      <a:pt x="0" y="85"/>
                    </a:lnTo>
                    <a:lnTo>
                      <a:pt x="67" y="138"/>
                    </a:lnTo>
                    <a:lnTo>
                      <a:pt x="100" y="95"/>
                    </a:lnTo>
                    <a:lnTo>
                      <a:pt x="133" y="53"/>
                    </a:lnTo>
                    <a:lnTo>
                      <a:pt x="66" y="0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589" name="Freeform 4695">
                <a:extLst>
                  <a:ext uri="{FF2B5EF4-FFF2-40B4-BE49-F238E27FC236}">
                    <a16:creationId xmlns:a16="http://schemas.microsoft.com/office/drawing/2014/main" id="{302EBF98-6995-582E-5D45-3B65C59399A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647" y="2066"/>
                <a:ext cx="22" cy="23"/>
              </a:xfrm>
              <a:custGeom>
                <a:avLst/>
                <a:gdLst>
                  <a:gd name="T0" fmla="*/ 0 w 133"/>
                  <a:gd name="T1" fmla="*/ 0 h 138"/>
                  <a:gd name="T2" fmla="*/ 0 w 133"/>
                  <a:gd name="T3" fmla="*/ 0 h 138"/>
                  <a:gd name="T4" fmla="*/ 0 w 133"/>
                  <a:gd name="T5" fmla="*/ 0 h 138"/>
                  <a:gd name="T6" fmla="*/ 0 w 133"/>
                  <a:gd name="T7" fmla="*/ 0 h 138"/>
                  <a:gd name="T8" fmla="*/ 0 w 133"/>
                  <a:gd name="T9" fmla="*/ 0 h 138"/>
                  <a:gd name="T10" fmla="*/ 0 w 133"/>
                  <a:gd name="T11" fmla="*/ 0 h 138"/>
                  <a:gd name="T12" fmla="*/ 0 w 133"/>
                  <a:gd name="T13" fmla="*/ 0 h 138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133"/>
                  <a:gd name="T22" fmla="*/ 0 h 138"/>
                  <a:gd name="T23" fmla="*/ 133 w 133"/>
                  <a:gd name="T24" fmla="*/ 138 h 138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133" h="138">
                    <a:moveTo>
                      <a:pt x="66" y="0"/>
                    </a:moveTo>
                    <a:lnTo>
                      <a:pt x="33" y="42"/>
                    </a:lnTo>
                    <a:lnTo>
                      <a:pt x="0" y="85"/>
                    </a:lnTo>
                    <a:lnTo>
                      <a:pt x="67" y="138"/>
                    </a:lnTo>
                    <a:lnTo>
                      <a:pt x="100" y="95"/>
                    </a:lnTo>
                    <a:lnTo>
                      <a:pt x="133" y="53"/>
                    </a:lnTo>
                    <a:lnTo>
                      <a:pt x="66" y="0"/>
                    </a:lnTo>
                    <a:close/>
                  </a:path>
                </a:pathLst>
              </a:cu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590" name="Freeform 4696">
                <a:extLst>
                  <a:ext uri="{FF2B5EF4-FFF2-40B4-BE49-F238E27FC236}">
                    <a16:creationId xmlns:a16="http://schemas.microsoft.com/office/drawing/2014/main" id="{82CE0B4D-8308-E0DC-217C-6DFAD6F76CF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658" y="2082"/>
                <a:ext cx="6" cy="7"/>
              </a:xfrm>
              <a:custGeom>
                <a:avLst/>
                <a:gdLst>
                  <a:gd name="T0" fmla="*/ 0 w 33"/>
                  <a:gd name="T1" fmla="*/ 0 h 46"/>
                  <a:gd name="T2" fmla="*/ 0 w 33"/>
                  <a:gd name="T3" fmla="*/ 0 h 46"/>
                  <a:gd name="T4" fmla="*/ 0 w 33"/>
                  <a:gd name="T5" fmla="*/ 0 h 46"/>
                  <a:gd name="T6" fmla="*/ 0 w 33"/>
                  <a:gd name="T7" fmla="*/ 0 h 46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33"/>
                  <a:gd name="T13" fmla="*/ 0 h 46"/>
                  <a:gd name="T14" fmla="*/ 33 w 33"/>
                  <a:gd name="T15" fmla="*/ 46 h 4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33" h="46">
                    <a:moveTo>
                      <a:pt x="33" y="0"/>
                    </a:moveTo>
                    <a:lnTo>
                      <a:pt x="0" y="43"/>
                    </a:lnTo>
                    <a:lnTo>
                      <a:pt x="5" y="46"/>
                    </a:lnTo>
                    <a:lnTo>
                      <a:pt x="33" y="0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591" name="Line 4697">
                <a:extLst>
                  <a:ext uri="{FF2B5EF4-FFF2-40B4-BE49-F238E27FC236}">
                    <a16:creationId xmlns:a16="http://schemas.microsoft.com/office/drawing/2014/main" id="{A51C24D2-B406-1F1D-5408-AEEF55B052A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658" y="2089"/>
                <a:ext cx="1" cy="1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592" name="Freeform 4698">
                <a:extLst>
                  <a:ext uri="{FF2B5EF4-FFF2-40B4-BE49-F238E27FC236}">
                    <a16:creationId xmlns:a16="http://schemas.microsoft.com/office/drawing/2014/main" id="{AAEA37AF-38A0-F600-6257-1F669385D11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659" y="2074"/>
                <a:ext cx="22" cy="23"/>
              </a:xfrm>
              <a:custGeom>
                <a:avLst/>
                <a:gdLst>
                  <a:gd name="T0" fmla="*/ 0 w 129"/>
                  <a:gd name="T1" fmla="*/ 0 h 135"/>
                  <a:gd name="T2" fmla="*/ 0 w 129"/>
                  <a:gd name="T3" fmla="*/ 0 h 135"/>
                  <a:gd name="T4" fmla="*/ 0 w 129"/>
                  <a:gd name="T5" fmla="*/ 0 h 135"/>
                  <a:gd name="T6" fmla="*/ 0 w 129"/>
                  <a:gd name="T7" fmla="*/ 0 h 135"/>
                  <a:gd name="T8" fmla="*/ 0 w 129"/>
                  <a:gd name="T9" fmla="*/ 0 h 135"/>
                  <a:gd name="T10" fmla="*/ 0 w 129"/>
                  <a:gd name="T11" fmla="*/ 0 h 135"/>
                  <a:gd name="T12" fmla="*/ 0 w 129"/>
                  <a:gd name="T13" fmla="*/ 0 h 135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129"/>
                  <a:gd name="T22" fmla="*/ 0 h 135"/>
                  <a:gd name="T23" fmla="*/ 129 w 129"/>
                  <a:gd name="T24" fmla="*/ 135 h 135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129" h="135">
                    <a:moveTo>
                      <a:pt x="55" y="0"/>
                    </a:moveTo>
                    <a:lnTo>
                      <a:pt x="28" y="45"/>
                    </a:lnTo>
                    <a:lnTo>
                      <a:pt x="0" y="91"/>
                    </a:lnTo>
                    <a:lnTo>
                      <a:pt x="73" y="135"/>
                    </a:lnTo>
                    <a:lnTo>
                      <a:pt x="101" y="90"/>
                    </a:lnTo>
                    <a:lnTo>
                      <a:pt x="129" y="44"/>
                    </a:lnTo>
                    <a:lnTo>
                      <a:pt x="55" y="0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593" name="Freeform 4699">
                <a:extLst>
                  <a:ext uri="{FF2B5EF4-FFF2-40B4-BE49-F238E27FC236}">
                    <a16:creationId xmlns:a16="http://schemas.microsoft.com/office/drawing/2014/main" id="{46029751-1295-0453-33C0-EAA7AC95B85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659" y="2074"/>
                <a:ext cx="22" cy="23"/>
              </a:xfrm>
              <a:custGeom>
                <a:avLst/>
                <a:gdLst>
                  <a:gd name="T0" fmla="*/ 0 w 129"/>
                  <a:gd name="T1" fmla="*/ 0 h 135"/>
                  <a:gd name="T2" fmla="*/ 0 w 129"/>
                  <a:gd name="T3" fmla="*/ 0 h 135"/>
                  <a:gd name="T4" fmla="*/ 0 w 129"/>
                  <a:gd name="T5" fmla="*/ 0 h 135"/>
                  <a:gd name="T6" fmla="*/ 0 w 129"/>
                  <a:gd name="T7" fmla="*/ 0 h 135"/>
                  <a:gd name="T8" fmla="*/ 0 w 129"/>
                  <a:gd name="T9" fmla="*/ 0 h 135"/>
                  <a:gd name="T10" fmla="*/ 0 w 129"/>
                  <a:gd name="T11" fmla="*/ 0 h 135"/>
                  <a:gd name="T12" fmla="*/ 0 w 129"/>
                  <a:gd name="T13" fmla="*/ 0 h 135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129"/>
                  <a:gd name="T22" fmla="*/ 0 h 135"/>
                  <a:gd name="T23" fmla="*/ 129 w 129"/>
                  <a:gd name="T24" fmla="*/ 135 h 135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129" h="135">
                    <a:moveTo>
                      <a:pt x="55" y="0"/>
                    </a:moveTo>
                    <a:lnTo>
                      <a:pt x="28" y="45"/>
                    </a:lnTo>
                    <a:lnTo>
                      <a:pt x="0" y="91"/>
                    </a:lnTo>
                    <a:lnTo>
                      <a:pt x="73" y="135"/>
                    </a:lnTo>
                    <a:lnTo>
                      <a:pt x="101" y="90"/>
                    </a:lnTo>
                    <a:lnTo>
                      <a:pt x="129" y="44"/>
                    </a:lnTo>
                    <a:lnTo>
                      <a:pt x="55" y="0"/>
                    </a:lnTo>
                    <a:close/>
                  </a:path>
                </a:pathLst>
              </a:cu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594" name="Freeform 4700">
                <a:extLst>
                  <a:ext uri="{FF2B5EF4-FFF2-40B4-BE49-F238E27FC236}">
                    <a16:creationId xmlns:a16="http://schemas.microsoft.com/office/drawing/2014/main" id="{6138C5DB-0263-375C-3E91-A3C03C77BF4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671" y="2089"/>
                <a:ext cx="5" cy="8"/>
              </a:xfrm>
              <a:custGeom>
                <a:avLst/>
                <a:gdLst>
                  <a:gd name="T0" fmla="*/ 0 w 28"/>
                  <a:gd name="T1" fmla="*/ 0 h 48"/>
                  <a:gd name="T2" fmla="*/ 0 w 28"/>
                  <a:gd name="T3" fmla="*/ 0 h 48"/>
                  <a:gd name="T4" fmla="*/ 0 w 28"/>
                  <a:gd name="T5" fmla="*/ 0 h 48"/>
                  <a:gd name="T6" fmla="*/ 0 w 28"/>
                  <a:gd name="T7" fmla="*/ 0 h 48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28"/>
                  <a:gd name="T13" fmla="*/ 0 h 48"/>
                  <a:gd name="T14" fmla="*/ 28 w 28"/>
                  <a:gd name="T15" fmla="*/ 48 h 48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28" h="48">
                    <a:moveTo>
                      <a:pt x="28" y="0"/>
                    </a:moveTo>
                    <a:lnTo>
                      <a:pt x="0" y="45"/>
                    </a:lnTo>
                    <a:lnTo>
                      <a:pt x="6" y="48"/>
                    </a:lnTo>
                    <a:lnTo>
                      <a:pt x="28" y="0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595" name="Line 4701">
                <a:extLst>
                  <a:ext uri="{FF2B5EF4-FFF2-40B4-BE49-F238E27FC236}">
                    <a16:creationId xmlns:a16="http://schemas.microsoft.com/office/drawing/2014/main" id="{82FC576B-4D3E-E049-4A57-D4DD181C1FC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671" y="2097"/>
                <a:ext cx="1" cy="1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596" name="Freeform 4702">
                <a:extLst>
                  <a:ext uri="{FF2B5EF4-FFF2-40B4-BE49-F238E27FC236}">
                    <a16:creationId xmlns:a16="http://schemas.microsoft.com/office/drawing/2014/main" id="{EF8722DD-8E2C-72F2-F141-E2B83CE47AC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672" y="2081"/>
                <a:ext cx="21" cy="22"/>
              </a:xfrm>
              <a:custGeom>
                <a:avLst/>
                <a:gdLst>
                  <a:gd name="T0" fmla="*/ 0 w 123"/>
                  <a:gd name="T1" fmla="*/ 0 h 132"/>
                  <a:gd name="T2" fmla="*/ 0 w 123"/>
                  <a:gd name="T3" fmla="*/ 0 h 132"/>
                  <a:gd name="T4" fmla="*/ 0 w 123"/>
                  <a:gd name="T5" fmla="*/ 0 h 132"/>
                  <a:gd name="T6" fmla="*/ 0 w 123"/>
                  <a:gd name="T7" fmla="*/ 0 h 132"/>
                  <a:gd name="T8" fmla="*/ 0 w 123"/>
                  <a:gd name="T9" fmla="*/ 0 h 132"/>
                  <a:gd name="T10" fmla="*/ 0 w 123"/>
                  <a:gd name="T11" fmla="*/ 0 h 132"/>
                  <a:gd name="T12" fmla="*/ 0 w 123"/>
                  <a:gd name="T13" fmla="*/ 0 h 132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123"/>
                  <a:gd name="T22" fmla="*/ 0 h 132"/>
                  <a:gd name="T23" fmla="*/ 123 w 123"/>
                  <a:gd name="T24" fmla="*/ 132 h 132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123" h="132">
                    <a:moveTo>
                      <a:pt x="44" y="0"/>
                    </a:moveTo>
                    <a:lnTo>
                      <a:pt x="22" y="49"/>
                    </a:lnTo>
                    <a:lnTo>
                      <a:pt x="0" y="97"/>
                    </a:lnTo>
                    <a:lnTo>
                      <a:pt x="78" y="132"/>
                    </a:lnTo>
                    <a:lnTo>
                      <a:pt x="100" y="84"/>
                    </a:lnTo>
                    <a:lnTo>
                      <a:pt x="123" y="35"/>
                    </a:lnTo>
                    <a:lnTo>
                      <a:pt x="44" y="0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597" name="Freeform 4703">
                <a:extLst>
                  <a:ext uri="{FF2B5EF4-FFF2-40B4-BE49-F238E27FC236}">
                    <a16:creationId xmlns:a16="http://schemas.microsoft.com/office/drawing/2014/main" id="{FCB5BA6D-0062-5127-3974-20FFC66DA73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672" y="2081"/>
                <a:ext cx="21" cy="22"/>
              </a:xfrm>
              <a:custGeom>
                <a:avLst/>
                <a:gdLst>
                  <a:gd name="T0" fmla="*/ 0 w 123"/>
                  <a:gd name="T1" fmla="*/ 0 h 132"/>
                  <a:gd name="T2" fmla="*/ 0 w 123"/>
                  <a:gd name="T3" fmla="*/ 0 h 132"/>
                  <a:gd name="T4" fmla="*/ 0 w 123"/>
                  <a:gd name="T5" fmla="*/ 0 h 132"/>
                  <a:gd name="T6" fmla="*/ 0 w 123"/>
                  <a:gd name="T7" fmla="*/ 0 h 132"/>
                  <a:gd name="T8" fmla="*/ 0 w 123"/>
                  <a:gd name="T9" fmla="*/ 0 h 132"/>
                  <a:gd name="T10" fmla="*/ 0 w 123"/>
                  <a:gd name="T11" fmla="*/ 0 h 132"/>
                  <a:gd name="T12" fmla="*/ 0 w 123"/>
                  <a:gd name="T13" fmla="*/ 0 h 132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123"/>
                  <a:gd name="T22" fmla="*/ 0 h 132"/>
                  <a:gd name="T23" fmla="*/ 123 w 123"/>
                  <a:gd name="T24" fmla="*/ 132 h 132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123" h="132">
                    <a:moveTo>
                      <a:pt x="44" y="0"/>
                    </a:moveTo>
                    <a:lnTo>
                      <a:pt x="22" y="49"/>
                    </a:lnTo>
                    <a:lnTo>
                      <a:pt x="0" y="97"/>
                    </a:lnTo>
                    <a:lnTo>
                      <a:pt x="78" y="132"/>
                    </a:lnTo>
                    <a:lnTo>
                      <a:pt x="100" y="84"/>
                    </a:lnTo>
                    <a:lnTo>
                      <a:pt x="123" y="35"/>
                    </a:lnTo>
                    <a:lnTo>
                      <a:pt x="44" y="0"/>
                    </a:lnTo>
                    <a:close/>
                  </a:path>
                </a:pathLst>
              </a:cu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598" name="Freeform 4704">
                <a:extLst>
                  <a:ext uri="{FF2B5EF4-FFF2-40B4-BE49-F238E27FC236}">
                    <a16:creationId xmlns:a16="http://schemas.microsoft.com/office/drawing/2014/main" id="{7FF5B919-7CE1-FC83-A72D-97D77E32EE6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685" y="2095"/>
                <a:ext cx="4" cy="8"/>
              </a:xfrm>
              <a:custGeom>
                <a:avLst/>
                <a:gdLst>
                  <a:gd name="T0" fmla="*/ 0 w 22"/>
                  <a:gd name="T1" fmla="*/ 0 h 50"/>
                  <a:gd name="T2" fmla="*/ 0 w 22"/>
                  <a:gd name="T3" fmla="*/ 0 h 50"/>
                  <a:gd name="T4" fmla="*/ 0 w 22"/>
                  <a:gd name="T5" fmla="*/ 0 h 50"/>
                  <a:gd name="T6" fmla="*/ 0 w 22"/>
                  <a:gd name="T7" fmla="*/ 0 h 50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22"/>
                  <a:gd name="T13" fmla="*/ 0 h 50"/>
                  <a:gd name="T14" fmla="*/ 22 w 22"/>
                  <a:gd name="T15" fmla="*/ 50 h 50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22" h="50">
                    <a:moveTo>
                      <a:pt x="22" y="0"/>
                    </a:moveTo>
                    <a:lnTo>
                      <a:pt x="0" y="48"/>
                    </a:lnTo>
                    <a:lnTo>
                      <a:pt x="6" y="50"/>
                    </a:lnTo>
                    <a:lnTo>
                      <a:pt x="22" y="0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599" name="Line 4705">
                <a:extLst>
                  <a:ext uri="{FF2B5EF4-FFF2-40B4-BE49-F238E27FC236}">
                    <a16:creationId xmlns:a16="http://schemas.microsoft.com/office/drawing/2014/main" id="{886ACDE5-5035-0A37-0657-48DB828FD88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685" y="2103"/>
                <a:ext cx="1" cy="1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600" name="Freeform 4706">
                <a:extLst>
                  <a:ext uri="{FF2B5EF4-FFF2-40B4-BE49-F238E27FC236}">
                    <a16:creationId xmlns:a16="http://schemas.microsoft.com/office/drawing/2014/main" id="{F5E63CB7-0AB9-20DE-A73A-44EAD8B40D2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686" y="2086"/>
                <a:ext cx="19" cy="22"/>
              </a:xfrm>
              <a:custGeom>
                <a:avLst/>
                <a:gdLst>
                  <a:gd name="T0" fmla="*/ 0 w 114"/>
                  <a:gd name="T1" fmla="*/ 0 h 127"/>
                  <a:gd name="T2" fmla="*/ 0 w 114"/>
                  <a:gd name="T3" fmla="*/ 0 h 127"/>
                  <a:gd name="T4" fmla="*/ 0 w 114"/>
                  <a:gd name="T5" fmla="*/ 0 h 127"/>
                  <a:gd name="T6" fmla="*/ 0 w 114"/>
                  <a:gd name="T7" fmla="*/ 0 h 127"/>
                  <a:gd name="T8" fmla="*/ 0 w 114"/>
                  <a:gd name="T9" fmla="*/ 0 h 127"/>
                  <a:gd name="T10" fmla="*/ 0 w 114"/>
                  <a:gd name="T11" fmla="*/ 0 h 127"/>
                  <a:gd name="T12" fmla="*/ 0 w 114"/>
                  <a:gd name="T13" fmla="*/ 0 h 127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114"/>
                  <a:gd name="T22" fmla="*/ 0 h 127"/>
                  <a:gd name="T23" fmla="*/ 114 w 114"/>
                  <a:gd name="T24" fmla="*/ 127 h 127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114" h="127">
                    <a:moveTo>
                      <a:pt x="32" y="0"/>
                    </a:moveTo>
                    <a:lnTo>
                      <a:pt x="16" y="51"/>
                    </a:lnTo>
                    <a:lnTo>
                      <a:pt x="0" y="101"/>
                    </a:lnTo>
                    <a:lnTo>
                      <a:pt x="82" y="127"/>
                    </a:lnTo>
                    <a:lnTo>
                      <a:pt x="98" y="76"/>
                    </a:lnTo>
                    <a:lnTo>
                      <a:pt x="114" y="25"/>
                    </a:lnTo>
                    <a:lnTo>
                      <a:pt x="32" y="0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601" name="Freeform 4707">
                <a:extLst>
                  <a:ext uri="{FF2B5EF4-FFF2-40B4-BE49-F238E27FC236}">
                    <a16:creationId xmlns:a16="http://schemas.microsoft.com/office/drawing/2014/main" id="{1579FAB5-B55B-2C4F-AFDD-01B8C4F8A29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686" y="2086"/>
                <a:ext cx="19" cy="22"/>
              </a:xfrm>
              <a:custGeom>
                <a:avLst/>
                <a:gdLst>
                  <a:gd name="T0" fmla="*/ 0 w 114"/>
                  <a:gd name="T1" fmla="*/ 0 h 127"/>
                  <a:gd name="T2" fmla="*/ 0 w 114"/>
                  <a:gd name="T3" fmla="*/ 0 h 127"/>
                  <a:gd name="T4" fmla="*/ 0 w 114"/>
                  <a:gd name="T5" fmla="*/ 0 h 127"/>
                  <a:gd name="T6" fmla="*/ 0 w 114"/>
                  <a:gd name="T7" fmla="*/ 0 h 127"/>
                  <a:gd name="T8" fmla="*/ 0 w 114"/>
                  <a:gd name="T9" fmla="*/ 0 h 127"/>
                  <a:gd name="T10" fmla="*/ 0 w 114"/>
                  <a:gd name="T11" fmla="*/ 0 h 127"/>
                  <a:gd name="T12" fmla="*/ 0 w 114"/>
                  <a:gd name="T13" fmla="*/ 0 h 127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114"/>
                  <a:gd name="T22" fmla="*/ 0 h 127"/>
                  <a:gd name="T23" fmla="*/ 114 w 114"/>
                  <a:gd name="T24" fmla="*/ 127 h 127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114" h="127">
                    <a:moveTo>
                      <a:pt x="32" y="0"/>
                    </a:moveTo>
                    <a:lnTo>
                      <a:pt x="16" y="51"/>
                    </a:lnTo>
                    <a:lnTo>
                      <a:pt x="0" y="101"/>
                    </a:lnTo>
                    <a:lnTo>
                      <a:pt x="82" y="127"/>
                    </a:lnTo>
                    <a:lnTo>
                      <a:pt x="98" y="76"/>
                    </a:lnTo>
                    <a:lnTo>
                      <a:pt x="114" y="25"/>
                    </a:lnTo>
                    <a:lnTo>
                      <a:pt x="32" y="0"/>
                    </a:lnTo>
                    <a:close/>
                  </a:path>
                </a:pathLst>
              </a:cu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602" name="Freeform 4708">
                <a:extLst>
                  <a:ext uri="{FF2B5EF4-FFF2-40B4-BE49-F238E27FC236}">
                    <a16:creationId xmlns:a16="http://schemas.microsoft.com/office/drawing/2014/main" id="{7944C622-D20B-5928-BA4A-80E20544DC1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700" y="2099"/>
                <a:ext cx="3" cy="9"/>
              </a:xfrm>
              <a:custGeom>
                <a:avLst/>
                <a:gdLst>
                  <a:gd name="T0" fmla="*/ 0 w 16"/>
                  <a:gd name="T1" fmla="*/ 0 h 53"/>
                  <a:gd name="T2" fmla="*/ 0 w 16"/>
                  <a:gd name="T3" fmla="*/ 0 h 53"/>
                  <a:gd name="T4" fmla="*/ 0 w 16"/>
                  <a:gd name="T5" fmla="*/ 0 h 53"/>
                  <a:gd name="T6" fmla="*/ 0 w 16"/>
                  <a:gd name="T7" fmla="*/ 0 h 53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16"/>
                  <a:gd name="T13" fmla="*/ 0 h 53"/>
                  <a:gd name="T14" fmla="*/ 16 w 16"/>
                  <a:gd name="T15" fmla="*/ 53 h 53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16" h="53">
                    <a:moveTo>
                      <a:pt x="16" y="0"/>
                    </a:moveTo>
                    <a:lnTo>
                      <a:pt x="0" y="51"/>
                    </a:lnTo>
                    <a:lnTo>
                      <a:pt x="6" y="53"/>
                    </a:lnTo>
                    <a:lnTo>
                      <a:pt x="16" y="0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603" name="Line 4709">
                <a:extLst>
                  <a:ext uri="{FF2B5EF4-FFF2-40B4-BE49-F238E27FC236}">
                    <a16:creationId xmlns:a16="http://schemas.microsoft.com/office/drawing/2014/main" id="{2638C8E6-AABB-4CE9-8C66-C53ADB9C7E1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700" y="2108"/>
                <a:ext cx="1" cy="1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604" name="Freeform 4710">
                <a:extLst>
                  <a:ext uri="{FF2B5EF4-FFF2-40B4-BE49-F238E27FC236}">
                    <a16:creationId xmlns:a16="http://schemas.microsoft.com/office/drawing/2014/main" id="{A315DE14-7514-2F01-065F-DCC90060E3A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701" y="2090"/>
                <a:ext cx="17" cy="21"/>
              </a:xfrm>
              <a:custGeom>
                <a:avLst/>
                <a:gdLst>
                  <a:gd name="T0" fmla="*/ 0 w 103"/>
                  <a:gd name="T1" fmla="*/ 0 h 122"/>
                  <a:gd name="T2" fmla="*/ 0 w 103"/>
                  <a:gd name="T3" fmla="*/ 0 h 122"/>
                  <a:gd name="T4" fmla="*/ 0 w 103"/>
                  <a:gd name="T5" fmla="*/ 0 h 122"/>
                  <a:gd name="T6" fmla="*/ 0 w 103"/>
                  <a:gd name="T7" fmla="*/ 0 h 122"/>
                  <a:gd name="T8" fmla="*/ 0 w 103"/>
                  <a:gd name="T9" fmla="*/ 0 h 122"/>
                  <a:gd name="T10" fmla="*/ 0 w 103"/>
                  <a:gd name="T11" fmla="*/ 0 h 122"/>
                  <a:gd name="T12" fmla="*/ 0 w 103"/>
                  <a:gd name="T13" fmla="*/ 0 h 122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103"/>
                  <a:gd name="T22" fmla="*/ 0 h 122"/>
                  <a:gd name="T23" fmla="*/ 103 w 103"/>
                  <a:gd name="T24" fmla="*/ 122 h 122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103" h="122">
                    <a:moveTo>
                      <a:pt x="19" y="0"/>
                    </a:moveTo>
                    <a:lnTo>
                      <a:pt x="10" y="53"/>
                    </a:lnTo>
                    <a:lnTo>
                      <a:pt x="0" y="106"/>
                    </a:lnTo>
                    <a:lnTo>
                      <a:pt x="84" y="122"/>
                    </a:lnTo>
                    <a:lnTo>
                      <a:pt x="94" y="69"/>
                    </a:lnTo>
                    <a:lnTo>
                      <a:pt x="103" y="16"/>
                    </a:lnTo>
                    <a:lnTo>
                      <a:pt x="19" y="0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605" name="Freeform 4711">
                <a:extLst>
                  <a:ext uri="{FF2B5EF4-FFF2-40B4-BE49-F238E27FC236}">
                    <a16:creationId xmlns:a16="http://schemas.microsoft.com/office/drawing/2014/main" id="{CF78CFCE-25E3-B282-430B-D73BDF4EB3D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701" y="2090"/>
                <a:ext cx="17" cy="21"/>
              </a:xfrm>
              <a:custGeom>
                <a:avLst/>
                <a:gdLst>
                  <a:gd name="T0" fmla="*/ 0 w 103"/>
                  <a:gd name="T1" fmla="*/ 0 h 122"/>
                  <a:gd name="T2" fmla="*/ 0 w 103"/>
                  <a:gd name="T3" fmla="*/ 0 h 122"/>
                  <a:gd name="T4" fmla="*/ 0 w 103"/>
                  <a:gd name="T5" fmla="*/ 0 h 122"/>
                  <a:gd name="T6" fmla="*/ 0 w 103"/>
                  <a:gd name="T7" fmla="*/ 0 h 122"/>
                  <a:gd name="T8" fmla="*/ 0 w 103"/>
                  <a:gd name="T9" fmla="*/ 0 h 122"/>
                  <a:gd name="T10" fmla="*/ 0 w 103"/>
                  <a:gd name="T11" fmla="*/ 0 h 122"/>
                  <a:gd name="T12" fmla="*/ 0 w 103"/>
                  <a:gd name="T13" fmla="*/ 0 h 122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103"/>
                  <a:gd name="T22" fmla="*/ 0 h 122"/>
                  <a:gd name="T23" fmla="*/ 103 w 103"/>
                  <a:gd name="T24" fmla="*/ 122 h 122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103" h="122">
                    <a:moveTo>
                      <a:pt x="19" y="0"/>
                    </a:moveTo>
                    <a:lnTo>
                      <a:pt x="10" y="53"/>
                    </a:lnTo>
                    <a:lnTo>
                      <a:pt x="0" y="106"/>
                    </a:lnTo>
                    <a:lnTo>
                      <a:pt x="84" y="122"/>
                    </a:lnTo>
                    <a:lnTo>
                      <a:pt x="94" y="69"/>
                    </a:lnTo>
                    <a:lnTo>
                      <a:pt x="103" y="16"/>
                    </a:lnTo>
                    <a:lnTo>
                      <a:pt x="19" y="0"/>
                    </a:lnTo>
                    <a:close/>
                  </a:path>
                </a:pathLst>
              </a:cu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606" name="Freeform 4712">
                <a:extLst>
                  <a:ext uri="{FF2B5EF4-FFF2-40B4-BE49-F238E27FC236}">
                    <a16:creationId xmlns:a16="http://schemas.microsoft.com/office/drawing/2014/main" id="{595A17B6-020F-DF93-FC82-2EA10D9E26F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715" y="2102"/>
                <a:ext cx="2" cy="9"/>
              </a:xfrm>
              <a:custGeom>
                <a:avLst/>
                <a:gdLst>
                  <a:gd name="T0" fmla="*/ 0 w 10"/>
                  <a:gd name="T1" fmla="*/ 0 h 53"/>
                  <a:gd name="T2" fmla="*/ 0 w 10"/>
                  <a:gd name="T3" fmla="*/ 0 h 53"/>
                  <a:gd name="T4" fmla="*/ 0 w 10"/>
                  <a:gd name="T5" fmla="*/ 0 h 53"/>
                  <a:gd name="T6" fmla="*/ 0 w 10"/>
                  <a:gd name="T7" fmla="*/ 0 h 53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10"/>
                  <a:gd name="T13" fmla="*/ 0 h 53"/>
                  <a:gd name="T14" fmla="*/ 10 w 10"/>
                  <a:gd name="T15" fmla="*/ 53 h 53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10" h="53">
                    <a:moveTo>
                      <a:pt x="10" y="0"/>
                    </a:moveTo>
                    <a:lnTo>
                      <a:pt x="0" y="53"/>
                    </a:lnTo>
                    <a:lnTo>
                      <a:pt x="7" y="53"/>
                    </a:lnTo>
                    <a:lnTo>
                      <a:pt x="10" y="0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607" name="Line 4713">
                <a:extLst>
                  <a:ext uri="{FF2B5EF4-FFF2-40B4-BE49-F238E27FC236}">
                    <a16:creationId xmlns:a16="http://schemas.microsoft.com/office/drawing/2014/main" id="{B9564519-0F00-4A5A-27CA-8150C82B024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715" y="2111"/>
                <a:ext cx="1" cy="1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608" name="Freeform 4714">
                <a:extLst>
                  <a:ext uri="{FF2B5EF4-FFF2-40B4-BE49-F238E27FC236}">
                    <a16:creationId xmlns:a16="http://schemas.microsoft.com/office/drawing/2014/main" id="{614F1CA3-C95A-2B83-122E-663F6E21CBA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716" y="2093"/>
                <a:ext cx="15" cy="18"/>
              </a:xfrm>
              <a:custGeom>
                <a:avLst/>
                <a:gdLst>
                  <a:gd name="T0" fmla="*/ 0 w 90"/>
                  <a:gd name="T1" fmla="*/ 0 h 110"/>
                  <a:gd name="T2" fmla="*/ 0 w 90"/>
                  <a:gd name="T3" fmla="*/ 0 h 110"/>
                  <a:gd name="T4" fmla="*/ 0 w 90"/>
                  <a:gd name="T5" fmla="*/ 0 h 110"/>
                  <a:gd name="T6" fmla="*/ 0 w 90"/>
                  <a:gd name="T7" fmla="*/ 0 h 110"/>
                  <a:gd name="T8" fmla="*/ 0 w 90"/>
                  <a:gd name="T9" fmla="*/ 0 h 110"/>
                  <a:gd name="T10" fmla="*/ 0 w 90"/>
                  <a:gd name="T11" fmla="*/ 0 h 110"/>
                  <a:gd name="T12" fmla="*/ 0 w 90"/>
                  <a:gd name="T13" fmla="*/ 0 h 110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90"/>
                  <a:gd name="T22" fmla="*/ 0 h 110"/>
                  <a:gd name="T23" fmla="*/ 90 w 90"/>
                  <a:gd name="T24" fmla="*/ 110 h 110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90" h="110">
                    <a:moveTo>
                      <a:pt x="5" y="0"/>
                    </a:moveTo>
                    <a:lnTo>
                      <a:pt x="3" y="53"/>
                    </a:lnTo>
                    <a:lnTo>
                      <a:pt x="0" y="106"/>
                    </a:lnTo>
                    <a:lnTo>
                      <a:pt x="86" y="110"/>
                    </a:lnTo>
                    <a:lnTo>
                      <a:pt x="88" y="57"/>
                    </a:lnTo>
                    <a:lnTo>
                      <a:pt x="90" y="4"/>
                    </a:lnTo>
                    <a:lnTo>
                      <a:pt x="5" y="0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609" name="Freeform 4715">
                <a:extLst>
                  <a:ext uri="{FF2B5EF4-FFF2-40B4-BE49-F238E27FC236}">
                    <a16:creationId xmlns:a16="http://schemas.microsoft.com/office/drawing/2014/main" id="{130CEDA2-821C-1E55-5AEC-68BA8F3867B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716" y="2093"/>
                <a:ext cx="15" cy="18"/>
              </a:xfrm>
              <a:custGeom>
                <a:avLst/>
                <a:gdLst>
                  <a:gd name="T0" fmla="*/ 0 w 90"/>
                  <a:gd name="T1" fmla="*/ 0 h 110"/>
                  <a:gd name="T2" fmla="*/ 0 w 90"/>
                  <a:gd name="T3" fmla="*/ 0 h 110"/>
                  <a:gd name="T4" fmla="*/ 0 w 90"/>
                  <a:gd name="T5" fmla="*/ 0 h 110"/>
                  <a:gd name="T6" fmla="*/ 0 w 90"/>
                  <a:gd name="T7" fmla="*/ 0 h 110"/>
                  <a:gd name="T8" fmla="*/ 0 w 90"/>
                  <a:gd name="T9" fmla="*/ 0 h 110"/>
                  <a:gd name="T10" fmla="*/ 0 w 90"/>
                  <a:gd name="T11" fmla="*/ 0 h 110"/>
                  <a:gd name="T12" fmla="*/ 0 w 90"/>
                  <a:gd name="T13" fmla="*/ 0 h 110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90"/>
                  <a:gd name="T22" fmla="*/ 0 h 110"/>
                  <a:gd name="T23" fmla="*/ 90 w 90"/>
                  <a:gd name="T24" fmla="*/ 110 h 110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90" h="110">
                    <a:moveTo>
                      <a:pt x="5" y="0"/>
                    </a:moveTo>
                    <a:lnTo>
                      <a:pt x="3" y="53"/>
                    </a:lnTo>
                    <a:lnTo>
                      <a:pt x="0" y="106"/>
                    </a:lnTo>
                    <a:lnTo>
                      <a:pt x="86" y="110"/>
                    </a:lnTo>
                    <a:lnTo>
                      <a:pt x="88" y="57"/>
                    </a:lnTo>
                    <a:lnTo>
                      <a:pt x="90" y="4"/>
                    </a:lnTo>
                    <a:lnTo>
                      <a:pt x="5" y="0"/>
                    </a:lnTo>
                    <a:close/>
                  </a:path>
                </a:pathLst>
              </a:cu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610" name="Freeform 4716">
                <a:extLst>
                  <a:ext uri="{FF2B5EF4-FFF2-40B4-BE49-F238E27FC236}">
                    <a16:creationId xmlns:a16="http://schemas.microsoft.com/office/drawing/2014/main" id="{840D51AF-82F3-C43E-1F31-2D94D85F661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731" y="2103"/>
                <a:ext cx="1" cy="8"/>
              </a:xfrm>
              <a:custGeom>
                <a:avLst/>
                <a:gdLst>
                  <a:gd name="T0" fmla="*/ 0 w 5"/>
                  <a:gd name="T1" fmla="*/ 0 h 53"/>
                  <a:gd name="T2" fmla="*/ 0 w 5"/>
                  <a:gd name="T3" fmla="*/ 0 h 53"/>
                  <a:gd name="T4" fmla="*/ 0 w 5"/>
                  <a:gd name="T5" fmla="*/ 0 h 53"/>
                  <a:gd name="T6" fmla="*/ 0 w 5"/>
                  <a:gd name="T7" fmla="*/ 0 h 53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5"/>
                  <a:gd name="T13" fmla="*/ 0 h 53"/>
                  <a:gd name="T14" fmla="*/ 5 w 5"/>
                  <a:gd name="T15" fmla="*/ 53 h 53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5" h="53">
                    <a:moveTo>
                      <a:pt x="2" y="0"/>
                    </a:moveTo>
                    <a:lnTo>
                      <a:pt x="0" y="53"/>
                    </a:lnTo>
                    <a:lnTo>
                      <a:pt x="5" y="53"/>
                    </a:lnTo>
                    <a:lnTo>
                      <a:pt x="2" y="0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611" name="Line 4717">
                <a:extLst>
                  <a:ext uri="{FF2B5EF4-FFF2-40B4-BE49-F238E27FC236}">
                    <a16:creationId xmlns:a16="http://schemas.microsoft.com/office/drawing/2014/main" id="{BDD87D65-CF41-C775-EF07-D208B801FE5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731" y="2111"/>
                <a:ext cx="1" cy="1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612" name="Freeform 4718">
                <a:extLst>
                  <a:ext uri="{FF2B5EF4-FFF2-40B4-BE49-F238E27FC236}">
                    <a16:creationId xmlns:a16="http://schemas.microsoft.com/office/drawing/2014/main" id="{5F427DC0-8CE6-612E-9081-0289A572FA1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730" y="2093"/>
                <a:ext cx="16" cy="18"/>
              </a:xfrm>
              <a:custGeom>
                <a:avLst/>
                <a:gdLst>
                  <a:gd name="T0" fmla="*/ 0 w 91"/>
                  <a:gd name="T1" fmla="*/ 0 h 110"/>
                  <a:gd name="T2" fmla="*/ 0 w 91"/>
                  <a:gd name="T3" fmla="*/ 0 h 110"/>
                  <a:gd name="T4" fmla="*/ 0 w 91"/>
                  <a:gd name="T5" fmla="*/ 0 h 110"/>
                  <a:gd name="T6" fmla="*/ 0 w 91"/>
                  <a:gd name="T7" fmla="*/ 0 h 110"/>
                  <a:gd name="T8" fmla="*/ 0 w 91"/>
                  <a:gd name="T9" fmla="*/ 0 h 110"/>
                  <a:gd name="T10" fmla="*/ 0 w 91"/>
                  <a:gd name="T11" fmla="*/ 0 h 110"/>
                  <a:gd name="T12" fmla="*/ 0 w 91"/>
                  <a:gd name="T13" fmla="*/ 0 h 110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91"/>
                  <a:gd name="T22" fmla="*/ 0 h 110"/>
                  <a:gd name="T23" fmla="*/ 91 w 91"/>
                  <a:gd name="T24" fmla="*/ 110 h 110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91" h="110">
                    <a:moveTo>
                      <a:pt x="0" y="4"/>
                    </a:moveTo>
                    <a:lnTo>
                      <a:pt x="3" y="57"/>
                    </a:lnTo>
                    <a:lnTo>
                      <a:pt x="6" y="110"/>
                    </a:lnTo>
                    <a:lnTo>
                      <a:pt x="91" y="106"/>
                    </a:lnTo>
                    <a:lnTo>
                      <a:pt x="88" y="53"/>
                    </a:lnTo>
                    <a:lnTo>
                      <a:pt x="85" y="0"/>
                    </a:lnTo>
                    <a:lnTo>
                      <a:pt x="0" y="4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613" name="Freeform 4719">
                <a:extLst>
                  <a:ext uri="{FF2B5EF4-FFF2-40B4-BE49-F238E27FC236}">
                    <a16:creationId xmlns:a16="http://schemas.microsoft.com/office/drawing/2014/main" id="{3CB63BA3-6EC0-83ED-4E73-1C86520CEE8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730" y="2093"/>
                <a:ext cx="16" cy="18"/>
              </a:xfrm>
              <a:custGeom>
                <a:avLst/>
                <a:gdLst>
                  <a:gd name="T0" fmla="*/ 0 w 91"/>
                  <a:gd name="T1" fmla="*/ 0 h 110"/>
                  <a:gd name="T2" fmla="*/ 0 w 91"/>
                  <a:gd name="T3" fmla="*/ 0 h 110"/>
                  <a:gd name="T4" fmla="*/ 0 w 91"/>
                  <a:gd name="T5" fmla="*/ 0 h 110"/>
                  <a:gd name="T6" fmla="*/ 0 w 91"/>
                  <a:gd name="T7" fmla="*/ 0 h 110"/>
                  <a:gd name="T8" fmla="*/ 0 w 91"/>
                  <a:gd name="T9" fmla="*/ 0 h 110"/>
                  <a:gd name="T10" fmla="*/ 0 w 91"/>
                  <a:gd name="T11" fmla="*/ 0 h 110"/>
                  <a:gd name="T12" fmla="*/ 0 w 91"/>
                  <a:gd name="T13" fmla="*/ 0 h 110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91"/>
                  <a:gd name="T22" fmla="*/ 0 h 110"/>
                  <a:gd name="T23" fmla="*/ 91 w 91"/>
                  <a:gd name="T24" fmla="*/ 110 h 110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91" h="110">
                    <a:moveTo>
                      <a:pt x="0" y="4"/>
                    </a:moveTo>
                    <a:lnTo>
                      <a:pt x="3" y="57"/>
                    </a:lnTo>
                    <a:lnTo>
                      <a:pt x="6" y="110"/>
                    </a:lnTo>
                    <a:lnTo>
                      <a:pt x="91" y="106"/>
                    </a:lnTo>
                    <a:lnTo>
                      <a:pt x="88" y="53"/>
                    </a:lnTo>
                    <a:lnTo>
                      <a:pt x="85" y="0"/>
                    </a:lnTo>
                    <a:lnTo>
                      <a:pt x="0" y="4"/>
                    </a:lnTo>
                    <a:close/>
                  </a:path>
                </a:pathLst>
              </a:cu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614" name="Freeform 4720">
                <a:extLst>
                  <a:ext uri="{FF2B5EF4-FFF2-40B4-BE49-F238E27FC236}">
                    <a16:creationId xmlns:a16="http://schemas.microsoft.com/office/drawing/2014/main" id="{B5BEC92B-E0F9-B2B3-454E-06A4F8CBA2C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745" y="2102"/>
                <a:ext cx="2" cy="9"/>
              </a:xfrm>
              <a:custGeom>
                <a:avLst/>
                <a:gdLst>
                  <a:gd name="T0" fmla="*/ 0 w 10"/>
                  <a:gd name="T1" fmla="*/ 0 h 53"/>
                  <a:gd name="T2" fmla="*/ 0 w 10"/>
                  <a:gd name="T3" fmla="*/ 0 h 53"/>
                  <a:gd name="T4" fmla="*/ 0 w 10"/>
                  <a:gd name="T5" fmla="*/ 0 h 53"/>
                  <a:gd name="T6" fmla="*/ 0 w 10"/>
                  <a:gd name="T7" fmla="*/ 0 h 53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10"/>
                  <a:gd name="T13" fmla="*/ 0 h 53"/>
                  <a:gd name="T14" fmla="*/ 10 w 10"/>
                  <a:gd name="T15" fmla="*/ 53 h 53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10" h="53">
                    <a:moveTo>
                      <a:pt x="0" y="0"/>
                    </a:moveTo>
                    <a:lnTo>
                      <a:pt x="3" y="53"/>
                    </a:lnTo>
                    <a:lnTo>
                      <a:pt x="10" y="53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615" name="Line 4721">
                <a:extLst>
                  <a:ext uri="{FF2B5EF4-FFF2-40B4-BE49-F238E27FC236}">
                    <a16:creationId xmlns:a16="http://schemas.microsoft.com/office/drawing/2014/main" id="{79C09436-76C7-CFCA-B62D-745FD905A77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746" y="2111"/>
                <a:ext cx="1" cy="1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616" name="Freeform 4722">
                <a:extLst>
                  <a:ext uri="{FF2B5EF4-FFF2-40B4-BE49-F238E27FC236}">
                    <a16:creationId xmlns:a16="http://schemas.microsoft.com/office/drawing/2014/main" id="{1B3E032D-0386-EA41-B3AC-1C0BDC1842B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743" y="2090"/>
                <a:ext cx="18" cy="21"/>
              </a:xfrm>
              <a:custGeom>
                <a:avLst/>
                <a:gdLst>
                  <a:gd name="T0" fmla="*/ 0 w 104"/>
                  <a:gd name="T1" fmla="*/ 0 h 122"/>
                  <a:gd name="T2" fmla="*/ 0 w 104"/>
                  <a:gd name="T3" fmla="*/ 0 h 122"/>
                  <a:gd name="T4" fmla="*/ 0 w 104"/>
                  <a:gd name="T5" fmla="*/ 0 h 122"/>
                  <a:gd name="T6" fmla="*/ 0 w 104"/>
                  <a:gd name="T7" fmla="*/ 0 h 122"/>
                  <a:gd name="T8" fmla="*/ 0 w 104"/>
                  <a:gd name="T9" fmla="*/ 0 h 122"/>
                  <a:gd name="T10" fmla="*/ 0 w 104"/>
                  <a:gd name="T11" fmla="*/ 0 h 122"/>
                  <a:gd name="T12" fmla="*/ 0 w 104"/>
                  <a:gd name="T13" fmla="*/ 0 h 122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104"/>
                  <a:gd name="T22" fmla="*/ 0 h 122"/>
                  <a:gd name="T23" fmla="*/ 104 w 104"/>
                  <a:gd name="T24" fmla="*/ 122 h 122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104" h="122">
                    <a:moveTo>
                      <a:pt x="0" y="16"/>
                    </a:moveTo>
                    <a:lnTo>
                      <a:pt x="10" y="69"/>
                    </a:lnTo>
                    <a:lnTo>
                      <a:pt x="20" y="122"/>
                    </a:lnTo>
                    <a:lnTo>
                      <a:pt x="104" y="106"/>
                    </a:lnTo>
                    <a:lnTo>
                      <a:pt x="95" y="53"/>
                    </a:lnTo>
                    <a:lnTo>
                      <a:pt x="85" y="0"/>
                    </a:lnTo>
                    <a:lnTo>
                      <a:pt x="0" y="16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617" name="Freeform 4723">
                <a:extLst>
                  <a:ext uri="{FF2B5EF4-FFF2-40B4-BE49-F238E27FC236}">
                    <a16:creationId xmlns:a16="http://schemas.microsoft.com/office/drawing/2014/main" id="{D01F8EB7-F069-6D75-7FA6-9A2C386D974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743" y="2090"/>
                <a:ext cx="18" cy="21"/>
              </a:xfrm>
              <a:custGeom>
                <a:avLst/>
                <a:gdLst>
                  <a:gd name="T0" fmla="*/ 0 w 104"/>
                  <a:gd name="T1" fmla="*/ 0 h 122"/>
                  <a:gd name="T2" fmla="*/ 0 w 104"/>
                  <a:gd name="T3" fmla="*/ 0 h 122"/>
                  <a:gd name="T4" fmla="*/ 0 w 104"/>
                  <a:gd name="T5" fmla="*/ 0 h 122"/>
                  <a:gd name="T6" fmla="*/ 0 w 104"/>
                  <a:gd name="T7" fmla="*/ 0 h 122"/>
                  <a:gd name="T8" fmla="*/ 0 w 104"/>
                  <a:gd name="T9" fmla="*/ 0 h 122"/>
                  <a:gd name="T10" fmla="*/ 0 w 104"/>
                  <a:gd name="T11" fmla="*/ 0 h 122"/>
                  <a:gd name="T12" fmla="*/ 0 w 104"/>
                  <a:gd name="T13" fmla="*/ 0 h 122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104"/>
                  <a:gd name="T22" fmla="*/ 0 h 122"/>
                  <a:gd name="T23" fmla="*/ 104 w 104"/>
                  <a:gd name="T24" fmla="*/ 122 h 122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104" h="122">
                    <a:moveTo>
                      <a:pt x="0" y="16"/>
                    </a:moveTo>
                    <a:lnTo>
                      <a:pt x="10" y="69"/>
                    </a:lnTo>
                    <a:lnTo>
                      <a:pt x="20" y="122"/>
                    </a:lnTo>
                    <a:lnTo>
                      <a:pt x="104" y="106"/>
                    </a:lnTo>
                    <a:lnTo>
                      <a:pt x="95" y="53"/>
                    </a:lnTo>
                    <a:lnTo>
                      <a:pt x="85" y="0"/>
                    </a:lnTo>
                    <a:lnTo>
                      <a:pt x="0" y="16"/>
                    </a:lnTo>
                    <a:close/>
                  </a:path>
                </a:pathLst>
              </a:cu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618" name="Freeform 4724">
                <a:extLst>
                  <a:ext uri="{FF2B5EF4-FFF2-40B4-BE49-F238E27FC236}">
                    <a16:creationId xmlns:a16="http://schemas.microsoft.com/office/drawing/2014/main" id="{54B157B8-3FB2-1B0F-EC28-48903C68B84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759" y="2099"/>
                <a:ext cx="3" cy="9"/>
              </a:xfrm>
              <a:custGeom>
                <a:avLst/>
                <a:gdLst>
                  <a:gd name="T0" fmla="*/ 0 w 16"/>
                  <a:gd name="T1" fmla="*/ 0 h 53"/>
                  <a:gd name="T2" fmla="*/ 0 w 16"/>
                  <a:gd name="T3" fmla="*/ 0 h 53"/>
                  <a:gd name="T4" fmla="*/ 0 w 16"/>
                  <a:gd name="T5" fmla="*/ 0 h 53"/>
                  <a:gd name="T6" fmla="*/ 0 w 16"/>
                  <a:gd name="T7" fmla="*/ 0 h 53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16"/>
                  <a:gd name="T13" fmla="*/ 0 h 53"/>
                  <a:gd name="T14" fmla="*/ 16 w 16"/>
                  <a:gd name="T15" fmla="*/ 53 h 53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16" h="53">
                    <a:moveTo>
                      <a:pt x="0" y="0"/>
                    </a:moveTo>
                    <a:lnTo>
                      <a:pt x="9" y="53"/>
                    </a:lnTo>
                    <a:lnTo>
                      <a:pt x="16" y="51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619" name="Line 4725">
                <a:extLst>
                  <a:ext uri="{FF2B5EF4-FFF2-40B4-BE49-F238E27FC236}">
                    <a16:creationId xmlns:a16="http://schemas.microsoft.com/office/drawing/2014/main" id="{B4A739E2-2011-EC97-C5D6-7736A799365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3761" y="2108"/>
                <a:ext cx="1" cy="1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620" name="Freeform 4726">
                <a:extLst>
                  <a:ext uri="{FF2B5EF4-FFF2-40B4-BE49-F238E27FC236}">
                    <a16:creationId xmlns:a16="http://schemas.microsoft.com/office/drawing/2014/main" id="{EF542658-2A12-CCC1-3483-60D23150A0F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756" y="2086"/>
                <a:ext cx="19" cy="22"/>
              </a:xfrm>
              <a:custGeom>
                <a:avLst/>
                <a:gdLst>
                  <a:gd name="T0" fmla="*/ 0 w 113"/>
                  <a:gd name="T1" fmla="*/ 0 h 127"/>
                  <a:gd name="T2" fmla="*/ 0 w 113"/>
                  <a:gd name="T3" fmla="*/ 0 h 127"/>
                  <a:gd name="T4" fmla="*/ 0 w 113"/>
                  <a:gd name="T5" fmla="*/ 0 h 127"/>
                  <a:gd name="T6" fmla="*/ 0 w 113"/>
                  <a:gd name="T7" fmla="*/ 0 h 127"/>
                  <a:gd name="T8" fmla="*/ 0 w 113"/>
                  <a:gd name="T9" fmla="*/ 0 h 127"/>
                  <a:gd name="T10" fmla="*/ 0 w 113"/>
                  <a:gd name="T11" fmla="*/ 0 h 127"/>
                  <a:gd name="T12" fmla="*/ 0 w 113"/>
                  <a:gd name="T13" fmla="*/ 0 h 127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113"/>
                  <a:gd name="T22" fmla="*/ 0 h 127"/>
                  <a:gd name="T23" fmla="*/ 113 w 113"/>
                  <a:gd name="T24" fmla="*/ 127 h 127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113" h="127">
                    <a:moveTo>
                      <a:pt x="0" y="25"/>
                    </a:moveTo>
                    <a:lnTo>
                      <a:pt x="16" y="76"/>
                    </a:lnTo>
                    <a:lnTo>
                      <a:pt x="32" y="127"/>
                    </a:lnTo>
                    <a:lnTo>
                      <a:pt x="113" y="101"/>
                    </a:lnTo>
                    <a:lnTo>
                      <a:pt x="97" y="51"/>
                    </a:lnTo>
                    <a:lnTo>
                      <a:pt x="81" y="0"/>
                    </a:lnTo>
                    <a:lnTo>
                      <a:pt x="0" y="25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621" name="Freeform 4727">
                <a:extLst>
                  <a:ext uri="{FF2B5EF4-FFF2-40B4-BE49-F238E27FC236}">
                    <a16:creationId xmlns:a16="http://schemas.microsoft.com/office/drawing/2014/main" id="{256C2B96-0495-F9AD-D82D-3C205F1B034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756" y="2086"/>
                <a:ext cx="19" cy="22"/>
              </a:xfrm>
              <a:custGeom>
                <a:avLst/>
                <a:gdLst>
                  <a:gd name="T0" fmla="*/ 0 w 113"/>
                  <a:gd name="T1" fmla="*/ 0 h 127"/>
                  <a:gd name="T2" fmla="*/ 0 w 113"/>
                  <a:gd name="T3" fmla="*/ 0 h 127"/>
                  <a:gd name="T4" fmla="*/ 0 w 113"/>
                  <a:gd name="T5" fmla="*/ 0 h 127"/>
                  <a:gd name="T6" fmla="*/ 0 w 113"/>
                  <a:gd name="T7" fmla="*/ 0 h 127"/>
                  <a:gd name="T8" fmla="*/ 0 w 113"/>
                  <a:gd name="T9" fmla="*/ 0 h 127"/>
                  <a:gd name="T10" fmla="*/ 0 w 113"/>
                  <a:gd name="T11" fmla="*/ 0 h 127"/>
                  <a:gd name="T12" fmla="*/ 0 w 113"/>
                  <a:gd name="T13" fmla="*/ 0 h 127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113"/>
                  <a:gd name="T22" fmla="*/ 0 h 127"/>
                  <a:gd name="T23" fmla="*/ 113 w 113"/>
                  <a:gd name="T24" fmla="*/ 127 h 127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113" h="127">
                    <a:moveTo>
                      <a:pt x="0" y="25"/>
                    </a:moveTo>
                    <a:lnTo>
                      <a:pt x="16" y="76"/>
                    </a:lnTo>
                    <a:lnTo>
                      <a:pt x="32" y="127"/>
                    </a:lnTo>
                    <a:lnTo>
                      <a:pt x="113" y="101"/>
                    </a:lnTo>
                    <a:lnTo>
                      <a:pt x="97" y="51"/>
                    </a:lnTo>
                    <a:lnTo>
                      <a:pt x="81" y="0"/>
                    </a:lnTo>
                    <a:lnTo>
                      <a:pt x="0" y="25"/>
                    </a:lnTo>
                    <a:close/>
                  </a:path>
                </a:pathLst>
              </a:cu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622" name="Freeform 4728">
                <a:extLst>
                  <a:ext uri="{FF2B5EF4-FFF2-40B4-BE49-F238E27FC236}">
                    <a16:creationId xmlns:a16="http://schemas.microsoft.com/office/drawing/2014/main" id="{323BDEE1-0721-41DB-0889-0FDF3AC68BB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773" y="2095"/>
                <a:ext cx="3" cy="8"/>
              </a:xfrm>
              <a:custGeom>
                <a:avLst/>
                <a:gdLst>
                  <a:gd name="T0" fmla="*/ 0 w 22"/>
                  <a:gd name="T1" fmla="*/ 0 h 50"/>
                  <a:gd name="T2" fmla="*/ 0 w 22"/>
                  <a:gd name="T3" fmla="*/ 0 h 50"/>
                  <a:gd name="T4" fmla="*/ 0 w 22"/>
                  <a:gd name="T5" fmla="*/ 0 h 50"/>
                  <a:gd name="T6" fmla="*/ 0 w 22"/>
                  <a:gd name="T7" fmla="*/ 0 h 50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22"/>
                  <a:gd name="T13" fmla="*/ 0 h 50"/>
                  <a:gd name="T14" fmla="*/ 22 w 22"/>
                  <a:gd name="T15" fmla="*/ 50 h 50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22" h="50">
                    <a:moveTo>
                      <a:pt x="0" y="0"/>
                    </a:moveTo>
                    <a:lnTo>
                      <a:pt x="16" y="50"/>
                    </a:lnTo>
                    <a:lnTo>
                      <a:pt x="22" y="48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623" name="Line 4729">
                <a:extLst>
                  <a:ext uri="{FF2B5EF4-FFF2-40B4-BE49-F238E27FC236}">
                    <a16:creationId xmlns:a16="http://schemas.microsoft.com/office/drawing/2014/main" id="{EEE0B5A3-80CC-7C6A-6A94-68B8C7D5EB6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3775" y="2103"/>
                <a:ext cx="1" cy="1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624" name="Freeform 4730">
                <a:extLst>
                  <a:ext uri="{FF2B5EF4-FFF2-40B4-BE49-F238E27FC236}">
                    <a16:creationId xmlns:a16="http://schemas.microsoft.com/office/drawing/2014/main" id="{160DA494-4DBA-929D-B8E1-4717B9AC86F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769" y="2081"/>
                <a:ext cx="20" cy="22"/>
              </a:xfrm>
              <a:custGeom>
                <a:avLst/>
                <a:gdLst>
                  <a:gd name="T0" fmla="*/ 0 w 123"/>
                  <a:gd name="T1" fmla="*/ 0 h 132"/>
                  <a:gd name="T2" fmla="*/ 0 w 123"/>
                  <a:gd name="T3" fmla="*/ 0 h 132"/>
                  <a:gd name="T4" fmla="*/ 0 w 123"/>
                  <a:gd name="T5" fmla="*/ 0 h 132"/>
                  <a:gd name="T6" fmla="*/ 0 w 123"/>
                  <a:gd name="T7" fmla="*/ 0 h 132"/>
                  <a:gd name="T8" fmla="*/ 0 w 123"/>
                  <a:gd name="T9" fmla="*/ 0 h 132"/>
                  <a:gd name="T10" fmla="*/ 0 w 123"/>
                  <a:gd name="T11" fmla="*/ 0 h 132"/>
                  <a:gd name="T12" fmla="*/ 0 w 123"/>
                  <a:gd name="T13" fmla="*/ 0 h 132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123"/>
                  <a:gd name="T22" fmla="*/ 0 h 132"/>
                  <a:gd name="T23" fmla="*/ 123 w 123"/>
                  <a:gd name="T24" fmla="*/ 132 h 132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123" h="132">
                    <a:moveTo>
                      <a:pt x="0" y="35"/>
                    </a:moveTo>
                    <a:lnTo>
                      <a:pt x="22" y="84"/>
                    </a:lnTo>
                    <a:lnTo>
                      <a:pt x="44" y="132"/>
                    </a:lnTo>
                    <a:lnTo>
                      <a:pt x="123" y="97"/>
                    </a:lnTo>
                    <a:lnTo>
                      <a:pt x="101" y="49"/>
                    </a:lnTo>
                    <a:lnTo>
                      <a:pt x="78" y="0"/>
                    </a:lnTo>
                    <a:lnTo>
                      <a:pt x="0" y="35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625" name="Freeform 4731">
                <a:extLst>
                  <a:ext uri="{FF2B5EF4-FFF2-40B4-BE49-F238E27FC236}">
                    <a16:creationId xmlns:a16="http://schemas.microsoft.com/office/drawing/2014/main" id="{A235DB18-066E-C3AD-8E63-728FB312206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769" y="2081"/>
                <a:ext cx="20" cy="22"/>
              </a:xfrm>
              <a:custGeom>
                <a:avLst/>
                <a:gdLst>
                  <a:gd name="T0" fmla="*/ 0 w 123"/>
                  <a:gd name="T1" fmla="*/ 0 h 132"/>
                  <a:gd name="T2" fmla="*/ 0 w 123"/>
                  <a:gd name="T3" fmla="*/ 0 h 132"/>
                  <a:gd name="T4" fmla="*/ 0 w 123"/>
                  <a:gd name="T5" fmla="*/ 0 h 132"/>
                  <a:gd name="T6" fmla="*/ 0 w 123"/>
                  <a:gd name="T7" fmla="*/ 0 h 132"/>
                  <a:gd name="T8" fmla="*/ 0 w 123"/>
                  <a:gd name="T9" fmla="*/ 0 h 132"/>
                  <a:gd name="T10" fmla="*/ 0 w 123"/>
                  <a:gd name="T11" fmla="*/ 0 h 132"/>
                  <a:gd name="T12" fmla="*/ 0 w 123"/>
                  <a:gd name="T13" fmla="*/ 0 h 132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123"/>
                  <a:gd name="T22" fmla="*/ 0 h 132"/>
                  <a:gd name="T23" fmla="*/ 123 w 123"/>
                  <a:gd name="T24" fmla="*/ 132 h 132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123" h="132">
                    <a:moveTo>
                      <a:pt x="0" y="35"/>
                    </a:moveTo>
                    <a:lnTo>
                      <a:pt x="22" y="84"/>
                    </a:lnTo>
                    <a:lnTo>
                      <a:pt x="44" y="132"/>
                    </a:lnTo>
                    <a:lnTo>
                      <a:pt x="123" y="97"/>
                    </a:lnTo>
                    <a:lnTo>
                      <a:pt x="101" y="49"/>
                    </a:lnTo>
                    <a:lnTo>
                      <a:pt x="78" y="0"/>
                    </a:lnTo>
                    <a:lnTo>
                      <a:pt x="0" y="35"/>
                    </a:lnTo>
                    <a:close/>
                  </a:path>
                </a:pathLst>
              </a:cu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626" name="Freeform 4732">
                <a:extLst>
                  <a:ext uri="{FF2B5EF4-FFF2-40B4-BE49-F238E27FC236}">
                    <a16:creationId xmlns:a16="http://schemas.microsoft.com/office/drawing/2014/main" id="{9163AB4D-0001-DAA2-F7FF-9F21AFA93A2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786" y="2089"/>
                <a:ext cx="4" cy="8"/>
              </a:xfrm>
              <a:custGeom>
                <a:avLst/>
                <a:gdLst>
                  <a:gd name="T0" fmla="*/ 0 w 27"/>
                  <a:gd name="T1" fmla="*/ 0 h 48"/>
                  <a:gd name="T2" fmla="*/ 0 w 27"/>
                  <a:gd name="T3" fmla="*/ 0 h 48"/>
                  <a:gd name="T4" fmla="*/ 0 w 27"/>
                  <a:gd name="T5" fmla="*/ 0 h 48"/>
                  <a:gd name="T6" fmla="*/ 0 w 27"/>
                  <a:gd name="T7" fmla="*/ 0 h 48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27"/>
                  <a:gd name="T13" fmla="*/ 0 h 48"/>
                  <a:gd name="T14" fmla="*/ 27 w 27"/>
                  <a:gd name="T15" fmla="*/ 48 h 48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27" h="48">
                    <a:moveTo>
                      <a:pt x="0" y="0"/>
                    </a:moveTo>
                    <a:lnTo>
                      <a:pt x="22" y="48"/>
                    </a:lnTo>
                    <a:lnTo>
                      <a:pt x="27" y="45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627" name="Line 4733">
                <a:extLst>
                  <a:ext uri="{FF2B5EF4-FFF2-40B4-BE49-F238E27FC236}">
                    <a16:creationId xmlns:a16="http://schemas.microsoft.com/office/drawing/2014/main" id="{D4FB8A41-0ABD-54C1-84EF-77780D41D68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3789" y="2097"/>
                <a:ext cx="1" cy="1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628" name="Freeform 4734">
                <a:extLst>
                  <a:ext uri="{FF2B5EF4-FFF2-40B4-BE49-F238E27FC236}">
                    <a16:creationId xmlns:a16="http://schemas.microsoft.com/office/drawing/2014/main" id="{E10A5F58-36CD-0B0A-B71E-95737F05CEC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781" y="2074"/>
                <a:ext cx="22" cy="23"/>
              </a:xfrm>
              <a:custGeom>
                <a:avLst/>
                <a:gdLst>
                  <a:gd name="T0" fmla="*/ 0 w 128"/>
                  <a:gd name="T1" fmla="*/ 0 h 135"/>
                  <a:gd name="T2" fmla="*/ 0 w 128"/>
                  <a:gd name="T3" fmla="*/ 0 h 135"/>
                  <a:gd name="T4" fmla="*/ 0 w 128"/>
                  <a:gd name="T5" fmla="*/ 0 h 135"/>
                  <a:gd name="T6" fmla="*/ 0 w 128"/>
                  <a:gd name="T7" fmla="*/ 0 h 135"/>
                  <a:gd name="T8" fmla="*/ 0 w 128"/>
                  <a:gd name="T9" fmla="*/ 0 h 135"/>
                  <a:gd name="T10" fmla="*/ 0 w 128"/>
                  <a:gd name="T11" fmla="*/ 0 h 135"/>
                  <a:gd name="T12" fmla="*/ 0 w 128"/>
                  <a:gd name="T13" fmla="*/ 0 h 135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128"/>
                  <a:gd name="T22" fmla="*/ 0 h 135"/>
                  <a:gd name="T23" fmla="*/ 128 w 128"/>
                  <a:gd name="T24" fmla="*/ 135 h 135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128" h="135">
                    <a:moveTo>
                      <a:pt x="0" y="44"/>
                    </a:moveTo>
                    <a:lnTo>
                      <a:pt x="28" y="90"/>
                    </a:lnTo>
                    <a:lnTo>
                      <a:pt x="55" y="135"/>
                    </a:lnTo>
                    <a:lnTo>
                      <a:pt x="128" y="91"/>
                    </a:lnTo>
                    <a:lnTo>
                      <a:pt x="101" y="45"/>
                    </a:lnTo>
                    <a:lnTo>
                      <a:pt x="73" y="0"/>
                    </a:lnTo>
                    <a:lnTo>
                      <a:pt x="0" y="44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629" name="Freeform 4735">
                <a:extLst>
                  <a:ext uri="{FF2B5EF4-FFF2-40B4-BE49-F238E27FC236}">
                    <a16:creationId xmlns:a16="http://schemas.microsoft.com/office/drawing/2014/main" id="{55264322-47FB-2F20-07FD-85EC55D4985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781" y="2074"/>
                <a:ext cx="22" cy="23"/>
              </a:xfrm>
              <a:custGeom>
                <a:avLst/>
                <a:gdLst>
                  <a:gd name="T0" fmla="*/ 0 w 128"/>
                  <a:gd name="T1" fmla="*/ 0 h 135"/>
                  <a:gd name="T2" fmla="*/ 0 w 128"/>
                  <a:gd name="T3" fmla="*/ 0 h 135"/>
                  <a:gd name="T4" fmla="*/ 0 w 128"/>
                  <a:gd name="T5" fmla="*/ 0 h 135"/>
                  <a:gd name="T6" fmla="*/ 0 w 128"/>
                  <a:gd name="T7" fmla="*/ 0 h 135"/>
                  <a:gd name="T8" fmla="*/ 0 w 128"/>
                  <a:gd name="T9" fmla="*/ 0 h 135"/>
                  <a:gd name="T10" fmla="*/ 0 w 128"/>
                  <a:gd name="T11" fmla="*/ 0 h 135"/>
                  <a:gd name="T12" fmla="*/ 0 w 128"/>
                  <a:gd name="T13" fmla="*/ 0 h 135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128"/>
                  <a:gd name="T22" fmla="*/ 0 h 135"/>
                  <a:gd name="T23" fmla="*/ 128 w 128"/>
                  <a:gd name="T24" fmla="*/ 135 h 135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128" h="135">
                    <a:moveTo>
                      <a:pt x="0" y="44"/>
                    </a:moveTo>
                    <a:lnTo>
                      <a:pt x="28" y="90"/>
                    </a:lnTo>
                    <a:lnTo>
                      <a:pt x="55" y="135"/>
                    </a:lnTo>
                    <a:lnTo>
                      <a:pt x="128" y="91"/>
                    </a:lnTo>
                    <a:lnTo>
                      <a:pt x="101" y="45"/>
                    </a:lnTo>
                    <a:lnTo>
                      <a:pt x="73" y="0"/>
                    </a:lnTo>
                    <a:lnTo>
                      <a:pt x="0" y="44"/>
                    </a:lnTo>
                    <a:close/>
                  </a:path>
                </a:pathLst>
              </a:cu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630" name="Freeform 4736">
                <a:extLst>
                  <a:ext uri="{FF2B5EF4-FFF2-40B4-BE49-F238E27FC236}">
                    <a16:creationId xmlns:a16="http://schemas.microsoft.com/office/drawing/2014/main" id="{F4A908C7-C747-89A9-3B28-E792ED90ED8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798" y="2082"/>
                <a:ext cx="5" cy="7"/>
              </a:xfrm>
              <a:custGeom>
                <a:avLst/>
                <a:gdLst>
                  <a:gd name="T0" fmla="*/ 0 w 32"/>
                  <a:gd name="T1" fmla="*/ 0 h 46"/>
                  <a:gd name="T2" fmla="*/ 0 w 32"/>
                  <a:gd name="T3" fmla="*/ 0 h 46"/>
                  <a:gd name="T4" fmla="*/ 0 w 32"/>
                  <a:gd name="T5" fmla="*/ 0 h 46"/>
                  <a:gd name="T6" fmla="*/ 0 w 32"/>
                  <a:gd name="T7" fmla="*/ 0 h 46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32"/>
                  <a:gd name="T13" fmla="*/ 0 h 46"/>
                  <a:gd name="T14" fmla="*/ 32 w 32"/>
                  <a:gd name="T15" fmla="*/ 46 h 4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32" h="46">
                    <a:moveTo>
                      <a:pt x="0" y="0"/>
                    </a:moveTo>
                    <a:lnTo>
                      <a:pt x="27" y="46"/>
                    </a:lnTo>
                    <a:lnTo>
                      <a:pt x="32" y="43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631" name="Line 4737">
                <a:extLst>
                  <a:ext uri="{FF2B5EF4-FFF2-40B4-BE49-F238E27FC236}">
                    <a16:creationId xmlns:a16="http://schemas.microsoft.com/office/drawing/2014/main" id="{D596A4D1-2885-F018-9972-A81D984E84A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3803" y="2089"/>
                <a:ext cx="1" cy="1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632" name="Freeform 4738">
                <a:extLst>
                  <a:ext uri="{FF2B5EF4-FFF2-40B4-BE49-F238E27FC236}">
                    <a16:creationId xmlns:a16="http://schemas.microsoft.com/office/drawing/2014/main" id="{97FF8F95-9EE4-58F9-E453-CEB2038D6AA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792" y="2066"/>
                <a:ext cx="23" cy="23"/>
              </a:xfrm>
              <a:custGeom>
                <a:avLst/>
                <a:gdLst>
                  <a:gd name="T0" fmla="*/ 0 w 132"/>
                  <a:gd name="T1" fmla="*/ 0 h 138"/>
                  <a:gd name="T2" fmla="*/ 0 w 132"/>
                  <a:gd name="T3" fmla="*/ 0 h 138"/>
                  <a:gd name="T4" fmla="*/ 0 w 132"/>
                  <a:gd name="T5" fmla="*/ 0 h 138"/>
                  <a:gd name="T6" fmla="*/ 0 w 132"/>
                  <a:gd name="T7" fmla="*/ 0 h 138"/>
                  <a:gd name="T8" fmla="*/ 0 w 132"/>
                  <a:gd name="T9" fmla="*/ 0 h 138"/>
                  <a:gd name="T10" fmla="*/ 0 w 132"/>
                  <a:gd name="T11" fmla="*/ 0 h 138"/>
                  <a:gd name="T12" fmla="*/ 0 w 132"/>
                  <a:gd name="T13" fmla="*/ 0 h 138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132"/>
                  <a:gd name="T22" fmla="*/ 0 h 138"/>
                  <a:gd name="T23" fmla="*/ 132 w 132"/>
                  <a:gd name="T24" fmla="*/ 138 h 138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132" h="138">
                    <a:moveTo>
                      <a:pt x="0" y="53"/>
                    </a:moveTo>
                    <a:lnTo>
                      <a:pt x="33" y="95"/>
                    </a:lnTo>
                    <a:lnTo>
                      <a:pt x="65" y="138"/>
                    </a:lnTo>
                    <a:lnTo>
                      <a:pt x="132" y="85"/>
                    </a:lnTo>
                    <a:lnTo>
                      <a:pt x="99" y="42"/>
                    </a:lnTo>
                    <a:lnTo>
                      <a:pt x="67" y="0"/>
                    </a:lnTo>
                    <a:lnTo>
                      <a:pt x="0" y="53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633" name="Freeform 4739">
                <a:extLst>
                  <a:ext uri="{FF2B5EF4-FFF2-40B4-BE49-F238E27FC236}">
                    <a16:creationId xmlns:a16="http://schemas.microsoft.com/office/drawing/2014/main" id="{5B5B7A4F-DA55-BD6E-C76C-8EDB70FC43A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792" y="2066"/>
                <a:ext cx="23" cy="23"/>
              </a:xfrm>
              <a:custGeom>
                <a:avLst/>
                <a:gdLst>
                  <a:gd name="T0" fmla="*/ 0 w 132"/>
                  <a:gd name="T1" fmla="*/ 0 h 138"/>
                  <a:gd name="T2" fmla="*/ 0 w 132"/>
                  <a:gd name="T3" fmla="*/ 0 h 138"/>
                  <a:gd name="T4" fmla="*/ 0 w 132"/>
                  <a:gd name="T5" fmla="*/ 0 h 138"/>
                  <a:gd name="T6" fmla="*/ 0 w 132"/>
                  <a:gd name="T7" fmla="*/ 0 h 138"/>
                  <a:gd name="T8" fmla="*/ 0 w 132"/>
                  <a:gd name="T9" fmla="*/ 0 h 138"/>
                  <a:gd name="T10" fmla="*/ 0 w 132"/>
                  <a:gd name="T11" fmla="*/ 0 h 138"/>
                  <a:gd name="T12" fmla="*/ 0 w 132"/>
                  <a:gd name="T13" fmla="*/ 0 h 138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132"/>
                  <a:gd name="T22" fmla="*/ 0 h 138"/>
                  <a:gd name="T23" fmla="*/ 132 w 132"/>
                  <a:gd name="T24" fmla="*/ 138 h 138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132" h="138">
                    <a:moveTo>
                      <a:pt x="0" y="53"/>
                    </a:moveTo>
                    <a:lnTo>
                      <a:pt x="33" y="95"/>
                    </a:lnTo>
                    <a:lnTo>
                      <a:pt x="65" y="138"/>
                    </a:lnTo>
                    <a:lnTo>
                      <a:pt x="132" y="85"/>
                    </a:lnTo>
                    <a:lnTo>
                      <a:pt x="99" y="42"/>
                    </a:lnTo>
                    <a:lnTo>
                      <a:pt x="67" y="0"/>
                    </a:lnTo>
                    <a:lnTo>
                      <a:pt x="0" y="53"/>
                    </a:lnTo>
                    <a:close/>
                  </a:path>
                </a:pathLst>
              </a:cu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634" name="Freeform 4740">
                <a:extLst>
                  <a:ext uri="{FF2B5EF4-FFF2-40B4-BE49-F238E27FC236}">
                    <a16:creationId xmlns:a16="http://schemas.microsoft.com/office/drawing/2014/main" id="{FBE7A6F1-4EC6-3ED3-7338-81960BFBF9A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809" y="2073"/>
                <a:ext cx="6" cy="7"/>
              </a:xfrm>
              <a:custGeom>
                <a:avLst/>
                <a:gdLst>
                  <a:gd name="T0" fmla="*/ 0 w 38"/>
                  <a:gd name="T1" fmla="*/ 0 h 43"/>
                  <a:gd name="T2" fmla="*/ 0 w 38"/>
                  <a:gd name="T3" fmla="*/ 0 h 43"/>
                  <a:gd name="T4" fmla="*/ 0 w 38"/>
                  <a:gd name="T5" fmla="*/ 0 h 43"/>
                  <a:gd name="T6" fmla="*/ 0 w 38"/>
                  <a:gd name="T7" fmla="*/ 0 h 43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38"/>
                  <a:gd name="T13" fmla="*/ 0 h 43"/>
                  <a:gd name="T14" fmla="*/ 38 w 38"/>
                  <a:gd name="T15" fmla="*/ 43 h 43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38" h="43">
                    <a:moveTo>
                      <a:pt x="0" y="0"/>
                    </a:moveTo>
                    <a:lnTo>
                      <a:pt x="33" y="43"/>
                    </a:lnTo>
                    <a:lnTo>
                      <a:pt x="38" y="38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635" name="Line 4741">
                <a:extLst>
                  <a:ext uri="{FF2B5EF4-FFF2-40B4-BE49-F238E27FC236}">
                    <a16:creationId xmlns:a16="http://schemas.microsoft.com/office/drawing/2014/main" id="{D66BFA9B-D943-3622-EC4D-5C3C25CE18F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3815" y="2079"/>
                <a:ext cx="1" cy="1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636" name="Freeform 4742">
                <a:extLst>
                  <a:ext uri="{FF2B5EF4-FFF2-40B4-BE49-F238E27FC236}">
                    <a16:creationId xmlns:a16="http://schemas.microsoft.com/office/drawing/2014/main" id="{75998CAE-A79E-E604-33C3-AFE8B2A0F5D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803" y="2056"/>
                <a:ext cx="22" cy="23"/>
              </a:xfrm>
              <a:custGeom>
                <a:avLst/>
                <a:gdLst>
                  <a:gd name="T0" fmla="*/ 0 w 137"/>
                  <a:gd name="T1" fmla="*/ 0 h 136"/>
                  <a:gd name="T2" fmla="*/ 0 w 137"/>
                  <a:gd name="T3" fmla="*/ 0 h 136"/>
                  <a:gd name="T4" fmla="*/ 0 w 137"/>
                  <a:gd name="T5" fmla="*/ 0 h 136"/>
                  <a:gd name="T6" fmla="*/ 0 w 137"/>
                  <a:gd name="T7" fmla="*/ 0 h 136"/>
                  <a:gd name="T8" fmla="*/ 0 w 137"/>
                  <a:gd name="T9" fmla="*/ 0 h 136"/>
                  <a:gd name="T10" fmla="*/ 0 w 137"/>
                  <a:gd name="T11" fmla="*/ 0 h 136"/>
                  <a:gd name="T12" fmla="*/ 0 w 137"/>
                  <a:gd name="T13" fmla="*/ 0 h 1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137"/>
                  <a:gd name="T22" fmla="*/ 0 h 136"/>
                  <a:gd name="T23" fmla="*/ 137 w 137"/>
                  <a:gd name="T24" fmla="*/ 136 h 13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137" h="136">
                    <a:moveTo>
                      <a:pt x="0" y="60"/>
                    </a:moveTo>
                    <a:lnTo>
                      <a:pt x="38" y="98"/>
                    </a:lnTo>
                    <a:lnTo>
                      <a:pt x="76" y="136"/>
                    </a:lnTo>
                    <a:lnTo>
                      <a:pt x="137" y="76"/>
                    </a:lnTo>
                    <a:lnTo>
                      <a:pt x="99" y="38"/>
                    </a:lnTo>
                    <a:lnTo>
                      <a:pt x="61" y="0"/>
                    </a:lnTo>
                    <a:lnTo>
                      <a:pt x="0" y="60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637" name="Freeform 4743">
                <a:extLst>
                  <a:ext uri="{FF2B5EF4-FFF2-40B4-BE49-F238E27FC236}">
                    <a16:creationId xmlns:a16="http://schemas.microsoft.com/office/drawing/2014/main" id="{81E1BFC0-5B2B-5113-BD72-279A43AEA72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803" y="2056"/>
                <a:ext cx="22" cy="23"/>
              </a:xfrm>
              <a:custGeom>
                <a:avLst/>
                <a:gdLst>
                  <a:gd name="T0" fmla="*/ 0 w 137"/>
                  <a:gd name="T1" fmla="*/ 0 h 136"/>
                  <a:gd name="T2" fmla="*/ 0 w 137"/>
                  <a:gd name="T3" fmla="*/ 0 h 136"/>
                  <a:gd name="T4" fmla="*/ 0 w 137"/>
                  <a:gd name="T5" fmla="*/ 0 h 136"/>
                  <a:gd name="T6" fmla="*/ 0 w 137"/>
                  <a:gd name="T7" fmla="*/ 0 h 136"/>
                  <a:gd name="T8" fmla="*/ 0 w 137"/>
                  <a:gd name="T9" fmla="*/ 0 h 136"/>
                  <a:gd name="T10" fmla="*/ 0 w 137"/>
                  <a:gd name="T11" fmla="*/ 0 h 136"/>
                  <a:gd name="T12" fmla="*/ 0 w 137"/>
                  <a:gd name="T13" fmla="*/ 0 h 1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137"/>
                  <a:gd name="T22" fmla="*/ 0 h 136"/>
                  <a:gd name="T23" fmla="*/ 137 w 137"/>
                  <a:gd name="T24" fmla="*/ 136 h 13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137" h="136">
                    <a:moveTo>
                      <a:pt x="0" y="60"/>
                    </a:moveTo>
                    <a:lnTo>
                      <a:pt x="38" y="98"/>
                    </a:lnTo>
                    <a:lnTo>
                      <a:pt x="76" y="136"/>
                    </a:lnTo>
                    <a:lnTo>
                      <a:pt x="137" y="76"/>
                    </a:lnTo>
                    <a:lnTo>
                      <a:pt x="99" y="38"/>
                    </a:lnTo>
                    <a:lnTo>
                      <a:pt x="61" y="0"/>
                    </a:lnTo>
                    <a:lnTo>
                      <a:pt x="0" y="60"/>
                    </a:lnTo>
                    <a:close/>
                  </a:path>
                </a:pathLst>
              </a:cu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638" name="Freeform 4744">
                <a:extLst>
                  <a:ext uri="{FF2B5EF4-FFF2-40B4-BE49-F238E27FC236}">
                    <a16:creationId xmlns:a16="http://schemas.microsoft.com/office/drawing/2014/main" id="{461F575C-2F49-BA9F-111F-A2D0D896913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819" y="2063"/>
                <a:ext cx="7" cy="6"/>
              </a:xfrm>
              <a:custGeom>
                <a:avLst/>
                <a:gdLst>
                  <a:gd name="T0" fmla="*/ 0 w 42"/>
                  <a:gd name="T1" fmla="*/ 0 h 38"/>
                  <a:gd name="T2" fmla="*/ 0 w 42"/>
                  <a:gd name="T3" fmla="*/ 0 h 38"/>
                  <a:gd name="T4" fmla="*/ 0 w 42"/>
                  <a:gd name="T5" fmla="*/ 0 h 38"/>
                  <a:gd name="T6" fmla="*/ 0 w 42"/>
                  <a:gd name="T7" fmla="*/ 0 h 38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42"/>
                  <a:gd name="T13" fmla="*/ 0 h 38"/>
                  <a:gd name="T14" fmla="*/ 42 w 42"/>
                  <a:gd name="T15" fmla="*/ 38 h 38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42" h="38">
                    <a:moveTo>
                      <a:pt x="0" y="0"/>
                    </a:moveTo>
                    <a:lnTo>
                      <a:pt x="38" y="38"/>
                    </a:lnTo>
                    <a:lnTo>
                      <a:pt x="42" y="33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639" name="Line 4745">
                <a:extLst>
                  <a:ext uri="{FF2B5EF4-FFF2-40B4-BE49-F238E27FC236}">
                    <a16:creationId xmlns:a16="http://schemas.microsoft.com/office/drawing/2014/main" id="{844CF078-E83F-76FD-CAFA-3A312582E2D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3825" y="2068"/>
                <a:ext cx="1" cy="1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640" name="Freeform 4746">
                <a:extLst>
                  <a:ext uri="{FF2B5EF4-FFF2-40B4-BE49-F238E27FC236}">
                    <a16:creationId xmlns:a16="http://schemas.microsoft.com/office/drawing/2014/main" id="{C9361A99-179F-1D9C-AE7F-E0F3F554E60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812" y="2046"/>
                <a:ext cx="23" cy="22"/>
              </a:xfrm>
              <a:custGeom>
                <a:avLst/>
                <a:gdLst>
                  <a:gd name="T0" fmla="*/ 0 w 138"/>
                  <a:gd name="T1" fmla="*/ 0 h 134"/>
                  <a:gd name="T2" fmla="*/ 0 w 138"/>
                  <a:gd name="T3" fmla="*/ 0 h 134"/>
                  <a:gd name="T4" fmla="*/ 0 w 138"/>
                  <a:gd name="T5" fmla="*/ 0 h 134"/>
                  <a:gd name="T6" fmla="*/ 0 w 138"/>
                  <a:gd name="T7" fmla="*/ 0 h 134"/>
                  <a:gd name="T8" fmla="*/ 0 w 138"/>
                  <a:gd name="T9" fmla="*/ 0 h 134"/>
                  <a:gd name="T10" fmla="*/ 0 w 138"/>
                  <a:gd name="T11" fmla="*/ 0 h 134"/>
                  <a:gd name="T12" fmla="*/ 0 w 138"/>
                  <a:gd name="T13" fmla="*/ 0 h 134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138"/>
                  <a:gd name="T22" fmla="*/ 0 h 134"/>
                  <a:gd name="T23" fmla="*/ 138 w 138"/>
                  <a:gd name="T24" fmla="*/ 134 h 134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138" h="134">
                    <a:moveTo>
                      <a:pt x="0" y="68"/>
                    </a:moveTo>
                    <a:lnTo>
                      <a:pt x="43" y="101"/>
                    </a:lnTo>
                    <a:lnTo>
                      <a:pt x="85" y="134"/>
                    </a:lnTo>
                    <a:lnTo>
                      <a:pt x="138" y="66"/>
                    </a:lnTo>
                    <a:lnTo>
                      <a:pt x="96" y="33"/>
                    </a:lnTo>
                    <a:lnTo>
                      <a:pt x="53" y="0"/>
                    </a:lnTo>
                    <a:lnTo>
                      <a:pt x="0" y="68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641" name="Freeform 4747">
                <a:extLst>
                  <a:ext uri="{FF2B5EF4-FFF2-40B4-BE49-F238E27FC236}">
                    <a16:creationId xmlns:a16="http://schemas.microsoft.com/office/drawing/2014/main" id="{D16BC815-F4DF-4392-82C2-3AF0F037B04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812" y="2046"/>
                <a:ext cx="23" cy="22"/>
              </a:xfrm>
              <a:custGeom>
                <a:avLst/>
                <a:gdLst>
                  <a:gd name="T0" fmla="*/ 0 w 138"/>
                  <a:gd name="T1" fmla="*/ 0 h 134"/>
                  <a:gd name="T2" fmla="*/ 0 w 138"/>
                  <a:gd name="T3" fmla="*/ 0 h 134"/>
                  <a:gd name="T4" fmla="*/ 0 w 138"/>
                  <a:gd name="T5" fmla="*/ 0 h 134"/>
                  <a:gd name="T6" fmla="*/ 0 w 138"/>
                  <a:gd name="T7" fmla="*/ 0 h 134"/>
                  <a:gd name="T8" fmla="*/ 0 w 138"/>
                  <a:gd name="T9" fmla="*/ 0 h 134"/>
                  <a:gd name="T10" fmla="*/ 0 w 138"/>
                  <a:gd name="T11" fmla="*/ 0 h 134"/>
                  <a:gd name="T12" fmla="*/ 0 w 138"/>
                  <a:gd name="T13" fmla="*/ 0 h 134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138"/>
                  <a:gd name="T22" fmla="*/ 0 h 134"/>
                  <a:gd name="T23" fmla="*/ 138 w 138"/>
                  <a:gd name="T24" fmla="*/ 134 h 134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138" h="134">
                    <a:moveTo>
                      <a:pt x="0" y="68"/>
                    </a:moveTo>
                    <a:lnTo>
                      <a:pt x="43" y="101"/>
                    </a:lnTo>
                    <a:lnTo>
                      <a:pt x="85" y="134"/>
                    </a:lnTo>
                    <a:lnTo>
                      <a:pt x="138" y="66"/>
                    </a:lnTo>
                    <a:lnTo>
                      <a:pt x="96" y="33"/>
                    </a:lnTo>
                    <a:lnTo>
                      <a:pt x="53" y="0"/>
                    </a:lnTo>
                    <a:lnTo>
                      <a:pt x="0" y="68"/>
                    </a:lnTo>
                    <a:close/>
                  </a:path>
                </a:pathLst>
              </a:cu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642" name="Freeform 4748">
                <a:extLst>
                  <a:ext uri="{FF2B5EF4-FFF2-40B4-BE49-F238E27FC236}">
                    <a16:creationId xmlns:a16="http://schemas.microsoft.com/office/drawing/2014/main" id="{340331D9-7B8C-4ABD-FAB6-4BA7A1686AA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828" y="2052"/>
                <a:ext cx="8" cy="5"/>
              </a:xfrm>
              <a:custGeom>
                <a:avLst/>
                <a:gdLst>
                  <a:gd name="T0" fmla="*/ 0 w 45"/>
                  <a:gd name="T1" fmla="*/ 0 h 33"/>
                  <a:gd name="T2" fmla="*/ 0 w 45"/>
                  <a:gd name="T3" fmla="*/ 0 h 33"/>
                  <a:gd name="T4" fmla="*/ 0 w 45"/>
                  <a:gd name="T5" fmla="*/ 0 h 33"/>
                  <a:gd name="T6" fmla="*/ 0 w 45"/>
                  <a:gd name="T7" fmla="*/ 0 h 33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45"/>
                  <a:gd name="T13" fmla="*/ 0 h 33"/>
                  <a:gd name="T14" fmla="*/ 45 w 45"/>
                  <a:gd name="T15" fmla="*/ 33 h 33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45" h="33">
                    <a:moveTo>
                      <a:pt x="0" y="0"/>
                    </a:moveTo>
                    <a:lnTo>
                      <a:pt x="42" y="33"/>
                    </a:lnTo>
                    <a:lnTo>
                      <a:pt x="45" y="28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643" name="Line 4749">
                <a:extLst>
                  <a:ext uri="{FF2B5EF4-FFF2-40B4-BE49-F238E27FC236}">
                    <a16:creationId xmlns:a16="http://schemas.microsoft.com/office/drawing/2014/main" id="{B0D88C20-CFE0-32A8-79D5-FEB4B063107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3835" y="2056"/>
                <a:ext cx="1" cy="1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644" name="Freeform 4750">
                <a:extLst>
                  <a:ext uri="{FF2B5EF4-FFF2-40B4-BE49-F238E27FC236}">
                    <a16:creationId xmlns:a16="http://schemas.microsoft.com/office/drawing/2014/main" id="{9DCC8BE2-B00A-C339-3082-B2A0EC2D66B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820" y="2035"/>
                <a:ext cx="23" cy="21"/>
              </a:xfrm>
              <a:custGeom>
                <a:avLst/>
                <a:gdLst>
                  <a:gd name="T0" fmla="*/ 0 w 136"/>
                  <a:gd name="T1" fmla="*/ 0 h 128"/>
                  <a:gd name="T2" fmla="*/ 0 w 136"/>
                  <a:gd name="T3" fmla="*/ 0 h 128"/>
                  <a:gd name="T4" fmla="*/ 0 w 136"/>
                  <a:gd name="T5" fmla="*/ 0 h 128"/>
                  <a:gd name="T6" fmla="*/ 0 w 136"/>
                  <a:gd name="T7" fmla="*/ 0 h 128"/>
                  <a:gd name="T8" fmla="*/ 0 w 136"/>
                  <a:gd name="T9" fmla="*/ 0 h 128"/>
                  <a:gd name="T10" fmla="*/ 0 w 136"/>
                  <a:gd name="T11" fmla="*/ 0 h 128"/>
                  <a:gd name="T12" fmla="*/ 0 w 136"/>
                  <a:gd name="T13" fmla="*/ 0 h 128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136"/>
                  <a:gd name="T22" fmla="*/ 0 h 128"/>
                  <a:gd name="T23" fmla="*/ 136 w 136"/>
                  <a:gd name="T24" fmla="*/ 128 h 128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136" h="128">
                    <a:moveTo>
                      <a:pt x="0" y="73"/>
                    </a:moveTo>
                    <a:lnTo>
                      <a:pt x="46" y="100"/>
                    </a:lnTo>
                    <a:lnTo>
                      <a:pt x="91" y="128"/>
                    </a:lnTo>
                    <a:lnTo>
                      <a:pt x="136" y="55"/>
                    </a:lnTo>
                    <a:lnTo>
                      <a:pt x="90" y="27"/>
                    </a:lnTo>
                    <a:lnTo>
                      <a:pt x="45" y="0"/>
                    </a:lnTo>
                    <a:lnTo>
                      <a:pt x="0" y="73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645" name="Freeform 4751">
                <a:extLst>
                  <a:ext uri="{FF2B5EF4-FFF2-40B4-BE49-F238E27FC236}">
                    <a16:creationId xmlns:a16="http://schemas.microsoft.com/office/drawing/2014/main" id="{F38FCD37-FFA4-1646-BD16-5CF2E8A5CB8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820" y="2035"/>
                <a:ext cx="23" cy="21"/>
              </a:xfrm>
              <a:custGeom>
                <a:avLst/>
                <a:gdLst>
                  <a:gd name="T0" fmla="*/ 0 w 136"/>
                  <a:gd name="T1" fmla="*/ 0 h 128"/>
                  <a:gd name="T2" fmla="*/ 0 w 136"/>
                  <a:gd name="T3" fmla="*/ 0 h 128"/>
                  <a:gd name="T4" fmla="*/ 0 w 136"/>
                  <a:gd name="T5" fmla="*/ 0 h 128"/>
                  <a:gd name="T6" fmla="*/ 0 w 136"/>
                  <a:gd name="T7" fmla="*/ 0 h 128"/>
                  <a:gd name="T8" fmla="*/ 0 w 136"/>
                  <a:gd name="T9" fmla="*/ 0 h 128"/>
                  <a:gd name="T10" fmla="*/ 0 w 136"/>
                  <a:gd name="T11" fmla="*/ 0 h 128"/>
                  <a:gd name="T12" fmla="*/ 0 w 136"/>
                  <a:gd name="T13" fmla="*/ 0 h 128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136"/>
                  <a:gd name="T22" fmla="*/ 0 h 128"/>
                  <a:gd name="T23" fmla="*/ 136 w 136"/>
                  <a:gd name="T24" fmla="*/ 128 h 128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136" h="128">
                    <a:moveTo>
                      <a:pt x="0" y="73"/>
                    </a:moveTo>
                    <a:lnTo>
                      <a:pt x="46" y="100"/>
                    </a:lnTo>
                    <a:lnTo>
                      <a:pt x="91" y="128"/>
                    </a:lnTo>
                    <a:lnTo>
                      <a:pt x="136" y="55"/>
                    </a:lnTo>
                    <a:lnTo>
                      <a:pt x="90" y="27"/>
                    </a:lnTo>
                    <a:lnTo>
                      <a:pt x="45" y="0"/>
                    </a:lnTo>
                    <a:lnTo>
                      <a:pt x="0" y="73"/>
                    </a:lnTo>
                    <a:close/>
                  </a:path>
                </a:pathLst>
              </a:cu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646" name="Freeform 4752">
                <a:extLst>
                  <a:ext uri="{FF2B5EF4-FFF2-40B4-BE49-F238E27FC236}">
                    <a16:creationId xmlns:a16="http://schemas.microsoft.com/office/drawing/2014/main" id="{EB10A721-83B1-B7CF-F9BD-230BFE20691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835" y="2039"/>
                <a:ext cx="8" cy="5"/>
              </a:xfrm>
              <a:custGeom>
                <a:avLst/>
                <a:gdLst>
                  <a:gd name="T0" fmla="*/ 0 w 49"/>
                  <a:gd name="T1" fmla="*/ 0 h 28"/>
                  <a:gd name="T2" fmla="*/ 0 w 49"/>
                  <a:gd name="T3" fmla="*/ 0 h 28"/>
                  <a:gd name="T4" fmla="*/ 0 w 49"/>
                  <a:gd name="T5" fmla="*/ 0 h 28"/>
                  <a:gd name="T6" fmla="*/ 0 w 49"/>
                  <a:gd name="T7" fmla="*/ 0 h 28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49"/>
                  <a:gd name="T13" fmla="*/ 0 h 28"/>
                  <a:gd name="T14" fmla="*/ 49 w 49"/>
                  <a:gd name="T15" fmla="*/ 28 h 28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49" h="28">
                    <a:moveTo>
                      <a:pt x="0" y="0"/>
                    </a:moveTo>
                    <a:lnTo>
                      <a:pt x="46" y="28"/>
                    </a:lnTo>
                    <a:lnTo>
                      <a:pt x="49" y="22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647" name="Line 4753">
                <a:extLst>
                  <a:ext uri="{FF2B5EF4-FFF2-40B4-BE49-F238E27FC236}">
                    <a16:creationId xmlns:a16="http://schemas.microsoft.com/office/drawing/2014/main" id="{D7AB6817-0996-A945-E622-65D55C026C2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3843" y="2043"/>
                <a:ext cx="1" cy="1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648" name="Freeform 4754">
                <a:extLst>
                  <a:ext uri="{FF2B5EF4-FFF2-40B4-BE49-F238E27FC236}">
                    <a16:creationId xmlns:a16="http://schemas.microsoft.com/office/drawing/2014/main" id="{BE36982F-2975-3C8C-0767-A4E3874102C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827" y="2023"/>
                <a:ext cx="22" cy="20"/>
              </a:xfrm>
              <a:custGeom>
                <a:avLst/>
                <a:gdLst>
                  <a:gd name="T0" fmla="*/ 0 w 133"/>
                  <a:gd name="T1" fmla="*/ 0 h 121"/>
                  <a:gd name="T2" fmla="*/ 0 w 133"/>
                  <a:gd name="T3" fmla="*/ 0 h 121"/>
                  <a:gd name="T4" fmla="*/ 0 w 133"/>
                  <a:gd name="T5" fmla="*/ 0 h 121"/>
                  <a:gd name="T6" fmla="*/ 0 w 133"/>
                  <a:gd name="T7" fmla="*/ 0 h 121"/>
                  <a:gd name="T8" fmla="*/ 0 w 133"/>
                  <a:gd name="T9" fmla="*/ 0 h 121"/>
                  <a:gd name="T10" fmla="*/ 0 w 133"/>
                  <a:gd name="T11" fmla="*/ 0 h 121"/>
                  <a:gd name="T12" fmla="*/ 0 w 133"/>
                  <a:gd name="T13" fmla="*/ 0 h 121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133"/>
                  <a:gd name="T22" fmla="*/ 0 h 121"/>
                  <a:gd name="T23" fmla="*/ 133 w 133"/>
                  <a:gd name="T24" fmla="*/ 121 h 121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133" h="121">
                    <a:moveTo>
                      <a:pt x="0" y="77"/>
                    </a:moveTo>
                    <a:lnTo>
                      <a:pt x="49" y="99"/>
                    </a:lnTo>
                    <a:lnTo>
                      <a:pt x="98" y="121"/>
                    </a:lnTo>
                    <a:lnTo>
                      <a:pt x="133" y="44"/>
                    </a:lnTo>
                    <a:lnTo>
                      <a:pt x="84" y="22"/>
                    </a:lnTo>
                    <a:lnTo>
                      <a:pt x="35" y="0"/>
                    </a:lnTo>
                    <a:lnTo>
                      <a:pt x="0" y="77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649" name="Freeform 4755">
                <a:extLst>
                  <a:ext uri="{FF2B5EF4-FFF2-40B4-BE49-F238E27FC236}">
                    <a16:creationId xmlns:a16="http://schemas.microsoft.com/office/drawing/2014/main" id="{1E7B3985-62EE-5CB0-6F27-08B9568702A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827" y="2023"/>
                <a:ext cx="22" cy="20"/>
              </a:xfrm>
              <a:custGeom>
                <a:avLst/>
                <a:gdLst>
                  <a:gd name="T0" fmla="*/ 0 w 133"/>
                  <a:gd name="T1" fmla="*/ 0 h 121"/>
                  <a:gd name="T2" fmla="*/ 0 w 133"/>
                  <a:gd name="T3" fmla="*/ 0 h 121"/>
                  <a:gd name="T4" fmla="*/ 0 w 133"/>
                  <a:gd name="T5" fmla="*/ 0 h 121"/>
                  <a:gd name="T6" fmla="*/ 0 w 133"/>
                  <a:gd name="T7" fmla="*/ 0 h 121"/>
                  <a:gd name="T8" fmla="*/ 0 w 133"/>
                  <a:gd name="T9" fmla="*/ 0 h 121"/>
                  <a:gd name="T10" fmla="*/ 0 w 133"/>
                  <a:gd name="T11" fmla="*/ 0 h 121"/>
                  <a:gd name="T12" fmla="*/ 0 w 133"/>
                  <a:gd name="T13" fmla="*/ 0 h 121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133"/>
                  <a:gd name="T22" fmla="*/ 0 h 121"/>
                  <a:gd name="T23" fmla="*/ 133 w 133"/>
                  <a:gd name="T24" fmla="*/ 121 h 121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133" h="121">
                    <a:moveTo>
                      <a:pt x="0" y="77"/>
                    </a:moveTo>
                    <a:lnTo>
                      <a:pt x="49" y="99"/>
                    </a:lnTo>
                    <a:lnTo>
                      <a:pt x="98" y="121"/>
                    </a:lnTo>
                    <a:lnTo>
                      <a:pt x="133" y="44"/>
                    </a:lnTo>
                    <a:lnTo>
                      <a:pt x="84" y="22"/>
                    </a:lnTo>
                    <a:lnTo>
                      <a:pt x="35" y="0"/>
                    </a:lnTo>
                    <a:lnTo>
                      <a:pt x="0" y="77"/>
                    </a:lnTo>
                    <a:close/>
                  </a:path>
                </a:pathLst>
              </a:cu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650" name="Freeform 4756">
                <a:extLst>
                  <a:ext uri="{FF2B5EF4-FFF2-40B4-BE49-F238E27FC236}">
                    <a16:creationId xmlns:a16="http://schemas.microsoft.com/office/drawing/2014/main" id="{12A19B8B-12FC-FA15-FEE4-2C41B88FA10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841" y="2026"/>
                <a:ext cx="9" cy="4"/>
              </a:xfrm>
              <a:custGeom>
                <a:avLst/>
                <a:gdLst>
                  <a:gd name="T0" fmla="*/ 0 w 51"/>
                  <a:gd name="T1" fmla="*/ 0 h 22"/>
                  <a:gd name="T2" fmla="*/ 0 w 51"/>
                  <a:gd name="T3" fmla="*/ 0 h 22"/>
                  <a:gd name="T4" fmla="*/ 0 w 51"/>
                  <a:gd name="T5" fmla="*/ 0 h 22"/>
                  <a:gd name="T6" fmla="*/ 0 w 51"/>
                  <a:gd name="T7" fmla="*/ 0 h 22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51"/>
                  <a:gd name="T13" fmla="*/ 0 h 22"/>
                  <a:gd name="T14" fmla="*/ 51 w 51"/>
                  <a:gd name="T15" fmla="*/ 22 h 22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51" h="22">
                    <a:moveTo>
                      <a:pt x="0" y="0"/>
                    </a:moveTo>
                    <a:lnTo>
                      <a:pt x="49" y="22"/>
                    </a:lnTo>
                    <a:lnTo>
                      <a:pt x="51" y="16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651" name="Line 4757">
                <a:extLst>
                  <a:ext uri="{FF2B5EF4-FFF2-40B4-BE49-F238E27FC236}">
                    <a16:creationId xmlns:a16="http://schemas.microsoft.com/office/drawing/2014/main" id="{7DB495F7-9353-7200-AFCE-E52BA55B79B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3849" y="2029"/>
                <a:ext cx="1" cy="1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652" name="Freeform 4758">
                <a:extLst>
                  <a:ext uri="{FF2B5EF4-FFF2-40B4-BE49-F238E27FC236}">
                    <a16:creationId xmlns:a16="http://schemas.microsoft.com/office/drawing/2014/main" id="{21CCB9DA-BB1C-268E-533C-D83D6FAF53E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833" y="2010"/>
                <a:ext cx="21" cy="19"/>
              </a:xfrm>
              <a:custGeom>
                <a:avLst/>
                <a:gdLst>
                  <a:gd name="T0" fmla="*/ 0 w 127"/>
                  <a:gd name="T1" fmla="*/ 0 h 115"/>
                  <a:gd name="T2" fmla="*/ 0 w 127"/>
                  <a:gd name="T3" fmla="*/ 0 h 115"/>
                  <a:gd name="T4" fmla="*/ 0 w 127"/>
                  <a:gd name="T5" fmla="*/ 0 h 115"/>
                  <a:gd name="T6" fmla="*/ 0 w 127"/>
                  <a:gd name="T7" fmla="*/ 0 h 115"/>
                  <a:gd name="T8" fmla="*/ 0 w 127"/>
                  <a:gd name="T9" fmla="*/ 0 h 115"/>
                  <a:gd name="T10" fmla="*/ 0 w 127"/>
                  <a:gd name="T11" fmla="*/ 0 h 115"/>
                  <a:gd name="T12" fmla="*/ 0 w 127"/>
                  <a:gd name="T13" fmla="*/ 0 h 115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127"/>
                  <a:gd name="T22" fmla="*/ 0 h 115"/>
                  <a:gd name="T23" fmla="*/ 127 w 127"/>
                  <a:gd name="T24" fmla="*/ 115 h 115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127" h="115">
                    <a:moveTo>
                      <a:pt x="0" y="83"/>
                    </a:moveTo>
                    <a:lnTo>
                      <a:pt x="51" y="99"/>
                    </a:lnTo>
                    <a:lnTo>
                      <a:pt x="102" y="115"/>
                    </a:lnTo>
                    <a:lnTo>
                      <a:pt x="127" y="32"/>
                    </a:lnTo>
                    <a:lnTo>
                      <a:pt x="76" y="16"/>
                    </a:lnTo>
                    <a:lnTo>
                      <a:pt x="26" y="0"/>
                    </a:lnTo>
                    <a:lnTo>
                      <a:pt x="0" y="83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653" name="Freeform 4759">
                <a:extLst>
                  <a:ext uri="{FF2B5EF4-FFF2-40B4-BE49-F238E27FC236}">
                    <a16:creationId xmlns:a16="http://schemas.microsoft.com/office/drawing/2014/main" id="{17CEE3C4-8A28-2619-1823-26561393F21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833" y="2010"/>
                <a:ext cx="21" cy="19"/>
              </a:xfrm>
              <a:custGeom>
                <a:avLst/>
                <a:gdLst>
                  <a:gd name="T0" fmla="*/ 0 w 127"/>
                  <a:gd name="T1" fmla="*/ 0 h 115"/>
                  <a:gd name="T2" fmla="*/ 0 w 127"/>
                  <a:gd name="T3" fmla="*/ 0 h 115"/>
                  <a:gd name="T4" fmla="*/ 0 w 127"/>
                  <a:gd name="T5" fmla="*/ 0 h 115"/>
                  <a:gd name="T6" fmla="*/ 0 w 127"/>
                  <a:gd name="T7" fmla="*/ 0 h 115"/>
                  <a:gd name="T8" fmla="*/ 0 w 127"/>
                  <a:gd name="T9" fmla="*/ 0 h 115"/>
                  <a:gd name="T10" fmla="*/ 0 w 127"/>
                  <a:gd name="T11" fmla="*/ 0 h 115"/>
                  <a:gd name="T12" fmla="*/ 0 w 127"/>
                  <a:gd name="T13" fmla="*/ 0 h 115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127"/>
                  <a:gd name="T22" fmla="*/ 0 h 115"/>
                  <a:gd name="T23" fmla="*/ 127 w 127"/>
                  <a:gd name="T24" fmla="*/ 115 h 115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127" h="115">
                    <a:moveTo>
                      <a:pt x="0" y="83"/>
                    </a:moveTo>
                    <a:lnTo>
                      <a:pt x="51" y="99"/>
                    </a:lnTo>
                    <a:lnTo>
                      <a:pt x="102" y="115"/>
                    </a:lnTo>
                    <a:lnTo>
                      <a:pt x="127" y="32"/>
                    </a:lnTo>
                    <a:lnTo>
                      <a:pt x="76" y="16"/>
                    </a:lnTo>
                    <a:lnTo>
                      <a:pt x="26" y="0"/>
                    </a:lnTo>
                    <a:lnTo>
                      <a:pt x="0" y="83"/>
                    </a:lnTo>
                    <a:close/>
                  </a:path>
                </a:pathLst>
              </a:cu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654" name="Freeform 4760">
                <a:extLst>
                  <a:ext uri="{FF2B5EF4-FFF2-40B4-BE49-F238E27FC236}">
                    <a16:creationId xmlns:a16="http://schemas.microsoft.com/office/drawing/2014/main" id="{1A94138E-3464-D615-2CFD-3BF21E27F40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845" y="2013"/>
                <a:ext cx="9" cy="2"/>
              </a:xfrm>
              <a:custGeom>
                <a:avLst/>
                <a:gdLst>
                  <a:gd name="T0" fmla="*/ 0 w 53"/>
                  <a:gd name="T1" fmla="*/ 0 h 16"/>
                  <a:gd name="T2" fmla="*/ 0 w 53"/>
                  <a:gd name="T3" fmla="*/ 0 h 16"/>
                  <a:gd name="T4" fmla="*/ 0 w 53"/>
                  <a:gd name="T5" fmla="*/ 0 h 16"/>
                  <a:gd name="T6" fmla="*/ 0 w 53"/>
                  <a:gd name="T7" fmla="*/ 0 h 16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53"/>
                  <a:gd name="T13" fmla="*/ 0 h 16"/>
                  <a:gd name="T14" fmla="*/ 53 w 53"/>
                  <a:gd name="T15" fmla="*/ 16 h 1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53" h="16">
                    <a:moveTo>
                      <a:pt x="0" y="0"/>
                    </a:moveTo>
                    <a:lnTo>
                      <a:pt x="51" y="16"/>
                    </a:lnTo>
                    <a:lnTo>
                      <a:pt x="53" y="1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655" name="Line 4761">
                <a:extLst>
                  <a:ext uri="{FF2B5EF4-FFF2-40B4-BE49-F238E27FC236}">
                    <a16:creationId xmlns:a16="http://schemas.microsoft.com/office/drawing/2014/main" id="{93D2DFFB-4712-C893-0C02-9CF99A81AE0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3854" y="2014"/>
                <a:ext cx="1" cy="1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656" name="Freeform 4762">
                <a:extLst>
                  <a:ext uri="{FF2B5EF4-FFF2-40B4-BE49-F238E27FC236}">
                    <a16:creationId xmlns:a16="http://schemas.microsoft.com/office/drawing/2014/main" id="{172884E8-7AB3-0F45-06C1-955DF71345A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837" y="1997"/>
                <a:ext cx="20" cy="17"/>
              </a:xfrm>
              <a:custGeom>
                <a:avLst/>
                <a:gdLst>
                  <a:gd name="T0" fmla="*/ 0 w 121"/>
                  <a:gd name="T1" fmla="*/ 0 h 103"/>
                  <a:gd name="T2" fmla="*/ 0 w 121"/>
                  <a:gd name="T3" fmla="*/ 0 h 103"/>
                  <a:gd name="T4" fmla="*/ 0 w 121"/>
                  <a:gd name="T5" fmla="*/ 0 h 103"/>
                  <a:gd name="T6" fmla="*/ 0 w 121"/>
                  <a:gd name="T7" fmla="*/ 0 h 103"/>
                  <a:gd name="T8" fmla="*/ 0 w 121"/>
                  <a:gd name="T9" fmla="*/ 0 h 103"/>
                  <a:gd name="T10" fmla="*/ 0 w 121"/>
                  <a:gd name="T11" fmla="*/ 0 h 103"/>
                  <a:gd name="T12" fmla="*/ 0 w 121"/>
                  <a:gd name="T13" fmla="*/ 0 h 103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121"/>
                  <a:gd name="T22" fmla="*/ 0 h 103"/>
                  <a:gd name="T23" fmla="*/ 121 w 121"/>
                  <a:gd name="T24" fmla="*/ 103 h 103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121" h="103">
                    <a:moveTo>
                      <a:pt x="0" y="84"/>
                    </a:moveTo>
                    <a:lnTo>
                      <a:pt x="52" y="93"/>
                    </a:lnTo>
                    <a:lnTo>
                      <a:pt x="105" y="103"/>
                    </a:lnTo>
                    <a:lnTo>
                      <a:pt x="121" y="19"/>
                    </a:lnTo>
                    <a:lnTo>
                      <a:pt x="68" y="10"/>
                    </a:lnTo>
                    <a:lnTo>
                      <a:pt x="15" y="0"/>
                    </a:lnTo>
                    <a:lnTo>
                      <a:pt x="0" y="84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657" name="Freeform 4763">
                <a:extLst>
                  <a:ext uri="{FF2B5EF4-FFF2-40B4-BE49-F238E27FC236}">
                    <a16:creationId xmlns:a16="http://schemas.microsoft.com/office/drawing/2014/main" id="{CAC40932-364C-38B1-58B7-22BF3E5A96F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837" y="1997"/>
                <a:ext cx="20" cy="17"/>
              </a:xfrm>
              <a:custGeom>
                <a:avLst/>
                <a:gdLst>
                  <a:gd name="T0" fmla="*/ 0 w 121"/>
                  <a:gd name="T1" fmla="*/ 0 h 103"/>
                  <a:gd name="T2" fmla="*/ 0 w 121"/>
                  <a:gd name="T3" fmla="*/ 0 h 103"/>
                  <a:gd name="T4" fmla="*/ 0 w 121"/>
                  <a:gd name="T5" fmla="*/ 0 h 103"/>
                  <a:gd name="T6" fmla="*/ 0 w 121"/>
                  <a:gd name="T7" fmla="*/ 0 h 103"/>
                  <a:gd name="T8" fmla="*/ 0 w 121"/>
                  <a:gd name="T9" fmla="*/ 0 h 103"/>
                  <a:gd name="T10" fmla="*/ 0 w 121"/>
                  <a:gd name="T11" fmla="*/ 0 h 103"/>
                  <a:gd name="T12" fmla="*/ 0 w 121"/>
                  <a:gd name="T13" fmla="*/ 0 h 103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121"/>
                  <a:gd name="T22" fmla="*/ 0 h 103"/>
                  <a:gd name="T23" fmla="*/ 121 w 121"/>
                  <a:gd name="T24" fmla="*/ 103 h 103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121" h="103">
                    <a:moveTo>
                      <a:pt x="0" y="84"/>
                    </a:moveTo>
                    <a:lnTo>
                      <a:pt x="52" y="93"/>
                    </a:lnTo>
                    <a:lnTo>
                      <a:pt x="105" y="103"/>
                    </a:lnTo>
                    <a:lnTo>
                      <a:pt x="121" y="19"/>
                    </a:lnTo>
                    <a:lnTo>
                      <a:pt x="68" y="10"/>
                    </a:lnTo>
                    <a:lnTo>
                      <a:pt x="15" y="0"/>
                    </a:lnTo>
                    <a:lnTo>
                      <a:pt x="0" y="84"/>
                    </a:lnTo>
                    <a:close/>
                  </a:path>
                </a:pathLst>
              </a:cu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658" name="Freeform 4764">
                <a:extLst>
                  <a:ext uri="{FF2B5EF4-FFF2-40B4-BE49-F238E27FC236}">
                    <a16:creationId xmlns:a16="http://schemas.microsoft.com/office/drawing/2014/main" id="{877E4A56-79B1-0972-56C3-FB68FE728D2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848" y="1999"/>
                <a:ext cx="9" cy="1"/>
              </a:xfrm>
              <a:custGeom>
                <a:avLst/>
                <a:gdLst>
                  <a:gd name="T0" fmla="*/ 0 w 53"/>
                  <a:gd name="T1" fmla="*/ 0 h 9"/>
                  <a:gd name="T2" fmla="*/ 0 w 53"/>
                  <a:gd name="T3" fmla="*/ 0 h 9"/>
                  <a:gd name="T4" fmla="*/ 0 w 53"/>
                  <a:gd name="T5" fmla="*/ 0 h 9"/>
                  <a:gd name="T6" fmla="*/ 0 w 53"/>
                  <a:gd name="T7" fmla="*/ 0 h 9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53"/>
                  <a:gd name="T13" fmla="*/ 0 h 9"/>
                  <a:gd name="T14" fmla="*/ 53 w 53"/>
                  <a:gd name="T15" fmla="*/ 9 h 9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53" h="9">
                    <a:moveTo>
                      <a:pt x="0" y="0"/>
                    </a:moveTo>
                    <a:lnTo>
                      <a:pt x="53" y="9"/>
                    </a:lnTo>
                    <a:lnTo>
                      <a:pt x="53" y="2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659" name="Line 4765">
                <a:extLst>
                  <a:ext uri="{FF2B5EF4-FFF2-40B4-BE49-F238E27FC236}">
                    <a16:creationId xmlns:a16="http://schemas.microsoft.com/office/drawing/2014/main" id="{601ED221-DDD6-4262-018D-2621EDF6B11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3857" y="1999"/>
                <a:ext cx="1" cy="1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660" name="Freeform 4766">
                <a:extLst>
                  <a:ext uri="{FF2B5EF4-FFF2-40B4-BE49-F238E27FC236}">
                    <a16:creationId xmlns:a16="http://schemas.microsoft.com/office/drawing/2014/main" id="{F49FD177-B4B7-11E3-BE8D-564F838CA59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839" y="1984"/>
                <a:ext cx="19" cy="15"/>
              </a:xfrm>
              <a:custGeom>
                <a:avLst/>
                <a:gdLst>
                  <a:gd name="T0" fmla="*/ 0 w 111"/>
                  <a:gd name="T1" fmla="*/ 0 h 90"/>
                  <a:gd name="T2" fmla="*/ 0 w 111"/>
                  <a:gd name="T3" fmla="*/ 0 h 90"/>
                  <a:gd name="T4" fmla="*/ 0 w 111"/>
                  <a:gd name="T5" fmla="*/ 0 h 90"/>
                  <a:gd name="T6" fmla="*/ 0 w 111"/>
                  <a:gd name="T7" fmla="*/ 0 h 90"/>
                  <a:gd name="T8" fmla="*/ 0 w 111"/>
                  <a:gd name="T9" fmla="*/ 0 h 90"/>
                  <a:gd name="T10" fmla="*/ 0 w 111"/>
                  <a:gd name="T11" fmla="*/ 0 h 90"/>
                  <a:gd name="T12" fmla="*/ 0 w 111"/>
                  <a:gd name="T13" fmla="*/ 0 h 90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111"/>
                  <a:gd name="T22" fmla="*/ 0 h 90"/>
                  <a:gd name="T23" fmla="*/ 111 w 111"/>
                  <a:gd name="T24" fmla="*/ 90 h 90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111" h="90">
                    <a:moveTo>
                      <a:pt x="0" y="85"/>
                    </a:moveTo>
                    <a:lnTo>
                      <a:pt x="53" y="88"/>
                    </a:lnTo>
                    <a:lnTo>
                      <a:pt x="106" y="90"/>
                    </a:lnTo>
                    <a:lnTo>
                      <a:pt x="111" y="4"/>
                    </a:lnTo>
                    <a:lnTo>
                      <a:pt x="58" y="2"/>
                    </a:lnTo>
                    <a:lnTo>
                      <a:pt x="5" y="0"/>
                    </a:lnTo>
                    <a:lnTo>
                      <a:pt x="0" y="85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661" name="Freeform 4767">
                <a:extLst>
                  <a:ext uri="{FF2B5EF4-FFF2-40B4-BE49-F238E27FC236}">
                    <a16:creationId xmlns:a16="http://schemas.microsoft.com/office/drawing/2014/main" id="{AD2B0846-3B7E-FC4A-47DB-28C5BFD471D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839" y="1984"/>
                <a:ext cx="19" cy="15"/>
              </a:xfrm>
              <a:custGeom>
                <a:avLst/>
                <a:gdLst>
                  <a:gd name="T0" fmla="*/ 0 w 111"/>
                  <a:gd name="T1" fmla="*/ 0 h 90"/>
                  <a:gd name="T2" fmla="*/ 0 w 111"/>
                  <a:gd name="T3" fmla="*/ 0 h 90"/>
                  <a:gd name="T4" fmla="*/ 0 w 111"/>
                  <a:gd name="T5" fmla="*/ 0 h 90"/>
                  <a:gd name="T6" fmla="*/ 0 w 111"/>
                  <a:gd name="T7" fmla="*/ 0 h 90"/>
                  <a:gd name="T8" fmla="*/ 0 w 111"/>
                  <a:gd name="T9" fmla="*/ 0 h 90"/>
                  <a:gd name="T10" fmla="*/ 0 w 111"/>
                  <a:gd name="T11" fmla="*/ 0 h 90"/>
                  <a:gd name="T12" fmla="*/ 0 w 111"/>
                  <a:gd name="T13" fmla="*/ 0 h 90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111"/>
                  <a:gd name="T22" fmla="*/ 0 h 90"/>
                  <a:gd name="T23" fmla="*/ 111 w 111"/>
                  <a:gd name="T24" fmla="*/ 90 h 90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111" h="90">
                    <a:moveTo>
                      <a:pt x="0" y="85"/>
                    </a:moveTo>
                    <a:lnTo>
                      <a:pt x="53" y="88"/>
                    </a:lnTo>
                    <a:lnTo>
                      <a:pt x="106" y="90"/>
                    </a:lnTo>
                    <a:lnTo>
                      <a:pt x="111" y="4"/>
                    </a:lnTo>
                    <a:lnTo>
                      <a:pt x="58" y="2"/>
                    </a:lnTo>
                    <a:lnTo>
                      <a:pt x="5" y="0"/>
                    </a:lnTo>
                    <a:lnTo>
                      <a:pt x="0" y="85"/>
                    </a:lnTo>
                    <a:close/>
                  </a:path>
                </a:pathLst>
              </a:cu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662" name="Freeform 4768">
                <a:extLst>
                  <a:ext uri="{FF2B5EF4-FFF2-40B4-BE49-F238E27FC236}">
                    <a16:creationId xmlns:a16="http://schemas.microsoft.com/office/drawing/2014/main" id="{3096DF81-F864-5698-0BF5-00DF51076FE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849" y="1984"/>
                <a:ext cx="9" cy="1"/>
              </a:xfrm>
              <a:custGeom>
                <a:avLst/>
                <a:gdLst>
                  <a:gd name="T0" fmla="*/ 0 w 53"/>
                  <a:gd name="T1" fmla="*/ 0 h 5"/>
                  <a:gd name="T2" fmla="*/ 0 w 53"/>
                  <a:gd name="T3" fmla="*/ 0 h 5"/>
                  <a:gd name="T4" fmla="*/ 0 w 53"/>
                  <a:gd name="T5" fmla="*/ 0 h 5"/>
                  <a:gd name="T6" fmla="*/ 0 w 53"/>
                  <a:gd name="T7" fmla="*/ 0 h 5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53"/>
                  <a:gd name="T13" fmla="*/ 0 h 5"/>
                  <a:gd name="T14" fmla="*/ 53 w 53"/>
                  <a:gd name="T15" fmla="*/ 5 h 5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53" h="5">
                    <a:moveTo>
                      <a:pt x="0" y="3"/>
                    </a:moveTo>
                    <a:lnTo>
                      <a:pt x="53" y="5"/>
                    </a:lnTo>
                    <a:lnTo>
                      <a:pt x="53" y="0"/>
                    </a:lnTo>
                    <a:lnTo>
                      <a:pt x="0" y="3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</p:grpSp>
        <p:sp>
          <p:nvSpPr>
            <p:cNvPr id="138" name="Line 4770">
              <a:extLst>
                <a:ext uri="{FF2B5EF4-FFF2-40B4-BE49-F238E27FC236}">
                  <a16:creationId xmlns:a16="http://schemas.microsoft.com/office/drawing/2014/main" id="{72CB4BFE-0AC6-52EE-B40B-3CDF0691DA4D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955" y="1984"/>
              <a:ext cx="1" cy="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39" name="Freeform 4771">
              <a:extLst>
                <a:ext uri="{FF2B5EF4-FFF2-40B4-BE49-F238E27FC236}">
                  <a16:creationId xmlns:a16="http://schemas.microsoft.com/office/drawing/2014/main" id="{0F22ECF6-2766-9FAC-1BEA-04A29F5B0C17}"/>
                </a:ext>
              </a:extLst>
            </p:cNvPr>
            <p:cNvSpPr>
              <a:spLocks/>
            </p:cNvSpPr>
            <p:nvPr/>
          </p:nvSpPr>
          <p:spPr bwMode="auto">
            <a:xfrm>
              <a:off x="4300" y="2212"/>
              <a:ext cx="9" cy="18"/>
            </a:xfrm>
            <a:custGeom>
              <a:avLst/>
              <a:gdLst>
                <a:gd name="T0" fmla="*/ 0 w 54"/>
                <a:gd name="T1" fmla="*/ 0 h 107"/>
                <a:gd name="T2" fmla="*/ 0 w 54"/>
                <a:gd name="T3" fmla="*/ 0 h 107"/>
                <a:gd name="T4" fmla="*/ 0 w 54"/>
                <a:gd name="T5" fmla="*/ 0 h 107"/>
                <a:gd name="T6" fmla="*/ 0 w 54"/>
                <a:gd name="T7" fmla="*/ 0 h 107"/>
                <a:gd name="T8" fmla="*/ 0 w 54"/>
                <a:gd name="T9" fmla="*/ 0 h 107"/>
                <a:gd name="T10" fmla="*/ 0 w 54"/>
                <a:gd name="T11" fmla="*/ 0 h 107"/>
                <a:gd name="T12" fmla="*/ 0 w 54"/>
                <a:gd name="T13" fmla="*/ 0 h 107"/>
                <a:gd name="T14" fmla="*/ 0 w 54"/>
                <a:gd name="T15" fmla="*/ 0 h 107"/>
                <a:gd name="T16" fmla="*/ 0 w 54"/>
                <a:gd name="T17" fmla="*/ 0 h 107"/>
                <a:gd name="T18" fmla="*/ 0 w 54"/>
                <a:gd name="T19" fmla="*/ 0 h 107"/>
                <a:gd name="T20" fmla="*/ 0 w 54"/>
                <a:gd name="T21" fmla="*/ 0 h 107"/>
                <a:gd name="T22" fmla="*/ 0 w 54"/>
                <a:gd name="T23" fmla="*/ 0 h 107"/>
                <a:gd name="T24" fmla="*/ 0 w 54"/>
                <a:gd name="T25" fmla="*/ 0 h 107"/>
                <a:gd name="T26" fmla="*/ 0 w 54"/>
                <a:gd name="T27" fmla="*/ 0 h 107"/>
                <a:gd name="T28" fmla="*/ 0 w 54"/>
                <a:gd name="T29" fmla="*/ 0 h 107"/>
                <a:gd name="T30" fmla="*/ 0 w 54"/>
                <a:gd name="T31" fmla="*/ 0 h 107"/>
                <a:gd name="T32" fmla="*/ 0 w 54"/>
                <a:gd name="T33" fmla="*/ 0 h 107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w 54"/>
                <a:gd name="T52" fmla="*/ 0 h 107"/>
                <a:gd name="T53" fmla="*/ 54 w 54"/>
                <a:gd name="T54" fmla="*/ 107 h 107"/>
              </a:gdLst>
              <a:ahLst/>
              <a:cxnLst>
                <a:cxn ang="T34">
                  <a:pos x="T0" y="T1"/>
                </a:cxn>
                <a:cxn ang="T35">
                  <a:pos x="T2" y="T3"/>
                </a:cxn>
                <a:cxn ang="T36">
                  <a:pos x="T4" y="T5"/>
                </a:cxn>
                <a:cxn ang="T37">
                  <a:pos x="T6" y="T7"/>
                </a:cxn>
                <a:cxn ang="T38">
                  <a:pos x="T8" y="T9"/>
                </a:cxn>
                <a:cxn ang="T39">
                  <a:pos x="T10" y="T11"/>
                </a:cxn>
                <a:cxn ang="T40">
                  <a:pos x="T12" y="T13"/>
                </a:cxn>
                <a:cxn ang="T41">
                  <a:pos x="T14" y="T15"/>
                </a:cxn>
                <a:cxn ang="T42">
                  <a:pos x="T16" y="T17"/>
                </a:cxn>
                <a:cxn ang="T43">
                  <a:pos x="T18" y="T19"/>
                </a:cxn>
                <a:cxn ang="T44">
                  <a:pos x="T20" y="T21"/>
                </a:cxn>
                <a:cxn ang="T45">
                  <a:pos x="T22" y="T23"/>
                </a:cxn>
                <a:cxn ang="T46">
                  <a:pos x="T24" y="T25"/>
                </a:cxn>
                <a:cxn ang="T47">
                  <a:pos x="T26" y="T27"/>
                </a:cxn>
                <a:cxn ang="T48">
                  <a:pos x="T28" y="T29"/>
                </a:cxn>
                <a:cxn ang="T49">
                  <a:pos x="T30" y="T31"/>
                </a:cxn>
                <a:cxn ang="T50">
                  <a:pos x="T32" y="T33"/>
                </a:cxn>
              </a:cxnLst>
              <a:rect l="T51" t="T52" r="T53" b="T54"/>
              <a:pathLst>
                <a:path w="54" h="107">
                  <a:moveTo>
                    <a:pt x="0" y="54"/>
                  </a:moveTo>
                  <a:lnTo>
                    <a:pt x="0" y="0"/>
                  </a:lnTo>
                  <a:lnTo>
                    <a:pt x="11" y="2"/>
                  </a:lnTo>
                  <a:lnTo>
                    <a:pt x="23" y="6"/>
                  </a:lnTo>
                  <a:lnTo>
                    <a:pt x="32" y="12"/>
                  </a:lnTo>
                  <a:lnTo>
                    <a:pt x="41" y="21"/>
                  </a:lnTo>
                  <a:lnTo>
                    <a:pt x="47" y="30"/>
                  </a:lnTo>
                  <a:lnTo>
                    <a:pt x="51" y="42"/>
                  </a:lnTo>
                  <a:lnTo>
                    <a:pt x="54" y="54"/>
                  </a:lnTo>
                  <a:lnTo>
                    <a:pt x="51" y="65"/>
                  </a:lnTo>
                  <a:lnTo>
                    <a:pt x="47" y="77"/>
                  </a:lnTo>
                  <a:lnTo>
                    <a:pt x="41" y="86"/>
                  </a:lnTo>
                  <a:lnTo>
                    <a:pt x="32" y="95"/>
                  </a:lnTo>
                  <a:lnTo>
                    <a:pt x="23" y="101"/>
                  </a:lnTo>
                  <a:lnTo>
                    <a:pt x="11" y="105"/>
                  </a:lnTo>
                  <a:lnTo>
                    <a:pt x="0" y="107"/>
                  </a:lnTo>
                  <a:lnTo>
                    <a:pt x="0" y="54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40" name="Freeform 4772">
              <a:extLst>
                <a:ext uri="{FF2B5EF4-FFF2-40B4-BE49-F238E27FC236}">
                  <a16:creationId xmlns:a16="http://schemas.microsoft.com/office/drawing/2014/main" id="{79D3F249-9ED3-215C-4193-1E6CD62638A7}"/>
                </a:ext>
              </a:extLst>
            </p:cNvPr>
            <p:cNvSpPr>
              <a:spLocks/>
            </p:cNvSpPr>
            <p:nvPr/>
          </p:nvSpPr>
          <p:spPr bwMode="auto">
            <a:xfrm>
              <a:off x="4300" y="2212"/>
              <a:ext cx="9" cy="18"/>
            </a:xfrm>
            <a:custGeom>
              <a:avLst/>
              <a:gdLst>
                <a:gd name="T0" fmla="*/ 0 w 54"/>
                <a:gd name="T1" fmla="*/ 0 h 107"/>
                <a:gd name="T2" fmla="*/ 0 w 54"/>
                <a:gd name="T3" fmla="*/ 0 h 107"/>
                <a:gd name="T4" fmla="*/ 0 w 54"/>
                <a:gd name="T5" fmla="*/ 0 h 107"/>
                <a:gd name="T6" fmla="*/ 0 w 54"/>
                <a:gd name="T7" fmla="*/ 0 h 107"/>
                <a:gd name="T8" fmla="*/ 0 w 54"/>
                <a:gd name="T9" fmla="*/ 0 h 107"/>
                <a:gd name="T10" fmla="*/ 0 w 54"/>
                <a:gd name="T11" fmla="*/ 0 h 107"/>
                <a:gd name="T12" fmla="*/ 0 w 54"/>
                <a:gd name="T13" fmla="*/ 0 h 107"/>
                <a:gd name="T14" fmla="*/ 0 w 54"/>
                <a:gd name="T15" fmla="*/ 0 h 107"/>
                <a:gd name="T16" fmla="*/ 0 w 54"/>
                <a:gd name="T17" fmla="*/ 0 h 107"/>
                <a:gd name="T18" fmla="*/ 0 w 54"/>
                <a:gd name="T19" fmla="*/ 0 h 107"/>
                <a:gd name="T20" fmla="*/ 0 w 54"/>
                <a:gd name="T21" fmla="*/ 0 h 107"/>
                <a:gd name="T22" fmla="*/ 0 w 54"/>
                <a:gd name="T23" fmla="*/ 0 h 107"/>
                <a:gd name="T24" fmla="*/ 0 w 54"/>
                <a:gd name="T25" fmla="*/ 0 h 107"/>
                <a:gd name="T26" fmla="*/ 0 w 54"/>
                <a:gd name="T27" fmla="*/ 0 h 107"/>
                <a:gd name="T28" fmla="*/ 0 w 54"/>
                <a:gd name="T29" fmla="*/ 0 h 107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w 54"/>
                <a:gd name="T46" fmla="*/ 0 h 107"/>
                <a:gd name="T47" fmla="*/ 54 w 54"/>
                <a:gd name="T48" fmla="*/ 107 h 107"/>
              </a:gdLst>
              <a:ahLst/>
              <a:cxnLst>
                <a:cxn ang="T30">
                  <a:pos x="T0" y="T1"/>
                </a:cxn>
                <a:cxn ang="T31">
                  <a:pos x="T2" y="T3"/>
                </a:cxn>
                <a:cxn ang="T32">
                  <a:pos x="T4" y="T5"/>
                </a:cxn>
                <a:cxn ang="T33">
                  <a:pos x="T6" y="T7"/>
                </a:cxn>
                <a:cxn ang="T34">
                  <a:pos x="T8" y="T9"/>
                </a:cxn>
                <a:cxn ang="T35">
                  <a:pos x="T10" y="T11"/>
                </a:cxn>
                <a:cxn ang="T36">
                  <a:pos x="T12" y="T13"/>
                </a:cxn>
                <a:cxn ang="T37">
                  <a:pos x="T14" y="T15"/>
                </a:cxn>
                <a:cxn ang="T38">
                  <a:pos x="T16" y="T17"/>
                </a:cxn>
                <a:cxn ang="T39">
                  <a:pos x="T18" y="T19"/>
                </a:cxn>
                <a:cxn ang="T40">
                  <a:pos x="T20" y="T21"/>
                </a:cxn>
                <a:cxn ang="T41">
                  <a:pos x="T22" y="T23"/>
                </a:cxn>
                <a:cxn ang="T42">
                  <a:pos x="T24" y="T25"/>
                </a:cxn>
                <a:cxn ang="T43">
                  <a:pos x="T26" y="T27"/>
                </a:cxn>
                <a:cxn ang="T44">
                  <a:pos x="T28" y="T29"/>
                </a:cxn>
              </a:cxnLst>
              <a:rect l="T45" t="T46" r="T47" b="T48"/>
              <a:pathLst>
                <a:path w="54" h="107">
                  <a:moveTo>
                    <a:pt x="0" y="0"/>
                  </a:moveTo>
                  <a:lnTo>
                    <a:pt x="11" y="2"/>
                  </a:lnTo>
                  <a:lnTo>
                    <a:pt x="23" y="6"/>
                  </a:lnTo>
                  <a:lnTo>
                    <a:pt x="32" y="12"/>
                  </a:lnTo>
                  <a:lnTo>
                    <a:pt x="41" y="21"/>
                  </a:lnTo>
                  <a:lnTo>
                    <a:pt x="47" y="30"/>
                  </a:lnTo>
                  <a:lnTo>
                    <a:pt x="51" y="42"/>
                  </a:lnTo>
                  <a:lnTo>
                    <a:pt x="54" y="54"/>
                  </a:lnTo>
                  <a:lnTo>
                    <a:pt x="51" y="65"/>
                  </a:lnTo>
                  <a:lnTo>
                    <a:pt x="47" y="77"/>
                  </a:lnTo>
                  <a:lnTo>
                    <a:pt x="41" y="86"/>
                  </a:lnTo>
                  <a:lnTo>
                    <a:pt x="32" y="95"/>
                  </a:lnTo>
                  <a:lnTo>
                    <a:pt x="23" y="101"/>
                  </a:lnTo>
                  <a:lnTo>
                    <a:pt x="11" y="105"/>
                  </a:lnTo>
                  <a:lnTo>
                    <a:pt x="0" y="107"/>
                  </a:lnTo>
                </a:path>
              </a:pathLst>
            </a:custGeom>
            <a:noFill/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41" name="Freeform 4773">
              <a:extLst>
                <a:ext uri="{FF2B5EF4-FFF2-40B4-BE49-F238E27FC236}">
                  <a16:creationId xmlns:a16="http://schemas.microsoft.com/office/drawing/2014/main" id="{242F9454-63EE-5CF6-0C12-381D3E188C26}"/>
                </a:ext>
              </a:extLst>
            </p:cNvPr>
            <p:cNvSpPr>
              <a:spLocks/>
            </p:cNvSpPr>
            <p:nvPr/>
          </p:nvSpPr>
          <p:spPr bwMode="auto">
            <a:xfrm>
              <a:off x="3327" y="2212"/>
              <a:ext cx="973" cy="18"/>
            </a:xfrm>
            <a:custGeom>
              <a:avLst/>
              <a:gdLst>
                <a:gd name="T0" fmla="*/ 0 w 5840"/>
                <a:gd name="T1" fmla="*/ 0 h 107"/>
                <a:gd name="T2" fmla="*/ 0 w 5840"/>
                <a:gd name="T3" fmla="*/ 0 h 107"/>
                <a:gd name="T4" fmla="*/ 0 w 5840"/>
                <a:gd name="T5" fmla="*/ 0 h 107"/>
                <a:gd name="T6" fmla="*/ 0 w 5840"/>
                <a:gd name="T7" fmla="*/ 0 h 107"/>
                <a:gd name="T8" fmla="*/ 0 w 5840"/>
                <a:gd name="T9" fmla="*/ 0 h 107"/>
                <a:gd name="T10" fmla="*/ 0 w 5840"/>
                <a:gd name="T11" fmla="*/ 0 h 107"/>
                <a:gd name="T12" fmla="*/ 0 w 5840"/>
                <a:gd name="T13" fmla="*/ 0 h 107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5840"/>
                <a:gd name="T22" fmla="*/ 0 h 107"/>
                <a:gd name="T23" fmla="*/ 5840 w 5840"/>
                <a:gd name="T24" fmla="*/ 107 h 107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5840" h="107">
                  <a:moveTo>
                    <a:pt x="5840" y="107"/>
                  </a:moveTo>
                  <a:lnTo>
                    <a:pt x="5840" y="54"/>
                  </a:lnTo>
                  <a:lnTo>
                    <a:pt x="5840" y="0"/>
                  </a:lnTo>
                  <a:lnTo>
                    <a:pt x="0" y="0"/>
                  </a:lnTo>
                  <a:lnTo>
                    <a:pt x="0" y="54"/>
                  </a:lnTo>
                  <a:lnTo>
                    <a:pt x="0" y="107"/>
                  </a:lnTo>
                  <a:lnTo>
                    <a:pt x="5840" y="107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42" name="Freeform 4774">
              <a:extLst>
                <a:ext uri="{FF2B5EF4-FFF2-40B4-BE49-F238E27FC236}">
                  <a16:creationId xmlns:a16="http://schemas.microsoft.com/office/drawing/2014/main" id="{1CB726FF-C14E-1E70-942E-FC92D16582F0}"/>
                </a:ext>
              </a:extLst>
            </p:cNvPr>
            <p:cNvSpPr>
              <a:spLocks/>
            </p:cNvSpPr>
            <p:nvPr/>
          </p:nvSpPr>
          <p:spPr bwMode="auto">
            <a:xfrm>
              <a:off x="3327" y="2212"/>
              <a:ext cx="973" cy="18"/>
            </a:xfrm>
            <a:custGeom>
              <a:avLst/>
              <a:gdLst>
                <a:gd name="T0" fmla="*/ 0 w 5840"/>
                <a:gd name="T1" fmla="*/ 0 h 107"/>
                <a:gd name="T2" fmla="*/ 0 w 5840"/>
                <a:gd name="T3" fmla="*/ 0 h 107"/>
                <a:gd name="T4" fmla="*/ 0 w 5840"/>
                <a:gd name="T5" fmla="*/ 0 h 107"/>
                <a:gd name="T6" fmla="*/ 0 w 5840"/>
                <a:gd name="T7" fmla="*/ 0 h 107"/>
                <a:gd name="T8" fmla="*/ 0 w 5840"/>
                <a:gd name="T9" fmla="*/ 0 h 107"/>
                <a:gd name="T10" fmla="*/ 0 w 5840"/>
                <a:gd name="T11" fmla="*/ 0 h 107"/>
                <a:gd name="T12" fmla="*/ 0 w 5840"/>
                <a:gd name="T13" fmla="*/ 0 h 107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5840"/>
                <a:gd name="T22" fmla="*/ 0 h 107"/>
                <a:gd name="T23" fmla="*/ 5840 w 5840"/>
                <a:gd name="T24" fmla="*/ 107 h 107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5840" h="107">
                  <a:moveTo>
                    <a:pt x="5840" y="107"/>
                  </a:moveTo>
                  <a:lnTo>
                    <a:pt x="5840" y="54"/>
                  </a:lnTo>
                  <a:lnTo>
                    <a:pt x="5840" y="0"/>
                  </a:lnTo>
                  <a:lnTo>
                    <a:pt x="0" y="0"/>
                  </a:lnTo>
                  <a:lnTo>
                    <a:pt x="0" y="54"/>
                  </a:lnTo>
                  <a:lnTo>
                    <a:pt x="0" y="107"/>
                  </a:lnTo>
                  <a:lnTo>
                    <a:pt x="5840" y="107"/>
                  </a:lnTo>
                  <a:close/>
                </a:path>
              </a:pathLst>
            </a:custGeom>
            <a:noFill/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43" name="Freeform 4775">
              <a:extLst>
                <a:ext uri="{FF2B5EF4-FFF2-40B4-BE49-F238E27FC236}">
                  <a16:creationId xmlns:a16="http://schemas.microsoft.com/office/drawing/2014/main" id="{3E660233-1F74-24B5-D11E-4ADC72395AB9}"/>
                </a:ext>
              </a:extLst>
            </p:cNvPr>
            <p:cNvSpPr>
              <a:spLocks/>
            </p:cNvSpPr>
            <p:nvPr/>
          </p:nvSpPr>
          <p:spPr bwMode="auto">
            <a:xfrm>
              <a:off x="3318" y="2212"/>
              <a:ext cx="9" cy="18"/>
            </a:xfrm>
            <a:custGeom>
              <a:avLst/>
              <a:gdLst>
                <a:gd name="T0" fmla="*/ 0 w 53"/>
                <a:gd name="T1" fmla="*/ 0 h 107"/>
                <a:gd name="T2" fmla="*/ 0 w 53"/>
                <a:gd name="T3" fmla="*/ 0 h 107"/>
                <a:gd name="T4" fmla="*/ 0 w 53"/>
                <a:gd name="T5" fmla="*/ 0 h 107"/>
                <a:gd name="T6" fmla="*/ 0 w 53"/>
                <a:gd name="T7" fmla="*/ 0 h 107"/>
                <a:gd name="T8" fmla="*/ 0 w 53"/>
                <a:gd name="T9" fmla="*/ 0 h 107"/>
                <a:gd name="T10" fmla="*/ 0 w 53"/>
                <a:gd name="T11" fmla="*/ 0 h 107"/>
                <a:gd name="T12" fmla="*/ 0 w 53"/>
                <a:gd name="T13" fmla="*/ 0 h 107"/>
                <a:gd name="T14" fmla="*/ 0 w 53"/>
                <a:gd name="T15" fmla="*/ 0 h 107"/>
                <a:gd name="T16" fmla="*/ 0 w 53"/>
                <a:gd name="T17" fmla="*/ 0 h 107"/>
                <a:gd name="T18" fmla="*/ 0 w 53"/>
                <a:gd name="T19" fmla="*/ 0 h 107"/>
                <a:gd name="T20" fmla="*/ 0 w 53"/>
                <a:gd name="T21" fmla="*/ 0 h 107"/>
                <a:gd name="T22" fmla="*/ 0 w 53"/>
                <a:gd name="T23" fmla="*/ 0 h 107"/>
                <a:gd name="T24" fmla="*/ 0 w 53"/>
                <a:gd name="T25" fmla="*/ 0 h 107"/>
                <a:gd name="T26" fmla="*/ 0 w 53"/>
                <a:gd name="T27" fmla="*/ 0 h 107"/>
                <a:gd name="T28" fmla="*/ 0 w 53"/>
                <a:gd name="T29" fmla="*/ 0 h 107"/>
                <a:gd name="T30" fmla="*/ 0 w 53"/>
                <a:gd name="T31" fmla="*/ 0 h 107"/>
                <a:gd name="T32" fmla="*/ 0 w 53"/>
                <a:gd name="T33" fmla="*/ 0 h 107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w 53"/>
                <a:gd name="T52" fmla="*/ 0 h 107"/>
                <a:gd name="T53" fmla="*/ 53 w 53"/>
                <a:gd name="T54" fmla="*/ 107 h 107"/>
              </a:gdLst>
              <a:ahLst/>
              <a:cxnLst>
                <a:cxn ang="T34">
                  <a:pos x="T0" y="T1"/>
                </a:cxn>
                <a:cxn ang="T35">
                  <a:pos x="T2" y="T3"/>
                </a:cxn>
                <a:cxn ang="T36">
                  <a:pos x="T4" y="T5"/>
                </a:cxn>
                <a:cxn ang="T37">
                  <a:pos x="T6" y="T7"/>
                </a:cxn>
                <a:cxn ang="T38">
                  <a:pos x="T8" y="T9"/>
                </a:cxn>
                <a:cxn ang="T39">
                  <a:pos x="T10" y="T11"/>
                </a:cxn>
                <a:cxn ang="T40">
                  <a:pos x="T12" y="T13"/>
                </a:cxn>
                <a:cxn ang="T41">
                  <a:pos x="T14" y="T15"/>
                </a:cxn>
                <a:cxn ang="T42">
                  <a:pos x="T16" y="T17"/>
                </a:cxn>
                <a:cxn ang="T43">
                  <a:pos x="T18" y="T19"/>
                </a:cxn>
                <a:cxn ang="T44">
                  <a:pos x="T20" y="T21"/>
                </a:cxn>
                <a:cxn ang="T45">
                  <a:pos x="T22" y="T23"/>
                </a:cxn>
                <a:cxn ang="T46">
                  <a:pos x="T24" y="T25"/>
                </a:cxn>
                <a:cxn ang="T47">
                  <a:pos x="T26" y="T27"/>
                </a:cxn>
                <a:cxn ang="T48">
                  <a:pos x="T28" y="T29"/>
                </a:cxn>
                <a:cxn ang="T49">
                  <a:pos x="T30" y="T31"/>
                </a:cxn>
                <a:cxn ang="T50">
                  <a:pos x="T32" y="T33"/>
                </a:cxn>
              </a:cxnLst>
              <a:rect l="T51" t="T52" r="T53" b="T54"/>
              <a:pathLst>
                <a:path w="53" h="107">
                  <a:moveTo>
                    <a:pt x="53" y="54"/>
                  </a:moveTo>
                  <a:lnTo>
                    <a:pt x="53" y="107"/>
                  </a:lnTo>
                  <a:lnTo>
                    <a:pt x="42" y="105"/>
                  </a:lnTo>
                  <a:lnTo>
                    <a:pt x="30" y="101"/>
                  </a:lnTo>
                  <a:lnTo>
                    <a:pt x="20" y="95"/>
                  </a:lnTo>
                  <a:lnTo>
                    <a:pt x="12" y="86"/>
                  </a:lnTo>
                  <a:lnTo>
                    <a:pt x="6" y="77"/>
                  </a:lnTo>
                  <a:lnTo>
                    <a:pt x="1" y="65"/>
                  </a:lnTo>
                  <a:lnTo>
                    <a:pt x="0" y="54"/>
                  </a:lnTo>
                  <a:lnTo>
                    <a:pt x="1" y="42"/>
                  </a:lnTo>
                  <a:lnTo>
                    <a:pt x="6" y="30"/>
                  </a:lnTo>
                  <a:lnTo>
                    <a:pt x="12" y="21"/>
                  </a:lnTo>
                  <a:lnTo>
                    <a:pt x="20" y="12"/>
                  </a:lnTo>
                  <a:lnTo>
                    <a:pt x="30" y="6"/>
                  </a:lnTo>
                  <a:lnTo>
                    <a:pt x="42" y="2"/>
                  </a:lnTo>
                  <a:lnTo>
                    <a:pt x="53" y="0"/>
                  </a:lnTo>
                  <a:lnTo>
                    <a:pt x="53" y="54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44" name="Freeform 4776">
              <a:extLst>
                <a:ext uri="{FF2B5EF4-FFF2-40B4-BE49-F238E27FC236}">
                  <a16:creationId xmlns:a16="http://schemas.microsoft.com/office/drawing/2014/main" id="{B1A74E4A-030B-4173-4869-07BA8840CAF2}"/>
                </a:ext>
              </a:extLst>
            </p:cNvPr>
            <p:cNvSpPr>
              <a:spLocks/>
            </p:cNvSpPr>
            <p:nvPr/>
          </p:nvSpPr>
          <p:spPr bwMode="auto">
            <a:xfrm>
              <a:off x="3318" y="2212"/>
              <a:ext cx="9" cy="18"/>
            </a:xfrm>
            <a:custGeom>
              <a:avLst/>
              <a:gdLst>
                <a:gd name="T0" fmla="*/ 0 w 53"/>
                <a:gd name="T1" fmla="*/ 0 h 107"/>
                <a:gd name="T2" fmla="*/ 0 w 53"/>
                <a:gd name="T3" fmla="*/ 0 h 107"/>
                <a:gd name="T4" fmla="*/ 0 w 53"/>
                <a:gd name="T5" fmla="*/ 0 h 107"/>
                <a:gd name="T6" fmla="*/ 0 w 53"/>
                <a:gd name="T7" fmla="*/ 0 h 107"/>
                <a:gd name="T8" fmla="*/ 0 w 53"/>
                <a:gd name="T9" fmla="*/ 0 h 107"/>
                <a:gd name="T10" fmla="*/ 0 w 53"/>
                <a:gd name="T11" fmla="*/ 0 h 107"/>
                <a:gd name="T12" fmla="*/ 0 w 53"/>
                <a:gd name="T13" fmla="*/ 0 h 107"/>
                <a:gd name="T14" fmla="*/ 0 w 53"/>
                <a:gd name="T15" fmla="*/ 0 h 107"/>
                <a:gd name="T16" fmla="*/ 0 w 53"/>
                <a:gd name="T17" fmla="*/ 0 h 107"/>
                <a:gd name="T18" fmla="*/ 0 w 53"/>
                <a:gd name="T19" fmla="*/ 0 h 107"/>
                <a:gd name="T20" fmla="*/ 0 w 53"/>
                <a:gd name="T21" fmla="*/ 0 h 107"/>
                <a:gd name="T22" fmla="*/ 0 w 53"/>
                <a:gd name="T23" fmla="*/ 0 h 107"/>
                <a:gd name="T24" fmla="*/ 0 w 53"/>
                <a:gd name="T25" fmla="*/ 0 h 107"/>
                <a:gd name="T26" fmla="*/ 0 w 53"/>
                <a:gd name="T27" fmla="*/ 0 h 107"/>
                <a:gd name="T28" fmla="*/ 0 w 53"/>
                <a:gd name="T29" fmla="*/ 0 h 107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w 53"/>
                <a:gd name="T46" fmla="*/ 0 h 107"/>
                <a:gd name="T47" fmla="*/ 53 w 53"/>
                <a:gd name="T48" fmla="*/ 107 h 107"/>
              </a:gdLst>
              <a:ahLst/>
              <a:cxnLst>
                <a:cxn ang="T30">
                  <a:pos x="T0" y="T1"/>
                </a:cxn>
                <a:cxn ang="T31">
                  <a:pos x="T2" y="T3"/>
                </a:cxn>
                <a:cxn ang="T32">
                  <a:pos x="T4" y="T5"/>
                </a:cxn>
                <a:cxn ang="T33">
                  <a:pos x="T6" y="T7"/>
                </a:cxn>
                <a:cxn ang="T34">
                  <a:pos x="T8" y="T9"/>
                </a:cxn>
                <a:cxn ang="T35">
                  <a:pos x="T10" y="T11"/>
                </a:cxn>
                <a:cxn ang="T36">
                  <a:pos x="T12" y="T13"/>
                </a:cxn>
                <a:cxn ang="T37">
                  <a:pos x="T14" y="T15"/>
                </a:cxn>
                <a:cxn ang="T38">
                  <a:pos x="T16" y="T17"/>
                </a:cxn>
                <a:cxn ang="T39">
                  <a:pos x="T18" y="T19"/>
                </a:cxn>
                <a:cxn ang="T40">
                  <a:pos x="T20" y="T21"/>
                </a:cxn>
                <a:cxn ang="T41">
                  <a:pos x="T22" y="T23"/>
                </a:cxn>
                <a:cxn ang="T42">
                  <a:pos x="T24" y="T25"/>
                </a:cxn>
                <a:cxn ang="T43">
                  <a:pos x="T26" y="T27"/>
                </a:cxn>
                <a:cxn ang="T44">
                  <a:pos x="T28" y="T29"/>
                </a:cxn>
              </a:cxnLst>
              <a:rect l="T45" t="T46" r="T47" b="T48"/>
              <a:pathLst>
                <a:path w="53" h="107">
                  <a:moveTo>
                    <a:pt x="53" y="107"/>
                  </a:moveTo>
                  <a:lnTo>
                    <a:pt x="42" y="105"/>
                  </a:lnTo>
                  <a:lnTo>
                    <a:pt x="30" y="101"/>
                  </a:lnTo>
                  <a:lnTo>
                    <a:pt x="20" y="95"/>
                  </a:lnTo>
                  <a:lnTo>
                    <a:pt x="12" y="86"/>
                  </a:lnTo>
                  <a:lnTo>
                    <a:pt x="6" y="77"/>
                  </a:lnTo>
                  <a:lnTo>
                    <a:pt x="1" y="65"/>
                  </a:lnTo>
                  <a:lnTo>
                    <a:pt x="0" y="54"/>
                  </a:lnTo>
                  <a:lnTo>
                    <a:pt x="1" y="42"/>
                  </a:lnTo>
                  <a:lnTo>
                    <a:pt x="6" y="30"/>
                  </a:lnTo>
                  <a:lnTo>
                    <a:pt x="12" y="21"/>
                  </a:lnTo>
                  <a:lnTo>
                    <a:pt x="20" y="12"/>
                  </a:lnTo>
                  <a:lnTo>
                    <a:pt x="30" y="6"/>
                  </a:lnTo>
                  <a:lnTo>
                    <a:pt x="42" y="2"/>
                  </a:lnTo>
                  <a:lnTo>
                    <a:pt x="53" y="0"/>
                  </a:lnTo>
                </a:path>
              </a:pathLst>
            </a:custGeom>
            <a:noFill/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45" name="Freeform 4777">
              <a:extLst>
                <a:ext uri="{FF2B5EF4-FFF2-40B4-BE49-F238E27FC236}">
                  <a16:creationId xmlns:a16="http://schemas.microsoft.com/office/drawing/2014/main" id="{598AFC49-796A-1B1B-CE23-1277AFCD60A8}"/>
                </a:ext>
              </a:extLst>
            </p:cNvPr>
            <p:cNvSpPr>
              <a:spLocks/>
            </p:cNvSpPr>
            <p:nvPr/>
          </p:nvSpPr>
          <p:spPr bwMode="auto">
            <a:xfrm>
              <a:off x="4005" y="1769"/>
              <a:ext cx="9" cy="18"/>
            </a:xfrm>
            <a:custGeom>
              <a:avLst/>
              <a:gdLst>
                <a:gd name="T0" fmla="*/ 0 w 54"/>
                <a:gd name="T1" fmla="*/ 0 h 107"/>
                <a:gd name="T2" fmla="*/ 0 w 54"/>
                <a:gd name="T3" fmla="*/ 0 h 107"/>
                <a:gd name="T4" fmla="*/ 0 w 54"/>
                <a:gd name="T5" fmla="*/ 0 h 107"/>
                <a:gd name="T6" fmla="*/ 0 w 54"/>
                <a:gd name="T7" fmla="*/ 0 h 107"/>
                <a:gd name="T8" fmla="*/ 0 w 54"/>
                <a:gd name="T9" fmla="*/ 0 h 107"/>
                <a:gd name="T10" fmla="*/ 0 w 54"/>
                <a:gd name="T11" fmla="*/ 0 h 107"/>
                <a:gd name="T12" fmla="*/ 0 w 54"/>
                <a:gd name="T13" fmla="*/ 0 h 107"/>
                <a:gd name="T14" fmla="*/ 0 w 54"/>
                <a:gd name="T15" fmla="*/ 0 h 107"/>
                <a:gd name="T16" fmla="*/ 0 w 54"/>
                <a:gd name="T17" fmla="*/ 0 h 107"/>
                <a:gd name="T18" fmla="*/ 0 w 54"/>
                <a:gd name="T19" fmla="*/ 0 h 107"/>
                <a:gd name="T20" fmla="*/ 0 w 54"/>
                <a:gd name="T21" fmla="*/ 0 h 107"/>
                <a:gd name="T22" fmla="*/ 0 w 54"/>
                <a:gd name="T23" fmla="*/ 0 h 107"/>
                <a:gd name="T24" fmla="*/ 0 w 54"/>
                <a:gd name="T25" fmla="*/ 0 h 107"/>
                <a:gd name="T26" fmla="*/ 0 w 54"/>
                <a:gd name="T27" fmla="*/ 0 h 107"/>
                <a:gd name="T28" fmla="*/ 0 w 54"/>
                <a:gd name="T29" fmla="*/ 0 h 107"/>
                <a:gd name="T30" fmla="*/ 0 w 54"/>
                <a:gd name="T31" fmla="*/ 0 h 107"/>
                <a:gd name="T32" fmla="*/ 0 w 54"/>
                <a:gd name="T33" fmla="*/ 0 h 107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w 54"/>
                <a:gd name="T52" fmla="*/ 0 h 107"/>
                <a:gd name="T53" fmla="*/ 54 w 54"/>
                <a:gd name="T54" fmla="*/ 107 h 107"/>
              </a:gdLst>
              <a:ahLst/>
              <a:cxnLst>
                <a:cxn ang="T34">
                  <a:pos x="T0" y="T1"/>
                </a:cxn>
                <a:cxn ang="T35">
                  <a:pos x="T2" y="T3"/>
                </a:cxn>
                <a:cxn ang="T36">
                  <a:pos x="T4" y="T5"/>
                </a:cxn>
                <a:cxn ang="T37">
                  <a:pos x="T6" y="T7"/>
                </a:cxn>
                <a:cxn ang="T38">
                  <a:pos x="T8" y="T9"/>
                </a:cxn>
                <a:cxn ang="T39">
                  <a:pos x="T10" y="T11"/>
                </a:cxn>
                <a:cxn ang="T40">
                  <a:pos x="T12" y="T13"/>
                </a:cxn>
                <a:cxn ang="T41">
                  <a:pos x="T14" y="T15"/>
                </a:cxn>
                <a:cxn ang="T42">
                  <a:pos x="T16" y="T17"/>
                </a:cxn>
                <a:cxn ang="T43">
                  <a:pos x="T18" y="T19"/>
                </a:cxn>
                <a:cxn ang="T44">
                  <a:pos x="T20" y="T21"/>
                </a:cxn>
                <a:cxn ang="T45">
                  <a:pos x="T22" y="T23"/>
                </a:cxn>
                <a:cxn ang="T46">
                  <a:pos x="T24" y="T25"/>
                </a:cxn>
                <a:cxn ang="T47">
                  <a:pos x="T26" y="T27"/>
                </a:cxn>
                <a:cxn ang="T48">
                  <a:pos x="T28" y="T29"/>
                </a:cxn>
                <a:cxn ang="T49">
                  <a:pos x="T30" y="T31"/>
                </a:cxn>
                <a:cxn ang="T50">
                  <a:pos x="T32" y="T33"/>
                </a:cxn>
              </a:cxnLst>
              <a:rect l="T51" t="T52" r="T53" b="T54"/>
              <a:pathLst>
                <a:path w="54" h="107">
                  <a:moveTo>
                    <a:pt x="0" y="54"/>
                  </a:moveTo>
                  <a:lnTo>
                    <a:pt x="0" y="0"/>
                  </a:lnTo>
                  <a:lnTo>
                    <a:pt x="12" y="2"/>
                  </a:lnTo>
                  <a:lnTo>
                    <a:pt x="24" y="6"/>
                  </a:lnTo>
                  <a:lnTo>
                    <a:pt x="33" y="13"/>
                  </a:lnTo>
                  <a:lnTo>
                    <a:pt x="42" y="21"/>
                  </a:lnTo>
                  <a:lnTo>
                    <a:pt x="48" y="31"/>
                  </a:lnTo>
                  <a:lnTo>
                    <a:pt x="52" y="42"/>
                  </a:lnTo>
                  <a:lnTo>
                    <a:pt x="54" y="54"/>
                  </a:lnTo>
                  <a:lnTo>
                    <a:pt x="52" y="66"/>
                  </a:lnTo>
                  <a:lnTo>
                    <a:pt x="48" y="77"/>
                  </a:lnTo>
                  <a:lnTo>
                    <a:pt x="42" y="87"/>
                  </a:lnTo>
                  <a:lnTo>
                    <a:pt x="33" y="95"/>
                  </a:lnTo>
                  <a:lnTo>
                    <a:pt x="24" y="102"/>
                  </a:lnTo>
                  <a:lnTo>
                    <a:pt x="12" y="106"/>
                  </a:lnTo>
                  <a:lnTo>
                    <a:pt x="0" y="107"/>
                  </a:lnTo>
                  <a:lnTo>
                    <a:pt x="0" y="54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46" name="Freeform 4778">
              <a:extLst>
                <a:ext uri="{FF2B5EF4-FFF2-40B4-BE49-F238E27FC236}">
                  <a16:creationId xmlns:a16="http://schemas.microsoft.com/office/drawing/2014/main" id="{00D9F1B8-EE32-6118-5091-DDD33ABD7F87}"/>
                </a:ext>
              </a:extLst>
            </p:cNvPr>
            <p:cNvSpPr>
              <a:spLocks/>
            </p:cNvSpPr>
            <p:nvPr/>
          </p:nvSpPr>
          <p:spPr bwMode="auto">
            <a:xfrm>
              <a:off x="4005" y="1769"/>
              <a:ext cx="9" cy="18"/>
            </a:xfrm>
            <a:custGeom>
              <a:avLst/>
              <a:gdLst>
                <a:gd name="T0" fmla="*/ 0 w 54"/>
                <a:gd name="T1" fmla="*/ 0 h 107"/>
                <a:gd name="T2" fmla="*/ 0 w 54"/>
                <a:gd name="T3" fmla="*/ 0 h 107"/>
                <a:gd name="T4" fmla="*/ 0 w 54"/>
                <a:gd name="T5" fmla="*/ 0 h 107"/>
                <a:gd name="T6" fmla="*/ 0 w 54"/>
                <a:gd name="T7" fmla="*/ 0 h 107"/>
                <a:gd name="T8" fmla="*/ 0 w 54"/>
                <a:gd name="T9" fmla="*/ 0 h 107"/>
                <a:gd name="T10" fmla="*/ 0 w 54"/>
                <a:gd name="T11" fmla="*/ 0 h 107"/>
                <a:gd name="T12" fmla="*/ 0 w 54"/>
                <a:gd name="T13" fmla="*/ 0 h 107"/>
                <a:gd name="T14" fmla="*/ 0 w 54"/>
                <a:gd name="T15" fmla="*/ 0 h 107"/>
                <a:gd name="T16" fmla="*/ 0 w 54"/>
                <a:gd name="T17" fmla="*/ 0 h 107"/>
                <a:gd name="T18" fmla="*/ 0 w 54"/>
                <a:gd name="T19" fmla="*/ 0 h 107"/>
                <a:gd name="T20" fmla="*/ 0 w 54"/>
                <a:gd name="T21" fmla="*/ 0 h 107"/>
                <a:gd name="T22" fmla="*/ 0 w 54"/>
                <a:gd name="T23" fmla="*/ 0 h 107"/>
                <a:gd name="T24" fmla="*/ 0 w 54"/>
                <a:gd name="T25" fmla="*/ 0 h 107"/>
                <a:gd name="T26" fmla="*/ 0 w 54"/>
                <a:gd name="T27" fmla="*/ 0 h 107"/>
                <a:gd name="T28" fmla="*/ 0 w 54"/>
                <a:gd name="T29" fmla="*/ 0 h 107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w 54"/>
                <a:gd name="T46" fmla="*/ 0 h 107"/>
                <a:gd name="T47" fmla="*/ 54 w 54"/>
                <a:gd name="T48" fmla="*/ 107 h 107"/>
              </a:gdLst>
              <a:ahLst/>
              <a:cxnLst>
                <a:cxn ang="T30">
                  <a:pos x="T0" y="T1"/>
                </a:cxn>
                <a:cxn ang="T31">
                  <a:pos x="T2" y="T3"/>
                </a:cxn>
                <a:cxn ang="T32">
                  <a:pos x="T4" y="T5"/>
                </a:cxn>
                <a:cxn ang="T33">
                  <a:pos x="T6" y="T7"/>
                </a:cxn>
                <a:cxn ang="T34">
                  <a:pos x="T8" y="T9"/>
                </a:cxn>
                <a:cxn ang="T35">
                  <a:pos x="T10" y="T11"/>
                </a:cxn>
                <a:cxn ang="T36">
                  <a:pos x="T12" y="T13"/>
                </a:cxn>
                <a:cxn ang="T37">
                  <a:pos x="T14" y="T15"/>
                </a:cxn>
                <a:cxn ang="T38">
                  <a:pos x="T16" y="T17"/>
                </a:cxn>
                <a:cxn ang="T39">
                  <a:pos x="T18" y="T19"/>
                </a:cxn>
                <a:cxn ang="T40">
                  <a:pos x="T20" y="T21"/>
                </a:cxn>
                <a:cxn ang="T41">
                  <a:pos x="T22" y="T23"/>
                </a:cxn>
                <a:cxn ang="T42">
                  <a:pos x="T24" y="T25"/>
                </a:cxn>
                <a:cxn ang="T43">
                  <a:pos x="T26" y="T27"/>
                </a:cxn>
                <a:cxn ang="T44">
                  <a:pos x="T28" y="T29"/>
                </a:cxn>
              </a:cxnLst>
              <a:rect l="T45" t="T46" r="T47" b="T48"/>
              <a:pathLst>
                <a:path w="54" h="107">
                  <a:moveTo>
                    <a:pt x="0" y="0"/>
                  </a:moveTo>
                  <a:lnTo>
                    <a:pt x="12" y="2"/>
                  </a:lnTo>
                  <a:lnTo>
                    <a:pt x="24" y="6"/>
                  </a:lnTo>
                  <a:lnTo>
                    <a:pt x="33" y="13"/>
                  </a:lnTo>
                  <a:lnTo>
                    <a:pt x="42" y="21"/>
                  </a:lnTo>
                  <a:lnTo>
                    <a:pt x="48" y="31"/>
                  </a:lnTo>
                  <a:lnTo>
                    <a:pt x="52" y="42"/>
                  </a:lnTo>
                  <a:lnTo>
                    <a:pt x="54" y="54"/>
                  </a:lnTo>
                  <a:lnTo>
                    <a:pt x="52" y="66"/>
                  </a:lnTo>
                  <a:lnTo>
                    <a:pt x="48" y="77"/>
                  </a:lnTo>
                  <a:lnTo>
                    <a:pt x="42" y="87"/>
                  </a:lnTo>
                  <a:lnTo>
                    <a:pt x="33" y="95"/>
                  </a:lnTo>
                  <a:lnTo>
                    <a:pt x="24" y="102"/>
                  </a:lnTo>
                  <a:lnTo>
                    <a:pt x="12" y="106"/>
                  </a:lnTo>
                  <a:lnTo>
                    <a:pt x="0" y="107"/>
                  </a:lnTo>
                </a:path>
              </a:pathLst>
            </a:custGeom>
            <a:noFill/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47" name="Freeform 4779">
              <a:extLst>
                <a:ext uri="{FF2B5EF4-FFF2-40B4-BE49-F238E27FC236}">
                  <a16:creationId xmlns:a16="http://schemas.microsoft.com/office/drawing/2014/main" id="{06E9C08A-96B2-9DB3-D58D-EA590E84B7E6}"/>
                </a:ext>
              </a:extLst>
            </p:cNvPr>
            <p:cNvSpPr>
              <a:spLocks/>
            </p:cNvSpPr>
            <p:nvPr/>
          </p:nvSpPr>
          <p:spPr bwMode="auto">
            <a:xfrm>
              <a:off x="3651" y="1769"/>
              <a:ext cx="354" cy="18"/>
            </a:xfrm>
            <a:custGeom>
              <a:avLst/>
              <a:gdLst>
                <a:gd name="T0" fmla="*/ 0 w 2124"/>
                <a:gd name="T1" fmla="*/ 0 h 107"/>
                <a:gd name="T2" fmla="*/ 0 w 2124"/>
                <a:gd name="T3" fmla="*/ 0 h 107"/>
                <a:gd name="T4" fmla="*/ 0 w 2124"/>
                <a:gd name="T5" fmla="*/ 0 h 107"/>
                <a:gd name="T6" fmla="*/ 0 w 2124"/>
                <a:gd name="T7" fmla="*/ 0 h 107"/>
                <a:gd name="T8" fmla="*/ 0 w 2124"/>
                <a:gd name="T9" fmla="*/ 0 h 107"/>
                <a:gd name="T10" fmla="*/ 0 w 2124"/>
                <a:gd name="T11" fmla="*/ 0 h 107"/>
                <a:gd name="T12" fmla="*/ 0 w 2124"/>
                <a:gd name="T13" fmla="*/ 0 h 107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2124"/>
                <a:gd name="T22" fmla="*/ 0 h 107"/>
                <a:gd name="T23" fmla="*/ 2124 w 2124"/>
                <a:gd name="T24" fmla="*/ 107 h 107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2124" h="107">
                  <a:moveTo>
                    <a:pt x="2124" y="107"/>
                  </a:moveTo>
                  <a:lnTo>
                    <a:pt x="2124" y="54"/>
                  </a:lnTo>
                  <a:lnTo>
                    <a:pt x="2124" y="0"/>
                  </a:lnTo>
                  <a:lnTo>
                    <a:pt x="0" y="0"/>
                  </a:lnTo>
                  <a:lnTo>
                    <a:pt x="0" y="54"/>
                  </a:lnTo>
                  <a:lnTo>
                    <a:pt x="0" y="107"/>
                  </a:lnTo>
                  <a:lnTo>
                    <a:pt x="2124" y="107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48" name="Freeform 4780">
              <a:extLst>
                <a:ext uri="{FF2B5EF4-FFF2-40B4-BE49-F238E27FC236}">
                  <a16:creationId xmlns:a16="http://schemas.microsoft.com/office/drawing/2014/main" id="{CFDBF5D8-66E6-B07B-6AF7-910DFCF8C82D}"/>
                </a:ext>
              </a:extLst>
            </p:cNvPr>
            <p:cNvSpPr>
              <a:spLocks/>
            </p:cNvSpPr>
            <p:nvPr/>
          </p:nvSpPr>
          <p:spPr bwMode="auto">
            <a:xfrm>
              <a:off x="3651" y="1769"/>
              <a:ext cx="354" cy="18"/>
            </a:xfrm>
            <a:custGeom>
              <a:avLst/>
              <a:gdLst>
                <a:gd name="T0" fmla="*/ 0 w 2124"/>
                <a:gd name="T1" fmla="*/ 0 h 107"/>
                <a:gd name="T2" fmla="*/ 0 w 2124"/>
                <a:gd name="T3" fmla="*/ 0 h 107"/>
                <a:gd name="T4" fmla="*/ 0 w 2124"/>
                <a:gd name="T5" fmla="*/ 0 h 107"/>
                <a:gd name="T6" fmla="*/ 0 w 2124"/>
                <a:gd name="T7" fmla="*/ 0 h 107"/>
                <a:gd name="T8" fmla="*/ 0 w 2124"/>
                <a:gd name="T9" fmla="*/ 0 h 107"/>
                <a:gd name="T10" fmla="*/ 0 w 2124"/>
                <a:gd name="T11" fmla="*/ 0 h 107"/>
                <a:gd name="T12" fmla="*/ 0 w 2124"/>
                <a:gd name="T13" fmla="*/ 0 h 107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2124"/>
                <a:gd name="T22" fmla="*/ 0 h 107"/>
                <a:gd name="T23" fmla="*/ 2124 w 2124"/>
                <a:gd name="T24" fmla="*/ 107 h 107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2124" h="107">
                  <a:moveTo>
                    <a:pt x="2124" y="107"/>
                  </a:moveTo>
                  <a:lnTo>
                    <a:pt x="2124" y="54"/>
                  </a:lnTo>
                  <a:lnTo>
                    <a:pt x="2124" y="0"/>
                  </a:lnTo>
                  <a:lnTo>
                    <a:pt x="0" y="0"/>
                  </a:lnTo>
                  <a:lnTo>
                    <a:pt x="0" y="54"/>
                  </a:lnTo>
                  <a:lnTo>
                    <a:pt x="0" y="107"/>
                  </a:lnTo>
                  <a:lnTo>
                    <a:pt x="2124" y="107"/>
                  </a:lnTo>
                  <a:close/>
                </a:path>
              </a:pathLst>
            </a:custGeom>
            <a:noFill/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49" name="Freeform 4781">
              <a:extLst>
                <a:ext uri="{FF2B5EF4-FFF2-40B4-BE49-F238E27FC236}">
                  <a16:creationId xmlns:a16="http://schemas.microsoft.com/office/drawing/2014/main" id="{ADFF8762-8B2D-997B-9CAA-B05A026FCC59}"/>
                </a:ext>
              </a:extLst>
            </p:cNvPr>
            <p:cNvSpPr>
              <a:spLocks/>
            </p:cNvSpPr>
            <p:nvPr/>
          </p:nvSpPr>
          <p:spPr bwMode="auto">
            <a:xfrm>
              <a:off x="3642" y="1769"/>
              <a:ext cx="9" cy="18"/>
            </a:xfrm>
            <a:custGeom>
              <a:avLst/>
              <a:gdLst>
                <a:gd name="T0" fmla="*/ 0 w 53"/>
                <a:gd name="T1" fmla="*/ 0 h 107"/>
                <a:gd name="T2" fmla="*/ 0 w 53"/>
                <a:gd name="T3" fmla="*/ 0 h 107"/>
                <a:gd name="T4" fmla="*/ 0 w 53"/>
                <a:gd name="T5" fmla="*/ 0 h 107"/>
                <a:gd name="T6" fmla="*/ 0 w 53"/>
                <a:gd name="T7" fmla="*/ 0 h 107"/>
                <a:gd name="T8" fmla="*/ 0 w 53"/>
                <a:gd name="T9" fmla="*/ 0 h 107"/>
                <a:gd name="T10" fmla="*/ 0 w 53"/>
                <a:gd name="T11" fmla="*/ 0 h 107"/>
                <a:gd name="T12" fmla="*/ 0 w 53"/>
                <a:gd name="T13" fmla="*/ 0 h 107"/>
                <a:gd name="T14" fmla="*/ 0 w 53"/>
                <a:gd name="T15" fmla="*/ 0 h 107"/>
                <a:gd name="T16" fmla="*/ 0 w 53"/>
                <a:gd name="T17" fmla="*/ 0 h 107"/>
                <a:gd name="T18" fmla="*/ 0 w 53"/>
                <a:gd name="T19" fmla="*/ 0 h 107"/>
                <a:gd name="T20" fmla="*/ 0 w 53"/>
                <a:gd name="T21" fmla="*/ 0 h 107"/>
                <a:gd name="T22" fmla="*/ 0 w 53"/>
                <a:gd name="T23" fmla="*/ 0 h 107"/>
                <a:gd name="T24" fmla="*/ 0 w 53"/>
                <a:gd name="T25" fmla="*/ 0 h 107"/>
                <a:gd name="T26" fmla="*/ 0 w 53"/>
                <a:gd name="T27" fmla="*/ 0 h 107"/>
                <a:gd name="T28" fmla="*/ 0 w 53"/>
                <a:gd name="T29" fmla="*/ 0 h 107"/>
                <a:gd name="T30" fmla="*/ 0 w 53"/>
                <a:gd name="T31" fmla="*/ 0 h 107"/>
                <a:gd name="T32" fmla="*/ 0 w 53"/>
                <a:gd name="T33" fmla="*/ 0 h 107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w 53"/>
                <a:gd name="T52" fmla="*/ 0 h 107"/>
                <a:gd name="T53" fmla="*/ 53 w 53"/>
                <a:gd name="T54" fmla="*/ 107 h 107"/>
              </a:gdLst>
              <a:ahLst/>
              <a:cxnLst>
                <a:cxn ang="T34">
                  <a:pos x="T0" y="T1"/>
                </a:cxn>
                <a:cxn ang="T35">
                  <a:pos x="T2" y="T3"/>
                </a:cxn>
                <a:cxn ang="T36">
                  <a:pos x="T4" y="T5"/>
                </a:cxn>
                <a:cxn ang="T37">
                  <a:pos x="T6" y="T7"/>
                </a:cxn>
                <a:cxn ang="T38">
                  <a:pos x="T8" y="T9"/>
                </a:cxn>
                <a:cxn ang="T39">
                  <a:pos x="T10" y="T11"/>
                </a:cxn>
                <a:cxn ang="T40">
                  <a:pos x="T12" y="T13"/>
                </a:cxn>
                <a:cxn ang="T41">
                  <a:pos x="T14" y="T15"/>
                </a:cxn>
                <a:cxn ang="T42">
                  <a:pos x="T16" y="T17"/>
                </a:cxn>
                <a:cxn ang="T43">
                  <a:pos x="T18" y="T19"/>
                </a:cxn>
                <a:cxn ang="T44">
                  <a:pos x="T20" y="T21"/>
                </a:cxn>
                <a:cxn ang="T45">
                  <a:pos x="T22" y="T23"/>
                </a:cxn>
                <a:cxn ang="T46">
                  <a:pos x="T24" y="T25"/>
                </a:cxn>
                <a:cxn ang="T47">
                  <a:pos x="T26" y="T27"/>
                </a:cxn>
                <a:cxn ang="T48">
                  <a:pos x="T28" y="T29"/>
                </a:cxn>
                <a:cxn ang="T49">
                  <a:pos x="T30" y="T31"/>
                </a:cxn>
                <a:cxn ang="T50">
                  <a:pos x="T32" y="T33"/>
                </a:cxn>
              </a:cxnLst>
              <a:rect l="T51" t="T52" r="T53" b="T54"/>
              <a:pathLst>
                <a:path w="53" h="107">
                  <a:moveTo>
                    <a:pt x="53" y="54"/>
                  </a:moveTo>
                  <a:lnTo>
                    <a:pt x="53" y="107"/>
                  </a:lnTo>
                  <a:lnTo>
                    <a:pt x="42" y="106"/>
                  </a:lnTo>
                  <a:lnTo>
                    <a:pt x="30" y="102"/>
                  </a:lnTo>
                  <a:lnTo>
                    <a:pt x="20" y="95"/>
                  </a:lnTo>
                  <a:lnTo>
                    <a:pt x="12" y="87"/>
                  </a:lnTo>
                  <a:lnTo>
                    <a:pt x="6" y="77"/>
                  </a:lnTo>
                  <a:lnTo>
                    <a:pt x="1" y="66"/>
                  </a:lnTo>
                  <a:lnTo>
                    <a:pt x="0" y="54"/>
                  </a:lnTo>
                  <a:lnTo>
                    <a:pt x="1" y="42"/>
                  </a:lnTo>
                  <a:lnTo>
                    <a:pt x="6" y="31"/>
                  </a:lnTo>
                  <a:lnTo>
                    <a:pt x="12" y="21"/>
                  </a:lnTo>
                  <a:lnTo>
                    <a:pt x="20" y="13"/>
                  </a:lnTo>
                  <a:lnTo>
                    <a:pt x="30" y="6"/>
                  </a:lnTo>
                  <a:lnTo>
                    <a:pt x="42" y="2"/>
                  </a:lnTo>
                  <a:lnTo>
                    <a:pt x="53" y="0"/>
                  </a:lnTo>
                  <a:lnTo>
                    <a:pt x="53" y="54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50" name="Freeform 4782">
              <a:extLst>
                <a:ext uri="{FF2B5EF4-FFF2-40B4-BE49-F238E27FC236}">
                  <a16:creationId xmlns:a16="http://schemas.microsoft.com/office/drawing/2014/main" id="{13C8894B-8116-73B0-2F5D-BDB71C8E7873}"/>
                </a:ext>
              </a:extLst>
            </p:cNvPr>
            <p:cNvSpPr>
              <a:spLocks/>
            </p:cNvSpPr>
            <p:nvPr/>
          </p:nvSpPr>
          <p:spPr bwMode="auto">
            <a:xfrm>
              <a:off x="3642" y="1769"/>
              <a:ext cx="9" cy="18"/>
            </a:xfrm>
            <a:custGeom>
              <a:avLst/>
              <a:gdLst>
                <a:gd name="T0" fmla="*/ 0 w 53"/>
                <a:gd name="T1" fmla="*/ 0 h 107"/>
                <a:gd name="T2" fmla="*/ 0 w 53"/>
                <a:gd name="T3" fmla="*/ 0 h 107"/>
                <a:gd name="T4" fmla="*/ 0 w 53"/>
                <a:gd name="T5" fmla="*/ 0 h 107"/>
                <a:gd name="T6" fmla="*/ 0 w 53"/>
                <a:gd name="T7" fmla="*/ 0 h 107"/>
                <a:gd name="T8" fmla="*/ 0 w 53"/>
                <a:gd name="T9" fmla="*/ 0 h 107"/>
                <a:gd name="T10" fmla="*/ 0 w 53"/>
                <a:gd name="T11" fmla="*/ 0 h 107"/>
                <a:gd name="T12" fmla="*/ 0 w 53"/>
                <a:gd name="T13" fmla="*/ 0 h 107"/>
                <a:gd name="T14" fmla="*/ 0 w 53"/>
                <a:gd name="T15" fmla="*/ 0 h 107"/>
                <a:gd name="T16" fmla="*/ 0 w 53"/>
                <a:gd name="T17" fmla="*/ 0 h 107"/>
                <a:gd name="T18" fmla="*/ 0 w 53"/>
                <a:gd name="T19" fmla="*/ 0 h 107"/>
                <a:gd name="T20" fmla="*/ 0 w 53"/>
                <a:gd name="T21" fmla="*/ 0 h 107"/>
                <a:gd name="T22" fmla="*/ 0 w 53"/>
                <a:gd name="T23" fmla="*/ 0 h 107"/>
                <a:gd name="T24" fmla="*/ 0 w 53"/>
                <a:gd name="T25" fmla="*/ 0 h 107"/>
                <a:gd name="T26" fmla="*/ 0 w 53"/>
                <a:gd name="T27" fmla="*/ 0 h 107"/>
                <a:gd name="T28" fmla="*/ 0 w 53"/>
                <a:gd name="T29" fmla="*/ 0 h 107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w 53"/>
                <a:gd name="T46" fmla="*/ 0 h 107"/>
                <a:gd name="T47" fmla="*/ 53 w 53"/>
                <a:gd name="T48" fmla="*/ 107 h 107"/>
              </a:gdLst>
              <a:ahLst/>
              <a:cxnLst>
                <a:cxn ang="T30">
                  <a:pos x="T0" y="T1"/>
                </a:cxn>
                <a:cxn ang="T31">
                  <a:pos x="T2" y="T3"/>
                </a:cxn>
                <a:cxn ang="T32">
                  <a:pos x="T4" y="T5"/>
                </a:cxn>
                <a:cxn ang="T33">
                  <a:pos x="T6" y="T7"/>
                </a:cxn>
                <a:cxn ang="T34">
                  <a:pos x="T8" y="T9"/>
                </a:cxn>
                <a:cxn ang="T35">
                  <a:pos x="T10" y="T11"/>
                </a:cxn>
                <a:cxn ang="T36">
                  <a:pos x="T12" y="T13"/>
                </a:cxn>
                <a:cxn ang="T37">
                  <a:pos x="T14" y="T15"/>
                </a:cxn>
                <a:cxn ang="T38">
                  <a:pos x="T16" y="T17"/>
                </a:cxn>
                <a:cxn ang="T39">
                  <a:pos x="T18" y="T19"/>
                </a:cxn>
                <a:cxn ang="T40">
                  <a:pos x="T20" y="T21"/>
                </a:cxn>
                <a:cxn ang="T41">
                  <a:pos x="T22" y="T23"/>
                </a:cxn>
                <a:cxn ang="T42">
                  <a:pos x="T24" y="T25"/>
                </a:cxn>
                <a:cxn ang="T43">
                  <a:pos x="T26" y="T27"/>
                </a:cxn>
                <a:cxn ang="T44">
                  <a:pos x="T28" y="T29"/>
                </a:cxn>
              </a:cxnLst>
              <a:rect l="T45" t="T46" r="T47" b="T48"/>
              <a:pathLst>
                <a:path w="53" h="107">
                  <a:moveTo>
                    <a:pt x="53" y="107"/>
                  </a:moveTo>
                  <a:lnTo>
                    <a:pt x="42" y="106"/>
                  </a:lnTo>
                  <a:lnTo>
                    <a:pt x="30" y="102"/>
                  </a:lnTo>
                  <a:lnTo>
                    <a:pt x="20" y="95"/>
                  </a:lnTo>
                  <a:lnTo>
                    <a:pt x="12" y="87"/>
                  </a:lnTo>
                  <a:lnTo>
                    <a:pt x="6" y="77"/>
                  </a:lnTo>
                  <a:lnTo>
                    <a:pt x="1" y="66"/>
                  </a:lnTo>
                  <a:lnTo>
                    <a:pt x="0" y="54"/>
                  </a:lnTo>
                  <a:lnTo>
                    <a:pt x="1" y="42"/>
                  </a:lnTo>
                  <a:lnTo>
                    <a:pt x="6" y="31"/>
                  </a:lnTo>
                  <a:lnTo>
                    <a:pt x="12" y="21"/>
                  </a:lnTo>
                  <a:lnTo>
                    <a:pt x="20" y="13"/>
                  </a:lnTo>
                  <a:lnTo>
                    <a:pt x="30" y="6"/>
                  </a:lnTo>
                  <a:lnTo>
                    <a:pt x="42" y="2"/>
                  </a:lnTo>
                  <a:lnTo>
                    <a:pt x="53" y="0"/>
                  </a:lnTo>
                </a:path>
              </a:pathLst>
            </a:custGeom>
            <a:noFill/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51" name="Freeform 4783">
              <a:extLst>
                <a:ext uri="{FF2B5EF4-FFF2-40B4-BE49-F238E27FC236}">
                  <a16:creationId xmlns:a16="http://schemas.microsoft.com/office/drawing/2014/main" id="{943F3A33-8744-69D5-D366-9961458BF26D}"/>
                </a:ext>
              </a:extLst>
            </p:cNvPr>
            <p:cNvSpPr>
              <a:spLocks/>
            </p:cNvSpPr>
            <p:nvPr/>
          </p:nvSpPr>
          <p:spPr bwMode="auto">
            <a:xfrm>
              <a:off x="3318" y="2221"/>
              <a:ext cx="18" cy="9"/>
            </a:xfrm>
            <a:custGeom>
              <a:avLst/>
              <a:gdLst>
                <a:gd name="T0" fmla="*/ 0 w 107"/>
                <a:gd name="T1" fmla="*/ 0 h 53"/>
                <a:gd name="T2" fmla="*/ 0 w 107"/>
                <a:gd name="T3" fmla="*/ 0 h 53"/>
                <a:gd name="T4" fmla="*/ 0 w 107"/>
                <a:gd name="T5" fmla="*/ 0 h 53"/>
                <a:gd name="T6" fmla="*/ 0 w 107"/>
                <a:gd name="T7" fmla="*/ 0 h 53"/>
                <a:gd name="T8" fmla="*/ 0 w 107"/>
                <a:gd name="T9" fmla="*/ 0 h 53"/>
                <a:gd name="T10" fmla="*/ 0 w 107"/>
                <a:gd name="T11" fmla="*/ 0 h 53"/>
                <a:gd name="T12" fmla="*/ 0 w 107"/>
                <a:gd name="T13" fmla="*/ 0 h 53"/>
                <a:gd name="T14" fmla="*/ 0 w 107"/>
                <a:gd name="T15" fmla="*/ 0 h 53"/>
                <a:gd name="T16" fmla="*/ 0 w 107"/>
                <a:gd name="T17" fmla="*/ 0 h 53"/>
                <a:gd name="T18" fmla="*/ 0 w 107"/>
                <a:gd name="T19" fmla="*/ 0 h 53"/>
                <a:gd name="T20" fmla="*/ 0 w 107"/>
                <a:gd name="T21" fmla="*/ 0 h 53"/>
                <a:gd name="T22" fmla="*/ 0 w 107"/>
                <a:gd name="T23" fmla="*/ 0 h 53"/>
                <a:gd name="T24" fmla="*/ 0 w 107"/>
                <a:gd name="T25" fmla="*/ 0 h 53"/>
                <a:gd name="T26" fmla="*/ 0 w 107"/>
                <a:gd name="T27" fmla="*/ 0 h 53"/>
                <a:gd name="T28" fmla="*/ 0 w 107"/>
                <a:gd name="T29" fmla="*/ 0 h 53"/>
                <a:gd name="T30" fmla="*/ 0 w 107"/>
                <a:gd name="T31" fmla="*/ 0 h 53"/>
                <a:gd name="T32" fmla="*/ 0 w 107"/>
                <a:gd name="T33" fmla="*/ 0 h 53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w 107"/>
                <a:gd name="T52" fmla="*/ 0 h 53"/>
                <a:gd name="T53" fmla="*/ 107 w 107"/>
                <a:gd name="T54" fmla="*/ 53 h 53"/>
              </a:gdLst>
              <a:ahLst/>
              <a:cxnLst>
                <a:cxn ang="T34">
                  <a:pos x="T0" y="T1"/>
                </a:cxn>
                <a:cxn ang="T35">
                  <a:pos x="T2" y="T3"/>
                </a:cxn>
                <a:cxn ang="T36">
                  <a:pos x="T4" y="T5"/>
                </a:cxn>
                <a:cxn ang="T37">
                  <a:pos x="T6" y="T7"/>
                </a:cxn>
                <a:cxn ang="T38">
                  <a:pos x="T8" y="T9"/>
                </a:cxn>
                <a:cxn ang="T39">
                  <a:pos x="T10" y="T11"/>
                </a:cxn>
                <a:cxn ang="T40">
                  <a:pos x="T12" y="T13"/>
                </a:cxn>
                <a:cxn ang="T41">
                  <a:pos x="T14" y="T15"/>
                </a:cxn>
                <a:cxn ang="T42">
                  <a:pos x="T16" y="T17"/>
                </a:cxn>
                <a:cxn ang="T43">
                  <a:pos x="T18" y="T19"/>
                </a:cxn>
                <a:cxn ang="T44">
                  <a:pos x="T20" y="T21"/>
                </a:cxn>
                <a:cxn ang="T45">
                  <a:pos x="T22" y="T23"/>
                </a:cxn>
                <a:cxn ang="T46">
                  <a:pos x="T24" y="T25"/>
                </a:cxn>
                <a:cxn ang="T47">
                  <a:pos x="T26" y="T27"/>
                </a:cxn>
                <a:cxn ang="T48">
                  <a:pos x="T28" y="T29"/>
                </a:cxn>
                <a:cxn ang="T49">
                  <a:pos x="T30" y="T31"/>
                </a:cxn>
                <a:cxn ang="T50">
                  <a:pos x="T32" y="T33"/>
                </a:cxn>
              </a:cxnLst>
              <a:rect l="T51" t="T52" r="T53" b="T54"/>
              <a:pathLst>
                <a:path w="107" h="53">
                  <a:moveTo>
                    <a:pt x="53" y="0"/>
                  </a:moveTo>
                  <a:lnTo>
                    <a:pt x="107" y="0"/>
                  </a:lnTo>
                  <a:lnTo>
                    <a:pt x="105" y="11"/>
                  </a:lnTo>
                  <a:lnTo>
                    <a:pt x="101" y="23"/>
                  </a:lnTo>
                  <a:lnTo>
                    <a:pt x="94" y="32"/>
                  </a:lnTo>
                  <a:lnTo>
                    <a:pt x="86" y="41"/>
                  </a:lnTo>
                  <a:lnTo>
                    <a:pt x="76" y="47"/>
                  </a:lnTo>
                  <a:lnTo>
                    <a:pt x="65" y="51"/>
                  </a:lnTo>
                  <a:lnTo>
                    <a:pt x="53" y="53"/>
                  </a:lnTo>
                  <a:lnTo>
                    <a:pt x="42" y="51"/>
                  </a:lnTo>
                  <a:lnTo>
                    <a:pt x="30" y="47"/>
                  </a:lnTo>
                  <a:lnTo>
                    <a:pt x="20" y="41"/>
                  </a:lnTo>
                  <a:lnTo>
                    <a:pt x="12" y="32"/>
                  </a:lnTo>
                  <a:lnTo>
                    <a:pt x="6" y="23"/>
                  </a:lnTo>
                  <a:lnTo>
                    <a:pt x="1" y="11"/>
                  </a:lnTo>
                  <a:lnTo>
                    <a:pt x="0" y="0"/>
                  </a:lnTo>
                  <a:lnTo>
                    <a:pt x="53" y="0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52" name="Freeform 4784">
              <a:extLst>
                <a:ext uri="{FF2B5EF4-FFF2-40B4-BE49-F238E27FC236}">
                  <a16:creationId xmlns:a16="http://schemas.microsoft.com/office/drawing/2014/main" id="{63FE9E88-DD41-42AF-0859-0989771CB4EB}"/>
                </a:ext>
              </a:extLst>
            </p:cNvPr>
            <p:cNvSpPr>
              <a:spLocks/>
            </p:cNvSpPr>
            <p:nvPr/>
          </p:nvSpPr>
          <p:spPr bwMode="auto">
            <a:xfrm>
              <a:off x="3318" y="2221"/>
              <a:ext cx="18" cy="9"/>
            </a:xfrm>
            <a:custGeom>
              <a:avLst/>
              <a:gdLst>
                <a:gd name="T0" fmla="*/ 0 w 107"/>
                <a:gd name="T1" fmla="*/ 0 h 53"/>
                <a:gd name="T2" fmla="*/ 0 w 107"/>
                <a:gd name="T3" fmla="*/ 0 h 53"/>
                <a:gd name="T4" fmla="*/ 0 w 107"/>
                <a:gd name="T5" fmla="*/ 0 h 53"/>
                <a:gd name="T6" fmla="*/ 0 w 107"/>
                <a:gd name="T7" fmla="*/ 0 h 53"/>
                <a:gd name="T8" fmla="*/ 0 w 107"/>
                <a:gd name="T9" fmla="*/ 0 h 53"/>
                <a:gd name="T10" fmla="*/ 0 w 107"/>
                <a:gd name="T11" fmla="*/ 0 h 53"/>
                <a:gd name="T12" fmla="*/ 0 w 107"/>
                <a:gd name="T13" fmla="*/ 0 h 53"/>
                <a:gd name="T14" fmla="*/ 0 w 107"/>
                <a:gd name="T15" fmla="*/ 0 h 53"/>
                <a:gd name="T16" fmla="*/ 0 w 107"/>
                <a:gd name="T17" fmla="*/ 0 h 53"/>
                <a:gd name="T18" fmla="*/ 0 w 107"/>
                <a:gd name="T19" fmla="*/ 0 h 53"/>
                <a:gd name="T20" fmla="*/ 0 w 107"/>
                <a:gd name="T21" fmla="*/ 0 h 53"/>
                <a:gd name="T22" fmla="*/ 0 w 107"/>
                <a:gd name="T23" fmla="*/ 0 h 53"/>
                <a:gd name="T24" fmla="*/ 0 w 107"/>
                <a:gd name="T25" fmla="*/ 0 h 53"/>
                <a:gd name="T26" fmla="*/ 0 w 107"/>
                <a:gd name="T27" fmla="*/ 0 h 53"/>
                <a:gd name="T28" fmla="*/ 0 w 107"/>
                <a:gd name="T29" fmla="*/ 0 h 53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w 107"/>
                <a:gd name="T46" fmla="*/ 0 h 53"/>
                <a:gd name="T47" fmla="*/ 107 w 107"/>
                <a:gd name="T48" fmla="*/ 53 h 53"/>
              </a:gdLst>
              <a:ahLst/>
              <a:cxnLst>
                <a:cxn ang="T30">
                  <a:pos x="T0" y="T1"/>
                </a:cxn>
                <a:cxn ang="T31">
                  <a:pos x="T2" y="T3"/>
                </a:cxn>
                <a:cxn ang="T32">
                  <a:pos x="T4" y="T5"/>
                </a:cxn>
                <a:cxn ang="T33">
                  <a:pos x="T6" y="T7"/>
                </a:cxn>
                <a:cxn ang="T34">
                  <a:pos x="T8" y="T9"/>
                </a:cxn>
                <a:cxn ang="T35">
                  <a:pos x="T10" y="T11"/>
                </a:cxn>
                <a:cxn ang="T36">
                  <a:pos x="T12" y="T13"/>
                </a:cxn>
                <a:cxn ang="T37">
                  <a:pos x="T14" y="T15"/>
                </a:cxn>
                <a:cxn ang="T38">
                  <a:pos x="T16" y="T17"/>
                </a:cxn>
                <a:cxn ang="T39">
                  <a:pos x="T18" y="T19"/>
                </a:cxn>
                <a:cxn ang="T40">
                  <a:pos x="T20" y="T21"/>
                </a:cxn>
                <a:cxn ang="T41">
                  <a:pos x="T22" y="T23"/>
                </a:cxn>
                <a:cxn ang="T42">
                  <a:pos x="T24" y="T25"/>
                </a:cxn>
                <a:cxn ang="T43">
                  <a:pos x="T26" y="T27"/>
                </a:cxn>
                <a:cxn ang="T44">
                  <a:pos x="T28" y="T29"/>
                </a:cxn>
              </a:cxnLst>
              <a:rect l="T45" t="T46" r="T47" b="T48"/>
              <a:pathLst>
                <a:path w="107" h="53">
                  <a:moveTo>
                    <a:pt x="107" y="0"/>
                  </a:moveTo>
                  <a:lnTo>
                    <a:pt x="105" y="11"/>
                  </a:lnTo>
                  <a:lnTo>
                    <a:pt x="101" y="23"/>
                  </a:lnTo>
                  <a:lnTo>
                    <a:pt x="94" y="32"/>
                  </a:lnTo>
                  <a:lnTo>
                    <a:pt x="86" y="41"/>
                  </a:lnTo>
                  <a:lnTo>
                    <a:pt x="76" y="47"/>
                  </a:lnTo>
                  <a:lnTo>
                    <a:pt x="65" y="51"/>
                  </a:lnTo>
                  <a:lnTo>
                    <a:pt x="53" y="53"/>
                  </a:lnTo>
                  <a:lnTo>
                    <a:pt x="42" y="51"/>
                  </a:lnTo>
                  <a:lnTo>
                    <a:pt x="30" y="47"/>
                  </a:lnTo>
                  <a:lnTo>
                    <a:pt x="20" y="41"/>
                  </a:lnTo>
                  <a:lnTo>
                    <a:pt x="12" y="32"/>
                  </a:lnTo>
                  <a:lnTo>
                    <a:pt x="6" y="23"/>
                  </a:lnTo>
                  <a:lnTo>
                    <a:pt x="1" y="11"/>
                  </a:lnTo>
                  <a:lnTo>
                    <a:pt x="0" y="0"/>
                  </a:lnTo>
                </a:path>
              </a:pathLst>
            </a:custGeom>
            <a:noFill/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53" name="Freeform 4785">
              <a:extLst>
                <a:ext uri="{FF2B5EF4-FFF2-40B4-BE49-F238E27FC236}">
                  <a16:creationId xmlns:a16="http://schemas.microsoft.com/office/drawing/2014/main" id="{37E40107-DF71-EC83-F2E3-CCE226CEAFBF}"/>
                </a:ext>
              </a:extLst>
            </p:cNvPr>
            <p:cNvSpPr>
              <a:spLocks/>
            </p:cNvSpPr>
            <p:nvPr/>
          </p:nvSpPr>
          <p:spPr bwMode="auto">
            <a:xfrm>
              <a:off x="3318" y="1955"/>
              <a:ext cx="18" cy="266"/>
            </a:xfrm>
            <a:custGeom>
              <a:avLst/>
              <a:gdLst>
                <a:gd name="T0" fmla="*/ 0 w 107"/>
                <a:gd name="T1" fmla="*/ 0 h 1595"/>
                <a:gd name="T2" fmla="*/ 0 w 107"/>
                <a:gd name="T3" fmla="*/ 0 h 1595"/>
                <a:gd name="T4" fmla="*/ 0 w 107"/>
                <a:gd name="T5" fmla="*/ 0 h 1595"/>
                <a:gd name="T6" fmla="*/ 0 w 107"/>
                <a:gd name="T7" fmla="*/ 0 h 1595"/>
                <a:gd name="T8" fmla="*/ 0 w 107"/>
                <a:gd name="T9" fmla="*/ 0 h 1595"/>
                <a:gd name="T10" fmla="*/ 0 w 107"/>
                <a:gd name="T11" fmla="*/ 0 h 1595"/>
                <a:gd name="T12" fmla="*/ 0 w 107"/>
                <a:gd name="T13" fmla="*/ 0 h 1595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107"/>
                <a:gd name="T22" fmla="*/ 0 h 1595"/>
                <a:gd name="T23" fmla="*/ 107 w 107"/>
                <a:gd name="T24" fmla="*/ 1595 h 1595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107" h="1595">
                  <a:moveTo>
                    <a:pt x="0" y="1595"/>
                  </a:moveTo>
                  <a:lnTo>
                    <a:pt x="53" y="1595"/>
                  </a:lnTo>
                  <a:lnTo>
                    <a:pt x="107" y="1595"/>
                  </a:lnTo>
                  <a:lnTo>
                    <a:pt x="107" y="0"/>
                  </a:lnTo>
                  <a:lnTo>
                    <a:pt x="53" y="0"/>
                  </a:lnTo>
                  <a:lnTo>
                    <a:pt x="0" y="0"/>
                  </a:lnTo>
                  <a:lnTo>
                    <a:pt x="0" y="1595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54" name="Freeform 4786">
              <a:extLst>
                <a:ext uri="{FF2B5EF4-FFF2-40B4-BE49-F238E27FC236}">
                  <a16:creationId xmlns:a16="http://schemas.microsoft.com/office/drawing/2014/main" id="{0943C108-848C-DFE7-3800-57A5BAA3AB52}"/>
                </a:ext>
              </a:extLst>
            </p:cNvPr>
            <p:cNvSpPr>
              <a:spLocks/>
            </p:cNvSpPr>
            <p:nvPr/>
          </p:nvSpPr>
          <p:spPr bwMode="auto">
            <a:xfrm>
              <a:off x="3318" y="1955"/>
              <a:ext cx="18" cy="266"/>
            </a:xfrm>
            <a:custGeom>
              <a:avLst/>
              <a:gdLst>
                <a:gd name="T0" fmla="*/ 0 w 107"/>
                <a:gd name="T1" fmla="*/ 0 h 1595"/>
                <a:gd name="T2" fmla="*/ 0 w 107"/>
                <a:gd name="T3" fmla="*/ 0 h 1595"/>
                <a:gd name="T4" fmla="*/ 0 w 107"/>
                <a:gd name="T5" fmla="*/ 0 h 1595"/>
                <a:gd name="T6" fmla="*/ 0 w 107"/>
                <a:gd name="T7" fmla="*/ 0 h 1595"/>
                <a:gd name="T8" fmla="*/ 0 w 107"/>
                <a:gd name="T9" fmla="*/ 0 h 1595"/>
                <a:gd name="T10" fmla="*/ 0 w 107"/>
                <a:gd name="T11" fmla="*/ 0 h 1595"/>
                <a:gd name="T12" fmla="*/ 0 w 107"/>
                <a:gd name="T13" fmla="*/ 0 h 1595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107"/>
                <a:gd name="T22" fmla="*/ 0 h 1595"/>
                <a:gd name="T23" fmla="*/ 107 w 107"/>
                <a:gd name="T24" fmla="*/ 1595 h 1595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107" h="1595">
                  <a:moveTo>
                    <a:pt x="0" y="1595"/>
                  </a:moveTo>
                  <a:lnTo>
                    <a:pt x="53" y="1595"/>
                  </a:lnTo>
                  <a:lnTo>
                    <a:pt x="107" y="1595"/>
                  </a:lnTo>
                  <a:lnTo>
                    <a:pt x="107" y="0"/>
                  </a:lnTo>
                  <a:lnTo>
                    <a:pt x="53" y="0"/>
                  </a:lnTo>
                  <a:lnTo>
                    <a:pt x="0" y="0"/>
                  </a:lnTo>
                  <a:lnTo>
                    <a:pt x="0" y="1595"/>
                  </a:lnTo>
                  <a:close/>
                </a:path>
              </a:pathLst>
            </a:custGeom>
            <a:noFill/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55" name="Freeform 4787">
              <a:extLst>
                <a:ext uri="{FF2B5EF4-FFF2-40B4-BE49-F238E27FC236}">
                  <a16:creationId xmlns:a16="http://schemas.microsoft.com/office/drawing/2014/main" id="{6FBD9D26-F79A-1B1C-679C-1AE5550A0378}"/>
                </a:ext>
              </a:extLst>
            </p:cNvPr>
            <p:cNvSpPr>
              <a:spLocks/>
            </p:cNvSpPr>
            <p:nvPr/>
          </p:nvSpPr>
          <p:spPr bwMode="auto">
            <a:xfrm>
              <a:off x="3318" y="1946"/>
              <a:ext cx="18" cy="9"/>
            </a:xfrm>
            <a:custGeom>
              <a:avLst/>
              <a:gdLst>
                <a:gd name="T0" fmla="*/ 0 w 107"/>
                <a:gd name="T1" fmla="*/ 0 h 54"/>
                <a:gd name="T2" fmla="*/ 0 w 107"/>
                <a:gd name="T3" fmla="*/ 0 h 54"/>
                <a:gd name="T4" fmla="*/ 0 w 107"/>
                <a:gd name="T5" fmla="*/ 0 h 54"/>
                <a:gd name="T6" fmla="*/ 0 w 107"/>
                <a:gd name="T7" fmla="*/ 0 h 54"/>
                <a:gd name="T8" fmla="*/ 0 w 107"/>
                <a:gd name="T9" fmla="*/ 0 h 54"/>
                <a:gd name="T10" fmla="*/ 0 w 107"/>
                <a:gd name="T11" fmla="*/ 0 h 54"/>
                <a:gd name="T12" fmla="*/ 0 w 107"/>
                <a:gd name="T13" fmla="*/ 0 h 54"/>
                <a:gd name="T14" fmla="*/ 0 w 107"/>
                <a:gd name="T15" fmla="*/ 0 h 54"/>
                <a:gd name="T16" fmla="*/ 0 w 107"/>
                <a:gd name="T17" fmla="*/ 0 h 54"/>
                <a:gd name="T18" fmla="*/ 0 w 107"/>
                <a:gd name="T19" fmla="*/ 0 h 54"/>
                <a:gd name="T20" fmla="*/ 0 w 107"/>
                <a:gd name="T21" fmla="*/ 0 h 54"/>
                <a:gd name="T22" fmla="*/ 0 w 107"/>
                <a:gd name="T23" fmla="*/ 0 h 54"/>
                <a:gd name="T24" fmla="*/ 0 w 107"/>
                <a:gd name="T25" fmla="*/ 0 h 54"/>
                <a:gd name="T26" fmla="*/ 0 w 107"/>
                <a:gd name="T27" fmla="*/ 0 h 54"/>
                <a:gd name="T28" fmla="*/ 0 w 107"/>
                <a:gd name="T29" fmla="*/ 0 h 54"/>
                <a:gd name="T30" fmla="*/ 0 w 107"/>
                <a:gd name="T31" fmla="*/ 0 h 54"/>
                <a:gd name="T32" fmla="*/ 0 w 107"/>
                <a:gd name="T33" fmla="*/ 0 h 54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w 107"/>
                <a:gd name="T52" fmla="*/ 0 h 54"/>
                <a:gd name="T53" fmla="*/ 107 w 107"/>
                <a:gd name="T54" fmla="*/ 54 h 54"/>
              </a:gdLst>
              <a:ahLst/>
              <a:cxnLst>
                <a:cxn ang="T34">
                  <a:pos x="T0" y="T1"/>
                </a:cxn>
                <a:cxn ang="T35">
                  <a:pos x="T2" y="T3"/>
                </a:cxn>
                <a:cxn ang="T36">
                  <a:pos x="T4" y="T5"/>
                </a:cxn>
                <a:cxn ang="T37">
                  <a:pos x="T6" y="T7"/>
                </a:cxn>
                <a:cxn ang="T38">
                  <a:pos x="T8" y="T9"/>
                </a:cxn>
                <a:cxn ang="T39">
                  <a:pos x="T10" y="T11"/>
                </a:cxn>
                <a:cxn ang="T40">
                  <a:pos x="T12" y="T13"/>
                </a:cxn>
                <a:cxn ang="T41">
                  <a:pos x="T14" y="T15"/>
                </a:cxn>
                <a:cxn ang="T42">
                  <a:pos x="T16" y="T17"/>
                </a:cxn>
                <a:cxn ang="T43">
                  <a:pos x="T18" y="T19"/>
                </a:cxn>
                <a:cxn ang="T44">
                  <a:pos x="T20" y="T21"/>
                </a:cxn>
                <a:cxn ang="T45">
                  <a:pos x="T22" y="T23"/>
                </a:cxn>
                <a:cxn ang="T46">
                  <a:pos x="T24" y="T25"/>
                </a:cxn>
                <a:cxn ang="T47">
                  <a:pos x="T26" y="T27"/>
                </a:cxn>
                <a:cxn ang="T48">
                  <a:pos x="T28" y="T29"/>
                </a:cxn>
                <a:cxn ang="T49">
                  <a:pos x="T30" y="T31"/>
                </a:cxn>
                <a:cxn ang="T50">
                  <a:pos x="T32" y="T33"/>
                </a:cxn>
              </a:cxnLst>
              <a:rect l="T51" t="T52" r="T53" b="T54"/>
              <a:pathLst>
                <a:path w="107" h="54">
                  <a:moveTo>
                    <a:pt x="53" y="54"/>
                  </a:moveTo>
                  <a:lnTo>
                    <a:pt x="0" y="54"/>
                  </a:lnTo>
                  <a:lnTo>
                    <a:pt x="1" y="42"/>
                  </a:lnTo>
                  <a:lnTo>
                    <a:pt x="6" y="31"/>
                  </a:lnTo>
                  <a:lnTo>
                    <a:pt x="12" y="21"/>
                  </a:lnTo>
                  <a:lnTo>
                    <a:pt x="20" y="13"/>
                  </a:lnTo>
                  <a:lnTo>
                    <a:pt x="30" y="6"/>
                  </a:lnTo>
                  <a:lnTo>
                    <a:pt x="42" y="2"/>
                  </a:lnTo>
                  <a:lnTo>
                    <a:pt x="53" y="0"/>
                  </a:lnTo>
                  <a:lnTo>
                    <a:pt x="65" y="2"/>
                  </a:lnTo>
                  <a:lnTo>
                    <a:pt x="76" y="6"/>
                  </a:lnTo>
                  <a:lnTo>
                    <a:pt x="86" y="13"/>
                  </a:lnTo>
                  <a:lnTo>
                    <a:pt x="94" y="21"/>
                  </a:lnTo>
                  <a:lnTo>
                    <a:pt x="101" y="31"/>
                  </a:lnTo>
                  <a:lnTo>
                    <a:pt x="105" y="42"/>
                  </a:lnTo>
                  <a:lnTo>
                    <a:pt x="107" y="54"/>
                  </a:lnTo>
                  <a:lnTo>
                    <a:pt x="53" y="54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56" name="Freeform 4788">
              <a:extLst>
                <a:ext uri="{FF2B5EF4-FFF2-40B4-BE49-F238E27FC236}">
                  <a16:creationId xmlns:a16="http://schemas.microsoft.com/office/drawing/2014/main" id="{D3B1E40C-5B3F-4F42-943D-0911330A8A8B}"/>
                </a:ext>
              </a:extLst>
            </p:cNvPr>
            <p:cNvSpPr>
              <a:spLocks/>
            </p:cNvSpPr>
            <p:nvPr/>
          </p:nvSpPr>
          <p:spPr bwMode="auto">
            <a:xfrm>
              <a:off x="3318" y="1946"/>
              <a:ext cx="18" cy="9"/>
            </a:xfrm>
            <a:custGeom>
              <a:avLst/>
              <a:gdLst>
                <a:gd name="T0" fmla="*/ 0 w 107"/>
                <a:gd name="T1" fmla="*/ 0 h 54"/>
                <a:gd name="T2" fmla="*/ 0 w 107"/>
                <a:gd name="T3" fmla="*/ 0 h 54"/>
                <a:gd name="T4" fmla="*/ 0 w 107"/>
                <a:gd name="T5" fmla="*/ 0 h 54"/>
                <a:gd name="T6" fmla="*/ 0 w 107"/>
                <a:gd name="T7" fmla="*/ 0 h 54"/>
                <a:gd name="T8" fmla="*/ 0 w 107"/>
                <a:gd name="T9" fmla="*/ 0 h 54"/>
                <a:gd name="T10" fmla="*/ 0 w 107"/>
                <a:gd name="T11" fmla="*/ 0 h 54"/>
                <a:gd name="T12" fmla="*/ 0 w 107"/>
                <a:gd name="T13" fmla="*/ 0 h 54"/>
                <a:gd name="T14" fmla="*/ 0 w 107"/>
                <a:gd name="T15" fmla="*/ 0 h 54"/>
                <a:gd name="T16" fmla="*/ 0 w 107"/>
                <a:gd name="T17" fmla="*/ 0 h 54"/>
                <a:gd name="T18" fmla="*/ 0 w 107"/>
                <a:gd name="T19" fmla="*/ 0 h 54"/>
                <a:gd name="T20" fmla="*/ 0 w 107"/>
                <a:gd name="T21" fmla="*/ 0 h 54"/>
                <a:gd name="T22" fmla="*/ 0 w 107"/>
                <a:gd name="T23" fmla="*/ 0 h 54"/>
                <a:gd name="T24" fmla="*/ 0 w 107"/>
                <a:gd name="T25" fmla="*/ 0 h 54"/>
                <a:gd name="T26" fmla="*/ 0 w 107"/>
                <a:gd name="T27" fmla="*/ 0 h 54"/>
                <a:gd name="T28" fmla="*/ 0 w 107"/>
                <a:gd name="T29" fmla="*/ 0 h 54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w 107"/>
                <a:gd name="T46" fmla="*/ 0 h 54"/>
                <a:gd name="T47" fmla="*/ 107 w 107"/>
                <a:gd name="T48" fmla="*/ 54 h 54"/>
              </a:gdLst>
              <a:ahLst/>
              <a:cxnLst>
                <a:cxn ang="T30">
                  <a:pos x="T0" y="T1"/>
                </a:cxn>
                <a:cxn ang="T31">
                  <a:pos x="T2" y="T3"/>
                </a:cxn>
                <a:cxn ang="T32">
                  <a:pos x="T4" y="T5"/>
                </a:cxn>
                <a:cxn ang="T33">
                  <a:pos x="T6" y="T7"/>
                </a:cxn>
                <a:cxn ang="T34">
                  <a:pos x="T8" y="T9"/>
                </a:cxn>
                <a:cxn ang="T35">
                  <a:pos x="T10" y="T11"/>
                </a:cxn>
                <a:cxn ang="T36">
                  <a:pos x="T12" y="T13"/>
                </a:cxn>
                <a:cxn ang="T37">
                  <a:pos x="T14" y="T15"/>
                </a:cxn>
                <a:cxn ang="T38">
                  <a:pos x="T16" y="T17"/>
                </a:cxn>
                <a:cxn ang="T39">
                  <a:pos x="T18" y="T19"/>
                </a:cxn>
                <a:cxn ang="T40">
                  <a:pos x="T20" y="T21"/>
                </a:cxn>
                <a:cxn ang="T41">
                  <a:pos x="T22" y="T23"/>
                </a:cxn>
                <a:cxn ang="T42">
                  <a:pos x="T24" y="T25"/>
                </a:cxn>
                <a:cxn ang="T43">
                  <a:pos x="T26" y="T27"/>
                </a:cxn>
                <a:cxn ang="T44">
                  <a:pos x="T28" y="T29"/>
                </a:cxn>
              </a:cxnLst>
              <a:rect l="T45" t="T46" r="T47" b="T48"/>
              <a:pathLst>
                <a:path w="107" h="54">
                  <a:moveTo>
                    <a:pt x="0" y="54"/>
                  </a:moveTo>
                  <a:lnTo>
                    <a:pt x="1" y="42"/>
                  </a:lnTo>
                  <a:lnTo>
                    <a:pt x="6" y="31"/>
                  </a:lnTo>
                  <a:lnTo>
                    <a:pt x="12" y="21"/>
                  </a:lnTo>
                  <a:lnTo>
                    <a:pt x="20" y="13"/>
                  </a:lnTo>
                  <a:lnTo>
                    <a:pt x="30" y="6"/>
                  </a:lnTo>
                  <a:lnTo>
                    <a:pt x="42" y="2"/>
                  </a:lnTo>
                  <a:lnTo>
                    <a:pt x="53" y="0"/>
                  </a:lnTo>
                  <a:lnTo>
                    <a:pt x="65" y="2"/>
                  </a:lnTo>
                  <a:lnTo>
                    <a:pt x="76" y="6"/>
                  </a:lnTo>
                  <a:lnTo>
                    <a:pt x="86" y="13"/>
                  </a:lnTo>
                  <a:lnTo>
                    <a:pt x="94" y="21"/>
                  </a:lnTo>
                  <a:lnTo>
                    <a:pt x="101" y="31"/>
                  </a:lnTo>
                  <a:lnTo>
                    <a:pt x="105" y="42"/>
                  </a:lnTo>
                  <a:lnTo>
                    <a:pt x="107" y="54"/>
                  </a:lnTo>
                </a:path>
              </a:pathLst>
            </a:custGeom>
            <a:noFill/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57" name="Line 4789">
              <a:extLst>
                <a:ext uri="{FF2B5EF4-FFF2-40B4-BE49-F238E27FC236}">
                  <a16:creationId xmlns:a16="http://schemas.microsoft.com/office/drawing/2014/main" id="{F157030C-3F43-EDCF-6FA0-EFE75B70E5A5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503" y="2337"/>
              <a:ext cx="1" cy="61"/>
            </a:xfrm>
            <a:prstGeom prst="line">
              <a:avLst/>
            </a:prstGeom>
            <a:noFill/>
            <a:ln w="0">
              <a:solidFill>
                <a:srgbClr val="0000FF"/>
              </a:solidFill>
              <a:round/>
              <a:headEnd/>
              <a:tailEnd/>
            </a:ln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58" name="Line 4790">
              <a:extLst>
                <a:ext uri="{FF2B5EF4-FFF2-40B4-BE49-F238E27FC236}">
                  <a16:creationId xmlns:a16="http://schemas.microsoft.com/office/drawing/2014/main" id="{297CD5AE-9AFE-17E0-C35E-65774338AF40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503" y="2258"/>
              <a:ext cx="1" cy="52"/>
            </a:xfrm>
            <a:prstGeom prst="line">
              <a:avLst/>
            </a:prstGeom>
            <a:noFill/>
            <a:ln w="0">
              <a:solidFill>
                <a:srgbClr val="0000FF"/>
              </a:solidFill>
              <a:round/>
              <a:headEnd/>
              <a:tailEnd/>
            </a:ln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59" name="Line 4791">
              <a:extLst>
                <a:ext uri="{FF2B5EF4-FFF2-40B4-BE49-F238E27FC236}">
                  <a16:creationId xmlns:a16="http://schemas.microsoft.com/office/drawing/2014/main" id="{2CFF7624-3CDE-EC1A-3808-9222AE376A53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503" y="2180"/>
              <a:ext cx="1" cy="52"/>
            </a:xfrm>
            <a:prstGeom prst="line">
              <a:avLst/>
            </a:prstGeom>
            <a:noFill/>
            <a:ln w="0">
              <a:solidFill>
                <a:srgbClr val="0000FF"/>
              </a:solidFill>
              <a:round/>
              <a:headEnd/>
              <a:tailEnd/>
            </a:ln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60" name="Line 4792">
              <a:extLst>
                <a:ext uri="{FF2B5EF4-FFF2-40B4-BE49-F238E27FC236}">
                  <a16:creationId xmlns:a16="http://schemas.microsoft.com/office/drawing/2014/main" id="{56942001-1621-E2A9-5478-230A38A0E05B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503" y="2102"/>
              <a:ext cx="1" cy="52"/>
            </a:xfrm>
            <a:prstGeom prst="line">
              <a:avLst/>
            </a:prstGeom>
            <a:noFill/>
            <a:ln w="0">
              <a:solidFill>
                <a:srgbClr val="0000FF"/>
              </a:solidFill>
              <a:round/>
              <a:headEnd/>
              <a:tailEnd/>
            </a:ln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61" name="Line 4793">
              <a:extLst>
                <a:ext uri="{FF2B5EF4-FFF2-40B4-BE49-F238E27FC236}">
                  <a16:creationId xmlns:a16="http://schemas.microsoft.com/office/drawing/2014/main" id="{A877C1B1-125B-79B0-81A1-1B8279C6A0B1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503" y="2024"/>
              <a:ext cx="1" cy="52"/>
            </a:xfrm>
            <a:prstGeom prst="line">
              <a:avLst/>
            </a:prstGeom>
            <a:noFill/>
            <a:ln w="0">
              <a:solidFill>
                <a:srgbClr val="0000FF"/>
              </a:solidFill>
              <a:round/>
              <a:headEnd/>
              <a:tailEnd/>
            </a:ln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62" name="Line 4794">
              <a:extLst>
                <a:ext uri="{FF2B5EF4-FFF2-40B4-BE49-F238E27FC236}">
                  <a16:creationId xmlns:a16="http://schemas.microsoft.com/office/drawing/2014/main" id="{963496AF-27F4-A7F1-3670-0901739AC21A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503" y="1946"/>
              <a:ext cx="1" cy="52"/>
            </a:xfrm>
            <a:prstGeom prst="line">
              <a:avLst/>
            </a:prstGeom>
            <a:noFill/>
            <a:ln w="0">
              <a:solidFill>
                <a:srgbClr val="0000FF"/>
              </a:solidFill>
              <a:round/>
              <a:headEnd/>
              <a:tailEnd/>
            </a:ln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63" name="Line 4795">
              <a:extLst>
                <a:ext uri="{FF2B5EF4-FFF2-40B4-BE49-F238E27FC236}">
                  <a16:creationId xmlns:a16="http://schemas.microsoft.com/office/drawing/2014/main" id="{1FEAC8E4-5408-36E4-A5F8-C4A6958A0926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503" y="1858"/>
              <a:ext cx="1" cy="62"/>
            </a:xfrm>
            <a:prstGeom prst="line">
              <a:avLst/>
            </a:prstGeom>
            <a:noFill/>
            <a:ln w="0">
              <a:solidFill>
                <a:srgbClr val="0000FF"/>
              </a:solidFill>
              <a:round/>
              <a:headEnd/>
              <a:tailEnd/>
            </a:ln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64" name="Line 4796">
              <a:extLst>
                <a:ext uri="{FF2B5EF4-FFF2-40B4-BE49-F238E27FC236}">
                  <a16:creationId xmlns:a16="http://schemas.microsoft.com/office/drawing/2014/main" id="{0D7DDB6E-D6D7-223F-8575-EF5B1A72686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828" y="1832"/>
              <a:ext cx="1" cy="305"/>
            </a:xfrm>
            <a:prstGeom prst="line">
              <a:avLst/>
            </a:prstGeom>
            <a:noFill/>
            <a:ln w="0">
              <a:solidFill>
                <a:srgbClr val="0000FF"/>
              </a:solidFill>
              <a:round/>
              <a:headEnd/>
              <a:tailEnd/>
            </a:ln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65" name="Line 4797">
              <a:extLst>
                <a:ext uri="{FF2B5EF4-FFF2-40B4-BE49-F238E27FC236}">
                  <a16:creationId xmlns:a16="http://schemas.microsoft.com/office/drawing/2014/main" id="{16EAB989-2FDE-372F-7FE1-CCED3967C8F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675" y="1984"/>
              <a:ext cx="306" cy="1"/>
            </a:xfrm>
            <a:prstGeom prst="line">
              <a:avLst/>
            </a:prstGeom>
            <a:noFill/>
            <a:ln w="0">
              <a:solidFill>
                <a:srgbClr val="0000FF"/>
              </a:solidFill>
              <a:round/>
              <a:headEnd/>
              <a:tailEnd/>
            </a:ln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66" name="Freeform 4798">
              <a:extLst>
                <a:ext uri="{FF2B5EF4-FFF2-40B4-BE49-F238E27FC236}">
                  <a16:creationId xmlns:a16="http://schemas.microsoft.com/office/drawing/2014/main" id="{3086B59E-A6C5-A803-682E-8B07175FF09E}"/>
                </a:ext>
              </a:extLst>
            </p:cNvPr>
            <p:cNvSpPr>
              <a:spLocks/>
            </p:cNvSpPr>
            <p:nvPr/>
          </p:nvSpPr>
          <p:spPr bwMode="auto">
            <a:xfrm>
              <a:off x="4291" y="2398"/>
              <a:ext cx="18" cy="9"/>
            </a:xfrm>
            <a:custGeom>
              <a:avLst/>
              <a:gdLst>
                <a:gd name="T0" fmla="*/ 0 w 107"/>
                <a:gd name="T1" fmla="*/ 0 h 53"/>
                <a:gd name="T2" fmla="*/ 0 w 107"/>
                <a:gd name="T3" fmla="*/ 0 h 53"/>
                <a:gd name="T4" fmla="*/ 0 w 107"/>
                <a:gd name="T5" fmla="*/ 0 h 53"/>
                <a:gd name="T6" fmla="*/ 0 w 107"/>
                <a:gd name="T7" fmla="*/ 0 h 53"/>
                <a:gd name="T8" fmla="*/ 0 w 107"/>
                <a:gd name="T9" fmla="*/ 0 h 53"/>
                <a:gd name="T10" fmla="*/ 0 w 107"/>
                <a:gd name="T11" fmla="*/ 0 h 53"/>
                <a:gd name="T12" fmla="*/ 0 w 107"/>
                <a:gd name="T13" fmla="*/ 0 h 53"/>
                <a:gd name="T14" fmla="*/ 0 w 107"/>
                <a:gd name="T15" fmla="*/ 0 h 53"/>
                <a:gd name="T16" fmla="*/ 0 w 107"/>
                <a:gd name="T17" fmla="*/ 0 h 53"/>
                <a:gd name="T18" fmla="*/ 0 w 107"/>
                <a:gd name="T19" fmla="*/ 0 h 53"/>
                <a:gd name="T20" fmla="*/ 0 w 107"/>
                <a:gd name="T21" fmla="*/ 0 h 53"/>
                <a:gd name="T22" fmla="*/ 0 w 107"/>
                <a:gd name="T23" fmla="*/ 0 h 53"/>
                <a:gd name="T24" fmla="*/ 0 w 107"/>
                <a:gd name="T25" fmla="*/ 0 h 53"/>
                <a:gd name="T26" fmla="*/ 0 w 107"/>
                <a:gd name="T27" fmla="*/ 0 h 53"/>
                <a:gd name="T28" fmla="*/ 0 w 107"/>
                <a:gd name="T29" fmla="*/ 0 h 53"/>
                <a:gd name="T30" fmla="*/ 0 w 107"/>
                <a:gd name="T31" fmla="*/ 0 h 53"/>
                <a:gd name="T32" fmla="*/ 0 w 107"/>
                <a:gd name="T33" fmla="*/ 0 h 53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w 107"/>
                <a:gd name="T52" fmla="*/ 0 h 53"/>
                <a:gd name="T53" fmla="*/ 107 w 107"/>
                <a:gd name="T54" fmla="*/ 53 h 53"/>
              </a:gdLst>
              <a:ahLst/>
              <a:cxnLst>
                <a:cxn ang="T34">
                  <a:pos x="T0" y="T1"/>
                </a:cxn>
                <a:cxn ang="T35">
                  <a:pos x="T2" y="T3"/>
                </a:cxn>
                <a:cxn ang="T36">
                  <a:pos x="T4" y="T5"/>
                </a:cxn>
                <a:cxn ang="T37">
                  <a:pos x="T6" y="T7"/>
                </a:cxn>
                <a:cxn ang="T38">
                  <a:pos x="T8" y="T9"/>
                </a:cxn>
                <a:cxn ang="T39">
                  <a:pos x="T10" y="T11"/>
                </a:cxn>
                <a:cxn ang="T40">
                  <a:pos x="T12" y="T13"/>
                </a:cxn>
                <a:cxn ang="T41">
                  <a:pos x="T14" y="T15"/>
                </a:cxn>
                <a:cxn ang="T42">
                  <a:pos x="T16" y="T17"/>
                </a:cxn>
                <a:cxn ang="T43">
                  <a:pos x="T18" y="T19"/>
                </a:cxn>
                <a:cxn ang="T44">
                  <a:pos x="T20" y="T21"/>
                </a:cxn>
                <a:cxn ang="T45">
                  <a:pos x="T22" y="T23"/>
                </a:cxn>
                <a:cxn ang="T46">
                  <a:pos x="T24" y="T25"/>
                </a:cxn>
                <a:cxn ang="T47">
                  <a:pos x="T26" y="T27"/>
                </a:cxn>
                <a:cxn ang="T48">
                  <a:pos x="T28" y="T29"/>
                </a:cxn>
                <a:cxn ang="T49">
                  <a:pos x="T30" y="T31"/>
                </a:cxn>
                <a:cxn ang="T50">
                  <a:pos x="T32" y="T33"/>
                </a:cxn>
              </a:cxnLst>
              <a:rect l="T51" t="T52" r="T53" b="T54"/>
              <a:pathLst>
                <a:path w="107" h="53">
                  <a:moveTo>
                    <a:pt x="53" y="0"/>
                  </a:moveTo>
                  <a:lnTo>
                    <a:pt x="107" y="0"/>
                  </a:lnTo>
                  <a:lnTo>
                    <a:pt x="104" y="11"/>
                  </a:lnTo>
                  <a:lnTo>
                    <a:pt x="100" y="23"/>
                  </a:lnTo>
                  <a:lnTo>
                    <a:pt x="94" y="32"/>
                  </a:lnTo>
                  <a:lnTo>
                    <a:pt x="85" y="41"/>
                  </a:lnTo>
                  <a:lnTo>
                    <a:pt x="76" y="47"/>
                  </a:lnTo>
                  <a:lnTo>
                    <a:pt x="64" y="51"/>
                  </a:lnTo>
                  <a:lnTo>
                    <a:pt x="53" y="53"/>
                  </a:lnTo>
                  <a:lnTo>
                    <a:pt x="41" y="51"/>
                  </a:lnTo>
                  <a:lnTo>
                    <a:pt x="29" y="47"/>
                  </a:lnTo>
                  <a:lnTo>
                    <a:pt x="20" y="41"/>
                  </a:lnTo>
                  <a:lnTo>
                    <a:pt x="11" y="32"/>
                  </a:lnTo>
                  <a:lnTo>
                    <a:pt x="5" y="23"/>
                  </a:lnTo>
                  <a:lnTo>
                    <a:pt x="1" y="11"/>
                  </a:lnTo>
                  <a:lnTo>
                    <a:pt x="0" y="0"/>
                  </a:lnTo>
                  <a:lnTo>
                    <a:pt x="53" y="0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67" name="Freeform 4799">
              <a:extLst>
                <a:ext uri="{FF2B5EF4-FFF2-40B4-BE49-F238E27FC236}">
                  <a16:creationId xmlns:a16="http://schemas.microsoft.com/office/drawing/2014/main" id="{44022208-03D0-67CA-FBCB-CD1D49E4168C}"/>
                </a:ext>
              </a:extLst>
            </p:cNvPr>
            <p:cNvSpPr>
              <a:spLocks/>
            </p:cNvSpPr>
            <p:nvPr/>
          </p:nvSpPr>
          <p:spPr bwMode="auto">
            <a:xfrm>
              <a:off x="4291" y="2398"/>
              <a:ext cx="18" cy="9"/>
            </a:xfrm>
            <a:custGeom>
              <a:avLst/>
              <a:gdLst>
                <a:gd name="T0" fmla="*/ 0 w 107"/>
                <a:gd name="T1" fmla="*/ 0 h 53"/>
                <a:gd name="T2" fmla="*/ 0 w 107"/>
                <a:gd name="T3" fmla="*/ 0 h 53"/>
                <a:gd name="T4" fmla="*/ 0 w 107"/>
                <a:gd name="T5" fmla="*/ 0 h 53"/>
                <a:gd name="T6" fmla="*/ 0 w 107"/>
                <a:gd name="T7" fmla="*/ 0 h 53"/>
                <a:gd name="T8" fmla="*/ 0 w 107"/>
                <a:gd name="T9" fmla="*/ 0 h 53"/>
                <a:gd name="T10" fmla="*/ 0 w 107"/>
                <a:gd name="T11" fmla="*/ 0 h 53"/>
                <a:gd name="T12" fmla="*/ 0 w 107"/>
                <a:gd name="T13" fmla="*/ 0 h 53"/>
                <a:gd name="T14" fmla="*/ 0 w 107"/>
                <a:gd name="T15" fmla="*/ 0 h 53"/>
                <a:gd name="T16" fmla="*/ 0 w 107"/>
                <a:gd name="T17" fmla="*/ 0 h 53"/>
                <a:gd name="T18" fmla="*/ 0 w 107"/>
                <a:gd name="T19" fmla="*/ 0 h 53"/>
                <a:gd name="T20" fmla="*/ 0 w 107"/>
                <a:gd name="T21" fmla="*/ 0 h 53"/>
                <a:gd name="T22" fmla="*/ 0 w 107"/>
                <a:gd name="T23" fmla="*/ 0 h 53"/>
                <a:gd name="T24" fmla="*/ 0 w 107"/>
                <a:gd name="T25" fmla="*/ 0 h 53"/>
                <a:gd name="T26" fmla="*/ 0 w 107"/>
                <a:gd name="T27" fmla="*/ 0 h 53"/>
                <a:gd name="T28" fmla="*/ 0 w 107"/>
                <a:gd name="T29" fmla="*/ 0 h 53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w 107"/>
                <a:gd name="T46" fmla="*/ 0 h 53"/>
                <a:gd name="T47" fmla="*/ 107 w 107"/>
                <a:gd name="T48" fmla="*/ 53 h 53"/>
              </a:gdLst>
              <a:ahLst/>
              <a:cxnLst>
                <a:cxn ang="T30">
                  <a:pos x="T0" y="T1"/>
                </a:cxn>
                <a:cxn ang="T31">
                  <a:pos x="T2" y="T3"/>
                </a:cxn>
                <a:cxn ang="T32">
                  <a:pos x="T4" y="T5"/>
                </a:cxn>
                <a:cxn ang="T33">
                  <a:pos x="T6" y="T7"/>
                </a:cxn>
                <a:cxn ang="T34">
                  <a:pos x="T8" y="T9"/>
                </a:cxn>
                <a:cxn ang="T35">
                  <a:pos x="T10" y="T11"/>
                </a:cxn>
                <a:cxn ang="T36">
                  <a:pos x="T12" y="T13"/>
                </a:cxn>
                <a:cxn ang="T37">
                  <a:pos x="T14" y="T15"/>
                </a:cxn>
                <a:cxn ang="T38">
                  <a:pos x="T16" y="T17"/>
                </a:cxn>
                <a:cxn ang="T39">
                  <a:pos x="T18" y="T19"/>
                </a:cxn>
                <a:cxn ang="T40">
                  <a:pos x="T20" y="T21"/>
                </a:cxn>
                <a:cxn ang="T41">
                  <a:pos x="T22" y="T23"/>
                </a:cxn>
                <a:cxn ang="T42">
                  <a:pos x="T24" y="T25"/>
                </a:cxn>
                <a:cxn ang="T43">
                  <a:pos x="T26" y="T27"/>
                </a:cxn>
                <a:cxn ang="T44">
                  <a:pos x="T28" y="T29"/>
                </a:cxn>
              </a:cxnLst>
              <a:rect l="T45" t="T46" r="T47" b="T48"/>
              <a:pathLst>
                <a:path w="107" h="53">
                  <a:moveTo>
                    <a:pt x="107" y="0"/>
                  </a:moveTo>
                  <a:lnTo>
                    <a:pt x="104" y="11"/>
                  </a:lnTo>
                  <a:lnTo>
                    <a:pt x="100" y="23"/>
                  </a:lnTo>
                  <a:lnTo>
                    <a:pt x="94" y="32"/>
                  </a:lnTo>
                  <a:lnTo>
                    <a:pt x="85" y="41"/>
                  </a:lnTo>
                  <a:lnTo>
                    <a:pt x="76" y="47"/>
                  </a:lnTo>
                  <a:lnTo>
                    <a:pt x="64" y="51"/>
                  </a:lnTo>
                  <a:lnTo>
                    <a:pt x="53" y="53"/>
                  </a:lnTo>
                  <a:lnTo>
                    <a:pt x="41" y="51"/>
                  </a:lnTo>
                  <a:lnTo>
                    <a:pt x="29" y="47"/>
                  </a:lnTo>
                  <a:lnTo>
                    <a:pt x="20" y="41"/>
                  </a:lnTo>
                  <a:lnTo>
                    <a:pt x="11" y="32"/>
                  </a:lnTo>
                  <a:lnTo>
                    <a:pt x="5" y="23"/>
                  </a:lnTo>
                  <a:lnTo>
                    <a:pt x="1" y="11"/>
                  </a:lnTo>
                  <a:lnTo>
                    <a:pt x="0" y="0"/>
                  </a:lnTo>
                </a:path>
              </a:pathLst>
            </a:custGeom>
            <a:noFill/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68" name="Freeform 4800">
              <a:extLst>
                <a:ext uri="{FF2B5EF4-FFF2-40B4-BE49-F238E27FC236}">
                  <a16:creationId xmlns:a16="http://schemas.microsoft.com/office/drawing/2014/main" id="{5A3CBBE1-3E7F-C6BC-65F3-415D90DC9B28}"/>
                </a:ext>
              </a:extLst>
            </p:cNvPr>
            <p:cNvSpPr>
              <a:spLocks/>
            </p:cNvSpPr>
            <p:nvPr/>
          </p:nvSpPr>
          <p:spPr bwMode="auto">
            <a:xfrm>
              <a:off x="4291" y="2044"/>
              <a:ext cx="18" cy="354"/>
            </a:xfrm>
            <a:custGeom>
              <a:avLst/>
              <a:gdLst>
                <a:gd name="T0" fmla="*/ 0 w 107"/>
                <a:gd name="T1" fmla="*/ 0 h 2125"/>
                <a:gd name="T2" fmla="*/ 0 w 107"/>
                <a:gd name="T3" fmla="*/ 0 h 2125"/>
                <a:gd name="T4" fmla="*/ 0 w 107"/>
                <a:gd name="T5" fmla="*/ 0 h 2125"/>
                <a:gd name="T6" fmla="*/ 0 w 107"/>
                <a:gd name="T7" fmla="*/ 0 h 2125"/>
                <a:gd name="T8" fmla="*/ 0 w 107"/>
                <a:gd name="T9" fmla="*/ 0 h 2125"/>
                <a:gd name="T10" fmla="*/ 0 w 107"/>
                <a:gd name="T11" fmla="*/ 0 h 2125"/>
                <a:gd name="T12" fmla="*/ 0 w 107"/>
                <a:gd name="T13" fmla="*/ 0 h 2125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107"/>
                <a:gd name="T22" fmla="*/ 0 h 2125"/>
                <a:gd name="T23" fmla="*/ 107 w 107"/>
                <a:gd name="T24" fmla="*/ 2125 h 2125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107" h="2125">
                  <a:moveTo>
                    <a:pt x="0" y="2125"/>
                  </a:moveTo>
                  <a:lnTo>
                    <a:pt x="53" y="2125"/>
                  </a:lnTo>
                  <a:lnTo>
                    <a:pt x="107" y="2125"/>
                  </a:lnTo>
                  <a:lnTo>
                    <a:pt x="107" y="0"/>
                  </a:lnTo>
                  <a:lnTo>
                    <a:pt x="53" y="0"/>
                  </a:lnTo>
                  <a:lnTo>
                    <a:pt x="0" y="0"/>
                  </a:lnTo>
                  <a:lnTo>
                    <a:pt x="0" y="2125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69" name="Freeform 4801">
              <a:extLst>
                <a:ext uri="{FF2B5EF4-FFF2-40B4-BE49-F238E27FC236}">
                  <a16:creationId xmlns:a16="http://schemas.microsoft.com/office/drawing/2014/main" id="{616A46DA-1448-6581-E0B6-09202ADDE0D4}"/>
                </a:ext>
              </a:extLst>
            </p:cNvPr>
            <p:cNvSpPr>
              <a:spLocks/>
            </p:cNvSpPr>
            <p:nvPr/>
          </p:nvSpPr>
          <p:spPr bwMode="auto">
            <a:xfrm>
              <a:off x="4291" y="2044"/>
              <a:ext cx="18" cy="354"/>
            </a:xfrm>
            <a:custGeom>
              <a:avLst/>
              <a:gdLst>
                <a:gd name="T0" fmla="*/ 0 w 107"/>
                <a:gd name="T1" fmla="*/ 0 h 2125"/>
                <a:gd name="T2" fmla="*/ 0 w 107"/>
                <a:gd name="T3" fmla="*/ 0 h 2125"/>
                <a:gd name="T4" fmla="*/ 0 w 107"/>
                <a:gd name="T5" fmla="*/ 0 h 2125"/>
                <a:gd name="T6" fmla="*/ 0 w 107"/>
                <a:gd name="T7" fmla="*/ 0 h 2125"/>
                <a:gd name="T8" fmla="*/ 0 w 107"/>
                <a:gd name="T9" fmla="*/ 0 h 2125"/>
                <a:gd name="T10" fmla="*/ 0 w 107"/>
                <a:gd name="T11" fmla="*/ 0 h 2125"/>
                <a:gd name="T12" fmla="*/ 0 w 107"/>
                <a:gd name="T13" fmla="*/ 0 h 2125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107"/>
                <a:gd name="T22" fmla="*/ 0 h 2125"/>
                <a:gd name="T23" fmla="*/ 107 w 107"/>
                <a:gd name="T24" fmla="*/ 2125 h 2125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107" h="2125">
                  <a:moveTo>
                    <a:pt x="0" y="2125"/>
                  </a:moveTo>
                  <a:lnTo>
                    <a:pt x="53" y="2125"/>
                  </a:lnTo>
                  <a:lnTo>
                    <a:pt x="107" y="2125"/>
                  </a:lnTo>
                  <a:lnTo>
                    <a:pt x="107" y="0"/>
                  </a:lnTo>
                  <a:lnTo>
                    <a:pt x="53" y="0"/>
                  </a:lnTo>
                  <a:lnTo>
                    <a:pt x="0" y="0"/>
                  </a:lnTo>
                  <a:lnTo>
                    <a:pt x="0" y="2125"/>
                  </a:lnTo>
                  <a:close/>
                </a:path>
              </a:pathLst>
            </a:custGeom>
            <a:noFill/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70" name="Freeform 4802">
              <a:extLst>
                <a:ext uri="{FF2B5EF4-FFF2-40B4-BE49-F238E27FC236}">
                  <a16:creationId xmlns:a16="http://schemas.microsoft.com/office/drawing/2014/main" id="{5CC5B2EA-6EA1-60AF-6EB9-71C06DF9B09C}"/>
                </a:ext>
              </a:extLst>
            </p:cNvPr>
            <p:cNvSpPr>
              <a:spLocks/>
            </p:cNvSpPr>
            <p:nvPr/>
          </p:nvSpPr>
          <p:spPr bwMode="auto">
            <a:xfrm>
              <a:off x="4291" y="2035"/>
              <a:ext cx="18" cy="9"/>
            </a:xfrm>
            <a:custGeom>
              <a:avLst/>
              <a:gdLst>
                <a:gd name="T0" fmla="*/ 0 w 107"/>
                <a:gd name="T1" fmla="*/ 0 h 54"/>
                <a:gd name="T2" fmla="*/ 0 w 107"/>
                <a:gd name="T3" fmla="*/ 0 h 54"/>
                <a:gd name="T4" fmla="*/ 0 w 107"/>
                <a:gd name="T5" fmla="*/ 0 h 54"/>
                <a:gd name="T6" fmla="*/ 0 w 107"/>
                <a:gd name="T7" fmla="*/ 0 h 54"/>
                <a:gd name="T8" fmla="*/ 0 w 107"/>
                <a:gd name="T9" fmla="*/ 0 h 54"/>
                <a:gd name="T10" fmla="*/ 0 w 107"/>
                <a:gd name="T11" fmla="*/ 0 h 54"/>
                <a:gd name="T12" fmla="*/ 0 w 107"/>
                <a:gd name="T13" fmla="*/ 0 h 54"/>
                <a:gd name="T14" fmla="*/ 0 w 107"/>
                <a:gd name="T15" fmla="*/ 0 h 54"/>
                <a:gd name="T16" fmla="*/ 0 w 107"/>
                <a:gd name="T17" fmla="*/ 0 h 54"/>
                <a:gd name="T18" fmla="*/ 0 w 107"/>
                <a:gd name="T19" fmla="*/ 0 h 54"/>
                <a:gd name="T20" fmla="*/ 0 w 107"/>
                <a:gd name="T21" fmla="*/ 0 h 54"/>
                <a:gd name="T22" fmla="*/ 0 w 107"/>
                <a:gd name="T23" fmla="*/ 0 h 54"/>
                <a:gd name="T24" fmla="*/ 0 w 107"/>
                <a:gd name="T25" fmla="*/ 0 h 54"/>
                <a:gd name="T26" fmla="*/ 0 w 107"/>
                <a:gd name="T27" fmla="*/ 0 h 54"/>
                <a:gd name="T28" fmla="*/ 0 w 107"/>
                <a:gd name="T29" fmla="*/ 0 h 54"/>
                <a:gd name="T30" fmla="*/ 0 w 107"/>
                <a:gd name="T31" fmla="*/ 0 h 54"/>
                <a:gd name="T32" fmla="*/ 0 w 107"/>
                <a:gd name="T33" fmla="*/ 0 h 54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w 107"/>
                <a:gd name="T52" fmla="*/ 0 h 54"/>
                <a:gd name="T53" fmla="*/ 107 w 107"/>
                <a:gd name="T54" fmla="*/ 54 h 54"/>
              </a:gdLst>
              <a:ahLst/>
              <a:cxnLst>
                <a:cxn ang="T34">
                  <a:pos x="T0" y="T1"/>
                </a:cxn>
                <a:cxn ang="T35">
                  <a:pos x="T2" y="T3"/>
                </a:cxn>
                <a:cxn ang="T36">
                  <a:pos x="T4" y="T5"/>
                </a:cxn>
                <a:cxn ang="T37">
                  <a:pos x="T6" y="T7"/>
                </a:cxn>
                <a:cxn ang="T38">
                  <a:pos x="T8" y="T9"/>
                </a:cxn>
                <a:cxn ang="T39">
                  <a:pos x="T10" y="T11"/>
                </a:cxn>
                <a:cxn ang="T40">
                  <a:pos x="T12" y="T13"/>
                </a:cxn>
                <a:cxn ang="T41">
                  <a:pos x="T14" y="T15"/>
                </a:cxn>
                <a:cxn ang="T42">
                  <a:pos x="T16" y="T17"/>
                </a:cxn>
                <a:cxn ang="T43">
                  <a:pos x="T18" y="T19"/>
                </a:cxn>
                <a:cxn ang="T44">
                  <a:pos x="T20" y="T21"/>
                </a:cxn>
                <a:cxn ang="T45">
                  <a:pos x="T22" y="T23"/>
                </a:cxn>
                <a:cxn ang="T46">
                  <a:pos x="T24" y="T25"/>
                </a:cxn>
                <a:cxn ang="T47">
                  <a:pos x="T26" y="T27"/>
                </a:cxn>
                <a:cxn ang="T48">
                  <a:pos x="T28" y="T29"/>
                </a:cxn>
                <a:cxn ang="T49">
                  <a:pos x="T30" y="T31"/>
                </a:cxn>
                <a:cxn ang="T50">
                  <a:pos x="T32" y="T33"/>
                </a:cxn>
              </a:cxnLst>
              <a:rect l="T51" t="T52" r="T53" b="T54"/>
              <a:pathLst>
                <a:path w="107" h="54">
                  <a:moveTo>
                    <a:pt x="53" y="54"/>
                  </a:moveTo>
                  <a:lnTo>
                    <a:pt x="0" y="54"/>
                  </a:lnTo>
                  <a:lnTo>
                    <a:pt x="1" y="42"/>
                  </a:lnTo>
                  <a:lnTo>
                    <a:pt x="5" y="30"/>
                  </a:lnTo>
                  <a:lnTo>
                    <a:pt x="11" y="21"/>
                  </a:lnTo>
                  <a:lnTo>
                    <a:pt x="20" y="12"/>
                  </a:lnTo>
                  <a:lnTo>
                    <a:pt x="29" y="6"/>
                  </a:lnTo>
                  <a:lnTo>
                    <a:pt x="41" y="2"/>
                  </a:lnTo>
                  <a:lnTo>
                    <a:pt x="53" y="0"/>
                  </a:lnTo>
                  <a:lnTo>
                    <a:pt x="64" y="2"/>
                  </a:lnTo>
                  <a:lnTo>
                    <a:pt x="76" y="6"/>
                  </a:lnTo>
                  <a:lnTo>
                    <a:pt x="85" y="12"/>
                  </a:lnTo>
                  <a:lnTo>
                    <a:pt x="94" y="21"/>
                  </a:lnTo>
                  <a:lnTo>
                    <a:pt x="100" y="30"/>
                  </a:lnTo>
                  <a:lnTo>
                    <a:pt x="104" y="42"/>
                  </a:lnTo>
                  <a:lnTo>
                    <a:pt x="107" y="54"/>
                  </a:lnTo>
                  <a:lnTo>
                    <a:pt x="53" y="54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71" name="Freeform 4803">
              <a:extLst>
                <a:ext uri="{FF2B5EF4-FFF2-40B4-BE49-F238E27FC236}">
                  <a16:creationId xmlns:a16="http://schemas.microsoft.com/office/drawing/2014/main" id="{6EBC6B01-F163-E228-F440-0A402821955A}"/>
                </a:ext>
              </a:extLst>
            </p:cNvPr>
            <p:cNvSpPr>
              <a:spLocks/>
            </p:cNvSpPr>
            <p:nvPr/>
          </p:nvSpPr>
          <p:spPr bwMode="auto">
            <a:xfrm>
              <a:off x="4291" y="2035"/>
              <a:ext cx="18" cy="9"/>
            </a:xfrm>
            <a:custGeom>
              <a:avLst/>
              <a:gdLst>
                <a:gd name="T0" fmla="*/ 0 w 107"/>
                <a:gd name="T1" fmla="*/ 0 h 54"/>
                <a:gd name="T2" fmla="*/ 0 w 107"/>
                <a:gd name="T3" fmla="*/ 0 h 54"/>
                <a:gd name="T4" fmla="*/ 0 w 107"/>
                <a:gd name="T5" fmla="*/ 0 h 54"/>
                <a:gd name="T6" fmla="*/ 0 w 107"/>
                <a:gd name="T7" fmla="*/ 0 h 54"/>
                <a:gd name="T8" fmla="*/ 0 w 107"/>
                <a:gd name="T9" fmla="*/ 0 h 54"/>
                <a:gd name="T10" fmla="*/ 0 w 107"/>
                <a:gd name="T11" fmla="*/ 0 h 54"/>
                <a:gd name="T12" fmla="*/ 0 w 107"/>
                <a:gd name="T13" fmla="*/ 0 h 54"/>
                <a:gd name="T14" fmla="*/ 0 w 107"/>
                <a:gd name="T15" fmla="*/ 0 h 54"/>
                <a:gd name="T16" fmla="*/ 0 w 107"/>
                <a:gd name="T17" fmla="*/ 0 h 54"/>
                <a:gd name="T18" fmla="*/ 0 w 107"/>
                <a:gd name="T19" fmla="*/ 0 h 54"/>
                <a:gd name="T20" fmla="*/ 0 w 107"/>
                <a:gd name="T21" fmla="*/ 0 h 54"/>
                <a:gd name="T22" fmla="*/ 0 w 107"/>
                <a:gd name="T23" fmla="*/ 0 h 54"/>
                <a:gd name="T24" fmla="*/ 0 w 107"/>
                <a:gd name="T25" fmla="*/ 0 h 54"/>
                <a:gd name="T26" fmla="*/ 0 w 107"/>
                <a:gd name="T27" fmla="*/ 0 h 54"/>
                <a:gd name="T28" fmla="*/ 0 w 107"/>
                <a:gd name="T29" fmla="*/ 0 h 54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w 107"/>
                <a:gd name="T46" fmla="*/ 0 h 54"/>
                <a:gd name="T47" fmla="*/ 107 w 107"/>
                <a:gd name="T48" fmla="*/ 54 h 54"/>
              </a:gdLst>
              <a:ahLst/>
              <a:cxnLst>
                <a:cxn ang="T30">
                  <a:pos x="T0" y="T1"/>
                </a:cxn>
                <a:cxn ang="T31">
                  <a:pos x="T2" y="T3"/>
                </a:cxn>
                <a:cxn ang="T32">
                  <a:pos x="T4" y="T5"/>
                </a:cxn>
                <a:cxn ang="T33">
                  <a:pos x="T6" y="T7"/>
                </a:cxn>
                <a:cxn ang="T34">
                  <a:pos x="T8" y="T9"/>
                </a:cxn>
                <a:cxn ang="T35">
                  <a:pos x="T10" y="T11"/>
                </a:cxn>
                <a:cxn ang="T36">
                  <a:pos x="T12" y="T13"/>
                </a:cxn>
                <a:cxn ang="T37">
                  <a:pos x="T14" y="T15"/>
                </a:cxn>
                <a:cxn ang="T38">
                  <a:pos x="T16" y="T17"/>
                </a:cxn>
                <a:cxn ang="T39">
                  <a:pos x="T18" y="T19"/>
                </a:cxn>
                <a:cxn ang="T40">
                  <a:pos x="T20" y="T21"/>
                </a:cxn>
                <a:cxn ang="T41">
                  <a:pos x="T22" y="T23"/>
                </a:cxn>
                <a:cxn ang="T42">
                  <a:pos x="T24" y="T25"/>
                </a:cxn>
                <a:cxn ang="T43">
                  <a:pos x="T26" y="T27"/>
                </a:cxn>
                <a:cxn ang="T44">
                  <a:pos x="T28" y="T29"/>
                </a:cxn>
              </a:cxnLst>
              <a:rect l="T45" t="T46" r="T47" b="T48"/>
              <a:pathLst>
                <a:path w="107" h="54">
                  <a:moveTo>
                    <a:pt x="0" y="54"/>
                  </a:moveTo>
                  <a:lnTo>
                    <a:pt x="1" y="42"/>
                  </a:lnTo>
                  <a:lnTo>
                    <a:pt x="5" y="30"/>
                  </a:lnTo>
                  <a:lnTo>
                    <a:pt x="11" y="21"/>
                  </a:lnTo>
                  <a:lnTo>
                    <a:pt x="20" y="12"/>
                  </a:lnTo>
                  <a:lnTo>
                    <a:pt x="29" y="6"/>
                  </a:lnTo>
                  <a:lnTo>
                    <a:pt x="41" y="2"/>
                  </a:lnTo>
                  <a:lnTo>
                    <a:pt x="53" y="0"/>
                  </a:lnTo>
                  <a:lnTo>
                    <a:pt x="64" y="2"/>
                  </a:lnTo>
                  <a:lnTo>
                    <a:pt x="76" y="6"/>
                  </a:lnTo>
                  <a:lnTo>
                    <a:pt x="85" y="12"/>
                  </a:lnTo>
                  <a:lnTo>
                    <a:pt x="94" y="21"/>
                  </a:lnTo>
                  <a:lnTo>
                    <a:pt x="100" y="30"/>
                  </a:lnTo>
                  <a:lnTo>
                    <a:pt x="104" y="42"/>
                  </a:lnTo>
                  <a:lnTo>
                    <a:pt x="107" y="54"/>
                  </a:lnTo>
                </a:path>
              </a:pathLst>
            </a:custGeom>
            <a:noFill/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72" name="Freeform 4804">
              <a:extLst>
                <a:ext uri="{FF2B5EF4-FFF2-40B4-BE49-F238E27FC236}">
                  <a16:creationId xmlns:a16="http://schemas.microsoft.com/office/drawing/2014/main" id="{B2F7BB8C-99E8-336E-1BB5-E2066F7E922A}"/>
                </a:ext>
              </a:extLst>
            </p:cNvPr>
            <p:cNvSpPr>
              <a:spLocks/>
            </p:cNvSpPr>
            <p:nvPr/>
          </p:nvSpPr>
          <p:spPr bwMode="auto">
            <a:xfrm>
              <a:off x="4294" y="2037"/>
              <a:ext cx="15" cy="15"/>
            </a:xfrm>
            <a:custGeom>
              <a:avLst/>
              <a:gdLst>
                <a:gd name="T0" fmla="*/ 0 w 89"/>
                <a:gd name="T1" fmla="*/ 0 h 93"/>
                <a:gd name="T2" fmla="*/ 0 w 89"/>
                <a:gd name="T3" fmla="*/ 0 h 93"/>
                <a:gd name="T4" fmla="*/ 0 w 89"/>
                <a:gd name="T5" fmla="*/ 0 h 93"/>
                <a:gd name="T6" fmla="*/ 0 w 89"/>
                <a:gd name="T7" fmla="*/ 0 h 93"/>
                <a:gd name="T8" fmla="*/ 0 w 89"/>
                <a:gd name="T9" fmla="*/ 0 h 93"/>
                <a:gd name="T10" fmla="*/ 0 w 89"/>
                <a:gd name="T11" fmla="*/ 0 h 93"/>
                <a:gd name="T12" fmla="*/ 0 w 89"/>
                <a:gd name="T13" fmla="*/ 0 h 93"/>
                <a:gd name="T14" fmla="*/ 0 w 89"/>
                <a:gd name="T15" fmla="*/ 0 h 93"/>
                <a:gd name="T16" fmla="*/ 0 w 89"/>
                <a:gd name="T17" fmla="*/ 0 h 93"/>
                <a:gd name="T18" fmla="*/ 0 w 89"/>
                <a:gd name="T19" fmla="*/ 0 h 93"/>
                <a:gd name="T20" fmla="*/ 0 w 89"/>
                <a:gd name="T21" fmla="*/ 0 h 93"/>
                <a:gd name="T22" fmla="*/ 0 w 89"/>
                <a:gd name="T23" fmla="*/ 0 h 93"/>
                <a:gd name="T24" fmla="*/ 0 w 89"/>
                <a:gd name="T25" fmla="*/ 0 h 93"/>
                <a:gd name="T26" fmla="*/ 0 w 89"/>
                <a:gd name="T27" fmla="*/ 0 h 93"/>
                <a:gd name="T28" fmla="*/ 0 w 89"/>
                <a:gd name="T29" fmla="*/ 0 h 93"/>
                <a:gd name="T30" fmla="*/ 0 w 89"/>
                <a:gd name="T31" fmla="*/ 0 h 93"/>
                <a:gd name="T32" fmla="*/ 0 w 89"/>
                <a:gd name="T33" fmla="*/ 0 h 93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w 89"/>
                <a:gd name="T52" fmla="*/ 0 h 93"/>
                <a:gd name="T53" fmla="*/ 89 w 89"/>
                <a:gd name="T54" fmla="*/ 93 h 93"/>
              </a:gdLst>
              <a:ahLst/>
              <a:cxnLst>
                <a:cxn ang="T34">
                  <a:pos x="T0" y="T1"/>
                </a:cxn>
                <a:cxn ang="T35">
                  <a:pos x="T2" y="T3"/>
                </a:cxn>
                <a:cxn ang="T36">
                  <a:pos x="T4" y="T5"/>
                </a:cxn>
                <a:cxn ang="T37">
                  <a:pos x="T6" y="T7"/>
                </a:cxn>
                <a:cxn ang="T38">
                  <a:pos x="T8" y="T9"/>
                </a:cxn>
                <a:cxn ang="T39">
                  <a:pos x="T10" y="T11"/>
                </a:cxn>
                <a:cxn ang="T40">
                  <a:pos x="T12" y="T13"/>
                </a:cxn>
                <a:cxn ang="T41">
                  <a:pos x="T14" y="T15"/>
                </a:cxn>
                <a:cxn ang="T42">
                  <a:pos x="T16" y="T17"/>
                </a:cxn>
                <a:cxn ang="T43">
                  <a:pos x="T18" y="T19"/>
                </a:cxn>
                <a:cxn ang="T44">
                  <a:pos x="T20" y="T21"/>
                </a:cxn>
                <a:cxn ang="T45">
                  <a:pos x="T22" y="T23"/>
                </a:cxn>
                <a:cxn ang="T46">
                  <a:pos x="T24" y="T25"/>
                </a:cxn>
                <a:cxn ang="T47">
                  <a:pos x="T26" y="T27"/>
                </a:cxn>
                <a:cxn ang="T48">
                  <a:pos x="T28" y="T29"/>
                </a:cxn>
                <a:cxn ang="T49">
                  <a:pos x="T30" y="T31"/>
                </a:cxn>
                <a:cxn ang="T50">
                  <a:pos x="T32" y="T33"/>
                </a:cxn>
              </a:cxnLst>
              <a:rect l="T51" t="T52" r="T53" b="T54"/>
              <a:pathLst>
                <a:path w="89" h="93">
                  <a:moveTo>
                    <a:pt x="36" y="41"/>
                  </a:moveTo>
                  <a:lnTo>
                    <a:pt x="72" y="0"/>
                  </a:lnTo>
                  <a:lnTo>
                    <a:pt x="79" y="10"/>
                  </a:lnTo>
                  <a:lnTo>
                    <a:pt x="85" y="20"/>
                  </a:lnTo>
                  <a:lnTo>
                    <a:pt x="89" y="32"/>
                  </a:lnTo>
                  <a:lnTo>
                    <a:pt x="89" y="44"/>
                  </a:lnTo>
                  <a:lnTo>
                    <a:pt x="86" y="55"/>
                  </a:lnTo>
                  <a:lnTo>
                    <a:pt x="82" y="67"/>
                  </a:lnTo>
                  <a:lnTo>
                    <a:pt x="76" y="77"/>
                  </a:lnTo>
                  <a:lnTo>
                    <a:pt x="66" y="84"/>
                  </a:lnTo>
                  <a:lnTo>
                    <a:pt x="56" y="90"/>
                  </a:lnTo>
                  <a:lnTo>
                    <a:pt x="44" y="93"/>
                  </a:lnTo>
                  <a:lnTo>
                    <a:pt x="32" y="93"/>
                  </a:lnTo>
                  <a:lnTo>
                    <a:pt x="21" y="91"/>
                  </a:lnTo>
                  <a:lnTo>
                    <a:pt x="9" y="87"/>
                  </a:lnTo>
                  <a:lnTo>
                    <a:pt x="0" y="81"/>
                  </a:lnTo>
                  <a:lnTo>
                    <a:pt x="36" y="41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73" name="Freeform 4805">
              <a:extLst>
                <a:ext uri="{FF2B5EF4-FFF2-40B4-BE49-F238E27FC236}">
                  <a16:creationId xmlns:a16="http://schemas.microsoft.com/office/drawing/2014/main" id="{2E63678E-7336-BA40-5444-0BFFD1FED02E}"/>
                </a:ext>
              </a:extLst>
            </p:cNvPr>
            <p:cNvSpPr>
              <a:spLocks/>
            </p:cNvSpPr>
            <p:nvPr/>
          </p:nvSpPr>
          <p:spPr bwMode="auto">
            <a:xfrm>
              <a:off x="4294" y="2037"/>
              <a:ext cx="15" cy="15"/>
            </a:xfrm>
            <a:custGeom>
              <a:avLst/>
              <a:gdLst>
                <a:gd name="T0" fmla="*/ 0 w 89"/>
                <a:gd name="T1" fmla="*/ 0 h 93"/>
                <a:gd name="T2" fmla="*/ 0 w 89"/>
                <a:gd name="T3" fmla="*/ 0 h 93"/>
                <a:gd name="T4" fmla="*/ 0 w 89"/>
                <a:gd name="T5" fmla="*/ 0 h 93"/>
                <a:gd name="T6" fmla="*/ 0 w 89"/>
                <a:gd name="T7" fmla="*/ 0 h 93"/>
                <a:gd name="T8" fmla="*/ 0 w 89"/>
                <a:gd name="T9" fmla="*/ 0 h 93"/>
                <a:gd name="T10" fmla="*/ 0 w 89"/>
                <a:gd name="T11" fmla="*/ 0 h 93"/>
                <a:gd name="T12" fmla="*/ 0 w 89"/>
                <a:gd name="T13" fmla="*/ 0 h 93"/>
                <a:gd name="T14" fmla="*/ 0 w 89"/>
                <a:gd name="T15" fmla="*/ 0 h 93"/>
                <a:gd name="T16" fmla="*/ 0 w 89"/>
                <a:gd name="T17" fmla="*/ 0 h 93"/>
                <a:gd name="T18" fmla="*/ 0 w 89"/>
                <a:gd name="T19" fmla="*/ 0 h 93"/>
                <a:gd name="T20" fmla="*/ 0 w 89"/>
                <a:gd name="T21" fmla="*/ 0 h 93"/>
                <a:gd name="T22" fmla="*/ 0 w 89"/>
                <a:gd name="T23" fmla="*/ 0 h 93"/>
                <a:gd name="T24" fmla="*/ 0 w 89"/>
                <a:gd name="T25" fmla="*/ 0 h 93"/>
                <a:gd name="T26" fmla="*/ 0 w 89"/>
                <a:gd name="T27" fmla="*/ 0 h 93"/>
                <a:gd name="T28" fmla="*/ 0 w 89"/>
                <a:gd name="T29" fmla="*/ 0 h 93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w 89"/>
                <a:gd name="T46" fmla="*/ 0 h 93"/>
                <a:gd name="T47" fmla="*/ 89 w 89"/>
                <a:gd name="T48" fmla="*/ 93 h 93"/>
              </a:gdLst>
              <a:ahLst/>
              <a:cxnLst>
                <a:cxn ang="T30">
                  <a:pos x="T0" y="T1"/>
                </a:cxn>
                <a:cxn ang="T31">
                  <a:pos x="T2" y="T3"/>
                </a:cxn>
                <a:cxn ang="T32">
                  <a:pos x="T4" y="T5"/>
                </a:cxn>
                <a:cxn ang="T33">
                  <a:pos x="T6" y="T7"/>
                </a:cxn>
                <a:cxn ang="T34">
                  <a:pos x="T8" y="T9"/>
                </a:cxn>
                <a:cxn ang="T35">
                  <a:pos x="T10" y="T11"/>
                </a:cxn>
                <a:cxn ang="T36">
                  <a:pos x="T12" y="T13"/>
                </a:cxn>
                <a:cxn ang="T37">
                  <a:pos x="T14" y="T15"/>
                </a:cxn>
                <a:cxn ang="T38">
                  <a:pos x="T16" y="T17"/>
                </a:cxn>
                <a:cxn ang="T39">
                  <a:pos x="T18" y="T19"/>
                </a:cxn>
                <a:cxn ang="T40">
                  <a:pos x="T20" y="T21"/>
                </a:cxn>
                <a:cxn ang="T41">
                  <a:pos x="T22" y="T23"/>
                </a:cxn>
                <a:cxn ang="T42">
                  <a:pos x="T24" y="T25"/>
                </a:cxn>
                <a:cxn ang="T43">
                  <a:pos x="T26" y="T27"/>
                </a:cxn>
                <a:cxn ang="T44">
                  <a:pos x="T28" y="T29"/>
                </a:cxn>
              </a:cxnLst>
              <a:rect l="T45" t="T46" r="T47" b="T48"/>
              <a:pathLst>
                <a:path w="89" h="93">
                  <a:moveTo>
                    <a:pt x="72" y="0"/>
                  </a:moveTo>
                  <a:lnTo>
                    <a:pt x="79" y="10"/>
                  </a:lnTo>
                  <a:lnTo>
                    <a:pt x="85" y="20"/>
                  </a:lnTo>
                  <a:lnTo>
                    <a:pt x="89" y="32"/>
                  </a:lnTo>
                  <a:lnTo>
                    <a:pt x="89" y="44"/>
                  </a:lnTo>
                  <a:lnTo>
                    <a:pt x="86" y="55"/>
                  </a:lnTo>
                  <a:lnTo>
                    <a:pt x="82" y="67"/>
                  </a:lnTo>
                  <a:lnTo>
                    <a:pt x="76" y="77"/>
                  </a:lnTo>
                  <a:lnTo>
                    <a:pt x="66" y="84"/>
                  </a:lnTo>
                  <a:lnTo>
                    <a:pt x="56" y="90"/>
                  </a:lnTo>
                  <a:lnTo>
                    <a:pt x="44" y="93"/>
                  </a:lnTo>
                  <a:lnTo>
                    <a:pt x="32" y="93"/>
                  </a:lnTo>
                  <a:lnTo>
                    <a:pt x="21" y="91"/>
                  </a:lnTo>
                  <a:lnTo>
                    <a:pt x="9" y="87"/>
                  </a:lnTo>
                  <a:lnTo>
                    <a:pt x="0" y="81"/>
                  </a:lnTo>
                </a:path>
              </a:pathLst>
            </a:custGeom>
            <a:noFill/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74" name="Freeform 4806">
              <a:extLst>
                <a:ext uri="{FF2B5EF4-FFF2-40B4-BE49-F238E27FC236}">
                  <a16:creationId xmlns:a16="http://schemas.microsoft.com/office/drawing/2014/main" id="{80424032-9458-7D9F-1C5A-25D51F2EEC62}"/>
                </a:ext>
              </a:extLst>
            </p:cNvPr>
            <p:cNvSpPr>
              <a:spLocks/>
            </p:cNvSpPr>
            <p:nvPr/>
          </p:nvSpPr>
          <p:spPr bwMode="auto">
            <a:xfrm>
              <a:off x="4190" y="1943"/>
              <a:ext cx="116" cy="107"/>
            </a:xfrm>
            <a:custGeom>
              <a:avLst/>
              <a:gdLst>
                <a:gd name="T0" fmla="*/ 0 w 696"/>
                <a:gd name="T1" fmla="*/ 0 h 643"/>
                <a:gd name="T2" fmla="*/ 0 w 696"/>
                <a:gd name="T3" fmla="*/ 0 h 643"/>
                <a:gd name="T4" fmla="*/ 0 w 696"/>
                <a:gd name="T5" fmla="*/ 0 h 643"/>
                <a:gd name="T6" fmla="*/ 0 w 696"/>
                <a:gd name="T7" fmla="*/ 0 h 643"/>
                <a:gd name="T8" fmla="*/ 0 w 696"/>
                <a:gd name="T9" fmla="*/ 0 h 643"/>
                <a:gd name="T10" fmla="*/ 0 w 696"/>
                <a:gd name="T11" fmla="*/ 0 h 643"/>
                <a:gd name="T12" fmla="*/ 0 w 696"/>
                <a:gd name="T13" fmla="*/ 0 h 643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696"/>
                <a:gd name="T22" fmla="*/ 0 h 643"/>
                <a:gd name="T23" fmla="*/ 696 w 696"/>
                <a:gd name="T24" fmla="*/ 643 h 643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696" h="643">
                  <a:moveTo>
                    <a:pt x="624" y="643"/>
                  </a:moveTo>
                  <a:lnTo>
                    <a:pt x="660" y="603"/>
                  </a:lnTo>
                  <a:lnTo>
                    <a:pt x="696" y="562"/>
                  </a:lnTo>
                  <a:lnTo>
                    <a:pt x="72" y="0"/>
                  </a:lnTo>
                  <a:lnTo>
                    <a:pt x="36" y="40"/>
                  </a:lnTo>
                  <a:lnTo>
                    <a:pt x="0" y="81"/>
                  </a:lnTo>
                  <a:lnTo>
                    <a:pt x="624" y="643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75" name="Freeform 4807">
              <a:extLst>
                <a:ext uri="{FF2B5EF4-FFF2-40B4-BE49-F238E27FC236}">
                  <a16:creationId xmlns:a16="http://schemas.microsoft.com/office/drawing/2014/main" id="{315C2885-F9EB-0659-669E-EF3F863B4E10}"/>
                </a:ext>
              </a:extLst>
            </p:cNvPr>
            <p:cNvSpPr>
              <a:spLocks/>
            </p:cNvSpPr>
            <p:nvPr/>
          </p:nvSpPr>
          <p:spPr bwMode="auto">
            <a:xfrm>
              <a:off x="4190" y="1943"/>
              <a:ext cx="116" cy="107"/>
            </a:xfrm>
            <a:custGeom>
              <a:avLst/>
              <a:gdLst>
                <a:gd name="T0" fmla="*/ 0 w 696"/>
                <a:gd name="T1" fmla="*/ 0 h 643"/>
                <a:gd name="T2" fmla="*/ 0 w 696"/>
                <a:gd name="T3" fmla="*/ 0 h 643"/>
                <a:gd name="T4" fmla="*/ 0 w 696"/>
                <a:gd name="T5" fmla="*/ 0 h 643"/>
                <a:gd name="T6" fmla="*/ 0 w 696"/>
                <a:gd name="T7" fmla="*/ 0 h 643"/>
                <a:gd name="T8" fmla="*/ 0 w 696"/>
                <a:gd name="T9" fmla="*/ 0 h 643"/>
                <a:gd name="T10" fmla="*/ 0 w 696"/>
                <a:gd name="T11" fmla="*/ 0 h 643"/>
                <a:gd name="T12" fmla="*/ 0 w 696"/>
                <a:gd name="T13" fmla="*/ 0 h 643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696"/>
                <a:gd name="T22" fmla="*/ 0 h 643"/>
                <a:gd name="T23" fmla="*/ 696 w 696"/>
                <a:gd name="T24" fmla="*/ 643 h 643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696" h="643">
                  <a:moveTo>
                    <a:pt x="624" y="643"/>
                  </a:moveTo>
                  <a:lnTo>
                    <a:pt x="660" y="603"/>
                  </a:lnTo>
                  <a:lnTo>
                    <a:pt x="696" y="562"/>
                  </a:lnTo>
                  <a:lnTo>
                    <a:pt x="72" y="0"/>
                  </a:lnTo>
                  <a:lnTo>
                    <a:pt x="36" y="40"/>
                  </a:lnTo>
                  <a:lnTo>
                    <a:pt x="0" y="81"/>
                  </a:lnTo>
                  <a:lnTo>
                    <a:pt x="624" y="643"/>
                  </a:lnTo>
                  <a:close/>
                </a:path>
              </a:pathLst>
            </a:custGeom>
            <a:noFill/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76" name="Freeform 4808">
              <a:extLst>
                <a:ext uri="{FF2B5EF4-FFF2-40B4-BE49-F238E27FC236}">
                  <a16:creationId xmlns:a16="http://schemas.microsoft.com/office/drawing/2014/main" id="{D810A9C3-A7A8-673D-9612-E6E8BE4D6A77}"/>
                </a:ext>
              </a:extLst>
            </p:cNvPr>
            <p:cNvSpPr>
              <a:spLocks/>
            </p:cNvSpPr>
            <p:nvPr/>
          </p:nvSpPr>
          <p:spPr bwMode="auto">
            <a:xfrm>
              <a:off x="4187" y="1941"/>
              <a:ext cx="15" cy="16"/>
            </a:xfrm>
            <a:custGeom>
              <a:avLst/>
              <a:gdLst>
                <a:gd name="T0" fmla="*/ 0 w 89"/>
                <a:gd name="T1" fmla="*/ 0 h 94"/>
                <a:gd name="T2" fmla="*/ 0 w 89"/>
                <a:gd name="T3" fmla="*/ 0 h 94"/>
                <a:gd name="T4" fmla="*/ 0 w 89"/>
                <a:gd name="T5" fmla="*/ 0 h 94"/>
                <a:gd name="T6" fmla="*/ 0 w 89"/>
                <a:gd name="T7" fmla="*/ 0 h 94"/>
                <a:gd name="T8" fmla="*/ 0 w 89"/>
                <a:gd name="T9" fmla="*/ 0 h 94"/>
                <a:gd name="T10" fmla="*/ 0 w 89"/>
                <a:gd name="T11" fmla="*/ 0 h 94"/>
                <a:gd name="T12" fmla="*/ 0 w 89"/>
                <a:gd name="T13" fmla="*/ 0 h 94"/>
                <a:gd name="T14" fmla="*/ 0 w 89"/>
                <a:gd name="T15" fmla="*/ 0 h 94"/>
                <a:gd name="T16" fmla="*/ 0 w 89"/>
                <a:gd name="T17" fmla="*/ 0 h 94"/>
                <a:gd name="T18" fmla="*/ 0 w 89"/>
                <a:gd name="T19" fmla="*/ 0 h 94"/>
                <a:gd name="T20" fmla="*/ 0 w 89"/>
                <a:gd name="T21" fmla="*/ 0 h 94"/>
                <a:gd name="T22" fmla="*/ 0 w 89"/>
                <a:gd name="T23" fmla="*/ 0 h 94"/>
                <a:gd name="T24" fmla="*/ 0 w 89"/>
                <a:gd name="T25" fmla="*/ 0 h 94"/>
                <a:gd name="T26" fmla="*/ 0 w 89"/>
                <a:gd name="T27" fmla="*/ 0 h 94"/>
                <a:gd name="T28" fmla="*/ 0 w 89"/>
                <a:gd name="T29" fmla="*/ 0 h 94"/>
                <a:gd name="T30" fmla="*/ 0 w 89"/>
                <a:gd name="T31" fmla="*/ 0 h 94"/>
                <a:gd name="T32" fmla="*/ 0 w 89"/>
                <a:gd name="T33" fmla="*/ 0 h 94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w 89"/>
                <a:gd name="T52" fmla="*/ 0 h 94"/>
                <a:gd name="T53" fmla="*/ 89 w 89"/>
                <a:gd name="T54" fmla="*/ 94 h 94"/>
              </a:gdLst>
              <a:ahLst/>
              <a:cxnLst>
                <a:cxn ang="T34">
                  <a:pos x="T0" y="T1"/>
                </a:cxn>
                <a:cxn ang="T35">
                  <a:pos x="T2" y="T3"/>
                </a:cxn>
                <a:cxn ang="T36">
                  <a:pos x="T4" y="T5"/>
                </a:cxn>
                <a:cxn ang="T37">
                  <a:pos x="T6" y="T7"/>
                </a:cxn>
                <a:cxn ang="T38">
                  <a:pos x="T8" y="T9"/>
                </a:cxn>
                <a:cxn ang="T39">
                  <a:pos x="T10" y="T11"/>
                </a:cxn>
                <a:cxn ang="T40">
                  <a:pos x="T12" y="T13"/>
                </a:cxn>
                <a:cxn ang="T41">
                  <a:pos x="T14" y="T15"/>
                </a:cxn>
                <a:cxn ang="T42">
                  <a:pos x="T16" y="T17"/>
                </a:cxn>
                <a:cxn ang="T43">
                  <a:pos x="T18" y="T19"/>
                </a:cxn>
                <a:cxn ang="T44">
                  <a:pos x="T20" y="T21"/>
                </a:cxn>
                <a:cxn ang="T45">
                  <a:pos x="T22" y="T23"/>
                </a:cxn>
                <a:cxn ang="T46">
                  <a:pos x="T24" y="T25"/>
                </a:cxn>
                <a:cxn ang="T47">
                  <a:pos x="T26" y="T27"/>
                </a:cxn>
                <a:cxn ang="T48">
                  <a:pos x="T28" y="T29"/>
                </a:cxn>
                <a:cxn ang="T49">
                  <a:pos x="T30" y="T31"/>
                </a:cxn>
                <a:cxn ang="T50">
                  <a:pos x="T32" y="T33"/>
                </a:cxn>
              </a:cxnLst>
              <a:rect l="T51" t="T52" r="T53" b="T54"/>
              <a:pathLst>
                <a:path w="89" h="94">
                  <a:moveTo>
                    <a:pt x="53" y="53"/>
                  </a:moveTo>
                  <a:lnTo>
                    <a:pt x="17" y="94"/>
                  </a:lnTo>
                  <a:lnTo>
                    <a:pt x="10" y="84"/>
                  </a:lnTo>
                  <a:lnTo>
                    <a:pt x="3" y="73"/>
                  </a:lnTo>
                  <a:lnTo>
                    <a:pt x="0" y="62"/>
                  </a:lnTo>
                  <a:lnTo>
                    <a:pt x="0" y="50"/>
                  </a:lnTo>
                  <a:lnTo>
                    <a:pt x="2" y="38"/>
                  </a:lnTo>
                  <a:lnTo>
                    <a:pt x="6" y="27"/>
                  </a:lnTo>
                  <a:lnTo>
                    <a:pt x="13" y="17"/>
                  </a:lnTo>
                  <a:lnTo>
                    <a:pt x="22" y="10"/>
                  </a:lnTo>
                  <a:lnTo>
                    <a:pt x="33" y="4"/>
                  </a:lnTo>
                  <a:lnTo>
                    <a:pt x="44" y="0"/>
                  </a:lnTo>
                  <a:lnTo>
                    <a:pt x="56" y="0"/>
                  </a:lnTo>
                  <a:lnTo>
                    <a:pt x="68" y="2"/>
                  </a:lnTo>
                  <a:lnTo>
                    <a:pt x="79" y="7"/>
                  </a:lnTo>
                  <a:lnTo>
                    <a:pt x="89" y="13"/>
                  </a:lnTo>
                  <a:lnTo>
                    <a:pt x="53" y="53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77" name="Freeform 4809">
              <a:extLst>
                <a:ext uri="{FF2B5EF4-FFF2-40B4-BE49-F238E27FC236}">
                  <a16:creationId xmlns:a16="http://schemas.microsoft.com/office/drawing/2014/main" id="{29C39D53-E948-851A-1A04-6E61D0F70177}"/>
                </a:ext>
              </a:extLst>
            </p:cNvPr>
            <p:cNvSpPr>
              <a:spLocks/>
            </p:cNvSpPr>
            <p:nvPr/>
          </p:nvSpPr>
          <p:spPr bwMode="auto">
            <a:xfrm>
              <a:off x="4187" y="1941"/>
              <a:ext cx="15" cy="16"/>
            </a:xfrm>
            <a:custGeom>
              <a:avLst/>
              <a:gdLst>
                <a:gd name="T0" fmla="*/ 0 w 89"/>
                <a:gd name="T1" fmla="*/ 0 h 94"/>
                <a:gd name="T2" fmla="*/ 0 w 89"/>
                <a:gd name="T3" fmla="*/ 0 h 94"/>
                <a:gd name="T4" fmla="*/ 0 w 89"/>
                <a:gd name="T5" fmla="*/ 0 h 94"/>
                <a:gd name="T6" fmla="*/ 0 w 89"/>
                <a:gd name="T7" fmla="*/ 0 h 94"/>
                <a:gd name="T8" fmla="*/ 0 w 89"/>
                <a:gd name="T9" fmla="*/ 0 h 94"/>
                <a:gd name="T10" fmla="*/ 0 w 89"/>
                <a:gd name="T11" fmla="*/ 0 h 94"/>
                <a:gd name="T12" fmla="*/ 0 w 89"/>
                <a:gd name="T13" fmla="*/ 0 h 94"/>
                <a:gd name="T14" fmla="*/ 0 w 89"/>
                <a:gd name="T15" fmla="*/ 0 h 94"/>
                <a:gd name="T16" fmla="*/ 0 w 89"/>
                <a:gd name="T17" fmla="*/ 0 h 94"/>
                <a:gd name="T18" fmla="*/ 0 w 89"/>
                <a:gd name="T19" fmla="*/ 0 h 94"/>
                <a:gd name="T20" fmla="*/ 0 w 89"/>
                <a:gd name="T21" fmla="*/ 0 h 94"/>
                <a:gd name="T22" fmla="*/ 0 w 89"/>
                <a:gd name="T23" fmla="*/ 0 h 94"/>
                <a:gd name="T24" fmla="*/ 0 w 89"/>
                <a:gd name="T25" fmla="*/ 0 h 94"/>
                <a:gd name="T26" fmla="*/ 0 w 89"/>
                <a:gd name="T27" fmla="*/ 0 h 94"/>
                <a:gd name="T28" fmla="*/ 0 w 89"/>
                <a:gd name="T29" fmla="*/ 0 h 94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w 89"/>
                <a:gd name="T46" fmla="*/ 0 h 94"/>
                <a:gd name="T47" fmla="*/ 89 w 89"/>
                <a:gd name="T48" fmla="*/ 94 h 94"/>
              </a:gdLst>
              <a:ahLst/>
              <a:cxnLst>
                <a:cxn ang="T30">
                  <a:pos x="T0" y="T1"/>
                </a:cxn>
                <a:cxn ang="T31">
                  <a:pos x="T2" y="T3"/>
                </a:cxn>
                <a:cxn ang="T32">
                  <a:pos x="T4" y="T5"/>
                </a:cxn>
                <a:cxn ang="T33">
                  <a:pos x="T6" y="T7"/>
                </a:cxn>
                <a:cxn ang="T34">
                  <a:pos x="T8" y="T9"/>
                </a:cxn>
                <a:cxn ang="T35">
                  <a:pos x="T10" y="T11"/>
                </a:cxn>
                <a:cxn ang="T36">
                  <a:pos x="T12" y="T13"/>
                </a:cxn>
                <a:cxn ang="T37">
                  <a:pos x="T14" y="T15"/>
                </a:cxn>
                <a:cxn ang="T38">
                  <a:pos x="T16" y="T17"/>
                </a:cxn>
                <a:cxn ang="T39">
                  <a:pos x="T18" y="T19"/>
                </a:cxn>
                <a:cxn ang="T40">
                  <a:pos x="T20" y="T21"/>
                </a:cxn>
                <a:cxn ang="T41">
                  <a:pos x="T22" y="T23"/>
                </a:cxn>
                <a:cxn ang="T42">
                  <a:pos x="T24" y="T25"/>
                </a:cxn>
                <a:cxn ang="T43">
                  <a:pos x="T26" y="T27"/>
                </a:cxn>
                <a:cxn ang="T44">
                  <a:pos x="T28" y="T29"/>
                </a:cxn>
              </a:cxnLst>
              <a:rect l="T45" t="T46" r="T47" b="T48"/>
              <a:pathLst>
                <a:path w="89" h="94">
                  <a:moveTo>
                    <a:pt x="17" y="94"/>
                  </a:moveTo>
                  <a:lnTo>
                    <a:pt x="10" y="84"/>
                  </a:lnTo>
                  <a:lnTo>
                    <a:pt x="3" y="73"/>
                  </a:lnTo>
                  <a:lnTo>
                    <a:pt x="0" y="62"/>
                  </a:lnTo>
                  <a:lnTo>
                    <a:pt x="0" y="50"/>
                  </a:lnTo>
                  <a:lnTo>
                    <a:pt x="2" y="38"/>
                  </a:lnTo>
                  <a:lnTo>
                    <a:pt x="6" y="27"/>
                  </a:lnTo>
                  <a:lnTo>
                    <a:pt x="13" y="17"/>
                  </a:lnTo>
                  <a:lnTo>
                    <a:pt x="22" y="10"/>
                  </a:lnTo>
                  <a:lnTo>
                    <a:pt x="33" y="4"/>
                  </a:lnTo>
                  <a:lnTo>
                    <a:pt x="44" y="0"/>
                  </a:lnTo>
                  <a:lnTo>
                    <a:pt x="56" y="0"/>
                  </a:lnTo>
                  <a:lnTo>
                    <a:pt x="68" y="2"/>
                  </a:lnTo>
                  <a:lnTo>
                    <a:pt x="79" y="7"/>
                  </a:lnTo>
                  <a:lnTo>
                    <a:pt x="89" y="13"/>
                  </a:lnTo>
                </a:path>
              </a:pathLst>
            </a:custGeom>
            <a:noFill/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78" name="Freeform 4810">
              <a:extLst>
                <a:ext uri="{FF2B5EF4-FFF2-40B4-BE49-F238E27FC236}">
                  <a16:creationId xmlns:a16="http://schemas.microsoft.com/office/drawing/2014/main" id="{55410FCB-9CA5-3657-A3BF-A6282E112C2B}"/>
                </a:ext>
              </a:extLst>
            </p:cNvPr>
            <p:cNvSpPr>
              <a:spLocks/>
            </p:cNvSpPr>
            <p:nvPr/>
          </p:nvSpPr>
          <p:spPr bwMode="auto">
            <a:xfrm>
              <a:off x="4910" y="1946"/>
              <a:ext cx="18" cy="9"/>
            </a:xfrm>
            <a:custGeom>
              <a:avLst/>
              <a:gdLst>
                <a:gd name="T0" fmla="*/ 0 w 107"/>
                <a:gd name="T1" fmla="*/ 0 h 54"/>
                <a:gd name="T2" fmla="*/ 0 w 107"/>
                <a:gd name="T3" fmla="*/ 0 h 54"/>
                <a:gd name="T4" fmla="*/ 0 w 107"/>
                <a:gd name="T5" fmla="*/ 0 h 54"/>
                <a:gd name="T6" fmla="*/ 0 w 107"/>
                <a:gd name="T7" fmla="*/ 0 h 54"/>
                <a:gd name="T8" fmla="*/ 0 w 107"/>
                <a:gd name="T9" fmla="*/ 0 h 54"/>
                <a:gd name="T10" fmla="*/ 0 w 107"/>
                <a:gd name="T11" fmla="*/ 0 h 54"/>
                <a:gd name="T12" fmla="*/ 0 w 107"/>
                <a:gd name="T13" fmla="*/ 0 h 54"/>
                <a:gd name="T14" fmla="*/ 0 w 107"/>
                <a:gd name="T15" fmla="*/ 0 h 54"/>
                <a:gd name="T16" fmla="*/ 0 w 107"/>
                <a:gd name="T17" fmla="*/ 0 h 54"/>
                <a:gd name="T18" fmla="*/ 0 w 107"/>
                <a:gd name="T19" fmla="*/ 0 h 54"/>
                <a:gd name="T20" fmla="*/ 0 w 107"/>
                <a:gd name="T21" fmla="*/ 0 h 54"/>
                <a:gd name="T22" fmla="*/ 0 w 107"/>
                <a:gd name="T23" fmla="*/ 0 h 54"/>
                <a:gd name="T24" fmla="*/ 0 w 107"/>
                <a:gd name="T25" fmla="*/ 0 h 54"/>
                <a:gd name="T26" fmla="*/ 0 w 107"/>
                <a:gd name="T27" fmla="*/ 0 h 54"/>
                <a:gd name="T28" fmla="*/ 0 w 107"/>
                <a:gd name="T29" fmla="*/ 0 h 54"/>
                <a:gd name="T30" fmla="*/ 0 w 107"/>
                <a:gd name="T31" fmla="*/ 0 h 54"/>
                <a:gd name="T32" fmla="*/ 0 w 107"/>
                <a:gd name="T33" fmla="*/ 0 h 54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w 107"/>
                <a:gd name="T52" fmla="*/ 0 h 54"/>
                <a:gd name="T53" fmla="*/ 107 w 107"/>
                <a:gd name="T54" fmla="*/ 54 h 54"/>
              </a:gdLst>
              <a:ahLst/>
              <a:cxnLst>
                <a:cxn ang="T34">
                  <a:pos x="T0" y="T1"/>
                </a:cxn>
                <a:cxn ang="T35">
                  <a:pos x="T2" y="T3"/>
                </a:cxn>
                <a:cxn ang="T36">
                  <a:pos x="T4" y="T5"/>
                </a:cxn>
                <a:cxn ang="T37">
                  <a:pos x="T6" y="T7"/>
                </a:cxn>
                <a:cxn ang="T38">
                  <a:pos x="T8" y="T9"/>
                </a:cxn>
                <a:cxn ang="T39">
                  <a:pos x="T10" y="T11"/>
                </a:cxn>
                <a:cxn ang="T40">
                  <a:pos x="T12" y="T13"/>
                </a:cxn>
                <a:cxn ang="T41">
                  <a:pos x="T14" y="T15"/>
                </a:cxn>
                <a:cxn ang="T42">
                  <a:pos x="T16" y="T17"/>
                </a:cxn>
                <a:cxn ang="T43">
                  <a:pos x="T18" y="T19"/>
                </a:cxn>
                <a:cxn ang="T44">
                  <a:pos x="T20" y="T21"/>
                </a:cxn>
                <a:cxn ang="T45">
                  <a:pos x="T22" y="T23"/>
                </a:cxn>
                <a:cxn ang="T46">
                  <a:pos x="T24" y="T25"/>
                </a:cxn>
                <a:cxn ang="T47">
                  <a:pos x="T26" y="T27"/>
                </a:cxn>
                <a:cxn ang="T48">
                  <a:pos x="T28" y="T29"/>
                </a:cxn>
                <a:cxn ang="T49">
                  <a:pos x="T30" y="T31"/>
                </a:cxn>
                <a:cxn ang="T50">
                  <a:pos x="T32" y="T33"/>
                </a:cxn>
              </a:cxnLst>
              <a:rect l="T51" t="T52" r="T53" b="T54"/>
              <a:pathLst>
                <a:path w="107" h="54">
                  <a:moveTo>
                    <a:pt x="53" y="54"/>
                  </a:moveTo>
                  <a:lnTo>
                    <a:pt x="0" y="54"/>
                  </a:lnTo>
                  <a:lnTo>
                    <a:pt x="1" y="42"/>
                  </a:lnTo>
                  <a:lnTo>
                    <a:pt x="5" y="31"/>
                  </a:lnTo>
                  <a:lnTo>
                    <a:pt x="12" y="21"/>
                  </a:lnTo>
                  <a:lnTo>
                    <a:pt x="20" y="13"/>
                  </a:lnTo>
                  <a:lnTo>
                    <a:pt x="30" y="6"/>
                  </a:lnTo>
                  <a:lnTo>
                    <a:pt x="41" y="2"/>
                  </a:lnTo>
                  <a:lnTo>
                    <a:pt x="53" y="0"/>
                  </a:lnTo>
                  <a:lnTo>
                    <a:pt x="65" y="2"/>
                  </a:lnTo>
                  <a:lnTo>
                    <a:pt x="76" y="6"/>
                  </a:lnTo>
                  <a:lnTo>
                    <a:pt x="86" y="13"/>
                  </a:lnTo>
                  <a:lnTo>
                    <a:pt x="94" y="21"/>
                  </a:lnTo>
                  <a:lnTo>
                    <a:pt x="101" y="31"/>
                  </a:lnTo>
                  <a:lnTo>
                    <a:pt x="105" y="42"/>
                  </a:lnTo>
                  <a:lnTo>
                    <a:pt x="107" y="54"/>
                  </a:lnTo>
                  <a:lnTo>
                    <a:pt x="53" y="54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79" name="Freeform 4811">
              <a:extLst>
                <a:ext uri="{FF2B5EF4-FFF2-40B4-BE49-F238E27FC236}">
                  <a16:creationId xmlns:a16="http://schemas.microsoft.com/office/drawing/2014/main" id="{4AD0F2F7-1D58-ECE5-3FCD-38119CDB341D}"/>
                </a:ext>
              </a:extLst>
            </p:cNvPr>
            <p:cNvSpPr>
              <a:spLocks/>
            </p:cNvSpPr>
            <p:nvPr/>
          </p:nvSpPr>
          <p:spPr bwMode="auto">
            <a:xfrm>
              <a:off x="4910" y="1946"/>
              <a:ext cx="18" cy="9"/>
            </a:xfrm>
            <a:custGeom>
              <a:avLst/>
              <a:gdLst>
                <a:gd name="T0" fmla="*/ 0 w 107"/>
                <a:gd name="T1" fmla="*/ 0 h 54"/>
                <a:gd name="T2" fmla="*/ 0 w 107"/>
                <a:gd name="T3" fmla="*/ 0 h 54"/>
                <a:gd name="T4" fmla="*/ 0 w 107"/>
                <a:gd name="T5" fmla="*/ 0 h 54"/>
                <a:gd name="T6" fmla="*/ 0 w 107"/>
                <a:gd name="T7" fmla="*/ 0 h 54"/>
                <a:gd name="T8" fmla="*/ 0 w 107"/>
                <a:gd name="T9" fmla="*/ 0 h 54"/>
                <a:gd name="T10" fmla="*/ 0 w 107"/>
                <a:gd name="T11" fmla="*/ 0 h 54"/>
                <a:gd name="T12" fmla="*/ 0 w 107"/>
                <a:gd name="T13" fmla="*/ 0 h 54"/>
                <a:gd name="T14" fmla="*/ 0 w 107"/>
                <a:gd name="T15" fmla="*/ 0 h 54"/>
                <a:gd name="T16" fmla="*/ 0 w 107"/>
                <a:gd name="T17" fmla="*/ 0 h 54"/>
                <a:gd name="T18" fmla="*/ 0 w 107"/>
                <a:gd name="T19" fmla="*/ 0 h 54"/>
                <a:gd name="T20" fmla="*/ 0 w 107"/>
                <a:gd name="T21" fmla="*/ 0 h 54"/>
                <a:gd name="T22" fmla="*/ 0 w 107"/>
                <a:gd name="T23" fmla="*/ 0 h 54"/>
                <a:gd name="T24" fmla="*/ 0 w 107"/>
                <a:gd name="T25" fmla="*/ 0 h 54"/>
                <a:gd name="T26" fmla="*/ 0 w 107"/>
                <a:gd name="T27" fmla="*/ 0 h 54"/>
                <a:gd name="T28" fmla="*/ 0 w 107"/>
                <a:gd name="T29" fmla="*/ 0 h 54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w 107"/>
                <a:gd name="T46" fmla="*/ 0 h 54"/>
                <a:gd name="T47" fmla="*/ 107 w 107"/>
                <a:gd name="T48" fmla="*/ 54 h 54"/>
              </a:gdLst>
              <a:ahLst/>
              <a:cxnLst>
                <a:cxn ang="T30">
                  <a:pos x="T0" y="T1"/>
                </a:cxn>
                <a:cxn ang="T31">
                  <a:pos x="T2" y="T3"/>
                </a:cxn>
                <a:cxn ang="T32">
                  <a:pos x="T4" y="T5"/>
                </a:cxn>
                <a:cxn ang="T33">
                  <a:pos x="T6" y="T7"/>
                </a:cxn>
                <a:cxn ang="T34">
                  <a:pos x="T8" y="T9"/>
                </a:cxn>
                <a:cxn ang="T35">
                  <a:pos x="T10" y="T11"/>
                </a:cxn>
                <a:cxn ang="T36">
                  <a:pos x="T12" y="T13"/>
                </a:cxn>
                <a:cxn ang="T37">
                  <a:pos x="T14" y="T15"/>
                </a:cxn>
                <a:cxn ang="T38">
                  <a:pos x="T16" y="T17"/>
                </a:cxn>
                <a:cxn ang="T39">
                  <a:pos x="T18" y="T19"/>
                </a:cxn>
                <a:cxn ang="T40">
                  <a:pos x="T20" y="T21"/>
                </a:cxn>
                <a:cxn ang="T41">
                  <a:pos x="T22" y="T23"/>
                </a:cxn>
                <a:cxn ang="T42">
                  <a:pos x="T24" y="T25"/>
                </a:cxn>
                <a:cxn ang="T43">
                  <a:pos x="T26" y="T27"/>
                </a:cxn>
                <a:cxn ang="T44">
                  <a:pos x="T28" y="T29"/>
                </a:cxn>
              </a:cxnLst>
              <a:rect l="T45" t="T46" r="T47" b="T48"/>
              <a:pathLst>
                <a:path w="107" h="54">
                  <a:moveTo>
                    <a:pt x="0" y="54"/>
                  </a:moveTo>
                  <a:lnTo>
                    <a:pt x="1" y="42"/>
                  </a:lnTo>
                  <a:lnTo>
                    <a:pt x="5" y="31"/>
                  </a:lnTo>
                  <a:lnTo>
                    <a:pt x="12" y="21"/>
                  </a:lnTo>
                  <a:lnTo>
                    <a:pt x="20" y="13"/>
                  </a:lnTo>
                  <a:lnTo>
                    <a:pt x="30" y="6"/>
                  </a:lnTo>
                  <a:lnTo>
                    <a:pt x="41" y="2"/>
                  </a:lnTo>
                  <a:lnTo>
                    <a:pt x="53" y="0"/>
                  </a:lnTo>
                  <a:lnTo>
                    <a:pt x="65" y="2"/>
                  </a:lnTo>
                  <a:lnTo>
                    <a:pt x="76" y="6"/>
                  </a:lnTo>
                  <a:lnTo>
                    <a:pt x="86" y="13"/>
                  </a:lnTo>
                  <a:lnTo>
                    <a:pt x="94" y="21"/>
                  </a:lnTo>
                  <a:lnTo>
                    <a:pt x="101" y="31"/>
                  </a:lnTo>
                  <a:lnTo>
                    <a:pt x="105" y="42"/>
                  </a:lnTo>
                  <a:lnTo>
                    <a:pt x="107" y="54"/>
                  </a:lnTo>
                </a:path>
              </a:pathLst>
            </a:custGeom>
            <a:noFill/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80" name="Freeform 4812">
              <a:extLst>
                <a:ext uri="{FF2B5EF4-FFF2-40B4-BE49-F238E27FC236}">
                  <a16:creationId xmlns:a16="http://schemas.microsoft.com/office/drawing/2014/main" id="{C71230F6-2E28-C93A-371F-26768FCD7A17}"/>
                </a:ext>
              </a:extLst>
            </p:cNvPr>
            <p:cNvSpPr>
              <a:spLocks/>
            </p:cNvSpPr>
            <p:nvPr/>
          </p:nvSpPr>
          <p:spPr bwMode="auto">
            <a:xfrm>
              <a:off x="4910" y="1955"/>
              <a:ext cx="18" cy="266"/>
            </a:xfrm>
            <a:custGeom>
              <a:avLst/>
              <a:gdLst>
                <a:gd name="T0" fmla="*/ 0 w 107"/>
                <a:gd name="T1" fmla="*/ 0 h 1595"/>
                <a:gd name="T2" fmla="*/ 0 w 107"/>
                <a:gd name="T3" fmla="*/ 0 h 1595"/>
                <a:gd name="T4" fmla="*/ 0 w 107"/>
                <a:gd name="T5" fmla="*/ 0 h 1595"/>
                <a:gd name="T6" fmla="*/ 0 w 107"/>
                <a:gd name="T7" fmla="*/ 0 h 1595"/>
                <a:gd name="T8" fmla="*/ 0 w 107"/>
                <a:gd name="T9" fmla="*/ 0 h 1595"/>
                <a:gd name="T10" fmla="*/ 0 w 107"/>
                <a:gd name="T11" fmla="*/ 0 h 1595"/>
                <a:gd name="T12" fmla="*/ 0 w 107"/>
                <a:gd name="T13" fmla="*/ 0 h 1595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107"/>
                <a:gd name="T22" fmla="*/ 0 h 1595"/>
                <a:gd name="T23" fmla="*/ 107 w 107"/>
                <a:gd name="T24" fmla="*/ 1595 h 1595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107" h="1595">
                  <a:moveTo>
                    <a:pt x="107" y="0"/>
                  </a:moveTo>
                  <a:lnTo>
                    <a:pt x="53" y="0"/>
                  </a:lnTo>
                  <a:lnTo>
                    <a:pt x="0" y="0"/>
                  </a:lnTo>
                  <a:lnTo>
                    <a:pt x="0" y="1595"/>
                  </a:lnTo>
                  <a:lnTo>
                    <a:pt x="53" y="1595"/>
                  </a:lnTo>
                  <a:lnTo>
                    <a:pt x="107" y="1595"/>
                  </a:lnTo>
                  <a:lnTo>
                    <a:pt x="107" y="0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81" name="Freeform 4813">
              <a:extLst>
                <a:ext uri="{FF2B5EF4-FFF2-40B4-BE49-F238E27FC236}">
                  <a16:creationId xmlns:a16="http://schemas.microsoft.com/office/drawing/2014/main" id="{03912AF7-FA48-C782-9703-AEE8722E9415}"/>
                </a:ext>
              </a:extLst>
            </p:cNvPr>
            <p:cNvSpPr>
              <a:spLocks/>
            </p:cNvSpPr>
            <p:nvPr/>
          </p:nvSpPr>
          <p:spPr bwMode="auto">
            <a:xfrm>
              <a:off x="4910" y="1955"/>
              <a:ext cx="18" cy="266"/>
            </a:xfrm>
            <a:custGeom>
              <a:avLst/>
              <a:gdLst>
                <a:gd name="T0" fmla="*/ 0 w 107"/>
                <a:gd name="T1" fmla="*/ 0 h 1595"/>
                <a:gd name="T2" fmla="*/ 0 w 107"/>
                <a:gd name="T3" fmla="*/ 0 h 1595"/>
                <a:gd name="T4" fmla="*/ 0 w 107"/>
                <a:gd name="T5" fmla="*/ 0 h 1595"/>
                <a:gd name="T6" fmla="*/ 0 w 107"/>
                <a:gd name="T7" fmla="*/ 0 h 1595"/>
                <a:gd name="T8" fmla="*/ 0 w 107"/>
                <a:gd name="T9" fmla="*/ 0 h 1595"/>
                <a:gd name="T10" fmla="*/ 0 w 107"/>
                <a:gd name="T11" fmla="*/ 0 h 1595"/>
                <a:gd name="T12" fmla="*/ 0 w 107"/>
                <a:gd name="T13" fmla="*/ 0 h 1595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107"/>
                <a:gd name="T22" fmla="*/ 0 h 1595"/>
                <a:gd name="T23" fmla="*/ 107 w 107"/>
                <a:gd name="T24" fmla="*/ 1595 h 1595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107" h="1595">
                  <a:moveTo>
                    <a:pt x="107" y="0"/>
                  </a:moveTo>
                  <a:lnTo>
                    <a:pt x="53" y="0"/>
                  </a:lnTo>
                  <a:lnTo>
                    <a:pt x="0" y="0"/>
                  </a:lnTo>
                  <a:lnTo>
                    <a:pt x="0" y="1595"/>
                  </a:lnTo>
                  <a:lnTo>
                    <a:pt x="53" y="1595"/>
                  </a:lnTo>
                  <a:lnTo>
                    <a:pt x="107" y="1595"/>
                  </a:lnTo>
                  <a:lnTo>
                    <a:pt x="107" y="0"/>
                  </a:lnTo>
                  <a:close/>
                </a:path>
              </a:pathLst>
            </a:custGeom>
            <a:noFill/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82" name="Freeform 4814">
              <a:extLst>
                <a:ext uri="{FF2B5EF4-FFF2-40B4-BE49-F238E27FC236}">
                  <a16:creationId xmlns:a16="http://schemas.microsoft.com/office/drawing/2014/main" id="{F86AE9C8-2E9F-8A3D-7AF4-E53C4473A4C7}"/>
                </a:ext>
              </a:extLst>
            </p:cNvPr>
            <p:cNvSpPr>
              <a:spLocks/>
            </p:cNvSpPr>
            <p:nvPr/>
          </p:nvSpPr>
          <p:spPr bwMode="auto">
            <a:xfrm>
              <a:off x="4910" y="2221"/>
              <a:ext cx="18" cy="9"/>
            </a:xfrm>
            <a:custGeom>
              <a:avLst/>
              <a:gdLst>
                <a:gd name="T0" fmla="*/ 0 w 107"/>
                <a:gd name="T1" fmla="*/ 0 h 53"/>
                <a:gd name="T2" fmla="*/ 0 w 107"/>
                <a:gd name="T3" fmla="*/ 0 h 53"/>
                <a:gd name="T4" fmla="*/ 0 w 107"/>
                <a:gd name="T5" fmla="*/ 0 h 53"/>
                <a:gd name="T6" fmla="*/ 0 w 107"/>
                <a:gd name="T7" fmla="*/ 0 h 53"/>
                <a:gd name="T8" fmla="*/ 0 w 107"/>
                <a:gd name="T9" fmla="*/ 0 h 53"/>
                <a:gd name="T10" fmla="*/ 0 w 107"/>
                <a:gd name="T11" fmla="*/ 0 h 53"/>
                <a:gd name="T12" fmla="*/ 0 w 107"/>
                <a:gd name="T13" fmla="*/ 0 h 53"/>
                <a:gd name="T14" fmla="*/ 0 w 107"/>
                <a:gd name="T15" fmla="*/ 0 h 53"/>
                <a:gd name="T16" fmla="*/ 0 w 107"/>
                <a:gd name="T17" fmla="*/ 0 h 53"/>
                <a:gd name="T18" fmla="*/ 0 w 107"/>
                <a:gd name="T19" fmla="*/ 0 h 53"/>
                <a:gd name="T20" fmla="*/ 0 w 107"/>
                <a:gd name="T21" fmla="*/ 0 h 53"/>
                <a:gd name="T22" fmla="*/ 0 w 107"/>
                <a:gd name="T23" fmla="*/ 0 h 53"/>
                <a:gd name="T24" fmla="*/ 0 w 107"/>
                <a:gd name="T25" fmla="*/ 0 h 53"/>
                <a:gd name="T26" fmla="*/ 0 w 107"/>
                <a:gd name="T27" fmla="*/ 0 h 53"/>
                <a:gd name="T28" fmla="*/ 0 w 107"/>
                <a:gd name="T29" fmla="*/ 0 h 53"/>
                <a:gd name="T30" fmla="*/ 0 w 107"/>
                <a:gd name="T31" fmla="*/ 0 h 53"/>
                <a:gd name="T32" fmla="*/ 0 w 107"/>
                <a:gd name="T33" fmla="*/ 0 h 53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w 107"/>
                <a:gd name="T52" fmla="*/ 0 h 53"/>
                <a:gd name="T53" fmla="*/ 107 w 107"/>
                <a:gd name="T54" fmla="*/ 53 h 53"/>
              </a:gdLst>
              <a:ahLst/>
              <a:cxnLst>
                <a:cxn ang="T34">
                  <a:pos x="T0" y="T1"/>
                </a:cxn>
                <a:cxn ang="T35">
                  <a:pos x="T2" y="T3"/>
                </a:cxn>
                <a:cxn ang="T36">
                  <a:pos x="T4" y="T5"/>
                </a:cxn>
                <a:cxn ang="T37">
                  <a:pos x="T6" y="T7"/>
                </a:cxn>
                <a:cxn ang="T38">
                  <a:pos x="T8" y="T9"/>
                </a:cxn>
                <a:cxn ang="T39">
                  <a:pos x="T10" y="T11"/>
                </a:cxn>
                <a:cxn ang="T40">
                  <a:pos x="T12" y="T13"/>
                </a:cxn>
                <a:cxn ang="T41">
                  <a:pos x="T14" y="T15"/>
                </a:cxn>
                <a:cxn ang="T42">
                  <a:pos x="T16" y="T17"/>
                </a:cxn>
                <a:cxn ang="T43">
                  <a:pos x="T18" y="T19"/>
                </a:cxn>
                <a:cxn ang="T44">
                  <a:pos x="T20" y="T21"/>
                </a:cxn>
                <a:cxn ang="T45">
                  <a:pos x="T22" y="T23"/>
                </a:cxn>
                <a:cxn ang="T46">
                  <a:pos x="T24" y="T25"/>
                </a:cxn>
                <a:cxn ang="T47">
                  <a:pos x="T26" y="T27"/>
                </a:cxn>
                <a:cxn ang="T48">
                  <a:pos x="T28" y="T29"/>
                </a:cxn>
                <a:cxn ang="T49">
                  <a:pos x="T30" y="T31"/>
                </a:cxn>
                <a:cxn ang="T50">
                  <a:pos x="T32" y="T33"/>
                </a:cxn>
              </a:cxnLst>
              <a:rect l="T51" t="T52" r="T53" b="T54"/>
              <a:pathLst>
                <a:path w="107" h="53">
                  <a:moveTo>
                    <a:pt x="53" y="0"/>
                  </a:moveTo>
                  <a:lnTo>
                    <a:pt x="107" y="0"/>
                  </a:lnTo>
                  <a:lnTo>
                    <a:pt x="105" y="11"/>
                  </a:lnTo>
                  <a:lnTo>
                    <a:pt x="101" y="23"/>
                  </a:lnTo>
                  <a:lnTo>
                    <a:pt x="94" y="32"/>
                  </a:lnTo>
                  <a:lnTo>
                    <a:pt x="86" y="41"/>
                  </a:lnTo>
                  <a:lnTo>
                    <a:pt x="76" y="47"/>
                  </a:lnTo>
                  <a:lnTo>
                    <a:pt x="65" y="51"/>
                  </a:lnTo>
                  <a:lnTo>
                    <a:pt x="53" y="53"/>
                  </a:lnTo>
                  <a:lnTo>
                    <a:pt x="41" y="51"/>
                  </a:lnTo>
                  <a:lnTo>
                    <a:pt x="30" y="47"/>
                  </a:lnTo>
                  <a:lnTo>
                    <a:pt x="20" y="41"/>
                  </a:lnTo>
                  <a:lnTo>
                    <a:pt x="12" y="32"/>
                  </a:lnTo>
                  <a:lnTo>
                    <a:pt x="5" y="23"/>
                  </a:lnTo>
                  <a:lnTo>
                    <a:pt x="1" y="11"/>
                  </a:lnTo>
                  <a:lnTo>
                    <a:pt x="0" y="0"/>
                  </a:lnTo>
                  <a:lnTo>
                    <a:pt x="53" y="0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83" name="Freeform 4815">
              <a:extLst>
                <a:ext uri="{FF2B5EF4-FFF2-40B4-BE49-F238E27FC236}">
                  <a16:creationId xmlns:a16="http://schemas.microsoft.com/office/drawing/2014/main" id="{266BF4B1-4C61-E513-8C59-2783196E7C36}"/>
                </a:ext>
              </a:extLst>
            </p:cNvPr>
            <p:cNvSpPr>
              <a:spLocks/>
            </p:cNvSpPr>
            <p:nvPr/>
          </p:nvSpPr>
          <p:spPr bwMode="auto">
            <a:xfrm>
              <a:off x="4910" y="2221"/>
              <a:ext cx="18" cy="9"/>
            </a:xfrm>
            <a:custGeom>
              <a:avLst/>
              <a:gdLst>
                <a:gd name="T0" fmla="*/ 0 w 107"/>
                <a:gd name="T1" fmla="*/ 0 h 53"/>
                <a:gd name="T2" fmla="*/ 0 w 107"/>
                <a:gd name="T3" fmla="*/ 0 h 53"/>
                <a:gd name="T4" fmla="*/ 0 w 107"/>
                <a:gd name="T5" fmla="*/ 0 h 53"/>
                <a:gd name="T6" fmla="*/ 0 w 107"/>
                <a:gd name="T7" fmla="*/ 0 h 53"/>
                <a:gd name="T8" fmla="*/ 0 w 107"/>
                <a:gd name="T9" fmla="*/ 0 h 53"/>
                <a:gd name="T10" fmla="*/ 0 w 107"/>
                <a:gd name="T11" fmla="*/ 0 h 53"/>
                <a:gd name="T12" fmla="*/ 0 w 107"/>
                <a:gd name="T13" fmla="*/ 0 h 53"/>
                <a:gd name="T14" fmla="*/ 0 w 107"/>
                <a:gd name="T15" fmla="*/ 0 h 53"/>
                <a:gd name="T16" fmla="*/ 0 w 107"/>
                <a:gd name="T17" fmla="*/ 0 h 53"/>
                <a:gd name="T18" fmla="*/ 0 w 107"/>
                <a:gd name="T19" fmla="*/ 0 h 53"/>
                <a:gd name="T20" fmla="*/ 0 w 107"/>
                <a:gd name="T21" fmla="*/ 0 h 53"/>
                <a:gd name="T22" fmla="*/ 0 w 107"/>
                <a:gd name="T23" fmla="*/ 0 h 53"/>
                <a:gd name="T24" fmla="*/ 0 w 107"/>
                <a:gd name="T25" fmla="*/ 0 h 53"/>
                <a:gd name="T26" fmla="*/ 0 w 107"/>
                <a:gd name="T27" fmla="*/ 0 h 53"/>
                <a:gd name="T28" fmla="*/ 0 w 107"/>
                <a:gd name="T29" fmla="*/ 0 h 53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w 107"/>
                <a:gd name="T46" fmla="*/ 0 h 53"/>
                <a:gd name="T47" fmla="*/ 107 w 107"/>
                <a:gd name="T48" fmla="*/ 53 h 53"/>
              </a:gdLst>
              <a:ahLst/>
              <a:cxnLst>
                <a:cxn ang="T30">
                  <a:pos x="T0" y="T1"/>
                </a:cxn>
                <a:cxn ang="T31">
                  <a:pos x="T2" y="T3"/>
                </a:cxn>
                <a:cxn ang="T32">
                  <a:pos x="T4" y="T5"/>
                </a:cxn>
                <a:cxn ang="T33">
                  <a:pos x="T6" y="T7"/>
                </a:cxn>
                <a:cxn ang="T34">
                  <a:pos x="T8" y="T9"/>
                </a:cxn>
                <a:cxn ang="T35">
                  <a:pos x="T10" y="T11"/>
                </a:cxn>
                <a:cxn ang="T36">
                  <a:pos x="T12" y="T13"/>
                </a:cxn>
                <a:cxn ang="T37">
                  <a:pos x="T14" y="T15"/>
                </a:cxn>
                <a:cxn ang="T38">
                  <a:pos x="T16" y="T17"/>
                </a:cxn>
                <a:cxn ang="T39">
                  <a:pos x="T18" y="T19"/>
                </a:cxn>
                <a:cxn ang="T40">
                  <a:pos x="T20" y="T21"/>
                </a:cxn>
                <a:cxn ang="T41">
                  <a:pos x="T22" y="T23"/>
                </a:cxn>
                <a:cxn ang="T42">
                  <a:pos x="T24" y="T25"/>
                </a:cxn>
                <a:cxn ang="T43">
                  <a:pos x="T26" y="T27"/>
                </a:cxn>
                <a:cxn ang="T44">
                  <a:pos x="T28" y="T29"/>
                </a:cxn>
              </a:cxnLst>
              <a:rect l="T45" t="T46" r="T47" b="T48"/>
              <a:pathLst>
                <a:path w="107" h="53">
                  <a:moveTo>
                    <a:pt x="107" y="0"/>
                  </a:moveTo>
                  <a:lnTo>
                    <a:pt x="105" y="11"/>
                  </a:lnTo>
                  <a:lnTo>
                    <a:pt x="101" y="23"/>
                  </a:lnTo>
                  <a:lnTo>
                    <a:pt x="94" y="32"/>
                  </a:lnTo>
                  <a:lnTo>
                    <a:pt x="86" y="41"/>
                  </a:lnTo>
                  <a:lnTo>
                    <a:pt x="76" y="47"/>
                  </a:lnTo>
                  <a:lnTo>
                    <a:pt x="65" y="51"/>
                  </a:lnTo>
                  <a:lnTo>
                    <a:pt x="53" y="53"/>
                  </a:lnTo>
                  <a:lnTo>
                    <a:pt x="41" y="51"/>
                  </a:lnTo>
                  <a:lnTo>
                    <a:pt x="30" y="47"/>
                  </a:lnTo>
                  <a:lnTo>
                    <a:pt x="20" y="41"/>
                  </a:lnTo>
                  <a:lnTo>
                    <a:pt x="12" y="32"/>
                  </a:lnTo>
                  <a:lnTo>
                    <a:pt x="5" y="23"/>
                  </a:lnTo>
                  <a:lnTo>
                    <a:pt x="1" y="11"/>
                  </a:lnTo>
                  <a:lnTo>
                    <a:pt x="0" y="0"/>
                  </a:lnTo>
                </a:path>
              </a:pathLst>
            </a:custGeom>
            <a:noFill/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84" name="Freeform 4816">
              <a:extLst>
                <a:ext uri="{FF2B5EF4-FFF2-40B4-BE49-F238E27FC236}">
                  <a16:creationId xmlns:a16="http://schemas.microsoft.com/office/drawing/2014/main" id="{73EC3158-052D-ADFE-048C-07C56C9DF1C0}"/>
                </a:ext>
              </a:extLst>
            </p:cNvPr>
            <p:cNvSpPr>
              <a:spLocks/>
            </p:cNvSpPr>
            <p:nvPr/>
          </p:nvSpPr>
          <p:spPr bwMode="auto">
            <a:xfrm>
              <a:off x="4527" y="1769"/>
              <a:ext cx="18" cy="9"/>
            </a:xfrm>
            <a:custGeom>
              <a:avLst/>
              <a:gdLst>
                <a:gd name="T0" fmla="*/ 0 w 107"/>
                <a:gd name="T1" fmla="*/ 0 h 54"/>
                <a:gd name="T2" fmla="*/ 0 w 107"/>
                <a:gd name="T3" fmla="*/ 0 h 54"/>
                <a:gd name="T4" fmla="*/ 0 w 107"/>
                <a:gd name="T5" fmla="*/ 0 h 54"/>
                <a:gd name="T6" fmla="*/ 0 w 107"/>
                <a:gd name="T7" fmla="*/ 0 h 54"/>
                <a:gd name="T8" fmla="*/ 0 w 107"/>
                <a:gd name="T9" fmla="*/ 0 h 54"/>
                <a:gd name="T10" fmla="*/ 0 w 107"/>
                <a:gd name="T11" fmla="*/ 0 h 54"/>
                <a:gd name="T12" fmla="*/ 0 w 107"/>
                <a:gd name="T13" fmla="*/ 0 h 54"/>
                <a:gd name="T14" fmla="*/ 0 w 107"/>
                <a:gd name="T15" fmla="*/ 0 h 54"/>
                <a:gd name="T16" fmla="*/ 0 w 107"/>
                <a:gd name="T17" fmla="*/ 0 h 54"/>
                <a:gd name="T18" fmla="*/ 0 w 107"/>
                <a:gd name="T19" fmla="*/ 0 h 54"/>
                <a:gd name="T20" fmla="*/ 0 w 107"/>
                <a:gd name="T21" fmla="*/ 0 h 54"/>
                <a:gd name="T22" fmla="*/ 0 w 107"/>
                <a:gd name="T23" fmla="*/ 0 h 54"/>
                <a:gd name="T24" fmla="*/ 0 w 107"/>
                <a:gd name="T25" fmla="*/ 0 h 54"/>
                <a:gd name="T26" fmla="*/ 0 w 107"/>
                <a:gd name="T27" fmla="*/ 0 h 54"/>
                <a:gd name="T28" fmla="*/ 0 w 107"/>
                <a:gd name="T29" fmla="*/ 0 h 54"/>
                <a:gd name="T30" fmla="*/ 0 w 107"/>
                <a:gd name="T31" fmla="*/ 0 h 54"/>
                <a:gd name="T32" fmla="*/ 0 w 107"/>
                <a:gd name="T33" fmla="*/ 0 h 54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w 107"/>
                <a:gd name="T52" fmla="*/ 0 h 54"/>
                <a:gd name="T53" fmla="*/ 107 w 107"/>
                <a:gd name="T54" fmla="*/ 54 h 54"/>
              </a:gdLst>
              <a:ahLst/>
              <a:cxnLst>
                <a:cxn ang="T34">
                  <a:pos x="T0" y="T1"/>
                </a:cxn>
                <a:cxn ang="T35">
                  <a:pos x="T2" y="T3"/>
                </a:cxn>
                <a:cxn ang="T36">
                  <a:pos x="T4" y="T5"/>
                </a:cxn>
                <a:cxn ang="T37">
                  <a:pos x="T6" y="T7"/>
                </a:cxn>
                <a:cxn ang="T38">
                  <a:pos x="T8" y="T9"/>
                </a:cxn>
                <a:cxn ang="T39">
                  <a:pos x="T10" y="T11"/>
                </a:cxn>
                <a:cxn ang="T40">
                  <a:pos x="T12" y="T13"/>
                </a:cxn>
                <a:cxn ang="T41">
                  <a:pos x="T14" y="T15"/>
                </a:cxn>
                <a:cxn ang="T42">
                  <a:pos x="T16" y="T17"/>
                </a:cxn>
                <a:cxn ang="T43">
                  <a:pos x="T18" y="T19"/>
                </a:cxn>
                <a:cxn ang="T44">
                  <a:pos x="T20" y="T21"/>
                </a:cxn>
                <a:cxn ang="T45">
                  <a:pos x="T22" y="T23"/>
                </a:cxn>
                <a:cxn ang="T46">
                  <a:pos x="T24" y="T25"/>
                </a:cxn>
                <a:cxn ang="T47">
                  <a:pos x="T26" y="T27"/>
                </a:cxn>
                <a:cxn ang="T48">
                  <a:pos x="T28" y="T29"/>
                </a:cxn>
                <a:cxn ang="T49">
                  <a:pos x="T30" y="T31"/>
                </a:cxn>
                <a:cxn ang="T50">
                  <a:pos x="T32" y="T33"/>
                </a:cxn>
              </a:cxnLst>
              <a:rect l="T51" t="T52" r="T53" b="T54"/>
              <a:pathLst>
                <a:path w="107" h="54">
                  <a:moveTo>
                    <a:pt x="53" y="54"/>
                  </a:moveTo>
                  <a:lnTo>
                    <a:pt x="0" y="54"/>
                  </a:lnTo>
                  <a:lnTo>
                    <a:pt x="1" y="42"/>
                  </a:lnTo>
                  <a:lnTo>
                    <a:pt x="6" y="31"/>
                  </a:lnTo>
                  <a:lnTo>
                    <a:pt x="12" y="21"/>
                  </a:lnTo>
                  <a:lnTo>
                    <a:pt x="20" y="13"/>
                  </a:lnTo>
                  <a:lnTo>
                    <a:pt x="30" y="6"/>
                  </a:lnTo>
                  <a:lnTo>
                    <a:pt x="42" y="2"/>
                  </a:lnTo>
                  <a:lnTo>
                    <a:pt x="53" y="0"/>
                  </a:lnTo>
                  <a:lnTo>
                    <a:pt x="65" y="2"/>
                  </a:lnTo>
                  <a:lnTo>
                    <a:pt x="77" y="6"/>
                  </a:lnTo>
                  <a:lnTo>
                    <a:pt x="86" y="13"/>
                  </a:lnTo>
                  <a:lnTo>
                    <a:pt x="95" y="21"/>
                  </a:lnTo>
                  <a:lnTo>
                    <a:pt x="101" y="31"/>
                  </a:lnTo>
                  <a:lnTo>
                    <a:pt x="105" y="42"/>
                  </a:lnTo>
                  <a:lnTo>
                    <a:pt x="107" y="54"/>
                  </a:lnTo>
                  <a:lnTo>
                    <a:pt x="53" y="54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85" name="Freeform 4817">
              <a:extLst>
                <a:ext uri="{FF2B5EF4-FFF2-40B4-BE49-F238E27FC236}">
                  <a16:creationId xmlns:a16="http://schemas.microsoft.com/office/drawing/2014/main" id="{69D9FC29-AF50-1965-73E8-2D8D3CF413CC}"/>
                </a:ext>
              </a:extLst>
            </p:cNvPr>
            <p:cNvSpPr>
              <a:spLocks/>
            </p:cNvSpPr>
            <p:nvPr/>
          </p:nvSpPr>
          <p:spPr bwMode="auto">
            <a:xfrm>
              <a:off x="4527" y="1769"/>
              <a:ext cx="18" cy="9"/>
            </a:xfrm>
            <a:custGeom>
              <a:avLst/>
              <a:gdLst>
                <a:gd name="T0" fmla="*/ 0 w 107"/>
                <a:gd name="T1" fmla="*/ 0 h 54"/>
                <a:gd name="T2" fmla="*/ 0 w 107"/>
                <a:gd name="T3" fmla="*/ 0 h 54"/>
                <a:gd name="T4" fmla="*/ 0 w 107"/>
                <a:gd name="T5" fmla="*/ 0 h 54"/>
                <a:gd name="T6" fmla="*/ 0 w 107"/>
                <a:gd name="T7" fmla="*/ 0 h 54"/>
                <a:gd name="T8" fmla="*/ 0 w 107"/>
                <a:gd name="T9" fmla="*/ 0 h 54"/>
                <a:gd name="T10" fmla="*/ 0 w 107"/>
                <a:gd name="T11" fmla="*/ 0 h 54"/>
                <a:gd name="T12" fmla="*/ 0 w 107"/>
                <a:gd name="T13" fmla="*/ 0 h 54"/>
                <a:gd name="T14" fmla="*/ 0 w 107"/>
                <a:gd name="T15" fmla="*/ 0 h 54"/>
                <a:gd name="T16" fmla="*/ 0 w 107"/>
                <a:gd name="T17" fmla="*/ 0 h 54"/>
                <a:gd name="T18" fmla="*/ 0 w 107"/>
                <a:gd name="T19" fmla="*/ 0 h 54"/>
                <a:gd name="T20" fmla="*/ 0 w 107"/>
                <a:gd name="T21" fmla="*/ 0 h 54"/>
                <a:gd name="T22" fmla="*/ 0 w 107"/>
                <a:gd name="T23" fmla="*/ 0 h 54"/>
                <a:gd name="T24" fmla="*/ 0 w 107"/>
                <a:gd name="T25" fmla="*/ 0 h 54"/>
                <a:gd name="T26" fmla="*/ 0 w 107"/>
                <a:gd name="T27" fmla="*/ 0 h 54"/>
                <a:gd name="T28" fmla="*/ 0 w 107"/>
                <a:gd name="T29" fmla="*/ 0 h 54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w 107"/>
                <a:gd name="T46" fmla="*/ 0 h 54"/>
                <a:gd name="T47" fmla="*/ 107 w 107"/>
                <a:gd name="T48" fmla="*/ 54 h 54"/>
              </a:gdLst>
              <a:ahLst/>
              <a:cxnLst>
                <a:cxn ang="T30">
                  <a:pos x="T0" y="T1"/>
                </a:cxn>
                <a:cxn ang="T31">
                  <a:pos x="T2" y="T3"/>
                </a:cxn>
                <a:cxn ang="T32">
                  <a:pos x="T4" y="T5"/>
                </a:cxn>
                <a:cxn ang="T33">
                  <a:pos x="T6" y="T7"/>
                </a:cxn>
                <a:cxn ang="T34">
                  <a:pos x="T8" y="T9"/>
                </a:cxn>
                <a:cxn ang="T35">
                  <a:pos x="T10" y="T11"/>
                </a:cxn>
                <a:cxn ang="T36">
                  <a:pos x="T12" y="T13"/>
                </a:cxn>
                <a:cxn ang="T37">
                  <a:pos x="T14" y="T15"/>
                </a:cxn>
                <a:cxn ang="T38">
                  <a:pos x="T16" y="T17"/>
                </a:cxn>
                <a:cxn ang="T39">
                  <a:pos x="T18" y="T19"/>
                </a:cxn>
                <a:cxn ang="T40">
                  <a:pos x="T20" y="T21"/>
                </a:cxn>
                <a:cxn ang="T41">
                  <a:pos x="T22" y="T23"/>
                </a:cxn>
                <a:cxn ang="T42">
                  <a:pos x="T24" y="T25"/>
                </a:cxn>
                <a:cxn ang="T43">
                  <a:pos x="T26" y="T27"/>
                </a:cxn>
                <a:cxn ang="T44">
                  <a:pos x="T28" y="T29"/>
                </a:cxn>
              </a:cxnLst>
              <a:rect l="T45" t="T46" r="T47" b="T48"/>
              <a:pathLst>
                <a:path w="107" h="54">
                  <a:moveTo>
                    <a:pt x="0" y="54"/>
                  </a:moveTo>
                  <a:lnTo>
                    <a:pt x="1" y="42"/>
                  </a:lnTo>
                  <a:lnTo>
                    <a:pt x="6" y="31"/>
                  </a:lnTo>
                  <a:lnTo>
                    <a:pt x="12" y="21"/>
                  </a:lnTo>
                  <a:lnTo>
                    <a:pt x="20" y="13"/>
                  </a:lnTo>
                  <a:lnTo>
                    <a:pt x="30" y="6"/>
                  </a:lnTo>
                  <a:lnTo>
                    <a:pt x="42" y="2"/>
                  </a:lnTo>
                  <a:lnTo>
                    <a:pt x="53" y="0"/>
                  </a:lnTo>
                  <a:lnTo>
                    <a:pt x="65" y="2"/>
                  </a:lnTo>
                  <a:lnTo>
                    <a:pt x="77" y="6"/>
                  </a:lnTo>
                  <a:lnTo>
                    <a:pt x="86" y="13"/>
                  </a:lnTo>
                  <a:lnTo>
                    <a:pt x="95" y="21"/>
                  </a:lnTo>
                  <a:lnTo>
                    <a:pt x="101" y="31"/>
                  </a:lnTo>
                  <a:lnTo>
                    <a:pt x="105" y="42"/>
                  </a:lnTo>
                  <a:lnTo>
                    <a:pt x="107" y="54"/>
                  </a:lnTo>
                </a:path>
              </a:pathLst>
            </a:custGeom>
            <a:noFill/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86" name="Freeform 4818">
              <a:extLst>
                <a:ext uri="{FF2B5EF4-FFF2-40B4-BE49-F238E27FC236}">
                  <a16:creationId xmlns:a16="http://schemas.microsoft.com/office/drawing/2014/main" id="{5CF621DC-C0F6-4C62-1B72-28D7DE5BE067}"/>
                </a:ext>
              </a:extLst>
            </p:cNvPr>
            <p:cNvSpPr>
              <a:spLocks/>
            </p:cNvSpPr>
            <p:nvPr/>
          </p:nvSpPr>
          <p:spPr bwMode="auto">
            <a:xfrm>
              <a:off x="4527" y="1778"/>
              <a:ext cx="18" cy="620"/>
            </a:xfrm>
            <a:custGeom>
              <a:avLst/>
              <a:gdLst>
                <a:gd name="T0" fmla="*/ 0 w 107"/>
                <a:gd name="T1" fmla="*/ 0 h 3720"/>
                <a:gd name="T2" fmla="*/ 0 w 107"/>
                <a:gd name="T3" fmla="*/ 0 h 3720"/>
                <a:gd name="T4" fmla="*/ 0 w 107"/>
                <a:gd name="T5" fmla="*/ 0 h 3720"/>
                <a:gd name="T6" fmla="*/ 0 w 107"/>
                <a:gd name="T7" fmla="*/ 0 h 3720"/>
                <a:gd name="T8" fmla="*/ 0 w 107"/>
                <a:gd name="T9" fmla="*/ 0 h 3720"/>
                <a:gd name="T10" fmla="*/ 0 w 107"/>
                <a:gd name="T11" fmla="*/ 0 h 3720"/>
                <a:gd name="T12" fmla="*/ 0 w 107"/>
                <a:gd name="T13" fmla="*/ 0 h 3720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107"/>
                <a:gd name="T22" fmla="*/ 0 h 3720"/>
                <a:gd name="T23" fmla="*/ 107 w 107"/>
                <a:gd name="T24" fmla="*/ 3720 h 3720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107" h="3720">
                  <a:moveTo>
                    <a:pt x="107" y="0"/>
                  </a:moveTo>
                  <a:lnTo>
                    <a:pt x="53" y="0"/>
                  </a:lnTo>
                  <a:lnTo>
                    <a:pt x="0" y="0"/>
                  </a:lnTo>
                  <a:lnTo>
                    <a:pt x="0" y="3720"/>
                  </a:lnTo>
                  <a:lnTo>
                    <a:pt x="53" y="3720"/>
                  </a:lnTo>
                  <a:lnTo>
                    <a:pt x="107" y="3720"/>
                  </a:lnTo>
                  <a:lnTo>
                    <a:pt x="107" y="0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87" name="Freeform 4819">
              <a:extLst>
                <a:ext uri="{FF2B5EF4-FFF2-40B4-BE49-F238E27FC236}">
                  <a16:creationId xmlns:a16="http://schemas.microsoft.com/office/drawing/2014/main" id="{8092D43D-FBC0-169C-118F-152AD60D8550}"/>
                </a:ext>
              </a:extLst>
            </p:cNvPr>
            <p:cNvSpPr>
              <a:spLocks/>
            </p:cNvSpPr>
            <p:nvPr/>
          </p:nvSpPr>
          <p:spPr bwMode="auto">
            <a:xfrm>
              <a:off x="4527" y="1778"/>
              <a:ext cx="18" cy="620"/>
            </a:xfrm>
            <a:custGeom>
              <a:avLst/>
              <a:gdLst>
                <a:gd name="T0" fmla="*/ 0 w 107"/>
                <a:gd name="T1" fmla="*/ 0 h 3720"/>
                <a:gd name="T2" fmla="*/ 0 w 107"/>
                <a:gd name="T3" fmla="*/ 0 h 3720"/>
                <a:gd name="T4" fmla="*/ 0 w 107"/>
                <a:gd name="T5" fmla="*/ 0 h 3720"/>
                <a:gd name="T6" fmla="*/ 0 w 107"/>
                <a:gd name="T7" fmla="*/ 0 h 3720"/>
                <a:gd name="T8" fmla="*/ 0 w 107"/>
                <a:gd name="T9" fmla="*/ 0 h 3720"/>
                <a:gd name="T10" fmla="*/ 0 w 107"/>
                <a:gd name="T11" fmla="*/ 0 h 3720"/>
                <a:gd name="T12" fmla="*/ 0 w 107"/>
                <a:gd name="T13" fmla="*/ 0 h 3720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107"/>
                <a:gd name="T22" fmla="*/ 0 h 3720"/>
                <a:gd name="T23" fmla="*/ 107 w 107"/>
                <a:gd name="T24" fmla="*/ 3720 h 3720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107" h="3720">
                  <a:moveTo>
                    <a:pt x="107" y="0"/>
                  </a:moveTo>
                  <a:lnTo>
                    <a:pt x="53" y="0"/>
                  </a:lnTo>
                  <a:lnTo>
                    <a:pt x="0" y="0"/>
                  </a:lnTo>
                  <a:lnTo>
                    <a:pt x="0" y="3720"/>
                  </a:lnTo>
                  <a:lnTo>
                    <a:pt x="53" y="3720"/>
                  </a:lnTo>
                  <a:lnTo>
                    <a:pt x="107" y="3720"/>
                  </a:lnTo>
                  <a:lnTo>
                    <a:pt x="107" y="0"/>
                  </a:lnTo>
                  <a:close/>
                </a:path>
              </a:pathLst>
            </a:custGeom>
            <a:noFill/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88" name="Freeform 4820">
              <a:extLst>
                <a:ext uri="{FF2B5EF4-FFF2-40B4-BE49-F238E27FC236}">
                  <a16:creationId xmlns:a16="http://schemas.microsoft.com/office/drawing/2014/main" id="{AFFE56D9-D570-C99B-C59E-9914BE69AA84}"/>
                </a:ext>
              </a:extLst>
            </p:cNvPr>
            <p:cNvSpPr>
              <a:spLocks/>
            </p:cNvSpPr>
            <p:nvPr/>
          </p:nvSpPr>
          <p:spPr bwMode="auto">
            <a:xfrm>
              <a:off x="4527" y="2398"/>
              <a:ext cx="18" cy="9"/>
            </a:xfrm>
            <a:custGeom>
              <a:avLst/>
              <a:gdLst>
                <a:gd name="T0" fmla="*/ 0 w 107"/>
                <a:gd name="T1" fmla="*/ 0 h 53"/>
                <a:gd name="T2" fmla="*/ 0 w 107"/>
                <a:gd name="T3" fmla="*/ 0 h 53"/>
                <a:gd name="T4" fmla="*/ 0 w 107"/>
                <a:gd name="T5" fmla="*/ 0 h 53"/>
                <a:gd name="T6" fmla="*/ 0 w 107"/>
                <a:gd name="T7" fmla="*/ 0 h 53"/>
                <a:gd name="T8" fmla="*/ 0 w 107"/>
                <a:gd name="T9" fmla="*/ 0 h 53"/>
                <a:gd name="T10" fmla="*/ 0 w 107"/>
                <a:gd name="T11" fmla="*/ 0 h 53"/>
                <a:gd name="T12" fmla="*/ 0 w 107"/>
                <a:gd name="T13" fmla="*/ 0 h 53"/>
                <a:gd name="T14" fmla="*/ 0 w 107"/>
                <a:gd name="T15" fmla="*/ 0 h 53"/>
                <a:gd name="T16" fmla="*/ 0 w 107"/>
                <a:gd name="T17" fmla="*/ 0 h 53"/>
                <a:gd name="T18" fmla="*/ 0 w 107"/>
                <a:gd name="T19" fmla="*/ 0 h 53"/>
                <a:gd name="T20" fmla="*/ 0 w 107"/>
                <a:gd name="T21" fmla="*/ 0 h 53"/>
                <a:gd name="T22" fmla="*/ 0 w 107"/>
                <a:gd name="T23" fmla="*/ 0 h 53"/>
                <a:gd name="T24" fmla="*/ 0 w 107"/>
                <a:gd name="T25" fmla="*/ 0 h 53"/>
                <a:gd name="T26" fmla="*/ 0 w 107"/>
                <a:gd name="T27" fmla="*/ 0 h 53"/>
                <a:gd name="T28" fmla="*/ 0 w 107"/>
                <a:gd name="T29" fmla="*/ 0 h 53"/>
                <a:gd name="T30" fmla="*/ 0 w 107"/>
                <a:gd name="T31" fmla="*/ 0 h 53"/>
                <a:gd name="T32" fmla="*/ 0 w 107"/>
                <a:gd name="T33" fmla="*/ 0 h 53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w 107"/>
                <a:gd name="T52" fmla="*/ 0 h 53"/>
                <a:gd name="T53" fmla="*/ 107 w 107"/>
                <a:gd name="T54" fmla="*/ 53 h 53"/>
              </a:gdLst>
              <a:ahLst/>
              <a:cxnLst>
                <a:cxn ang="T34">
                  <a:pos x="T0" y="T1"/>
                </a:cxn>
                <a:cxn ang="T35">
                  <a:pos x="T2" y="T3"/>
                </a:cxn>
                <a:cxn ang="T36">
                  <a:pos x="T4" y="T5"/>
                </a:cxn>
                <a:cxn ang="T37">
                  <a:pos x="T6" y="T7"/>
                </a:cxn>
                <a:cxn ang="T38">
                  <a:pos x="T8" y="T9"/>
                </a:cxn>
                <a:cxn ang="T39">
                  <a:pos x="T10" y="T11"/>
                </a:cxn>
                <a:cxn ang="T40">
                  <a:pos x="T12" y="T13"/>
                </a:cxn>
                <a:cxn ang="T41">
                  <a:pos x="T14" y="T15"/>
                </a:cxn>
                <a:cxn ang="T42">
                  <a:pos x="T16" y="T17"/>
                </a:cxn>
                <a:cxn ang="T43">
                  <a:pos x="T18" y="T19"/>
                </a:cxn>
                <a:cxn ang="T44">
                  <a:pos x="T20" y="T21"/>
                </a:cxn>
                <a:cxn ang="T45">
                  <a:pos x="T22" y="T23"/>
                </a:cxn>
                <a:cxn ang="T46">
                  <a:pos x="T24" y="T25"/>
                </a:cxn>
                <a:cxn ang="T47">
                  <a:pos x="T26" y="T27"/>
                </a:cxn>
                <a:cxn ang="T48">
                  <a:pos x="T28" y="T29"/>
                </a:cxn>
                <a:cxn ang="T49">
                  <a:pos x="T30" y="T31"/>
                </a:cxn>
                <a:cxn ang="T50">
                  <a:pos x="T32" y="T33"/>
                </a:cxn>
              </a:cxnLst>
              <a:rect l="T51" t="T52" r="T53" b="T54"/>
              <a:pathLst>
                <a:path w="107" h="53">
                  <a:moveTo>
                    <a:pt x="53" y="0"/>
                  </a:moveTo>
                  <a:lnTo>
                    <a:pt x="107" y="0"/>
                  </a:lnTo>
                  <a:lnTo>
                    <a:pt x="105" y="11"/>
                  </a:lnTo>
                  <a:lnTo>
                    <a:pt x="101" y="23"/>
                  </a:lnTo>
                  <a:lnTo>
                    <a:pt x="95" y="32"/>
                  </a:lnTo>
                  <a:lnTo>
                    <a:pt x="86" y="41"/>
                  </a:lnTo>
                  <a:lnTo>
                    <a:pt x="77" y="47"/>
                  </a:lnTo>
                  <a:lnTo>
                    <a:pt x="65" y="51"/>
                  </a:lnTo>
                  <a:lnTo>
                    <a:pt x="53" y="53"/>
                  </a:lnTo>
                  <a:lnTo>
                    <a:pt x="42" y="51"/>
                  </a:lnTo>
                  <a:lnTo>
                    <a:pt x="30" y="47"/>
                  </a:lnTo>
                  <a:lnTo>
                    <a:pt x="20" y="41"/>
                  </a:lnTo>
                  <a:lnTo>
                    <a:pt x="12" y="32"/>
                  </a:lnTo>
                  <a:lnTo>
                    <a:pt x="6" y="23"/>
                  </a:lnTo>
                  <a:lnTo>
                    <a:pt x="1" y="11"/>
                  </a:lnTo>
                  <a:lnTo>
                    <a:pt x="0" y="0"/>
                  </a:lnTo>
                  <a:lnTo>
                    <a:pt x="53" y="0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89" name="Freeform 4821">
              <a:extLst>
                <a:ext uri="{FF2B5EF4-FFF2-40B4-BE49-F238E27FC236}">
                  <a16:creationId xmlns:a16="http://schemas.microsoft.com/office/drawing/2014/main" id="{CA47BA39-DED1-DE99-1930-871D0B1382C8}"/>
                </a:ext>
              </a:extLst>
            </p:cNvPr>
            <p:cNvSpPr>
              <a:spLocks/>
            </p:cNvSpPr>
            <p:nvPr/>
          </p:nvSpPr>
          <p:spPr bwMode="auto">
            <a:xfrm>
              <a:off x="4527" y="2398"/>
              <a:ext cx="18" cy="9"/>
            </a:xfrm>
            <a:custGeom>
              <a:avLst/>
              <a:gdLst>
                <a:gd name="T0" fmla="*/ 0 w 107"/>
                <a:gd name="T1" fmla="*/ 0 h 53"/>
                <a:gd name="T2" fmla="*/ 0 w 107"/>
                <a:gd name="T3" fmla="*/ 0 h 53"/>
                <a:gd name="T4" fmla="*/ 0 w 107"/>
                <a:gd name="T5" fmla="*/ 0 h 53"/>
                <a:gd name="T6" fmla="*/ 0 w 107"/>
                <a:gd name="T7" fmla="*/ 0 h 53"/>
                <a:gd name="T8" fmla="*/ 0 w 107"/>
                <a:gd name="T9" fmla="*/ 0 h 53"/>
                <a:gd name="T10" fmla="*/ 0 w 107"/>
                <a:gd name="T11" fmla="*/ 0 h 53"/>
                <a:gd name="T12" fmla="*/ 0 w 107"/>
                <a:gd name="T13" fmla="*/ 0 h 53"/>
                <a:gd name="T14" fmla="*/ 0 w 107"/>
                <a:gd name="T15" fmla="*/ 0 h 53"/>
                <a:gd name="T16" fmla="*/ 0 w 107"/>
                <a:gd name="T17" fmla="*/ 0 h 53"/>
                <a:gd name="T18" fmla="*/ 0 w 107"/>
                <a:gd name="T19" fmla="*/ 0 h 53"/>
                <a:gd name="T20" fmla="*/ 0 w 107"/>
                <a:gd name="T21" fmla="*/ 0 h 53"/>
                <a:gd name="T22" fmla="*/ 0 w 107"/>
                <a:gd name="T23" fmla="*/ 0 h 53"/>
                <a:gd name="T24" fmla="*/ 0 w 107"/>
                <a:gd name="T25" fmla="*/ 0 h 53"/>
                <a:gd name="T26" fmla="*/ 0 w 107"/>
                <a:gd name="T27" fmla="*/ 0 h 53"/>
                <a:gd name="T28" fmla="*/ 0 w 107"/>
                <a:gd name="T29" fmla="*/ 0 h 53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w 107"/>
                <a:gd name="T46" fmla="*/ 0 h 53"/>
                <a:gd name="T47" fmla="*/ 107 w 107"/>
                <a:gd name="T48" fmla="*/ 53 h 53"/>
              </a:gdLst>
              <a:ahLst/>
              <a:cxnLst>
                <a:cxn ang="T30">
                  <a:pos x="T0" y="T1"/>
                </a:cxn>
                <a:cxn ang="T31">
                  <a:pos x="T2" y="T3"/>
                </a:cxn>
                <a:cxn ang="T32">
                  <a:pos x="T4" y="T5"/>
                </a:cxn>
                <a:cxn ang="T33">
                  <a:pos x="T6" y="T7"/>
                </a:cxn>
                <a:cxn ang="T34">
                  <a:pos x="T8" y="T9"/>
                </a:cxn>
                <a:cxn ang="T35">
                  <a:pos x="T10" y="T11"/>
                </a:cxn>
                <a:cxn ang="T36">
                  <a:pos x="T12" y="T13"/>
                </a:cxn>
                <a:cxn ang="T37">
                  <a:pos x="T14" y="T15"/>
                </a:cxn>
                <a:cxn ang="T38">
                  <a:pos x="T16" y="T17"/>
                </a:cxn>
                <a:cxn ang="T39">
                  <a:pos x="T18" y="T19"/>
                </a:cxn>
                <a:cxn ang="T40">
                  <a:pos x="T20" y="T21"/>
                </a:cxn>
                <a:cxn ang="T41">
                  <a:pos x="T22" y="T23"/>
                </a:cxn>
                <a:cxn ang="T42">
                  <a:pos x="T24" y="T25"/>
                </a:cxn>
                <a:cxn ang="T43">
                  <a:pos x="T26" y="T27"/>
                </a:cxn>
                <a:cxn ang="T44">
                  <a:pos x="T28" y="T29"/>
                </a:cxn>
              </a:cxnLst>
              <a:rect l="T45" t="T46" r="T47" b="T48"/>
              <a:pathLst>
                <a:path w="107" h="53">
                  <a:moveTo>
                    <a:pt x="107" y="0"/>
                  </a:moveTo>
                  <a:lnTo>
                    <a:pt x="105" y="11"/>
                  </a:lnTo>
                  <a:lnTo>
                    <a:pt x="101" y="23"/>
                  </a:lnTo>
                  <a:lnTo>
                    <a:pt x="95" y="32"/>
                  </a:lnTo>
                  <a:lnTo>
                    <a:pt x="86" y="41"/>
                  </a:lnTo>
                  <a:lnTo>
                    <a:pt x="77" y="47"/>
                  </a:lnTo>
                  <a:lnTo>
                    <a:pt x="65" y="51"/>
                  </a:lnTo>
                  <a:lnTo>
                    <a:pt x="53" y="53"/>
                  </a:lnTo>
                  <a:lnTo>
                    <a:pt x="42" y="51"/>
                  </a:lnTo>
                  <a:lnTo>
                    <a:pt x="30" y="47"/>
                  </a:lnTo>
                  <a:lnTo>
                    <a:pt x="20" y="41"/>
                  </a:lnTo>
                  <a:lnTo>
                    <a:pt x="12" y="32"/>
                  </a:lnTo>
                  <a:lnTo>
                    <a:pt x="6" y="23"/>
                  </a:lnTo>
                  <a:lnTo>
                    <a:pt x="1" y="11"/>
                  </a:lnTo>
                  <a:lnTo>
                    <a:pt x="0" y="0"/>
                  </a:lnTo>
                </a:path>
              </a:pathLst>
            </a:custGeom>
            <a:noFill/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90" name="Freeform 4822">
              <a:extLst>
                <a:ext uri="{FF2B5EF4-FFF2-40B4-BE49-F238E27FC236}">
                  <a16:creationId xmlns:a16="http://schemas.microsoft.com/office/drawing/2014/main" id="{844BF795-F467-CCA9-73E2-9E80614C7678}"/>
                </a:ext>
              </a:extLst>
            </p:cNvPr>
            <p:cNvSpPr>
              <a:spLocks/>
            </p:cNvSpPr>
            <p:nvPr/>
          </p:nvSpPr>
          <p:spPr bwMode="auto">
            <a:xfrm>
              <a:off x="4792" y="2398"/>
              <a:ext cx="18" cy="9"/>
            </a:xfrm>
            <a:custGeom>
              <a:avLst/>
              <a:gdLst>
                <a:gd name="T0" fmla="*/ 0 w 107"/>
                <a:gd name="T1" fmla="*/ 0 h 53"/>
                <a:gd name="T2" fmla="*/ 0 w 107"/>
                <a:gd name="T3" fmla="*/ 0 h 53"/>
                <a:gd name="T4" fmla="*/ 0 w 107"/>
                <a:gd name="T5" fmla="*/ 0 h 53"/>
                <a:gd name="T6" fmla="*/ 0 w 107"/>
                <a:gd name="T7" fmla="*/ 0 h 53"/>
                <a:gd name="T8" fmla="*/ 0 w 107"/>
                <a:gd name="T9" fmla="*/ 0 h 53"/>
                <a:gd name="T10" fmla="*/ 0 w 107"/>
                <a:gd name="T11" fmla="*/ 0 h 53"/>
                <a:gd name="T12" fmla="*/ 0 w 107"/>
                <a:gd name="T13" fmla="*/ 0 h 53"/>
                <a:gd name="T14" fmla="*/ 0 w 107"/>
                <a:gd name="T15" fmla="*/ 0 h 53"/>
                <a:gd name="T16" fmla="*/ 0 w 107"/>
                <a:gd name="T17" fmla="*/ 0 h 53"/>
                <a:gd name="T18" fmla="*/ 0 w 107"/>
                <a:gd name="T19" fmla="*/ 0 h 53"/>
                <a:gd name="T20" fmla="*/ 0 w 107"/>
                <a:gd name="T21" fmla="*/ 0 h 53"/>
                <a:gd name="T22" fmla="*/ 0 w 107"/>
                <a:gd name="T23" fmla="*/ 0 h 53"/>
                <a:gd name="T24" fmla="*/ 0 w 107"/>
                <a:gd name="T25" fmla="*/ 0 h 53"/>
                <a:gd name="T26" fmla="*/ 0 w 107"/>
                <a:gd name="T27" fmla="*/ 0 h 53"/>
                <a:gd name="T28" fmla="*/ 0 w 107"/>
                <a:gd name="T29" fmla="*/ 0 h 53"/>
                <a:gd name="T30" fmla="*/ 0 w 107"/>
                <a:gd name="T31" fmla="*/ 0 h 53"/>
                <a:gd name="T32" fmla="*/ 0 w 107"/>
                <a:gd name="T33" fmla="*/ 0 h 53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w 107"/>
                <a:gd name="T52" fmla="*/ 0 h 53"/>
                <a:gd name="T53" fmla="*/ 107 w 107"/>
                <a:gd name="T54" fmla="*/ 53 h 53"/>
              </a:gdLst>
              <a:ahLst/>
              <a:cxnLst>
                <a:cxn ang="T34">
                  <a:pos x="T0" y="T1"/>
                </a:cxn>
                <a:cxn ang="T35">
                  <a:pos x="T2" y="T3"/>
                </a:cxn>
                <a:cxn ang="T36">
                  <a:pos x="T4" y="T5"/>
                </a:cxn>
                <a:cxn ang="T37">
                  <a:pos x="T6" y="T7"/>
                </a:cxn>
                <a:cxn ang="T38">
                  <a:pos x="T8" y="T9"/>
                </a:cxn>
                <a:cxn ang="T39">
                  <a:pos x="T10" y="T11"/>
                </a:cxn>
                <a:cxn ang="T40">
                  <a:pos x="T12" y="T13"/>
                </a:cxn>
                <a:cxn ang="T41">
                  <a:pos x="T14" y="T15"/>
                </a:cxn>
                <a:cxn ang="T42">
                  <a:pos x="T16" y="T17"/>
                </a:cxn>
                <a:cxn ang="T43">
                  <a:pos x="T18" y="T19"/>
                </a:cxn>
                <a:cxn ang="T44">
                  <a:pos x="T20" y="T21"/>
                </a:cxn>
                <a:cxn ang="T45">
                  <a:pos x="T22" y="T23"/>
                </a:cxn>
                <a:cxn ang="T46">
                  <a:pos x="T24" y="T25"/>
                </a:cxn>
                <a:cxn ang="T47">
                  <a:pos x="T26" y="T27"/>
                </a:cxn>
                <a:cxn ang="T48">
                  <a:pos x="T28" y="T29"/>
                </a:cxn>
                <a:cxn ang="T49">
                  <a:pos x="T30" y="T31"/>
                </a:cxn>
                <a:cxn ang="T50">
                  <a:pos x="T32" y="T33"/>
                </a:cxn>
              </a:cxnLst>
              <a:rect l="T51" t="T52" r="T53" b="T54"/>
              <a:pathLst>
                <a:path w="107" h="53">
                  <a:moveTo>
                    <a:pt x="53" y="0"/>
                  </a:moveTo>
                  <a:lnTo>
                    <a:pt x="107" y="0"/>
                  </a:lnTo>
                  <a:lnTo>
                    <a:pt x="105" y="11"/>
                  </a:lnTo>
                  <a:lnTo>
                    <a:pt x="100" y="23"/>
                  </a:lnTo>
                  <a:lnTo>
                    <a:pt x="94" y="32"/>
                  </a:lnTo>
                  <a:lnTo>
                    <a:pt x="86" y="41"/>
                  </a:lnTo>
                  <a:lnTo>
                    <a:pt x="76" y="47"/>
                  </a:lnTo>
                  <a:lnTo>
                    <a:pt x="64" y="51"/>
                  </a:lnTo>
                  <a:lnTo>
                    <a:pt x="53" y="53"/>
                  </a:lnTo>
                  <a:lnTo>
                    <a:pt x="41" y="51"/>
                  </a:lnTo>
                  <a:lnTo>
                    <a:pt x="29" y="47"/>
                  </a:lnTo>
                  <a:lnTo>
                    <a:pt x="20" y="41"/>
                  </a:lnTo>
                  <a:lnTo>
                    <a:pt x="11" y="32"/>
                  </a:lnTo>
                  <a:lnTo>
                    <a:pt x="5" y="23"/>
                  </a:lnTo>
                  <a:lnTo>
                    <a:pt x="1" y="11"/>
                  </a:lnTo>
                  <a:lnTo>
                    <a:pt x="0" y="0"/>
                  </a:lnTo>
                  <a:lnTo>
                    <a:pt x="53" y="0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91" name="Freeform 4823">
              <a:extLst>
                <a:ext uri="{FF2B5EF4-FFF2-40B4-BE49-F238E27FC236}">
                  <a16:creationId xmlns:a16="http://schemas.microsoft.com/office/drawing/2014/main" id="{499E5DC1-85BF-E6E9-A0A4-99EE2DC7655E}"/>
                </a:ext>
              </a:extLst>
            </p:cNvPr>
            <p:cNvSpPr>
              <a:spLocks/>
            </p:cNvSpPr>
            <p:nvPr/>
          </p:nvSpPr>
          <p:spPr bwMode="auto">
            <a:xfrm>
              <a:off x="4792" y="2398"/>
              <a:ext cx="18" cy="9"/>
            </a:xfrm>
            <a:custGeom>
              <a:avLst/>
              <a:gdLst>
                <a:gd name="T0" fmla="*/ 0 w 107"/>
                <a:gd name="T1" fmla="*/ 0 h 53"/>
                <a:gd name="T2" fmla="*/ 0 w 107"/>
                <a:gd name="T3" fmla="*/ 0 h 53"/>
                <a:gd name="T4" fmla="*/ 0 w 107"/>
                <a:gd name="T5" fmla="*/ 0 h 53"/>
                <a:gd name="T6" fmla="*/ 0 w 107"/>
                <a:gd name="T7" fmla="*/ 0 h 53"/>
                <a:gd name="T8" fmla="*/ 0 w 107"/>
                <a:gd name="T9" fmla="*/ 0 h 53"/>
                <a:gd name="T10" fmla="*/ 0 w 107"/>
                <a:gd name="T11" fmla="*/ 0 h 53"/>
                <a:gd name="T12" fmla="*/ 0 w 107"/>
                <a:gd name="T13" fmla="*/ 0 h 53"/>
                <a:gd name="T14" fmla="*/ 0 w 107"/>
                <a:gd name="T15" fmla="*/ 0 h 53"/>
                <a:gd name="T16" fmla="*/ 0 w 107"/>
                <a:gd name="T17" fmla="*/ 0 h 53"/>
                <a:gd name="T18" fmla="*/ 0 w 107"/>
                <a:gd name="T19" fmla="*/ 0 h 53"/>
                <a:gd name="T20" fmla="*/ 0 w 107"/>
                <a:gd name="T21" fmla="*/ 0 h 53"/>
                <a:gd name="T22" fmla="*/ 0 w 107"/>
                <a:gd name="T23" fmla="*/ 0 h 53"/>
                <a:gd name="T24" fmla="*/ 0 w 107"/>
                <a:gd name="T25" fmla="*/ 0 h 53"/>
                <a:gd name="T26" fmla="*/ 0 w 107"/>
                <a:gd name="T27" fmla="*/ 0 h 53"/>
                <a:gd name="T28" fmla="*/ 0 w 107"/>
                <a:gd name="T29" fmla="*/ 0 h 53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w 107"/>
                <a:gd name="T46" fmla="*/ 0 h 53"/>
                <a:gd name="T47" fmla="*/ 107 w 107"/>
                <a:gd name="T48" fmla="*/ 53 h 53"/>
              </a:gdLst>
              <a:ahLst/>
              <a:cxnLst>
                <a:cxn ang="T30">
                  <a:pos x="T0" y="T1"/>
                </a:cxn>
                <a:cxn ang="T31">
                  <a:pos x="T2" y="T3"/>
                </a:cxn>
                <a:cxn ang="T32">
                  <a:pos x="T4" y="T5"/>
                </a:cxn>
                <a:cxn ang="T33">
                  <a:pos x="T6" y="T7"/>
                </a:cxn>
                <a:cxn ang="T34">
                  <a:pos x="T8" y="T9"/>
                </a:cxn>
                <a:cxn ang="T35">
                  <a:pos x="T10" y="T11"/>
                </a:cxn>
                <a:cxn ang="T36">
                  <a:pos x="T12" y="T13"/>
                </a:cxn>
                <a:cxn ang="T37">
                  <a:pos x="T14" y="T15"/>
                </a:cxn>
                <a:cxn ang="T38">
                  <a:pos x="T16" y="T17"/>
                </a:cxn>
                <a:cxn ang="T39">
                  <a:pos x="T18" y="T19"/>
                </a:cxn>
                <a:cxn ang="T40">
                  <a:pos x="T20" y="T21"/>
                </a:cxn>
                <a:cxn ang="T41">
                  <a:pos x="T22" y="T23"/>
                </a:cxn>
                <a:cxn ang="T42">
                  <a:pos x="T24" y="T25"/>
                </a:cxn>
                <a:cxn ang="T43">
                  <a:pos x="T26" y="T27"/>
                </a:cxn>
                <a:cxn ang="T44">
                  <a:pos x="T28" y="T29"/>
                </a:cxn>
              </a:cxnLst>
              <a:rect l="T45" t="T46" r="T47" b="T48"/>
              <a:pathLst>
                <a:path w="107" h="53">
                  <a:moveTo>
                    <a:pt x="107" y="0"/>
                  </a:moveTo>
                  <a:lnTo>
                    <a:pt x="105" y="11"/>
                  </a:lnTo>
                  <a:lnTo>
                    <a:pt x="100" y="23"/>
                  </a:lnTo>
                  <a:lnTo>
                    <a:pt x="94" y="32"/>
                  </a:lnTo>
                  <a:lnTo>
                    <a:pt x="86" y="41"/>
                  </a:lnTo>
                  <a:lnTo>
                    <a:pt x="76" y="47"/>
                  </a:lnTo>
                  <a:lnTo>
                    <a:pt x="64" y="51"/>
                  </a:lnTo>
                  <a:lnTo>
                    <a:pt x="53" y="53"/>
                  </a:lnTo>
                  <a:lnTo>
                    <a:pt x="41" y="51"/>
                  </a:lnTo>
                  <a:lnTo>
                    <a:pt x="29" y="47"/>
                  </a:lnTo>
                  <a:lnTo>
                    <a:pt x="20" y="41"/>
                  </a:lnTo>
                  <a:lnTo>
                    <a:pt x="11" y="32"/>
                  </a:lnTo>
                  <a:lnTo>
                    <a:pt x="5" y="23"/>
                  </a:lnTo>
                  <a:lnTo>
                    <a:pt x="1" y="11"/>
                  </a:lnTo>
                  <a:lnTo>
                    <a:pt x="0" y="0"/>
                  </a:lnTo>
                </a:path>
              </a:pathLst>
            </a:custGeom>
            <a:noFill/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92" name="Freeform 4824">
              <a:extLst>
                <a:ext uri="{FF2B5EF4-FFF2-40B4-BE49-F238E27FC236}">
                  <a16:creationId xmlns:a16="http://schemas.microsoft.com/office/drawing/2014/main" id="{DD0690A7-AA2C-C3E6-9372-CC7F70CEE6B1}"/>
                </a:ext>
              </a:extLst>
            </p:cNvPr>
            <p:cNvSpPr>
              <a:spLocks/>
            </p:cNvSpPr>
            <p:nvPr/>
          </p:nvSpPr>
          <p:spPr bwMode="auto">
            <a:xfrm>
              <a:off x="4792" y="1955"/>
              <a:ext cx="18" cy="443"/>
            </a:xfrm>
            <a:custGeom>
              <a:avLst/>
              <a:gdLst>
                <a:gd name="T0" fmla="*/ 0 w 107"/>
                <a:gd name="T1" fmla="*/ 0 h 2657"/>
                <a:gd name="T2" fmla="*/ 0 w 107"/>
                <a:gd name="T3" fmla="*/ 0 h 2657"/>
                <a:gd name="T4" fmla="*/ 0 w 107"/>
                <a:gd name="T5" fmla="*/ 0 h 2657"/>
                <a:gd name="T6" fmla="*/ 0 w 107"/>
                <a:gd name="T7" fmla="*/ 0 h 2657"/>
                <a:gd name="T8" fmla="*/ 0 w 107"/>
                <a:gd name="T9" fmla="*/ 0 h 2657"/>
                <a:gd name="T10" fmla="*/ 0 w 107"/>
                <a:gd name="T11" fmla="*/ 0 h 2657"/>
                <a:gd name="T12" fmla="*/ 0 w 107"/>
                <a:gd name="T13" fmla="*/ 0 h 2657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107"/>
                <a:gd name="T22" fmla="*/ 0 h 2657"/>
                <a:gd name="T23" fmla="*/ 107 w 107"/>
                <a:gd name="T24" fmla="*/ 2657 h 2657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107" h="2657">
                  <a:moveTo>
                    <a:pt x="0" y="2657"/>
                  </a:moveTo>
                  <a:lnTo>
                    <a:pt x="53" y="2657"/>
                  </a:lnTo>
                  <a:lnTo>
                    <a:pt x="107" y="2657"/>
                  </a:lnTo>
                  <a:lnTo>
                    <a:pt x="107" y="0"/>
                  </a:lnTo>
                  <a:lnTo>
                    <a:pt x="53" y="0"/>
                  </a:lnTo>
                  <a:lnTo>
                    <a:pt x="0" y="0"/>
                  </a:lnTo>
                  <a:lnTo>
                    <a:pt x="0" y="2657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93" name="Freeform 4825">
              <a:extLst>
                <a:ext uri="{FF2B5EF4-FFF2-40B4-BE49-F238E27FC236}">
                  <a16:creationId xmlns:a16="http://schemas.microsoft.com/office/drawing/2014/main" id="{91B6385C-E2D2-5F11-B695-791C9E598C0A}"/>
                </a:ext>
              </a:extLst>
            </p:cNvPr>
            <p:cNvSpPr>
              <a:spLocks/>
            </p:cNvSpPr>
            <p:nvPr/>
          </p:nvSpPr>
          <p:spPr bwMode="auto">
            <a:xfrm>
              <a:off x="4792" y="1955"/>
              <a:ext cx="18" cy="443"/>
            </a:xfrm>
            <a:custGeom>
              <a:avLst/>
              <a:gdLst>
                <a:gd name="T0" fmla="*/ 0 w 107"/>
                <a:gd name="T1" fmla="*/ 0 h 2657"/>
                <a:gd name="T2" fmla="*/ 0 w 107"/>
                <a:gd name="T3" fmla="*/ 0 h 2657"/>
                <a:gd name="T4" fmla="*/ 0 w 107"/>
                <a:gd name="T5" fmla="*/ 0 h 2657"/>
                <a:gd name="T6" fmla="*/ 0 w 107"/>
                <a:gd name="T7" fmla="*/ 0 h 2657"/>
                <a:gd name="T8" fmla="*/ 0 w 107"/>
                <a:gd name="T9" fmla="*/ 0 h 2657"/>
                <a:gd name="T10" fmla="*/ 0 w 107"/>
                <a:gd name="T11" fmla="*/ 0 h 2657"/>
                <a:gd name="T12" fmla="*/ 0 w 107"/>
                <a:gd name="T13" fmla="*/ 0 h 2657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107"/>
                <a:gd name="T22" fmla="*/ 0 h 2657"/>
                <a:gd name="T23" fmla="*/ 107 w 107"/>
                <a:gd name="T24" fmla="*/ 2657 h 2657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107" h="2657">
                  <a:moveTo>
                    <a:pt x="0" y="2657"/>
                  </a:moveTo>
                  <a:lnTo>
                    <a:pt x="53" y="2657"/>
                  </a:lnTo>
                  <a:lnTo>
                    <a:pt x="107" y="2657"/>
                  </a:lnTo>
                  <a:lnTo>
                    <a:pt x="107" y="0"/>
                  </a:lnTo>
                  <a:lnTo>
                    <a:pt x="53" y="0"/>
                  </a:lnTo>
                  <a:lnTo>
                    <a:pt x="0" y="0"/>
                  </a:lnTo>
                  <a:lnTo>
                    <a:pt x="0" y="2657"/>
                  </a:lnTo>
                  <a:close/>
                </a:path>
              </a:pathLst>
            </a:custGeom>
            <a:noFill/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94" name="Freeform 4826">
              <a:extLst>
                <a:ext uri="{FF2B5EF4-FFF2-40B4-BE49-F238E27FC236}">
                  <a16:creationId xmlns:a16="http://schemas.microsoft.com/office/drawing/2014/main" id="{BBA59C9E-F828-6C73-6783-2491CC893FA2}"/>
                </a:ext>
              </a:extLst>
            </p:cNvPr>
            <p:cNvSpPr>
              <a:spLocks/>
            </p:cNvSpPr>
            <p:nvPr/>
          </p:nvSpPr>
          <p:spPr bwMode="auto">
            <a:xfrm>
              <a:off x="4792" y="1946"/>
              <a:ext cx="18" cy="9"/>
            </a:xfrm>
            <a:custGeom>
              <a:avLst/>
              <a:gdLst>
                <a:gd name="T0" fmla="*/ 0 w 107"/>
                <a:gd name="T1" fmla="*/ 0 h 54"/>
                <a:gd name="T2" fmla="*/ 0 w 107"/>
                <a:gd name="T3" fmla="*/ 0 h 54"/>
                <a:gd name="T4" fmla="*/ 0 w 107"/>
                <a:gd name="T5" fmla="*/ 0 h 54"/>
                <a:gd name="T6" fmla="*/ 0 w 107"/>
                <a:gd name="T7" fmla="*/ 0 h 54"/>
                <a:gd name="T8" fmla="*/ 0 w 107"/>
                <a:gd name="T9" fmla="*/ 0 h 54"/>
                <a:gd name="T10" fmla="*/ 0 w 107"/>
                <a:gd name="T11" fmla="*/ 0 h 54"/>
                <a:gd name="T12" fmla="*/ 0 w 107"/>
                <a:gd name="T13" fmla="*/ 0 h 54"/>
                <a:gd name="T14" fmla="*/ 0 w 107"/>
                <a:gd name="T15" fmla="*/ 0 h 54"/>
                <a:gd name="T16" fmla="*/ 0 w 107"/>
                <a:gd name="T17" fmla="*/ 0 h 54"/>
                <a:gd name="T18" fmla="*/ 0 w 107"/>
                <a:gd name="T19" fmla="*/ 0 h 54"/>
                <a:gd name="T20" fmla="*/ 0 w 107"/>
                <a:gd name="T21" fmla="*/ 0 h 54"/>
                <a:gd name="T22" fmla="*/ 0 w 107"/>
                <a:gd name="T23" fmla="*/ 0 h 54"/>
                <a:gd name="T24" fmla="*/ 0 w 107"/>
                <a:gd name="T25" fmla="*/ 0 h 54"/>
                <a:gd name="T26" fmla="*/ 0 w 107"/>
                <a:gd name="T27" fmla="*/ 0 h 54"/>
                <a:gd name="T28" fmla="*/ 0 w 107"/>
                <a:gd name="T29" fmla="*/ 0 h 54"/>
                <a:gd name="T30" fmla="*/ 0 w 107"/>
                <a:gd name="T31" fmla="*/ 0 h 54"/>
                <a:gd name="T32" fmla="*/ 0 w 107"/>
                <a:gd name="T33" fmla="*/ 0 h 54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w 107"/>
                <a:gd name="T52" fmla="*/ 0 h 54"/>
                <a:gd name="T53" fmla="*/ 107 w 107"/>
                <a:gd name="T54" fmla="*/ 54 h 54"/>
              </a:gdLst>
              <a:ahLst/>
              <a:cxnLst>
                <a:cxn ang="T34">
                  <a:pos x="T0" y="T1"/>
                </a:cxn>
                <a:cxn ang="T35">
                  <a:pos x="T2" y="T3"/>
                </a:cxn>
                <a:cxn ang="T36">
                  <a:pos x="T4" y="T5"/>
                </a:cxn>
                <a:cxn ang="T37">
                  <a:pos x="T6" y="T7"/>
                </a:cxn>
                <a:cxn ang="T38">
                  <a:pos x="T8" y="T9"/>
                </a:cxn>
                <a:cxn ang="T39">
                  <a:pos x="T10" y="T11"/>
                </a:cxn>
                <a:cxn ang="T40">
                  <a:pos x="T12" y="T13"/>
                </a:cxn>
                <a:cxn ang="T41">
                  <a:pos x="T14" y="T15"/>
                </a:cxn>
                <a:cxn ang="T42">
                  <a:pos x="T16" y="T17"/>
                </a:cxn>
                <a:cxn ang="T43">
                  <a:pos x="T18" y="T19"/>
                </a:cxn>
                <a:cxn ang="T44">
                  <a:pos x="T20" y="T21"/>
                </a:cxn>
                <a:cxn ang="T45">
                  <a:pos x="T22" y="T23"/>
                </a:cxn>
                <a:cxn ang="T46">
                  <a:pos x="T24" y="T25"/>
                </a:cxn>
                <a:cxn ang="T47">
                  <a:pos x="T26" y="T27"/>
                </a:cxn>
                <a:cxn ang="T48">
                  <a:pos x="T28" y="T29"/>
                </a:cxn>
                <a:cxn ang="T49">
                  <a:pos x="T30" y="T31"/>
                </a:cxn>
                <a:cxn ang="T50">
                  <a:pos x="T32" y="T33"/>
                </a:cxn>
              </a:cxnLst>
              <a:rect l="T51" t="T52" r="T53" b="T54"/>
              <a:pathLst>
                <a:path w="107" h="54">
                  <a:moveTo>
                    <a:pt x="53" y="54"/>
                  </a:moveTo>
                  <a:lnTo>
                    <a:pt x="0" y="54"/>
                  </a:lnTo>
                  <a:lnTo>
                    <a:pt x="1" y="42"/>
                  </a:lnTo>
                  <a:lnTo>
                    <a:pt x="5" y="31"/>
                  </a:lnTo>
                  <a:lnTo>
                    <a:pt x="11" y="21"/>
                  </a:lnTo>
                  <a:lnTo>
                    <a:pt x="20" y="13"/>
                  </a:lnTo>
                  <a:lnTo>
                    <a:pt x="29" y="6"/>
                  </a:lnTo>
                  <a:lnTo>
                    <a:pt x="41" y="2"/>
                  </a:lnTo>
                  <a:lnTo>
                    <a:pt x="53" y="0"/>
                  </a:lnTo>
                  <a:lnTo>
                    <a:pt x="64" y="2"/>
                  </a:lnTo>
                  <a:lnTo>
                    <a:pt x="76" y="6"/>
                  </a:lnTo>
                  <a:lnTo>
                    <a:pt x="86" y="13"/>
                  </a:lnTo>
                  <a:lnTo>
                    <a:pt x="94" y="21"/>
                  </a:lnTo>
                  <a:lnTo>
                    <a:pt x="100" y="31"/>
                  </a:lnTo>
                  <a:lnTo>
                    <a:pt x="105" y="42"/>
                  </a:lnTo>
                  <a:lnTo>
                    <a:pt x="107" y="54"/>
                  </a:lnTo>
                  <a:lnTo>
                    <a:pt x="53" y="54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95" name="Freeform 4827">
              <a:extLst>
                <a:ext uri="{FF2B5EF4-FFF2-40B4-BE49-F238E27FC236}">
                  <a16:creationId xmlns:a16="http://schemas.microsoft.com/office/drawing/2014/main" id="{251E9448-F960-F61B-AC4D-77E7AFEC8B8F}"/>
                </a:ext>
              </a:extLst>
            </p:cNvPr>
            <p:cNvSpPr>
              <a:spLocks/>
            </p:cNvSpPr>
            <p:nvPr/>
          </p:nvSpPr>
          <p:spPr bwMode="auto">
            <a:xfrm>
              <a:off x="4792" y="1946"/>
              <a:ext cx="18" cy="9"/>
            </a:xfrm>
            <a:custGeom>
              <a:avLst/>
              <a:gdLst>
                <a:gd name="T0" fmla="*/ 0 w 107"/>
                <a:gd name="T1" fmla="*/ 0 h 54"/>
                <a:gd name="T2" fmla="*/ 0 w 107"/>
                <a:gd name="T3" fmla="*/ 0 h 54"/>
                <a:gd name="T4" fmla="*/ 0 w 107"/>
                <a:gd name="T5" fmla="*/ 0 h 54"/>
                <a:gd name="T6" fmla="*/ 0 w 107"/>
                <a:gd name="T7" fmla="*/ 0 h 54"/>
                <a:gd name="T8" fmla="*/ 0 w 107"/>
                <a:gd name="T9" fmla="*/ 0 h 54"/>
                <a:gd name="T10" fmla="*/ 0 w 107"/>
                <a:gd name="T11" fmla="*/ 0 h 54"/>
                <a:gd name="T12" fmla="*/ 0 w 107"/>
                <a:gd name="T13" fmla="*/ 0 h 54"/>
                <a:gd name="T14" fmla="*/ 0 w 107"/>
                <a:gd name="T15" fmla="*/ 0 h 54"/>
                <a:gd name="T16" fmla="*/ 0 w 107"/>
                <a:gd name="T17" fmla="*/ 0 h 54"/>
                <a:gd name="T18" fmla="*/ 0 w 107"/>
                <a:gd name="T19" fmla="*/ 0 h 54"/>
                <a:gd name="T20" fmla="*/ 0 w 107"/>
                <a:gd name="T21" fmla="*/ 0 h 54"/>
                <a:gd name="T22" fmla="*/ 0 w 107"/>
                <a:gd name="T23" fmla="*/ 0 h 54"/>
                <a:gd name="T24" fmla="*/ 0 w 107"/>
                <a:gd name="T25" fmla="*/ 0 h 54"/>
                <a:gd name="T26" fmla="*/ 0 w 107"/>
                <a:gd name="T27" fmla="*/ 0 h 54"/>
                <a:gd name="T28" fmla="*/ 0 w 107"/>
                <a:gd name="T29" fmla="*/ 0 h 54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w 107"/>
                <a:gd name="T46" fmla="*/ 0 h 54"/>
                <a:gd name="T47" fmla="*/ 107 w 107"/>
                <a:gd name="T48" fmla="*/ 54 h 54"/>
              </a:gdLst>
              <a:ahLst/>
              <a:cxnLst>
                <a:cxn ang="T30">
                  <a:pos x="T0" y="T1"/>
                </a:cxn>
                <a:cxn ang="T31">
                  <a:pos x="T2" y="T3"/>
                </a:cxn>
                <a:cxn ang="T32">
                  <a:pos x="T4" y="T5"/>
                </a:cxn>
                <a:cxn ang="T33">
                  <a:pos x="T6" y="T7"/>
                </a:cxn>
                <a:cxn ang="T34">
                  <a:pos x="T8" y="T9"/>
                </a:cxn>
                <a:cxn ang="T35">
                  <a:pos x="T10" y="T11"/>
                </a:cxn>
                <a:cxn ang="T36">
                  <a:pos x="T12" y="T13"/>
                </a:cxn>
                <a:cxn ang="T37">
                  <a:pos x="T14" y="T15"/>
                </a:cxn>
                <a:cxn ang="T38">
                  <a:pos x="T16" y="T17"/>
                </a:cxn>
                <a:cxn ang="T39">
                  <a:pos x="T18" y="T19"/>
                </a:cxn>
                <a:cxn ang="T40">
                  <a:pos x="T20" y="T21"/>
                </a:cxn>
                <a:cxn ang="T41">
                  <a:pos x="T22" y="T23"/>
                </a:cxn>
                <a:cxn ang="T42">
                  <a:pos x="T24" y="T25"/>
                </a:cxn>
                <a:cxn ang="T43">
                  <a:pos x="T26" y="T27"/>
                </a:cxn>
                <a:cxn ang="T44">
                  <a:pos x="T28" y="T29"/>
                </a:cxn>
              </a:cxnLst>
              <a:rect l="T45" t="T46" r="T47" b="T48"/>
              <a:pathLst>
                <a:path w="107" h="54">
                  <a:moveTo>
                    <a:pt x="0" y="54"/>
                  </a:moveTo>
                  <a:lnTo>
                    <a:pt x="1" y="42"/>
                  </a:lnTo>
                  <a:lnTo>
                    <a:pt x="5" y="31"/>
                  </a:lnTo>
                  <a:lnTo>
                    <a:pt x="11" y="21"/>
                  </a:lnTo>
                  <a:lnTo>
                    <a:pt x="20" y="13"/>
                  </a:lnTo>
                  <a:lnTo>
                    <a:pt x="29" y="6"/>
                  </a:lnTo>
                  <a:lnTo>
                    <a:pt x="41" y="2"/>
                  </a:lnTo>
                  <a:lnTo>
                    <a:pt x="53" y="0"/>
                  </a:lnTo>
                  <a:lnTo>
                    <a:pt x="64" y="2"/>
                  </a:lnTo>
                  <a:lnTo>
                    <a:pt x="76" y="6"/>
                  </a:lnTo>
                  <a:lnTo>
                    <a:pt x="86" y="13"/>
                  </a:lnTo>
                  <a:lnTo>
                    <a:pt x="94" y="21"/>
                  </a:lnTo>
                  <a:lnTo>
                    <a:pt x="100" y="31"/>
                  </a:lnTo>
                  <a:lnTo>
                    <a:pt x="105" y="42"/>
                  </a:lnTo>
                  <a:lnTo>
                    <a:pt x="107" y="54"/>
                  </a:lnTo>
                </a:path>
              </a:pathLst>
            </a:custGeom>
            <a:noFill/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96" name="Freeform 4828">
              <a:extLst>
                <a:ext uri="{FF2B5EF4-FFF2-40B4-BE49-F238E27FC236}">
                  <a16:creationId xmlns:a16="http://schemas.microsoft.com/office/drawing/2014/main" id="{A3465FA4-ED36-A4FA-048E-2AE6F5F45BF8}"/>
                </a:ext>
              </a:extLst>
            </p:cNvPr>
            <p:cNvSpPr>
              <a:spLocks/>
            </p:cNvSpPr>
            <p:nvPr/>
          </p:nvSpPr>
          <p:spPr bwMode="auto">
            <a:xfrm>
              <a:off x="4527" y="2389"/>
              <a:ext cx="9" cy="18"/>
            </a:xfrm>
            <a:custGeom>
              <a:avLst/>
              <a:gdLst>
                <a:gd name="T0" fmla="*/ 0 w 53"/>
                <a:gd name="T1" fmla="*/ 0 h 107"/>
                <a:gd name="T2" fmla="*/ 0 w 53"/>
                <a:gd name="T3" fmla="*/ 0 h 107"/>
                <a:gd name="T4" fmla="*/ 0 w 53"/>
                <a:gd name="T5" fmla="*/ 0 h 107"/>
                <a:gd name="T6" fmla="*/ 0 w 53"/>
                <a:gd name="T7" fmla="*/ 0 h 107"/>
                <a:gd name="T8" fmla="*/ 0 w 53"/>
                <a:gd name="T9" fmla="*/ 0 h 107"/>
                <a:gd name="T10" fmla="*/ 0 w 53"/>
                <a:gd name="T11" fmla="*/ 0 h 107"/>
                <a:gd name="T12" fmla="*/ 0 w 53"/>
                <a:gd name="T13" fmla="*/ 0 h 107"/>
                <a:gd name="T14" fmla="*/ 0 w 53"/>
                <a:gd name="T15" fmla="*/ 0 h 107"/>
                <a:gd name="T16" fmla="*/ 0 w 53"/>
                <a:gd name="T17" fmla="*/ 0 h 107"/>
                <a:gd name="T18" fmla="*/ 0 w 53"/>
                <a:gd name="T19" fmla="*/ 0 h 107"/>
                <a:gd name="T20" fmla="*/ 0 w 53"/>
                <a:gd name="T21" fmla="*/ 0 h 107"/>
                <a:gd name="T22" fmla="*/ 0 w 53"/>
                <a:gd name="T23" fmla="*/ 0 h 107"/>
                <a:gd name="T24" fmla="*/ 0 w 53"/>
                <a:gd name="T25" fmla="*/ 0 h 107"/>
                <a:gd name="T26" fmla="*/ 0 w 53"/>
                <a:gd name="T27" fmla="*/ 0 h 107"/>
                <a:gd name="T28" fmla="*/ 0 w 53"/>
                <a:gd name="T29" fmla="*/ 0 h 107"/>
                <a:gd name="T30" fmla="*/ 0 w 53"/>
                <a:gd name="T31" fmla="*/ 0 h 107"/>
                <a:gd name="T32" fmla="*/ 0 w 53"/>
                <a:gd name="T33" fmla="*/ 0 h 107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w 53"/>
                <a:gd name="T52" fmla="*/ 0 h 107"/>
                <a:gd name="T53" fmla="*/ 53 w 53"/>
                <a:gd name="T54" fmla="*/ 107 h 107"/>
              </a:gdLst>
              <a:ahLst/>
              <a:cxnLst>
                <a:cxn ang="T34">
                  <a:pos x="T0" y="T1"/>
                </a:cxn>
                <a:cxn ang="T35">
                  <a:pos x="T2" y="T3"/>
                </a:cxn>
                <a:cxn ang="T36">
                  <a:pos x="T4" y="T5"/>
                </a:cxn>
                <a:cxn ang="T37">
                  <a:pos x="T6" y="T7"/>
                </a:cxn>
                <a:cxn ang="T38">
                  <a:pos x="T8" y="T9"/>
                </a:cxn>
                <a:cxn ang="T39">
                  <a:pos x="T10" y="T11"/>
                </a:cxn>
                <a:cxn ang="T40">
                  <a:pos x="T12" y="T13"/>
                </a:cxn>
                <a:cxn ang="T41">
                  <a:pos x="T14" y="T15"/>
                </a:cxn>
                <a:cxn ang="T42">
                  <a:pos x="T16" y="T17"/>
                </a:cxn>
                <a:cxn ang="T43">
                  <a:pos x="T18" y="T19"/>
                </a:cxn>
                <a:cxn ang="T44">
                  <a:pos x="T20" y="T21"/>
                </a:cxn>
                <a:cxn ang="T45">
                  <a:pos x="T22" y="T23"/>
                </a:cxn>
                <a:cxn ang="T46">
                  <a:pos x="T24" y="T25"/>
                </a:cxn>
                <a:cxn ang="T47">
                  <a:pos x="T26" y="T27"/>
                </a:cxn>
                <a:cxn ang="T48">
                  <a:pos x="T28" y="T29"/>
                </a:cxn>
                <a:cxn ang="T49">
                  <a:pos x="T30" y="T31"/>
                </a:cxn>
                <a:cxn ang="T50">
                  <a:pos x="T32" y="T33"/>
                </a:cxn>
              </a:cxnLst>
              <a:rect l="T51" t="T52" r="T53" b="T54"/>
              <a:pathLst>
                <a:path w="53" h="107">
                  <a:moveTo>
                    <a:pt x="53" y="54"/>
                  </a:moveTo>
                  <a:lnTo>
                    <a:pt x="53" y="107"/>
                  </a:lnTo>
                  <a:lnTo>
                    <a:pt x="42" y="105"/>
                  </a:lnTo>
                  <a:lnTo>
                    <a:pt x="30" y="101"/>
                  </a:lnTo>
                  <a:lnTo>
                    <a:pt x="20" y="95"/>
                  </a:lnTo>
                  <a:lnTo>
                    <a:pt x="12" y="86"/>
                  </a:lnTo>
                  <a:lnTo>
                    <a:pt x="6" y="77"/>
                  </a:lnTo>
                  <a:lnTo>
                    <a:pt x="1" y="65"/>
                  </a:lnTo>
                  <a:lnTo>
                    <a:pt x="0" y="54"/>
                  </a:lnTo>
                  <a:lnTo>
                    <a:pt x="1" y="42"/>
                  </a:lnTo>
                  <a:lnTo>
                    <a:pt x="6" y="30"/>
                  </a:lnTo>
                  <a:lnTo>
                    <a:pt x="12" y="21"/>
                  </a:lnTo>
                  <a:lnTo>
                    <a:pt x="20" y="12"/>
                  </a:lnTo>
                  <a:lnTo>
                    <a:pt x="30" y="6"/>
                  </a:lnTo>
                  <a:lnTo>
                    <a:pt x="42" y="2"/>
                  </a:lnTo>
                  <a:lnTo>
                    <a:pt x="53" y="0"/>
                  </a:lnTo>
                  <a:lnTo>
                    <a:pt x="53" y="54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97" name="Freeform 4829">
              <a:extLst>
                <a:ext uri="{FF2B5EF4-FFF2-40B4-BE49-F238E27FC236}">
                  <a16:creationId xmlns:a16="http://schemas.microsoft.com/office/drawing/2014/main" id="{8ABD3D40-512F-083B-F599-C7BF8255F6C2}"/>
                </a:ext>
              </a:extLst>
            </p:cNvPr>
            <p:cNvSpPr>
              <a:spLocks/>
            </p:cNvSpPr>
            <p:nvPr/>
          </p:nvSpPr>
          <p:spPr bwMode="auto">
            <a:xfrm>
              <a:off x="4527" y="2389"/>
              <a:ext cx="9" cy="18"/>
            </a:xfrm>
            <a:custGeom>
              <a:avLst/>
              <a:gdLst>
                <a:gd name="T0" fmla="*/ 0 w 53"/>
                <a:gd name="T1" fmla="*/ 0 h 107"/>
                <a:gd name="T2" fmla="*/ 0 w 53"/>
                <a:gd name="T3" fmla="*/ 0 h 107"/>
                <a:gd name="T4" fmla="*/ 0 w 53"/>
                <a:gd name="T5" fmla="*/ 0 h 107"/>
                <a:gd name="T6" fmla="*/ 0 w 53"/>
                <a:gd name="T7" fmla="*/ 0 h 107"/>
                <a:gd name="T8" fmla="*/ 0 w 53"/>
                <a:gd name="T9" fmla="*/ 0 h 107"/>
                <a:gd name="T10" fmla="*/ 0 w 53"/>
                <a:gd name="T11" fmla="*/ 0 h 107"/>
                <a:gd name="T12" fmla="*/ 0 w 53"/>
                <a:gd name="T13" fmla="*/ 0 h 107"/>
                <a:gd name="T14" fmla="*/ 0 w 53"/>
                <a:gd name="T15" fmla="*/ 0 h 107"/>
                <a:gd name="T16" fmla="*/ 0 w 53"/>
                <a:gd name="T17" fmla="*/ 0 h 107"/>
                <a:gd name="T18" fmla="*/ 0 w 53"/>
                <a:gd name="T19" fmla="*/ 0 h 107"/>
                <a:gd name="T20" fmla="*/ 0 w 53"/>
                <a:gd name="T21" fmla="*/ 0 h 107"/>
                <a:gd name="T22" fmla="*/ 0 w 53"/>
                <a:gd name="T23" fmla="*/ 0 h 107"/>
                <a:gd name="T24" fmla="*/ 0 w 53"/>
                <a:gd name="T25" fmla="*/ 0 h 107"/>
                <a:gd name="T26" fmla="*/ 0 w 53"/>
                <a:gd name="T27" fmla="*/ 0 h 107"/>
                <a:gd name="T28" fmla="*/ 0 w 53"/>
                <a:gd name="T29" fmla="*/ 0 h 107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w 53"/>
                <a:gd name="T46" fmla="*/ 0 h 107"/>
                <a:gd name="T47" fmla="*/ 53 w 53"/>
                <a:gd name="T48" fmla="*/ 107 h 107"/>
              </a:gdLst>
              <a:ahLst/>
              <a:cxnLst>
                <a:cxn ang="T30">
                  <a:pos x="T0" y="T1"/>
                </a:cxn>
                <a:cxn ang="T31">
                  <a:pos x="T2" y="T3"/>
                </a:cxn>
                <a:cxn ang="T32">
                  <a:pos x="T4" y="T5"/>
                </a:cxn>
                <a:cxn ang="T33">
                  <a:pos x="T6" y="T7"/>
                </a:cxn>
                <a:cxn ang="T34">
                  <a:pos x="T8" y="T9"/>
                </a:cxn>
                <a:cxn ang="T35">
                  <a:pos x="T10" y="T11"/>
                </a:cxn>
                <a:cxn ang="T36">
                  <a:pos x="T12" y="T13"/>
                </a:cxn>
                <a:cxn ang="T37">
                  <a:pos x="T14" y="T15"/>
                </a:cxn>
                <a:cxn ang="T38">
                  <a:pos x="T16" y="T17"/>
                </a:cxn>
                <a:cxn ang="T39">
                  <a:pos x="T18" y="T19"/>
                </a:cxn>
                <a:cxn ang="T40">
                  <a:pos x="T20" y="T21"/>
                </a:cxn>
                <a:cxn ang="T41">
                  <a:pos x="T22" y="T23"/>
                </a:cxn>
                <a:cxn ang="T42">
                  <a:pos x="T24" y="T25"/>
                </a:cxn>
                <a:cxn ang="T43">
                  <a:pos x="T26" y="T27"/>
                </a:cxn>
                <a:cxn ang="T44">
                  <a:pos x="T28" y="T29"/>
                </a:cxn>
              </a:cxnLst>
              <a:rect l="T45" t="T46" r="T47" b="T48"/>
              <a:pathLst>
                <a:path w="53" h="107">
                  <a:moveTo>
                    <a:pt x="53" y="107"/>
                  </a:moveTo>
                  <a:lnTo>
                    <a:pt x="42" y="105"/>
                  </a:lnTo>
                  <a:lnTo>
                    <a:pt x="30" y="101"/>
                  </a:lnTo>
                  <a:lnTo>
                    <a:pt x="20" y="95"/>
                  </a:lnTo>
                  <a:lnTo>
                    <a:pt x="12" y="86"/>
                  </a:lnTo>
                  <a:lnTo>
                    <a:pt x="6" y="77"/>
                  </a:lnTo>
                  <a:lnTo>
                    <a:pt x="1" y="65"/>
                  </a:lnTo>
                  <a:lnTo>
                    <a:pt x="0" y="54"/>
                  </a:lnTo>
                  <a:lnTo>
                    <a:pt x="1" y="42"/>
                  </a:lnTo>
                  <a:lnTo>
                    <a:pt x="6" y="30"/>
                  </a:lnTo>
                  <a:lnTo>
                    <a:pt x="12" y="21"/>
                  </a:lnTo>
                  <a:lnTo>
                    <a:pt x="20" y="12"/>
                  </a:lnTo>
                  <a:lnTo>
                    <a:pt x="30" y="6"/>
                  </a:lnTo>
                  <a:lnTo>
                    <a:pt x="42" y="2"/>
                  </a:lnTo>
                  <a:lnTo>
                    <a:pt x="53" y="0"/>
                  </a:lnTo>
                </a:path>
              </a:pathLst>
            </a:custGeom>
            <a:noFill/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98" name="Freeform 4830">
              <a:extLst>
                <a:ext uri="{FF2B5EF4-FFF2-40B4-BE49-F238E27FC236}">
                  <a16:creationId xmlns:a16="http://schemas.microsoft.com/office/drawing/2014/main" id="{1453811E-5740-332E-5EA0-FFE342F47244}"/>
                </a:ext>
              </a:extLst>
            </p:cNvPr>
            <p:cNvSpPr>
              <a:spLocks/>
            </p:cNvSpPr>
            <p:nvPr/>
          </p:nvSpPr>
          <p:spPr bwMode="auto">
            <a:xfrm>
              <a:off x="4536" y="2389"/>
              <a:ext cx="265" cy="18"/>
            </a:xfrm>
            <a:custGeom>
              <a:avLst/>
              <a:gdLst>
                <a:gd name="T0" fmla="*/ 0 w 1593"/>
                <a:gd name="T1" fmla="*/ 0 h 107"/>
                <a:gd name="T2" fmla="*/ 0 w 1593"/>
                <a:gd name="T3" fmla="*/ 0 h 107"/>
                <a:gd name="T4" fmla="*/ 0 w 1593"/>
                <a:gd name="T5" fmla="*/ 0 h 107"/>
                <a:gd name="T6" fmla="*/ 0 w 1593"/>
                <a:gd name="T7" fmla="*/ 0 h 107"/>
                <a:gd name="T8" fmla="*/ 0 w 1593"/>
                <a:gd name="T9" fmla="*/ 0 h 107"/>
                <a:gd name="T10" fmla="*/ 0 w 1593"/>
                <a:gd name="T11" fmla="*/ 0 h 107"/>
                <a:gd name="T12" fmla="*/ 0 w 1593"/>
                <a:gd name="T13" fmla="*/ 0 h 107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1593"/>
                <a:gd name="T22" fmla="*/ 0 h 107"/>
                <a:gd name="T23" fmla="*/ 1593 w 1593"/>
                <a:gd name="T24" fmla="*/ 107 h 107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1593" h="107">
                  <a:moveTo>
                    <a:pt x="0" y="0"/>
                  </a:moveTo>
                  <a:lnTo>
                    <a:pt x="0" y="54"/>
                  </a:lnTo>
                  <a:lnTo>
                    <a:pt x="0" y="107"/>
                  </a:lnTo>
                  <a:lnTo>
                    <a:pt x="1593" y="107"/>
                  </a:lnTo>
                  <a:lnTo>
                    <a:pt x="1593" y="54"/>
                  </a:lnTo>
                  <a:lnTo>
                    <a:pt x="1593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99" name="Freeform 4831">
              <a:extLst>
                <a:ext uri="{FF2B5EF4-FFF2-40B4-BE49-F238E27FC236}">
                  <a16:creationId xmlns:a16="http://schemas.microsoft.com/office/drawing/2014/main" id="{045F5B88-314D-1608-5CA6-7D6193282C3D}"/>
                </a:ext>
              </a:extLst>
            </p:cNvPr>
            <p:cNvSpPr>
              <a:spLocks/>
            </p:cNvSpPr>
            <p:nvPr/>
          </p:nvSpPr>
          <p:spPr bwMode="auto">
            <a:xfrm>
              <a:off x="4536" y="2389"/>
              <a:ext cx="265" cy="18"/>
            </a:xfrm>
            <a:custGeom>
              <a:avLst/>
              <a:gdLst>
                <a:gd name="T0" fmla="*/ 0 w 1593"/>
                <a:gd name="T1" fmla="*/ 0 h 107"/>
                <a:gd name="T2" fmla="*/ 0 w 1593"/>
                <a:gd name="T3" fmla="*/ 0 h 107"/>
                <a:gd name="T4" fmla="*/ 0 w 1593"/>
                <a:gd name="T5" fmla="*/ 0 h 107"/>
                <a:gd name="T6" fmla="*/ 0 w 1593"/>
                <a:gd name="T7" fmla="*/ 0 h 107"/>
                <a:gd name="T8" fmla="*/ 0 w 1593"/>
                <a:gd name="T9" fmla="*/ 0 h 107"/>
                <a:gd name="T10" fmla="*/ 0 w 1593"/>
                <a:gd name="T11" fmla="*/ 0 h 107"/>
                <a:gd name="T12" fmla="*/ 0 w 1593"/>
                <a:gd name="T13" fmla="*/ 0 h 107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1593"/>
                <a:gd name="T22" fmla="*/ 0 h 107"/>
                <a:gd name="T23" fmla="*/ 1593 w 1593"/>
                <a:gd name="T24" fmla="*/ 107 h 107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1593" h="107">
                  <a:moveTo>
                    <a:pt x="0" y="0"/>
                  </a:moveTo>
                  <a:lnTo>
                    <a:pt x="0" y="54"/>
                  </a:lnTo>
                  <a:lnTo>
                    <a:pt x="0" y="107"/>
                  </a:lnTo>
                  <a:lnTo>
                    <a:pt x="1593" y="107"/>
                  </a:lnTo>
                  <a:lnTo>
                    <a:pt x="1593" y="54"/>
                  </a:lnTo>
                  <a:lnTo>
                    <a:pt x="1593" y="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200" name="Freeform 4832">
              <a:extLst>
                <a:ext uri="{FF2B5EF4-FFF2-40B4-BE49-F238E27FC236}">
                  <a16:creationId xmlns:a16="http://schemas.microsoft.com/office/drawing/2014/main" id="{47206219-C942-F89A-73C5-F85500097CA1}"/>
                </a:ext>
              </a:extLst>
            </p:cNvPr>
            <p:cNvSpPr>
              <a:spLocks/>
            </p:cNvSpPr>
            <p:nvPr/>
          </p:nvSpPr>
          <p:spPr bwMode="auto">
            <a:xfrm>
              <a:off x="4801" y="2389"/>
              <a:ext cx="9" cy="18"/>
            </a:xfrm>
            <a:custGeom>
              <a:avLst/>
              <a:gdLst>
                <a:gd name="T0" fmla="*/ 0 w 54"/>
                <a:gd name="T1" fmla="*/ 0 h 107"/>
                <a:gd name="T2" fmla="*/ 0 w 54"/>
                <a:gd name="T3" fmla="*/ 0 h 107"/>
                <a:gd name="T4" fmla="*/ 0 w 54"/>
                <a:gd name="T5" fmla="*/ 0 h 107"/>
                <a:gd name="T6" fmla="*/ 0 w 54"/>
                <a:gd name="T7" fmla="*/ 0 h 107"/>
                <a:gd name="T8" fmla="*/ 0 w 54"/>
                <a:gd name="T9" fmla="*/ 0 h 107"/>
                <a:gd name="T10" fmla="*/ 0 w 54"/>
                <a:gd name="T11" fmla="*/ 0 h 107"/>
                <a:gd name="T12" fmla="*/ 0 w 54"/>
                <a:gd name="T13" fmla="*/ 0 h 107"/>
                <a:gd name="T14" fmla="*/ 0 w 54"/>
                <a:gd name="T15" fmla="*/ 0 h 107"/>
                <a:gd name="T16" fmla="*/ 0 w 54"/>
                <a:gd name="T17" fmla="*/ 0 h 107"/>
                <a:gd name="T18" fmla="*/ 0 w 54"/>
                <a:gd name="T19" fmla="*/ 0 h 107"/>
                <a:gd name="T20" fmla="*/ 0 w 54"/>
                <a:gd name="T21" fmla="*/ 0 h 107"/>
                <a:gd name="T22" fmla="*/ 0 w 54"/>
                <a:gd name="T23" fmla="*/ 0 h 107"/>
                <a:gd name="T24" fmla="*/ 0 w 54"/>
                <a:gd name="T25" fmla="*/ 0 h 107"/>
                <a:gd name="T26" fmla="*/ 0 w 54"/>
                <a:gd name="T27" fmla="*/ 0 h 107"/>
                <a:gd name="T28" fmla="*/ 0 w 54"/>
                <a:gd name="T29" fmla="*/ 0 h 107"/>
                <a:gd name="T30" fmla="*/ 0 w 54"/>
                <a:gd name="T31" fmla="*/ 0 h 107"/>
                <a:gd name="T32" fmla="*/ 0 w 54"/>
                <a:gd name="T33" fmla="*/ 0 h 107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w 54"/>
                <a:gd name="T52" fmla="*/ 0 h 107"/>
                <a:gd name="T53" fmla="*/ 54 w 54"/>
                <a:gd name="T54" fmla="*/ 107 h 107"/>
              </a:gdLst>
              <a:ahLst/>
              <a:cxnLst>
                <a:cxn ang="T34">
                  <a:pos x="T0" y="T1"/>
                </a:cxn>
                <a:cxn ang="T35">
                  <a:pos x="T2" y="T3"/>
                </a:cxn>
                <a:cxn ang="T36">
                  <a:pos x="T4" y="T5"/>
                </a:cxn>
                <a:cxn ang="T37">
                  <a:pos x="T6" y="T7"/>
                </a:cxn>
                <a:cxn ang="T38">
                  <a:pos x="T8" y="T9"/>
                </a:cxn>
                <a:cxn ang="T39">
                  <a:pos x="T10" y="T11"/>
                </a:cxn>
                <a:cxn ang="T40">
                  <a:pos x="T12" y="T13"/>
                </a:cxn>
                <a:cxn ang="T41">
                  <a:pos x="T14" y="T15"/>
                </a:cxn>
                <a:cxn ang="T42">
                  <a:pos x="T16" y="T17"/>
                </a:cxn>
                <a:cxn ang="T43">
                  <a:pos x="T18" y="T19"/>
                </a:cxn>
                <a:cxn ang="T44">
                  <a:pos x="T20" y="T21"/>
                </a:cxn>
                <a:cxn ang="T45">
                  <a:pos x="T22" y="T23"/>
                </a:cxn>
                <a:cxn ang="T46">
                  <a:pos x="T24" y="T25"/>
                </a:cxn>
                <a:cxn ang="T47">
                  <a:pos x="T26" y="T27"/>
                </a:cxn>
                <a:cxn ang="T48">
                  <a:pos x="T28" y="T29"/>
                </a:cxn>
                <a:cxn ang="T49">
                  <a:pos x="T30" y="T31"/>
                </a:cxn>
                <a:cxn ang="T50">
                  <a:pos x="T32" y="T33"/>
                </a:cxn>
              </a:cxnLst>
              <a:rect l="T51" t="T52" r="T53" b="T54"/>
              <a:pathLst>
                <a:path w="54" h="107">
                  <a:moveTo>
                    <a:pt x="0" y="54"/>
                  </a:moveTo>
                  <a:lnTo>
                    <a:pt x="0" y="0"/>
                  </a:lnTo>
                  <a:lnTo>
                    <a:pt x="11" y="2"/>
                  </a:lnTo>
                  <a:lnTo>
                    <a:pt x="23" y="6"/>
                  </a:lnTo>
                  <a:lnTo>
                    <a:pt x="33" y="12"/>
                  </a:lnTo>
                  <a:lnTo>
                    <a:pt x="41" y="21"/>
                  </a:lnTo>
                  <a:lnTo>
                    <a:pt x="47" y="30"/>
                  </a:lnTo>
                  <a:lnTo>
                    <a:pt x="52" y="42"/>
                  </a:lnTo>
                  <a:lnTo>
                    <a:pt x="54" y="54"/>
                  </a:lnTo>
                  <a:lnTo>
                    <a:pt x="52" y="65"/>
                  </a:lnTo>
                  <a:lnTo>
                    <a:pt x="47" y="77"/>
                  </a:lnTo>
                  <a:lnTo>
                    <a:pt x="41" y="86"/>
                  </a:lnTo>
                  <a:lnTo>
                    <a:pt x="33" y="95"/>
                  </a:lnTo>
                  <a:lnTo>
                    <a:pt x="23" y="101"/>
                  </a:lnTo>
                  <a:lnTo>
                    <a:pt x="11" y="105"/>
                  </a:lnTo>
                  <a:lnTo>
                    <a:pt x="0" y="107"/>
                  </a:lnTo>
                  <a:lnTo>
                    <a:pt x="0" y="54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201" name="Freeform 4833">
              <a:extLst>
                <a:ext uri="{FF2B5EF4-FFF2-40B4-BE49-F238E27FC236}">
                  <a16:creationId xmlns:a16="http://schemas.microsoft.com/office/drawing/2014/main" id="{A7EE7F94-1790-B40B-A4B2-C1E8692D262F}"/>
                </a:ext>
              </a:extLst>
            </p:cNvPr>
            <p:cNvSpPr>
              <a:spLocks/>
            </p:cNvSpPr>
            <p:nvPr/>
          </p:nvSpPr>
          <p:spPr bwMode="auto">
            <a:xfrm>
              <a:off x="4801" y="2389"/>
              <a:ext cx="9" cy="18"/>
            </a:xfrm>
            <a:custGeom>
              <a:avLst/>
              <a:gdLst>
                <a:gd name="T0" fmla="*/ 0 w 54"/>
                <a:gd name="T1" fmla="*/ 0 h 107"/>
                <a:gd name="T2" fmla="*/ 0 w 54"/>
                <a:gd name="T3" fmla="*/ 0 h 107"/>
                <a:gd name="T4" fmla="*/ 0 w 54"/>
                <a:gd name="T5" fmla="*/ 0 h 107"/>
                <a:gd name="T6" fmla="*/ 0 w 54"/>
                <a:gd name="T7" fmla="*/ 0 h 107"/>
                <a:gd name="T8" fmla="*/ 0 w 54"/>
                <a:gd name="T9" fmla="*/ 0 h 107"/>
                <a:gd name="T10" fmla="*/ 0 w 54"/>
                <a:gd name="T11" fmla="*/ 0 h 107"/>
                <a:gd name="T12" fmla="*/ 0 w 54"/>
                <a:gd name="T13" fmla="*/ 0 h 107"/>
                <a:gd name="T14" fmla="*/ 0 w 54"/>
                <a:gd name="T15" fmla="*/ 0 h 107"/>
                <a:gd name="T16" fmla="*/ 0 w 54"/>
                <a:gd name="T17" fmla="*/ 0 h 107"/>
                <a:gd name="T18" fmla="*/ 0 w 54"/>
                <a:gd name="T19" fmla="*/ 0 h 107"/>
                <a:gd name="T20" fmla="*/ 0 w 54"/>
                <a:gd name="T21" fmla="*/ 0 h 107"/>
                <a:gd name="T22" fmla="*/ 0 w 54"/>
                <a:gd name="T23" fmla="*/ 0 h 107"/>
                <a:gd name="T24" fmla="*/ 0 w 54"/>
                <a:gd name="T25" fmla="*/ 0 h 107"/>
                <a:gd name="T26" fmla="*/ 0 w 54"/>
                <a:gd name="T27" fmla="*/ 0 h 107"/>
                <a:gd name="T28" fmla="*/ 0 w 54"/>
                <a:gd name="T29" fmla="*/ 0 h 107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w 54"/>
                <a:gd name="T46" fmla="*/ 0 h 107"/>
                <a:gd name="T47" fmla="*/ 54 w 54"/>
                <a:gd name="T48" fmla="*/ 107 h 107"/>
              </a:gdLst>
              <a:ahLst/>
              <a:cxnLst>
                <a:cxn ang="T30">
                  <a:pos x="T0" y="T1"/>
                </a:cxn>
                <a:cxn ang="T31">
                  <a:pos x="T2" y="T3"/>
                </a:cxn>
                <a:cxn ang="T32">
                  <a:pos x="T4" y="T5"/>
                </a:cxn>
                <a:cxn ang="T33">
                  <a:pos x="T6" y="T7"/>
                </a:cxn>
                <a:cxn ang="T34">
                  <a:pos x="T8" y="T9"/>
                </a:cxn>
                <a:cxn ang="T35">
                  <a:pos x="T10" y="T11"/>
                </a:cxn>
                <a:cxn ang="T36">
                  <a:pos x="T12" y="T13"/>
                </a:cxn>
                <a:cxn ang="T37">
                  <a:pos x="T14" y="T15"/>
                </a:cxn>
                <a:cxn ang="T38">
                  <a:pos x="T16" y="T17"/>
                </a:cxn>
                <a:cxn ang="T39">
                  <a:pos x="T18" y="T19"/>
                </a:cxn>
                <a:cxn ang="T40">
                  <a:pos x="T20" y="T21"/>
                </a:cxn>
                <a:cxn ang="T41">
                  <a:pos x="T22" y="T23"/>
                </a:cxn>
                <a:cxn ang="T42">
                  <a:pos x="T24" y="T25"/>
                </a:cxn>
                <a:cxn ang="T43">
                  <a:pos x="T26" y="T27"/>
                </a:cxn>
                <a:cxn ang="T44">
                  <a:pos x="T28" y="T29"/>
                </a:cxn>
              </a:cxnLst>
              <a:rect l="T45" t="T46" r="T47" b="T48"/>
              <a:pathLst>
                <a:path w="54" h="107">
                  <a:moveTo>
                    <a:pt x="0" y="0"/>
                  </a:moveTo>
                  <a:lnTo>
                    <a:pt x="11" y="2"/>
                  </a:lnTo>
                  <a:lnTo>
                    <a:pt x="23" y="6"/>
                  </a:lnTo>
                  <a:lnTo>
                    <a:pt x="33" y="12"/>
                  </a:lnTo>
                  <a:lnTo>
                    <a:pt x="41" y="21"/>
                  </a:lnTo>
                  <a:lnTo>
                    <a:pt x="47" y="30"/>
                  </a:lnTo>
                  <a:lnTo>
                    <a:pt x="52" y="42"/>
                  </a:lnTo>
                  <a:lnTo>
                    <a:pt x="54" y="54"/>
                  </a:lnTo>
                  <a:lnTo>
                    <a:pt x="52" y="65"/>
                  </a:lnTo>
                  <a:lnTo>
                    <a:pt x="47" y="77"/>
                  </a:lnTo>
                  <a:lnTo>
                    <a:pt x="41" y="86"/>
                  </a:lnTo>
                  <a:lnTo>
                    <a:pt x="33" y="95"/>
                  </a:lnTo>
                  <a:lnTo>
                    <a:pt x="23" y="101"/>
                  </a:lnTo>
                  <a:lnTo>
                    <a:pt x="11" y="105"/>
                  </a:lnTo>
                  <a:lnTo>
                    <a:pt x="0" y="107"/>
                  </a:lnTo>
                </a:path>
              </a:pathLst>
            </a:custGeom>
            <a:noFill/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202" name="Freeform 4834">
              <a:extLst>
                <a:ext uri="{FF2B5EF4-FFF2-40B4-BE49-F238E27FC236}">
                  <a16:creationId xmlns:a16="http://schemas.microsoft.com/office/drawing/2014/main" id="{5712DA60-97F0-5420-6348-651EECA54D6E}"/>
                </a:ext>
              </a:extLst>
            </p:cNvPr>
            <p:cNvSpPr>
              <a:spLocks/>
            </p:cNvSpPr>
            <p:nvPr/>
          </p:nvSpPr>
          <p:spPr bwMode="auto">
            <a:xfrm>
              <a:off x="4919" y="2212"/>
              <a:ext cx="9" cy="18"/>
            </a:xfrm>
            <a:custGeom>
              <a:avLst/>
              <a:gdLst>
                <a:gd name="T0" fmla="*/ 0 w 54"/>
                <a:gd name="T1" fmla="*/ 0 h 107"/>
                <a:gd name="T2" fmla="*/ 0 w 54"/>
                <a:gd name="T3" fmla="*/ 0 h 107"/>
                <a:gd name="T4" fmla="*/ 0 w 54"/>
                <a:gd name="T5" fmla="*/ 0 h 107"/>
                <a:gd name="T6" fmla="*/ 0 w 54"/>
                <a:gd name="T7" fmla="*/ 0 h 107"/>
                <a:gd name="T8" fmla="*/ 0 w 54"/>
                <a:gd name="T9" fmla="*/ 0 h 107"/>
                <a:gd name="T10" fmla="*/ 0 w 54"/>
                <a:gd name="T11" fmla="*/ 0 h 107"/>
                <a:gd name="T12" fmla="*/ 0 w 54"/>
                <a:gd name="T13" fmla="*/ 0 h 107"/>
                <a:gd name="T14" fmla="*/ 0 w 54"/>
                <a:gd name="T15" fmla="*/ 0 h 107"/>
                <a:gd name="T16" fmla="*/ 0 w 54"/>
                <a:gd name="T17" fmla="*/ 0 h 107"/>
                <a:gd name="T18" fmla="*/ 0 w 54"/>
                <a:gd name="T19" fmla="*/ 0 h 107"/>
                <a:gd name="T20" fmla="*/ 0 w 54"/>
                <a:gd name="T21" fmla="*/ 0 h 107"/>
                <a:gd name="T22" fmla="*/ 0 w 54"/>
                <a:gd name="T23" fmla="*/ 0 h 107"/>
                <a:gd name="T24" fmla="*/ 0 w 54"/>
                <a:gd name="T25" fmla="*/ 0 h 107"/>
                <a:gd name="T26" fmla="*/ 0 w 54"/>
                <a:gd name="T27" fmla="*/ 0 h 107"/>
                <a:gd name="T28" fmla="*/ 0 w 54"/>
                <a:gd name="T29" fmla="*/ 0 h 107"/>
                <a:gd name="T30" fmla="*/ 0 w 54"/>
                <a:gd name="T31" fmla="*/ 0 h 107"/>
                <a:gd name="T32" fmla="*/ 0 w 54"/>
                <a:gd name="T33" fmla="*/ 0 h 107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w 54"/>
                <a:gd name="T52" fmla="*/ 0 h 107"/>
                <a:gd name="T53" fmla="*/ 54 w 54"/>
                <a:gd name="T54" fmla="*/ 107 h 107"/>
              </a:gdLst>
              <a:ahLst/>
              <a:cxnLst>
                <a:cxn ang="T34">
                  <a:pos x="T0" y="T1"/>
                </a:cxn>
                <a:cxn ang="T35">
                  <a:pos x="T2" y="T3"/>
                </a:cxn>
                <a:cxn ang="T36">
                  <a:pos x="T4" y="T5"/>
                </a:cxn>
                <a:cxn ang="T37">
                  <a:pos x="T6" y="T7"/>
                </a:cxn>
                <a:cxn ang="T38">
                  <a:pos x="T8" y="T9"/>
                </a:cxn>
                <a:cxn ang="T39">
                  <a:pos x="T10" y="T11"/>
                </a:cxn>
                <a:cxn ang="T40">
                  <a:pos x="T12" y="T13"/>
                </a:cxn>
                <a:cxn ang="T41">
                  <a:pos x="T14" y="T15"/>
                </a:cxn>
                <a:cxn ang="T42">
                  <a:pos x="T16" y="T17"/>
                </a:cxn>
                <a:cxn ang="T43">
                  <a:pos x="T18" y="T19"/>
                </a:cxn>
                <a:cxn ang="T44">
                  <a:pos x="T20" y="T21"/>
                </a:cxn>
                <a:cxn ang="T45">
                  <a:pos x="T22" y="T23"/>
                </a:cxn>
                <a:cxn ang="T46">
                  <a:pos x="T24" y="T25"/>
                </a:cxn>
                <a:cxn ang="T47">
                  <a:pos x="T26" y="T27"/>
                </a:cxn>
                <a:cxn ang="T48">
                  <a:pos x="T28" y="T29"/>
                </a:cxn>
                <a:cxn ang="T49">
                  <a:pos x="T30" y="T31"/>
                </a:cxn>
                <a:cxn ang="T50">
                  <a:pos x="T32" y="T33"/>
                </a:cxn>
              </a:cxnLst>
              <a:rect l="T51" t="T52" r="T53" b="T54"/>
              <a:pathLst>
                <a:path w="54" h="107">
                  <a:moveTo>
                    <a:pt x="0" y="54"/>
                  </a:moveTo>
                  <a:lnTo>
                    <a:pt x="0" y="0"/>
                  </a:lnTo>
                  <a:lnTo>
                    <a:pt x="12" y="2"/>
                  </a:lnTo>
                  <a:lnTo>
                    <a:pt x="23" y="6"/>
                  </a:lnTo>
                  <a:lnTo>
                    <a:pt x="33" y="12"/>
                  </a:lnTo>
                  <a:lnTo>
                    <a:pt x="41" y="21"/>
                  </a:lnTo>
                  <a:lnTo>
                    <a:pt x="48" y="30"/>
                  </a:lnTo>
                  <a:lnTo>
                    <a:pt x="52" y="42"/>
                  </a:lnTo>
                  <a:lnTo>
                    <a:pt x="54" y="54"/>
                  </a:lnTo>
                  <a:lnTo>
                    <a:pt x="52" y="65"/>
                  </a:lnTo>
                  <a:lnTo>
                    <a:pt x="48" y="77"/>
                  </a:lnTo>
                  <a:lnTo>
                    <a:pt x="41" y="86"/>
                  </a:lnTo>
                  <a:lnTo>
                    <a:pt x="33" y="95"/>
                  </a:lnTo>
                  <a:lnTo>
                    <a:pt x="23" y="101"/>
                  </a:lnTo>
                  <a:lnTo>
                    <a:pt x="12" y="105"/>
                  </a:lnTo>
                  <a:lnTo>
                    <a:pt x="0" y="107"/>
                  </a:lnTo>
                  <a:lnTo>
                    <a:pt x="0" y="54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203" name="Freeform 4835">
              <a:extLst>
                <a:ext uri="{FF2B5EF4-FFF2-40B4-BE49-F238E27FC236}">
                  <a16:creationId xmlns:a16="http://schemas.microsoft.com/office/drawing/2014/main" id="{6341C79B-0B75-A896-8C77-EEC7DFDD0F88}"/>
                </a:ext>
              </a:extLst>
            </p:cNvPr>
            <p:cNvSpPr>
              <a:spLocks/>
            </p:cNvSpPr>
            <p:nvPr/>
          </p:nvSpPr>
          <p:spPr bwMode="auto">
            <a:xfrm>
              <a:off x="4919" y="2212"/>
              <a:ext cx="9" cy="18"/>
            </a:xfrm>
            <a:custGeom>
              <a:avLst/>
              <a:gdLst>
                <a:gd name="T0" fmla="*/ 0 w 54"/>
                <a:gd name="T1" fmla="*/ 0 h 107"/>
                <a:gd name="T2" fmla="*/ 0 w 54"/>
                <a:gd name="T3" fmla="*/ 0 h 107"/>
                <a:gd name="T4" fmla="*/ 0 w 54"/>
                <a:gd name="T5" fmla="*/ 0 h 107"/>
                <a:gd name="T6" fmla="*/ 0 w 54"/>
                <a:gd name="T7" fmla="*/ 0 h 107"/>
                <a:gd name="T8" fmla="*/ 0 w 54"/>
                <a:gd name="T9" fmla="*/ 0 h 107"/>
                <a:gd name="T10" fmla="*/ 0 w 54"/>
                <a:gd name="T11" fmla="*/ 0 h 107"/>
                <a:gd name="T12" fmla="*/ 0 w 54"/>
                <a:gd name="T13" fmla="*/ 0 h 107"/>
                <a:gd name="T14" fmla="*/ 0 w 54"/>
                <a:gd name="T15" fmla="*/ 0 h 107"/>
                <a:gd name="T16" fmla="*/ 0 w 54"/>
                <a:gd name="T17" fmla="*/ 0 h 107"/>
                <a:gd name="T18" fmla="*/ 0 w 54"/>
                <a:gd name="T19" fmla="*/ 0 h 107"/>
                <a:gd name="T20" fmla="*/ 0 w 54"/>
                <a:gd name="T21" fmla="*/ 0 h 107"/>
                <a:gd name="T22" fmla="*/ 0 w 54"/>
                <a:gd name="T23" fmla="*/ 0 h 107"/>
                <a:gd name="T24" fmla="*/ 0 w 54"/>
                <a:gd name="T25" fmla="*/ 0 h 107"/>
                <a:gd name="T26" fmla="*/ 0 w 54"/>
                <a:gd name="T27" fmla="*/ 0 h 107"/>
                <a:gd name="T28" fmla="*/ 0 w 54"/>
                <a:gd name="T29" fmla="*/ 0 h 107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w 54"/>
                <a:gd name="T46" fmla="*/ 0 h 107"/>
                <a:gd name="T47" fmla="*/ 54 w 54"/>
                <a:gd name="T48" fmla="*/ 107 h 107"/>
              </a:gdLst>
              <a:ahLst/>
              <a:cxnLst>
                <a:cxn ang="T30">
                  <a:pos x="T0" y="T1"/>
                </a:cxn>
                <a:cxn ang="T31">
                  <a:pos x="T2" y="T3"/>
                </a:cxn>
                <a:cxn ang="T32">
                  <a:pos x="T4" y="T5"/>
                </a:cxn>
                <a:cxn ang="T33">
                  <a:pos x="T6" y="T7"/>
                </a:cxn>
                <a:cxn ang="T34">
                  <a:pos x="T8" y="T9"/>
                </a:cxn>
                <a:cxn ang="T35">
                  <a:pos x="T10" y="T11"/>
                </a:cxn>
                <a:cxn ang="T36">
                  <a:pos x="T12" y="T13"/>
                </a:cxn>
                <a:cxn ang="T37">
                  <a:pos x="T14" y="T15"/>
                </a:cxn>
                <a:cxn ang="T38">
                  <a:pos x="T16" y="T17"/>
                </a:cxn>
                <a:cxn ang="T39">
                  <a:pos x="T18" y="T19"/>
                </a:cxn>
                <a:cxn ang="T40">
                  <a:pos x="T20" y="T21"/>
                </a:cxn>
                <a:cxn ang="T41">
                  <a:pos x="T22" y="T23"/>
                </a:cxn>
                <a:cxn ang="T42">
                  <a:pos x="T24" y="T25"/>
                </a:cxn>
                <a:cxn ang="T43">
                  <a:pos x="T26" y="T27"/>
                </a:cxn>
                <a:cxn ang="T44">
                  <a:pos x="T28" y="T29"/>
                </a:cxn>
              </a:cxnLst>
              <a:rect l="T45" t="T46" r="T47" b="T48"/>
              <a:pathLst>
                <a:path w="54" h="107">
                  <a:moveTo>
                    <a:pt x="0" y="0"/>
                  </a:moveTo>
                  <a:lnTo>
                    <a:pt x="12" y="2"/>
                  </a:lnTo>
                  <a:lnTo>
                    <a:pt x="23" y="6"/>
                  </a:lnTo>
                  <a:lnTo>
                    <a:pt x="33" y="12"/>
                  </a:lnTo>
                  <a:lnTo>
                    <a:pt x="41" y="21"/>
                  </a:lnTo>
                  <a:lnTo>
                    <a:pt x="48" y="30"/>
                  </a:lnTo>
                  <a:lnTo>
                    <a:pt x="52" y="42"/>
                  </a:lnTo>
                  <a:lnTo>
                    <a:pt x="54" y="54"/>
                  </a:lnTo>
                  <a:lnTo>
                    <a:pt x="52" y="65"/>
                  </a:lnTo>
                  <a:lnTo>
                    <a:pt x="48" y="77"/>
                  </a:lnTo>
                  <a:lnTo>
                    <a:pt x="41" y="86"/>
                  </a:lnTo>
                  <a:lnTo>
                    <a:pt x="33" y="95"/>
                  </a:lnTo>
                  <a:lnTo>
                    <a:pt x="23" y="101"/>
                  </a:lnTo>
                  <a:lnTo>
                    <a:pt x="12" y="105"/>
                  </a:lnTo>
                  <a:lnTo>
                    <a:pt x="0" y="107"/>
                  </a:lnTo>
                </a:path>
              </a:pathLst>
            </a:custGeom>
            <a:noFill/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204" name="Freeform 4836">
              <a:extLst>
                <a:ext uri="{FF2B5EF4-FFF2-40B4-BE49-F238E27FC236}">
                  <a16:creationId xmlns:a16="http://schemas.microsoft.com/office/drawing/2014/main" id="{A6CFFCEA-0A49-8AEC-7B96-748284C19FEC}"/>
                </a:ext>
              </a:extLst>
            </p:cNvPr>
            <p:cNvSpPr>
              <a:spLocks/>
            </p:cNvSpPr>
            <p:nvPr/>
          </p:nvSpPr>
          <p:spPr bwMode="auto">
            <a:xfrm>
              <a:off x="4801" y="2212"/>
              <a:ext cx="118" cy="18"/>
            </a:xfrm>
            <a:custGeom>
              <a:avLst/>
              <a:gdLst>
                <a:gd name="T0" fmla="*/ 0 w 708"/>
                <a:gd name="T1" fmla="*/ 0 h 107"/>
                <a:gd name="T2" fmla="*/ 0 w 708"/>
                <a:gd name="T3" fmla="*/ 0 h 107"/>
                <a:gd name="T4" fmla="*/ 0 w 708"/>
                <a:gd name="T5" fmla="*/ 0 h 107"/>
                <a:gd name="T6" fmla="*/ 0 w 708"/>
                <a:gd name="T7" fmla="*/ 0 h 107"/>
                <a:gd name="T8" fmla="*/ 0 w 708"/>
                <a:gd name="T9" fmla="*/ 0 h 107"/>
                <a:gd name="T10" fmla="*/ 0 w 708"/>
                <a:gd name="T11" fmla="*/ 0 h 107"/>
                <a:gd name="T12" fmla="*/ 0 w 708"/>
                <a:gd name="T13" fmla="*/ 0 h 107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708"/>
                <a:gd name="T22" fmla="*/ 0 h 107"/>
                <a:gd name="T23" fmla="*/ 708 w 708"/>
                <a:gd name="T24" fmla="*/ 107 h 107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708" h="107">
                  <a:moveTo>
                    <a:pt x="708" y="107"/>
                  </a:moveTo>
                  <a:lnTo>
                    <a:pt x="708" y="54"/>
                  </a:lnTo>
                  <a:lnTo>
                    <a:pt x="708" y="0"/>
                  </a:lnTo>
                  <a:lnTo>
                    <a:pt x="0" y="0"/>
                  </a:lnTo>
                  <a:lnTo>
                    <a:pt x="0" y="54"/>
                  </a:lnTo>
                  <a:lnTo>
                    <a:pt x="0" y="107"/>
                  </a:lnTo>
                  <a:lnTo>
                    <a:pt x="708" y="107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205" name="Freeform 4837">
              <a:extLst>
                <a:ext uri="{FF2B5EF4-FFF2-40B4-BE49-F238E27FC236}">
                  <a16:creationId xmlns:a16="http://schemas.microsoft.com/office/drawing/2014/main" id="{4001006D-11A3-F306-34F9-7CBE55C158B7}"/>
                </a:ext>
              </a:extLst>
            </p:cNvPr>
            <p:cNvSpPr>
              <a:spLocks/>
            </p:cNvSpPr>
            <p:nvPr/>
          </p:nvSpPr>
          <p:spPr bwMode="auto">
            <a:xfrm>
              <a:off x="4801" y="2212"/>
              <a:ext cx="118" cy="18"/>
            </a:xfrm>
            <a:custGeom>
              <a:avLst/>
              <a:gdLst>
                <a:gd name="T0" fmla="*/ 0 w 708"/>
                <a:gd name="T1" fmla="*/ 0 h 107"/>
                <a:gd name="T2" fmla="*/ 0 w 708"/>
                <a:gd name="T3" fmla="*/ 0 h 107"/>
                <a:gd name="T4" fmla="*/ 0 w 708"/>
                <a:gd name="T5" fmla="*/ 0 h 107"/>
                <a:gd name="T6" fmla="*/ 0 w 708"/>
                <a:gd name="T7" fmla="*/ 0 h 107"/>
                <a:gd name="T8" fmla="*/ 0 w 708"/>
                <a:gd name="T9" fmla="*/ 0 h 107"/>
                <a:gd name="T10" fmla="*/ 0 w 708"/>
                <a:gd name="T11" fmla="*/ 0 h 107"/>
                <a:gd name="T12" fmla="*/ 0 w 708"/>
                <a:gd name="T13" fmla="*/ 0 h 107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708"/>
                <a:gd name="T22" fmla="*/ 0 h 107"/>
                <a:gd name="T23" fmla="*/ 708 w 708"/>
                <a:gd name="T24" fmla="*/ 107 h 107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708" h="107">
                  <a:moveTo>
                    <a:pt x="708" y="107"/>
                  </a:moveTo>
                  <a:lnTo>
                    <a:pt x="708" y="54"/>
                  </a:lnTo>
                  <a:lnTo>
                    <a:pt x="708" y="0"/>
                  </a:lnTo>
                  <a:lnTo>
                    <a:pt x="0" y="0"/>
                  </a:lnTo>
                  <a:lnTo>
                    <a:pt x="0" y="54"/>
                  </a:lnTo>
                  <a:lnTo>
                    <a:pt x="0" y="107"/>
                  </a:lnTo>
                  <a:lnTo>
                    <a:pt x="708" y="107"/>
                  </a:lnTo>
                  <a:close/>
                </a:path>
              </a:pathLst>
            </a:custGeom>
            <a:noFill/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206" name="Freeform 4838">
              <a:extLst>
                <a:ext uri="{FF2B5EF4-FFF2-40B4-BE49-F238E27FC236}">
                  <a16:creationId xmlns:a16="http://schemas.microsoft.com/office/drawing/2014/main" id="{CE212946-31CB-EC48-9C29-435DFC571278}"/>
                </a:ext>
              </a:extLst>
            </p:cNvPr>
            <p:cNvSpPr>
              <a:spLocks/>
            </p:cNvSpPr>
            <p:nvPr/>
          </p:nvSpPr>
          <p:spPr bwMode="auto">
            <a:xfrm>
              <a:off x="4792" y="2212"/>
              <a:ext cx="9" cy="18"/>
            </a:xfrm>
            <a:custGeom>
              <a:avLst/>
              <a:gdLst>
                <a:gd name="T0" fmla="*/ 0 w 53"/>
                <a:gd name="T1" fmla="*/ 0 h 107"/>
                <a:gd name="T2" fmla="*/ 0 w 53"/>
                <a:gd name="T3" fmla="*/ 0 h 107"/>
                <a:gd name="T4" fmla="*/ 0 w 53"/>
                <a:gd name="T5" fmla="*/ 0 h 107"/>
                <a:gd name="T6" fmla="*/ 0 w 53"/>
                <a:gd name="T7" fmla="*/ 0 h 107"/>
                <a:gd name="T8" fmla="*/ 0 w 53"/>
                <a:gd name="T9" fmla="*/ 0 h 107"/>
                <a:gd name="T10" fmla="*/ 0 w 53"/>
                <a:gd name="T11" fmla="*/ 0 h 107"/>
                <a:gd name="T12" fmla="*/ 0 w 53"/>
                <a:gd name="T13" fmla="*/ 0 h 107"/>
                <a:gd name="T14" fmla="*/ 0 w 53"/>
                <a:gd name="T15" fmla="*/ 0 h 107"/>
                <a:gd name="T16" fmla="*/ 0 w 53"/>
                <a:gd name="T17" fmla="*/ 0 h 107"/>
                <a:gd name="T18" fmla="*/ 0 w 53"/>
                <a:gd name="T19" fmla="*/ 0 h 107"/>
                <a:gd name="T20" fmla="*/ 0 w 53"/>
                <a:gd name="T21" fmla="*/ 0 h 107"/>
                <a:gd name="T22" fmla="*/ 0 w 53"/>
                <a:gd name="T23" fmla="*/ 0 h 107"/>
                <a:gd name="T24" fmla="*/ 0 w 53"/>
                <a:gd name="T25" fmla="*/ 0 h 107"/>
                <a:gd name="T26" fmla="*/ 0 w 53"/>
                <a:gd name="T27" fmla="*/ 0 h 107"/>
                <a:gd name="T28" fmla="*/ 0 w 53"/>
                <a:gd name="T29" fmla="*/ 0 h 107"/>
                <a:gd name="T30" fmla="*/ 0 w 53"/>
                <a:gd name="T31" fmla="*/ 0 h 107"/>
                <a:gd name="T32" fmla="*/ 0 w 53"/>
                <a:gd name="T33" fmla="*/ 0 h 107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w 53"/>
                <a:gd name="T52" fmla="*/ 0 h 107"/>
                <a:gd name="T53" fmla="*/ 53 w 53"/>
                <a:gd name="T54" fmla="*/ 107 h 107"/>
              </a:gdLst>
              <a:ahLst/>
              <a:cxnLst>
                <a:cxn ang="T34">
                  <a:pos x="T0" y="T1"/>
                </a:cxn>
                <a:cxn ang="T35">
                  <a:pos x="T2" y="T3"/>
                </a:cxn>
                <a:cxn ang="T36">
                  <a:pos x="T4" y="T5"/>
                </a:cxn>
                <a:cxn ang="T37">
                  <a:pos x="T6" y="T7"/>
                </a:cxn>
                <a:cxn ang="T38">
                  <a:pos x="T8" y="T9"/>
                </a:cxn>
                <a:cxn ang="T39">
                  <a:pos x="T10" y="T11"/>
                </a:cxn>
                <a:cxn ang="T40">
                  <a:pos x="T12" y="T13"/>
                </a:cxn>
                <a:cxn ang="T41">
                  <a:pos x="T14" y="T15"/>
                </a:cxn>
                <a:cxn ang="T42">
                  <a:pos x="T16" y="T17"/>
                </a:cxn>
                <a:cxn ang="T43">
                  <a:pos x="T18" y="T19"/>
                </a:cxn>
                <a:cxn ang="T44">
                  <a:pos x="T20" y="T21"/>
                </a:cxn>
                <a:cxn ang="T45">
                  <a:pos x="T22" y="T23"/>
                </a:cxn>
                <a:cxn ang="T46">
                  <a:pos x="T24" y="T25"/>
                </a:cxn>
                <a:cxn ang="T47">
                  <a:pos x="T26" y="T27"/>
                </a:cxn>
                <a:cxn ang="T48">
                  <a:pos x="T28" y="T29"/>
                </a:cxn>
                <a:cxn ang="T49">
                  <a:pos x="T30" y="T31"/>
                </a:cxn>
                <a:cxn ang="T50">
                  <a:pos x="T32" y="T33"/>
                </a:cxn>
              </a:cxnLst>
              <a:rect l="T51" t="T52" r="T53" b="T54"/>
              <a:pathLst>
                <a:path w="53" h="107">
                  <a:moveTo>
                    <a:pt x="53" y="54"/>
                  </a:moveTo>
                  <a:lnTo>
                    <a:pt x="53" y="107"/>
                  </a:lnTo>
                  <a:lnTo>
                    <a:pt x="41" y="105"/>
                  </a:lnTo>
                  <a:lnTo>
                    <a:pt x="29" y="101"/>
                  </a:lnTo>
                  <a:lnTo>
                    <a:pt x="20" y="95"/>
                  </a:lnTo>
                  <a:lnTo>
                    <a:pt x="11" y="86"/>
                  </a:lnTo>
                  <a:lnTo>
                    <a:pt x="5" y="77"/>
                  </a:lnTo>
                  <a:lnTo>
                    <a:pt x="1" y="65"/>
                  </a:lnTo>
                  <a:lnTo>
                    <a:pt x="0" y="54"/>
                  </a:lnTo>
                  <a:lnTo>
                    <a:pt x="1" y="42"/>
                  </a:lnTo>
                  <a:lnTo>
                    <a:pt x="5" y="30"/>
                  </a:lnTo>
                  <a:lnTo>
                    <a:pt x="11" y="21"/>
                  </a:lnTo>
                  <a:lnTo>
                    <a:pt x="20" y="12"/>
                  </a:lnTo>
                  <a:lnTo>
                    <a:pt x="29" y="6"/>
                  </a:lnTo>
                  <a:lnTo>
                    <a:pt x="41" y="2"/>
                  </a:lnTo>
                  <a:lnTo>
                    <a:pt x="53" y="0"/>
                  </a:lnTo>
                  <a:lnTo>
                    <a:pt x="53" y="54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207" name="Freeform 4839">
              <a:extLst>
                <a:ext uri="{FF2B5EF4-FFF2-40B4-BE49-F238E27FC236}">
                  <a16:creationId xmlns:a16="http://schemas.microsoft.com/office/drawing/2014/main" id="{116EE225-69C2-2316-817C-9F0DC9E85D04}"/>
                </a:ext>
              </a:extLst>
            </p:cNvPr>
            <p:cNvSpPr>
              <a:spLocks/>
            </p:cNvSpPr>
            <p:nvPr/>
          </p:nvSpPr>
          <p:spPr bwMode="auto">
            <a:xfrm>
              <a:off x="4792" y="2212"/>
              <a:ext cx="9" cy="18"/>
            </a:xfrm>
            <a:custGeom>
              <a:avLst/>
              <a:gdLst>
                <a:gd name="T0" fmla="*/ 0 w 53"/>
                <a:gd name="T1" fmla="*/ 0 h 107"/>
                <a:gd name="T2" fmla="*/ 0 w 53"/>
                <a:gd name="T3" fmla="*/ 0 h 107"/>
                <a:gd name="T4" fmla="*/ 0 w 53"/>
                <a:gd name="T5" fmla="*/ 0 h 107"/>
                <a:gd name="T6" fmla="*/ 0 w 53"/>
                <a:gd name="T7" fmla="*/ 0 h 107"/>
                <a:gd name="T8" fmla="*/ 0 w 53"/>
                <a:gd name="T9" fmla="*/ 0 h 107"/>
                <a:gd name="T10" fmla="*/ 0 w 53"/>
                <a:gd name="T11" fmla="*/ 0 h 107"/>
                <a:gd name="T12" fmla="*/ 0 w 53"/>
                <a:gd name="T13" fmla="*/ 0 h 107"/>
                <a:gd name="T14" fmla="*/ 0 w 53"/>
                <a:gd name="T15" fmla="*/ 0 h 107"/>
                <a:gd name="T16" fmla="*/ 0 w 53"/>
                <a:gd name="T17" fmla="*/ 0 h 107"/>
                <a:gd name="T18" fmla="*/ 0 w 53"/>
                <a:gd name="T19" fmla="*/ 0 h 107"/>
                <a:gd name="T20" fmla="*/ 0 w 53"/>
                <a:gd name="T21" fmla="*/ 0 h 107"/>
                <a:gd name="T22" fmla="*/ 0 w 53"/>
                <a:gd name="T23" fmla="*/ 0 h 107"/>
                <a:gd name="T24" fmla="*/ 0 w 53"/>
                <a:gd name="T25" fmla="*/ 0 h 107"/>
                <a:gd name="T26" fmla="*/ 0 w 53"/>
                <a:gd name="T27" fmla="*/ 0 h 107"/>
                <a:gd name="T28" fmla="*/ 0 w 53"/>
                <a:gd name="T29" fmla="*/ 0 h 107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w 53"/>
                <a:gd name="T46" fmla="*/ 0 h 107"/>
                <a:gd name="T47" fmla="*/ 53 w 53"/>
                <a:gd name="T48" fmla="*/ 107 h 107"/>
              </a:gdLst>
              <a:ahLst/>
              <a:cxnLst>
                <a:cxn ang="T30">
                  <a:pos x="T0" y="T1"/>
                </a:cxn>
                <a:cxn ang="T31">
                  <a:pos x="T2" y="T3"/>
                </a:cxn>
                <a:cxn ang="T32">
                  <a:pos x="T4" y="T5"/>
                </a:cxn>
                <a:cxn ang="T33">
                  <a:pos x="T6" y="T7"/>
                </a:cxn>
                <a:cxn ang="T34">
                  <a:pos x="T8" y="T9"/>
                </a:cxn>
                <a:cxn ang="T35">
                  <a:pos x="T10" y="T11"/>
                </a:cxn>
                <a:cxn ang="T36">
                  <a:pos x="T12" y="T13"/>
                </a:cxn>
                <a:cxn ang="T37">
                  <a:pos x="T14" y="T15"/>
                </a:cxn>
                <a:cxn ang="T38">
                  <a:pos x="T16" y="T17"/>
                </a:cxn>
                <a:cxn ang="T39">
                  <a:pos x="T18" y="T19"/>
                </a:cxn>
                <a:cxn ang="T40">
                  <a:pos x="T20" y="T21"/>
                </a:cxn>
                <a:cxn ang="T41">
                  <a:pos x="T22" y="T23"/>
                </a:cxn>
                <a:cxn ang="T42">
                  <a:pos x="T24" y="T25"/>
                </a:cxn>
                <a:cxn ang="T43">
                  <a:pos x="T26" y="T27"/>
                </a:cxn>
                <a:cxn ang="T44">
                  <a:pos x="T28" y="T29"/>
                </a:cxn>
              </a:cxnLst>
              <a:rect l="T45" t="T46" r="T47" b="T48"/>
              <a:pathLst>
                <a:path w="53" h="107">
                  <a:moveTo>
                    <a:pt x="53" y="107"/>
                  </a:moveTo>
                  <a:lnTo>
                    <a:pt x="41" y="105"/>
                  </a:lnTo>
                  <a:lnTo>
                    <a:pt x="29" y="101"/>
                  </a:lnTo>
                  <a:lnTo>
                    <a:pt x="20" y="95"/>
                  </a:lnTo>
                  <a:lnTo>
                    <a:pt x="11" y="86"/>
                  </a:lnTo>
                  <a:lnTo>
                    <a:pt x="5" y="77"/>
                  </a:lnTo>
                  <a:lnTo>
                    <a:pt x="1" y="65"/>
                  </a:lnTo>
                  <a:lnTo>
                    <a:pt x="0" y="54"/>
                  </a:lnTo>
                  <a:lnTo>
                    <a:pt x="1" y="42"/>
                  </a:lnTo>
                  <a:lnTo>
                    <a:pt x="5" y="30"/>
                  </a:lnTo>
                  <a:lnTo>
                    <a:pt x="11" y="21"/>
                  </a:lnTo>
                  <a:lnTo>
                    <a:pt x="20" y="12"/>
                  </a:lnTo>
                  <a:lnTo>
                    <a:pt x="29" y="6"/>
                  </a:lnTo>
                  <a:lnTo>
                    <a:pt x="41" y="2"/>
                  </a:lnTo>
                  <a:lnTo>
                    <a:pt x="53" y="0"/>
                  </a:lnTo>
                </a:path>
              </a:pathLst>
            </a:custGeom>
            <a:noFill/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208" name="Freeform 4840">
              <a:extLst>
                <a:ext uri="{FF2B5EF4-FFF2-40B4-BE49-F238E27FC236}">
                  <a16:creationId xmlns:a16="http://schemas.microsoft.com/office/drawing/2014/main" id="{01B4008B-43E4-896E-E961-A652B4B82CCE}"/>
                </a:ext>
              </a:extLst>
            </p:cNvPr>
            <p:cNvSpPr>
              <a:spLocks/>
            </p:cNvSpPr>
            <p:nvPr/>
          </p:nvSpPr>
          <p:spPr bwMode="auto">
            <a:xfrm>
              <a:off x="4919" y="1769"/>
              <a:ext cx="9" cy="18"/>
            </a:xfrm>
            <a:custGeom>
              <a:avLst/>
              <a:gdLst>
                <a:gd name="T0" fmla="*/ 0 w 54"/>
                <a:gd name="T1" fmla="*/ 0 h 107"/>
                <a:gd name="T2" fmla="*/ 0 w 54"/>
                <a:gd name="T3" fmla="*/ 0 h 107"/>
                <a:gd name="T4" fmla="*/ 0 w 54"/>
                <a:gd name="T5" fmla="*/ 0 h 107"/>
                <a:gd name="T6" fmla="*/ 0 w 54"/>
                <a:gd name="T7" fmla="*/ 0 h 107"/>
                <a:gd name="T8" fmla="*/ 0 w 54"/>
                <a:gd name="T9" fmla="*/ 0 h 107"/>
                <a:gd name="T10" fmla="*/ 0 w 54"/>
                <a:gd name="T11" fmla="*/ 0 h 107"/>
                <a:gd name="T12" fmla="*/ 0 w 54"/>
                <a:gd name="T13" fmla="*/ 0 h 107"/>
                <a:gd name="T14" fmla="*/ 0 w 54"/>
                <a:gd name="T15" fmla="*/ 0 h 107"/>
                <a:gd name="T16" fmla="*/ 0 w 54"/>
                <a:gd name="T17" fmla="*/ 0 h 107"/>
                <a:gd name="T18" fmla="*/ 0 w 54"/>
                <a:gd name="T19" fmla="*/ 0 h 107"/>
                <a:gd name="T20" fmla="*/ 0 w 54"/>
                <a:gd name="T21" fmla="*/ 0 h 107"/>
                <a:gd name="T22" fmla="*/ 0 w 54"/>
                <a:gd name="T23" fmla="*/ 0 h 107"/>
                <a:gd name="T24" fmla="*/ 0 w 54"/>
                <a:gd name="T25" fmla="*/ 0 h 107"/>
                <a:gd name="T26" fmla="*/ 0 w 54"/>
                <a:gd name="T27" fmla="*/ 0 h 107"/>
                <a:gd name="T28" fmla="*/ 0 w 54"/>
                <a:gd name="T29" fmla="*/ 0 h 107"/>
                <a:gd name="T30" fmla="*/ 0 w 54"/>
                <a:gd name="T31" fmla="*/ 0 h 107"/>
                <a:gd name="T32" fmla="*/ 0 w 54"/>
                <a:gd name="T33" fmla="*/ 0 h 107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w 54"/>
                <a:gd name="T52" fmla="*/ 0 h 107"/>
                <a:gd name="T53" fmla="*/ 54 w 54"/>
                <a:gd name="T54" fmla="*/ 107 h 107"/>
              </a:gdLst>
              <a:ahLst/>
              <a:cxnLst>
                <a:cxn ang="T34">
                  <a:pos x="T0" y="T1"/>
                </a:cxn>
                <a:cxn ang="T35">
                  <a:pos x="T2" y="T3"/>
                </a:cxn>
                <a:cxn ang="T36">
                  <a:pos x="T4" y="T5"/>
                </a:cxn>
                <a:cxn ang="T37">
                  <a:pos x="T6" y="T7"/>
                </a:cxn>
                <a:cxn ang="T38">
                  <a:pos x="T8" y="T9"/>
                </a:cxn>
                <a:cxn ang="T39">
                  <a:pos x="T10" y="T11"/>
                </a:cxn>
                <a:cxn ang="T40">
                  <a:pos x="T12" y="T13"/>
                </a:cxn>
                <a:cxn ang="T41">
                  <a:pos x="T14" y="T15"/>
                </a:cxn>
                <a:cxn ang="T42">
                  <a:pos x="T16" y="T17"/>
                </a:cxn>
                <a:cxn ang="T43">
                  <a:pos x="T18" y="T19"/>
                </a:cxn>
                <a:cxn ang="T44">
                  <a:pos x="T20" y="T21"/>
                </a:cxn>
                <a:cxn ang="T45">
                  <a:pos x="T22" y="T23"/>
                </a:cxn>
                <a:cxn ang="T46">
                  <a:pos x="T24" y="T25"/>
                </a:cxn>
                <a:cxn ang="T47">
                  <a:pos x="T26" y="T27"/>
                </a:cxn>
                <a:cxn ang="T48">
                  <a:pos x="T28" y="T29"/>
                </a:cxn>
                <a:cxn ang="T49">
                  <a:pos x="T30" y="T31"/>
                </a:cxn>
                <a:cxn ang="T50">
                  <a:pos x="T32" y="T33"/>
                </a:cxn>
              </a:cxnLst>
              <a:rect l="T51" t="T52" r="T53" b="T54"/>
              <a:pathLst>
                <a:path w="54" h="107">
                  <a:moveTo>
                    <a:pt x="0" y="54"/>
                  </a:moveTo>
                  <a:lnTo>
                    <a:pt x="0" y="0"/>
                  </a:lnTo>
                  <a:lnTo>
                    <a:pt x="12" y="2"/>
                  </a:lnTo>
                  <a:lnTo>
                    <a:pt x="23" y="6"/>
                  </a:lnTo>
                  <a:lnTo>
                    <a:pt x="33" y="13"/>
                  </a:lnTo>
                  <a:lnTo>
                    <a:pt x="41" y="21"/>
                  </a:lnTo>
                  <a:lnTo>
                    <a:pt x="48" y="31"/>
                  </a:lnTo>
                  <a:lnTo>
                    <a:pt x="52" y="42"/>
                  </a:lnTo>
                  <a:lnTo>
                    <a:pt x="54" y="54"/>
                  </a:lnTo>
                  <a:lnTo>
                    <a:pt x="52" y="66"/>
                  </a:lnTo>
                  <a:lnTo>
                    <a:pt x="48" y="77"/>
                  </a:lnTo>
                  <a:lnTo>
                    <a:pt x="41" y="87"/>
                  </a:lnTo>
                  <a:lnTo>
                    <a:pt x="33" y="95"/>
                  </a:lnTo>
                  <a:lnTo>
                    <a:pt x="23" y="102"/>
                  </a:lnTo>
                  <a:lnTo>
                    <a:pt x="12" y="106"/>
                  </a:lnTo>
                  <a:lnTo>
                    <a:pt x="0" y="107"/>
                  </a:lnTo>
                  <a:lnTo>
                    <a:pt x="0" y="54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209" name="Freeform 4841">
              <a:extLst>
                <a:ext uri="{FF2B5EF4-FFF2-40B4-BE49-F238E27FC236}">
                  <a16:creationId xmlns:a16="http://schemas.microsoft.com/office/drawing/2014/main" id="{6D40726E-FF70-4694-24A1-5AEC7F78FE96}"/>
                </a:ext>
              </a:extLst>
            </p:cNvPr>
            <p:cNvSpPr>
              <a:spLocks/>
            </p:cNvSpPr>
            <p:nvPr/>
          </p:nvSpPr>
          <p:spPr bwMode="auto">
            <a:xfrm>
              <a:off x="4919" y="1769"/>
              <a:ext cx="9" cy="18"/>
            </a:xfrm>
            <a:custGeom>
              <a:avLst/>
              <a:gdLst>
                <a:gd name="T0" fmla="*/ 0 w 54"/>
                <a:gd name="T1" fmla="*/ 0 h 107"/>
                <a:gd name="T2" fmla="*/ 0 w 54"/>
                <a:gd name="T3" fmla="*/ 0 h 107"/>
                <a:gd name="T4" fmla="*/ 0 w 54"/>
                <a:gd name="T5" fmla="*/ 0 h 107"/>
                <a:gd name="T6" fmla="*/ 0 w 54"/>
                <a:gd name="T7" fmla="*/ 0 h 107"/>
                <a:gd name="T8" fmla="*/ 0 w 54"/>
                <a:gd name="T9" fmla="*/ 0 h 107"/>
                <a:gd name="T10" fmla="*/ 0 w 54"/>
                <a:gd name="T11" fmla="*/ 0 h 107"/>
                <a:gd name="T12" fmla="*/ 0 w 54"/>
                <a:gd name="T13" fmla="*/ 0 h 107"/>
                <a:gd name="T14" fmla="*/ 0 w 54"/>
                <a:gd name="T15" fmla="*/ 0 h 107"/>
                <a:gd name="T16" fmla="*/ 0 w 54"/>
                <a:gd name="T17" fmla="*/ 0 h 107"/>
                <a:gd name="T18" fmla="*/ 0 w 54"/>
                <a:gd name="T19" fmla="*/ 0 h 107"/>
                <a:gd name="T20" fmla="*/ 0 w 54"/>
                <a:gd name="T21" fmla="*/ 0 h 107"/>
                <a:gd name="T22" fmla="*/ 0 w 54"/>
                <a:gd name="T23" fmla="*/ 0 h 107"/>
                <a:gd name="T24" fmla="*/ 0 w 54"/>
                <a:gd name="T25" fmla="*/ 0 h 107"/>
                <a:gd name="T26" fmla="*/ 0 w 54"/>
                <a:gd name="T27" fmla="*/ 0 h 107"/>
                <a:gd name="T28" fmla="*/ 0 w 54"/>
                <a:gd name="T29" fmla="*/ 0 h 107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w 54"/>
                <a:gd name="T46" fmla="*/ 0 h 107"/>
                <a:gd name="T47" fmla="*/ 54 w 54"/>
                <a:gd name="T48" fmla="*/ 107 h 107"/>
              </a:gdLst>
              <a:ahLst/>
              <a:cxnLst>
                <a:cxn ang="T30">
                  <a:pos x="T0" y="T1"/>
                </a:cxn>
                <a:cxn ang="T31">
                  <a:pos x="T2" y="T3"/>
                </a:cxn>
                <a:cxn ang="T32">
                  <a:pos x="T4" y="T5"/>
                </a:cxn>
                <a:cxn ang="T33">
                  <a:pos x="T6" y="T7"/>
                </a:cxn>
                <a:cxn ang="T34">
                  <a:pos x="T8" y="T9"/>
                </a:cxn>
                <a:cxn ang="T35">
                  <a:pos x="T10" y="T11"/>
                </a:cxn>
                <a:cxn ang="T36">
                  <a:pos x="T12" y="T13"/>
                </a:cxn>
                <a:cxn ang="T37">
                  <a:pos x="T14" y="T15"/>
                </a:cxn>
                <a:cxn ang="T38">
                  <a:pos x="T16" y="T17"/>
                </a:cxn>
                <a:cxn ang="T39">
                  <a:pos x="T18" y="T19"/>
                </a:cxn>
                <a:cxn ang="T40">
                  <a:pos x="T20" y="T21"/>
                </a:cxn>
                <a:cxn ang="T41">
                  <a:pos x="T22" y="T23"/>
                </a:cxn>
                <a:cxn ang="T42">
                  <a:pos x="T24" y="T25"/>
                </a:cxn>
                <a:cxn ang="T43">
                  <a:pos x="T26" y="T27"/>
                </a:cxn>
                <a:cxn ang="T44">
                  <a:pos x="T28" y="T29"/>
                </a:cxn>
              </a:cxnLst>
              <a:rect l="T45" t="T46" r="T47" b="T48"/>
              <a:pathLst>
                <a:path w="54" h="107">
                  <a:moveTo>
                    <a:pt x="0" y="0"/>
                  </a:moveTo>
                  <a:lnTo>
                    <a:pt x="12" y="2"/>
                  </a:lnTo>
                  <a:lnTo>
                    <a:pt x="23" y="6"/>
                  </a:lnTo>
                  <a:lnTo>
                    <a:pt x="33" y="13"/>
                  </a:lnTo>
                  <a:lnTo>
                    <a:pt x="41" y="21"/>
                  </a:lnTo>
                  <a:lnTo>
                    <a:pt x="48" y="31"/>
                  </a:lnTo>
                  <a:lnTo>
                    <a:pt x="52" y="42"/>
                  </a:lnTo>
                  <a:lnTo>
                    <a:pt x="54" y="54"/>
                  </a:lnTo>
                  <a:lnTo>
                    <a:pt x="52" y="66"/>
                  </a:lnTo>
                  <a:lnTo>
                    <a:pt x="48" y="77"/>
                  </a:lnTo>
                  <a:lnTo>
                    <a:pt x="41" y="87"/>
                  </a:lnTo>
                  <a:lnTo>
                    <a:pt x="33" y="95"/>
                  </a:lnTo>
                  <a:lnTo>
                    <a:pt x="23" y="102"/>
                  </a:lnTo>
                  <a:lnTo>
                    <a:pt x="12" y="106"/>
                  </a:lnTo>
                  <a:lnTo>
                    <a:pt x="0" y="107"/>
                  </a:lnTo>
                </a:path>
              </a:pathLst>
            </a:custGeom>
            <a:noFill/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210" name="Freeform 4842">
              <a:extLst>
                <a:ext uri="{FF2B5EF4-FFF2-40B4-BE49-F238E27FC236}">
                  <a16:creationId xmlns:a16="http://schemas.microsoft.com/office/drawing/2014/main" id="{51DF9314-5A8A-1E87-F626-2F56C25C2861}"/>
                </a:ext>
              </a:extLst>
            </p:cNvPr>
            <p:cNvSpPr>
              <a:spLocks/>
            </p:cNvSpPr>
            <p:nvPr/>
          </p:nvSpPr>
          <p:spPr bwMode="auto">
            <a:xfrm>
              <a:off x="4536" y="1769"/>
              <a:ext cx="383" cy="18"/>
            </a:xfrm>
            <a:custGeom>
              <a:avLst/>
              <a:gdLst>
                <a:gd name="T0" fmla="*/ 0 w 2301"/>
                <a:gd name="T1" fmla="*/ 0 h 107"/>
                <a:gd name="T2" fmla="*/ 0 w 2301"/>
                <a:gd name="T3" fmla="*/ 0 h 107"/>
                <a:gd name="T4" fmla="*/ 0 w 2301"/>
                <a:gd name="T5" fmla="*/ 0 h 107"/>
                <a:gd name="T6" fmla="*/ 0 w 2301"/>
                <a:gd name="T7" fmla="*/ 0 h 107"/>
                <a:gd name="T8" fmla="*/ 0 w 2301"/>
                <a:gd name="T9" fmla="*/ 0 h 107"/>
                <a:gd name="T10" fmla="*/ 0 w 2301"/>
                <a:gd name="T11" fmla="*/ 0 h 107"/>
                <a:gd name="T12" fmla="*/ 0 w 2301"/>
                <a:gd name="T13" fmla="*/ 0 h 107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2301"/>
                <a:gd name="T22" fmla="*/ 0 h 107"/>
                <a:gd name="T23" fmla="*/ 2301 w 2301"/>
                <a:gd name="T24" fmla="*/ 107 h 107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2301" h="107">
                  <a:moveTo>
                    <a:pt x="2301" y="107"/>
                  </a:moveTo>
                  <a:lnTo>
                    <a:pt x="2301" y="54"/>
                  </a:lnTo>
                  <a:lnTo>
                    <a:pt x="2301" y="0"/>
                  </a:lnTo>
                  <a:lnTo>
                    <a:pt x="0" y="0"/>
                  </a:lnTo>
                  <a:lnTo>
                    <a:pt x="0" y="54"/>
                  </a:lnTo>
                  <a:lnTo>
                    <a:pt x="0" y="107"/>
                  </a:lnTo>
                  <a:lnTo>
                    <a:pt x="2301" y="107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211" name="Freeform 4843">
              <a:extLst>
                <a:ext uri="{FF2B5EF4-FFF2-40B4-BE49-F238E27FC236}">
                  <a16:creationId xmlns:a16="http://schemas.microsoft.com/office/drawing/2014/main" id="{1E7F24B0-6184-1EA7-766D-E225028DF8A1}"/>
                </a:ext>
              </a:extLst>
            </p:cNvPr>
            <p:cNvSpPr>
              <a:spLocks/>
            </p:cNvSpPr>
            <p:nvPr/>
          </p:nvSpPr>
          <p:spPr bwMode="auto">
            <a:xfrm>
              <a:off x="4536" y="1769"/>
              <a:ext cx="383" cy="18"/>
            </a:xfrm>
            <a:custGeom>
              <a:avLst/>
              <a:gdLst>
                <a:gd name="T0" fmla="*/ 0 w 2301"/>
                <a:gd name="T1" fmla="*/ 0 h 107"/>
                <a:gd name="T2" fmla="*/ 0 w 2301"/>
                <a:gd name="T3" fmla="*/ 0 h 107"/>
                <a:gd name="T4" fmla="*/ 0 w 2301"/>
                <a:gd name="T5" fmla="*/ 0 h 107"/>
                <a:gd name="T6" fmla="*/ 0 w 2301"/>
                <a:gd name="T7" fmla="*/ 0 h 107"/>
                <a:gd name="T8" fmla="*/ 0 w 2301"/>
                <a:gd name="T9" fmla="*/ 0 h 107"/>
                <a:gd name="T10" fmla="*/ 0 w 2301"/>
                <a:gd name="T11" fmla="*/ 0 h 107"/>
                <a:gd name="T12" fmla="*/ 0 w 2301"/>
                <a:gd name="T13" fmla="*/ 0 h 107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2301"/>
                <a:gd name="T22" fmla="*/ 0 h 107"/>
                <a:gd name="T23" fmla="*/ 2301 w 2301"/>
                <a:gd name="T24" fmla="*/ 107 h 107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2301" h="107">
                  <a:moveTo>
                    <a:pt x="2301" y="107"/>
                  </a:moveTo>
                  <a:lnTo>
                    <a:pt x="2301" y="54"/>
                  </a:lnTo>
                  <a:lnTo>
                    <a:pt x="2301" y="0"/>
                  </a:lnTo>
                  <a:lnTo>
                    <a:pt x="0" y="0"/>
                  </a:lnTo>
                  <a:lnTo>
                    <a:pt x="0" y="54"/>
                  </a:lnTo>
                  <a:lnTo>
                    <a:pt x="0" y="107"/>
                  </a:lnTo>
                  <a:lnTo>
                    <a:pt x="2301" y="107"/>
                  </a:lnTo>
                  <a:close/>
                </a:path>
              </a:pathLst>
            </a:custGeom>
            <a:noFill/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212" name="Freeform 4844">
              <a:extLst>
                <a:ext uri="{FF2B5EF4-FFF2-40B4-BE49-F238E27FC236}">
                  <a16:creationId xmlns:a16="http://schemas.microsoft.com/office/drawing/2014/main" id="{4A20FF15-1893-25B0-A552-8176578CE7F8}"/>
                </a:ext>
              </a:extLst>
            </p:cNvPr>
            <p:cNvSpPr>
              <a:spLocks/>
            </p:cNvSpPr>
            <p:nvPr/>
          </p:nvSpPr>
          <p:spPr bwMode="auto">
            <a:xfrm>
              <a:off x="4527" y="1769"/>
              <a:ext cx="9" cy="18"/>
            </a:xfrm>
            <a:custGeom>
              <a:avLst/>
              <a:gdLst>
                <a:gd name="T0" fmla="*/ 0 w 53"/>
                <a:gd name="T1" fmla="*/ 0 h 107"/>
                <a:gd name="T2" fmla="*/ 0 w 53"/>
                <a:gd name="T3" fmla="*/ 0 h 107"/>
                <a:gd name="T4" fmla="*/ 0 w 53"/>
                <a:gd name="T5" fmla="*/ 0 h 107"/>
                <a:gd name="T6" fmla="*/ 0 w 53"/>
                <a:gd name="T7" fmla="*/ 0 h 107"/>
                <a:gd name="T8" fmla="*/ 0 w 53"/>
                <a:gd name="T9" fmla="*/ 0 h 107"/>
                <a:gd name="T10" fmla="*/ 0 w 53"/>
                <a:gd name="T11" fmla="*/ 0 h 107"/>
                <a:gd name="T12" fmla="*/ 0 w 53"/>
                <a:gd name="T13" fmla="*/ 0 h 107"/>
                <a:gd name="T14" fmla="*/ 0 w 53"/>
                <a:gd name="T15" fmla="*/ 0 h 107"/>
                <a:gd name="T16" fmla="*/ 0 w 53"/>
                <a:gd name="T17" fmla="*/ 0 h 107"/>
                <a:gd name="T18" fmla="*/ 0 w 53"/>
                <a:gd name="T19" fmla="*/ 0 h 107"/>
                <a:gd name="T20" fmla="*/ 0 w 53"/>
                <a:gd name="T21" fmla="*/ 0 h 107"/>
                <a:gd name="T22" fmla="*/ 0 w 53"/>
                <a:gd name="T23" fmla="*/ 0 h 107"/>
                <a:gd name="T24" fmla="*/ 0 w 53"/>
                <a:gd name="T25" fmla="*/ 0 h 107"/>
                <a:gd name="T26" fmla="*/ 0 w 53"/>
                <a:gd name="T27" fmla="*/ 0 h 107"/>
                <a:gd name="T28" fmla="*/ 0 w 53"/>
                <a:gd name="T29" fmla="*/ 0 h 107"/>
                <a:gd name="T30" fmla="*/ 0 w 53"/>
                <a:gd name="T31" fmla="*/ 0 h 107"/>
                <a:gd name="T32" fmla="*/ 0 w 53"/>
                <a:gd name="T33" fmla="*/ 0 h 107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w 53"/>
                <a:gd name="T52" fmla="*/ 0 h 107"/>
                <a:gd name="T53" fmla="*/ 53 w 53"/>
                <a:gd name="T54" fmla="*/ 107 h 107"/>
              </a:gdLst>
              <a:ahLst/>
              <a:cxnLst>
                <a:cxn ang="T34">
                  <a:pos x="T0" y="T1"/>
                </a:cxn>
                <a:cxn ang="T35">
                  <a:pos x="T2" y="T3"/>
                </a:cxn>
                <a:cxn ang="T36">
                  <a:pos x="T4" y="T5"/>
                </a:cxn>
                <a:cxn ang="T37">
                  <a:pos x="T6" y="T7"/>
                </a:cxn>
                <a:cxn ang="T38">
                  <a:pos x="T8" y="T9"/>
                </a:cxn>
                <a:cxn ang="T39">
                  <a:pos x="T10" y="T11"/>
                </a:cxn>
                <a:cxn ang="T40">
                  <a:pos x="T12" y="T13"/>
                </a:cxn>
                <a:cxn ang="T41">
                  <a:pos x="T14" y="T15"/>
                </a:cxn>
                <a:cxn ang="T42">
                  <a:pos x="T16" y="T17"/>
                </a:cxn>
                <a:cxn ang="T43">
                  <a:pos x="T18" y="T19"/>
                </a:cxn>
                <a:cxn ang="T44">
                  <a:pos x="T20" y="T21"/>
                </a:cxn>
                <a:cxn ang="T45">
                  <a:pos x="T22" y="T23"/>
                </a:cxn>
                <a:cxn ang="T46">
                  <a:pos x="T24" y="T25"/>
                </a:cxn>
                <a:cxn ang="T47">
                  <a:pos x="T26" y="T27"/>
                </a:cxn>
                <a:cxn ang="T48">
                  <a:pos x="T28" y="T29"/>
                </a:cxn>
                <a:cxn ang="T49">
                  <a:pos x="T30" y="T31"/>
                </a:cxn>
                <a:cxn ang="T50">
                  <a:pos x="T32" y="T33"/>
                </a:cxn>
              </a:cxnLst>
              <a:rect l="T51" t="T52" r="T53" b="T54"/>
              <a:pathLst>
                <a:path w="53" h="107">
                  <a:moveTo>
                    <a:pt x="53" y="54"/>
                  </a:moveTo>
                  <a:lnTo>
                    <a:pt x="53" y="107"/>
                  </a:lnTo>
                  <a:lnTo>
                    <a:pt x="42" y="106"/>
                  </a:lnTo>
                  <a:lnTo>
                    <a:pt x="30" y="102"/>
                  </a:lnTo>
                  <a:lnTo>
                    <a:pt x="20" y="95"/>
                  </a:lnTo>
                  <a:lnTo>
                    <a:pt x="12" y="87"/>
                  </a:lnTo>
                  <a:lnTo>
                    <a:pt x="6" y="77"/>
                  </a:lnTo>
                  <a:lnTo>
                    <a:pt x="1" y="66"/>
                  </a:lnTo>
                  <a:lnTo>
                    <a:pt x="0" y="54"/>
                  </a:lnTo>
                  <a:lnTo>
                    <a:pt x="1" y="42"/>
                  </a:lnTo>
                  <a:lnTo>
                    <a:pt x="6" y="31"/>
                  </a:lnTo>
                  <a:lnTo>
                    <a:pt x="12" y="21"/>
                  </a:lnTo>
                  <a:lnTo>
                    <a:pt x="20" y="13"/>
                  </a:lnTo>
                  <a:lnTo>
                    <a:pt x="30" y="6"/>
                  </a:lnTo>
                  <a:lnTo>
                    <a:pt x="42" y="2"/>
                  </a:lnTo>
                  <a:lnTo>
                    <a:pt x="53" y="0"/>
                  </a:lnTo>
                  <a:lnTo>
                    <a:pt x="53" y="54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213" name="Freeform 4845">
              <a:extLst>
                <a:ext uri="{FF2B5EF4-FFF2-40B4-BE49-F238E27FC236}">
                  <a16:creationId xmlns:a16="http://schemas.microsoft.com/office/drawing/2014/main" id="{66FAAF05-0927-A6F8-7CDE-D971D93F25EC}"/>
                </a:ext>
              </a:extLst>
            </p:cNvPr>
            <p:cNvSpPr>
              <a:spLocks/>
            </p:cNvSpPr>
            <p:nvPr/>
          </p:nvSpPr>
          <p:spPr bwMode="auto">
            <a:xfrm>
              <a:off x="4527" y="1769"/>
              <a:ext cx="9" cy="18"/>
            </a:xfrm>
            <a:custGeom>
              <a:avLst/>
              <a:gdLst>
                <a:gd name="T0" fmla="*/ 0 w 53"/>
                <a:gd name="T1" fmla="*/ 0 h 107"/>
                <a:gd name="T2" fmla="*/ 0 w 53"/>
                <a:gd name="T3" fmla="*/ 0 h 107"/>
                <a:gd name="T4" fmla="*/ 0 w 53"/>
                <a:gd name="T5" fmla="*/ 0 h 107"/>
                <a:gd name="T6" fmla="*/ 0 w 53"/>
                <a:gd name="T7" fmla="*/ 0 h 107"/>
                <a:gd name="T8" fmla="*/ 0 w 53"/>
                <a:gd name="T9" fmla="*/ 0 h 107"/>
                <a:gd name="T10" fmla="*/ 0 w 53"/>
                <a:gd name="T11" fmla="*/ 0 h 107"/>
                <a:gd name="T12" fmla="*/ 0 w 53"/>
                <a:gd name="T13" fmla="*/ 0 h 107"/>
                <a:gd name="T14" fmla="*/ 0 w 53"/>
                <a:gd name="T15" fmla="*/ 0 h 107"/>
                <a:gd name="T16" fmla="*/ 0 w 53"/>
                <a:gd name="T17" fmla="*/ 0 h 107"/>
                <a:gd name="T18" fmla="*/ 0 w 53"/>
                <a:gd name="T19" fmla="*/ 0 h 107"/>
                <a:gd name="T20" fmla="*/ 0 w 53"/>
                <a:gd name="T21" fmla="*/ 0 h 107"/>
                <a:gd name="T22" fmla="*/ 0 w 53"/>
                <a:gd name="T23" fmla="*/ 0 h 107"/>
                <a:gd name="T24" fmla="*/ 0 w 53"/>
                <a:gd name="T25" fmla="*/ 0 h 107"/>
                <a:gd name="T26" fmla="*/ 0 w 53"/>
                <a:gd name="T27" fmla="*/ 0 h 107"/>
                <a:gd name="T28" fmla="*/ 0 w 53"/>
                <a:gd name="T29" fmla="*/ 0 h 107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w 53"/>
                <a:gd name="T46" fmla="*/ 0 h 107"/>
                <a:gd name="T47" fmla="*/ 53 w 53"/>
                <a:gd name="T48" fmla="*/ 107 h 107"/>
              </a:gdLst>
              <a:ahLst/>
              <a:cxnLst>
                <a:cxn ang="T30">
                  <a:pos x="T0" y="T1"/>
                </a:cxn>
                <a:cxn ang="T31">
                  <a:pos x="T2" y="T3"/>
                </a:cxn>
                <a:cxn ang="T32">
                  <a:pos x="T4" y="T5"/>
                </a:cxn>
                <a:cxn ang="T33">
                  <a:pos x="T6" y="T7"/>
                </a:cxn>
                <a:cxn ang="T34">
                  <a:pos x="T8" y="T9"/>
                </a:cxn>
                <a:cxn ang="T35">
                  <a:pos x="T10" y="T11"/>
                </a:cxn>
                <a:cxn ang="T36">
                  <a:pos x="T12" y="T13"/>
                </a:cxn>
                <a:cxn ang="T37">
                  <a:pos x="T14" y="T15"/>
                </a:cxn>
                <a:cxn ang="T38">
                  <a:pos x="T16" y="T17"/>
                </a:cxn>
                <a:cxn ang="T39">
                  <a:pos x="T18" y="T19"/>
                </a:cxn>
                <a:cxn ang="T40">
                  <a:pos x="T20" y="T21"/>
                </a:cxn>
                <a:cxn ang="T41">
                  <a:pos x="T22" y="T23"/>
                </a:cxn>
                <a:cxn ang="T42">
                  <a:pos x="T24" y="T25"/>
                </a:cxn>
                <a:cxn ang="T43">
                  <a:pos x="T26" y="T27"/>
                </a:cxn>
                <a:cxn ang="T44">
                  <a:pos x="T28" y="T29"/>
                </a:cxn>
              </a:cxnLst>
              <a:rect l="T45" t="T46" r="T47" b="T48"/>
              <a:pathLst>
                <a:path w="53" h="107">
                  <a:moveTo>
                    <a:pt x="53" y="107"/>
                  </a:moveTo>
                  <a:lnTo>
                    <a:pt x="42" y="106"/>
                  </a:lnTo>
                  <a:lnTo>
                    <a:pt x="30" y="102"/>
                  </a:lnTo>
                  <a:lnTo>
                    <a:pt x="20" y="95"/>
                  </a:lnTo>
                  <a:lnTo>
                    <a:pt x="12" y="87"/>
                  </a:lnTo>
                  <a:lnTo>
                    <a:pt x="6" y="77"/>
                  </a:lnTo>
                  <a:lnTo>
                    <a:pt x="1" y="66"/>
                  </a:lnTo>
                  <a:lnTo>
                    <a:pt x="0" y="54"/>
                  </a:lnTo>
                  <a:lnTo>
                    <a:pt x="1" y="42"/>
                  </a:lnTo>
                  <a:lnTo>
                    <a:pt x="6" y="31"/>
                  </a:lnTo>
                  <a:lnTo>
                    <a:pt x="12" y="21"/>
                  </a:lnTo>
                  <a:lnTo>
                    <a:pt x="20" y="13"/>
                  </a:lnTo>
                  <a:lnTo>
                    <a:pt x="30" y="6"/>
                  </a:lnTo>
                  <a:lnTo>
                    <a:pt x="42" y="2"/>
                  </a:lnTo>
                  <a:lnTo>
                    <a:pt x="53" y="0"/>
                  </a:lnTo>
                </a:path>
              </a:pathLst>
            </a:custGeom>
            <a:noFill/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214" name="Freeform 4846">
              <a:extLst>
                <a:ext uri="{FF2B5EF4-FFF2-40B4-BE49-F238E27FC236}">
                  <a16:creationId xmlns:a16="http://schemas.microsoft.com/office/drawing/2014/main" id="{075A2235-44B8-C48B-E6EC-6E5CFB2B7CE0}"/>
                </a:ext>
              </a:extLst>
            </p:cNvPr>
            <p:cNvSpPr>
              <a:spLocks/>
            </p:cNvSpPr>
            <p:nvPr/>
          </p:nvSpPr>
          <p:spPr bwMode="auto">
            <a:xfrm>
              <a:off x="4645" y="1857"/>
              <a:ext cx="18" cy="9"/>
            </a:xfrm>
            <a:custGeom>
              <a:avLst/>
              <a:gdLst>
                <a:gd name="T0" fmla="*/ 0 w 107"/>
                <a:gd name="T1" fmla="*/ 0 h 54"/>
                <a:gd name="T2" fmla="*/ 0 w 107"/>
                <a:gd name="T3" fmla="*/ 0 h 54"/>
                <a:gd name="T4" fmla="*/ 0 w 107"/>
                <a:gd name="T5" fmla="*/ 0 h 54"/>
                <a:gd name="T6" fmla="*/ 0 w 107"/>
                <a:gd name="T7" fmla="*/ 0 h 54"/>
                <a:gd name="T8" fmla="*/ 0 w 107"/>
                <a:gd name="T9" fmla="*/ 0 h 54"/>
                <a:gd name="T10" fmla="*/ 0 w 107"/>
                <a:gd name="T11" fmla="*/ 0 h 54"/>
                <a:gd name="T12" fmla="*/ 0 w 107"/>
                <a:gd name="T13" fmla="*/ 0 h 54"/>
                <a:gd name="T14" fmla="*/ 0 w 107"/>
                <a:gd name="T15" fmla="*/ 0 h 54"/>
                <a:gd name="T16" fmla="*/ 0 w 107"/>
                <a:gd name="T17" fmla="*/ 0 h 54"/>
                <a:gd name="T18" fmla="*/ 0 w 107"/>
                <a:gd name="T19" fmla="*/ 0 h 54"/>
                <a:gd name="T20" fmla="*/ 0 w 107"/>
                <a:gd name="T21" fmla="*/ 0 h 54"/>
                <a:gd name="T22" fmla="*/ 0 w 107"/>
                <a:gd name="T23" fmla="*/ 0 h 54"/>
                <a:gd name="T24" fmla="*/ 0 w 107"/>
                <a:gd name="T25" fmla="*/ 0 h 54"/>
                <a:gd name="T26" fmla="*/ 0 w 107"/>
                <a:gd name="T27" fmla="*/ 0 h 54"/>
                <a:gd name="T28" fmla="*/ 0 w 107"/>
                <a:gd name="T29" fmla="*/ 0 h 54"/>
                <a:gd name="T30" fmla="*/ 0 w 107"/>
                <a:gd name="T31" fmla="*/ 0 h 54"/>
                <a:gd name="T32" fmla="*/ 0 w 107"/>
                <a:gd name="T33" fmla="*/ 0 h 54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w 107"/>
                <a:gd name="T52" fmla="*/ 0 h 54"/>
                <a:gd name="T53" fmla="*/ 107 w 107"/>
                <a:gd name="T54" fmla="*/ 54 h 54"/>
              </a:gdLst>
              <a:ahLst/>
              <a:cxnLst>
                <a:cxn ang="T34">
                  <a:pos x="T0" y="T1"/>
                </a:cxn>
                <a:cxn ang="T35">
                  <a:pos x="T2" y="T3"/>
                </a:cxn>
                <a:cxn ang="T36">
                  <a:pos x="T4" y="T5"/>
                </a:cxn>
                <a:cxn ang="T37">
                  <a:pos x="T6" y="T7"/>
                </a:cxn>
                <a:cxn ang="T38">
                  <a:pos x="T8" y="T9"/>
                </a:cxn>
                <a:cxn ang="T39">
                  <a:pos x="T10" y="T11"/>
                </a:cxn>
                <a:cxn ang="T40">
                  <a:pos x="T12" y="T13"/>
                </a:cxn>
                <a:cxn ang="T41">
                  <a:pos x="T14" y="T15"/>
                </a:cxn>
                <a:cxn ang="T42">
                  <a:pos x="T16" y="T17"/>
                </a:cxn>
                <a:cxn ang="T43">
                  <a:pos x="T18" y="T19"/>
                </a:cxn>
                <a:cxn ang="T44">
                  <a:pos x="T20" y="T21"/>
                </a:cxn>
                <a:cxn ang="T45">
                  <a:pos x="T22" y="T23"/>
                </a:cxn>
                <a:cxn ang="T46">
                  <a:pos x="T24" y="T25"/>
                </a:cxn>
                <a:cxn ang="T47">
                  <a:pos x="T26" y="T27"/>
                </a:cxn>
                <a:cxn ang="T48">
                  <a:pos x="T28" y="T29"/>
                </a:cxn>
                <a:cxn ang="T49">
                  <a:pos x="T30" y="T31"/>
                </a:cxn>
                <a:cxn ang="T50">
                  <a:pos x="T32" y="T33"/>
                </a:cxn>
              </a:cxnLst>
              <a:rect l="T51" t="T52" r="T53" b="T54"/>
              <a:pathLst>
                <a:path w="107" h="54">
                  <a:moveTo>
                    <a:pt x="53" y="54"/>
                  </a:moveTo>
                  <a:lnTo>
                    <a:pt x="0" y="54"/>
                  </a:lnTo>
                  <a:lnTo>
                    <a:pt x="1" y="43"/>
                  </a:lnTo>
                  <a:lnTo>
                    <a:pt x="5" y="31"/>
                  </a:lnTo>
                  <a:lnTo>
                    <a:pt x="11" y="22"/>
                  </a:lnTo>
                  <a:lnTo>
                    <a:pt x="20" y="13"/>
                  </a:lnTo>
                  <a:lnTo>
                    <a:pt x="29" y="7"/>
                  </a:lnTo>
                  <a:lnTo>
                    <a:pt x="41" y="3"/>
                  </a:lnTo>
                  <a:lnTo>
                    <a:pt x="53" y="0"/>
                  </a:lnTo>
                  <a:lnTo>
                    <a:pt x="64" y="3"/>
                  </a:lnTo>
                  <a:lnTo>
                    <a:pt x="76" y="7"/>
                  </a:lnTo>
                  <a:lnTo>
                    <a:pt x="85" y="13"/>
                  </a:lnTo>
                  <a:lnTo>
                    <a:pt x="94" y="22"/>
                  </a:lnTo>
                  <a:lnTo>
                    <a:pt x="100" y="31"/>
                  </a:lnTo>
                  <a:lnTo>
                    <a:pt x="104" y="43"/>
                  </a:lnTo>
                  <a:lnTo>
                    <a:pt x="107" y="54"/>
                  </a:lnTo>
                  <a:lnTo>
                    <a:pt x="53" y="54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215" name="Freeform 4847">
              <a:extLst>
                <a:ext uri="{FF2B5EF4-FFF2-40B4-BE49-F238E27FC236}">
                  <a16:creationId xmlns:a16="http://schemas.microsoft.com/office/drawing/2014/main" id="{D84F6DB8-204B-937D-765F-F75875E00F71}"/>
                </a:ext>
              </a:extLst>
            </p:cNvPr>
            <p:cNvSpPr>
              <a:spLocks/>
            </p:cNvSpPr>
            <p:nvPr/>
          </p:nvSpPr>
          <p:spPr bwMode="auto">
            <a:xfrm>
              <a:off x="4645" y="1857"/>
              <a:ext cx="18" cy="9"/>
            </a:xfrm>
            <a:custGeom>
              <a:avLst/>
              <a:gdLst>
                <a:gd name="T0" fmla="*/ 0 w 107"/>
                <a:gd name="T1" fmla="*/ 0 h 54"/>
                <a:gd name="T2" fmla="*/ 0 w 107"/>
                <a:gd name="T3" fmla="*/ 0 h 54"/>
                <a:gd name="T4" fmla="*/ 0 w 107"/>
                <a:gd name="T5" fmla="*/ 0 h 54"/>
                <a:gd name="T6" fmla="*/ 0 w 107"/>
                <a:gd name="T7" fmla="*/ 0 h 54"/>
                <a:gd name="T8" fmla="*/ 0 w 107"/>
                <a:gd name="T9" fmla="*/ 0 h 54"/>
                <a:gd name="T10" fmla="*/ 0 w 107"/>
                <a:gd name="T11" fmla="*/ 0 h 54"/>
                <a:gd name="T12" fmla="*/ 0 w 107"/>
                <a:gd name="T13" fmla="*/ 0 h 54"/>
                <a:gd name="T14" fmla="*/ 0 w 107"/>
                <a:gd name="T15" fmla="*/ 0 h 54"/>
                <a:gd name="T16" fmla="*/ 0 w 107"/>
                <a:gd name="T17" fmla="*/ 0 h 54"/>
                <a:gd name="T18" fmla="*/ 0 w 107"/>
                <a:gd name="T19" fmla="*/ 0 h 54"/>
                <a:gd name="T20" fmla="*/ 0 w 107"/>
                <a:gd name="T21" fmla="*/ 0 h 54"/>
                <a:gd name="T22" fmla="*/ 0 w 107"/>
                <a:gd name="T23" fmla="*/ 0 h 54"/>
                <a:gd name="T24" fmla="*/ 0 w 107"/>
                <a:gd name="T25" fmla="*/ 0 h 54"/>
                <a:gd name="T26" fmla="*/ 0 w 107"/>
                <a:gd name="T27" fmla="*/ 0 h 54"/>
                <a:gd name="T28" fmla="*/ 0 w 107"/>
                <a:gd name="T29" fmla="*/ 0 h 54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w 107"/>
                <a:gd name="T46" fmla="*/ 0 h 54"/>
                <a:gd name="T47" fmla="*/ 107 w 107"/>
                <a:gd name="T48" fmla="*/ 54 h 54"/>
              </a:gdLst>
              <a:ahLst/>
              <a:cxnLst>
                <a:cxn ang="T30">
                  <a:pos x="T0" y="T1"/>
                </a:cxn>
                <a:cxn ang="T31">
                  <a:pos x="T2" y="T3"/>
                </a:cxn>
                <a:cxn ang="T32">
                  <a:pos x="T4" y="T5"/>
                </a:cxn>
                <a:cxn ang="T33">
                  <a:pos x="T6" y="T7"/>
                </a:cxn>
                <a:cxn ang="T34">
                  <a:pos x="T8" y="T9"/>
                </a:cxn>
                <a:cxn ang="T35">
                  <a:pos x="T10" y="T11"/>
                </a:cxn>
                <a:cxn ang="T36">
                  <a:pos x="T12" y="T13"/>
                </a:cxn>
                <a:cxn ang="T37">
                  <a:pos x="T14" y="T15"/>
                </a:cxn>
                <a:cxn ang="T38">
                  <a:pos x="T16" y="T17"/>
                </a:cxn>
                <a:cxn ang="T39">
                  <a:pos x="T18" y="T19"/>
                </a:cxn>
                <a:cxn ang="T40">
                  <a:pos x="T20" y="T21"/>
                </a:cxn>
                <a:cxn ang="T41">
                  <a:pos x="T22" y="T23"/>
                </a:cxn>
                <a:cxn ang="T42">
                  <a:pos x="T24" y="T25"/>
                </a:cxn>
                <a:cxn ang="T43">
                  <a:pos x="T26" y="T27"/>
                </a:cxn>
                <a:cxn ang="T44">
                  <a:pos x="T28" y="T29"/>
                </a:cxn>
              </a:cxnLst>
              <a:rect l="T45" t="T46" r="T47" b="T48"/>
              <a:pathLst>
                <a:path w="107" h="54">
                  <a:moveTo>
                    <a:pt x="0" y="54"/>
                  </a:moveTo>
                  <a:lnTo>
                    <a:pt x="1" y="43"/>
                  </a:lnTo>
                  <a:lnTo>
                    <a:pt x="5" y="31"/>
                  </a:lnTo>
                  <a:lnTo>
                    <a:pt x="11" y="22"/>
                  </a:lnTo>
                  <a:lnTo>
                    <a:pt x="20" y="13"/>
                  </a:lnTo>
                  <a:lnTo>
                    <a:pt x="29" y="7"/>
                  </a:lnTo>
                  <a:lnTo>
                    <a:pt x="41" y="3"/>
                  </a:lnTo>
                  <a:lnTo>
                    <a:pt x="53" y="0"/>
                  </a:lnTo>
                  <a:lnTo>
                    <a:pt x="64" y="3"/>
                  </a:lnTo>
                  <a:lnTo>
                    <a:pt x="76" y="7"/>
                  </a:lnTo>
                  <a:lnTo>
                    <a:pt x="85" y="13"/>
                  </a:lnTo>
                  <a:lnTo>
                    <a:pt x="94" y="22"/>
                  </a:lnTo>
                  <a:lnTo>
                    <a:pt x="100" y="31"/>
                  </a:lnTo>
                  <a:lnTo>
                    <a:pt x="104" y="43"/>
                  </a:lnTo>
                  <a:lnTo>
                    <a:pt x="107" y="54"/>
                  </a:lnTo>
                </a:path>
              </a:pathLst>
            </a:custGeom>
            <a:noFill/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216" name="Freeform 4848">
              <a:extLst>
                <a:ext uri="{FF2B5EF4-FFF2-40B4-BE49-F238E27FC236}">
                  <a16:creationId xmlns:a16="http://schemas.microsoft.com/office/drawing/2014/main" id="{7E509441-F306-75A2-5C63-81F23FE8DCF4}"/>
                </a:ext>
              </a:extLst>
            </p:cNvPr>
            <p:cNvSpPr>
              <a:spLocks/>
            </p:cNvSpPr>
            <p:nvPr/>
          </p:nvSpPr>
          <p:spPr bwMode="auto">
            <a:xfrm>
              <a:off x="4645" y="1866"/>
              <a:ext cx="18" cy="148"/>
            </a:xfrm>
            <a:custGeom>
              <a:avLst/>
              <a:gdLst>
                <a:gd name="T0" fmla="*/ 0 w 107"/>
                <a:gd name="T1" fmla="*/ 0 h 887"/>
                <a:gd name="T2" fmla="*/ 0 w 107"/>
                <a:gd name="T3" fmla="*/ 0 h 887"/>
                <a:gd name="T4" fmla="*/ 0 w 107"/>
                <a:gd name="T5" fmla="*/ 0 h 887"/>
                <a:gd name="T6" fmla="*/ 0 w 107"/>
                <a:gd name="T7" fmla="*/ 0 h 887"/>
                <a:gd name="T8" fmla="*/ 0 w 107"/>
                <a:gd name="T9" fmla="*/ 0 h 887"/>
                <a:gd name="T10" fmla="*/ 0 w 107"/>
                <a:gd name="T11" fmla="*/ 0 h 887"/>
                <a:gd name="T12" fmla="*/ 0 w 107"/>
                <a:gd name="T13" fmla="*/ 0 h 887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107"/>
                <a:gd name="T22" fmla="*/ 0 h 887"/>
                <a:gd name="T23" fmla="*/ 107 w 107"/>
                <a:gd name="T24" fmla="*/ 887 h 887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107" h="887">
                  <a:moveTo>
                    <a:pt x="107" y="0"/>
                  </a:moveTo>
                  <a:lnTo>
                    <a:pt x="53" y="0"/>
                  </a:lnTo>
                  <a:lnTo>
                    <a:pt x="0" y="0"/>
                  </a:lnTo>
                  <a:lnTo>
                    <a:pt x="0" y="887"/>
                  </a:lnTo>
                  <a:lnTo>
                    <a:pt x="53" y="887"/>
                  </a:lnTo>
                  <a:lnTo>
                    <a:pt x="107" y="887"/>
                  </a:lnTo>
                  <a:lnTo>
                    <a:pt x="107" y="0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217" name="Freeform 4849">
              <a:extLst>
                <a:ext uri="{FF2B5EF4-FFF2-40B4-BE49-F238E27FC236}">
                  <a16:creationId xmlns:a16="http://schemas.microsoft.com/office/drawing/2014/main" id="{363099B0-E33B-D68F-21D1-13987979173A}"/>
                </a:ext>
              </a:extLst>
            </p:cNvPr>
            <p:cNvSpPr>
              <a:spLocks/>
            </p:cNvSpPr>
            <p:nvPr/>
          </p:nvSpPr>
          <p:spPr bwMode="auto">
            <a:xfrm>
              <a:off x="4645" y="1866"/>
              <a:ext cx="18" cy="148"/>
            </a:xfrm>
            <a:custGeom>
              <a:avLst/>
              <a:gdLst>
                <a:gd name="T0" fmla="*/ 0 w 107"/>
                <a:gd name="T1" fmla="*/ 0 h 887"/>
                <a:gd name="T2" fmla="*/ 0 w 107"/>
                <a:gd name="T3" fmla="*/ 0 h 887"/>
                <a:gd name="T4" fmla="*/ 0 w 107"/>
                <a:gd name="T5" fmla="*/ 0 h 887"/>
                <a:gd name="T6" fmla="*/ 0 w 107"/>
                <a:gd name="T7" fmla="*/ 0 h 887"/>
                <a:gd name="T8" fmla="*/ 0 w 107"/>
                <a:gd name="T9" fmla="*/ 0 h 887"/>
                <a:gd name="T10" fmla="*/ 0 w 107"/>
                <a:gd name="T11" fmla="*/ 0 h 887"/>
                <a:gd name="T12" fmla="*/ 0 w 107"/>
                <a:gd name="T13" fmla="*/ 0 h 887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107"/>
                <a:gd name="T22" fmla="*/ 0 h 887"/>
                <a:gd name="T23" fmla="*/ 107 w 107"/>
                <a:gd name="T24" fmla="*/ 887 h 887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107" h="887">
                  <a:moveTo>
                    <a:pt x="107" y="0"/>
                  </a:moveTo>
                  <a:lnTo>
                    <a:pt x="53" y="0"/>
                  </a:lnTo>
                  <a:lnTo>
                    <a:pt x="0" y="0"/>
                  </a:lnTo>
                  <a:lnTo>
                    <a:pt x="0" y="887"/>
                  </a:lnTo>
                  <a:lnTo>
                    <a:pt x="53" y="887"/>
                  </a:lnTo>
                  <a:lnTo>
                    <a:pt x="107" y="887"/>
                  </a:lnTo>
                  <a:lnTo>
                    <a:pt x="107" y="0"/>
                  </a:lnTo>
                  <a:close/>
                </a:path>
              </a:pathLst>
            </a:custGeom>
            <a:noFill/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218" name="Freeform 4850">
              <a:extLst>
                <a:ext uri="{FF2B5EF4-FFF2-40B4-BE49-F238E27FC236}">
                  <a16:creationId xmlns:a16="http://schemas.microsoft.com/office/drawing/2014/main" id="{F3323023-8233-F21D-A61B-DC2159B4AA9F}"/>
                </a:ext>
              </a:extLst>
            </p:cNvPr>
            <p:cNvSpPr>
              <a:spLocks/>
            </p:cNvSpPr>
            <p:nvPr/>
          </p:nvSpPr>
          <p:spPr bwMode="auto">
            <a:xfrm>
              <a:off x="4645" y="2014"/>
              <a:ext cx="18" cy="9"/>
            </a:xfrm>
            <a:custGeom>
              <a:avLst/>
              <a:gdLst>
                <a:gd name="T0" fmla="*/ 0 w 107"/>
                <a:gd name="T1" fmla="*/ 0 h 53"/>
                <a:gd name="T2" fmla="*/ 0 w 107"/>
                <a:gd name="T3" fmla="*/ 0 h 53"/>
                <a:gd name="T4" fmla="*/ 0 w 107"/>
                <a:gd name="T5" fmla="*/ 0 h 53"/>
                <a:gd name="T6" fmla="*/ 0 w 107"/>
                <a:gd name="T7" fmla="*/ 0 h 53"/>
                <a:gd name="T8" fmla="*/ 0 w 107"/>
                <a:gd name="T9" fmla="*/ 0 h 53"/>
                <a:gd name="T10" fmla="*/ 0 w 107"/>
                <a:gd name="T11" fmla="*/ 0 h 53"/>
                <a:gd name="T12" fmla="*/ 0 w 107"/>
                <a:gd name="T13" fmla="*/ 0 h 53"/>
                <a:gd name="T14" fmla="*/ 0 w 107"/>
                <a:gd name="T15" fmla="*/ 0 h 53"/>
                <a:gd name="T16" fmla="*/ 0 w 107"/>
                <a:gd name="T17" fmla="*/ 0 h 53"/>
                <a:gd name="T18" fmla="*/ 0 w 107"/>
                <a:gd name="T19" fmla="*/ 0 h 53"/>
                <a:gd name="T20" fmla="*/ 0 w 107"/>
                <a:gd name="T21" fmla="*/ 0 h 53"/>
                <a:gd name="T22" fmla="*/ 0 w 107"/>
                <a:gd name="T23" fmla="*/ 0 h 53"/>
                <a:gd name="T24" fmla="*/ 0 w 107"/>
                <a:gd name="T25" fmla="*/ 0 h 53"/>
                <a:gd name="T26" fmla="*/ 0 w 107"/>
                <a:gd name="T27" fmla="*/ 0 h 53"/>
                <a:gd name="T28" fmla="*/ 0 w 107"/>
                <a:gd name="T29" fmla="*/ 0 h 53"/>
                <a:gd name="T30" fmla="*/ 0 w 107"/>
                <a:gd name="T31" fmla="*/ 0 h 53"/>
                <a:gd name="T32" fmla="*/ 0 w 107"/>
                <a:gd name="T33" fmla="*/ 0 h 53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w 107"/>
                <a:gd name="T52" fmla="*/ 0 h 53"/>
                <a:gd name="T53" fmla="*/ 107 w 107"/>
                <a:gd name="T54" fmla="*/ 53 h 53"/>
              </a:gdLst>
              <a:ahLst/>
              <a:cxnLst>
                <a:cxn ang="T34">
                  <a:pos x="T0" y="T1"/>
                </a:cxn>
                <a:cxn ang="T35">
                  <a:pos x="T2" y="T3"/>
                </a:cxn>
                <a:cxn ang="T36">
                  <a:pos x="T4" y="T5"/>
                </a:cxn>
                <a:cxn ang="T37">
                  <a:pos x="T6" y="T7"/>
                </a:cxn>
                <a:cxn ang="T38">
                  <a:pos x="T8" y="T9"/>
                </a:cxn>
                <a:cxn ang="T39">
                  <a:pos x="T10" y="T11"/>
                </a:cxn>
                <a:cxn ang="T40">
                  <a:pos x="T12" y="T13"/>
                </a:cxn>
                <a:cxn ang="T41">
                  <a:pos x="T14" y="T15"/>
                </a:cxn>
                <a:cxn ang="T42">
                  <a:pos x="T16" y="T17"/>
                </a:cxn>
                <a:cxn ang="T43">
                  <a:pos x="T18" y="T19"/>
                </a:cxn>
                <a:cxn ang="T44">
                  <a:pos x="T20" y="T21"/>
                </a:cxn>
                <a:cxn ang="T45">
                  <a:pos x="T22" y="T23"/>
                </a:cxn>
                <a:cxn ang="T46">
                  <a:pos x="T24" y="T25"/>
                </a:cxn>
                <a:cxn ang="T47">
                  <a:pos x="T26" y="T27"/>
                </a:cxn>
                <a:cxn ang="T48">
                  <a:pos x="T28" y="T29"/>
                </a:cxn>
                <a:cxn ang="T49">
                  <a:pos x="T30" y="T31"/>
                </a:cxn>
                <a:cxn ang="T50">
                  <a:pos x="T32" y="T33"/>
                </a:cxn>
              </a:cxnLst>
              <a:rect l="T51" t="T52" r="T53" b="T54"/>
              <a:pathLst>
                <a:path w="107" h="53">
                  <a:moveTo>
                    <a:pt x="53" y="0"/>
                  </a:moveTo>
                  <a:lnTo>
                    <a:pt x="107" y="0"/>
                  </a:lnTo>
                  <a:lnTo>
                    <a:pt x="104" y="11"/>
                  </a:lnTo>
                  <a:lnTo>
                    <a:pt x="100" y="23"/>
                  </a:lnTo>
                  <a:lnTo>
                    <a:pt x="94" y="33"/>
                  </a:lnTo>
                  <a:lnTo>
                    <a:pt x="85" y="41"/>
                  </a:lnTo>
                  <a:lnTo>
                    <a:pt x="76" y="47"/>
                  </a:lnTo>
                  <a:lnTo>
                    <a:pt x="64" y="52"/>
                  </a:lnTo>
                  <a:lnTo>
                    <a:pt x="53" y="53"/>
                  </a:lnTo>
                  <a:lnTo>
                    <a:pt x="41" y="52"/>
                  </a:lnTo>
                  <a:lnTo>
                    <a:pt x="29" y="47"/>
                  </a:lnTo>
                  <a:lnTo>
                    <a:pt x="20" y="41"/>
                  </a:lnTo>
                  <a:lnTo>
                    <a:pt x="11" y="33"/>
                  </a:lnTo>
                  <a:lnTo>
                    <a:pt x="5" y="23"/>
                  </a:lnTo>
                  <a:lnTo>
                    <a:pt x="1" y="11"/>
                  </a:lnTo>
                  <a:lnTo>
                    <a:pt x="0" y="0"/>
                  </a:lnTo>
                  <a:lnTo>
                    <a:pt x="53" y="0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219" name="Freeform 4851">
              <a:extLst>
                <a:ext uri="{FF2B5EF4-FFF2-40B4-BE49-F238E27FC236}">
                  <a16:creationId xmlns:a16="http://schemas.microsoft.com/office/drawing/2014/main" id="{0E9BC8BA-7C57-6CAB-B290-4BA29D008718}"/>
                </a:ext>
              </a:extLst>
            </p:cNvPr>
            <p:cNvSpPr>
              <a:spLocks/>
            </p:cNvSpPr>
            <p:nvPr/>
          </p:nvSpPr>
          <p:spPr bwMode="auto">
            <a:xfrm>
              <a:off x="4645" y="2014"/>
              <a:ext cx="18" cy="9"/>
            </a:xfrm>
            <a:custGeom>
              <a:avLst/>
              <a:gdLst>
                <a:gd name="T0" fmla="*/ 0 w 107"/>
                <a:gd name="T1" fmla="*/ 0 h 53"/>
                <a:gd name="T2" fmla="*/ 0 w 107"/>
                <a:gd name="T3" fmla="*/ 0 h 53"/>
                <a:gd name="T4" fmla="*/ 0 w 107"/>
                <a:gd name="T5" fmla="*/ 0 h 53"/>
                <a:gd name="T6" fmla="*/ 0 w 107"/>
                <a:gd name="T7" fmla="*/ 0 h 53"/>
                <a:gd name="T8" fmla="*/ 0 w 107"/>
                <a:gd name="T9" fmla="*/ 0 h 53"/>
                <a:gd name="T10" fmla="*/ 0 w 107"/>
                <a:gd name="T11" fmla="*/ 0 h 53"/>
                <a:gd name="T12" fmla="*/ 0 w 107"/>
                <a:gd name="T13" fmla="*/ 0 h 53"/>
                <a:gd name="T14" fmla="*/ 0 w 107"/>
                <a:gd name="T15" fmla="*/ 0 h 53"/>
                <a:gd name="T16" fmla="*/ 0 w 107"/>
                <a:gd name="T17" fmla="*/ 0 h 53"/>
                <a:gd name="T18" fmla="*/ 0 w 107"/>
                <a:gd name="T19" fmla="*/ 0 h 53"/>
                <a:gd name="T20" fmla="*/ 0 w 107"/>
                <a:gd name="T21" fmla="*/ 0 h 53"/>
                <a:gd name="T22" fmla="*/ 0 w 107"/>
                <a:gd name="T23" fmla="*/ 0 h 53"/>
                <a:gd name="T24" fmla="*/ 0 w 107"/>
                <a:gd name="T25" fmla="*/ 0 h 53"/>
                <a:gd name="T26" fmla="*/ 0 w 107"/>
                <a:gd name="T27" fmla="*/ 0 h 53"/>
                <a:gd name="T28" fmla="*/ 0 w 107"/>
                <a:gd name="T29" fmla="*/ 0 h 53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w 107"/>
                <a:gd name="T46" fmla="*/ 0 h 53"/>
                <a:gd name="T47" fmla="*/ 107 w 107"/>
                <a:gd name="T48" fmla="*/ 53 h 53"/>
              </a:gdLst>
              <a:ahLst/>
              <a:cxnLst>
                <a:cxn ang="T30">
                  <a:pos x="T0" y="T1"/>
                </a:cxn>
                <a:cxn ang="T31">
                  <a:pos x="T2" y="T3"/>
                </a:cxn>
                <a:cxn ang="T32">
                  <a:pos x="T4" y="T5"/>
                </a:cxn>
                <a:cxn ang="T33">
                  <a:pos x="T6" y="T7"/>
                </a:cxn>
                <a:cxn ang="T34">
                  <a:pos x="T8" y="T9"/>
                </a:cxn>
                <a:cxn ang="T35">
                  <a:pos x="T10" y="T11"/>
                </a:cxn>
                <a:cxn ang="T36">
                  <a:pos x="T12" y="T13"/>
                </a:cxn>
                <a:cxn ang="T37">
                  <a:pos x="T14" y="T15"/>
                </a:cxn>
                <a:cxn ang="T38">
                  <a:pos x="T16" y="T17"/>
                </a:cxn>
                <a:cxn ang="T39">
                  <a:pos x="T18" y="T19"/>
                </a:cxn>
                <a:cxn ang="T40">
                  <a:pos x="T20" y="T21"/>
                </a:cxn>
                <a:cxn ang="T41">
                  <a:pos x="T22" y="T23"/>
                </a:cxn>
                <a:cxn ang="T42">
                  <a:pos x="T24" y="T25"/>
                </a:cxn>
                <a:cxn ang="T43">
                  <a:pos x="T26" y="T27"/>
                </a:cxn>
                <a:cxn ang="T44">
                  <a:pos x="T28" y="T29"/>
                </a:cxn>
              </a:cxnLst>
              <a:rect l="T45" t="T46" r="T47" b="T48"/>
              <a:pathLst>
                <a:path w="107" h="53">
                  <a:moveTo>
                    <a:pt x="107" y="0"/>
                  </a:moveTo>
                  <a:lnTo>
                    <a:pt x="104" y="11"/>
                  </a:lnTo>
                  <a:lnTo>
                    <a:pt x="100" y="23"/>
                  </a:lnTo>
                  <a:lnTo>
                    <a:pt x="94" y="33"/>
                  </a:lnTo>
                  <a:lnTo>
                    <a:pt x="85" y="41"/>
                  </a:lnTo>
                  <a:lnTo>
                    <a:pt x="76" y="47"/>
                  </a:lnTo>
                  <a:lnTo>
                    <a:pt x="64" y="52"/>
                  </a:lnTo>
                  <a:lnTo>
                    <a:pt x="53" y="53"/>
                  </a:lnTo>
                  <a:lnTo>
                    <a:pt x="41" y="52"/>
                  </a:lnTo>
                  <a:lnTo>
                    <a:pt x="29" y="47"/>
                  </a:lnTo>
                  <a:lnTo>
                    <a:pt x="20" y="41"/>
                  </a:lnTo>
                  <a:lnTo>
                    <a:pt x="11" y="33"/>
                  </a:lnTo>
                  <a:lnTo>
                    <a:pt x="5" y="23"/>
                  </a:lnTo>
                  <a:lnTo>
                    <a:pt x="1" y="11"/>
                  </a:lnTo>
                  <a:lnTo>
                    <a:pt x="0" y="0"/>
                  </a:lnTo>
                </a:path>
              </a:pathLst>
            </a:custGeom>
            <a:noFill/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220" name="Freeform 4852">
              <a:extLst>
                <a:ext uri="{FF2B5EF4-FFF2-40B4-BE49-F238E27FC236}">
                  <a16:creationId xmlns:a16="http://schemas.microsoft.com/office/drawing/2014/main" id="{1657540F-4CBC-A427-F6D6-167E2C8C6447}"/>
                </a:ext>
              </a:extLst>
            </p:cNvPr>
            <p:cNvSpPr>
              <a:spLocks/>
            </p:cNvSpPr>
            <p:nvPr/>
          </p:nvSpPr>
          <p:spPr bwMode="auto">
            <a:xfrm>
              <a:off x="4654" y="2005"/>
              <a:ext cx="9" cy="18"/>
            </a:xfrm>
            <a:custGeom>
              <a:avLst/>
              <a:gdLst>
                <a:gd name="T0" fmla="*/ 0 w 54"/>
                <a:gd name="T1" fmla="*/ 0 h 107"/>
                <a:gd name="T2" fmla="*/ 0 w 54"/>
                <a:gd name="T3" fmla="*/ 0 h 107"/>
                <a:gd name="T4" fmla="*/ 0 w 54"/>
                <a:gd name="T5" fmla="*/ 0 h 107"/>
                <a:gd name="T6" fmla="*/ 0 w 54"/>
                <a:gd name="T7" fmla="*/ 0 h 107"/>
                <a:gd name="T8" fmla="*/ 0 w 54"/>
                <a:gd name="T9" fmla="*/ 0 h 107"/>
                <a:gd name="T10" fmla="*/ 0 w 54"/>
                <a:gd name="T11" fmla="*/ 0 h 107"/>
                <a:gd name="T12" fmla="*/ 0 w 54"/>
                <a:gd name="T13" fmla="*/ 0 h 107"/>
                <a:gd name="T14" fmla="*/ 0 w 54"/>
                <a:gd name="T15" fmla="*/ 0 h 107"/>
                <a:gd name="T16" fmla="*/ 0 w 54"/>
                <a:gd name="T17" fmla="*/ 0 h 107"/>
                <a:gd name="T18" fmla="*/ 0 w 54"/>
                <a:gd name="T19" fmla="*/ 0 h 107"/>
                <a:gd name="T20" fmla="*/ 0 w 54"/>
                <a:gd name="T21" fmla="*/ 0 h 107"/>
                <a:gd name="T22" fmla="*/ 0 w 54"/>
                <a:gd name="T23" fmla="*/ 0 h 107"/>
                <a:gd name="T24" fmla="*/ 0 w 54"/>
                <a:gd name="T25" fmla="*/ 0 h 107"/>
                <a:gd name="T26" fmla="*/ 0 w 54"/>
                <a:gd name="T27" fmla="*/ 0 h 107"/>
                <a:gd name="T28" fmla="*/ 0 w 54"/>
                <a:gd name="T29" fmla="*/ 0 h 107"/>
                <a:gd name="T30" fmla="*/ 0 w 54"/>
                <a:gd name="T31" fmla="*/ 0 h 107"/>
                <a:gd name="T32" fmla="*/ 0 w 54"/>
                <a:gd name="T33" fmla="*/ 0 h 107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w 54"/>
                <a:gd name="T52" fmla="*/ 0 h 107"/>
                <a:gd name="T53" fmla="*/ 54 w 54"/>
                <a:gd name="T54" fmla="*/ 107 h 107"/>
              </a:gdLst>
              <a:ahLst/>
              <a:cxnLst>
                <a:cxn ang="T34">
                  <a:pos x="T0" y="T1"/>
                </a:cxn>
                <a:cxn ang="T35">
                  <a:pos x="T2" y="T3"/>
                </a:cxn>
                <a:cxn ang="T36">
                  <a:pos x="T4" y="T5"/>
                </a:cxn>
                <a:cxn ang="T37">
                  <a:pos x="T6" y="T7"/>
                </a:cxn>
                <a:cxn ang="T38">
                  <a:pos x="T8" y="T9"/>
                </a:cxn>
                <a:cxn ang="T39">
                  <a:pos x="T10" y="T11"/>
                </a:cxn>
                <a:cxn ang="T40">
                  <a:pos x="T12" y="T13"/>
                </a:cxn>
                <a:cxn ang="T41">
                  <a:pos x="T14" y="T15"/>
                </a:cxn>
                <a:cxn ang="T42">
                  <a:pos x="T16" y="T17"/>
                </a:cxn>
                <a:cxn ang="T43">
                  <a:pos x="T18" y="T19"/>
                </a:cxn>
                <a:cxn ang="T44">
                  <a:pos x="T20" y="T21"/>
                </a:cxn>
                <a:cxn ang="T45">
                  <a:pos x="T22" y="T23"/>
                </a:cxn>
                <a:cxn ang="T46">
                  <a:pos x="T24" y="T25"/>
                </a:cxn>
                <a:cxn ang="T47">
                  <a:pos x="T26" y="T27"/>
                </a:cxn>
                <a:cxn ang="T48">
                  <a:pos x="T28" y="T29"/>
                </a:cxn>
                <a:cxn ang="T49">
                  <a:pos x="T30" y="T31"/>
                </a:cxn>
                <a:cxn ang="T50">
                  <a:pos x="T32" y="T33"/>
                </a:cxn>
              </a:cxnLst>
              <a:rect l="T51" t="T52" r="T53" b="T54"/>
              <a:pathLst>
                <a:path w="54" h="107">
                  <a:moveTo>
                    <a:pt x="0" y="54"/>
                  </a:moveTo>
                  <a:lnTo>
                    <a:pt x="0" y="0"/>
                  </a:lnTo>
                  <a:lnTo>
                    <a:pt x="11" y="2"/>
                  </a:lnTo>
                  <a:lnTo>
                    <a:pt x="23" y="6"/>
                  </a:lnTo>
                  <a:lnTo>
                    <a:pt x="32" y="12"/>
                  </a:lnTo>
                  <a:lnTo>
                    <a:pt x="41" y="21"/>
                  </a:lnTo>
                  <a:lnTo>
                    <a:pt x="47" y="30"/>
                  </a:lnTo>
                  <a:lnTo>
                    <a:pt x="51" y="42"/>
                  </a:lnTo>
                  <a:lnTo>
                    <a:pt x="54" y="54"/>
                  </a:lnTo>
                  <a:lnTo>
                    <a:pt x="51" y="65"/>
                  </a:lnTo>
                  <a:lnTo>
                    <a:pt x="47" y="77"/>
                  </a:lnTo>
                  <a:lnTo>
                    <a:pt x="41" y="87"/>
                  </a:lnTo>
                  <a:lnTo>
                    <a:pt x="32" y="95"/>
                  </a:lnTo>
                  <a:lnTo>
                    <a:pt x="23" y="101"/>
                  </a:lnTo>
                  <a:lnTo>
                    <a:pt x="11" y="106"/>
                  </a:lnTo>
                  <a:lnTo>
                    <a:pt x="0" y="107"/>
                  </a:lnTo>
                  <a:lnTo>
                    <a:pt x="0" y="54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221" name="Freeform 4853">
              <a:extLst>
                <a:ext uri="{FF2B5EF4-FFF2-40B4-BE49-F238E27FC236}">
                  <a16:creationId xmlns:a16="http://schemas.microsoft.com/office/drawing/2014/main" id="{14C8BB3A-D85F-5065-FCFE-B93404F80146}"/>
                </a:ext>
              </a:extLst>
            </p:cNvPr>
            <p:cNvSpPr>
              <a:spLocks/>
            </p:cNvSpPr>
            <p:nvPr/>
          </p:nvSpPr>
          <p:spPr bwMode="auto">
            <a:xfrm>
              <a:off x="4654" y="2005"/>
              <a:ext cx="9" cy="18"/>
            </a:xfrm>
            <a:custGeom>
              <a:avLst/>
              <a:gdLst>
                <a:gd name="T0" fmla="*/ 0 w 54"/>
                <a:gd name="T1" fmla="*/ 0 h 107"/>
                <a:gd name="T2" fmla="*/ 0 w 54"/>
                <a:gd name="T3" fmla="*/ 0 h 107"/>
                <a:gd name="T4" fmla="*/ 0 w 54"/>
                <a:gd name="T5" fmla="*/ 0 h 107"/>
                <a:gd name="T6" fmla="*/ 0 w 54"/>
                <a:gd name="T7" fmla="*/ 0 h 107"/>
                <a:gd name="T8" fmla="*/ 0 w 54"/>
                <a:gd name="T9" fmla="*/ 0 h 107"/>
                <a:gd name="T10" fmla="*/ 0 w 54"/>
                <a:gd name="T11" fmla="*/ 0 h 107"/>
                <a:gd name="T12" fmla="*/ 0 w 54"/>
                <a:gd name="T13" fmla="*/ 0 h 107"/>
                <a:gd name="T14" fmla="*/ 0 w 54"/>
                <a:gd name="T15" fmla="*/ 0 h 107"/>
                <a:gd name="T16" fmla="*/ 0 w 54"/>
                <a:gd name="T17" fmla="*/ 0 h 107"/>
                <a:gd name="T18" fmla="*/ 0 w 54"/>
                <a:gd name="T19" fmla="*/ 0 h 107"/>
                <a:gd name="T20" fmla="*/ 0 w 54"/>
                <a:gd name="T21" fmla="*/ 0 h 107"/>
                <a:gd name="T22" fmla="*/ 0 w 54"/>
                <a:gd name="T23" fmla="*/ 0 h 107"/>
                <a:gd name="T24" fmla="*/ 0 w 54"/>
                <a:gd name="T25" fmla="*/ 0 h 107"/>
                <a:gd name="T26" fmla="*/ 0 w 54"/>
                <a:gd name="T27" fmla="*/ 0 h 107"/>
                <a:gd name="T28" fmla="*/ 0 w 54"/>
                <a:gd name="T29" fmla="*/ 0 h 107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w 54"/>
                <a:gd name="T46" fmla="*/ 0 h 107"/>
                <a:gd name="T47" fmla="*/ 54 w 54"/>
                <a:gd name="T48" fmla="*/ 107 h 107"/>
              </a:gdLst>
              <a:ahLst/>
              <a:cxnLst>
                <a:cxn ang="T30">
                  <a:pos x="T0" y="T1"/>
                </a:cxn>
                <a:cxn ang="T31">
                  <a:pos x="T2" y="T3"/>
                </a:cxn>
                <a:cxn ang="T32">
                  <a:pos x="T4" y="T5"/>
                </a:cxn>
                <a:cxn ang="T33">
                  <a:pos x="T6" y="T7"/>
                </a:cxn>
                <a:cxn ang="T34">
                  <a:pos x="T8" y="T9"/>
                </a:cxn>
                <a:cxn ang="T35">
                  <a:pos x="T10" y="T11"/>
                </a:cxn>
                <a:cxn ang="T36">
                  <a:pos x="T12" y="T13"/>
                </a:cxn>
                <a:cxn ang="T37">
                  <a:pos x="T14" y="T15"/>
                </a:cxn>
                <a:cxn ang="T38">
                  <a:pos x="T16" y="T17"/>
                </a:cxn>
                <a:cxn ang="T39">
                  <a:pos x="T18" y="T19"/>
                </a:cxn>
                <a:cxn ang="T40">
                  <a:pos x="T20" y="T21"/>
                </a:cxn>
                <a:cxn ang="T41">
                  <a:pos x="T22" y="T23"/>
                </a:cxn>
                <a:cxn ang="T42">
                  <a:pos x="T24" y="T25"/>
                </a:cxn>
                <a:cxn ang="T43">
                  <a:pos x="T26" y="T27"/>
                </a:cxn>
                <a:cxn ang="T44">
                  <a:pos x="T28" y="T29"/>
                </a:cxn>
              </a:cxnLst>
              <a:rect l="T45" t="T46" r="T47" b="T48"/>
              <a:pathLst>
                <a:path w="54" h="107">
                  <a:moveTo>
                    <a:pt x="0" y="0"/>
                  </a:moveTo>
                  <a:lnTo>
                    <a:pt x="11" y="2"/>
                  </a:lnTo>
                  <a:lnTo>
                    <a:pt x="23" y="6"/>
                  </a:lnTo>
                  <a:lnTo>
                    <a:pt x="32" y="12"/>
                  </a:lnTo>
                  <a:lnTo>
                    <a:pt x="41" y="21"/>
                  </a:lnTo>
                  <a:lnTo>
                    <a:pt x="47" y="30"/>
                  </a:lnTo>
                  <a:lnTo>
                    <a:pt x="51" y="42"/>
                  </a:lnTo>
                  <a:lnTo>
                    <a:pt x="54" y="54"/>
                  </a:lnTo>
                  <a:lnTo>
                    <a:pt x="51" y="65"/>
                  </a:lnTo>
                  <a:lnTo>
                    <a:pt x="47" y="77"/>
                  </a:lnTo>
                  <a:lnTo>
                    <a:pt x="41" y="87"/>
                  </a:lnTo>
                  <a:lnTo>
                    <a:pt x="32" y="95"/>
                  </a:lnTo>
                  <a:lnTo>
                    <a:pt x="23" y="101"/>
                  </a:lnTo>
                  <a:lnTo>
                    <a:pt x="11" y="106"/>
                  </a:lnTo>
                  <a:lnTo>
                    <a:pt x="0" y="107"/>
                  </a:lnTo>
                </a:path>
              </a:pathLst>
            </a:custGeom>
            <a:noFill/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222" name="Freeform 4854">
              <a:extLst>
                <a:ext uri="{FF2B5EF4-FFF2-40B4-BE49-F238E27FC236}">
                  <a16:creationId xmlns:a16="http://schemas.microsoft.com/office/drawing/2014/main" id="{5C8A92B0-62EB-F236-8AA4-14C066EDA09C}"/>
                </a:ext>
              </a:extLst>
            </p:cNvPr>
            <p:cNvSpPr>
              <a:spLocks/>
            </p:cNvSpPr>
            <p:nvPr/>
          </p:nvSpPr>
          <p:spPr bwMode="auto">
            <a:xfrm>
              <a:off x="4536" y="2005"/>
              <a:ext cx="118" cy="18"/>
            </a:xfrm>
            <a:custGeom>
              <a:avLst/>
              <a:gdLst>
                <a:gd name="T0" fmla="*/ 0 w 709"/>
                <a:gd name="T1" fmla="*/ 0 h 107"/>
                <a:gd name="T2" fmla="*/ 0 w 709"/>
                <a:gd name="T3" fmla="*/ 0 h 107"/>
                <a:gd name="T4" fmla="*/ 0 w 709"/>
                <a:gd name="T5" fmla="*/ 0 h 107"/>
                <a:gd name="T6" fmla="*/ 0 w 709"/>
                <a:gd name="T7" fmla="*/ 0 h 107"/>
                <a:gd name="T8" fmla="*/ 0 w 709"/>
                <a:gd name="T9" fmla="*/ 0 h 107"/>
                <a:gd name="T10" fmla="*/ 0 w 709"/>
                <a:gd name="T11" fmla="*/ 0 h 107"/>
                <a:gd name="T12" fmla="*/ 0 w 709"/>
                <a:gd name="T13" fmla="*/ 0 h 107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709"/>
                <a:gd name="T22" fmla="*/ 0 h 107"/>
                <a:gd name="T23" fmla="*/ 709 w 709"/>
                <a:gd name="T24" fmla="*/ 107 h 107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709" h="107">
                  <a:moveTo>
                    <a:pt x="709" y="107"/>
                  </a:moveTo>
                  <a:lnTo>
                    <a:pt x="709" y="54"/>
                  </a:lnTo>
                  <a:lnTo>
                    <a:pt x="709" y="0"/>
                  </a:lnTo>
                  <a:lnTo>
                    <a:pt x="0" y="0"/>
                  </a:lnTo>
                  <a:lnTo>
                    <a:pt x="0" y="54"/>
                  </a:lnTo>
                  <a:lnTo>
                    <a:pt x="0" y="107"/>
                  </a:lnTo>
                  <a:lnTo>
                    <a:pt x="709" y="107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223" name="Freeform 4855">
              <a:extLst>
                <a:ext uri="{FF2B5EF4-FFF2-40B4-BE49-F238E27FC236}">
                  <a16:creationId xmlns:a16="http://schemas.microsoft.com/office/drawing/2014/main" id="{2EF597D6-7585-1550-7B04-EAFE2116578F}"/>
                </a:ext>
              </a:extLst>
            </p:cNvPr>
            <p:cNvSpPr>
              <a:spLocks/>
            </p:cNvSpPr>
            <p:nvPr/>
          </p:nvSpPr>
          <p:spPr bwMode="auto">
            <a:xfrm>
              <a:off x="4536" y="2005"/>
              <a:ext cx="118" cy="18"/>
            </a:xfrm>
            <a:custGeom>
              <a:avLst/>
              <a:gdLst>
                <a:gd name="T0" fmla="*/ 0 w 709"/>
                <a:gd name="T1" fmla="*/ 0 h 107"/>
                <a:gd name="T2" fmla="*/ 0 w 709"/>
                <a:gd name="T3" fmla="*/ 0 h 107"/>
                <a:gd name="T4" fmla="*/ 0 w 709"/>
                <a:gd name="T5" fmla="*/ 0 h 107"/>
                <a:gd name="T6" fmla="*/ 0 w 709"/>
                <a:gd name="T7" fmla="*/ 0 h 107"/>
                <a:gd name="T8" fmla="*/ 0 w 709"/>
                <a:gd name="T9" fmla="*/ 0 h 107"/>
                <a:gd name="T10" fmla="*/ 0 w 709"/>
                <a:gd name="T11" fmla="*/ 0 h 107"/>
                <a:gd name="T12" fmla="*/ 0 w 709"/>
                <a:gd name="T13" fmla="*/ 0 h 107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709"/>
                <a:gd name="T22" fmla="*/ 0 h 107"/>
                <a:gd name="T23" fmla="*/ 709 w 709"/>
                <a:gd name="T24" fmla="*/ 107 h 107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709" h="107">
                  <a:moveTo>
                    <a:pt x="709" y="107"/>
                  </a:moveTo>
                  <a:lnTo>
                    <a:pt x="709" y="54"/>
                  </a:lnTo>
                  <a:lnTo>
                    <a:pt x="709" y="0"/>
                  </a:lnTo>
                  <a:lnTo>
                    <a:pt x="0" y="0"/>
                  </a:lnTo>
                  <a:lnTo>
                    <a:pt x="0" y="54"/>
                  </a:lnTo>
                  <a:lnTo>
                    <a:pt x="0" y="107"/>
                  </a:lnTo>
                  <a:lnTo>
                    <a:pt x="709" y="107"/>
                  </a:lnTo>
                  <a:close/>
                </a:path>
              </a:pathLst>
            </a:custGeom>
            <a:noFill/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224" name="Freeform 4856">
              <a:extLst>
                <a:ext uri="{FF2B5EF4-FFF2-40B4-BE49-F238E27FC236}">
                  <a16:creationId xmlns:a16="http://schemas.microsoft.com/office/drawing/2014/main" id="{8652A2EA-4FE7-0CDD-2B9F-3F92CC34C542}"/>
                </a:ext>
              </a:extLst>
            </p:cNvPr>
            <p:cNvSpPr>
              <a:spLocks/>
            </p:cNvSpPr>
            <p:nvPr/>
          </p:nvSpPr>
          <p:spPr bwMode="auto">
            <a:xfrm>
              <a:off x="4527" y="2005"/>
              <a:ext cx="9" cy="18"/>
            </a:xfrm>
            <a:custGeom>
              <a:avLst/>
              <a:gdLst>
                <a:gd name="T0" fmla="*/ 0 w 53"/>
                <a:gd name="T1" fmla="*/ 0 h 107"/>
                <a:gd name="T2" fmla="*/ 0 w 53"/>
                <a:gd name="T3" fmla="*/ 0 h 107"/>
                <a:gd name="T4" fmla="*/ 0 w 53"/>
                <a:gd name="T5" fmla="*/ 0 h 107"/>
                <a:gd name="T6" fmla="*/ 0 w 53"/>
                <a:gd name="T7" fmla="*/ 0 h 107"/>
                <a:gd name="T8" fmla="*/ 0 w 53"/>
                <a:gd name="T9" fmla="*/ 0 h 107"/>
                <a:gd name="T10" fmla="*/ 0 w 53"/>
                <a:gd name="T11" fmla="*/ 0 h 107"/>
                <a:gd name="T12" fmla="*/ 0 w 53"/>
                <a:gd name="T13" fmla="*/ 0 h 107"/>
                <a:gd name="T14" fmla="*/ 0 w 53"/>
                <a:gd name="T15" fmla="*/ 0 h 107"/>
                <a:gd name="T16" fmla="*/ 0 w 53"/>
                <a:gd name="T17" fmla="*/ 0 h 107"/>
                <a:gd name="T18" fmla="*/ 0 w 53"/>
                <a:gd name="T19" fmla="*/ 0 h 107"/>
                <a:gd name="T20" fmla="*/ 0 w 53"/>
                <a:gd name="T21" fmla="*/ 0 h 107"/>
                <a:gd name="T22" fmla="*/ 0 w 53"/>
                <a:gd name="T23" fmla="*/ 0 h 107"/>
                <a:gd name="T24" fmla="*/ 0 w 53"/>
                <a:gd name="T25" fmla="*/ 0 h 107"/>
                <a:gd name="T26" fmla="*/ 0 w 53"/>
                <a:gd name="T27" fmla="*/ 0 h 107"/>
                <a:gd name="T28" fmla="*/ 0 w 53"/>
                <a:gd name="T29" fmla="*/ 0 h 107"/>
                <a:gd name="T30" fmla="*/ 0 w 53"/>
                <a:gd name="T31" fmla="*/ 0 h 107"/>
                <a:gd name="T32" fmla="*/ 0 w 53"/>
                <a:gd name="T33" fmla="*/ 0 h 107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w 53"/>
                <a:gd name="T52" fmla="*/ 0 h 107"/>
                <a:gd name="T53" fmla="*/ 53 w 53"/>
                <a:gd name="T54" fmla="*/ 107 h 107"/>
              </a:gdLst>
              <a:ahLst/>
              <a:cxnLst>
                <a:cxn ang="T34">
                  <a:pos x="T0" y="T1"/>
                </a:cxn>
                <a:cxn ang="T35">
                  <a:pos x="T2" y="T3"/>
                </a:cxn>
                <a:cxn ang="T36">
                  <a:pos x="T4" y="T5"/>
                </a:cxn>
                <a:cxn ang="T37">
                  <a:pos x="T6" y="T7"/>
                </a:cxn>
                <a:cxn ang="T38">
                  <a:pos x="T8" y="T9"/>
                </a:cxn>
                <a:cxn ang="T39">
                  <a:pos x="T10" y="T11"/>
                </a:cxn>
                <a:cxn ang="T40">
                  <a:pos x="T12" y="T13"/>
                </a:cxn>
                <a:cxn ang="T41">
                  <a:pos x="T14" y="T15"/>
                </a:cxn>
                <a:cxn ang="T42">
                  <a:pos x="T16" y="T17"/>
                </a:cxn>
                <a:cxn ang="T43">
                  <a:pos x="T18" y="T19"/>
                </a:cxn>
                <a:cxn ang="T44">
                  <a:pos x="T20" y="T21"/>
                </a:cxn>
                <a:cxn ang="T45">
                  <a:pos x="T22" y="T23"/>
                </a:cxn>
                <a:cxn ang="T46">
                  <a:pos x="T24" y="T25"/>
                </a:cxn>
                <a:cxn ang="T47">
                  <a:pos x="T26" y="T27"/>
                </a:cxn>
                <a:cxn ang="T48">
                  <a:pos x="T28" y="T29"/>
                </a:cxn>
                <a:cxn ang="T49">
                  <a:pos x="T30" y="T31"/>
                </a:cxn>
                <a:cxn ang="T50">
                  <a:pos x="T32" y="T33"/>
                </a:cxn>
              </a:cxnLst>
              <a:rect l="T51" t="T52" r="T53" b="T54"/>
              <a:pathLst>
                <a:path w="53" h="107">
                  <a:moveTo>
                    <a:pt x="53" y="54"/>
                  </a:moveTo>
                  <a:lnTo>
                    <a:pt x="53" y="107"/>
                  </a:lnTo>
                  <a:lnTo>
                    <a:pt x="42" y="106"/>
                  </a:lnTo>
                  <a:lnTo>
                    <a:pt x="30" y="101"/>
                  </a:lnTo>
                  <a:lnTo>
                    <a:pt x="20" y="95"/>
                  </a:lnTo>
                  <a:lnTo>
                    <a:pt x="12" y="87"/>
                  </a:lnTo>
                  <a:lnTo>
                    <a:pt x="6" y="77"/>
                  </a:lnTo>
                  <a:lnTo>
                    <a:pt x="1" y="65"/>
                  </a:lnTo>
                  <a:lnTo>
                    <a:pt x="0" y="54"/>
                  </a:lnTo>
                  <a:lnTo>
                    <a:pt x="1" y="42"/>
                  </a:lnTo>
                  <a:lnTo>
                    <a:pt x="6" y="30"/>
                  </a:lnTo>
                  <a:lnTo>
                    <a:pt x="12" y="21"/>
                  </a:lnTo>
                  <a:lnTo>
                    <a:pt x="20" y="12"/>
                  </a:lnTo>
                  <a:lnTo>
                    <a:pt x="30" y="6"/>
                  </a:lnTo>
                  <a:lnTo>
                    <a:pt x="42" y="2"/>
                  </a:lnTo>
                  <a:lnTo>
                    <a:pt x="53" y="0"/>
                  </a:lnTo>
                  <a:lnTo>
                    <a:pt x="53" y="54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225" name="Freeform 4857">
              <a:extLst>
                <a:ext uri="{FF2B5EF4-FFF2-40B4-BE49-F238E27FC236}">
                  <a16:creationId xmlns:a16="http://schemas.microsoft.com/office/drawing/2014/main" id="{7B19F55C-575D-28A5-5397-E26C24E31E49}"/>
                </a:ext>
              </a:extLst>
            </p:cNvPr>
            <p:cNvSpPr>
              <a:spLocks/>
            </p:cNvSpPr>
            <p:nvPr/>
          </p:nvSpPr>
          <p:spPr bwMode="auto">
            <a:xfrm>
              <a:off x="4527" y="2005"/>
              <a:ext cx="9" cy="18"/>
            </a:xfrm>
            <a:custGeom>
              <a:avLst/>
              <a:gdLst>
                <a:gd name="T0" fmla="*/ 0 w 53"/>
                <a:gd name="T1" fmla="*/ 0 h 107"/>
                <a:gd name="T2" fmla="*/ 0 w 53"/>
                <a:gd name="T3" fmla="*/ 0 h 107"/>
                <a:gd name="T4" fmla="*/ 0 w 53"/>
                <a:gd name="T5" fmla="*/ 0 h 107"/>
                <a:gd name="T6" fmla="*/ 0 w 53"/>
                <a:gd name="T7" fmla="*/ 0 h 107"/>
                <a:gd name="T8" fmla="*/ 0 w 53"/>
                <a:gd name="T9" fmla="*/ 0 h 107"/>
                <a:gd name="T10" fmla="*/ 0 w 53"/>
                <a:gd name="T11" fmla="*/ 0 h 107"/>
                <a:gd name="T12" fmla="*/ 0 w 53"/>
                <a:gd name="T13" fmla="*/ 0 h 107"/>
                <a:gd name="T14" fmla="*/ 0 w 53"/>
                <a:gd name="T15" fmla="*/ 0 h 107"/>
                <a:gd name="T16" fmla="*/ 0 w 53"/>
                <a:gd name="T17" fmla="*/ 0 h 107"/>
                <a:gd name="T18" fmla="*/ 0 w 53"/>
                <a:gd name="T19" fmla="*/ 0 h 107"/>
                <a:gd name="T20" fmla="*/ 0 w 53"/>
                <a:gd name="T21" fmla="*/ 0 h 107"/>
                <a:gd name="T22" fmla="*/ 0 w 53"/>
                <a:gd name="T23" fmla="*/ 0 h 107"/>
                <a:gd name="T24" fmla="*/ 0 w 53"/>
                <a:gd name="T25" fmla="*/ 0 h 107"/>
                <a:gd name="T26" fmla="*/ 0 w 53"/>
                <a:gd name="T27" fmla="*/ 0 h 107"/>
                <a:gd name="T28" fmla="*/ 0 w 53"/>
                <a:gd name="T29" fmla="*/ 0 h 107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w 53"/>
                <a:gd name="T46" fmla="*/ 0 h 107"/>
                <a:gd name="T47" fmla="*/ 53 w 53"/>
                <a:gd name="T48" fmla="*/ 107 h 107"/>
              </a:gdLst>
              <a:ahLst/>
              <a:cxnLst>
                <a:cxn ang="T30">
                  <a:pos x="T0" y="T1"/>
                </a:cxn>
                <a:cxn ang="T31">
                  <a:pos x="T2" y="T3"/>
                </a:cxn>
                <a:cxn ang="T32">
                  <a:pos x="T4" y="T5"/>
                </a:cxn>
                <a:cxn ang="T33">
                  <a:pos x="T6" y="T7"/>
                </a:cxn>
                <a:cxn ang="T34">
                  <a:pos x="T8" y="T9"/>
                </a:cxn>
                <a:cxn ang="T35">
                  <a:pos x="T10" y="T11"/>
                </a:cxn>
                <a:cxn ang="T36">
                  <a:pos x="T12" y="T13"/>
                </a:cxn>
                <a:cxn ang="T37">
                  <a:pos x="T14" y="T15"/>
                </a:cxn>
                <a:cxn ang="T38">
                  <a:pos x="T16" y="T17"/>
                </a:cxn>
                <a:cxn ang="T39">
                  <a:pos x="T18" y="T19"/>
                </a:cxn>
                <a:cxn ang="T40">
                  <a:pos x="T20" y="T21"/>
                </a:cxn>
                <a:cxn ang="T41">
                  <a:pos x="T22" y="T23"/>
                </a:cxn>
                <a:cxn ang="T42">
                  <a:pos x="T24" y="T25"/>
                </a:cxn>
                <a:cxn ang="T43">
                  <a:pos x="T26" y="T27"/>
                </a:cxn>
                <a:cxn ang="T44">
                  <a:pos x="T28" y="T29"/>
                </a:cxn>
              </a:cxnLst>
              <a:rect l="T45" t="T46" r="T47" b="T48"/>
              <a:pathLst>
                <a:path w="53" h="107">
                  <a:moveTo>
                    <a:pt x="53" y="107"/>
                  </a:moveTo>
                  <a:lnTo>
                    <a:pt x="42" y="106"/>
                  </a:lnTo>
                  <a:lnTo>
                    <a:pt x="30" y="101"/>
                  </a:lnTo>
                  <a:lnTo>
                    <a:pt x="20" y="95"/>
                  </a:lnTo>
                  <a:lnTo>
                    <a:pt x="12" y="87"/>
                  </a:lnTo>
                  <a:lnTo>
                    <a:pt x="6" y="77"/>
                  </a:lnTo>
                  <a:lnTo>
                    <a:pt x="1" y="65"/>
                  </a:lnTo>
                  <a:lnTo>
                    <a:pt x="0" y="54"/>
                  </a:lnTo>
                  <a:lnTo>
                    <a:pt x="1" y="42"/>
                  </a:lnTo>
                  <a:lnTo>
                    <a:pt x="6" y="30"/>
                  </a:lnTo>
                  <a:lnTo>
                    <a:pt x="12" y="21"/>
                  </a:lnTo>
                  <a:lnTo>
                    <a:pt x="20" y="12"/>
                  </a:lnTo>
                  <a:lnTo>
                    <a:pt x="30" y="6"/>
                  </a:lnTo>
                  <a:lnTo>
                    <a:pt x="42" y="2"/>
                  </a:lnTo>
                  <a:lnTo>
                    <a:pt x="53" y="0"/>
                  </a:lnTo>
                </a:path>
              </a:pathLst>
            </a:custGeom>
            <a:noFill/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226" name="Line 4858">
              <a:extLst>
                <a:ext uri="{FF2B5EF4-FFF2-40B4-BE49-F238E27FC236}">
                  <a16:creationId xmlns:a16="http://schemas.microsoft.com/office/drawing/2014/main" id="{C4DD84AC-D5E5-0C9B-92B6-7F89A3C48EB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536" y="2044"/>
              <a:ext cx="61" cy="1"/>
            </a:xfrm>
            <a:prstGeom prst="line">
              <a:avLst/>
            </a:prstGeom>
            <a:noFill/>
            <a:ln w="0">
              <a:solidFill>
                <a:srgbClr val="0000FF"/>
              </a:solidFill>
              <a:round/>
              <a:headEnd/>
              <a:tailEnd/>
            </a:ln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227" name="Line 4859">
              <a:extLst>
                <a:ext uri="{FF2B5EF4-FFF2-40B4-BE49-F238E27FC236}">
                  <a16:creationId xmlns:a16="http://schemas.microsoft.com/office/drawing/2014/main" id="{C54A2284-F023-7119-2570-7FF9D8379E8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623" y="2044"/>
              <a:ext cx="52" cy="1"/>
            </a:xfrm>
            <a:prstGeom prst="line">
              <a:avLst/>
            </a:prstGeom>
            <a:noFill/>
            <a:ln w="0">
              <a:solidFill>
                <a:srgbClr val="0000FF"/>
              </a:solidFill>
              <a:round/>
              <a:headEnd/>
              <a:tailEnd/>
            </a:ln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228" name="Line 4860">
              <a:extLst>
                <a:ext uri="{FF2B5EF4-FFF2-40B4-BE49-F238E27FC236}">
                  <a16:creationId xmlns:a16="http://schemas.microsoft.com/office/drawing/2014/main" id="{8077E2FC-AE50-D191-042C-EB39F600306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701" y="2044"/>
              <a:ext cx="52" cy="1"/>
            </a:xfrm>
            <a:prstGeom prst="line">
              <a:avLst/>
            </a:prstGeom>
            <a:noFill/>
            <a:ln w="0">
              <a:solidFill>
                <a:srgbClr val="0000FF"/>
              </a:solidFill>
              <a:round/>
              <a:headEnd/>
              <a:tailEnd/>
            </a:ln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229" name="Line 4861">
              <a:extLst>
                <a:ext uri="{FF2B5EF4-FFF2-40B4-BE49-F238E27FC236}">
                  <a16:creationId xmlns:a16="http://schemas.microsoft.com/office/drawing/2014/main" id="{C77438FD-0066-E089-CFA1-15E1D3B3FBB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779" y="2044"/>
              <a:ext cx="52" cy="1"/>
            </a:xfrm>
            <a:prstGeom prst="line">
              <a:avLst/>
            </a:prstGeom>
            <a:noFill/>
            <a:ln w="0">
              <a:solidFill>
                <a:srgbClr val="0000FF"/>
              </a:solidFill>
              <a:round/>
              <a:headEnd/>
              <a:tailEnd/>
            </a:ln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230" name="Line 4862">
              <a:extLst>
                <a:ext uri="{FF2B5EF4-FFF2-40B4-BE49-F238E27FC236}">
                  <a16:creationId xmlns:a16="http://schemas.microsoft.com/office/drawing/2014/main" id="{D8DD1CFE-D3B6-C20A-E719-5A8DDD4010F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58" y="2044"/>
              <a:ext cx="61" cy="1"/>
            </a:xfrm>
            <a:prstGeom prst="line">
              <a:avLst/>
            </a:prstGeom>
            <a:noFill/>
            <a:ln w="0">
              <a:solidFill>
                <a:srgbClr val="0000FF"/>
              </a:solidFill>
              <a:round/>
              <a:headEnd/>
              <a:tailEnd/>
            </a:ln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231" name="Line 4863">
              <a:extLst>
                <a:ext uri="{FF2B5EF4-FFF2-40B4-BE49-F238E27FC236}">
                  <a16:creationId xmlns:a16="http://schemas.microsoft.com/office/drawing/2014/main" id="{378DF586-807B-41C7-71FC-84DE280B28C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654" y="2014"/>
              <a:ext cx="1" cy="62"/>
            </a:xfrm>
            <a:prstGeom prst="line">
              <a:avLst/>
            </a:prstGeom>
            <a:noFill/>
            <a:ln w="0">
              <a:solidFill>
                <a:srgbClr val="0000FF"/>
              </a:solidFill>
              <a:round/>
              <a:headEnd/>
              <a:tailEnd/>
            </a:ln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232" name="Line 4864">
              <a:extLst>
                <a:ext uri="{FF2B5EF4-FFF2-40B4-BE49-F238E27FC236}">
                  <a16:creationId xmlns:a16="http://schemas.microsoft.com/office/drawing/2014/main" id="{4B54865A-987E-179B-39FC-24BC1B3EAF0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654" y="2102"/>
              <a:ext cx="1" cy="52"/>
            </a:xfrm>
            <a:prstGeom prst="line">
              <a:avLst/>
            </a:prstGeom>
            <a:noFill/>
            <a:ln w="0">
              <a:solidFill>
                <a:srgbClr val="0000FF"/>
              </a:solidFill>
              <a:round/>
              <a:headEnd/>
              <a:tailEnd/>
            </a:ln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233" name="Line 4865">
              <a:extLst>
                <a:ext uri="{FF2B5EF4-FFF2-40B4-BE49-F238E27FC236}">
                  <a16:creationId xmlns:a16="http://schemas.microsoft.com/office/drawing/2014/main" id="{210959E8-5AE4-C3D5-65EE-742ACA8B468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654" y="2180"/>
              <a:ext cx="1" cy="52"/>
            </a:xfrm>
            <a:prstGeom prst="line">
              <a:avLst/>
            </a:prstGeom>
            <a:noFill/>
            <a:ln w="0">
              <a:solidFill>
                <a:srgbClr val="0000FF"/>
              </a:solidFill>
              <a:round/>
              <a:headEnd/>
              <a:tailEnd/>
            </a:ln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234" name="Line 4866">
              <a:extLst>
                <a:ext uri="{FF2B5EF4-FFF2-40B4-BE49-F238E27FC236}">
                  <a16:creationId xmlns:a16="http://schemas.microsoft.com/office/drawing/2014/main" id="{90804E1E-AB85-1C9E-B7D7-32B20E4567D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654" y="2258"/>
              <a:ext cx="1" cy="52"/>
            </a:xfrm>
            <a:prstGeom prst="line">
              <a:avLst/>
            </a:prstGeom>
            <a:noFill/>
            <a:ln w="0">
              <a:solidFill>
                <a:srgbClr val="0000FF"/>
              </a:solidFill>
              <a:round/>
              <a:headEnd/>
              <a:tailEnd/>
            </a:ln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235" name="Line 4867">
              <a:extLst>
                <a:ext uri="{FF2B5EF4-FFF2-40B4-BE49-F238E27FC236}">
                  <a16:creationId xmlns:a16="http://schemas.microsoft.com/office/drawing/2014/main" id="{5FE5E2CD-9FE9-7C77-DF74-7622E886AAA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654" y="2336"/>
              <a:ext cx="1" cy="62"/>
            </a:xfrm>
            <a:prstGeom prst="line">
              <a:avLst/>
            </a:prstGeom>
            <a:noFill/>
            <a:ln w="0">
              <a:solidFill>
                <a:srgbClr val="0000FF"/>
              </a:solidFill>
              <a:round/>
              <a:headEnd/>
              <a:tailEnd/>
            </a:ln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236" name="Freeform 4868">
              <a:extLst>
                <a:ext uri="{FF2B5EF4-FFF2-40B4-BE49-F238E27FC236}">
                  <a16:creationId xmlns:a16="http://schemas.microsoft.com/office/drawing/2014/main" id="{D5D75CFA-C6D4-C488-2A92-A5E640841F4D}"/>
                </a:ext>
              </a:extLst>
            </p:cNvPr>
            <p:cNvSpPr>
              <a:spLocks/>
            </p:cNvSpPr>
            <p:nvPr/>
          </p:nvSpPr>
          <p:spPr bwMode="auto">
            <a:xfrm>
              <a:off x="4527" y="1857"/>
              <a:ext cx="9" cy="18"/>
            </a:xfrm>
            <a:custGeom>
              <a:avLst/>
              <a:gdLst>
                <a:gd name="T0" fmla="*/ 0 w 53"/>
                <a:gd name="T1" fmla="*/ 0 h 107"/>
                <a:gd name="T2" fmla="*/ 0 w 53"/>
                <a:gd name="T3" fmla="*/ 0 h 107"/>
                <a:gd name="T4" fmla="*/ 0 w 53"/>
                <a:gd name="T5" fmla="*/ 0 h 107"/>
                <a:gd name="T6" fmla="*/ 0 w 53"/>
                <a:gd name="T7" fmla="*/ 0 h 107"/>
                <a:gd name="T8" fmla="*/ 0 w 53"/>
                <a:gd name="T9" fmla="*/ 0 h 107"/>
                <a:gd name="T10" fmla="*/ 0 w 53"/>
                <a:gd name="T11" fmla="*/ 0 h 107"/>
                <a:gd name="T12" fmla="*/ 0 w 53"/>
                <a:gd name="T13" fmla="*/ 0 h 107"/>
                <a:gd name="T14" fmla="*/ 0 w 53"/>
                <a:gd name="T15" fmla="*/ 0 h 107"/>
                <a:gd name="T16" fmla="*/ 0 w 53"/>
                <a:gd name="T17" fmla="*/ 0 h 107"/>
                <a:gd name="T18" fmla="*/ 0 w 53"/>
                <a:gd name="T19" fmla="*/ 0 h 107"/>
                <a:gd name="T20" fmla="*/ 0 w 53"/>
                <a:gd name="T21" fmla="*/ 0 h 107"/>
                <a:gd name="T22" fmla="*/ 0 w 53"/>
                <a:gd name="T23" fmla="*/ 0 h 107"/>
                <a:gd name="T24" fmla="*/ 0 w 53"/>
                <a:gd name="T25" fmla="*/ 0 h 107"/>
                <a:gd name="T26" fmla="*/ 0 w 53"/>
                <a:gd name="T27" fmla="*/ 0 h 107"/>
                <a:gd name="T28" fmla="*/ 0 w 53"/>
                <a:gd name="T29" fmla="*/ 0 h 107"/>
                <a:gd name="T30" fmla="*/ 0 w 53"/>
                <a:gd name="T31" fmla="*/ 0 h 107"/>
                <a:gd name="T32" fmla="*/ 0 w 53"/>
                <a:gd name="T33" fmla="*/ 0 h 107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w 53"/>
                <a:gd name="T52" fmla="*/ 0 h 107"/>
                <a:gd name="T53" fmla="*/ 53 w 53"/>
                <a:gd name="T54" fmla="*/ 107 h 107"/>
              </a:gdLst>
              <a:ahLst/>
              <a:cxnLst>
                <a:cxn ang="T34">
                  <a:pos x="T0" y="T1"/>
                </a:cxn>
                <a:cxn ang="T35">
                  <a:pos x="T2" y="T3"/>
                </a:cxn>
                <a:cxn ang="T36">
                  <a:pos x="T4" y="T5"/>
                </a:cxn>
                <a:cxn ang="T37">
                  <a:pos x="T6" y="T7"/>
                </a:cxn>
                <a:cxn ang="T38">
                  <a:pos x="T8" y="T9"/>
                </a:cxn>
                <a:cxn ang="T39">
                  <a:pos x="T10" y="T11"/>
                </a:cxn>
                <a:cxn ang="T40">
                  <a:pos x="T12" y="T13"/>
                </a:cxn>
                <a:cxn ang="T41">
                  <a:pos x="T14" y="T15"/>
                </a:cxn>
                <a:cxn ang="T42">
                  <a:pos x="T16" y="T17"/>
                </a:cxn>
                <a:cxn ang="T43">
                  <a:pos x="T18" y="T19"/>
                </a:cxn>
                <a:cxn ang="T44">
                  <a:pos x="T20" y="T21"/>
                </a:cxn>
                <a:cxn ang="T45">
                  <a:pos x="T22" y="T23"/>
                </a:cxn>
                <a:cxn ang="T46">
                  <a:pos x="T24" y="T25"/>
                </a:cxn>
                <a:cxn ang="T47">
                  <a:pos x="T26" y="T27"/>
                </a:cxn>
                <a:cxn ang="T48">
                  <a:pos x="T28" y="T29"/>
                </a:cxn>
                <a:cxn ang="T49">
                  <a:pos x="T30" y="T31"/>
                </a:cxn>
                <a:cxn ang="T50">
                  <a:pos x="T32" y="T33"/>
                </a:cxn>
              </a:cxnLst>
              <a:rect l="T51" t="T52" r="T53" b="T54"/>
              <a:pathLst>
                <a:path w="53" h="107">
                  <a:moveTo>
                    <a:pt x="53" y="54"/>
                  </a:moveTo>
                  <a:lnTo>
                    <a:pt x="53" y="107"/>
                  </a:lnTo>
                  <a:lnTo>
                    <a:pt x="42" y="106"/>
                  </a:lnTo>
                  <a:lnTo>
                    <a:pt x="30" y="102"/>
                  </a:lnTo>
                  <a:lnTo>
                    <a:pt x="20" y="96"/>
                  </a:lnTo>
                  <a:lnTo>
                    <a:pt x="12" y="87"/>
                  </a:lnTo>
                  <a:lnTo>
                    <a:pt x="6" y="78"/>
                  </a:lnTo>
                  <a:lnTo>
                    <a:pt x="1" y="66"/>
                  </a:lnTo>
                  <a:lnTo>
                    <a:pt x="0" y="54"/>
                  </a:lnTo>
                  <a:lnTo>
                    <a:pt x="1" y="43"/>
                  </a:lnTo>
                  <a:lnTo>
                    <a:pt x="6" y="31"/>
                  </a:lnTo>
                  <a:lnTo>
                    <a:pt x="12" y="22"/>
                  </a:lnTo>
                  <a:lnTo>
                    <a:pt x="20" y="13"/>
                  </a:lnTo>
                  <a:lnTo>
                    <a:pt x="30" y="7"/>
                  </a:lnTo>
                  <a:lnTo>
                    <a:pt x="42" y="3"/>
                  </a:lnTo>
                  <a:lnTo>
                    <a:pt x="53" y="0"/>
                  </a:lnTo>
                  <a:lnTo>
                    <a:pt x="53" y="54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237" name="Freeform 4869">
              <a:extLst>
                <a:ext uri="{FF2B5EF4-FFF2-40B4-BE49-F238E27FC236}">
                  <a16:creationId xmlns:a16="http://schemas.microsoft.com/office/drawing/2014/main" id="{81F56A86-DAD9-D19F-AC39-5D43088F04EC}"/>
                </a:ext>
              </a:extLst>
            </p:cNvPr>
            <p:cNvSpPr>
              <a:spLocks/>
            </p:cNvSpPr>
            <p:nvPr/>
          </p:nvSpPr>
          <p:spPr bwMode="auto">
            <a:xfrm>
              <a:off x="4527" y="1857"/>
              <a:ext cx="9" cy="18"/>
            </a:xfrm>
            <a:custGeom>
              <a:avLst/>
              <a:gdLst>
                <a:gd name="T0" fmla="*/ 0 w 53"/>
                <a:gd name="T1" fmla="*/ 0 h 107"/>
                <a:gd name="T2" fmla="*/ 0 w 53"/>
                <a:gd name="T3" fmla="*/ 0 h 107"/>
                <a:gd name="T4" fmla="*/ 0 w 53"/>
                <a:gd name="T5" fmla="*/ 0 h 107"/>
                <a:gd name="T6" fmla="*/ 0 w 53"/>
                <a:gd name="T7" fmla="*/ 0 h 107"/>
                <a:gd name="T8" fmla="*/ 0 w 53"/>
                <a:gd name="T9" fmla="*/ 0 h 107"/>
                <a:gd name="T10" fmla="*/ 0 w 53"/>
                <a:gd name="T11" fmla="*/ 0 h 107"/>
                <a:gd name="T12" fmla="*/ 0 w 53"/>
                <a:gd name="T13" fmla="*/ 0 h 107"/>
                <a:gd name="T14" fmla="*/ 0 w 53"/>
                <a:gd name="T15" fmla="*/ 0 h 107"/>
                <a:gd name="T16" fmla="*/ 0 w 53"/>
                <a:gd name="T17" fmla="*/ 0 h 107"/>
                <a:gd name="T18" fmla="*/ 0 w 53"/>
                <a:gd name="T19" fmla="*/ 0 h 107"/>
                <a:gd name="T20" fmla="*/ 0 w 53"/>
                <a:gd name="T21" fmla="*/ 0 h 107"/>
                <a:gd name="T22" fmla="*/ 0 w 53"/>
                <a:gd name="T23" fmla="*/ 0 h 107"/>
                <a:gd name="T24" fmla="*/ 0 w 53"/>
                <a:gd name="T25" fmla="*/ 0 h 107"/>
                <a:gd name="T26" fmla="*/ 0 w 53"/>
                <a:gd name="T27" fmla="*/ 0 h 107"/>
                <a:gd name="T28" fmla="*/ 0 w 53"/>
                <a:gd name="T29" fmla="*/ 0 h 107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w 53"/>
                <a:gd name="T46" fmla="*/ 0 h 107"/>
                <a:gd name="T47" fmla="*/ 53 w 53"/>
                <a:gd name="T48" fmla="*/ 107 h 107"/>
              </a:gdLst>
              <a:ahLst/>
              <a:cxnLst>
                <a:cxn ang="T30">
                  <a:pos x="T0" y="T1"/>
                </a:cxn>
                <a:cxn ang="T31">
                  <a:pos x="T2" y="T3"/>
                </a:cxn>
                <a:cxn ang="T32">
                  <a:pos x="T4" y="T5"/>
                </a:cxn>
                <a:cxn ang="T33">
                  <a:pos x="T6" y="T7"/>
                </a:cxn>
                <a:cxn ang="T34">
                  <a:pos x="T8" y="T9"/>
                </a:cxn>
                <a:cxn ang="T35">
                  <a:pos x="T10" y="T11"/>
                </a:cxn>
                <a:cxn ang="T36">
                  <a:pos x="T12" y="T13"/>
                </a:cxn>
                <a:cxn ang="T37">
                  <a:pos x="T14" y="T15"/>
                </a:cxn>
                <a:cxn ang="T38">
                  <a:pos x="T16" y="T17"/>
                </a:cxn>
                <a:cxn ang="T39">
                  <a:pos x="T18" y="T19"/>
                </a:cxn>
                <a:cxn ang="T40">
                  <a:pos x="T20" y="T21"/>
                </a:cxn>
                <a:cxn ang="T41">
                  <a:pos x="T22" y="T23"/>
                </a:cxn>
                <a:cxn ang="T42">
                  <a:pos x="T24" y="T25"/>
                </a:cxn>
                <a:cxn ang="T43">
                  <a:pos x="T26" y="T27"/>
                </a:cxn>
                <a:cxn ang="T44">
                  <a:pos x="T28" y="T29"/>
                </a:cxn>
              </a:cxnLst>
              <a:rect l="T45" t="T46" r="T47" b="T48"/>
              <a:pathLst>
                <a:path w="53" h="107">
                  <a:moveTo>
                    <a:pt x="53" y="107"/>
                  </a:moveTo>
                  <a:lnTo>
                    <a:pt x="42" y="106"/>
                  </a:lnTo>
                  <a:lnTo>
                    <a:pt x="30" y="102"/>
                  </a:lnTo>
                  <a:lnTo>
                    <a:pt x="20" y="96"/>
                  </a:lnTo>
                  <a:lnTo>
                    <a:pt x="12" y="87"/>
                  </a:lnTo>
                  <a:lnTo>
                    <a:pt x="6" y="78"/>
                  </a:lnTo>
                  <a:lnTo>
                    <a:pt x="1" y="66"/>
                  </a:lnTo>
                  <a:lnTo>
                    <a:pt x="0" y="54"/>
                  </a:lnTo>
                  <a:lnTo>
                    <a:pt x="1" y="43"/>
                  </a:lnTo>
                  <a:lnTo>
                    <a:pt x="6" y="31"/>
                  </a:lnTo>
                  <a:lnTo>
                    <a:pt x="12" y="22"/>
                  </a:lnTo>
                  <a:lnTo>
                    <a:pt x="20" y="13"/>
                  </a:lnTo>
                  <a:lnTo>
                    <a:pt x="30" y="7"/>
                  </a:lnTo>
                  <a:lnTo>
                    <a:pt x="42" y="3"/>
                  </a:lnTo>
                  <a:lnTo>
                    <a:pt x="53" y="0"/>
                  </a:lnTo>
                </a:path>
              </a:pathLst>
            </a:custGeom>
            <a:noFill/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238" name="Freeform 4870">
              <a:extLst>
                <a:ext uri="{FF2B5EF4-FFF2-40B4-BE49-F238E27FC236}">
                  <a16:creationId xmlns:a16="http://schemas.microsoft.com/office/drawing/2014/main" id="{E31EAB18-C791-3FCA-B7CB-CAC560ACE4B6}"/>
                </a:ext>
              </a:extLst>
            </p:cNvPr>
            <p:cNvSpPr>
              <a:spLocks/>
            </p:cNvSpPr>
            <p:nvPr/>
          </p:nvSpPr>
          <p:spPr bwMode="auto">
            <a:xfrm>
              <a:off x="4536" y="1857"/>
              <a:ext cx="118" cy="18"/>
            </a:xfrm>
            <a:custGeom>
              <a:avLst/>
              <a:gdLst>
                <a:gd name="T0" fmla="*/ 0 w 709"/>
                <a:gd name="T1" fmla="*/ 0 h 107"/>
                <a:gd name="T2" fmla="*/ 0 w 709"/>
                <a:gd name="T3" fmla="*/ 0 h 107"/>
                <a:gd name="T4" fmla="*/ 0 w 709"/>
                <a:gd name="T5" fmla="*/ 0 h 107"/>
                <a:gd name="T6" fmla="*/ 0 w 709"/>
                <a:gd name="T7" fmla="*/ 0 h 107"/>
                <a:gd name="T8" fmla="*/ 0 w 709"/>
                <a:gd name="T9" fmla="*/ 0 h 107"/>
                <a:gd name="T10" fmla="*/ 0 w 709"/>
                <a:gd name="T11" fmla="*/ 0 h 107"/>
                <a:gd name="T12" fmla="*/ 0 w 709"/>
                <a:gd name="T13" fmla="*/ 0 h 107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709"/>
                <a:gd name="T22" fmla="*/ 0 h 107"/>
                <a:gd name="T23" fmla="*/ 709 w 709"/>
                <a:gd name="T24" fmla="*/ 107 h 107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709" h="107">
                  <a:moveTo>
                    <a:pt x="0" y="0"/>
                  </a:moveTo>
                  <a:lnTo>
                    <a:pt x="0" y="54"/>
                  </a:lnTo>
                  <a:lnTo>
                    <a:pt x="0" y="107"/>
                  </a:lnTo>
                  <a:lnTo>
                    <a:pt x="709" y="107"/>
                  </a:lnTo>
                  <a:lnTo>
                    <a:pt x="709" y="54"/>
                  </a:lnTo>
                  <a:lnTo>
                    <a:pt x="709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239" name="Freeform 4871">
              <a:extLst>
                <a:ext uri="{FF2B5EF4-FFF2-40B4-BE49-F238E27FC236}">
                  <a16:creationId xmlns:a16="http://schemas.microsoft.com/office/drawing/2014/main" id="{36C692A4-397A-A854-6C64-3F882E286F53}"/>
                </a:ext>
              </a:extLst>
            </p:cNvPr>
            <p:cNvSpPr>
              <a:spLocks/>
            </p:cNvSpPr>
            <p:nvPr/>
          </p:nvSpPr>
          <p:spPr bwMode="auto">
            <a:xfrm>
              <a:off x="4536" y="1857"/>
              <a:ext cx="118" cy="18"/>
            </a:xfrm>
            <a:custGeom>
              <a:avLst/>
              <a:gdLst>
                <a:gd name="T0" fmla="*/ 0 w 709"/>
                <a:gd name="T1" fmla="*/ 0 h 107"/>
                <a:gd name="T2" fmla="*/ 0 w 709"/>
                <a:gd name="T3" fmla="*/ 0 h 107"/>
                <a:gd name="T4" fmla="*/ 0 w 709"/>
                <a:gd name="T5" fmla="*/ 0 h 107"/>
                <a:gd name="T6" fmla="*/ 0 w 709"/>
                <a:gd name="T7" fmla="*/ 0 h 107"/>
                <a:gd name="T8" fmla="*/ 0 w 709"/>
                <a:gd name="T9" fmla="*/ 0 h 107"/>
                <a:gd name="T10" fmla="*/ 0 w 709"/>
                <a:gd name="T11" fmla="*/ 0 h 107"/>
                <a:gd name="T12" fmla="*/ 0 w 709"/>
                <a:gd name="T13" fmla="*/ 0 h 107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709"/>
                <a:gd name="T22" fmla="*/ 0 h 107"/>
                <a:gd name="T23" fmla="*/ 709 w 709"/>
                <a:gd name="T24" fmla="*/ 107 h 107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709" h="107">
                  <a:moveTo>
                    <a:pt x="0" y="0"/>
                  </a:moveTo>
                  <a:lnTo>
                    <a:pt x="0" y="54"/>
                  </a:lnTo>
                  <a:lnTo>
                    <a:pt x="0" y="107"/>
                  </a:lnTo>
                  <a:lnTo>
                    <a:pt x="709" y="107"/>
                  </a:lnTo>
                  <a:lnTo>
                    <a:pt x="709" y="54"/>
                  </a:lnTo>
                  <a:lnTo>
                    <a:pt x="709" y="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240" name="Freeform 4872">
              <a:extLst>
                <a:ext uri="{FF2B5EF4-FFF2-40B4-BE49-F238E27FC236}">
                  <a16:creationId xmlns:a16="http://schemas.microsoft.com/office/drawing/2014/main" id="{BE6E47F8-1321-FEFF-31CC-53A7AA1D4BE0}"/>
                </a:ext>
              </a:extLst>
            </p:cNvPr>
            <p:cNvSpPr>
              <a:spLocks/>
            </p:cNvSpPr>
            <p:nvPr/>
          </p:nvSpPr>
          <p:spPr bwMode="auto">
            <a:xfrm>
              <a:off x="4654" y="1857"/>
              <a:ext cx="9" cy="18"/>
            </a:xfrm>
            <a:custGeom>
              <a:avLst/>
              <a:gdLst>
                <a:gd name="T0" fmla="*/ 0 w 54"/>
                <a:gd name="T1" fmla="*/ 0 h 107"/>
                <a:gd name="T2" fmla="*/ 0 w 54"/>
                <a:gd name="T3" fmla="*/ 0 h 107"/>
                <a:gd name="T4" fmla="*/ 0 w 54"/>
                <a:gd name="T5" fmla="*/ 0 h 107"/>
                <a:gd name="T6" fmla="*/ 0 w 54"/>
                <a:gd name="T7" fmla="*/ 0 h 107"/>
                <a:gd name="T8" fmla="*/ 0 w 54"/>
                <a:gd name="T9" fmla="*/ 0 h 107"/>
                <a:gd name="T10" fmla="*/ 0 w 54"/>
                <a:gd name="T11" fmla="*/ 0 h 107"/>
                <a:gd name="T12" fmla="*/ 0 w 54"/>
                <a:gd name="T13" fmla="*/ 0 h 107"/>
                <a:gd name="T14" fmla="*/ 0 w 54"/>
                <a:gd name="T15" fmla="*/ 0 h 107"/>
                <a:gd name="T16" fmla="*/ 0 w 54"/>
                <a:gd name="T17" fmla="*/ 0 h 107"/>
                <a:gd name="T18" fmla="*/ 0 w 54"/>
                <a:gd name="T19" fmla="*/ 0 h 107"/>
                <a:gd name="T20" fmla="*/ 0 w 54"/>
                <a:gd name="T21" fmla="*/ 0 h 107"/>
                <a:gd name="T22" fmla="*/ 0 w 54"/>
                <a:gd name="T23" fmla="*/ 0 h 107"/>
                <a:gd name="T24" fmla="*/ 0 w 54"/>
                <a:gd name="T25" fmla="*/ 0 h 107"/>
                <a:gd name="T26" fmla="*/ 0 w 54"/>
                <a:gd name="T27" fmla="*/ 0 h 107"/>
                <a:gd name="T28" fmla="*/ 0 w 54"/>
                <a:gd name="T29" fmla="*/ 0 h 107"/>
                <a:gd name="T30" fmla="*/ 0 w 54"/>
                <a:gd name="T31" fmla="*/ 0 h 107"/>
                <a:gd name="T32" fmla="*/ 0 w 54"/>
                <a:gd name="T33" fmla="*/ 0 h 107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w 54"/>
                <a:gd name="T52" fmla="*/ 0 h 107"/>
                <a:gd name="T53" fmla="*/ 54 w 54"/>
                <a:gd name="T54" fmla="*/ 107 h 107"/>
              </a:gdLst>
              <a:ahLst/>
              <a:cxnLst>
                <a:cxn ang="T34">
                  <a:pos x="T0" y="T1"/>
                </a:cxn>
                <a:cxn ang="T35">
                  <a:pos x="T2" y="T3"/>
                </a:cxn>
                <a:cxn ang="T36">
                  <a:pos x="T4" y="T5"/>
                </a:cxn>
                <a:cxn ang="T37">
                  <a:pos x="T6" y="T7"/>
                </a:cxn>
                <a:cxn ang="T38">
                  <a:pos x="T8" y="T9"/>
                </a:cxn>
                <a:cxn ang="T39">
                  <a:pos x="T10" y="T11"/>
                </a:cxn>
                <a:cxn ang="T40">
                  <a:pos x="T12" y="T13"/>
                </a:cxn>
                <a:cxn ang="T41">
                  <a:pos x="T14" y="T15"/>
                </a:cxn>
                <a:cxn ang="T42">
                  <a:pos x="T16" y="T17"/>
                </a:cxn>
                <a:cxn ang="T43">
                  <a:pos x="T18" y="T19"/>
                </a:cxn>
                <a:cxn ang="T44">
                  <a:pos x="T20" y="T21"/>
                </a:cxn>
                <a:cxn ang="T45">
                  <a:pos x="T22" y="T23"/>
                </a:cxn>
                <a:cxn ang="T46">
                  <a:pos x="T24" y="T25"/>
                </a:cxn>
                <a:cxn ang="T47">
                  <a:pos x="T26" y="T27"/>
                </a:cxn>
                <a:cxn ang="T48">
                  <a:pos x="T28" y="T29"/>
                </a:cxn>
                <a:cxn ang="T49">
                  <a:pos x="T30" y="T31"/>
                </a:cxn>
                <a:cxn ang="T50">
                  <a:pos x="T32" y="T33"/>
                </a:cxn>
              </a:cxnLst>
              <a:rect l="T51" t="T52" r="T53" b="T54"/>
              <a:pathLst>
                <a:path w="54" h="107">
                  <a:moveTo>
                    <a:pt x="0" y="54"/>
                  </a:moveTo>
                  <a:lnTo>
                    <a:pt x="0" y="0"/>
                  </a:lnTo>
                  <a:lnTo>
                    <a:pt x="11" y="3"/>
                  </a:lnTo>
                  <a:lnTo>
                    <a:pt x="23" y="7"/>
                  </a:lnTo>
                  <a:lnTo>
                    <a:pt x="32" y="13"/>
                  </a:lnTo>
                  <a:lnTo>
                    <a:pt x="41" y="22"/>
                  </a:lnTo>
                  <a:lnTo>
                    <a:pt x="47" y="31"/>
                  </a:lnTo>
                  <a:lnTo>
                    <a:pt x="51" y="43"/>
                  </a:lnTo>
                  <a:lnTo>
                    <a:pt x="54" y="54"/>
                  </a:lnTo>
                  <a:lnTo>
                    <a:pt x="51" y="66"/>
                  </a:lnTo>
                  <a:lnTo>
                    <a:pt x="47" y="78"/>
                  </a:lnTo>
                  <a:lnTo>
                    <a:pt x="41" y="87"/>
                  </a:lnTo>
                  <a:lnTo>
                    <a:pt x="32" y="96"/>
                  </a:lnTo>
                  <a:lnTo>
                    <a:pt x="23" y="102"/>
                  </a:lnTo>
                  <a:lnTo>
                    <a:pt x="11" y="106"/>
                  </a:lnTo>
                  <a:lnTo>
                    <a:pt x="0" y="107"/>
                  </a:lnTo>
                  <a:lnTo>
                    <a:pt x="0" y="54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241" name="Freeform 4873">
              <a:extLst>
                <a:ext uri="{FF2B5EF4-FFF2-40B4-BE49-F238E27FC236}">
                  <a16:creationId xmlns:a16="http://schemas.microsoft.com/office/drawing/2014/main" id="{BF9EDF91-9BA5-6275-DA93-65B10C8A5CB8}"/>
                </a:ext>
              </a:extLst>
            </p:cNvPr>
            <p:cNvSpPr>
              <a:spLocks/>
            </p:cNvSpPr>
            <p:nvPr/>
          </p:nvSpPr>
          <p:spPr bwMode="auto">
            <a:xfrm>
              <a:off x="4654" y="1857"/>
              <a:ext cx="9" cy="18"/>
            </a:xfrm>
            <a:custGeom>
              <a:avLst/>
              <a:gdLst>
                <a:gd name="T0" fmla="*/ 0 w 54"/>
                <a:gd name="T1" fmla="*/ 0 h 107"/>
                <a:gd name="T2" fmla="*/ 0 w 54"/>
                <a:gd name="T3" fmla="*/ 0 h 107"/>
                <a:gd name="T4" fmla="*/ 0 w 54"/>
                <a:gd name="T5" fmla="*/ 0 h 107"/>
                <a:gd name="T6" fmla="*/ 0 w 54"/>
                <a:gd name="T7" fmla="*/ 0 h 107"/>
                <a:gd name="T8" fmla="*/ 0 w 54"/>
                <a:gd name="T9" fmla="*/ 0 h 107"/>
                <a:gd name="T10" fmla="*/ 0 w 54"/>
                <a:gd name="T11" fmla="*/ 0 h 107"/>
                <a:gd name="T12" fmla="*/ 0 w 54"/>
                <a:gd name="T13" fmla="*/ 0 h 107"/>
                <a:gd name="T14" fmla="*/ 0 w 54"/>
                <a:gd name="T15" fmla="*/ 0 h 107"/>
                <a:gd name="T16" fmla="*/ 0 w 54"/>
                <a:gd name="T17" fmla="*/ 0 h 107"/>
                <a:gd name="T18" fmla="*/ 0 w 54"/>
                <a:gd name="T19" fmla="*/ 0 h 107"/>
                <a:gd name="T20" fmla="*/ 0 w 54"/>
                <a:gd name="T21" fmla="*/ 0 h 107"/>
                <a:gd name="T22" fmla="*/ 0 w 54"/>
                <a:gd name="T23" fmla="*/ 0 h 107"/>
                <a:gd name="T24" fmla="*/ 0 w 54"/>
                <a:gd name="T25" fmla="*/ 0 h 107"/>
                <a:gd name="T26" fmla="*/ 0 w 54"/>
                <a:gd name="T27" fmla="*/ 0 h 107"/>
                <a:gd name="T28" fmla="*/ 0 w 54"/>
                <a:gd name="T29" fmla="*/ 0 h 107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w 54"/>
                <a:gd name="T46" fmla="*/ 0 h 107"/>
                <a:gd name="T47" fmla="*/ 54 w 54"/>
                <a:gd name="T48" fmla="*/ 107 h 107"/>
              </a:gdLst>
              <a:ahLst/>
              <a:cxnLst>
                <a:cxn ang="T30">
                  <a:pos x="T0" y="T1"/>
                </a:cxn>
                <a:cxn ang="T31">
                  <a:pos x="T2" y="T3"/>
                </a:cxn>
                <a:cxn ang="T32">
                  <a:pos x="T4" y="T5"/>
                </a:cxn>
                <a:cxn ang="T33">
                  <a:pos x="T6" y="T7"/>
                </a:cxn>
                <a:cxn ang="T34">
                  <a:pos x="T8" y="T9"/>
                </a:cxn>
                <a:cxn ang="T35">
                  <a:pos x="T10" y="T11"/>
                </a:cxn>
                <a:cxn ang="T36">
                  <a:pos x="T12" y="T13"/>
                </a:cxn>
                <a:cxn ang="T37">
                  <a:pos x="T14" y="T15"/>
                </a:cxn>
                <a:cxn ang="T38">
                  <a:pos x="T16" y="T17"/>
                </a:cxn>
                <a:cxn ang="T39">
                  <a:pos x="T18" y="T19"/>
                </a:cxn>
                <a:cxn ang="T40">
                  <a:pos x="T20" y="T21"/>
                </a:cxn>
                <a:cxn ang="T41">
                  <a:pos x="T22" y="T23"/>
                </a:cxn>
                <a:cxn ang="T42">
                  <a:pos x="T24" y="T25"/>
                </a:cxn>
                <a:cxn ang="T43">
                  <a:pos x="T26" y="T27"/>
                </a:cxn>
                <a:cxn ang="T44">
                  <a:pos x="T28" y="T29"/>
                </a:cxn>
              </a:cxnLst>
              <a:rect l="T45" t="T46" r="T47" b="T48"/>
              <a:pathLst>
                <a:path w="54" h="107">
                  <a:moveTo>
                    <a:pt x="0" y="0"/>
                  </a:moveTo>
                  <a:lnTo>
                    <a:pt x="11" y="3"/>
                  </a:lnTo>
                  <a:lnTo>
                    <a:pt x="23" y="7"/>
                  </a:lnTo>
                  <a:lnTo>
                    <a:pt x="32" y="13"/>
                  </a:lnTo>
                  <a:lnTo>
                    <a:pt x="41" y="22"/>
                  </a:lnTo>
                  <a:lnTo>
                    <a:pt x="47" y="31"/>
                  </a:lnTo>
                  <a:lnTo>
                    <a:pt x="51" y="43"/>
                  </a:lnTo>
                  <a:lnTo>
                    <a:pt x="54" y="54"/>
                  </a:lnTo>
                  <a:lnTo>
                    <a:pt x="51" y="66"/>
                  </a:lnTo>
                  <a:lnTo>
                    <a:pt x="47" y="78"/>
                  </a:lnTo>
                  <a:lnTo>
                    <a:pt x="41" y="87"/>
                  </a:lnTo>
                  <a:lnTo>
                    <a:pt x="32" y="96"/>
                  </a:lnTo>
                  <a:lnTo>
                    <a:pt x="23" y="102"/>
                  </a:lnTo>
                  <a:lnTo>
                    <a:pt x="11" y="106"/>
                  </a:lnTo>
                  <a:lnTo>
                    <a:pt x="0" y="107"/>
                  </a:lnTo>
                </a:path>
              </a:pathLst>
            </a:custGeom>
            <a:noFill/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242" name="Freeform 4874">
              <a:extLst>
                <a:ext uri="{FF2B5EF4-FFF2-40B4-BE49-F238E27FC236}">
                  <a16:creationId xmlns:a16="http://schemas.microsoft.com/office/drawing/2014/main" id="{D8AFD452-AD2A-F3B7-7AB7-93D66B86F2DE}"/>
                </a:ext>
              </a:extLst>
            </p:cNvPr>
            <p:cNvSpPr>
              <a:spLocks/>
            </p:cNvSpPr>
            <p:nvPr/>
          </p:nvSpPr>
          <p:spPr bwMode="auto">
            <a:xfrm>
              <a:off x="4910" y="1955"/>
              <a:ext cx="18" cy="9"/>
            </a:xfrm>
            <a:custGeom>
              <a:avLst/>
              <a:gdLst>
                <a:gd name="T0" fmla="*/ 0 w 107"/>
                <a:gd name="T1" fmla="*/ 0 h 53"/>
                <a:gd name="T2" fmla="*/ 0 w 107"/>
                <a:gd name="T3" fmla="*/ 0 h 53"/>
                <a:gd name="T4" fmla="*/ 0 w 107"/>
                <a:gd name="T5" fmla="*/ 0 h 53"/>
                <a:gd name="T6" fmla="*/ 0 w 107"/>
                <a:gd name="T7" fmla="*/ 0 h 53"/>
                <a:gd name="T8" fmla="*/ 0 w 107"/>
                <a:gd name="T9" fmla="*/ 0 h 53"/>
                <a:gd name="T10" fmla="*/ 0 w 107"/>
                <a:gd name="T11" fmla="*/ 0 h 53"/>
                <a:gd name="T12" fmla="*/ 0 w 107"/>
                <a:gd name="T13" fmla="*/ 0 h 53"/>
                <a:gd name="T14" fmla="*/ 0 w 107"/>
                <a:gd name="T15" fmla="*/ 0 h 53"/>
                <a:gd name="T16" fmla="*/ 0 w 107"/>
                <a:gd name="T17" fmla="*/ 0 h 53"/>
                <a:gd name="T18" fmla="*/ 0 w 107"/>
                <a:gd name="T19" fmla="*/ 0 h 53"/>
                <a:gd name="T20" fmla="*/ 0 w 107"/>
                <a:gd name="T21" fmla="*/ 0 h 53"/>
                <a:gd name="T22" fmla="*/ 0 w 107"/>
                <a:gd name="T23" fmla="*/ 0 h 53"/>
                <a:gd name="T24" fmla="*/ 0 w 107"/>
                <a:gd name="T25" fmla="*/ 0 h 53"/>
                <a:gd name="T26" fmla="*/ 0 w 107"/>
                <a:gd name="T27" fmla="*/ 0 h 53"/>
                <a:gd name="T28" fmla="*/ 0 w 107"/>
                <a:gd name="T29" fmla="*/ 0 h 53"/>
                <a:gd name="T30" fmla="*/ 0 w 107"/>
                <a:gd name="T31" fmla="*/ 0 h 53"/>
                <a:gd name="T32" fmla="*/ 0 w 107"/>
                <a:gd name="T33" fmla="*/ 0 h 53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w 107"/>
                <a:gd name="T52" fmla="*/ 0 h 53"/>
                <a:gd name="T53" fmla="*/ 107 w 107"/>
                <a:gd name="T54" fmla="*/ 53 h 53"/>
              </a:gdLst>
              <a:ahLst/>
              <a:cxnLst>
                <a:cxn ang="T34">
                  <a:pos x="T0" y="T1"/>
                </a:cxn>
                <a:cxn ang="T35">
                  <a:pos x="T2" y="T3"/>
                </a:cxn>
                <a:cxn ang="T36">
                  <a:pos x="T4" y="T5"/>
                </a:cxn>
                <a:cxn ang="T37">
                  <a:pos x="T6" y="T7"/>
                </a:cxn>
                <a:cxn ang="T38">
                  <a:pos x="T8" y="T9"/>
                </a:cxn>
                <a:cxn ang="T39">
                  <a:pos x="T10" y="T11"/>
                </a:cxn>
                <a:cxn ang="T40">
                  <a:pos x="T12" y="T13"/>
                </a:cxn>
                <a:cxn ang="T41">
                  <a:pos x="T14" y="T15"/>
                </a:cxn>
                <a:cxn ang="T42">
                  <a:pos x="T16" y="T17"/>
                </a:cxn>
                <a:cxn ang="T43">
                  <a:pos x="T18" y="T19"/>
                </a:cxn>
                <a:cxn ang="T44">
                  <a:pos x="T20" y="T21"/>
                </a:cxn>
                <a:cxn ang="T45">
                  <a:pos x="T22" y="T23"/>
                </a:cxn>
                <a:cxn ang="T46">
                  <a:pos x="T24" y="T25"/>
                </a:cxn>
                <a:cxn ang="T47">
                  <a:pos x="T26" y="T27"/>
                </a:cxn>
                <a:cxn ang="T48">
                  <a:pos x="T28" y="T29"/>
                </a:cxn>
                <a:cxn ang="T49">
                  <a:pos x="T30" y="T31"/>
                </a:cxn>
                <a:cxn ang="T50">
                  <a:pos x="T32" y="T33"/>
                </a:cxn>
              </a:cxnLst>
              <a:rect l="T51" t="T52" r="T53" b="T54"/>
              <a:pathLst>
                <a:path w="107" h="53">
                  <a:moveTo>
                    <a:pt x="53" y="0"/>
                  </a:moveTo>
                  <a:lnTo>
                    <a:pt x="107" y="0"/>
                  </a:lnTo>
                  <a:lnTo>
                    <a:pt x="105" y="12"/>
                  </a:lnTo>
                  <a:lnTo>
                    <a:pt x="101" y="23"/>
                  </a:lnTo>
                  <a:lnTo>
                    <a:pt x="94" y="33"/>
                  </a:lnTo>
                  <a:lnTo>
                    <a:pt x="86" y="41"/>
                  </a:lnTo>
                  <a:lnTo>
                    <a:pt x="76" y="48"/>
                  </a:lnTo>
                  <a:lnTo>
                    <a:pt x="65" y="52"/>
                  </a:lnTo>
                  <a:lnTo>
                    <a:pt x="53" y="53"/>
                  </a:lnTo>
                  <a:lnTo>
                    <a:pt x="41" y="52"/>
                  </a:lnTo>
                  <a:lnTo>
                    <a:pt x="30" y="48"/>
                  </a:lnTo>
                  <a:lnTo>
                    <a:pt x="20" y="41"/>
                  </a:lnTo>
                  <a:lnTo>
                    <a:pt x="12" y="33"/>
                  </a:lnTo>
                  <a:lnTo>
                    <a:pt x="5" y="23"/>
                  </a:lnTo>
                  <a:lnTo>
                    <a:pt x="1" y="12"/>
                  </a:lnTo>
                  <a:lnTo>
                    <a:pt x="0" y="0"/>
                  </a:lnTo>
                  <a:lnTo>
                    <a:pt x="53" y="0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243" name="Freeform 4875">
              <a:extLst>
                <a:ext uri="{FF2B5EF4-FFF2-40B4-BE49-F238E27FC236}">
                  <a16:creationId xmlns:a16="http://schemas.microsoft.com/office/drawing/2014/main" id="{5154384F-8EAA-7489-4E8F-8AF4920C79FF}"/>
                </a:ext>
              </a:extLst>
            </p:cNvPr>
            <p:cNvSpPr>
              <a:spLocks/>
            </p:cNvSpPr>
            <p:nvPr/>
          </p:nvSpPr>
          <p:spPr bwMode="auto">
            <a:xfrm>
              <a:off x="4910" y="1955"/>
              <a:ext cx="18" cy="9"/>
            </a:xfrm>
            <a:custGeom>
              <a:avLst/>
              <a:gdLst>
                <a:gd name="T0" fmla="*/ 0 w 107"/>
                <a:gd name="T1" fmla="*/ 0 h 53"/>
                <a:gd name="T2" fmla="*/ 0 w 107"/>
                <a:gd name="T3" fmla="*/ 0 h 53"/>
                <a:gd name="T4" fmla="*/ 0 w 107"/>
                <a:gd name="T5" fmla="*/ 0 h 53"/>
                <a:gd name="T6" fmla="*/ 0 w 107"/>
                <a:gd name="T7" fmla="*/ 0 h 53"/>
                <a:gd name="T8" fmla="*/ 0 w 107"/>
                <a:gd name="T9" fmla="*/ 0 h 53"/>
                <a:gd name="T10" fmla="*/ 0 w 107"/>
                <a:gd name="T11" fmla="*/ 0 h 53"/>
                <a:gd name="T12" fmla="*/ 0 w 107"/>
                <a:gd name="T13" fmla="*/ 0 h 53"/>
                <a:gd name="T14" fmla="*/ 0 w 107"/>
                <a:gd name="T15" fmla="*/ 0 h 53"/>
                <a:gd name="T16" fmla="*/ 0 w 107"/>
                <a:gd name="T17" fmla="*/ 0 h 53"/>
                <a:gd name="T18" fmla="*/ 0 w 107"/>
                <a:gd name="T19" fmla="*/ 0 h 53"/>
                <a:gd name="T20" fmla="*/ 0 w 107"/>
                <a:gd name="T21" fmla="*/ 0 h 53"/>
                <a:gd name="T22" fmla="*/ 0 w 107"/>
                <a:gd name="T23" fmla="*/ 0 h 53"/>
                <a:gd name="T24" fmla="*/ 0 w 107"/>
                <a:gd name="T25" fmla="*/ 0 h 53"/>
                <a:gd name="T26" fmla="*/ 0 w 107"/>
                <a:gd name="T27" fmla="*/ 0 h 53"/>
                <a:gd name="T28" fmla="*/ 0 w 107"/>
                <a:gd name="T29" fmla="*/ 0 h 53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w 107"/>
                <a:gd name="T46" fmla="*/ 0 h 53"/>
                <a:gd name="T47" fmla="*/ 107 w 107"/>
                <a:gd name="T48" fmla="*/ 53 h 53"/>
              </a:gdLst>
              <a:ahLst/>
              <a:cxnLst>
                <a:cxn ang="T30">
                  <a:pos x="T0" y="T1"/>
                </a:cxn>
                <a:cxn ang="T31">
                  <a:pos x="T2" y="T3"/>
                </a:cxn>
                <a:cxn ang="T32">
                  <a:pos x="T4" y="T5"/>
                </a:cxn>
                <a:cxn ang="T33">
                  <a:pos x="T6" y="T7"/>
                </a:cxn>
                <a:cxn ang="T34">
                  <a:pos x="T8" y="T9"/>
                </a:cxn>
                <a:cxn ang="T35">
                  <a:pos x="T10" y="T11"/>
                </a:cxn>
                <a:cxn ang="T36">
                  <a:pos x="T12" y="T13"/>
                </a:cxn>
                <a:cxn ang="T37">
                  <a:pos x="T14" y="T15"/>
                </a:cxn>
                <a:cxn ang="T38">
                  <a:pos x="T16" y="T17"/>
                </a:cxn>
                <a:cxn ang="T39">
                  <a:pos x="T18" y="T19"/>
                </a:cxn>
                <a:cxn ang="T40">
                  <a:pos x="T20" y="T21"/>
                </a:cxn>
                <a:cxn ang="T41">
                  <a:pos x="T22" y="T23"/>
                </a:cxn>
                <a:cxn ang="T42">
                  <a:pos x="T24" y="T25"/>
                </a:cxn>
                <a:cxn ang="T43">
                  <a:pos x="T26" y="T27"/>
                </a:cxn>
                <a:cxn ang="T44">
                  <a:pos x="T28" y="T29"/>
                </a:cxn>
              </a:cxnLst>
              <a:rect l="T45" t="T46" r="T47" b="T48"/>
              <a:pathLst>
                <a:path w="107" h="53">
                  <a:moveTo>
                    <a:pt x="107" y="0"/>
                  </a:moveTo>
                  <a:lnTo>
                    <a:pt x="105" y="12"/>
                  </a:lnTo>
                  <a:lnTo>
                    <a:pt x="101" y="23"/>
                  </a:lnTo>
                  <a:lnTo>
                    <a:pt x="94" y="33"/>
                  </a:lnTo>
                  <a:lnTo>
                    <a:pt x="86" y="41"/>
                  </a:lnTo>
                  <a:lnTo>
                    <a:pt x="76" y="48"/>
                  </a:lnTo>
                  <a:lnTo>
                    <a:pt x="65" y="52"/>
                  </a:lnTo>
                  <a:lnTo>
                    <a:pt x="53" y="53"/>
                  </a:lnTo>
                  <a:lnTo>
                    <a:pt x="41" y="52"/>
                  </a:lnTo>
                  <a:lnTo>
                    <a:pt x="30" y="48"/>
                  </a:lnTo>
                  <a:lnTo>
                    <a:pt x="20" y="41"/>
                  </a:lnTo>
                  <a:lnTo>
                    <a:pt x="12" y="33"/>
                  </a:lnTo>
                  <a:lnTo>
                    <a:pt x="5" y="23"/>
                  </a:lnTo>
                  <a:lnTo>
                    <a:pt x="1" y="12"/>
                  </a:lnTo>
                  <a:lnTo>
                    <a:pt x="0" y="0"/>
                  </a:lnTo>
                </a:path>
              </a:pathLst>
            </a:custGeom>
            <a:noFill/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244" name="Freeform 4876">
              <a:extLst>
                <a:ext uri="{FF2B5EF4-FFF2-40B4-BE49-F238E27FC236}">
                  <a16:creationId xmlns:a16="http://schemas.microsoft.com/office/drawing/2014/main" id="{6AFEE9CB-7867-2834-F4AA-D5B82229EDD1}"/>
                </a:ext>
              </a:extLst>
            </p:cNvPr>
            <p:cNvSpPr>
              <a:spLocks/>
            </p:cNvSpPr>
            <p:nvPr/>
          </p:nvSpPr>
          <p:spPr bwMode="auto">
            <a:xfrm>
              <a:off x="4910" y="1778"/>
              <a:ext cx="18" cy="177"/>
            </a:xfrm>
            <a:custGeom>
              <a:avLst/>
              <a:gdLst>
                <a:gd name="T0" fmla="*/ 0 w 107"/>
                <a:gd name="T1" fmla="*/ 0 h 1063"/>
                <a:gd name="T2" fmla="*/ 0 w 107"/>
                <a:gd name="T3" fmla="*/ 0 h 1063"/>
                <a:gd name="T4" fmla="*/ 0 w 107"/>
                <a:gd name="T5" fmla="*/ 0 h 1063"/>
                <a:gd name="T6" fmla="*/ 0 w 107"/>
                <a:gd name="T7" fmla="*/ 0 h 1063"/>
                <a:gd name="T8" fmla="*/ 0 w 107"/>
                <a:gd name="T9" fmla="*/ 0 h 1063"/>
                <a:gd name="T10" fmla="*/ 0 w 107"/>
                <a:gd name="T11" fmla="*/ 0 h 1063"/>
                <a:gd name="T12" fmla="*/ 0 w 107"/>
                <a:gd name="T13" fmla="*/ 0 h 1063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107"/>
                <a:gd name="T22" fmla="*/ 0 h 1063"/>
                <a:gd name="T23" fmla="*/ 107 w 107"/>
                <a:gd name="T24" fmla="*/ 1063 h 1063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107" h="1063">
                  <a:moveTo>
                    <a:pt x="0" y="1063"/>
                  </a:moveTo>
                  <a:lnTo>
                    <a:pt x="53" y="1063"/>
                  </a:lnTo>
                  <a:lnTo>
                    <a:pt x="107" y="1063"/>
                  </a:lnTo>
                  <a:lnTo>
                    <a:pt x="107" y="0"/>
                  </a:lnTo>
                  <a:lnTo>
                    <a:pt x="53" y="0"/>
                  </a:lnTo>
                  <a:lnTo>
                    <a:pt x="0" y="0"/>
                  </a:lnTo>
                  <a:lnTo>
                    <a:pt x="0" y="1063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245" name="Freeform 4877">
              <a:extLst>
                <a:ext uri="{FF2B5EF4-FFF2-40B4-BE49-F238E27FC236}">
                  <a16:creationId xmlns:a16="http://schemas.microsoft.com/office/drawing/2014/main" id="{78EEF12B-5082-E40A-E037-5D7ED434F99A}"/>
                </a:ext>
              </a:extLst>
            </p:cNvPr>
            <p:cNvSpPr>
              <a:spLocks/>
            </p:cNvSpPr>
            <p:nvPr/>
          </p:nvSpPr>
          <p:spPr bwMode="auto">
            <a:xfrm>
              <a:off x="4910" y="1778"/>
              <a:ext cx="18" cy="177"/>
            </a:xfrm>
            <a:custGeom>
              <a:avLst/>
              <a:gdLst>
                <a:gd name="T0" fmla="*/ 0 w 107"/>
                <a:gd name="T1" fmla="*/ 0 h 1063"/>
                <a:gd name="T2" fmla="*/ 0 w 107"/>
                <a:gd name="T3" fmla="*/ 0 h 1063"/>
                <a:gd name="T4" fmla="*/ 0 w 107"/>
                <a:gd name="T5" fmla="*/ 0 h 1063"/>
                <a:gd name="T6" fmla="*/ 0 w 107"/>
                <a:gd name="T7" fmla="*/ 0 h 1063"/>
                <a:gd name="T8" fmla="*/ 0 w 107"/>
                <a:gd name="T9" fmla="*/ 0 h 1063"/>
                <a:gd name="T10" fmla="*/ 0 w 107"/>
                <a:gd name="T11" fmla="*/ 0 h 1063"/>
                <a:gd name="T12" fmla="*/ 0 w 107"/>
                <a:gd name="T13" fmla="*/ 0 h 1063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107"/>
                <a:gd name="T22" fmla="*/ 0 h 1063"/>
                <a:gd name="T23" fmla="*/ 107 w 107"/>
                <a:gd name="T24" fmla="*/ 1063 h 1063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107" h="1063">
                  <a:moveTo>
                    <a:pt x="0" y="1063"/>
                  </a:moveTo>
                  <a:lnTo>
                    <a:pt x="53" y="1063"/>
                  </a:lnTo>
                  <a:lnTo>
                    <a:pt x="107" y="1063"/>
                  </a:lnTo>
                  <a:lnTo>
                    <a:pt x="107" y="0"/>
                  </a:lnTo>
                  <a:lnTo>
                    <a:pt x="53" y="0"/>
                  </a:lnTo>
                  <a:lnTo>
                    <a:pt x="0" y="0"/>
                  </a:lnTo>
                  <a:lnTo>
                    <a:pt x="0" y="1063"/>
                  </a:lnTo>
                  <a:close/>
                </a:path>
              </a:pathLst>
            </a:custGeom>
            <a:noFill/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246" name="Freeform 4878">
              <a:extLst>
                <a:ext uri="{FF2B5EF4-FFF2-40B4-BE49-F238E27FC236}">
                  <a16:creationId xmlns:a16="http://schemas.microsoft.com/office/drawing/2014/main" id="{AA81A19C-A666-2644-BADF-4FC5BB9B3D8F}"/>
                </a:ext>
              </a:extLst>
            </p:cNvPr>
            <p:cNvSpPr>
              <a:spLocks/>
            </p:cNvSpPr>
            <p:nvPr/>
          </p:nvSpPr>
          <p:spPr bwMode="auto">
            <a:xfrm>
              <a:off x="4910" y="1769"/>
              <a:ext cx="18" cy="9"/>
            </a:xfrm>
            <a:custGeom>
              <a:avLst/>
              <a:gdLst>
                <a:gd name="T0" fmla="*/ 0 w 107"/>
                <a:gd name="T1" fmla="*/ 0 h 54"/>
                <a:gd name="T2" fmla="*/ 0 w 107"/>
                <a:gd name="T3" fmla="*/ 0 h 54"/>
                <a:gd name="T4" fmla="*/ 0 w 107"/>
                <a:gd name="T5" fmla="*/ 0 h 54"/>
                <a:gd name="T6" fmla="*/ 0 w 107"/>
                <a:gd name="T7" fmla="*/ 0 h 54"/>
                <a:gd name="T8" fmla="*/ 0 w 107"/>
                <a:gd name="T9" fmla="*/ 0 h 54"/>
                <a:gd name="T10" fmla="*/ 0 w 107"/>
                <a:gd name="T11" fmla="*/ 0 h 54"/>
                <a:gd name="T12" fmla="*/ 0 w 107"/>
                <a:gd name="T13" fmla="*/ 0 h 54"/>
                <a:gd name="T14" fmla="*/ 0 w 107"/>
                <a:gd name="T15" fmla="*/ 0 h 54"/>
                <a:gd name="T16" fmla="*/ 0 w 107"/>
                <a:gd name="T17" fmla="*/ 0 h 54"/>
                <a:gd name="T18" fmla="*/ 0 w 107"/>
                <a:gd name="T19" fmla="*/ 0 h 54"/>
                <a:gd name="T20" fmla="*/ 0 w 107"/>
                <a:gd name="T21" fmla="*/ 0 h 54"/>
                <a:gd name="T22" fmla="*/ 0 w 107"/>
                <a:gd name="T23" fmla="*/ 0 h 54"/>
                <a:gd name="T24" fmla="*/ 0 w 107"/>
                <a:gd name="T25" fmla="*/ 0 h 54"/>
                <a:gd name="T26" fmla="*/ 0 w 107"/>
                <a:gd name="T27" fmla="*/ 0 h 54"/>
                <a:gd name="T28" fmla="*/ 0 w 107"/>
                <a:gd name="T29" fmla="*/ 0 h 54"/>
                <a:gd name="T30" fmla="*/ 0 w 107"/>
                <a:gd name="T31" fmla="*/ 0 h 54"/>
                <a:gd name="T32" fmla="*/ 0 w 107"/>
                <a:gd name="T33" fmla="*/ 0 h 54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w 107"/>
                <a:gd name="T52" fmla="*/ 0 h 54"/>
                <a:gd name="T53" fmla="*/ 107 w 107"/>
                <a:gd name="T54" fmla="*/ 54 h 54"/>
              </a:gdLst>
              <a:ahLst/>
              <a:cxnLst>
                <a:cxn ang="T34">
                  <a:pos x="T0" y="T1"/>
                </a:cxn>
                <a:cxn ang="T35">
                  <a:pos x="T2" y="T3"/>
                </a:cxn>
                <a:cxn ang="T36">
                  <a:pos x="T4" y="T5"/>
                </a:cxn>
                <a:cxn ang="T37">
                  <a:pos x="T6" y="T7"/>
                </a:cxn>
                <a:cxn ang="T38">
                  <a:pos x="T8" y="T9"/>
                </a:cxn>
                <a:cxn ang="T39">
                  <a:pos x="T10" y="T11"/>
                </a:cxn>
                <a:cxn ang="T40">
                  <a:pos x="T12" y="T13"/>
                </a:cxn>
                <a:cxn ang="T41">
                  <a:pos x="T14" y="T15"/>
                </a:cxn>
                <a:cxn ang="T42">
                  <a:pos x="T16" y="T17"/>
                </a:cxn>
                <a:cxn ang="T43">
                  <a:pos x="T18" y="T19"/>
                </a:cxn>
                <a:cxn ang="T44">
                  <a:pos x="T20" y="T21"/>
                </a:cxn>
                <a:cxn ang="T45">
                  <a:pos x="T22" y="T23"/>
                </a:cxn>
                <a:cxn ang="T46">
                  <a:pos x="T24" y="T25"/>
                </a:cxn>
                <a:cxn ang="T47">
                  <a:pos x="T26" y="T27"/>
                </a:cxn>
                <a:cxn ang="T48">
                  <a:pos x="T28" y="T29"/>
                </a:cxn>
                <a:cxn ang="T49">
                  <a:pos x="T30" y="T31"/>
                </a:cxn>
                <a:cxn ang="T50">
                  <a:pos x="T32" y="T33"/>
                </a:cxn>
              </a:cxnLst>
              <a:rect l="T51" t="T52" r="T53" b="T54"/>
              <a:pathLst>
                <a:path w="107" h="54">
                  <a:moveTo>
                    <a:pt x="53" y="54"/>
                  </a:moveTo>
                  <a:lnTo>
                    <a:pt x="0" y="54"/>
                  </a:lnTo>
                  <a:lnTo>
                    <a:pt x="1" y="42"/>
                  </a:lnTo>
                  <a:lnTo>
                    <a:pt x="5" y="31"/>
                  </a:lnTo>
                  <a:lnTo>
                    <a:pt x="12" y="21"/>
                  </a:lnTo>
                  <a:lnTo>
                    <a:pt x="20" y="13"/>
                  </a:lnTo>
                  <a:lnTo>
                    <a:pt x="30" y="6"/>
                  </a:lnTo>
                  <a:lnTo>
                    <a:pt x="41" y="2"/>
                  </a:lnTo>
                  <a:lnTo>
                    <a:pt x="53" y="0"/>
                  </a:lnTo>
                  <a:lnTo>
                    <a:pt x="65" y="2"/>
                  </a:lnTo>
                  <a:lnTo>
                    <a:pt x="76" y="6"/>
                  </a:lnTo>
                  <a:lnTo>
                    <a:pt x="86" y="13"/>
                  </a:lnTo>
                  <a:lnTo>
                    <a:pt x="94" y="21"/>
                  </a:lnTo>
                  <a:lnTo>
                    <a:pt x="101" y="31"/>
                  </a:lnTo>
                  <a:lnTo>
                    <a:pt x="105" y="42"/>
                  </a:lnTo>
                  <a:lnTo>
                    <a:pt x="107" y="54"/>
                  </a:lnTo>
                  <a:lnTo>
                    <a:pt x="53" y="54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247" name="Freeform 4879">
              <a:extLst>
                <a:ext uri="{FF2B5EF4-FFF2-40B4-BE49-F238E27FC236}">
                  <a16:creationId xmlns:a16="http://schemas.microsoft.com/office/drawing/2014/main" id="{31A9E6D5-A358-D541-32E2-EE6EF9D128EF}"/>
                </a:ext>
              </a:extLst>
            </p:cNvPr>
            <p:cNvSpPr>
              <a:spLocks/>
            </p:cNvSpPr>
            <p:nvPr/>
          </p:nvSpPr>
          <p:spPr bwMode="auto">
            <a:xfrm>
              <a:off x="4910" y="1769"/>
              <a:ext cx="18" cy="9"/>
            </a:xfrm>
            <a:custGeom>
              <a:avLst/>
              <a:gdLst>
                <a:gd name="T0" fmla="*/ 0 w 107"/>
                <a:gd name="T1" fmla="*/ 0 h 54"/>
                <a:gd name="T2" fmla="*/ 0 w 107"/>
                <a:gd name="T3" fmla="*/ 0 h 54"/>
                <a:gd name="T4" fmla="*/ 0 w 107"/>
                <a:gd name="T5" fmla="*/ 0 h 54"/>
                <a:gd name="T6" fmla="*/ 0 w 107"/>
                <a:gd name="T7" fmla="*/ 0 h 54"/>
                <a:gd name="T8" fmla="*/ 0 w 107"/>
                <a:gd name="T9" fmla="*/ 0 h 54"/>
                <a:gd name="T10" fmla="*/ 0 w 107"/>
                <a:gd name="T11" fmla="*/ 0 h 54"/>
                <a:gd name="T12" fmla="*/ 0 w 107"/>
                <a:gd name="T13" fmla="*/ 0 h 54"/>
                <a:gd name="T14" fmla="*/ 0 w 107"/>
                <a:gd name="T15" fmla="*/ 0 h 54"/>
                <a:gd name="T16" fmla="*/ 0 w 107"/>
                <a:gd name="T17" fmla="*/ 0 h 54"/>
                <a:gd name="T18" fmla="*/ 0 w 107"/>
                <a:gd name="T19" fmla="*/ 0 h 54"/>
                <a:gd name="T20" fmla="*/ 0 w 107"/>
                <a:gd name="T21" fmla="*/ 0 h 54"/>
                <a:gd name="T22" fmla="*/ 0 w 107"/>
                <a:gd name="T23" fmla="*/ 0 h 54"/>
                <a:gd name="T24" fmla="*/ 0 w 107"/>
                <a:gd name="T25" fmla="*/ 0 h 54"/>
                <a:gd name="T26" fmla="*/ 0 w 107"/>
                <a:gd name="T27" fmla="*/ 0 h 54"/>
                <a:gd name="T28" fmla="*/ 0 w 107"/>
                <a:gd name="T29" fmla="*/ 0 h 54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w 107"/>
                <a:gd name="T46" fmla="*/ 0 h 54"/>
                <a:gd name="T47" fmla="*/ 107 w 107"/>
                <a:gd name="T48" fmla="*/ 54 h 54"/>
              </a:gdLst>
              <a:ahLst/>
              <a:cxnLst>
                <a:cxn ang="T30">
                  <a:pos x="T0" y="T1"/>
                </a:cxn>
                <a:cxn ang="T31">
                  <a:pos x="T2" y="T3"/>
                </a:cxn>
                <a:cxn ang="T32">
                  <a:pos x="T4" y="T5"/>
                </a:cxn>
                <a:cxn ang="T33">
                  <a:pos x="T6" y="T7"/>
                </a:cxn>
                <a:cxn ang="T34">
                  <a:pos x="T8" y="T9"/>
                </a:cxn>
                <a:cxn ang="T35">
                  <a:pos x="T10" y="T11"/>
                </a:cxn>
                <a:cxn ang="T36">
                  <a:pos x="T12" y="T13"/>
                </a:cxn>
                <a:cxn ang="T37">
                  <a:pos x="T14" y="T15"/>
                </a:cxn>
                <a:cxn ang="T38">
                  <a:pos x="T16" y="T17"/>
                </a:cxn>
                <a:cxn ang="T39">
                  <a:pos x="T18" y="T19"/>
                </a:cxn>
                <a:cxn ang="T40">
                  <a:pos x="T20" y="T21"/>
                </a:cxn>
                <a:cxn ang="T41">
                  <a:pos x="T22" y="T23"/>
                </a:cxn>
                <a:cxn ang="T42">
                  <a:pos x="T24" y="T25"/>
                </a:cxn>
                <a:cxn ang="T43">
                  <a:pos x="T26" y="T27"/>
                </a:cxn>
                <a:cxn ang="T44">
                  <a:pos x="T28" y="T29"/>
                </a:cxn>
              </a:cxnLst>
              <a:rect l="T45" t="T46" r="T47" b="T48"/>
              <a:pathLst>
                <a:path w="107" h="54">
                  <a:moveTo>
                    <a:pt x="0" y="54"/>
                  </a:moveTo>
                  <a:lnTo>
                    <a:pt x="1" y="42"/>
                  </a:lnTo>
                  <a:lnTo>
                    <a:pt x="5" y="31"/>
                  </a:lnTo>
                  <a:lnTo>
                    <a:pt x="12" y="21"/>
                  </a:lnTo>
                  <a:lnTo>
                    <a:pt x="20" y="13"/>
                  </a:lnTo>
                  <a:lnTo>
                    <a:pt x="30" y="6"/>
                  </a:lnTo>
                  <a:lnTo>
                    <a:pt x="41" y="2"/>
                  </a:lnTo>
                  <a:lnTo>
                    <a:pt x="53" y="0"/>
                  </a:lnTo>
                  <a:lnTo>
                    <a:pt x="65" y="2"/>
                  </a:lnTo>
                  <a:lnTo>
                    <a:pt x="76" y="6"/>
                  </a:lnTo>
                  <a:lnTo>
                    <a:pt x="86" y="13"/>
                  </a:lnTo>
                  <a:lnTo>
                    <a:pt x="94" y="21"/>
                  </a:lnTo>
                  <a:lnTo>
                    <a:pt x="101" y="31"/>
                  </a:lnTo>
                  <a:lnTo>
                    <a:pt x="105" y="42"/>
                  </a:lnTo>
                  <a:lnTo>
                    <a:pt x="107" y="54"/>
                  </a:lnTo>
                </a:path>
              </a:pathLst>
            </a:custGeom>
            <a:noFill/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248" name="Freeform 4880">
              <a:extLst>
                <a:ext uri="{FF2B5EF4-FFF2-40B4-BE49-F238E27FC236}">
                  <a16:creationId xmlns:a16="http://schemas.microsoft.com/office/drawing/2014/main" id="{DD925325-ACAA-814A-66CD-7CE5573ABFA8}"/>
                </a:ext>
              </a:extLst>
            </p:cNvPr>
            <p:cNvSpPr>
              <a:spLocks/>
            </p:cNvSpPr>
            <p:nvPr/>
          </p:nvSpPr>
          <p:spPr bwMode="auto">
            <a:xfrm>
              <a:off x="4792" y="1946"/>
              <a:ext cx="9" cy="18"/>
            </a:xfrm>
            <a:custGeom>
              <a:avLst/>
              <a:gdLst>
                <a:gd name="T0" fmla="*/ 0 w 53"/>
                <a:gd name="T1" fmla="*/ 0 h 107"/>
                <a:gd name="T2" fmla="*/ 0 w 53"/>
                <a:gd name="T3" fmla="*/ 0 h 107"/>
                <a:gd name="T4" fmla="*/ 0 w 53"/>
                <a:gd name="T5" fmla="*/ 0 h 107"/>
                <a:gd name="T6" fmla="*/ 0 w 53"/>
                <a:gd name="T7" fmla="*/ 0 h 107"/>
                <a:gd name="T8" fmla="*/ 0 w 53"/>
                <a:gd name="T9" fmla="*/ 0 h 107"/>
                <a:gd name="T10" fmla="*/ 0 w 53"/>
                <a:gd name="T11" fmla="*/ 0 h 107"/>
                <a:gd name="T12" fmla="*/ 0 w 53"/>
                <a:gd name="T13" fmla="*/ 0 h 107"/>
                <a:gd name="T14" fmla="*/ 0 w 53"/>
                <a:gd name="T15" fmla="*/ 0 h 107"/>
                <a:gd name="T16" fmla="*/ 0 w 53"/>
                <a:gd name="T17" fmla="*/ 0 h 107"/>
                <a:gd name="T18" fmla="*/ 0 w 53"/>
                <a:gd name="T19" fmla="*/ 0 h 107"/>
                <a:gd name="T20" fmla="*/ 0 w 53"/>
                <a:gd name="T21" fmla="*/ 0 h 107"/>
                <a:gd name="T22" fmla="*/ 0 w 53"/>
                <a:gd name="T23" fmla="*/ 0 h 107"/>
                <a:gd name="T24" fmla="*/ 0 w 53"/>
                <a:gd name="T25" fmla="*/ 0 h 107"/>
                <a:gd name="T26" fmla="*/ 0 w 53"/>
                <a:gd name="T27" fmla="*/ 0 h 107"/>
                <a:gd name="T28" fmla="*/ 0 w 53"/>
                <a:gd name="T29" fmla="*/ 0 h 107"/>
                <a:gd name="T30" fmla="*/ 0 w 53"/>
                <a:gd name="T31" fmla="*/ 0 h 107"/>
                <a:gd name="T32" fmla="*/ 0 w 53"/>
                <a:gd name="T33" fmla="*/ 0 h 107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w 53"/>
                <a:gd name="T52" fmla="*/ 0 h 107"/>
                <a:gd name="T53" fmla="*/ 53 w 53"/>
                <a:gd name="T54" fmla="*/ 107 h 107"/>
              </a:gdLst>
              <a:ahLst/>
              <a:cxnLst>
                <a:cxn ang="T34">
                  <a:pos x="T0" y="T1"/>
                </a:cxn>
                <a:cxn ang="T35">
                  <a:pos x="T2" y="T3"/>
                </a:cxn>
                <a:cxn ang="T36">
                  <a:pos x="T4" y="T5"/>
                </a:cxn>
                <a:cxn ang="T37">
                  <a:pos x="T6" y="T7"/>
                </a:cxn>
                <a:cxn ang="T38">
                  <a:pos x="T8" y="T9"/>
                </a:cxn>
                <a:cxn ang="T39">
                  <a:pos x="T10" y="T11"/>
                </a:cxn>
                <a:cxn ang="T40">
                  <a:pos x="T12" y="T13"/>
                </a:cxn>
                <a:cxn ang="T41">
                  <a:pos x="T14" y="T15"/>
                </a:cxn>
                <a:cxn ang="T42">
                  <a:pos x="T16" y="T17"/>
                </a:cxn>
                <a:cxn ang="T43">
                  <a:pos x="T18" y="T19"/>
                </a:cxn>
                <a:cxn ang="T44">
                  <a:pos x="T20" y="T21"/>
                </a:cxn>
                <a:cxn ang="T45">
                  <a:pos x="T22" y="T23"/>
                </a:cxn>
                <a:cxn ang="T46">
                  <a:pos x="T24" y="T25"/>
                </a:cxn>
                <a:cxn ang="T47">
                  <a:pos x="T26" y="T27"/>
                </a:cxn>
                <a:cxn ang="T48">
                  <a:pos x="T28" y="T29"/>
                </a:cxn>
                <a:cxn ang="T49">
                  <a:pos x="T30" y="T31"/>
                </a:cxn>
                <a:cxn ang="T50">
                  <a:pos x="T32" y="T33"/>
                </a:cxn>
              </a:cxnLst>
              <a:rect l="T51" t="T52" r="T53" b="T54"/>
              <a:pathLst>
                <a:path w="53" h="107">
                  <a:moveTo>
                    <a:pt x="53" y="54"/>
                  </a:moveTo>
                  <a:lnTo>
                    <a:pt x="53" y="107"/>
                  </a:lnTo>
                  <a:lnTo>
                    <a:pt x="41" y="106"/>
                  </a:lnTo>
                  <a:lnTo>
                    <a:pt x="29" y="102"/>
                  </a:lnTo>
                  <a:lnTo>
                    <a:pt x="20" y="95"/>
                  </a:lnTo>
                  <a:lnTo>
                    <a:pt x="11" y="87"/>
                  </a:lnTo>
                  <a:lnTo>
                    <a:pt x="5" y="77"/>
                  </a:lnTo>
                  <a:lnTo>
                    <a:pt x="1" y="66"/>
                  </a:lnTo>
                  <a:lnTo>
                    <a:pt x="0" y="54"/>
                  </a:lnTo>
                  <a:lnTo>
                    <a:pt x="1" y="42"/>
                  </a:lnTo>
                  <a:lnTo>
                    <a:pt x="5" y="31"/>
                  </a:lnTo>
                  <a:lnTo>
                    <a:pt x="11" y="21"/>
                  </a:lnTo>
                  <a:lnTo>
                    <a:pt x="20" y="13"/>
                  </a:lnTo>
                  <a:lnTo>
                    <a:pt x="29" y="6"/>
                  </a:lnTo>
                  <a:lnTo>
                    <a:pt x="41" y="2"/>
                  </a:lnTo>
                  <a:lnTo>
                    <a:pt x="53" y="0"/>
                  </a:lnTo>
                  <a:lnTo>
                    <a:pt x="53" y="54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249" name="Freeform 4881">
              <a:extLst>
                <a:ext uri="{FF2B5EF4-FFF2-40B4-BE49-F238E27FC236}">
                  <a16:creationId xmlns:a16="http://schemas.microsoft.com/office/drawing/2014/main" id="{43C85ABF-F242-E991-8AF1-0AF52B86F780}"/>
                </a:ext>
              </a:extLst>
            </p:cNvPr>
            <p:cNvSpPr>
              <a:spLocks/>
            </p:cNvSpPr>
            <p:nvPr/>
          </p:nvSpPr>
          <p:spPr bwMode="auto">
            <a:xfrm>
              <a:off x="4792" y="1946"/>
              <a:ext cx="9" cy="18"/>
            </a:xfrm>
            <a:custGeom>
              <a:avLst/>
              <a:gdLst>
                <a:gd name="T0" fmla="*/ 0 w 53"/>
                <a:gd name="T1" fmla="*/ 0 h 107"/>
                <a:gd name="T2" fmla="*/ 0 w 53"/>
                <a:gd name="T3" fmla="*/ 0 h 107"/>
                <a:gd name="T4" fmla="*/ 0 w 53"/>
                <a:gd name="T5" fmla="*/ 0 h 107"/>
                <a:gd name="T6" fmla="*/ 0 w 53"/>
                <a:gd name="T7" fmla="*/ 0 h 107"/>
                <a:gd name="T8" fmla="*/ 0 w 53"/>
                <a:gd name="T9" fmla="*/ 0 h 107"/>
                <a:gd name="T10" fmla="*/ 0 w 53"/>
                <a:gd name="T11" fmla="*/ 0 h 107"/>
                <a:gd name="T12" fmla="*/ 0 w 53"/>
                <a:gd name="T13" fmla="*/ 0 h 107"/>
                <a:gd name="T14" fmla="*/ 0 w 53"/>
                <a:gd name="T15" fmla="*/ 0 h 107"/>
                <a:gd name="T16" fmla="*/ 0 w 53"/>
                <a:gd name="T17" fmla="*/ 0 h 107"/>
                <a:gd name="T18" fmla="*/ 0 w 53"/>
                <a:gd name="T19" fmla="*/ 0 h 107"/>
                <a:gd name="T20" fmla="*/ 0 w 53"/>
                <a:gd name="T21" fmla="*/ 0 h 107"/>
                <a:gd name="T22" fmla="*/ 0 w 53"/>
                <a:gd name="T23" fmla="*/ 0 h 107"/>
                <a:gd name="T24" fmla="*/ 0 w 53"/>
                <a:gd name="T25" fmla="*/ 0 h 107"/>
                <a:gd name="T26" fmla="*/ 0 w 53"/>
                <a:gd name="T27" fmla="*/ 0 h 107"/>
                <a:gd name="T28" fmla="*/ 0 w 53"/>
                <a:gd name="T29" fmla="*/ 0 h 107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w 53"/>
                <a:gd name="T46" fmla="*/ 0 h 107"/>
                <a:gd name="T47" fmla="*/ 53 w 53"/>
                <a:gd name="T48" fmla="*/ 107 h 107"/>
              </a:gdLst>
              <a:ahLst/>
              <a:cxnLst>
                <a:cxn ang="T30">
                  <a:pos x="T0" y="T1"/>
                </a:cxn>
                <a:cxn ang="T31">
                  <a:pos x="T2" y="T3"/>
                </a:cxn>
                <a:cxn ang="T32">
                  <a:pos x="T4" y="T5"/>
                </a:cxn>
                <a:cxn ang="T33">
                  <a:pos x="T6" y="T7"/>
                </a:cxn>
                <a:cxn ang="T34">
                  <a:pos x="T8" y="T9"/>
                </a:cxn>
                <a:cxn ang="T35">
                  <a:pos x="T10" y="T11"/>
                </a:cxn>
                <a:cxn ang="T36">
                  <a:pos x="T12" y="T13"/>
                </a:cxn>
                <a:cxn ang="T37">
                  <a:pos x="T14" y="T15"/>
                </a:cxn>
                <a:cxn ang="T38">
                  <a:pos x="T16" y="T17"/>
                </a:cxn>
                <a:cxn ang="T39">
                  <a:pos x="T18" y="T19"/>
                </a:cxn>
                <a:cxn ang="T40">
                  <a:pos x="T20" y="T21"/>
                </a:cxn>
                <a:cxn ang="T41">
                  <a:pos x="T22" y="T23"/>
                </a:cxn>
                <a:cxn ang="T42">
                  <a:pos x="T24" y="T25"/>
                </a:cxn>
                <a:cxn ang="T43">
                  <a:pos x="T26" y="T27"/>
                </a:cxn>
                <a:cxn ang="T44">
                  <a:pos x="T28" y="T29"/>
                </a:cxn>
              </a:cxnLst>
              <a:rect l="T45" t="T46" r="T47" b="T48"/>
              <a:pathLst>
                <a:path w="53" h="107">
                  <a:moveTo>
                    <a:pt x="53" y="107"/>
                  </a:moveTo>
                  <a:lnTo>
                    <a:pt x="41" y="106"/>
                  </a:lnTo>
                  <a:lnTo>
                    <a:pt x="29" y="102"/>
                  </a:lnTo>
                  <a:lnTo>
                    <a:pt x="20" y="95"/>
                  </a:lnTo>
                  <a:lnTo>
                    <a:pt x="11" y="87"/>
                  </a:lnTo>
                  <a:lnTo>
                    <a:pt x="5" y="77"/>
                  </a:lnTo>
                  <a:lnTo>
                    <a:pt x="1" y="66"/>
                  </a:lnTo>
                  <a:lnTo>
                    <a:pt x="0" y="54"/>
                  </a:lnTo>
                  <a:lnTo>
                    <a:pt x="1" y="42"/>
                  </a:lnTo>
                  <a:lnTo>
                    <a:pt x="5" y="31"/>
                  </a:lnTo>
                  <a:lnTo>
                    <a:pt x="11" y="21"/>
                  </a:lnTo>
                  <a:lnTo>
                    <a:pt x="20" y="13"/>
                  </a:lnTo>
                  <a:lnTo>
                    <a:pt x="29" y="6"/>
                  </a:lnTo>
                  <a:lnTo>
                    <a:pt x="41" y="2"/>
                  </a:lnTo>
                  <a:lnTo>
                    <a:pt x="53" y="0"/>
                  </a:lnTo>
                </a:path>
              </a:pathLst>
            </a:custGeom>
            <a:noFill/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250" name="Freeform 4882">
              <a:extLst>
                <a:ext uri="{FF2B5EF4-FFF2-40B4-BE49-F238E27FC236}">
                  <a16:creationId xmlns:a16="http://schemas.microsoft.com/office/drawing/2014/main" id="{1734EB41-B4E5-D0FA-954C-61DE25DFC333}"/>
                </a:ext>
              </a:extLst>
            </p:cNvPr>
            <p:cNvSpPr>
              <a:spLocks/>
            </p:cNvSpPr>
            <p:nvPr/>
          </p:nvSpPr>
          <p:spPr bwMode="auto">
            <a:xfrm>
              <a:off x="4801" y="1946"/>
              <a:ext cx="118" cy="18"/>
            </a:xfrm>
            <a:custGeom>
              <a:avLst/>
              <a:gdLst>
                <a:gd name="T0" fmla="*/ 0 w 708"/>
                <a:gd name="T1" fmla="*/ 0 h 107"/>
                <a:gd name="T2" fmla="*/ 0 w 708"/>
                <a:gd name="T3" fmla="*/ 0 h 107"/>
                <a:gd name="T4" fmla="*/ 0 w 708"/>
                <a:gd name="T5" fmla="*/ 0 h 107"/>
                <a:gd name="T6" fmla="*/ 0 w 708"/>
                <a:gd name="T7" fmla="*/ 0 h 107"/>
                <a:gd name="T8" fmla="*/ 0 w 708"/>
                <a:gd name="T9" fmla="*/ 0 h 107"/>
                <a:gd name="T10" fmla="*/ 0 w 708"/>
                <a:gd name="T11" fmla="*/ 0 h 107"/>
                <a:gd name="T12" fmla="*/ 0 w 708"/>
                <a:gd name="T13" fmla="*/ 0 h 107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708"/>
                <a:gd name="T22" fmla="*/ 0 h 107"/>
                <a:gd name="T23" fmla="*/ 708 w 708"/>
                <a:gd name="T24" fmla="*/ 107 h 107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708" h="107">
                  <a:moveTo>
                    <a:pt x="0" y="0"/>
                  </a:moveTo>
                  <a:lnTo>
                    <a:pt x="0" y="54"/>
                  </a:lnTo>
                  <a:lnTo>
                    <a:pt x="0" y="107"/>
                  </a:lnTo>
                  <a:lnTo>
                    <a:pt x="708" y="107"/>
                  </a:lnTo>
                  <a:lnTo>
                    <a:pt x="708" y="54"/>
                  </a:lnTo>
                  <a:lnTo>
                    <a:pt x="708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251" name="Freeform 4883">
              <a:extLst>
                <a:ext uri="{FF2B5EF4-FFF2-40B4-BE49-F238E27FC236}">
                  <a16:creationId xmlns:a16="http://schemas.microsoft.com/office/drawing/2014/main" id="{6BDD8C5B-6BB5-1903-F910-B4F931D6C8B5}"/>
                </a:ext>
              </a:extLst>
            </p:cNvPr>
            <p:cNvSpPr>
              <a:spLocks/>
            </p:cNvSpPr>
            <p:nvPr/>
          </p:nvSpPr>
          <p:spPr bwMode="auto">
            <a:xfrm>
              <a:off x="4801" y="1946"/>
              <a:ext cx="118" cy="18"/>
            </a:xfrm>
            <a:custGeom>
              <a:avLst/>
              <a:gdLst>
                <a:gd name="T0" fmla="*/ 0 w 708"/>
                <a:gd name="T1" fmla="*/ 0 h 107"/>
                <a:gd name="T2" fmla="*/ 0 w 708"/>
                <a:gd name="T3" fmla="*/ 0 h 107"/>
                <a:gd name="T4" fmla="*/ 0 w 708"/>
                <a:gd name="T5" fmla="*/ 0 h 107"/>
                <a:gd name="T6" fmla="*/ 0 w 708"/>
                <a:gd name="T7" fmla="*/ 0 h 107"/>
                <a:gd name="T8" fmla="*/ 0 w 708"/>
                <a:gd name="T9" fmla="*/ 0 h 107"/>
                <a:gd name="T10" fmla="*/ 0 w 708"/>
                <a:gd name="T11" fmla="*/ 0 h 107"/>
                <a:gd name="T12" fmla="*/ 0 w 708"/>
                <a:gd name="T13" fmla="*/ 0 h 107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708"/>
                <a:gd name="T22" fmla="*/ 0 h 107"/>
                <a:gd name="T23" fmla="*/ 708 w 708"/>
                <a:gd name="T24" fmla="*/ 107 h 107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708" h="107">
                  <a:moveTo>
                    <a:pt x="0" y="0"/>
                  </a:moveTo>
                  <a:lnTo>
                    <a:pt x="0" y="54"/>
                  </a:lnTo>
                  <a:lnTo>
                    <a:pt x="0" y="107"/>
                  </a:lnTo>
                  <a:lnTo>
                    <a:pt x="708" y="107"/>
                  </a:lnTo>
                  <a:lnTo>
                    <a:pt x="708" y="54"/>
                  </a:lnTo>
                  <a:lnTo>
                    <a:pt x="708" y="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252" name="Freeform 4884">
              <a:extLst>
                <a:ext uri="{FF2B5EF4-FFF2-40B4-BE49-F238E27FC236}">
                  <a16:creationId xmlns:a16="http://schemas.microsoft.com/office/drawing/2014/main" id="{3857C91B-712E-B6A8-3A9B-51B2E78AD017}"/>
                </a:ext>
              </a:extLst>
            </p:cNvPr>
            <p:cNvSpPr>
              <a:spLocks/>
            </p:cNvSpPr>
            <p:nvPr/>
          </p:nvSpPr>
          <p:spPr bwMode="auto">
            <a:xfrm>
              <a:off x="4919" y="1946"/>
              <a:ext cx="9" cy="18"/>
            </a:xfrm>
            <a:custGeom>
              <a:avLst/>
              <a:gdLst>
                <a:gd name="T0" fmla="*/ 0 w 54"/>
                <a:gd name="T1" fmla="*/ 0 h 107"/>
                <a:gd name="T2" fmla="*/ 0 w 54"/>
                <a:gd name="T3" fmla="*/ 0 h 107"/>
                <a:gd name="T4" fmla="*/ 0 w 54"/>
                <a:gd name="T5" fmla="*/ 0 h 107"/>
                <a:gd name="T6" fmla="*/ 0 w 54"/>
                <a:gd name="T7" fmla="*/ 0 h 107"/>
                <a:gd name="T8" fmla="*/ 0 w 54"/>
                <a:gd name="T9" fmla="*/ 0 h 107"/>
                <a:gd name="T10" fmla="*/ 0 w 54"/>
                <a:gd name="T11" fmla="*/ 0 h 107"/>
                <a:gd name="T12" fmla="*/ 0 w 54"/>
                <a:gd name="T13" fmla="*/ 0 h 107"/>
                <a:gd name="T14" fmla="*/ 0 w 54"/>
                <a:gd name="T15" fmla="*/ 0 h 107"/>
                <a:gd name="T16" fmla="*/ 0 w 54"/>
                <a:gd name="T17" fmla="*/ 0 h 107"/>
                <a:gd name="T18" fmla="*/ 0 w 54"/>
                <a:gd name="T19" fmla="*/ 0 h 107"/>
                <a:gd name="T20" fmla="*/ 0 w 54"/>
                <a:gd name="T21" fmla="*/ 0 h 107"/>
                <a:gd name="T22" fmla="*/ 0 w 54"/>
                <a:gd name="T23" fmla="*/ 0 h 107"/>
                <a:gd name="T24" fmla="*/ 0 w 54"/>
                <a:gd name="T25" fmla="*/ 0 h 107"/>
                <a:gd name="T26" fmla="*/ 0 w 54"/>
                <a:gd name="T27" fmla="*/ 0 h 107"/>
                <a:gd name="T28" fmla="*/ 0 w 54"/>
                <a:gd name="T29" fmla="*/ 0 h 107"/>
                <a:gd name="T30" fmla="*/ 0 w 54"/>
                <a:gd name="T31" fmla="*/ 0 h 107"/>
                <a:gd name="T32" fmla="*/ 0 w 54"/>
                <a:gd name="T33" fmla="*/ 0 h 107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w 54"/>
                <a:gd name="T52" fmla="*/ 0 h 107"/>
                <a:gd name="T53" fmla="*/ 54 w 54"/>
                <a:gd name="T54" fmla="*/ 107 h 107"/>
              </a:gdLst>
              <a:ahLst/>
              <a:cxnLst>
                <a:cxn ang="T34">
                  <a:pos x="T0" y="T1"/>
                </a:cxn>
                <a:cxn ang="T35">
                  <a:pos x="T2" y="T3"/>
                </a:cxn>
                <a:cxn ang="T36">
                  <a:pos x="T4" y="T5"/>
                </a:cxn>
                <a:cxn ang="T37">
                  <a:pos x="T6" y="T7"/>
                </a:cxn>
                <a:cxn ang="T38">
                  <a:pos x="T8" y="T9"/>
                </a:cxn>
                <a:cxn ang="T39">
                  <a:pos x="T10" y="T11"/>
                </a:cxn>
                <a:cxn ang="T40">
                  <a:pos x="T12" y="T13"/>
                </a:cxn>
                <a:cxn ang="T41">
                  <a:pos x="T14" y="T15"/>
                </a:cxn>
                <a:cxn ang="T42">
                  <a:pos x="T16" y="T17"/>
                </a:cxn>
                <a:cxn ang="T43">
                  <a:pos x="T18" y="T19"/>
                </a:cxn>
                <a:cxn ang="T44">
                  <a:pos x="T20" y="T21"/>
                </a:cxn>
                <a:cxn ang="T45">
                  <a:pos x="T22" y="T23"/>
                </a:cxn>
                <a:cxn ang="T46">
                  <a:pos x="T24" y="T25"/>
                </a:cxn>
                <a:cxn ang="T47">
                  <a:pos x="T26" y="T27"/>
                </a:cxn>
                <a:cxn ang="T48">
                  <a:pos x="T28" y="T29"/>
                </a:cxn>
                <a:cxn ang="T49">
                  <a:pos x="T30" y="T31"/>
                </a:cxn>
                <a:cxn ang="T50">
                  <a:pos x="T32" y="T33"/>
                </a:cxn>
              </a:cxnLst>
              <a:rect l="T51" t="T52" r="T53" b="T54"/>
              <a:pathLst>
                <a:path w="54" h="107">
                  <a:moveTo>
                    <a:pt x="0" y="54"/>
                  </a:moveTo>
                  <a:lnTo>
                    <a:pt x="0" y="0"/>
                  </a:lnTo>
                  <a:lnTo>
                    <a:pt x="12" y="2"/>
                  </a:lnTo>
                  <a:lnTo>
                    <a:pt x="23" y="6"/>
                  </a:lnTo>
                  <a:lnTo>
                    <a:pt x="33" y="13"/>
                  </a:lnTo>
                  <a:lnTo>
                    <a:pt x="41" y="21"/>
                  </a:lnTo>
                  <a:lnTo>
                    <a:pt x="48" y="31"/>
                  </a:lnTo>
                  <a:lnTo>
                    <a:pt x="52" y="42"/>
                  </a:lnTo>
                  <a:lnTo>
                    <a:pt x="54" y="54"/>
                  </a:lnTo>
                  <a:lnTo>
                    <a:pt x="52" y="66"/>
                  </a:lnTo>
                  <a:lnTo>
                    <a:pt x="48" y="77"/>
                  </a:lnTo>
                  <a:lnTo>
                    <a:pt x="41" y="87"/>
                  </a:lnTo>
                  <a:lnTo>
                    <a:pt x="33" y="95"/>
                  </a:lnTo>
                  <a:lnTo>
                    <a:pt x="23" y="102"/>
                  </a:lnTo>
                  <a:lnTo>
                    <a:pt x="12" y="106"/>
                  </a:lnTo>
                  <a:lnTo>
                    <a:pt x="0" y="107"/>
                  </a:lnTo>
                  <a:lnTo>
                    <a:pt x="0" y="54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253" name="Freeform 4885">
              <a:extLst>
                <a:ext uri="{FF2B5EF4-FFF2-40B4-BE49-F238E27FC236}">
                  <a16:creationId xmlns:a16="http://schemas.microsoft.com/office/drawing/2014/main" id="{760550C7-C771-9799-D14B-682EA3F2F8F6}"/>
                </a:ext>
              </a:extLst>
            </p:cNvPr>
            <p:cNvSpPr>
              <a:spLocks/>
            </p:cNvSpPr>
            <p:nvPr/>
          </p:nvSpPr>
          <p:spPr bwMode="auto">
            <a:xfrm>
              <a:off x="4919" y="1946"/>
              <a:ext cx="9" cy="18"/>
            </a:xfrm>
            <a:custGeom>
              <a:avLst/>
              <a:gdLst>
                <a:gd name="T0" fmla="*/ 0 w 54"/>
                <a:gd name="T1" fmla="*/ 0 h 107"/>
                <a:gd name="T2" fmla="*/ 0 w 54"/>
                <a:gd name="T3" fmla="*/ 0 h 107"/>
                <a:gd name="T4" fmla="*/ 0 w 54"/>
                <a:gd name="T5" fmla="*/ 0 h 107"/>
                <a:gd name="T6" fmla="*/ 0 w 54"/>
                <a:gd name="T7" fmla="*/ 0 h 107"/>
                <a:gd name="T8" fmla="*/ 0 w 54"/>
                <a:gd name="T9" fmla="*/ 0 h 107"/>
                <a:gd name="T10" fmla="*/ 0 w 54"/>
                <a:gd name="T11" fmla="*/ 0 h 107"/>
                <a:gd name="T12" fmla="*/ 0 w 54"/>
                <a:gd name="T13" fmla="*/ 0 h 107"/>
                <a:gd name="T14" fmla="*/ 0 w 54"/>
                <a:gd name="T15" fmla="*/ 0 h 107"/>
                <a:gd name="T16" fmla="*/ 0 w 54"/>
                <a:gd name="T17" fmla="*/ 0 h 107"/>
                <a:gd name="T18" fmla="*/ 0 w 54"/>
                <a:gd name="T19" fmla="*/ 0 h 107"/>
                <a:gd name="T20" fmla="*/ 0 w 54"/>
                <a:gd name="T21" fmla="*/ 0 h 107"/>
                <a:gd name="T22" fmla="*/ 0 w 54"/>
                <a:gd name="T23" fmla="*/ 0 h 107"/>
                <a:gd name="T24" fmla="*/ 0 w 54"/>
                <a:gd name="T25" fmla="*/ 0 h 107"/>
                <a:gd name="T26" fmla="*/ 0 w 54"/>
                <a:gd name="T27" fmla="*/ 0 h 107"/>
                <a:gd name="T28" fmla="*/ 0 w 54"/>
                <a:gd name="T29" fmla="*/ 0 h 107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w 54"/>
                <a:gd name="T46" fmla="*/ 0 h 107"/>
                <a:gd name="T47" fmla="*/ 54 w 54"/>
                <a:gd name="T48" fmla="*/ 107 h 107"/>
              </a:gdLst>
              <a:ahLst/>
              <a:cxnLst>
                <a:cxn ang="T30">
                  <a:pos x="T0" y="T1"/>
                </a:cxn>
                <a:cxn ang="T31">
                  <a:pos x="T2" y="T3"/>
                </a:cxn>
                <a:cxn ang="T32">
                  <a:pos x="T4" y="T5"/>
                </a:cxn>
                <a:cxn ang="T33">
                  <a:pos x="T6" y="T7"/>
                </a:cxn>
                <a:cxn ang="T34">
                  <a:pos x="T8" y="T9"/>
                </a:cxn>
                <a:cxn ang="T35">
                  <a:pos x="T10" y="T11"/>
                </a:cxn>
                <a:cxn ang="T36">
                  <a:pos x="T12" y="T13"/>
                </a:cxn>
                <a:cxn ang="T37">
                  <a:pos x="T14" y="T15"/>
                </a:cxn>
                <a:cxn ang="T38">
                  <a:pos x="T16" y="T17"/>
                </a:cxn>
                <a:cxn ang="T39">
                  <a:pos x="T18" y="T19"/>
                </a:cxn>
                <a:cxn ang="T40">
                  <a:pos x="T20" y="T21"/>
                </a:cxn>
                <a:cxn ang="T41">
                  <a:pos x="T22" y="T23"/>
                </a:cxn>
                <a:cxn ang="T42">
                  <a:pos x="T24" y="T25"/>
                </a:cxn>
                <a:cxn ang="T43">
                  <a:pos x="T26" y="T27"/>
                </a:cxn>
                <a:cxn ang="T44">
                  <a:pos x="T28" y="T29"/>
                </a:cxn>
              </a:cxnLst>
              <a:rect l="T45" t="T46" r="T47" b="T48"/>
              <a:pathLst>
                <a:path w="54" h="107">
                  <a:moveTo>
                    <a:pt x="0" y="0"/>
                  </a:moveTo>
                  <a:lnTo>
                    <a:pt x="12" y="2"/>
                  </a:lnTo>
                  <a:lnTo>
                    <a:pt x="23" y="6"/>
                  </a:lnTo>
                  <a:lnTo>
                    <a:pt x="33" y="13"/>
                  </a:lnTo>
                  <a:lnTo>
                    <a:pt x="41" y="21"/>
                  </a:lnTo>
                  <a:lnTo>
                    <a:pt x="48" y="31"/>
                  </a:lnTo>
                  <a:lnTo>
                    <a:pt x="52" y="42"/>
                  </a:lnTo>
                  <a:lnTo>
                    <a:pt x="54" y="54"/>
                  </a:lnTo>
                  <a:lnTo>
                    <a:pt x="52" y="66"/>
                  </a:lnTo>
                  <a:lnTo>
                    <a:pt x="48" y="77"/>
                  </a:lnTo>
                  <a:lnTo>
                    <a:pt x="41" y="87"/>
                  </a:lnTo>
                  <a:lnTo>
                    <a:pt x="33" y="95"/>
                  </a:lnTo>
                  <a:lnTo>
                    <a:pt x="23" y="102"/>
                  </a:lnTo>
                  <a:lnTo>
                    <a:pt x="12" y="106"/>
                  </a:lnTo>
                  <a:lnTo>
                    <a:pt x="0" y="107"/>
                  </a:lnTo>
                </a:path>
              </a:pathLst>
            </a:custGeom>
            <a:noFill/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254" name="Line 4886">
              <a:extLst>
                <a:ext uri="{FF2B5EF4-FFF2-40B4-BE49-F238E27FC236}">
                  <a16:creationId xmlns:a16="http://schemas.microsoft.com/office/drawing/2014/main" id="{8DA4A00B-ED47-13FC-5027-DFEF1E6F74B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501" y="1984"/>
              <a:ext cx="187" cy="1"/>
            </a:xfrm>
            <a:prstGeom prst="line">
              <a:avLst/>
            </a:prstGeom>
            <a:noFill/>
            <a:ln w="0">
              <a:solidFill>
                <a:srgbClr val="0000FF"/>
              </a:solidFill>
              <a:round/>
              <a:headEnd/>
              <a:tailEnd/>
            </a:ln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255" name="Line 4887">
              <a:extLst>
                <a:ext uri="{FF2B5EF4-FFF2-40B4-BE49-F238E27FC236}">
                  <a16:creationId xmlns:a16="http://schemas.microsoft.com/office/drawing/2014/main" id="{AB7D91CB-6C03-A767-2826-06F03432101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714" y="1984"/>
              <a:ext cx="26" cy="1"/>
            </a:xfrm>
            <a:prstGeom prst="line">
              <a:avLst/>
            </a:prstGeom>
            <a:noFill/>
            <a:ln w="0">
              <a:solidFill>
                <a:srgbClr val="0000FF"/>
              </a:solidFill>
              <a:round/>
              <a:headEnd/>
              <a:tailEnd/>
            </a:ln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256" name="Line 4888">
              <a:extLst>
                <a:ext uri="{FF2B5EF4-FFF2-40B4-BE49-F238E27FC236}">
                  <a16:creationId xmlns:a16="http://schemas.microsoft.com/office/drawing/2014/main" id="{0A70616B-051E-C45D-1784-F984D90BD45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767" y="1984"/>
              <a:ext cx="187" cy="1"/>
            </a:xfrm>
            <a:prstGeom prst="line">
              <a:avLst/>
            </a:prstGeom>
            <a:noFill/>
            <a:ln w="0">
              <a:solidFill>
                <a:srgbClr val="0000FF"/>
              </a:solidFill>
              <a:round/>
              <a:headEnd/>
              <a:tailEnd/>
            </a:ln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257" name="Line 4889">
              <a:extLst>
                <a:ext uri="{FF2B5EF4-FFF2-40B4-BE49-F238E27FC236}">
                  <a16:creationId xmlns:a16="http://schemas.microsoft.com/office/drawing/2014/main" id="{AFFCD4DB-4B0C-0000-EEA0-C7C0A2BEC3E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536" y="2103"/>
              <a:ext cx="61" cy="1"/>
            </a:xfrm>
            <a:prstGeom prst="line">
              <a:avLst/>
            </a:prstGeom>
            <a:noFill/>
            <a:ln w="0">
              <a:solidFill>
                <a:srgbClr val="0000FF"/>
              </a:solidFill>
              <a:round/>
              <a:headEnd/>
              <a:tailEnd/>
            </a:ln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258" name="Line 4890">
              <a:extLst>
                <a:ext uri="{FF2B5EF4-FFF2-40B4-BE49-F238E27FC236}">
                  <a16:creationId xmlns:a16="http://schemas.microsoft.com/office/drawing/2014/main" id="{DF2152A6-E2AA-FD93-EAAB-FDA5C0A3CD5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623" y="2103"/>
              <a:ext cx="52" cy="1"/>
            </a:xfrm>
            <a:prstGeom prst="line">
              <a:avLst/>
            </a:prstGeom>
            <a:noFill/>
            <a:ln w="0">
              <a:solidFill>
                <a:srgbClr val="0000FF"/>
              </a:solidFill>
              <a:round/>
              <a:headEnd/>
              <a:tailEnd/>
            </a:ln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259" name="Line 4891">
              <a:extLst>
                <a:ext uri="{FF2B5EF4-FFF2-40B4-BE49-F238E27FC236}">
                  <a16:creationId xmlns:a16="http://schemas.microsoft.com/office/drawing/2014/main" id="{C6942A3C-6F86-6E34-52A7-4D6108E2B69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701" y="2103"/>
              <a:ext cx="52" cy="1"/>
            </a:xfrm>
            <a:prstGeom prst="line">
              <a:avLst/>
            </a:prstGeom>
            <a:noFill/>
            <a:ln w="0">
              <a:solidFill>
                <a:srgbClr val="0000FF"/>
              </a:solidFill>
              <a:round/>
              <a:headEnd/>
              <a:tailEnd/>
            </a:ln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260" name="Line 4892">
              <a:extLst>
                <a:ext uri="{FF2B5EF4-FFF2-40B4-BE49-F238E27FC236}">
                  <a16:creationId xmlns:a16="http://schemas.microsoft.com/office/drawing/2014/main" id="{6CEFB167-012F-7D03-B4AA-DDA98231C9A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779" y="2103"/>
              <a:ext cx="52" cy="1"/>
            </a:xfrm>
            <a:prstGeom prst="line">
              <a:avLst/>
            </a:prstGeom>
            <a:noFill/>
            <a:ln w="0">
              <a:solidFill>
                <a:srgbClr val="0000FF"/>
              </a:solidFill>
              <a:round/>
              <a:headEnd/>
              <a:tailEnd/>
            </a:ln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261" name="Line 4893">
              <a:extLst>
                <a:ext uri="{FF2B5EF4-FFF2-40B4-BE49-F238E27FC236}">
                  <a16:creationId xmlns:a16="http://schemas.microsoft.com/office/drawing/2014/main" id="{D1FFD7AA-3841-6E39-31DE-24AC262F9A7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58" y="2103"/>
              <a:ext cx="61" cy="1"/>
            </a:xfrm>
            <a:prstGeom prst="line">
              <a:avLst/>
            </a:prstGeom>
            <a:noFill/>
            <a:ln w="0">
              <a:solidFill>
                <a:srgbClr val="0000FF"/>
              </a:solidFill>
              <a:round/>
              <a:headEnd/>
              <a:tailEnd/>
            </a:ln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262" name="Line 4894">
              <a:extLst>
                <a:ext uri="{FF2B5EF4-FFF2-40B4-BE49-F238E27FC236}">
                  <a16:creationId xmlns:a16="http://schemas.microsoft.com/office/drawing/2014/main" id="{94A2730D-9454-4D0A-ECB0-A7FD4329244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654" y="1866"/>
              <a:ext cx="41" cy="1"/>
            </a:xfrm>
            <a:prstGeom prst="line">
              <a:avLst/>
            </a:prstGeom>
            <a:noFill/>
            <a:ln w="0">
              <a:solidFill>
                <a:srgbClr val="0000FF"/>
              </a:solidFill>
              <a:round/>
              <a:headEnd/>
              <a:tailEnd/>
            </a:ln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263" name="Line 4895">
              <a:extLst>
                <a:ext uri="{FF2B5EF4-FFF2-40B4-BE49-F238E27FC236}">
                  <a16:creationId xmlns:a16="http://schemas.microsoft.com/office/drawing/2014/main" id="{8312965B-8557-BEA0-1DE3-E7E9BF617A5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721" y="1866"/>
              <a:ext cx="52" cy="1"/>
            </a:xfrm>
            <a:prstGeom prst="line">
              <a:avLst/>
            </a:prstGeom>
            <a:noFill/>
            <a:ln w="0">
              <a:solidFill>
                <a:srgbClr val="0000FF"/>
              </a:solidFill>
              <a:round/>
              <a:headEnd/>
              <a:tailEnd/>
            </a:ln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264" name="Line 4896">
              <a:extLst>
                <a:ext uri="{FF2B5EF4-FFF2-40B4-BE49-F238E27FC236}">
                  <a16:creationId xmlns:a16="http://schemas.microsoft.com/office/drawing/2014/main" id="{7F03D6C9-913D-CB73-2416-502D9D658E1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799" y="1866"/>
              <a:ext cx="52" cy="1"/>
            </a:xfrm>
            <a:prstGeom prst="line">
              <a:avLst/>
            </a:prstGeom>
            <a:noFill/>
            <a:ln w="0">
              <a:solidFill>
                <a:srgbClr val="0000FF"/>
              </a:solidFill>
              <a:round/>
              <a:headEnd/>
              <a:tailEnd/>
            </a:ln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265" name="Line 4897">
              <a:extLst>
                <a:ext uri="{FF2B5EF4-FFF2-40B4-BE49-F238E27FC236}">
                  <a16:creationId xmlns:a16="http://schemas.microsoft.com/office/drawing/2014/main" id="{7A249186-3DD7-DEBC-A58B-0E39972A1EB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78" y="1866"/>
              <a:ext cx="41" cy="1"/>
            </a:xfrm>
            <a:prstGeom prst="line">
              <a:avLst/>
            </a:prstGeom>
            <a:noFill/>
            <a:ln w="0">
              <a:solidFill>
                <a:srgbClr val="0000FF"/>
              </a:solidFill>
              <a:round/>
              <a:headEnd/>
              <a:tailEnd/>
            </a:ln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266" name="Freeform 4898">
              <a:extLst>
                <a:ext uri="{FF2B5EF4-FFF2-40B4-BE49-F238E27FC236}">
                  <a16:creationId xmlns:a16="http://schemas.microsoft.com/office/drawing/2014/main" id="{6EE27980-093E-2545-F82A-EBE6AAB63505}"/>
                </a:ext>
              </a:extLst>
            </p:cNvPr>
            <p:cNvSpPr>
              <a:spLocks/>
            </p:cNvSpPr>
            <p:nvPr/>
          </p:nvSpPr>
          <p:spPr bwMode="auto">
            <a:xfrm>
              <a:off x="4527" y="2123"/>
              <a:ext cx="9" cy="18"/>
            </a:xfrm>
            <a:custGeom>
              <a:avLst/>
              <a:gdLst>
                <a:gd name="T0" fmla="*/ 0 w 53"/>
                <a:gd name="T1" fmla="*/ 0 h 107"/>
                <a:gd name="T2" fmla="*/ 0 w 53"/>
                <a:gd name="T3" fmla="*/ 0 h 107"/>
                <a:gd name="T4" fmla="*/ 0 w 53"/>
                <a:gd name="T5" fmla="*/ 0 h 107"/>
                <a:gd name="T6" fmla="*/ 0 w 53"/>
                <a:gd name="T7" fmla="*/ 0 h 107"/>
                <a:gd name="T8" fmla="*/ 0 w 53"/>
                <a:gd name="T9" fmla="*/ 0 h 107"/>
                <a:gd name="T10" fmla="*/ 0 w 53"/>
                <a:gd name="T11" fmla="*/ 0 h 107"/>
                <a:gd name="T12" fmla="*/ 0 w 53"/>
                <a:gd name="T13" fmla="*/ 0 h 107"/>
                <a:gd name="T14" fmla="*/ 0 w 53"/>
                <a:gd name="T15" fmla="*/ 0 h 107"/>
                <a:gd name="T16" fmla="*/ 0 w 53"/>
                <a:gd name="T17" fmla="*/ 0 h 107"/>
                <a:gd name="T18" fmla="*/ 0 w 53"/>
                <a:gd name="T19" fmla="*/ 0 h 107"/>
                <a:gd name="T20" fmla="*/ 0 w 53"/>
                <a:gd name="T21" fmla="*/ 0 h 107"/>
                <a:gd name="T22" fmla="*/ 0 w 53"/>
                <a:gd name="T23" fmla="*/ 0 h 107"/>
                <a:gd name="T24" fmla="*/ 0 w 53"/>
                <a:gd name="T25" fmla="*/ 0 h 107"/>
                <a:gd name="T26" fmla="*/ 0 w 53"/>
                <a:gd name="T27" fmla="*/ 0 h 107"/>
                <a:gd name="T28" fmla="*/ 0 w 53"/>
                <a:gd name="T29" fmla="*/ 0 h 107"/>
                <a:gd name="T30" fmla="*/ 0 w 53"/>
                <a:gd name="T31" fmla="*/ 0 h 107"/>
                <a:gd name="T32" fmla="*/ 0 w 53"/>
                <a:gd name="T33" fmla="*/ 0 h 107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w 53"/>
                <a:gd name="T52" fmla="*/ 0 h 107"/>
                <a:gd name="T53" fmla="*/ 53 w 53"/>
                <a:gd name="T54" fmla="*/ 107 h 107"/>
              </a:gdLst>
              <a:ahLst/>
              <a:cxnLst>
                <a:cxn ang="T34">
                  <a:pos x="T0" y="T1"/>
                </a:cxn>
                <a:cxn ang="T35">
                  <a:pos x="T2" y="T3"/>
                </a:cxn>
                <a:cxn ang="T36">
                  <a:pos x="T4" y="T5"/>
                </a:cxn>
                <a:cxn ang="T37">
                  <a:pos x="T6" y="T7"/>
                </a:cxn>
                <a:cxn ang="T38">
                  <a:pos x="T8" y="T9"/>
                </a:cxn>
                <a:cxn ang="T39">
                  <a:pos x="T10" y="T11"/>
                </a:cxn>
                <a:cxn ang="T40">
                  <a:pos x="T12" y="T13"/>
                </a:cxn>
                <a:cxn ang="T41">
                  <a:pos x="T14" y="T15"/>
                </a:cxn>
                <a:cxn ang="T42">
                  <a:pos x="T16" y="T17"/>
                </a:cxn>
                <a:cxn ang="T43">
                  <a:pos x="T18" y="T19"/>
                </a:cxn>
                <a:cxn ang="T44">
                  <a:pos x="T20" y="T21"/>
                </a:cxn>
                <a:cxn ang="T45">
                  <a:pos x="T22" y="T23"/>
                </a:cxn>
                <a:cxn ang="T46">
                  <a:pos x="T24" y="T25"/>
                </a:cxn>
                <a:cxn ang="T47">
                  <a:pos x="T26" y="T27"/>
                </a:cxn>
                <a:cxn ang="T48">
                  <a:pos x="T28" y="T29"/>
                </a:cxn>
                <a:cxn ang="T49">
                  <a:pos x="T30" y="T31"/>
                </a:cxn>
                <a:cxn ang="T50">
                  <a:pos x="T32" y="T33"/>
                </a:cxn>
              </a:cxnLst>
              <a:rect l="T51" t="T52" r="T53" b="T54"/>
              <a:pathLst>
                <a:path w="53" h="107">
                  <a:moveTo>
                    <a:pt x="53" y="54"/>
                  </a:moveTo>
                  <a:lnTo>
                    <a:pt x="53" y="107"/>
                  </a:lnTo>
                  <a:lnTo>
                    <a:pt x="42" y="106"/>
                  </a:lnTo>
                  <a:lnTo>
                    <a:pt x="30" y="102"/>
                  </a:lnTo>
                  <a:lnTo>
                    <a:pt x="20" y="95"/>
                  </a:lnTo>
                  <a:lnTo>
                    <a:pt x="12" y="87"/>
                  </a:lnTo>
                  <a:lnTo>
                    <a:pt x="6" y="77"/>
                  </a:lnTo>
                  <a:lnTo>
                    <a:pt x="1" y="66"/>
                  </a:lnTo>
                  <a:lnTo>
                    <a:pt x="0" y="54"/>
                  </a:lnTo>
                  <a:lnTo>
                    <a:pt x="1" y="42"/>
                  </a:lnTo>
                  <a:lnTo>
                    <a:pt x="6" y="31"/>
                  </a:lnTo>
                  <a:lnTo>
                    <a:pt x="12" y="21"/>
                  </a:lnTo>
                  <a:lnTo>
                    <a:pt x="20" y="13"/>
                  </a:lnTo>
                  <a:lnTo>
                    <a:pt x="30" y="6"/>
                  </a:lnTo>
                  <a:lnTo>
                    <a:pt x="42" y="2"/>
                  </a:lnTo>
                  <a:lnTo>
                    <a:pt x="53" y="0"/>
                  </a:lnTo>
                  <a:lnTo>
                    <a:pt x="53" y="54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267" name="Freeform 4899">
              <a:extLst>
                <a:ext uri="{FF2B5EF4-FFF2-40B4-BE49-F238E27FC236}">
                  <a16:creationId xmlns:a16="http://schemas.microsoft.com/office/drawing/2014/main" id="{86332BE0-6C72-F804-4A8A-40745A6A982B}"/>
                </a:ext>
              </a:extLst>
            </p:cNvPr>
            <p:cNvSpPr>
              <a:spLocks/>
            </p:cNvSpPr>
            <p:nvPr/>
          </p:nvSpPr>
          <p:spPr bwMode="auto">
            <a:xfrm>
              <a:off x="4527" y="2123"/>
              <a:ext cx="9" cy="18"/>
            </a:xfrm>
            <a:custGeom>
              <a:avLst/>
              <a:gdLst>
                <a:gd name="T0" fmla="*/ 0 w 53"/>
                <a:gd name="T1" fmla="*/ 0 h 107"/>
                <a:gd name="T2" fmla="*/ 0 w 53"/>
                <a:gd name="T3" fmla="*/ 0 h 107"/>
                <a:gd name="T4" fmla="*/ 0 w 53"/>
                <a:gd name="T5" fmla="*/ 0 h 107"/>
                <a:gd name="T6" fmla="*/ 0 w 53"/>
                <a:gd name="T7" fmla="*/ 0 h 107"/>
                <a:gd name="T8" fmla="*/ 0 w 53"/>
                <a:gd name="T9" fmla="*/ 0 h 107"/>
                <a:gd name="T10" fmla="*/ 0 w 53"/>
                <a:gd name="T11" fmla="*/ 0 h 107"/>
                <a:gd name="T12" fmla="*/ 0 w 53"/>
                <a:gd name="T13" fmla="*/ 0 h 107"/>
                <a:gd name="T14" fmla="*/ 0 w 53"/>
                <a:gd name="T15" fmla="*/ 0 h 107"/>
                <a:gd name="T16" fmla="*/ 0 w 53"/>
                <a:gd name="T17" fmla="*/ 0 h 107"/>
                <a:gd name="T18" fmla="*/ 0 w 53"/>
                <a:gd name="T19" fmla="*/ 0 h 107"/>
                <a:gd name="T20" fmla="*/ 0 w 53"/>
                <a:gd name="T21" fmla="*/ 0 h 107"/>
                <a:gd name="T22" fmla="*/ 0 w 53"/>
                <a:gd name="T23" fmla="*/ 0 h 107"/>
                <a:gd name="T24" fmla="*/ 0 w 53"/>
                <a:gd name="T25" fmla="*/ 0 h 107"/>
                <a:gd name="T26" fmla="*/ 0 w 53"/>
                <a:gd name="T27" fmla="*/ 0 h 107"/>
                <a:gd name="T28" fmla="*/ 0 w 53"/>
                <a:gd name="T29" fmla="*/ 0 h 107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w 53"/>
                <a:gd name="T46" fmla="*/ 0 h 107"/>
                <a:gd name="T47" fmla="*/ 53 w 53"/>
                <a:gd name="T48" fmla="*/ 107 h 107"/>
              </a:gdLst>
              <a:ahLst/>
              <a:cxnLst>
                <a:cxn ang="T30">
                  <a:pos x="T0" y="T1"/>
                </a:cxn>
                <a:cxn ang="T31">
                  <a:pos x="T2" y="T3"/>
                </a:cxn>
                <a:cxn ang="T32">
                  <a:pos x="T4" y="T5"/>
                </a:cxn>
                <a:cxn ang="T33">
                  <a:pos x="T6" y="T7"/>
                </a:cxn>
                <a:cxn ang="T34">
                  <a:pos x="T8" y="T9"/>
                </a:cxn>
                <a:cxn ang="T35">
                  <a:pos x="T10" y="T11"/>
                </a:cxn>
                <a:cxn ang="T36">
                  <a:pos x="T12" y="T13"/>
                </a:cxn>
                <a:cxn ang="T37">
                  <a:pos x="T14" y="T15"/>
                </a:cxn>
                <a:cxn ang="T38">
                  <a:pos x="T16" y="T17"/>
                </a:cxn>
                <a:cxn ang="T39">
                  <a:pos x="T18" y="T19"/>
                </a:cxn>
                <a:cxn ang="T40">
                  <a:pos x="T20" y="T21"/>
                </a:cxn>
                <a:cxn ang="T41">
                  <a:pos x="T22" y="T23"/>
                </a:cxn>
                <a:cxn ang="T42">
                  <a:pos x="T24" y="T25"/>
                </a:cxn>
                <a:cxn ang="T43">
                  <a:pos x="T26" y="T27"/>
                </a:cxn>
                <a:cxn ang="T44">
                  <a:pos x="T28" y="T29"/>
                </a:cxn>
              </a:cxnLst>
              <a:rect l="T45" t="T46" r="T47" b="T48"/>
              <a:pathLst>
                <a:path w="53" h="107">
                  <a:moveTo>
                    <a:pt x="53" y="107"/>
                  </a:moveTo>
                  <a:lnTo>
                    <a:pt x="42" y="106"/>
                  </a:lnTo>
                  <a:lnTo>
                    <a:pt x="30" y="102"/>
                  </a:lnTo>
                  <a:lnTo>
                    <a:pt x="20" y="95"/>
                  </a:lnTo>
                  <a:lnTo>
                    <a:pt x="12" y="87"/>
                  </a:lnTo>
                  <a:lnTo>
                    <a:pt x="6" y="77"/>
                  </a:lnTo>
                  <a:lnTo>
                    <a:pt x="1" y="66"/>
                  </a:lnTo>
                  <a:lnTo>
                    <a:pt x="0" y="54"/>
                  </a:lnTo>
                  <a:lnTo>
                    <a:pt x="1" y="42"/>
                  </a:lnTo>
                  <a:lnTo>
                    <a:pt x="6" y="31"/>
                  </a:lnTo>
                  <a:lnTo>
                    <a:pt x="12" y="21"/>
                  </a:lnTo>
                  <a:lnTo>
                    <a:pt x="20" y="13"/>
                  </a:lnTo>
                  <a:lnTo>
                    <a:pt x="30" y="6"/>
                  </a:lnTo>
                  <a:lnTo>
                    <a:pt x="42" y="2"/>
                  </a:lnTo>
                  <a:lnTo>
                    <a:pt x="53" y="0"/>
                  </a:lnTo>
                </a:path>
              </a:pathLst>
            </a:custGeom>
            <a:noFill/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268" name="Freeform 4900">
              <a:extLst>
                <a:ext uri="{FF2B5EF4-FFF2-40B4-BE49-F238E27FC236}">
                  <a16:creationId xmlns:a16="http://schemas.microsoft.com/office/drawing/2014/main" id="{2F924C3A-93F8-8E06-6CA2-B9BCCBD7F8DE}"/>
                </a:ext>
              </a:extLst>
            </p:cNvPr>
            <p:cNvSpPr>
              <a:spLocks/>
            </p:cNvSpPr>
            <p:nvPr/>
          </p:nvSpPr>
          <p:spPr bwMode="auto">
            <a:xfrm>
              <a:off x="4536" y="2123"/>
              <a:ext cx="265" cy="18"/>
            </a:xfrm>
            <a:custGeom>
              <a:avLst/>
              <a:gdLst>
                <a:gd name="T0" fmla="*/ 0 w 1593"/>
                <a:gd name="T1" fmla="*/ 0 h 107"/>
                <a:gd name="T2" fmla="*/ 0 w 1593"/>
                <a:gd name="T3" fmla="*/ 0 h 107"/>
                <a:gd name="T4" fmla="*/ 0 w 1593"/>
                <a:gd name="T5" fmla="*/ 0 h 107"/>
                <a:gd name="T6" fmla="*/ 0 w 1593"/>
                <a:gd name="T7" fmla="*/ 0 h 107"/>
                <a:gd name="T8" fmla="*/ 0 w 1593"/>
                <a:gd name="T9" fmla="*/ 0 h 107"/>
                <a:gd name="T10" fmla="*/ 0 w 1593"/>
                <a:gd name="T11" fmla="*/ 0 h 107"/>
                <a:gd name="T12" fmla="*/ 0 w 1593"/>
                <a:gd name="T13" fmla="*/ 0 h 107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1593"/>
                <a:gd name="T22" fmla="*/ 0 h 107"/>
                <a:gd name="T23" fmla="*/ 1593 w 1593"/>
                <a:gd name="T24" fmla="*/ 107 h 107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1593" h="107">
                  <a:moveTo>
                    <a:pt x="0" y="0"/>
                  </a:moveTo>
                  <a:lnTo>
                    <a:pt x="0" y="54"/>
                  </a:lnTo>
                  <a:lnTo>
                    <a:pt x="0" y="107"/>
                  </a:lnTo>
                  <a:lnTo>
                    <a:pt x="1593" y="107"/>
                  </a:lnTo>
                  <a:lnTo>
                    <a:pt x="1593" y="54"/>
                  </a:lnTo>
                  <a:lnTo>
                    <a:pt x="1593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269" name="Freeform 4901">
              <a:extLst>
                <a:ext uri="{FF2B5EF4-FFF2-40B4-BE49-F238E27FC236}">
                  <a16:creationId xmlns:a16="http://schemas.microsoft.com/office/drawing/2014/main" id="{37DECDBC-0337-7353-FC76-79646684F6C4}"/>
                </a:ext>
              </a:extLst>
            </p:cNvPr>
            <p:cNvSpPr>
              <a:spLocks/>
            </p:cNvSpPr>
            <p:nvPr/>
          </p:nvSpPr>
          <p:spPr bwMode="auto">
            <a:xfrm>
              <a:off x="4536" y="2123"/>
              <a:ext cx="265" cy="18"/>
            </a:xfrm>
            <a:custGeom>
              <a:avLst/>
              <a:gdLst>
                <a:gd name="T0" fmla="*/ 0 w 1593"/>
                <a:gd name="T1" fmla="*/ 0 h 107"/>
                <a:gd name="T2" fmla="*/ 0 w 1593"/>
                <a:gd name="T3" fmla="*/ 0 h 107"/>
                <a:gd name="T4" fmla="*/ 0 w 1593"/>
                <a:gd name="T5" fmla="*/ 0 h 107"/>
                <a:gd name="T6" fmla="*/ 0 w 1593"/>
                <a:gd name="T7" fmla="*/ 0 h 107"/>
                <a:gd name="T8" fmla="*/ 0 w 1593"/>
                <a:gd name="T9" fmla="*/ 0 h 107"/>
                <a:gd name="T10" fmla="*/ 0 w 1593"/>
                <a:gd name="T11" fmla="*/ 0 h 107"/>
                <a:gd name="T12" fmla="*/ 0 w 1593"/>
                <a:gd name="T13" fmla="*/ 0 h 107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1593"/>
                <a:gd name="T22" fmla="*/ 0 h 107"/>
                <a:gd name="T23" fmla="*/ 1593 w 1593"/>
                <a:gd name="T24" fmla="*/ 107 h 107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1593" h="107">
                  <a:moveTo>
                    <a:pt x="0" y="0"/>
                  </a:moveTo>
                  <a:lnTo>
                    <a:pt x="0" y="54"/>
                  </a:lnTo>
                  <a:lnTo>
                    <a:pt x="0" y="107"/>
                  </a:lnTo>
                  <a:lnTo>
                    <a:pt x="1593" y="107"/>
                  </a:lnTo>
                  <a:lnTo>
                    <a:pt x="1593" y="54"/>
                  </a:lnTo>
                  <a:lnTo>
                    <a:pt x="1593" y="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270" name="Freeform 4902">
              <a:extLst>
                <a:ext uri="{FF2B5EF4-FFF2-40B4-BE49-F238E27FC236}">
                  <a16:creationId xmlns:a16="http://schemas.microsoft.com/office/drawing/2014/main" id="{0713C1F6-82E9-B423-7A1F-670A0E8075A1}"/>
                </a:ext>
              </a:extLst>
            </p:cNvPr>
            <p:cNvSpPr>
              <a:spLocks/>
            </p:cNvSpPr>
            <p:nvPr/>
          </p:nvSpPr>
          <p:spPr bwMode="auto">
            <a:xfrm>
              <a:off x="4801" y="2123"/>
              <a:ext cx="9" cy="18"/>
            </a:xfrm>
            <a:custGeom>
              <a:avLst/>
              <a:gdLst>
                <a:gd name="T0" fmla="*/ 0 w 54"/>
                <a:gd name="T1" fmla="*/ 0 h 107"/>
                <a:gd name="T2" fmla="*/ 0 w 54"/>
                <a:gd name="T3" fmla="*/ 0 h 107"/>
                <a:gd name="T4" fmla="*/ 0 w 54"/>
                <a:gd name="T5" fmla="*/ 0 h 107"/>
                <a:gd name="T6" fmla="*/ 0 w 54"/>
                <a:gd name="T7" fmla="*/ 0 h 107"/>
                <a:gd name="T8" fmla="*/ 0 w 54"/>
                <a:gd name="T9" fmla="*/ 0 h 107"/>
                <a:gd name="T10" fmla="*/ 0 w 54"/>
                <a:gd name="T11" fmla="*/ 0 h 107"/>
                <a:gd name="T12" fmla="*/ 0 w 54"/>
                <a:gd name="T13" fmla="*/ 0 h 107"/>
                <a:gd name="T14" fmla="*/ 0 w 54"/>
                <a:gd name="T15" fmla="*/ 0 h 107"/>
                <a:gd name="T16" fmla="*/ 0 w 54"/>
                <a:gd name="T17" fmla="*/ 0 h 107"/>
                <a:gd name="T18" fmla="*/ 0 w 54"/>
                <a:gd name="T19" fmla="*/ 0 h 107"/>
                <a:gd name="T20" fmla="*/ 0 w 54"/>
                <a:gd name="T21" fmla="*/ 0 h 107"/>
                <a:gd name="T22" fmla="*/ 0 w 54"/>
                <a:gd name="T23" fmla="*/ 0 h 107"/>
                <a:gd name="T24" fmla="*/ 0 w 54"/>
                <a:gd name="T25" fmla="*/ 0 h 107"/>
                <a:gd name="T26" fmla="*/ 0 w 54"/>
                <a:gd name="T27" fmla="*/ 0 h 107"/>
                <a:gd name="T28" fmla="*/ 0 w 54"/>
                <a:gd name="T29" fmla="*/ 0 h 107"/>
                <a:gd name="T30" fmla="*/ 0 w 54"/>
                <a:gd name="T31" fmla="*/ 0 h 107"/>
                <a:gd name="T32" fmla="*/ 0 w 54"/>
                <a:gd name="T33" fmla="*/ 0 h 107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w 54"/>
                <a:gd name="T52" fmla="*/ 0 h 107"/>
                <a:gd name="T53" fmla="*/ 54 w 54"/>
                <a:gd name="T54" fmla="*/ 107 h 107"/>
              </a:gdLst>
              <a:ahLst/>
              <a:cxnLst>
                <a:cxn ang="T34">
                  <a:pos x="T0" y="T1"/>
                </a:cxn>
                <a:cxn ang="T35">
                  <a:pos x="T2" y="T3"/>
                </a:cxn>
                <a:cxn ang="T36">
                  <a:pos x="T4" y="T5"/>
                </a:cxn>
                <a:cxn ang="T37">
                  <a:pos x="T6" y="T7"/>
                </a:cxn>
                <a:cxn ang="T38">
                  <a:pos x="T8" y="T9"/>
                </a:cxn>
                <a:cxn ang="T39">
                  <a:pos x="T10" y="T11"/>
                </a:cxn>
                <a:cxn ang="T40">
                  <a:pos x="T12" y="T13"/>
                </a:cxn>
                <a:cxn ang="T41">
                  <a:pos x="T14" y="T15"/>
                </a:cxn>
                <a:cxn ang="T42">
                  <a:pos x="T16" y="T17"/>
                </a:cxn>
                <a:cxn ang="T43">
                  <a:pos x="T18" y="T19"/>
                </a:cxn>
                <a:cxn ang="T44">
                  <a:pos x="T20" y="T21"/>
                </a:cxn>
                <a:cxn ang="T45">
                  <a:pos x="T22" y="T23"/>
                </a:cxn>
                <a:cxn ang="T46">
                  <a:pos x="T24" y="T25"/>
                </a:cxn>
                <a:cxn ang="T47">
                  <a:pos x="T26" y="T27"/>
                </a:cxn>
                <a:cxn ang="T48">
                  <a:pos x="T28" y="T29"/>
                </a:cxn>
                <a:cxn ang="T49">
                  <a:pos x="T30" y="T31"/>
                </a:cxn>
                <a:cxn ang="T50">
                  <a:pos x="T32" y="T33"/>
                </a:cxn>
              </a:cxnLst>
              <a:rect l="T51" t="T52" r="T53" b="T54"/>
              <a:pathLst>
                <a:path w="54" h="107">
                  <a:moveTo>
                    <a:pt x="0" y="54"/>
                  </a:moveTo>
                  <a:lnTo>
                    <a:pt x="0" y="0"/>
                  </a:lnTo>
                  <a:lnTo>
                    <a:pt x="11" y="2"/>
                  </a:lnTo>
                  <a:lnTo>
                    <a:pt x="23" y="6"/>
                  </a:lnTo>
                  <a:lnTo>
                    <a:pt x="33" y="13"/>
                  </a:lnTo>
                  <a:lnTo>
                    <a:pt x="41" y="21"/>
                  </a:lnTo>
                  <a:lnTo>
                    <a:pt x="47" y="31"/>
                  </a:lnTo>
                  <a:lnTo>
                    <a:pt x="52" y="42"/>
                  </a:lnTo>
                  <a:lnTo>
                    <a:pt x="54" y="54"/>
                  </a:lnTo>
                  <a:lnTo>
                    <a:pt x="52" y="66"/>
                  </a:lnTo>
                  <a:lnTo>
                    <a:pt x="47" y="77"/>
                  </a:lnTo>
                  <a:lnTo>
                    <a:pt x="41" y="87"/>
                  </a:lnTo>
                  <a:lnTo>
                    <a:pt x="33" y="95"/>
                  </a:lnTo>
                  <a:lnTo>
                    <a:pt x="23" y="102"/>
                  </a:lnTo>
                  <a:lnTo>
                    <a:pt x="11" y="106"/>
                  </a:lnTo>
                  <a:lnTo>
                    <a:pt x="0" y="107"/>
                  </a:lnTo>
                  <a:lnTo>
                    <a:pt x="0" y="54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271" name="Freeform 4903">
              <a:extLst>
                <a:ext uri="{FF2B5EF4-FFF2-40B4-BE49-F238E27FC236}">
                  <a16:creationId xmlns:a16="http://schemas.microsoft.com/office/drawing/2014/main" id="{E166466B-7B90-74F0-990E-067ED92F22FA}"/>
                </a:ext>
              </a:extLst>
            </p:cNvPr>
            <p:cNvSpPr>
              <a:spLocks/>
            </p:cNvSpPr>
            <p:nvPr/>
          </p:nvSpPr>
          <p:spPr bwMode="auto">
            <a:xfrm>
              <a:off x="4801" y="2123"/>
              <a:ext cx="9" cy="18"/>
            </a:xfrm>
            <a:custGeom>
              <a:avLst/>
              <a:gdLst>
                <a:gd name="T0" fmla="*/ 0 w 54"/>
                <a:gd name="T1" fmla="*/ 0 h 107"/>
                <a:gd name="T2" fmla="*/ 0 w 54"/>
                <a:gd name="T3" fmla="*/ 0 h 107"/>
                <a:gd name="T4" fmla="*/ 0 w 54"/>
                <a:gd name="T5" fmla="*/ 0 h 107"/>
                <a:gd name="T6" fmla="*/ 0 w 54"/>
                <a:gd name="T7" fmla="*/ 0 h 107"/>
                <a:gd name="T8" fmla="*/ 0 w 54"/>
                <a:gd name="T9" fmla="*/ 0 h 107"/>
                <a:gd name="T10" fmla="*/ 0 w 54"/>
                <a:gd name="T11" fmla="*/ 0 h 107"/>
                <a:gd name="T12" fmla="*/ 0 w 54"/>
                <a:gd name="T13" fmla="*/ 0 h 107"/>
                <a:gd name="T14" fmla="*/ 0 w 54"/>
                <a:gd name="T15" fmla="*/ 0 h 107"/>
                <a:gd name="T16" fmla="*/ 0 w 54"/>
                <a:gd name="T17" fmla="*/ 0 h 107"/>
                <a:gd name="T18" fmla="*/ 0 w 54"/>
                <a:gd name="T19" fmla="*/ 0 h 107"/>
                <a:gd name="T20" fmla="*/ 0 w 54"/>
                <a:gd name="T21" fmla="*/ 0 h 107"/>
                <a:gd name="T22" fmla="*/ 0 w 54"/>
                <a:gd name="T23" fmla="*/ 0 h 107"/>
                <a:gd name="T24" fmla="*/ 0 w 54"/>
                <a:gd name="T25" fmla="*/ 0 h 107"/>
                <a:gd name="T26" fmla="*/ 0 w 54"/>
                <a:gd name="T27" fmla="*/ 0 h 107"/>
                <a:gd name="T28" fmla="*/ 0 w 54"/>
                <a:gd name="T29" fmla="*/ 0 h 107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w 54"/>
                <a:gd name="T46" fmla="*/ 0 h 107"/>
                <a:gd name="T47" fmla="*/ 54 w 54"/>
                <a:gd name="T48" fmla="*/ 107 h 107"/>
              </a:gdLst>
              <a:ahLst/>
              <a:cxnLst>
                <a:cxn ang="T30">
                  <a:pos x="T0" y="T1"/>
                </a:cxn>
                <a:cxn ang="T31">
                  <a:pos x="T2" y="T3"/>
                </a:cxn>
                <a:cxn ang="T32">
                  <a:pos x="T4" y="T5"/>
                </a:cxn>
                <a:cxn ang="T33">
                  <a:pos x="T6" y="T7"/>
                </a:cxn>
                <a:cxn ang="T34">
                  <a:pos x="T8" y="T9"/>
                </a:cxn>
                <a:cxn ang="T35">
                  <a:pos x="T10" y="T11"/>
                </a:cxn>
                <a:cxn ang="T36">
                  <a:pos x="T12" y="T13"/>
                </a:cxn>
                <a:cxn ang="T37">
                  <a:pos x="T14" y="T15"/>
                </a:cxn>
                <a:cxn ang="T38">
                  <a:pos x="T16" y="T17"/>
                </a:cxn>
                <a:cxn ang="T39">
                  <a:pos x="T18" y="T19"/>
                </a:cxn>
                <a:cxn ang="T40">
                  <a:pos x="T20" y="T21"/>
                </a:cxn>
                <a:cxn ang="T41">
                  <a:pos x="T22" y="T23"/>
                </a:cxn>
                <a:cxn ang="T42">
                  <a:pos x="T24" y="T25"/>
                </a:cxn>
                <a:cxn ang="T43">
                  <a:pos x="T26" y="T27"/>
                </a:cxn>
                <a:cxn ang="T44">
                  <a:pos x="T28" y="T29"/>
                </a:cxn>
              </a:cxnLst>
              <a:rect l="T45" t="T46" r="T47" b="T48"/>
              <a:pathLst>
                <a:path w="54" h="107">
                  <a:moveTo>
                    <a:pt x="0" y="0"/>
                  </a:moveTo>
                  <a:lnTo>
                    <a:pt x="11" y="2"/>
                  </a:lnTo>
                  <a:lnTo>
                    <a:pt x="23" y="6"/>
                  </a:lnTo>
                  <a:lnTo>
                    <a:pt x="33" y="13"/>
                  </a:lnTo>
                  <a:lnTo>
                    <a:pt x="41" y="21"/>
                  </a:lnTo>
                  <a:lnTo>
                    <a:pt x="47" y="31"/>
                  </a:lnTo>
                  <a:lnTo>
                    <a:pt x="52" y="42"/>
                  </a:lnTo>
                  <a:lnTo>
                    <a:pt x="54" y="54"/>
                  </a:lnTo>
                  <a:lnTo>
                    <a:pt x="52" y="66"/>
                  </a:lnTo>
                  <a:lnTo>
                    <a:pt x="47" y="77"/>
                  </a:lnTo>
                  <a:lnTo>
                    <a:pt x="41" y="87"/>
                  </a:lnTo>
                  <a:lnTo>
                    <a:pt x="33" y="95"/>
                  </a:lnTo>
                  <a:lnTo>
                    <a:pt x="23" y="102"/>
                  </a:lnTo>
                  <a:lnTo>
                    <a:pt x="11" y="106"/>
                  </a:lnTo>
                  <a:lnTo>
                    <a:pt x="0" y="107"/>
                  </a:lnTo>
                </a:path>
              </a:pathLst>
            </a:custGeom>
            <a:noFill/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272" name="Line 4947">
              <a:extLst>
                <a:ext uri="{FF2B5EF4-FFF2-40B4-BE49-F238E27FC236}">
                  <a16:creationId xmlns:a16="http://schemas.microsoft.com/office/drawing/2014/main" id="{B55CDAF0-2D46-5FC6-714F-3522AB441CFB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208" y="2710"/>
              <a:ext cx="1" cy="112"/>
            </a:xfrm>
            <a:prstGeom prst="line">
              <a:avLst/>
            </a:prstGeom>
            <a:noFill/>
            <a:ln w="0">
              <a:solidFill>
                <a:srgbClr val="00FF00"/>
              </a:solidFill>
              <a:round/>
              <a:headEnd/>
              <a:tailEnd/>
            </a:ln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273" name="Line 4948">
              <a:extLst>
                <a:ext uri="{FF2B5EF4-FFF2-40B4-BE49-F238E27FC236}">
                  <a16:creationId xmlns:a16="http://schemas.microsoft.com/office/drawing/2014/main" id="{0B039F1F-E50F-7FBF-6A88-7003FC09B18A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503" y="2710"/>
              <a:ext cx="1" cy="112"/>
            </a:xfrm>
            <a:prstGeom prst="line">
              <a:avLst/>
            </a:prstGeom>
            <a:noFill/>
            <a:ln w="0">
              <a:solidFill>
                <a:srgbClr val="FF0000"/>
              </a:solidFill>
              <a:round/>
              <a:headEnd/>
              <a:tailEnd/>
            </a:ln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274" name="Line 4949">
              <a:extLst>
                <a:ext uri="{FF2B5EF4-FFF2-40B4-BE49-F238E27FC236}">
                  <a16:creationId xmlns:a16="http://schemas.microsoft.com/office/drawing/2014/main" id="{9102AE8A-E91C-9CED-435D-4049602275C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278" y="2745"/>
              <a:ext cx="156" cy="1"/>
            </a:xfrm>
            <a:prstGeom prst="line">
              <a:avLst/>
            </a:prstGeom>
            <a:noFill/>
            <a:ln w="0">
              <a:solidFill>
                <a:srgbClr val="FF0000"/>
              </a:solidFill>
              <a:round/>
              <a:headEnd/>
              <a:tailEnd/>
            </a:ln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275" name="Freeform 4950">
              <a:extLst>
                <a:ext uri="{FF2B5EF4-FFF2-40B4-BE49-F238E27FC236}">
                  <a16:creationId xmlns:a16="http://schemas.microsoft.com/office/drawing/2014/main" id="{50AB477C-1A73-514F-91B5-1F756CA35085}"/>
                </a:ext>
              </a:extLst>
            </p:cNvPr>
            <p:cNvSpPr>
              <a:spLocks/>
            </p:cNvSpPr>
            <p:nvPr/>
          </p:nvSpPr>
          <p:spPr bwMode="auto">
            <a:xfrm>
              <a:off x="3208" y="2733"/>
              <a:ext cx="70" cy="23"/>
            </a:xfrm>
            <a:custGeom>
              <a:avLst/>
              <a:gdLst>
                <a:gd name="T0" fmla="*/ 0 w 416"/>
                <a:gd name="T1" fmla="*/ 0 h 139"/>
                <a:gd name="T2" fmla="*/ 0 w 416"/>
                <a:gd name="T3" fmla="*/ 0 h 139"/>
                <a:gd name="T4" fmla="*/ 0 w 416"/>
                <a:gd name="T5" fmla="*/ 0 h 139"/>
                <a:gd name="T6" fmla="*/ 0 w 416"/>
                <a:gd name="T7" fmla="*/ 0 h 139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416"/>
                <a:gd name="T13" fmla="*/ 0 h 139"/>
                <a:gd name="T14" fmla="*/ 416 w 416"/>
                <a:gd name="T15" fmla="*/ 139 h 139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416" h="139">
                  <a:moveTo>
                    <a:pt x="416" y="0"/>
                  </a:moveTo>
                  <a:lnTo>
                    <a:pt x="416" y="139"/>
                  </a:lnTo>
                  <a:lnTo>
                    <a:pt x="0" y="69"/>
                  </a:lnTo>
                  <a:lnTo>
                    <a:pt x="416" y="0"/>
                  </a:lnTo>
                  <a:close/>
                </a:path>
              </a:pathLst>
            </a:custGeom>
            <a:solidFill>
              <a:srgbClr val="FF0000"/>
            </a:solidFill>
            <a:ln w="9525">
              <a:solidFill>
                <a:srgbClr val="FF0000"/>
              </a:solidFill>
              <a:round/>
              <a:headEnd/>
              <a:tailEnd/>
            </a:ln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276" name="Freeform 4951">
              <a:extLst>
                <a:ext uri="{FF2B5EF4-FFF2-40B4-BE49-F238E27FC236}">
                  <a16:creationId xmlns:a16="http://schemas.microsoft.com/office/drawing/2014/main" id="{F2A61A9A-07F7-6AE9-5AA1-74B18EE5341E}"/>
                </a:ext>
              </a:extLst>
            </p:cNvPr>
            <p:cNvSpPr>
              <a:spLocks/>
            </p:cNvSpPr>
            <p:nvPr/>
          </p:nvSpPr>
          <p:spPr bwMode="auto">
            <a:xfrm>
              <a:off x="3208" y="2733"/>
              <a:ext cx="70" cy="23"/>
            </a:xfrm>
            <a:custGeom>
              <a:avLst/>
              <a:gdLst>
                <a:gd name="T0" fmla="*/ 0 w 416"/>
                <a:gd name="T1" fmla="*/ 0 h 139"/>
                <a:gd name="T2" fmla="*/ 0 w 416"/>
                <a:gd name="T3" fmla="*/ 0 h 139"/>
                <a:gd name="T4" fmla="*/ 0 w 416"/>
                <a:gd name="T5" fmla="*/ 0 h 139"/>
                <a:gd name="T6" fmla="*/ 0 w 416"/>
                <a:gd name="T7" fmla="*/ 0 h 139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416"/>
                <a:gd name="T13" fmla="*/ 0 h 139"/>
                <a:gd name="T14" fmla="*/ 416 w 416"/>
                <a:gd name="T15" fmla="*/ 139 h 139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416" h="139">
                  <a:moveTo>
                    <a:pt x="416" y="0"/>
                  </a:moveTo>
                  <a:lnTo>
                    <a:pt x="416" y="139"/>
                  </a:lnTo>
                  <a:lnTo>
                    <a:pt x="0" y="69"/>
                  </a:lnTo>
                  <a:lnTo>
                    <a:pt x="416" y="0"/>
                  </a:lnTo>
                  <a:close/>
                </a:path>
              </a:pathLst>
            </a:custGeom>
            <a:solidFill>
              <a:srgbClr val="FF0000"/>
            </a:solidFill>
            <a:ln w="0">
              <a:solidFill>
                <a:srgbClr val="FF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277" name="Freeform 4952">
              <a:extLst>
                <a:ext uri="{FF2B5EF4-FFF2-40B4-BE49-F238E27FC236}">
                  <a16:creationId xmlns:a16="http://schemas.microsoft.com/office/drawing/2014/main" id="{0D854644-8B7B-9EDA-7EED-8485FE0EC2BC}"/>
                </a:ext>
              </a:extLst>
            </p:cNvPr>
            <p:cNvSpPr>
              <a:spLocks/>
            </p:cNvSpPr>
            <p:nvPr/>
          </p:nvSpPr>
          <p:spPr bwMode="auto">
            <a:xfrm>
              <a:off x="3434" y="2733"/>
              <a:ext cx="69" cy="23"/>
            </a:xfrm>
            <a:custGeom>
              <a:avLst/>
              <a:gdLst>
                <a:gd name="T0" fmla="*/ 0 w 416"/>
                <a:gd name="T1" fmla="*/ 0 h 139"/>
                <a:gd name="T2" fmla="*/ 0 w 416"/>
                <a:gd name="T3" fmla="*/ 0 h 139"/>
                <a:gd name="T4" fmla="*/ 0 w 416"/>
                <a:gd name="T5" fmla="*/ 0 h 139"/>
                <a:gd name="T6" fmla="*/ 0 w 416"/>
                <a:gd name="T7" fmla="*/ 0 h 139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416"/>
                <a:gd name="T13" fmla="*/ 0 h 139"/>
                <a:gd name="T14" fmla="*/ 416 w 416"/>
                <a:gd name="T15" fmla="*/ 139 h 139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416" h="139">
                  <a:moveTo>
                    <a:pt x="0" y="0"/>
                  </a:moveTo>
                  <a:lnTo>
                    <a:pt x="0" y="139"/>
                  </a:lnTo>
                  <a:lnTo>
                    <a:pt x="416" y="6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/>
            </a:solidFill>
            <a:ln w="9525">
              <a:solidFill>
                <a:srgbClr val="FF0000"/>
              </a:solidFill>
              <a:round/>
              <a:headEnd/>
              <a:tailEnd/>
            </a:ln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278" name="Freeform 4953">
              <a:extLst>
                <a:ext uri="{FF2B5EF4-FFF2-40B4-BE49-F238E27FC236}">
                  <a16:creationId xmlns:a16="http://schemas.microsoft.com/office/drawing/2014/main" id="{882703BA-5322-D2F8-F41E-49108D324CC0}"/>
                </a:ext>
              </a:extLst>
            </p:cNvPr>
            <p:cNvSpPr>
              <a:spLocks/>
            </p:cNvSpPr>
            <p:nvPr/>
          </p:nvSpPr>
          <p:spPr bwMode="auto">
            <a:xfrm>
              <a:off x="3434" y="2733"/>
              <a:ext cx="69" cy="23"/>
            </a:xfrm>
            <a:custGeom>
              <a:avLst/>
              <a:gdLst>
                <a:gd name="T0" fmla="*/ 0 w 416"/>
                <a:gd name="T1" fmla="*/ 0 h 139"/>
                <a:gd name="T2" fmla="*/ 0 w 416"/>
                <a:gd name="T3" fmla="*/ 0 h 139"/>
                <a:gd name="T4" fmla="*/ 0 w 416"/>
                <a:gd name="T5" fmla="*/ 0 h 139"/>
                <a:gd name="T6" fmla="*/ 0 w 416"/>
                <a:gd name="T7" fmla="*/ 0 h 139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416"/>
                <a:gd name="T13" fmla="*/ 0 h 139"/>
                <a:gd name="T14" fmla="*/ 416 w 416"/>
                <a:gd name="T15" fmla="*/ 139 h 139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416" h="139">
                  <a:moveTo>
                    <a:pt x="0" y="0"/>
                  </a:moveTo>
                  <a:lnTo>
                    <a:pt x="0" y="139"/>
                  </a:lnTo>
                  <a:lnTo>
                    <a:pt x="416" y="6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/>
            </a:solidFill>
            <a:ln w="0">
              <a:solidFill>
                <a:srgbClr val="FF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279" name="Freeform 4954">
              <a:extLst>
                <a:ext uri="{FF2B5EF4-FFF2-40B4-BE49-F238E27FC236}">
                  <a16:creationId xmlns:a16="http://schemas.microsoft.com/office/drawing/2014/main" id="{AF71C8EE-3950-36BA-7AA8-B59C5DEA68EC}"/>
                </a:ext>
              </a:extLst>
            </p:cNvPr>
            <p:cNvSpPr>
              <a:spLocks/>
            </p:cNvSpPr>
            <p:nvPr/>
          </p:nvSpPr>
          <p:spPr bwMode="auto">
            <a:xfrm>
              <a:off x="3346" y="2641"/>
              <a:ext cx="36" cy="65"/>
            </a:xfrm>
            <a:custGeom>
              <a:avLst/>
              <a:gdLst>
                <a:gd name="T0" fmla="*/ 0 w 217"/>
                <a:gd name="T1" fmla="*/ 0 h 390"/>
                <a:gd name="T2" fmla="*/ 0 w 217"/>
                <a:gd name="T3" fmla="*/ 0 h 390"/>
                <a:gd name="T4" fmla="*/ 0 w 217"/>
                <a:gd name="T5" fmla="*/ 0 h 390"/>
                <a:gd name="T6" fmla="*/ 0 w 217"/>
                <a:gd name="T7" fmla="*/ 0 h 390"/>
                <a:gd name="T8" fmla="*/ 0 w 217"/>
                <a:gd name="T9" fmla="*/ 0 h 390"/>
                <a:gd name="T10" fmla="*/ 0 w 217"/>
                <a:gd name="T11" fmla="*/ 0 h 390"/>
                <a:gd name="T12" fmla="*/ 0 w 217"/>
                <a:gd name="T13" fmla="*/ 0 h 390"/>
                <a:gd name="T14" fmla="*/ 0 w 217"/>
                <a:gd name="T15" fmla="*/ 0 h 390"/>
                <a:gd name="T16" fmla="*/ 0 w 217"/>
                <a:gd name="T17" fmla="*/ 0 h 390"/>
                <a:gd name="T18" fmla="*/ 0 w 217"/>
                <a:gd name="T19" fmla="*/ 0 h 390"/>
                <a:gd name="T20" fmla="*/ 0 w 217"/>
                <a:gd name="T21" fmla="*/ 0 h 390"/>
                <a:gd name="T22" fmla="*/ 0 w 217"/>
                <a:gd name="T23" fmla="*/ 0 h 390"/>
                <a:gd name="T24" fmla="*/ 0 w 217"/>
                <a:gd name="T25" fmla="*/ 0 h 390"/>
                <a:gd name="T26" fmla="*/ 0 w 217"/>
                <a:gd name="T27" fmla="*/ 0 h 390"/>
                <a:gd name="T28" fmla="*/ 0 w 217"/>
                <a:gd name="T29" fmla="*/ 0 h 390"/>
                <a:gd name="T30" fmla="*/ 0 w 217"/>
                <a:gd name="T31" fmla="*/ 0 h 390"/>
                <a:gd name="T32" fmla="*/ 0 w 217"/>
                <a:gd name="T33" fmla="*/ 0 h 390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w 217"/>
                <a:gd name="T52" fmla="*/ 0 h 390"/>
                <a:gd name="T53" fmla="*/ 217 w 217"/>
                <a:gd name="T54" fmla="*/ 390 h 390"/>
              </a:gdLst>
              <a:ahLst/>
              <a:cxnLst>
                <a:cxn ang="T34">
                  <a:pos x="T0" y="T1"/>
                </a:cxn>
                <a:cxn ang="T35">
                  <a:pos x="T2" y="T3"/>
                </a:cxn>
                <a:cxn ang="T36">
                  <a:pos x="T4" y="T5"/>
                </a:cxn>
                <a:cxn ang="T37">
                  <a:pos x="T6" y="T7"/>
                </a:cxn>
                <a:cxn ang="T38">
                  <a:pos x="T8" y="T9"/>
                </a:cxn>
                <a:cxn ang="T39">
                  <a:pos x="T10" y="T11"/>
                </a:cxn>
                <a:cxn ang="T40">
                  <a:pos x="T12" y="T13"/>
                </a:cxn>
                <a:cxn ang="T41">
                  <a:pos x="T14" y="T15"/>
                </a:cxn>
                <a:cxn ang="T42">
                  <a:pos x="T16" y="T17"/>
                </a:cxn>
                <a:cxn ang="T43">
                  <a:pos x="T18" y="T19"/>
                </a:cxn>
                <a:cxn ang="T44">
                  <a:pos x="T20" y="T21"/>
                </a:cxn>
                <a:cxn ang="T45">
                  <a:pos x="T22" y="T23"/>
                </a:cxn>
                <a:cxn ang="T46">
                  <a:pos x="T24" y="T25"/>
                </a:cxn>
                <a:cxn ang="T47">
                  <a:pos x="T26" y="T27"/>
                </a:cxn>
                <a:cxn ang="T48">
                  <a:pos x="T28" y="T29"/>
                </a:cxn>
                <a:cxn ang="T49">
                  <a:pos x="T30" y="T31"/>
                </a:cxn>
                <a:cxn ang="T50">
                  <a:pos x="T32" y="T33"/>
                </a:cxn>
              </a:cxnLst>
              <a:rect l="T51" t="T52" r="T53" b="T54"/>
              <a:pathLst>
                <a:path w="217" h="390">
                  <a:moveTo>
                    <a:pt x="0" y="390"/>
                  </a:moveTo>
                  <a:lnTo>
                    <a:pt x="55" y="369"/>
                  </a:lnTo>
                  <a:lnTo>
                    <a:pt x="109" y="326"/>
                  </a:lnTo>
                  <a:lnTo>
                    <a:pt x="163" y="260"/>
                  </a:lnTo>
                  <a:lnTo>
                    <a:pt x="206" y="97"/>
                  </a:lnTo>
                  <a:lnTo>
                    <a:pt x="217" y="65"/>
                  </a:lnTo>
                  <a:lnTo>
                    <a:pt x="217" y="43"/>
                  </a:lnTo>
                  <a:lnTo>
                    <a:pt x="206" y="22"/>
                  </a:lnTo>
                  <a:lnTo>
                    <a:pt x="173" y="0"/>
                  </a:lnTo>
                  <a:lnTo>
                    <a:pt x="119" y="0"/>
                  </a:lnTo>
                  <a:lnTo>
                    <a:pt x="76" y="22"/>
                  </a:lnTo>
                  <a:lnTo>
                    <a:pt x="43" y="54"/>
                  </a:lnTo>
                  <a:lnTo>
                    <a:pt x="22" y="152"/>
                  </a:lnTo>
                  <a:lnTo>
                    <a:pt x="22" y="184"/>
                  </a:lnTo>
                  <a:lnTo>
                    <a:pt x="43" y="206"/>
                  </a:lnTo>
                  <a:lnTo>
                    <a:pt x="76" y="217"/>
                  </a:lnTo>
                  <a:lnTo>
                    <a:pt x="173" y="217"/>
                  </a:lnTo>
                </a:path>
              </a:pathLst>
            </a:custGeom>
            <a:noFill/>
            <a:ln w="0">
              <a:solidFill>
                <a:srgbClr val="FF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280" name="Line 4955">
              <a:extLst>
                <a:ext uri="{FF2B5EF4-FFF2-40B4-BE49-F238E27FC236}">
                  <a16:creationId xmlns:a16="http://schemas.microsoft.com/office/drawing/2014/main" id="{C7CEC266-1EE1-A910-AA5C-4F87E1B3548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208" y="2822"/>
              <a:ext cx="1" cy="1"/>
            </a:xfrm>
            <a:prstGeom prst="line">
              <a:avLst/>
            </a:prstGeom>
            <a:noFill/>
            <a:ln w="0">
              <a:solidFill>
                <a:srgbClr val="0000FF"/>
              </a:solidFill>
              <a:round/>
              <a:headEnd/>
              <a:tailEnd/>
            </a:ln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281" name="Line 4956">
              <a:extLst>
                <a:ext uri="{FF2B5EF4-FFF2-40B4-BE49-F238E27FC236}">
                  <a16:creationId xmlns:a16="http://schemas.microsoft.com/office/drawing/2014/main" id="{77135AB6-38DA-9D64-E771-C6C02DC0E2C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503" y="2822"/>
              <a:ext cx="1" cy="1"/>
            </a:xfrm>
            <a:prstGeom prst="line">
              <a:avLst/>
            </a:prstGeom>
            <a:noFill/>
            <a:ln w="0">
              <a:solidFill>
                <a:srgbClr val="0000FF"/>
              </a:solidFill>
              <a:round/>
              <a:headEnd/>
              <a:tailEnd/>
            </a:ln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282" name="Line 4957">
              <a:extLst>
                <a:ext uri="{FF2B5EF4-FFF2-40B4-BE49-F238E27FC236}">
                  <a16:creationId xmlns:a16="http://schemas.microsoft.com/office/drawing/2014/main" id="{C7B38041-4182-E9C0-E273-E9F3B8AC4EC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503" y="2745"/>
              <a:ext cx="1" cy="1"/>
            </a:xfrm>
            <a:prstGeom prst="line">
              <a:avLst/>
            </a:prstGeom>
            <a:noFill/>
            <a:ln w="0">
              <a:solidFill>
                <a:srgbClr val="FF0000"/>
              </a:solidFill>
              <a:round/>
              <a:headEnd/>
              <a:tailEnd/>
            </a:ln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283" name="Line 4958">
              <a:extLst>
                <a:ext uri="{FF2B5EF4-FFF2-40B4-BE49-F238E27FC236}">
                  <a16:creationId xmlns:a16="http://schemas.microsoft.com/office/drawing/2014/main" id="{6CC9F61A-4593-F568-6FE8-3DAD4F51AE23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208" y="2710"/>
              <a:ext cx="1" cy="112"/>
            </a:xfrm>
            <a:prstGeom prst="line">
              <a:avLst/>
            </a:prstGeom>
            <a:noFill/>
            <a:ln w="0">
              <a:solidFill>
                <a:srgbClr val="FF0000"/>
              </a:solidFill>
              <a:round/>
              <a:headEnd/>
              <a:tailEnd/>
            </a:ln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284" name="Line 4959">
              <a:extLst>
                <a:ext uri="{FF2B5EF4-FFF2-40B4-BE49-F238E27FC236}">
                  <a16:creationId xmlns:a16="http://schemas.microsoft.com/office/drawing/2014/main" id="{5499551A-D165-83D1-86EC-799D90DFA9FB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002" y="2710"/>
              <a:ext cx="1" cy="112"/>
            </a:xfrm>
            <a:prstGeom prst="line">
              <a:avLst/>
            </a:prstGeom>
            <a:noFill/>
            <a:ln w="0">
              <a:solidFill>
                <a:srgbClr val="FF0000"/>
              </a:solidFill>
              <a:round/>
              <a:headEnd/>
              <a:tailEnd/>
            </a:ln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285" name="Line 4960">
              <a:extLst>
                <a:ext uri="{FF2B5EF4-FFF2-40B4-BE49-F238E27FC236}">
                  <a16:creationId xmlns:a16="http://schemas.microsoft.com/office/drawing/2014/main" id="{283EE970-2DCF-D47F-7E96-5E29785287B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278" y="2745"/>
              <a:ext cx="69" cy="1"/>
            </a:xfrm>
            <a:prstGeom prst="line">
              <a:avLst/>
            </a:prstGeom>
            <a:noFill/>
            <a:ln w="0">
              <a:solidFill>
                <a:srgbClr val="FF0000"/>
              </a:solidFill>
              <a:round/>
              <a:headEnd/>
              <a:tailEnd/>
            </a:ln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286" name="Line 4961">
              <a:extLst>
                <a:ext uri="{FF2B5EF4-FFF2-40B4-BE49-F238E27FC236}">
                  <a16:creationId xmlns:a16="http://schemas.microsoft.com/office/drawing/2014/main" id="{E937AB47-6B02-D664-5483-38DEA7072381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863" y="2745"/>
              <a:ext cx="70" cy="1"/>
            </a:xfrm>
            <a:prstGeom prst="line">
              <a:avLst/>
            </a:prstGeom>
            <a:noFill/>
            <a:ln w="0">
              <a:solidFill>
                <a:srgbClr val="FF0000"/>
              </a:solidFill>
              <a:round/>
              <a:headEnd/>
              <a:tailEnd/>
            </a:ln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287" name="Line 4962">
              <a:extLst>
                <a:ext uri="{FF2B5EF4-FFF2-40B4-BE49-F238E27FC236}">
                  <a16:creationId xmlns:a16="http://schemas.microsoft.com/office/drawing/2014/main" id="{EEC85F0D-14C3-205C-126D-68A1FED746BF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002" y="2745"/>
              <a:ext cx="206" cy="1"/>
            </a:xfrm>
            <a:prstGeom prst="line">
              <a:avLst/>
            </a:prstGeom>
            <a:noFill/>
            <a:ln w="0">
              <a:solidFill>
                <a:srgbClr val="FF0000"/>
              </a:solidFill>
              <a:round/>
              <a:headEnd/>
              <a:tailEnd/>
            </a:ln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288" name="Freeform 4963">
              <a:extLst>
                <a:ext uri="{FF2B5EF4-FFF2-40B4-BE49-F238E27FC236}">
                  <a16:creationId xmlns:a16="http://schemas.microsoft.com/office/drawing/2014/main" id="{B91FD78C-36A5-4B9B-309A-00BACB29D34C}"/>
                </a:ext>
              </a:extLst>
            </p:cNvPr>
            <p:cNvSpPr>
              <a:spLocks/>
            </p:cNvSpPr>
            <p:nvPr/>
          </p:nvSpPr>
          <p:spPr bwMode="auto">
            <a:xfrm>
              <a:off x="3208" y="2733"/>
              <a:ext cx="70" cy="23"/>
            </a:xfrm>
            <a:custGeom>
              <a:avLst/>
              <a:gdLst>
                <a:gd name="T0" fmla="*/ 0 w 416"/>
                <a:gd name="T1" fmla="*/ 0 h 139"/>
                <a:gd name="T2" fmla="*/ 0 w 416"/>
                <a:gd name="T3" fmla="*/ 0 h 139"/>
                <a:gd name="T4" fmla="*/ 0 w 416"/>
                <a:gd name="T5" fmla="*/ 0 h 139"/>
                <a:gd name="T6" fmla="*/ 0 w 416"/>
                <a:gd name="T7" fmla="*/ 0 h 139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416"/>
                <a:gd name="T13" fmla="*/ 0 h 139"/>
                <a:gd name="T14" fmla="*/ 416 w 416"/>
                <a:gd name="T15" fmla="*/ 139 h 139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416" h="139">
                  <a:moveTo>
                    <a:pt x="416" y="0"/>
                  </a:moveTo>
                  <a:lnTo>
                    <a:pt x="416" y="139"/>
                  </a:lnTo>
                  <a:lnTo>
                    <a:pt x="0" y="69"/>
                  </a:lnTo>
                  <a:lnTo>
                    <a:pt x="416" y="0"/>
                  </a:lnTo>
                  <a:close/>
                </a:path>
              </a:pathLst>
            </a:custGeom>
            <a:solidFill>
              <a:srgbClr val="FF0000"/>
            </a:solidFill>
            <a:ln w="9525">
              <a:solidFill>
                <a:srgbClr val="FF0000"/>
              </a:solidFill>
              <a:round/>
              <a:headEnd/>
              <a:tailEnd/>
            </a:ln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289" name="Freeform 4964">
              <a:extLst>
                <a:ext uri="{FF2B5EF4-FFF2-40B4-BE49-F238E27FC236}">
                  <a16:creationId xmlns:a16="http://schemas.microsoft.com/office/drawing/2014/main" id="{5FFF1EFF-7C27-3D37-97D6-64854D1626E2}"/>
                </a:ext>
              </a:extLst>
            </p:cNvPr>
            <p:cNvSpPr>
              <a:spLocks/>
            </p:cNvSpPr>
            <p:nvPr/>
          </p:nvSpPr>
          <p:spPr bwMode="auto">
            <a:xfrm>
              <a:off x="3208" y="2733"/>
              <a:ext cx="70" cy="23"/>
            </a:xfrm>
            <a:custGeom>
              <a:avLst/>
              <a:gdLst>
                <a:gd name="T0" fmla="*/ 0 w 416"/>
                <a:gd name="T1" fmla="*/ 0 h 139"/>
                <a:gd name="T2" fmla="*/ 0 w 416"/>
                <a:gd name="T3" fmla="*/ 0 h 139"/>
                <a:gd name="T4" fmla="*/ 0 w 416"/>
                <a:gd name="T5" fmla="*/ 0 h 139"/>
                <a:gd name="T6" fmla="*/ 0 w 416"/>
                <a:gd name="T7" fmla="*/ 0 h 139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416"/>
                <a:gd name="T13" fmla="*/ 0 h 139"/>
                <a:gd name="T14" fmla="*/ 416 w 416"/>
                <a:gd name="T15" fmla="*/ 139 h 139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416" h="139">
                  <a:moveTo>
                    <a:pt x="416" y="0"/>
                  </a:moveTo>
                  <a:lnTo>
                    <a:pt x="416" y="139"/>
                  </a:lnTo>
                  <a:lnTo>
                    <a:pt x="0" y="69"/>
                  </a:lnTo>
                  <a:lnTo>
                    <a:pt x="416" y="0"/>
                  </a:lnTo>
                  <a:close/>
                </a:path>
              </a:pathLst>
            </a:custGeom>
            <a:solidFill>
              <a:srgbClr val="FF0000"/>
            </a:solidFill>
            <a:ln w="0">
              <a:solidFill>
                <a:srgbClr val="FF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290" name="Freeform 4965">
              <a:extLst>
                <a:ext uri="{FF2B5EF4-FFF2-40B4-BE49-F238E27FC236}">
                  <a16:creationId xmlns:a16="http://schemas.microsoft.com/office/drawing/2014/main" id="{6C483DE9-1CCD-E628-380E-CDF26912660C}"/>
                </a:ext>
              </a:extLst>
            </p:cNvPr>
            <p:cNvSpPr>
              <a:spLocks/>
            </p:cNvSpPr>
            <p:nvPr/>
          </p:nvSpPr>
          <p:spPr bwMode="auto">
            <a:xfrm>
              <a:off x="2933" y="2733"/>
              <a:ext cx="69" cy="23"/>
            </a:xfrm>
            <a:custGeom>
              <a:avLst/>
              <a:gdLst>
                <a:gd name="T0" fmla="*/ 0 w 416"/>
                <a:gd name="T1" fmla="*/ 0 h 139"/>
                <a:gd name="T2" fmla="*/ 0 w 416"/>
                <a:gd name="T3" fmla="*/ 0 h 139"/>
                <a:gd name="T4" fmla="*/ 0 w 416"/>
                <a:gd name="T5" fmla="*/ 0 h 139"/>
                <a:gd name="T6" fmla="*/ 0 w 416"/>
                <a:gd name="T7" fmla="*/ 0 h 139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416"/>
                <a:gd name="T13" fmla="*/ 0 h 139"/>
                <a:gd name="T14" fmla="*/ 416 w 416"/>
                <a:gd name="T15" fmla="*/ 139 h 139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416" h="139">
                  <a:moveTo>
                    <a:pt x="0" y="0"/>
                  </a:moveTo>
                  <a:lnTo>
                    <a:pt x="0" y="139"/>
                  </a:lnTo>
                  <a:lnTo>
                    <a:pt x="416" y="6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/>
            </a:solidFill>
            <a:ln w="9525">
              <a:solidFill>
                <a:srgbClr val="FF0000"/>
              </a:solidFill>
              <a:round/>
              <a:headEnd/>
              <a:tailEnd/>
            </a:ln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291" name="Freeform 4966">
              <a:extLst>
                <a:ext uri="{FF2B5EF4-FFF2-40B4-BE49-F238E27FC236}">
                  <a16:creationId xmlns:a16="http://schemas.microsoft.com/office/drawing/2014/main" id="{6E62AC5F-2111-CDCD-4A26-B5C047B45C89}"/>
                </a:ext>
              </a:extLst>
            </p:cNvPr>
            <p:cNvSpPr>
              <a:spLocks/>
            </p:cNvSpPr>
            <p:nvPr/>
          </p:nvSpPr>
          <p:spPr bwMode="auto">
            <a:xfrm>
              <a:off x="2933" y="2733"/>
              <a:ext cx="69" cy="23"/>
            </a:xfrm>
            <a:custGeom>
              <a:avLst/>
              <a:gdLst>
                <a:gd name="T0" fmla="*/ 0 w 416"/>
                <a:gd name="T1" fmla="*/ 0 h 139"/>
                <a:gd name="T2" fmla="*/ 0 w 416"/>
                <a:gd name="T3" fmla="*/ 0 h 139"/>
                <a:gd name="T4" fmla="*/ 0 w 416"/>
                <a:gd name="T5" fmla="*/ 0 h 139"/>
                <a:gd name="T6" fmla="*/ 0 w 416"/>
                <a:gd name="T7" fmla="*/ 0 h 139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416"/>
                <a:gd name="T13" fmla="*/ 0 h 139"/>
                <a:gd name="T14" fmla="*/ 416 w 416"/>
                <a:gd name="T15" fmla="*/ 139 h 139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416" h="139">
                  <a:moveTo>
                    <a:pt x="0" y="0"/>
                  </a:moveTo>
                  <a:lnTo>
                    <a:pt x="0" y="139"/>
                  </a:lnTo>
                  <a:lnTo>
                    <a:pt x="416" y="6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/>
            </a:solidFill>
            <a:ln w="0">
              <a:solidFill>
                <a:srgbClr val="FF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292" name="Freeform 4967">
              <a:extLst>
                <a:ext uri="{FF2B5EF4-FFF2-40B4-BE49-F238E27FC236}">
                  <a16:creationId xmlns:a16="http://schemas.microsoft.com/office/drawing/2014/main" id="{9EF49F3E-AB2F-A03D-24CB-6289E2D85CF8}"/>
                </a:ext>
              </a:extLst>
            </p:cNvPr>
            <p:cNvSpPr>
              <a:spLocks/>
            </p:cNvSpPr>
            <p:nvPr/>
          </p:nvSpPr>
          <p:spPr bwMode="auto">
            <a:xfrm>
              <a:off x="3087" y="2641"/>
              <a:ext cx="36" cy="65"/>
            </a:xfrm>
            <a:custGeom>
              <a:avLst/>
              <a:gdLst>
                <a:gd name="T0" fmla="*/ 0 w 217"/>
                <a:gd name="T1" fmla="*/ 0 h 390"/>
                <a:gd name="T2" fmla="*/ 0 w 217"/>
                <a:gd name="T3" fmla="*/ 0 h 390"/>
                <a:gd name="T4" fmla="*/ 0 w 217"/>
                <a:gd name="T5" fmla="*/ 0 h 390"/>
                <a:gd name="T6" fmla="*/ 0 w 217"/>
                <a:gd name="T7" fmla="*/ 0 h 390"/>
                <a:gd name="T8" fmla="*/ 0 w 217"/>
                <a:gd name="T9" fmla="*/ 0 h 390"/>
                <a:gd name="T10" fmla="*/ 0 w 217"/>
                <a:gd name="T11" fmla="*/ 0 h 390"/>
                <a:gd name="T12" fmla="*/ 0 w 217"/>
                <a:gd name="T13" fmla="*/ 0 h 390"/>
                <a:gd name="T14" fmla="*/ 0 w 217"/>
                <a:gd name="T15" fmla="*/ 0 h 390"/>
                <a:gd name="T16" fmla="*/ 0 w 217"/>
                <a:gd name="T17" fmla="*/ 0 h 390"/>
                <a:gd name="T18" fmla="*/ 0 w 217"/>
                <a:gd name="T19" fmla="*/ 0 h 390"/>
                <a:gd name="T20" fmla="*/ 0 w 217"/>
                <a:gd name="T21" fmla="*/ 0 h 390"/>
                <a:gd name="T22" fmla="*/ 0 w 217"/>
                <a:gd name="T23" fmla="*/ 0 h 390"/>
                <a:gd name="T24" fmla="*/ 0 w 217"/>
                <a:gd name="T25" fmla="*/ 0 h 390"/>
                <a:gd name="T26" fmla="*/ 0 w 217"/>
                <a:gd name="T27" fmla="*/ 0 h 390"/>
                <a:gd name="T28" fmla="*/ 0 w 217"/>
                <a:gd name="T29" fmla="*/ 0 h 390"/>
                <a:gd name="T30" fmla="*/ 0 w 217"/>
                <a:gd name="T31" fmla="*/ 0 h 390"/>
                <a:gd name="T32" fmla="*/ 0 w 217"/>
                <a:gd name="T33" fmla="*/ 0 h 390"/>
                <a:gd name="T34" fmla="*/ 0 w 217"/>
                <a:gd name="T35" fmla="*/ 0 h 390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w 217"/>
                <a:gd name="T55" fmla="*/ 0 h 390"/>
                <a:gd name="T56" fmla="*/ 217 w 217"/>
                <a:gd name="T57" fmla="*/ 390 h 390"/>
              </a:gdLst>
              <a:ahLst/>
              <a:cxnLst>
                <a:cxn ang="T36">
                  <a:pos x="T0" y="T1"/>
                </a:cxn>
                <a:cxn ang="T37">
                  <a:pos x="T2" y="T3"/>
                </a:cxn>
                <a:cxn ang="T38">
                  <a:pos x="T4" y="T5"/>
                </a:cxn>
                <a:cxn ang="T39">
                  <a:pos x="T6" y="T7"/>
                </a:cxn>
                <a:cxn ang="T40">
                  <a:pos x="T8" y="T9"/>
                </a:cxn>
                <a:cxn ang="T41">
                  <a:pos x="T10" y="T11"/>
                </a:cxn>
                <a:cxn ang="T42">
                  <a:pos x="T12" y="T13"/>
                </a:cxn>
                <a:cxn ang="T43">
                  <a:pos x="T14" y="T15"/>
                </a:cxn>
                <a:cxn ang="T44">
                  <a:pos x="T16" y="T17"/>
                </a:cxn>
                <a:cxn ang="T45">
                  <a:pos x="T18" y="T19"/>
                </a:cxn>
                <a:cxn ang="T46">
                  <a:pos x="T20" y="T21"/>
                </a:cxn>
                <a:cxn ang="T47">
                  <a:pos x="T22" y="T23"/>
                </a:cxn>
                <a:cxn ang="T48">
                  <a:pos x="T24" y="T25"/>
                </a:cxn>
                <a:cxn ang="T49">
                  <a:pos x="T26" y="T27"/>
                </a:cxn>
                <a:cxn ang="T50">
                  <a:pos x="T28" y="T29"/>
                </a:cxn>
                <a:cxn ang="T51">
                  <a:pos x="T30" y="T31"/>
                </a:cxn>
                <a:cxn ang="T52">
                  <a:pos x="T32" y="T33"/>
                </a:cxn>
                <a:cxn ang="T53">
                  <a:pos x="T34" y="T35"/>
                </a:cxn>
              </a:cxnLst>
              <a:rect l="T54" t="T55" r="T56" b="T57"/>
              <a:pathLst>
                <a:path w="217" h="390">
                  <a:moveTo>
                    <a:pt x="217" y="0"/>
                  </a:moveTo>
                  <a:lnTo>
                    <a:pt x="162" y="22"/>
                  </a:lnTo>
                  <a:lnTo>
                    <a:pt x="108" y="65"/>
                  </a:lnTo>
                  <a:lnTo>
                    <a:pt x="65" y="119"/>
                  </a:lnTo>
                  <a:lnTo>
                    <a:pt x="44" y="163"/>
                  </a:lnTo>
                  <a:lnTo>
                    <a:pt x="0" y="314"/>
                  </a:lnTo>
                  <a:lnTo>
                    <a:pt x="0" y="336"/>
                  </a:lnTo>
                  <a:lnTo>
                    <a:pt x="11" y="369"/>
                  </a:lnTo>
                  <a:lnTo>
                    <a:pt x="44" y="390"/>
                  </a:lnTo>
                  <a:lnTo>
                    <a:pt x="76" y="390"/>
                  </a:lnTo>
                  <a:lnTo>
                    <a:pt x="119" y="380"/>
                  </a:lnTo>
                  <a:lnTo>
                    <a:pt x="152" y="358"/>
                  </a:lnTo>
                  <a:lnTo>
                    <a:pt x="174" y="326"/>
                  </a:lnTo>
                  <a:lnTo>
                    <a:pt x="195" y="250"/>
                  </a:lnTo>
                  <a:lnTo>
                    <a:pt x="195" y="217"/>
                  </a:lnTo>
                  <a:lnTo>
                    <a:pt x="185" y="184"/>
                  </a:lnTo>
                  <a:lnTo>
                    <a:pt x="152" y="173"/>
                  </a:lnTo>
                  <a:lnTo>
                    <a:pt x="54" y="173"/>
                  </a:lnTo>
                </a:path>
              </a:pathLst>
            </a:custGeom>
            <a:noFill/>
            <a:ln w="0">
              <a:solidFill>
                <a:srgbClr val="FF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293" name="Line 4968">
              <a:extLst>
                <a:ext uri="{FF2B5EF4-FFF2-40B4-BE49-F238E27FC236}">
                  <a16:creationId xmlns:a16="http://schemas.microsoft.com/office/drawing/2014/main" id="{0DABBEEC-7F4D-CC72-2847-615F67DBB26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208" y="2822"/>
              <a:ext cx="1" cy="1"/>
            </a:xfrm>
            <a:prstGeom prst="line">
              <a:avLst/>
            </a:prstGeom>
            <a:noFill/>
            <a:ln w="0">
              <a:solidFill>
                <a:srgbClr val="0000FF"/>
              </a:solidFill>
              <a:round/>
              <a:headEnd/>
              <a:tailEnd/>
            </a:ln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294" name="Line 4969">
              <a:extLst>
                <a:ext uri="{FF2B5EF4-FFF2-40B4-BE49-F238E27FC236}">
                  <a16:creationId xmlns:a16="http://schemas.microsoft.com/office/drawing/2014/main" id="{98FBCFFE-6472-1B55-07FA-37F6A03C88E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002" y="2822"/>
              <a:ext cx="1" cy="1"/>
            </a:xfrm>
            <a:prstGeom prst="line">
              <a:avLst/>
            </a:prstGeom>
            <a:noFill/>
            <a:ln w="0">
              <a:solidFill>
                <a:srgbClr val="0000FF"/>
              </a:solidFill>
              <a:round/>
              <a:headEnd/>
              <a:tailEnd/>
            </a:ln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295" name="Line 4971">
              <a:extLst>
                <a:ext uri="{FF2B5EF4-FFF2-40B4-BE49-F238E27FC236}">
                  <a16:creationId xmlns:a16="http://schemas.microsoft.com/office/drawing/2014/main" id="{FE6F8D18-06C8-1786-2875-8CBBA9009FE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002" y="2745"/>
              <a:ext cx="1" cy="1"/>
            </a:xfrm>
            <a:prstGeom prst="line">
              <a:avLst/>
            </a:prstGeom>
            <a:noFill/>
            <a:ln w="0">
              <a:solidFill>
                <a:srgbClr val="FF0000"/>
              </a:solidFill>
              <a:round/>
              <a:headEnd/>
              <a:tailEnd/>
            </a:ln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296" name="Line 4972">
              <a:extLst>
                <a:ext uri="{FF2B5EF4-FFF2-40B4-BE49-F238E27FC236}">
                  <a16:creationId xmlns:a16="http://schemas.microsoft.com/office/drawing/2014/main" id="{82091C9A-C3F4-7A98-4815-8856BFEA7480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769" y="2940"/>
              <a:ext cx="439" cy="1"/>
            </a:xfrm>
            <a:prstGeom prst="line">
              <a:avLst/>
            </a:prstGeom>
            <a:noFill/>
            <a:ln w="0">
              <a:solidFill>
                <a:srgbClr val="FF0000"/>
              </a:solidFill>
              <a:round/>
              <a:headEnd/>
              <a:tailEnd/>
            </a:ln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297" name="Line 4973">
              <a:extLst>
                <a:ext uri="{FF2B5EF4-FFF2-40B4-BE49-F238E27FC236}">
                  <a16:creationId xmlns:a16="http://schemas.microsoft.com/office/drawing/2014/main" id="{83FC7850-0BD0-6FCC-28CA-49BF836A3856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769" y="2822"/>
              <a:ext cx="247" cy="1"/>
            </a:xfrm>
            <a:prstGeom prst="line">
              <a:avLst/>
            </a:prstGeom>
            <a:noFill/>
            <a:ln w="0">
              <a:solidFill>
                <a:srgbClr val="FF0000"/>
              </a:solidFill>
              <a:round/>
              <a:headEnd/>
              <a:tailEnd/>
            </a:ln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298" name="Line 4974">
              <a:extLst>
                <a:ext uri="{FF2B5EF4-FFF2-40B4-BE49-F238E27FC236}">
                  <a16:creationId xmlns:a16="http://schemas.microsoft.com/office/drawing/2014/main" id="{DFE3924B-A112-6D22-4DE0-69FF655C383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803" y="3010"/>
              <a:ext cx="1" cy="69"/>
            </a:xfrm>
            <a:prstGeom prst="line">
              <a:avLst/>
            </a:prstGeom>
            <a:noFill/>
            <a:ln w="0">
              <a:solidFill>
                <a:srgbClr val="FF0000"/>
              </a:solidFill>
              <a:round/>
              <a:headEnd/>
              <a:tailEnd/>
            </a:ln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299" name="Line 4975">
              <a:extLst>
                <a:ext uri="{FF2B5EF4-FFF2-40B4-BE49-F238E27FC236}">
                  <a16:creationId xmlns:a16="http://schemas.microsoft.com/office/drawing/2014/main" id="{7530AC85-707D-B5A7-4F19-352B9825CE81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803" y="2683"/>
              <a:ext cx="1" cy="70"/>
            </a:xfrm>
            <a:prstGeom prst="line">
              <a:avLst/>
            </a:prstGeom>
            <a:noFill/>
            <a:ln w="0">
              <a:solidFill>
                <a:srgbClr val="FF0000"/>
              </a:solidFill>
              <a:round/>
              <a:headEnd/>
              <a:tailEnd/>
            </a:ln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300" name="Line 4976">
              <a:extLst>
                <a:ext uri="{FF2B5EF4-FFF2-40B4-BE49-F238E27FC236}">
                  <a16:creationId xmlns:a16="http://schemas.microsoft.com/office/drawing/2014/main" id="{1684222E-D9A9-AF4D-2DC4-22D237E671FE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803" y="2822"/>
              <a:ext cx="1" cy="118"/>
            </a:xfrm>
            <a:prstGeom prst="line">
              <a:avLst/>
            </a:prstGeom>
            <a:noFill/>
            <a:ln w="0">
              <a:solidFill>
                <a:srgbClr val="FF0000"/>
              </a:solidFill>
              <a:round/>
              <a:headEnd/>
              <a:tailEnd/>
            </a:ln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301" name="Freeform 4977">
              <a:extLst>
                <a:ext uri="{FF2B5EF4-FFF2-40B4-BE49-F238E27FC236}">
                  <a16:creationId xmlns:a16="http://schemas.microsoft.com/office/drawing/2014/main" id="{B6EF9E16-72DF-AE81-14B9-4524F2920EBF}"/>
                </a:ext>
              </a:extLst>
            </p:cNvPr>
            <p:cNvSpPr>
              <a:spLocks/>
            </p:cNvSpPr>
            <p:nvPr/>
          </p:nvSpPr>
          <p:spPr bwMode="auto">
            <a:xfrm>
              <a:off x="2792" y="2940"/>
              <a:ext cx="23" cy="70"/>
            </a:xfrm>
            <a:custGeom>
              <a:avLst/>
              <a:gdLst>
                <a:gd name="T0" fmla="*/ 0 w 139"/>
                <a:gd name="T1" fmla="*/ 0 h 418"/>
                <a:gd name="T2" fmla="*/ 0 w 139"/>
                <a:gd name="T3" fmla="*/ 0 h 418"/>
                <a:gd name="T4" fmla="*/ 0 w 139"/>
                <a:gd name="T5" fmla="*/ 0 h 418"/>
                <a:gd name="T6" fmla="*/ 0 w 139"/>
                <a:gd name="T7" fmla="*/ 0 h 418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139"/>
                <a:gd name="T13" fmla="*/ 0 h 418"/>
                <a:gd name="T14" fmla="*/ 139 w 139"/>
                <a:gd name="T15" fmla="*/ 418 h 418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139" h="418">
                  <a:moveTo>
                    <a:pt x="0" y="418"/>
                  </a:moveTo>
                  <a:lnTo>
                    <a:pt x="139" y="418"/>
                  </a:lnTo>
                  <a:lnTo>
                    <a:pt x="70" y="0"/>
                  </a:lnTo>
                  <a:lnTo>
                    <a:pt x="0" y="418"/>
                  </a:lnTo>
                  <a:close/>
                </a:path>
              </a:pathLst>
            </a:custGeom>
            <a:solidFill>
              <a:srgbClr val="FF0000"/>
            </a:solidFill>
            <a:ln w="9525">
              <a:solidFill>
                <a:srgbClr val="FF0000"/>
              </a:solidFill>
              <a:round/>
              <a:headEnd/>
              <a:tailEnd/>
            </a:ln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302" name="Freeform 4978">
              <a:extLst>
                <a:ext uri="{FF2B5EF4-FFF2-40B4-BE49-F238E27FC236}">
                  <a16:creationId xmlns:a16="http://schemas.microsoft.com/office/drawing/2014/main" id="{F81612CD-59EC-FD66-95B2-F713C93F6CF8}"/>
                </a:ext>
              </a:extLst>
            </p:cNvPr>
            <p:cNvSpPr>
              <a:spLocks/>
            </p:cNvSpPr>
            <p:nvPr/>
          </p:nvSpPr>
          <p:spPr bwMode="auto">
            <a:xfrm>
              <a:off x="2792" y="2940"/>
              <a:ext cx="23" cy="70"/>
            </a:xfrm>
            <a:custGeom>
              <a:avLst/>
              <a:gdLst>
                <a:gd name="T0" fmla="*/ 0 w 139"/>
                <a:gd name="T1" fmla="*/ 0 h 418"/>
                <a:gd name="T2" fmla="*/ 0 w 139"/>
                <a:gd name="T3" fmla="*/ 0 h 418"/>
                <a:gd name="T4" fmla="*/ 0 w 139"/>
                <a:gd name="T5" fmla="*/ 0 h 418"/>
                <a:gd name="T6" fmla="*/ 0 w 139"/>
                <a:gd name="T7" fmla="*/ 0 h 418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139"/>
                <a:gd name="T13" fmla="*/ 0 h 418"/>
                <a:gd name="T14" fmla="*/ 139 w 139"/>
                <a:gd name="T15" fmla="*/ 418 h 418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139" h="418">
                  <a:moveTo>
                    <a:pt x="0" y="418"/>
                  </a:moveTo>
                  <a:lnTo>
                    <a:pt x="139" y="418"/>
                  </a:lnTo>
                  <a:lnTo>
                    <a:pt x="70" y="0"/>
                  </a:lnTo>
                  <a:lnTo>
                    <a:pt x="0" y="418"/>
                  </a:lnTo>
                  <a:close/>
                </a:path>
              </a:pathLst>
            </a:custGeom>
            <a:solidFill>
              <a:srgbClr val="FF0000"/>
            </a:solidFill>
            <a:ln w="0">
              <a:solidFill>
                <a:srgbClr val="FF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303" name="Freeform 4979">
              <a:extLst>
                <a:ext uri="{FF2B5EF4-FFF2-40B4-BE49-F238E27FC236}">
                  <a16:creationId xmlns:a16="http://schemas.microsoft.com/office/drawing/2014/main" id="{FA3B349F-42C6-BB2D-1761-626A7AD810FF}"/>
                </a:ext>
              </a:extLst>
            </p:cNvPr>
            <p:cNvSpPr>
              <a:spLocks/>
            </p:cNvSpPr>
            <p:nvPr/>
          </p:nvSpPr>
          <p:spPr bwMode="auto">
            <a:xfrm>
              <a:off x="2792" y="2753"/>
              <a:ext cx="23" cy="69"/>
            </a:xfrm>
            <a:custGeom>
              <a:avLst/>
              <a:gdLst>
                <a:gd name="T0" fmla="*/ 0 w 139"/>
                <a:gd name="T1" fmla="*/ 0 h 417"/>
                <a:gd name="T2" fmla="*/ 0 w 139"/>
                <a:gd name="T3" fmla="*/ 0 h 417"/>
                <a:gd name="T4" fmla="*/ 0 w 139"/>
                <a:gd name="T5" fmla="*/ 0 h 417"/>
                <a:gd name="T6" fmla="*/ 0 w 139"/>
                <a:gd name="T7" fmla="*/ 0 h 417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139"/>
                <a:gd name="T13" fmla="*/ 0 h 417"/>
                <a:gd name="T14" fmla="*/ 139 w 139"/>
                <a:gd name="T15" fmla="*/ 417 h 417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139" h="417">
                  <a:moveTo>
                    <a:pt x="0" y="0"/>
                  </a:moveTo>
                  <a:lnTo>
                    <a:pt x="139" y="0"/>
                  </a:lnTo>
                  <a:lnTo>
                    <a:pt x="70" y="41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/>
            </a:solidFill>
            <a:ln w="9525">
              <a:solidFill>
                <a:srgbClr val="FF0000"/>
              </a:solidFill>
              <a:round/>
              <a:headEnd/>
              <a:tailEnd/>
            </a:ln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304" name="Freeform 4980">
              <a:extLst>
                <a:ext uri="{FF2B5EF4-FFF2-40B4-BE49-F238E27FC236}">
                  <a16:creationId xmlns:a16="http://schemas.microsoft.com/office/drawing/2014/main" id="{B4611C86-65E5-E44B-5B50-954C10E2B097}"/>
                </a:ext>
              </a:extLst>
            </p:cNvPr>
            <p:cNvSpPr>
              <a:spLocks/>
            </p:cNvSpPr>
            <p:nvPr/>
          </p:nvSpPr>
          <p:spPr bwMode="auto">
            <a:xfrm>
              <a:off x="2792" y="2753"/>
              <a:ext cx="23" cy="69"/>
            </a:xfrm>
            <a:custGeom>
              <a:avLst/>
              <a:gdLst>
                <a:gd name="T0" fmla="*/ 0 w 139"/>
                <a:gd name="T1" fmla="*/ 0 h 417"/>
                <a:gd name="T2" fmla="*/ 0 w 139"/>
                <a:gd name="T3" fmla="*/ 0 h 417"/>
                <a:gd name="T4" fmla="*/ 0 w 139"/>
                <a:gd name="T5" fmla="*/ 0 h 417"/>
                <a:gd name="T6" fmla="*/ 0 w 139"/>
                <a:gd name="T7" fmla="*/ 0 h 417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139"/>
                <a:gd name="T13" fmla="*/ 0 h 417"/>
                <a:gd name="T14" fmla="*/ 139 w 139"/>
                <a:gd name="T15" fmla="*/ 417 h 417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139" h="417">
                  <a:moveTo>
                    <a:pt x="0" y="0"/>
                  </a:moveTo>
                  <a:lnTo>
                    <a:pt x="139" y="0"/>
                  </a:lnTo>
                  <a:lnTo>
                    <a:pt x="70" y="41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/>
            </a:solidFill>
            <a:ln w="0">
              <a:solidFill>
                <a:srgbClr val="FF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305" name="Freeform 4981">
              <a:extLst>
                <a:ext uri="{FF2B5EF4-FFF2-40B4-BE49-F238E27FC236}">
                  <a16:creationId xmlns:a16="http://schemas.microsoft.com/office/drawing/2014/main" id="{988234AB-7F68-D31B-97EE-EB244C5EBD1E}"/>
                </a:ext>
              </a:extLst>
            </p:cNvPr>
            <p:cNvSpPr>
              <a:spLocks/>
            </p:cNvSpPr>
            <p:nvPr/>
          </p:nvSpPr>
          <p:spPr bwMode="auto">
            <a:xfrm>
              <a:off x="2729" y="2868"/>
              <a:ext cx="36" cy="36"/>
            </a:xfrm>
            <a:custGeom>
              <a:avLst/>
              <a:gdLst>
                <a:gd name="T0" fmla="*/ 0 w 217"/>
                <a:gd name="T1" fmla="*/ 0 h 217"/>
                <a:gd name="T2" fmla="*/ 0 w 217"/>
                <a:gd name="T3" fmla="*/ 0 h 217"/>
                <a:gd name="T4" fmla="*/ 0 w 217"/>
                <a:gd name="T5" fmla="*/ 0 h 217"/>
                <a:gd name="T6" fmla="*/ 0 w 217"/>
                <a:gd name="T7" fmla="*/ 0 h 217"/>
                <a:gd name="T8" fmla="*/ 0 w 217"/>
                <a:gd name="T9" fmla="*/ 0 h 217"/>
                <a:gd name="T10" fmla="*/ 0 w 217"/>
                <a:gd name="T11" fmla="*/ 0 h 217"/>
                <a:gd name="T12" fmla="*/ 0 w 217"/>
                <a:gd name="T13" fmla="*/ 0 h 217"/>
                <a:gd name="T14" fmla="*/ 0 w 217"/>
                <a:gd name="T15" fmla="*/ 0 h 217"/>
                <a:gd name="T16" fmla="*/ 0 w 217"/>
                <a:gd name="T17" fmla="*/ 0 h 217"/>
                <a:gd name="T18" fmla="*/ 0 w 217"/>
                <a:gd name="T19" fmla="*/ 0 h 217"/>
                <a:gd name="T20" fmla="*/ 0 w 217"/>
                <a:gd name="T21" fmla="*/ 0 h 217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w 217"/>
                <a:gd name="T34" fmla="*/ 0 h 217"/>
                <a:gd name="T35" fmla="*/ 217 w 217"/>
                <a:gd name="T36" fmla="*/ 217 h 217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T33" t="T34" r="T35" b="T36"/>
              <a:pathLst>
                <a:path w="217" h="217">
                  <a:moveTo>
                    <a:pt x="217" y="217"/>
                  </a:moveTo>
                  <a:lnTo>
                    <a:pt x="217" y="131"/>
                  </a:lnTo>
                  <a:lnTo>
                    <a:pt x="205" y="77"/>
                  </a:lnTo>
                  <a:lnTo>
                    <a:pt x="184" y="44"/>
                  </a:lnTo>
                  <a:lnTo>
                    <a:pt x="151" y="21"/>
                  </a:lnTo>
                  <a:lnTo>
                    <a:pt x="75" y="0"/>
                  </a:lnTo>
                  <a:lnTo>
                    <a:pt x="43" y="0"/>
                  </a:lnTo>
                  <a:lnTo>
                    <a:pt x="21" y="11"/>
                  </a:lnTo>
                  <a:lnTo>
                    <a:pt x="11" y="33"/>
                  </a:lnTo>
                  <a:lnTo>
                    <a:pt x="0" y="65"/>
                  </a:lnTo>
                  <a:lnTo>
                    <a:pt x="0" y="108"/>
                  </a:lnTo>
                </a:path>
              </a:pathLst>
            </a:custGeom>
            <a:noFill/>
            <a:ln w="0">
              <a:solidFill>
                <a:srgbClr val="0000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306" name="Freeform 4982">
              <a:extLst>
                <a:ext uri="{FF2B5EF4-FFF2-40B4-BE49-F238E27FC236}">
                  <a16:creationId xmlns:a16="http://schemas.microsoft.com/office/drawing/2014/main" id="{210746B7-DA56-E7A6-64BF-D18092A101D2}"/>
                </a:ext>
              </a:extLst>
            </p:cNvPr>
            <p:cNvSpPr>
              <a:spLocks/>
            </p:cNvSpPr>
            <p:nvPr/>
          </p:nvSpPr>
          <p:spPr bwMode="auto">
            <a:xfrm>
              <a:off x="2700" y="2859"/>
              <a:ext cx="29" cy="27"/>
            </a:xfrm>
            <a:custGeom>
              <a:avLst/>
              <a:gdLst>
                <a:gd name="T0" fmla="*/ 0 w 174"/>
                <a:gd name="T1" fmla="*/ 0 h 162"/>
                <a:gd name="T2" fmla="*/ 0 w 174"/>
                <a:gd name="T3" fmla="*/ 0 h 162"/>
                <a:gd name="T4" fmla="*/ 0 w 174"/>
                <a:gd name="T5" fmla="*/ 0 h 162"/>
                <a:gd name="T6" fmla="*/ 0 w 174"/>
                <a:gd name="T7" fmla="*/ 0 h 162"/>
                <a:gd name="T8" fmla="*/ 0 w 174"/>
                <a:gd name="T9" fmla="*/ 0 h 162"/>
                <a:gd name="T10" fmla="*/ 0 w 174"/>
                <a:gd name="T11" fmla="*/ 0 h 162"/>
                <a:gd name="T12" fmla="*/ 0 w 174"/>
                <a:gd name="T13" fmla="*/ 0 h 162"/>
                <a:gd name="T14" fmla="*/ 0 w 174"/>
                <a:gd name="T15" fmla="*/ 0 h 162"/>
                <a:gd name="T16" fmla="*/ 0 w 174"/>
                <a:gd name="T17" fmla="*/ 0 h 162"/>
                <a:gd name="T18" fmla="*/ 0 w 174"/>
                <a:gd name="T19" fmla="*/ 0 h 162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w 174"/>
                <a:gd name="T31" fmla="*/ 0 h 162"/>
                <a:gd name="T32" fmla="*/ 174 w 174"/>
                <a:gd name="T33" fmla="*/ 162 h 162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T30" t="T31" r="T32" b="T33"/>
              <a:pathLst>
                <a:path w="174" h="162">
                  <a:moveTo>
                    <a:pt x="174" y="108"/>
                  </a:moveTo>
                  <a:lnTo>
                    <a:pt x="163" y="65"/>
                  </a:lnTo>
                  <a:lnTo>
                    <a:pt x="141" y="32"/>
                  </a:lnTo>
                  <a:lnTo>
                    <a:pt x="108" y="11"/>
                  </a:lnTo>
                  <a:lnTo>
                    <a:pt x="77" y="0"/>
                  </a:lnTo>
                  <a:lnTo>
                    <a:pt x="44" y="0"/>
                  </a:lnTo>
                  <a:lnTo>
                    <a:pt x="22" y="11"/>
                  </a:lnTo>
                  <a:lnTo>
                    <a:pt x="11" y="21"/>
                  </a:lnTo>
                  <a:lnTo>
                    <a:pt x="0" y="44"/>
                  </a:lnTo>
                  <a:lnTo>
                    <a:pt x="0" y="162"/>
                  </a:lnTo>
                </a:path>
              </a:pathLst>
            </a:custGeom>
            <a:noFill/>
            <a:ln w="0">
              <a:solidFill>
                <a:srgbClr val="0000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307" name="Line 4983">
              <a:extLst>
                <a:ext uri="{FF2B5EF4-FFF2-40B4-BE49-F238E27FC236}">
                  <a16:creationId xmlns:a16="http://schemas.microsoft.com/office/drawing/2014/main" id="{E10B72C5-E200-615E-ABCE-8E1110E1D23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208" y="2940"/>
              <a:ext cx="1" cy="1"/>
            </a:xfrm>
            <a:prstGeom prst="line">
              <a:avLst/>
            </a:prstGeom>
            <a:noFill/>
            <a:ln w="0">
              <a:solidFill>
                <a:srgbClr val="0000FF"/>
              </a:solidFill>
              <a:round/>
              <a:headEnd/>
              <a:tailEnd/>
            </a:ln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308" name="Line 4984">
              <a:extLst>
                <a:ext uri="{FF2B5EF4-FFF2-40B4-BE49-F238E27FC236}">
                  <a16:creationId xmlns:a16="http://schemas.microsoft.com/office/drawing/2014/main" id="{1BB3E060-C10B-E1B8-50A8-0DCDE6F1364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208" y="2822"/>
              <a:ext cx="1" cy="1"/>
            </a:xfrm>
            <a:prstGeom prst="line">
              <a:avLst/>
            </a:prstGeom>
            <a:noFill/>
            <a:ln w="0">
              <a:solidFill>
                <a:srgbClr val="0000FF"/>
              </a:solidFill>
              <a:round/>
              <a:headEnd/>
              <a:tailEnd/>
            </a:ln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309" name="Line 4985">
              <a:extLst>
                <a:ext uri="{FF2B5EF4-FFF2-40B4-BE49-F238E27FC236}">
                  <a16:creationId xmlns:a16="http://schemas.microsoft.com/office/drawing/2014/main" id="{E6BE139B-07AC-1491-2176-A96596E90FE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803" y="2822"/>
              <a:ext cx="1" cy="1"/>
            </a:xfrm>
            <a:prstGeom prst="line">
              <a:avLst/>
            </a:prstGeom>
            <a:noFill/>
            <a:ln w="0">
              <a:solidFill>
                <a:srgbClr val="FF0000"/>
              </a:solidFill>
              <a:round/>
              <a:headEnd/>
              <a:tailEnd/>
            </a:ln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310" name="Line 4986">
              <a:extLst>
                <a:ext uri="{FF2B5EF4-FFF2-40B4-BE49-F238E27FC236}">
                  <a16:creationId xmlns:a16="http://schemas.microsoft.com/office/drawing/2014/main" id="{2C10FAE1-43B1-6A52-02AD-FFFE42DD160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828" y="2137"/>
              <a:ext cx="1" cy="75"/>
            </a:xfrm>
            <a:prstGeom prst="line">
              <a:avLst/>
            </a:prstGeom>
            <a:noFill/>
            <a:ln w="0">
              <a:solidFill>
                <a:srgbClr val="FF0000"/>
              </a:solidFill>
              <a:round/>
              <a:headEnd/>
              <a:tailEnd/>
            </a:ln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311" name="Line 4987">
              <a:extLst>
                <a:ext uri="{FF2B5EF4-FFF2-40B4-BE49-F238E27FC236}">
                  <a16:creationId xmlns:a16="http://schemas.microsoft.com/office/drawing/2014/main" id="{7861AB4A-4AC1-940A-3B86-C735A510C5C2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300" y="2142"/>
              <a:ext cx="1" cy="79"/>
            </a:xfrm>
            <a:prstGeom prst="line">
              <a:avLst/>
            </a:prstGeom>
            <a:noFill/>
            <a:ln w="0">
              <a:solidFill>
                <a:srgbClr val="00FF00"/>
              </a:solidFill>
              <a:round/>
              <a:headEnd/>
              <a:tailEnd/>
            </a:ln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312" name="Line 4988">
              <a:extLst>
                <a:ext uri="{FF2B5EF4-FFF2-40B4-BE49-F238E27FC236}">
                  <a16:creationId xmlns:a16="http://schemas.microsoft.com/office/drawing/2014/main" id="{66AF3949-857C-0B9D-8821-BF8F93F26E4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897" y="2177"/>
              <a:ext cx="333" cy="1"/>
            </a:xfrm>
            <a:prstGeom prst="line">
              <a:avLst/>
            </a:prstGeom>
            <a:noFill/>
            <a:ln w="0">
              <a:solidFill>
                <a:srgbClr val="FF0000"/>
              </a:solidFill>
              <a:round/>
              <a:headEnd/>
              <a:tailEnd/>
            </a:ln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313" name="Freeform 4989">
              <a:extLst>
                <a:ext uri="{FF2B5EF4-FFF2-40B4-BE49-F238E27FC236}">
                  <a16:creationId xmlns:a16="http://schemas.microsoft.com/office/drawing/2014/main" id="{9E4888F0-91D8-3ACF-44FB-8A4A7760B8B7}"/>
                </a:ext>
              </a:extLst>
            </p:cNvPr>
            <p:cNvSpPr>
              <a:spLocks/>
            </p:cNvSpPr>
            <p:nvPr/>
          </p:nvSpPr>
          <p:spPr bwMode="auto">
            <a:xfrm>
              <a:off x="3828" y="2166"/>
              <a:ext cx="69" cy="23"/>
            </a:xfrm>
            <a:custGeom>
              <a:avLst/>
              <a:gdLst>
                <a:gd name="T0" fmla="*/ 0 w 416"/>
                <a:gd name="T1" fmla="*/ 0 h 139"/>
                <a:gd name="T2" fmla="*/ 0 w 416"/>
                <a:gd name="T3" fmla="*/ 0 h 139"/>
                <a:gd name="T4" fmla="*/ 0 w 416"/>
                <a:gd name="T5" fmla="*/ 0 h 139"/>
                <a:gd name="T6" fmla="*/ 0 w 416"/>
                <a:gd name="T7" fmla="*/ 0 h 139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416"/>
                <a:gd name="T13" fmla="*/ 0 h 139"/>
                <a:gd name="T14" fmla="*/ 416 w 416"/>
                <a:gd name="T15" fmla="*/ 139 h 139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416" h="139">
                  <a:moveTo>
                    <a:pt x="416" y="0"/>
                  </a:moveTo>
                  <a:lnTo>
                    <a:pt x="416" y="139"/>
                  </a:lnTo>
                  <a:lnTo>
                    <a:pt x="0" y="69"/>
                  </a:lnTo>
                  <a:lnTo>
                    <a:pt x="416" y="0"/>
                  </a:lnTo>
                  <a:close/>
                </a:path>
              </a:pathLst>
            </a:custGeom>
            <a:solidFill>
              <a:srgbClr val="FF0000"/>
            </a:solidFill>
            <a:ln w="9525">
              <a:solidFill>
                <a:srgbClr val="FF0000"/>
              </a:solidFill>
              <a:round/>
              <a:headEnd/>
              <a:tailEnd/>
            </a:ln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314" name="Freeform 4990">
              <a:extLst>
                <a:ext uri="{FF2B5EF4-FFF2-40B4-BE49-F238E27FC236}">
                  <a16:creationId xmlns:a16="http://schemas.microsoft.com/office/drawing/2014/main" id="{50E65895-F35A-3D5C-95DE-9D0E7A05F0B3}"/>
                </a:ext>
              </a:extLst>
            </p:cNvPr>
            <p:cNvSpPr>
              <a:spLocks/>
            </p:cNvSpPr>
            <p:nvPr/>
          </p:nvSpPr>
          <p:spPr bwMode="auto">
            <a:xfrm>
              <a:off x="3828" y="2166"/>
              <a:ext cx="69" cy="23"/>
            </a:xfrm>
            <a:custGeom>
              <a:avLst/>
              <a:gdLst>
                <a:gd name="T0" fmla="*/ 0 w 416"/>
                <a:gd name="T1" fmla="*/ 0 h 139"/>
                <a:gd name="T2" fmla="*/ 0 w 416"/>
                <a:gd name="T3" fmla="*/ 0 h 139"/>
                <a:gd name="T4" fmla="*/ 0 w 416"/>
                <a:gd name="T5" fmla="*/ 0 h 139"/>
                <a:gd name="T6" fmla="*/ 0 w 416"/>
                <a:gd name="T7" fmla="*/ 0 h 139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416"/>
                <a:gd name="T13" fmla="*/ 0 h 139"/>
                <a:gd name="T14" fmla="*/ 416 w 416"/>
                <a:gd name="T15" fmla="*/ 139 h 139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416" h="139">
                  <a:moveTo>
                    <a:pt x="416" y="0"/>
                  </a:moveTo>
                  <a:lnTo>
                    <a:pt x="416" y="139"/>
                  </a:lnTo>
                  <a:lnTo>
                    <a:pt x="0" y="69"/>
                  </a:lnTo>
                  <a:lnTo>
                    <a:pt x="416" y="0"/>
                  </a:lnTo>
                  <a:close/>
                </a:path>
              </a:pathLst>
            </a:custGeom>
            <a:solidFill>
              <a:srgbClr val="FF0000"/>
            </a:solidFill>
            <a:ln w="0">
              <a:solidFill>
                <a:srgbClr val="FF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315" name="Freeform 4991">
              <a:extLst>
                <a:ext uri="{FF2B5EF4-FFF2-40B4-BE49-F238E27FC236}">
                  <a16:creationId xmlns:a16="http://schemas.microsoft.com/office/drawing/2014/main" id="{BA6C6B23-8804-2CFA-9A94-E1795D9FB232}"/>
                </a:ext>
              </a:extLst>
            </p:cNvPr>
            <p:cNvSpPr>
              <a:spLocks/>
            </p:cNvSpPr>
            <p:nvPr/>
          </p:nvSpPr>
          <p:spPr bwMode="auto">
            <a:xfrm>
              <a:off x="4230" y="2166"/>
              <a:ext cx="70" cy="23"/>
            </a:xfrm>
            <a:custGeom>
              <a:avLst/>
              <a:gdLst>
                <a:gd name="T0" fmla="*/ 0 w 417"/>
                <a:gd name="T1" fmla="*/ 0 h 139"/>
                <a:gd name="T2" fmla="*/ 0 w 417"/>
                <a:gd name="T3" fmla="*/ 0 h 139"/>
                <a:gd name="T4" fmla="*/ 0 w 417"/>
                <a:gd name="T5" fmla="*/ 0 h 139"/>
                <a:gd name="T6" fmla="*/ 0 w 417"/>
                <a:gd name="T7" fmla="*/ 0 h 139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417"/>
                <a:gd name="T13" fmla="*/ 0 h 139"/>
                <a:gd name="T14" fmla="*/ 417 w 417"/>
                <a:gd name="T15" fmla="*/ 139 h 139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417" h="139">
                  <a:moveTo>
                    <a:pt x="0" y="0"/>
                  </a:moveTo>
                  <a:lnTo>
                    <a:pt x="0" y="139"/>
                  </a:lnTo>
                  <a:lnTo>
                    <a:pt x="417" y="6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/>
            </a:solidFill>
            <a:ln w="9525">
              <a:solidFill>
                <a:srgbClr val="FF0000"/>
              </a:solidFill>
              <a:round/>
              <a:headEnd/>
              <a:tailEnd/>
            </a:ln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316" name="Freeform 4992">
              <a:extLst>
                <a:ext uri="{FF2B5EF4-FFF2-40B4-BE49-F238E27FC236}">
                  <a16:creationId xmlns:a16="http://schemas.microsoft.com/office/drawing/2014/main" id="{05492489-164F-8A68-7976-4C28E622C5DC}"/>
                </a:ext>
              </a:extLst>
            </p:cNvPr>
            <p:cNvSpPr>
              <a:spLocks/>
            </p:cNvSpPr>
            <p:nvPr/>
          </p:nvSpPr>
          <p:spPr bwMode="auto">
            <a:xfrm>
              <a:off x="4230" y="2166"/>
              <a:ext cx="70" cy="23"/>
            </a:xfrm>
            <a:custGeom>
              <a:avLst/>
              <a:gdLst>
                <a:gd name="T0" fmla="*/ 0 w 417"/>
                <a:gd name="T1" fmla="*/ 0 h 139"/>
                <a:gd name="T2" fmla="*/ 0 w 417"/>
                <a:gd name="T3" fmla="*/ 0 h 139"/>
                <a:gd name="T4" fmla="*/ 0 w 417"/>
                <a:gd name="T5" fmla="*/ 0 h 139"/>
                <a:gd name="T6" fmla="*/ 0 w 417"/>
                <a:gd name="T7" fmla="*/ 0 h 139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417"/>
                <a:gd name="T13" fmla="*/ 0 h 139"/>
                <a:gd name="T14" fmla="*/ 417 w 417"/>
                <a:gd name="T15" fmla="*/ 139 h 139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417" h="139">
                  <a:moveTo>
                    <a:pt x="0" y="0"/>
                  </a:moveTo>
                  <a:lnTo>
                    <a:pt x="0" y="139"/>
                  </a:lnTo>
                  <a:lnTo>
                    <a:pt x="417" y="6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/>
            </a:solidFill>
            <a:ln w="0">
              <a:solidFill>
                <a:srgbClr val="FF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317" name="Freeform 4993">
              <a:extLst>
                <a:ext uri="{FF2B5EF4-FFF2-40B4-BE49-F238E27FC236}">
                  <a16:creationId xmlns:a16="http://schemas.microsoft.com/office/drawing/2014/main" id="{71CEC0B0-E148-C80B-2D1F-7EDCA8523CCC}"/>
                </a:ext>
              </a:extLst>
            </p:cNvPr>
            <p:cNvSpPr>
              <a:spLocks/>
            </p:cNvSpPr>
            <p:nvPr/>
          </p:nvSpPr>
          <p:spPr bwMode="auto">
            <a:xfrm>
              <a:off x="4021" y="2074"/>
              <a:ext cx="18" cy="65"/>
            </a:xfrm>
            <a:custGeom>
              <a:avLst/>
              <a:gdLst>
                <a:gd name="T0" fmla="*/ 0 w 108"/>
                <a:gd name="T1" fmla="*/ 0 h 390"/>
                <a:gd name="T2" fmla="*/ 0 w 108"/>
                <a:gd name="T3" fmla="*/ 0 h 390"/>
                <a:gd name="T4" fmla="*/ 0 w 108"/>
                <a:gd name="T5" fmla="*/ 0 h 390"/>
                <a:gd name="T6" fmla="*/ 0 60000 65536"/>
                <a:gd name="T7" fmla="*/ 0 60000 65536"/>
                <a:gd name="T8" fmla="*/ 0 60000 65536"/>
                <a:gd name="T9" fmla="*/ 0 w 108"/>
                <a:gd name="T10" fmla="*/ 0 h 390"/>
                <a:gd name="T11" fmla="*/ 108 w 108"/>
                <a:gd name="T12" fmla="*/ 390 h 39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08" h="390">
                  <a:moveTo>
                    <a:pt x="0" y="390"/>
                  </a:moveTo>
                  <a:lnTo>
                    <a:pt x="108" y="0"/>
                  </a:lnTo>
                  <a:lnTo>
                    <a:pt x="0" y="86"/>
                  </a:lnTo>
                </a:path>
              </a:pathLst>
            </a:custGeom>
            <a:noFill/>
            <a:ln w="0">
              <a:solidFill>
                <a:srgbClr val="FF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318" name="Freeform 4994">
              <a:extLst>
                <a:ext uri="{FF2B5EF4-FFF2-40B4-BE49-F238E27FC236}">
                  <a16:creationId xmlns:a16="http://schemas.microsoft.com/office/drawing/2014/main" id="{0BA35FC7-36F8-A435-DCB5-E8D61DF93CF5}"/>
                </a:ext>
              </a:extLst>
            </p:cNvPr>
            <p:cNvSpPr>
              <a:spLocks/>
            </p:cNvSpPr>
            <p:nvPr/>
          </p:nvSpPr>
          <p:spPr bwMode="auto">
            <a:xfrm>
              <a:off x="4046" y="2074"/>
              <a:ext cx="36" cy="50"/>
            </a:xfrm>
            <a:custGeom>
              <a:avLst/>
              <a:gdLst>
                <a:gd name="T0" fmla="*/ 0 w 217"/>
                <a:gd name="T1" fmla="*/ 0 h 303"/>
                <a:gd name="T2" fmla="*/ 0 w 217"/>
                <a:gd name="T3" fmla="*/ 0 h 303"/>
                <a:gd name="T4" fmla="*/ 0 w 217"/>
                <a:gd name="T5" fmla="*/ 0 h 303"/>
                <a:gd name="T6" fmla="*/ 0 60000 65536"/>
                <a:gd name="T7" fmla="*/ 0 60000 65536"/>
                <a:gd name="T8" fmla="*/ 0 60000 65536"/>
                <a:gd name="T9" fmla="*/ 0 w 217"/>
                <a:gd name="T10" fmla="*/ 0 h 303"/>
                <a:gd name="T11" fmla="*/ 217 w 217"/>
                <a:gd name="T12" fmla="*/ 303 h 303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7" h="303">
                  <a:moveTo>
                    <a:pt x="163" y="0"/>
                  </a:moveTo>
                  <a:lnTo>
                    <a:pt x="0" y="303"/>
                  </a:lnTo>
                  <a:lnTo>
                    <a:pt x="217" y="303"/>
                  </a:lnTo>
                </a:path>
              </a:pathLst>
            </a:custGeom>
            <a:noFill/>
            <a:ln w="0">
              <a:solidFill>
                <a:srgbClr val="FF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319" name="Line 4995">
              <a:extLst>
                <a:ext uri="{FF2B5EF4-FFF2-40B4-BE49-F238E27FC236}">
                  <a16:creationId xmlns:a16="http://schemas.microsoft.com/office/drawing/2014/main" id="{E1DBF20A-D243-8AB3-7993-2DEFBBE1F6EC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068" y="2110"/>
              <a:ext cx="7" cy="29"/>
            </a:xfrm>
            <a:prstGeom prst="line">
              <a:avLst/>
            </a:prstGeom>
            <a:noFill/>
            <a:ln w="0">
              <a:solidFill>
                <a:srgbClr val="FF0000"/>
              </a:solidFill>
              <a:round/>
              <a:headEnd/>
              <a:tailEnd/>
            </a:ln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320" name="Line 4996">
              <a:extLst>
                <a:ext uri="{FF2B5EF4-FFF2-40B4-BE49-F238E27FC236}">
                  <a16:creationId xmlns:a16="http://schemas.microsoft.com/office/drawing/2014/main" id="{215F688C-1B58-961C-F027-37B7D5919A8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828" y="2137"/>
              <a:ext cx="1" cy="1"/>
            </a:xfrm>
            <a:prstGeom prst="line">
              <a:avLst/>
            </a:prstGeom>
            <a:noFill/>
            <a:ln w="0">
              <a:solidFill>
                <a:srgbClr val="FF0000"/>
              </a:solidFill>
              <a:round/>
              <a:headEnd/>
              <a:tailEnd/>
            </a:ln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321" name="Line 4997">
              <a:extLst>
                <a:ext uri="{FF2B5EF4-FFF2-40B4-BE49-F238E27FC236}">
                  <a16:creationId xmlns:a16="http://schemas.microsoft.com/office/drawing/2014/main" id="{96A61572-AC8B-9AD0-95D9-88526645179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300" y="2221"/>
              <a:ext cx="1" cy="1"/>
            </a:xfrm>
            <a:prstGeom prst="line">
              <a:avLst/>
            </a:prstGeom>
            <a:noFill/>
            <a:ln w="0">
              <a:solidFill>
                <a:srgbClr val="0000FF"/>
              </a:solidFill>
              <a:round/>
              <a:headEnd/>
              <a:tailEnd/>
            </a:ln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322" name="Line 4998">
              <a:extLst>
                <a:ext uri="{FF2B5EF4-FFF2-40B4-BE49-F238E27FC236}">
                  <a16:creationId xmlns:a16="http://schemas.microsoft.com/office/drawing/2014/main" id="{1DD95CDE-12F0-1D3B-3E52-C9A957FAC27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300" y="2177"/>
              <a:ext cx="1" cy="1"/>
            </a:xfrm>
            <a:prstGeom prst="line">
              <a:avLst/>
            </a:prstGeom>
            <a:noFill/>
            <a:ln w="0">
              <a:solidFill>
                <a:srgbClr val="FF0000"/>
              </a:solidFill>
              <a:round/>
              <a:headEnd/>
              <a:tailEnd/>
            </a:ln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323" name="Line 4999">
              <a:extLst>
                <a:ext uri="{FF2B5EF4-FFF2-40B4-BE49-F238E27FC236}">
                  <a16:creationId xmlns:a16="http://schemas.microsoft.com/office/drawing/2014/main" id="{F932B4FA-525D-64CB-4136-229EC192CCC9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653" y="1984"/>
              <a:ext cx="38" cy="1"/>
            </a:xfrm>
            <a:prstGeom prst="line">
              <a:avLst/>
            </a:prstGeom>
            <a:noFill/>
            <a:ln w="0">
              <a:solidFill>
                <a:srgbClr val="FF0000"/>
              </a:solidFill>
              <a:round/>
              <a:headEnd/>
              <a:tailEnd/>
            </a:ln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324" name="Line 5000">
              <a:extLst>
                <a:ext uri="{FF2B5EF4-FFF2-40B4-BE49-F238E27FC236}">
                  <a16:creationId xmlns:a16="http://schemas.microsoft.com/office/drawing/2014/main" id="{239A2A48-BAE1-1FDC-51E7-F0CCF0DC90E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666" y="1778"/>
              <a:ext cx="57" cy="1"/>
            </a:xfrm>
            <a:prstGeom prst="line">
              <a:avLst/>
            </a:prstGeom>
            <a:noFill/>
            <a:ln w="0">
              <a:solidFill>
                <a:srgbClr val="00FF00"/>
              </a:solidFill>
              <a:round/>
              <a:headEnd/>
              <a:tailEnd/>
            </a:ln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325" name="Line 5001">
              <a:extLst>
                <a:ext uri="{FF2B5EF4-FFF2-40B4-BE49-F238E27FC236}">
                  <a16:creationId xmlns:a16="http://schemas.microsoft.com/office/drawing/2014/main" id="{037E00E4-ADA5-6213-9D08-B904599DDBA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688" y="2054"/>
              <a:ext cx="1" cy="70"/>
            </a:xfrm>
            <a:prstGeom prst="line">
              <a:avLst/>
            </a:prstGeom>
            <a:noFill/>
            <a:ln w="0">
              <a:solidFill>
                <a:srgbClr val="FF0000"/>
              </a:solidFill>
              <a:round/>
              <a:headEnd/>
              <a:tailEnd/>
            </a:ln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326" name="Line 5002">
              <a:extLst>
                <a:ext uri="{FF2B5EF4-FFF2-40B4-BE49-F238E27FC236}">
                  <a16:creationId xmlns:a16="http://schemas.microsoft.com/office/drawing/2014/main" id="{CE7952D1-99A3-BC38-047F-BAA11259632A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688" y="1639"/>
              <a:ext cx="1" cy="69"/>
            </a:xfrm>
            <a:prstGeom prst="line">
              <a:avLst/>
            </a:prstGeom>
            <a:noFill/>
            <a:ln w="0">
              <a:solidFill>
                <a:srgbClr val="FF0000"/>
              </a:solidFill>
              <a:round/>
              <a:headEnd/>
              <a:tailEnd/>
            </a:ln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327" name="Line 5003">
              <a:extLst>
                <a:ext uri="{FF2B5EF4-FFF2-40B4-BE49-F238E27FC236}">
                  <a16:creationId xmlns:a16="http://schemas.microsoft.com/office/drawing/2014/main" id="{2C2EDF13-BE90-F19C-EABF-15FBDE5879CF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688" y="1778"/>
              <a:ext cx="1" cy="206"/>
            </a:xfrm>
            <a:prstGeom prst="line">
              <a:avLst/>
            </a:prstGeom>
            <a:noFill/>
            <a:ln w="0">
              <a:solidFill>
                <a:srgbClr val="FF0000"/>
              </a:solidFill>
              <a:round/>
              <a:headEnd/>
              <a:tailEnd/>
            </a:ln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328" name="Freeform 5004">
              <a:extLst>
                <a:ext uri="{FF2B5EF4-FFF2-40B4-BE49-F238E27FC236}">
                  <a16:creationId xmlns:a16="http://schemas.microsoft.com/office/drawing/2014/main" id="{EDD0850C-D764-BFEF-74D8-50A0FCD4C091}"/>
                </a:ext>
              </a:extLst>
            </p:cNvPr>
            <p:cNvSpPr>
              <a:spLocks/>
            </p:cNvSpPr>
            <p:nvPr/>
          </p:nvSpPr>
          <p:spPr bwMode="auto">
            <a:xfrm>
              <a:off x="3676" y="1984"/>
              <a:ext cx="24" cy="70"/>
            </a:xfrm>
            <a:custGeom>
              <a:avLst/>
              <a:gdLst>
                <a:gd name="T0" fmla="*/ 0 w 139"/>
                <a:gd name="T1" fmla="*/ 0 h 417"/>
                <a:gd name="T2" fmla="*/ 0 w 139"/>
                <a:gd name="T3" fmla="*/ 0 h 417"/>
                <a:gd name="T4" fmla="*/ 0 w 139"/>
                <a:gd name="T5" fmla="*/ 0 h 417"/>
                <a:gd name="T6" fmla="*/ 0 w 139"/>
                <a:gd name="T7" fmla="*/ 0 h 417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139"/>
                <a:gd name="T13" fmla="*/ 0 h 417"/>
                <a:gd name="T14" fmla="*/ 139 w 139"/>
                <a:gd name="T15" fmla="*/ 417 h 417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139" h="417">
                  <a:moveTo>
                    <a:pt x="0" y="417"/>
                  </a:moveTo>
                  <a:lnTo>
                    <a:pt x="139" y="417"/>
                  </a:lnTo>
                  <a:lnTo>
                    <a:pt x="69" y="0"/>
                  </a:lnTo>
                  <a:lnTo>
                    <a:pt x="0" y="417"/>
                  </a:lnTo>
                  <a:close/>
                </a:path>
              </a:pathLst>
            </a:custGeom>
            <a:solidFill>
              <a:srgbClr val="FF0000"/>
            </a:solidFill>
            <a:ln w="9525">
              <a:solidFill>
                <a:srgbClr val="FF0000"/>
              </a:solidFill>
              <a:round/>
              <a:headEnd/>
              <a:tailEnd/>
            </a:ln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329" name="Freeform 5005">
              <a:extLst>
                <a:ext uri="{FF2B5EF4-FFF2-40B4-BE49-F238E27FC236}">
                  <a16:creationId xmlns:a16="http://schemas.microsoft.com/office/drawing/2014/main" id="{DE4E66C3-9B57-ADCD-C3E7-368142FEC64F}"/>
                </a:ext>
              </a:extLst>
            </p:cNvPr>
            <p:cNvSpPr>
              <a:spLocks/>
            </p:cNvSpPr>
            <p:nvPr/>
          </p:nvSpPr>
          <p:spPr bwMode="auto">
            <a:xfrm>
              <a:off x="3676" y="1984"/>
              <a:ext cx="24" cy="70"/>
            </a:xfrm>
            <a:custGeom>
              <a:avLst/>
              <a:gdLst>
                <a:gd name="T0" fmla="*/ 0 w 139"/>
                <a:gd name="T1" fmla="*/ 0 h 417"/>
                <a:gd name="T2" fmla="*/ 0 w 139"/>
                <a:gd name="T3" fmla="*/ 0 h 417"/>
                <a:gd name="T4" fmla="*/ 0 w 139"/>
                <a:gd name="T5" fmla="*/ 0 h 417"/>
                <a:gd name="T6" fmla="*/ 0 w 139"/>
                <a:gd name="T7" fmla="*/ 0 h 417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139"/>
                <a:gd name="T13" fmla="*/ 0 h 417"/>
                <a:gd name="T14" fmla="*/ 139 w 139"/>
                <a:gd name="T15" fmla="*/ 417 h 417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139" h="417">
                  <a:moveTo>
                    <a:pt x="0" y="417"/>
                  </a:moveTo>
                  <a:lnTo>
                    <a:pt x="139" y="417"/>
                  </a:lnTo>
                  <a:lnTo>
                    <a:pt x="69" y="0"/>
                  </a:lnTo>
                  <a:lnTo>
                    <a:pt x="0" y="417"/>
                  </a:lnTo>
                  <a:close/>
                </a:path>
              </a:pathLst>
            </a:custGeom>
            <a:solidFill>
              <a:srgbClr val="FF0000"/>
            </a:solidFill>
            <a:ln w="0">
              <a:solidFill>
                <a:srgbClr val="FF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330" name="Freeform 5006">
              <a:extLst>
                <a:ext uri="{FF2B5EF4-FFF2-40B4-BE49-F238E27FC236}">
                  <a16:creationId xmlns:a16="http://schemas.microsoft.com/office/drawing/2014/main" id="{063385D5-372F-D98E-7E11-E8D33B669C74}"/>
                </a:ext>
              </a:extLst>
            </p:cNvPr>
            <p:cNvSpPr>
              <a:spLocks/>
            </p:cNvSpPr>
            <p:nvPr/>
          </p:nvSpPr>
          <p:spPr bwMode="auto">
            <a:xfrm>
              <a:off x="3676" y="1708"/>
              <a:ext cx="24" cy="70"/>
            </a:xfrm>
            <a:custGeom>
              <a:avLst/>
              <a:gdLst>
                <a:gd name="T0" fmla="*/ 0 w 139"/>
                <a:gd name="T1" fmla="*/ 0 h 416"/>
                <a:gd name="T2" fmla="*/ 0 w 139"/>
                <a:gd name="T3" fmla="*/ 0 h 416"/>
                <a:gd name="T4" fmla="*/ 0 w 139"/>
                <a:gd name="T5" fmla="*/ 0 h 416"/>
                <a:gd name="T6" fmla="*/ 0 w 139"/>
                <a:gd name="T7" fmla="*/ 0 h 416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139"/>
                <a:gd name="T13" fmla="*/ 0 h 416"/>
                <a:gd name="T14" fmla="*/ 139 w 139"/>
                <a:gd name="T15" fmla="*/ 416 h 41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139" h="416">
                  <a:moveTo>
                    <a:pt x="0" y="0"/>
                  </a:moveTo>
                  <a:lnTo>
                    <a:pt x="139" y="0"/>
                  </a:lnTo>
                  <a:lnTo>
                    <a:pt x="69" y="41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/>
            </a:solidFill>
            <a:ln w="9525">
              <a:solidFill>
                <a:srgbClr val="FF0000"/>
              </a:solidFill>
              <a:round/>
              <a:headEnd/>
              <a:tailEnd/>
            </a:ln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331" name="Freeform 5007">
              <a:extLst>
                <a:ext uri="{FF2B5EF4-FFF2-40B4-BE49-F238E27FC236}">
                  <a16:creationId xmlns:a16="http://schemas.microsoft.com/office/drawing/2014/main" id="{89669F88-5286-71D4-356D-587AC48DBE69}"/>
                </a:ext>
              </a:extLst>
            </p:cNvPr>
            <p:cNvSpPr>
              <a:spLocks/>
            </p:cNvSpPr>
            <p:nvPr/>
          </p:nvSpPr>
          <p:spPr bwMode="auto">
            <a:xfrm>
              <a:off x="3676" y="1708"/>
              <a:ext cx="24" cy="70"/>
            </a:xfrm>
            <a:custGeom>
              <a:avLst/>
              <a:gdLst>
                <a:gd name="T0" fmla="*/ 0 w 139"/>
                <a:gd name="T1" fmla="*/ 0 h 416"/>
                <a:gd name="T2" fmla="*/ 0 w 139"/>
                <a:gd name="T3" fmla="*/ 0 h 416"/>
                <a:gd name="T4" fmla="*/ 0 w 139"/>
                <a:gd name="T5" fmla="*/ 0 h 416"/>
                <a:gd name="T6" fmla="*/ 0 w 139"/>
                <a:gd name="T7" fmla="*/ 0 h 416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139"/>
                <a:gd name="T13" fmla="*/ 0 h 416"/>
                <a:gd name="T14" fmla="*/ 139 w 139"/>
                <a:gd name="T15" fmla="*/ 416 h 41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139" h="416">
                  <a:moveTo>
                    <a:pt x="0" y="0"/>
                  </a:moveTo>
                  <a:lnTo>
                    <a:pt x="139" y="0"/>
                  </a:lnTo>
                  <a:lnTo>
                    <a:pt x="69" y="41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/>
            </a:solidFill>
            <a:ln w="0">
              <a:solidFill>
                <a:srgbClr val="FF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332" name="Freeform 5008">
              <a:extLst>
                <a:ext uri="{FF2B5EF4-FFF2-40B4-BE49-F238E27FC236}">
                  <a16:creationId xmlns:a16="http://schemas.microsoft.com/office/drawing/2014/main" id="{81ADF6EB-BDE3-C93F-820A-422D5C3052CC}"/>
                </a:ext>
              </a:extLst>
            </p:cNvPr>
            <p:cNvSpPr>
              <a:spLocks/>
            </p:cNvSpPr>
            <p:nvPr/>
          </p:nvSpPr>
          <p:spPr bwMode="auto">
            <a:xfrm>
              <a:off x="3585" y="1863"/>
              <a:ext cx="65" cy="36"/>
            </a:xfrm>
            <a:custGeom>
              <a:avLst/>
              <a:gdLst>
                <a:gd name="T0" fmla="*/ 0 w 391"/>
                <a:gd name="T1" fmla="*/ 0 h 217"/>
                <a:gd name="T2" fmla="*/ 0 w 391"/>
                <a:gd name="T3" fmla="*/ 0 h 217"/>
                <a:gd name="T4" fmla="*/ 0 w 391"/>
                <a:gd name="T5" fmla="*/ 0 h 217"/>
                <a:gd name="T6" fmla="*/ 0 w 391"/>
                <a:gd name="T7" fmla="*/ 0 h 217"/>
                <a:gd name="T8" fmla="*/ 0 w 391"/>
                <a:gd name="T9" fmla="*/ 0 h 217"/>
                <a:gd name="T10" fmla="*/ 0 w 391"/>
                <a:gd name="T11" fmla="*/ 0 h 217"/>
                <a:gd name="T12" fmla="*/ 0 w 391"/>
                <a:gd name="T13" fmla="*/ 0 h 217"/>
                <a:gd name="T14" fmla="*/ 0 w 391"/>
                <a:gd name="T15" fmla="*/ 0 h 217"/>
                <a:gd name="T16" fmla="*/ 0 w 391"/>
                <a:gd name="T17" fmla="*/ 0 h 217"/>
                <a:gd name="T18" fmla="*/ 0 w 391"/>
                <a:gd name="T19" fmla="*/ 0 h 217"/>
                <a:gd name="T20" fmla="*/ 0 w 391"/>
                <a:gd name="T21" fmla="*/ 0 h 217"/>
                <a:gd name="T22" fmla="*/ 0 w 391"/>
                <a:gd name="T23" fmla="*/ 0 h 217"/>
                <a:gd name="T24" fmla="*/ 0 w 391"/>
                <a:gd name="T25" fmla="*/ 0 h 217"/>
                <a:gd name="T26" fmla="*/ 0 w 391"/>
                <a:gd name="T27" fmla="*/ 0 h 217"/>
                <a:gd name="T28" fmla="*/ 0 w 391"/>
                <a:gd name="T29" fmla="*/ 0 h 217"/>
                <a:gd name="T30" fmla="*/ 0 w 391"/>
                <a:gd name="T31" fmla="*/ 0 h 217"/>
                <a:gd name="T32" fmla="*/ 0 w 391"/>
                <a:gd name="T33" fmla="*/ 0 h 217"/>
                <a:gd name="T34" fmla="*/ 0 w 391"/>
                <a:gd name="T35" fmla="*/ 0 h 217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w 391"/>
                <a:gd name="T55" fmla="*/ 0 h 217"/>
                <a:gd name="T56" fmla="*/ 391 w 391"/>
                <a:gd name="T57" fmla="*/ 217 h 217"/>
              </a:gdLst>
              <a:ahLst/>
              <a:cxnLst>
                <a:cxn ang="T36">
                  <a:pos x="T0" y="T1"/>
                </a:cxn>
                <a:cxn ang="T37">
                  <a:pos x="T2" y="T3"/>
                </a:cxn>
                <a:cxn ang="T38">
                  <a:pos x="T4" y="T5"/>
                </a:cxn>
                <a:cxn ang="T39">
                  <a:pos x="T6" y="T7"/>
                </a:cxn>
                <a:cxn ang="T40">
                  <a:pos x="T8" y="T9"/>
                </a:cxn>
                <a:cxn ang="T41">
                  <a:pos x="T10" y="T11"/>
                </a:cxn>
                <a:cxn ang="T42">
                  <a:pos x="T12" y="T13"/>
                </a:cxn>
                <a:cxn ang="T43">
                  <a:pos x="T14" y="T15"/>
                </a:cxn>
                <a:cxn ang="T44">
                  <a:pos x="T16" y="T17"/>
                </a:cxn>
                <a:cxn ang="T45">
                  <a:pos x="T18" y="T19"/>
                </a:cxn>
                <a:cxn ang="T46">
                  <a:pos x="T20" y="T21"/>
                </a:cxn>
                <a:cxn ang="T47">
                  <a:pos x="T22" y="T23"/>
                </a:cxn>
                <a:cxn ang="T48">
                  <a:pos x="T24" y="T25"/>
                </a:cxn>
                <a:cxn ang="T49">
                  <a:pos x="T26" y="T27"/>
                </a:cxn>
                <a:cxn ang="T50">
                  <a:pos x="T28" y="T29"/>
                </a:cxn>
                <a:cxn ang="T51">
                  <a:pos x="T30" y="T31"/>
                </a:cxn>
                <a:cxn ang="T52">
                  <a:pos x="T32" y="T33"/>
                </a:cxn>
                <a:cxn ang="T53">
                  <a:pos x="T34" y="T35"/>
                </a:cxn>
              </a:cxnLst>
              <a:rect l="T54" t="T55" r="T56" b="T57"/>
              <a:pathLst>
                <a:path w="391" h="217">
                  <a:moveTo>
                    <a:pt x="0" y="0"/>
                  </a:moveTo>
                  <a:lnTo>
                    <a:pt x="22" y="55"/>
                  </a:lnTo>
                  <a:lnTo>
                    <a:pt x="66" y="109"/>
                  </a:lnTo>
                  <a:lnTo>
                    <a:pt x="120" y="153"/>
                  </a:lnTo>
                  <a:lnTo>
                    <a:pt x="163" y="174"/>
                  </a:lnTo>
                  <a:lnTo>
                    <a:pt x="315" y="217"/>
                  </a:lnTo>
                  <a:lnTo>
                    <a:pt x="337" y="217"/>
                  </a:lnTo>
                  <a:lnTo>
                    <a:pt x="369" y="207"/>
                  </a:lnTo>
                  <a:lnTo>
                    <a:pt x="391" y="174"/>
                  </a:lnTo>
                  <a:lnTo>
                    <a:pt x="391" y="142"/>
                  </a:lnTo>
                  <a:lnTo>
                    <a:pt x="380" y="99"/>
                  </a:lnTo>
                  <a:lnTo>
                    <a:pt x="358" y="66"/>
                  </a:lnTo>
                  <a:lnTo>
                    <a:pt x="326" y="44"/>
                  </a:lnTo>
                  <a:lnTo>
                    <a:pt x="250" y="23"/>
                  </a:lnTo>
                  <a:lnTo>
                    <a:pt x="217" y="23"/>
                  </a:lnTo>
                  <a:lnTo>
                    <a:pt x="184" y="33"/>
                  </a:lnTo>
                  <a:lnTo>
                    <a:pt x="174" y="66"/>
                  </a:lnTo>
                  <a:lnTo>
                    <a:pt x="174" y="163"/>
                  </a:lnTo>
                </a:path>
              </a:pathLst>
            </a:custGeom>
            <a:noFill/>
            <a:ln w="0">
              <a:solidFill>
                <a:srgbClr val="FF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333" name="Line 5009">
              <a:extLst>
                <a:ext uri="{FF2B5EF4-FFF2-40B4-BE49-F238E27FC236}">
                  <a16:creationId xmlns:a16="http://schemas.microsoft.com/office/drawing/2014/main" id="{2B0C3717-1651-3E5C-EFE9-102B6BEAC8F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691" y="1984"/>
              <a:ext cx="1" cy="1"/>
            </a:xfrm>
            <a:prstGeom prst="line">
              <a:avLst/>
            </a:prstGeom>
            <a:noFill/>
            <a:ln w="0">
              <a:solidFill>
                <a:srgbClr val="FF0000"/>
              </a:solidFill>
              <a:round/>
              <a:headEnd/>
              <a:tailEnd/>
            </a:ln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334" name="Line 5010">
              <a:extLst>
                <a:ext uri="{FF2B5EF4-FFF2-40B4-BE49-F238E27FC236}">
                  <a16:creationId xmlns:a16="http://schemas.microsoft.com/office/drawing/2014/main" id="{E37E1EF6-6F84-6FF6-E98B-034274988BD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666" y="1778"/>
              <a:ext cx="1" cy="1"/>
            </a:xfrm>
            <a:prstGeom prst="line">
              <a:avLst/>
            </a:prstGeom>
            <a:noFill/>
            <a:ln w="0">
              <a:solidFill>
                <a:srgbClr val="FF0000"/>
              </a:solidFill>
              <a:round/>
              <a:headEnd/>
              <a:tailEnd/>
            </a:ln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335" name="Line 5011">
              <a:extLst>
                <a:ext uri="{FF2B5EF4-FFF2-40B4-BE49-F238E27FC236}">
                  <a16:creationId xmlns:a16="http://schemas.microsoft.com/office/drawing/2014/main" id="{78D7C599-0078-BDD2-82EC-76E96AFA253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688" y="1778"/>
              <a:ext cx="1" cy="1"/>
            </a:xfrm>
            <a:prstGeom prst="line">
              <a:avLst/>
            </a:prstGeom>
            <a:noFill/>
            <a:ln w="0">
              <a:solidFill>
                <a:srgbClr val="FF0000"/>
              </a:solidFill>
              <a:round/>
              <a:headEnd/>
              <a:tailEnd/>
            </a:ln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336" name="Line 5012">
              <a:extLst>
                <a:ext uri="{FF2B5EF4-FFF2-40B4-BE49-F238E27FC236}">
                  <a16:creationId xmlns:a16="http://schemas.microsoft.com/office/drawing/2014/main" id="{A86781C9-3CAD-4473-BF5A-AA4E666E289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01" y="2398"/>
              <a:ext cx="1" cy="192"/>
            </a:xfrm>
            <a:prstGeom prst="line">
              <a:avLst/>
            </a:prstGeom>
            <a:noFill/>
            <a:ln w="0">
              <a:solidFill>
                <a:srgbClr val="FF0000"/>
              </a:solidFill>
              <a:round/>
              <a:headEnd/>
              <a:tailEnd/>
            </a:ln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337" name="Line 5013">
              <a:extLst>
                <a:ext uri="{FF2B5EF4-FFF2-40B4-BE49-F238E27FC236}">
                  <a16:creationId xmlns:a16="http://schemas.microsoft.com/office/drawing/2014/main" id="{82637E88-3697-28F4-81FB-19C3DD9F63B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919" y="2221"/>
              <a:ext cx="1" cy="369"/>
            </a:xfrm>
            <a:prstGeom prst="line">
              <a:avLst/>
            </a:prstGeom>
            <a:noFill/>
            <a:ln w="0">
              <a:solidFill>
                <a:srgbClr val="FF0000"/>
              </a:solidFill>
              <a:round/>
              <a:headEnd/>
              <a:tailEnd/>
            </a:ln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338" name="Line 5014">
              <a:extLst>
                <a:ext uri="{FF2B5EF4-FFF2-40B4-BE49-F238E27FC236}">
                  <a16:creationId xmlns:a16="http://schemas.microsoft.com/office/drawing/2014/main" id="{92266F47-F248-76AB-516E-79EACC169737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662" y="2555"/>
              <a:ext cx="70" cy="1"/>
            </a:xfrm>
            <a:prstGeom prst="line">
              <a:avLst/>
            </a:prstGeom>
            <a:noFill/>
            <a:ln w="0">
              <a:solidFill>
                <a:srgbClr val="FF0000"/>
              </a:solidFill>
              <a:round/>
              <a:headEnd/>
              <a:tailEnd/>
            </a:ln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339" name="Line 5015">
              <a:extLst>
                <a:ext uri="{FF2B5EF4-FFF2-40B4-BE49-F238E27FC236}">
                  <a16:creationId xmlns:a16="http://schemas.microsoft.com/office/drawing/2014/main" id="{087AD1AE-361E-696A-856A-FFDE847B623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989" y="2555"/>
              <a:ext cx="114" cy="1"/>
            </a:xfrm>
            <a:prstGeom prst="line">
              <a:avLst/>
            </a:prstGeom>
            <a:noFill/>
            <a:ln w="0">
              <a:solidFill>
                <a:srgbClr val="FF0000"/>
              </a:solidFill>
              <a:round/>
              <a:headEnd/>
              <a:tailEnd/>
            </a:ln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340" name="Line 5016">
              <a:extLst>
                <a:ext uri="{FF2B5EF4-FFF2-40B4-BE49-F238E27FC236}">
                  <a16:creationId xmlns:a16="http://schemas.microsoft.com/office/drawing/2014/main" id="{3317D680-25C3-77F9-57E0-6DD2C851AD8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01" y="2555"/>
              <a:ext cx="118" cy="1"/>
            </a:xfrm>
            <a:prstGeom prst="line">
              <a:avLst/>
            </a:prstGeom>
            <a:noFill/>
            <a:ln w="0">
              <a:solidFill>
                <a:srgbClr val="FF0000"/>
              </a:solidFill>
              <a:round/>
              <a:headEnd/>
              <a:tailEnd/>
            </a:ln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341" name="Freeform 5017">
              <a:extLst>
                <a:ext uri="{FF2B5EF4-FFF2-40B4-BE49-F238E27FC236}">
                  <a16:creationId xmlns:a16="http://schemas.microsoft.com/office/drawing/2014/main" id="{469F0857-8790-CA5C-4976-8EE7B3177F8A}"/>
                </a:ext>
              </a:extLst>
            </p:cNvPr>
            <p:cNvSpPr>
              <a:spLocks/>
            </p:cNvSpPr>
            <p:nvPr/>
          </p:nvSpPr>
          <p:spPr bwMode="auto">
            <a:xfrm>
              <a:off x="4732" y="2543"/>
              <a:ext cx="69" cy="23"/>
            </a:xfrm>
            <a:custGeom>
              <a:avLst/>
              <a:gdLst>
                <a:gd name="T0" fmla="*/ 0 w 416"/>
                <a:gd name="T1" fmla="*/ 0 h 139"/>
                <a:gd name="T2" fmla="*/ 0 w 416"/>
                <a:gd name="T3" fmla="*/ 0 h 139"/>
                <a:gd name="T4" fmla="*/ 0 w 416"/>
                <a:gd name="T5" fmla="*/ 0 h 139"/>
                <a:gd name="T6" fmla="*/ 0 w 416"/>
                <a:gd name="T7" fmla="*/ 0 h 139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416"/>
                <a:gd name="T13" fmla="*/ 0 h 139"/>
                <a:gd name="T14" fmla="*/ 416 w 416"/>
                <a:gd name="T15" fmla="*/ 139 h 139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416" h="139">
                  <a:moveTo>
                    <a:pt x="0" y="0"/>
                  </a:moveTo>
                  <a:lnTo>
                    <a:pt x="0" y="139"/>
                  </a:lnTo>
                  <a:lnTo>
                    <a:pt x="416" y="6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/>
            </a:solidFill>
            <a:ln w="9525">
              <a:solidFill>
                <a:srgbClr val="FF0000"/>
              </a:solidFill>
              <a:round/>
              <a:headEnd/>
              <a:tailEnd/>
            </a:ln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342" name="Freeform 5018">
              <a:extLst>
                <a:ext uri="{FF2B5EF4-FFF2-40B4-BE49-F238E27FC236}">
                  <a16:creationId xmlns:a16="http://schemas.microsoft.com/office/drawing/2014/main" id="{963E0C78-367A-464D-43D2-FBD66AB4007F}"/>
                </a:ext>
              </a:extLst>
            </p:cNvPr>
            <p:cNvSpPr>
              <a:spLocks/>
            </p:cNvSpPr>
            <p:nvPr/>
          </p:nvSpPr>
          <p:spPr bwMode="auto">
            <a:xfrm>
              <a:off x="4732" y="2543"/>
              <a:ext cx="69" cy="23"/>
            </a:xfrm>
            <a:custGeom>
              <a:avLst/>
              <a:gdLst>
                <a:gd name="T0" fmla="*/ 0 w 416"/>
                <a:gd name="T1" fmla="*/ 0 h 139"/>
                <a:gd name="T2" fmla="*/ 0 w 416"/>
                <a:gd name="T3" fmla="*/ 0 h 139"/>
                <a:gd name="T4" fmla="*/ 0 w 416"/>
                <a:gd name="T5" fmla="*/ 0 h 139"/>
                <a:gd name="T6" fmla="*/ 0 w 416"/>
                <a:gd name="T7" fmla="*/ 0 h 139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416"/>
                <a:gd name="T13" fmla="*/ 0 h 139"/>
                <a:gd name="T14" fmla="*/ 416 w 416"/>
                <a:gd name="T15" fmla="*/ 139 h 139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416" h="139">
                  <a:moveTo>
                    <a:pt x="0" y="0"/>
                  </a:moveTo>
                  <a:lnTo>
                    <a:pt x="0" y="139"/>
                  </a:lnTo>
                  <a:lnTo>
                    <a:pt x="416" y="6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/>
            </a:solidFill>
            <a:ln w="0">
              <a:solidFill>
                <a:srgbClr val="FF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343" name="Freeform 5019">
              <a:extLst>
                <a:ext uri="{FF2B5EF4-FFF2-40B4-BE49-F238E27FC236}">
                  <a16:creationId xmlns:a16="http://schemas.microsoft.com/office/drawing/2014/main" id="{0FF8DC46-52FA-65F9-4602-D52FA26F5E08}"/>
                </a:ext>
              </a:extLst>
            </p:cNvPr>
            <p:cNvSpPr>
              <a:spLocks/>
            </p:cNvSpPr>
            <p:nvPr/>
          </p:nvSpPr>
          <p:spPr bwMode="auto">
            <a:xfrm>
              <a:off x="4919" y="2543"/>
              <a:ext cx="70" cy="23"/>
            </a:xfrm>
            <a:custGeom>
              <a:avLst/>
              <a:gdLst>
                <a:gd name="T0" fmla="*/ 0 w 416"/>
                <a:gd name="T1" fmla="*/ 0 h 139"/>
                <a:gd name="T2" fmla="*/ 0 w 416"/>
                <a:gd name="T3" fmla="*/ 0 h 139"/>
                <a:gd name="T4" fmla="*/ 0 w 416"/>
                <a:gd name="T5" fmla="*/ 0 h 139"/>
                <a:gd name="T6" fmla="*/ 0 w 416"/>
                <a:gd name="T7" fmla="*/ 0 h 139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416"/>
                <a:gd name="T13" fmla="*/ 0 h 139"/>
                <a:gd name="T14" fmla="*/ 416 w 416"/>
                <a:gd name="T15" fmla="*/ 139 h 139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416" h="139">
                  <a:moveTo>
                    <a:pt x="416" y="0"/>
                  </a:moveTo>
                  <a:lnTo>
                    <a:pt x="416" y="139"/>
                  </a:lnTo>
                  <a:lnTo>
                    <a:pt x="0" y="69"/>
                  </a:lnTo>
                  <a:lnTo>
                    <a:pt x="416" y="0"/>
                  </a:lnTo>
                  <a:close/>
                </a:path>
              </a:pathLst>
            </a:custGeom>
            <a:solidFill>
              <a:srgbClr val="FF0000"/>
            </a:solidFill>
            <a:ln w="9525">
              <a:solidFill>
                <a:srgbClr val="FF0000"/>
              </a:solidFill>
              <a:round/>
              <a:headEnd/>
              <a:tailEnd/>
            </a:ln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344" name="Freeform 5020">
              <a:extLst>
                <a:ext uri="{FF2B5EF4-FFF2-40B4-BE49-F238E27FC236}">
                  <a16:creationId xmlns:a16="http://schemas.microsoft.com/office/drawing/2014/main" id="{D7F2182B-5577-9326-5280-21E28CA843EF}"/>
                </a:ext>
              </a:extLst>
            </p:cNvPr>
            <p:cNvSpPr>
              <a:spLocks/>
            </p:cNvSpPr>
            <p:nvPr/>
          </p:nvSpPr>
          <p:spPr bwMode="auto">
            <a:xfrm>
              <a:off x="4919" y="2543"/>
              <a:ext cx="70" cy="23"/>
            </a:xfrm>
            <a:custGeom>
              <a:avLst/>
              <a:gdLst>
                <a:gd name="T0" fmla="*/ 0 w 416"/>
                <a:gd name="T1" fmla="*/ 0 h 139"/>
                <a:gd name="T2" fmla="*/ 0 w 416"/>
                <a:gd name="T3" fmla="*/ 0 h 139"/>
                <a:gd name="T4" fmla="*/ 0 w 416"/>
                <a:gd name="T5" fmla="*/ 0 h 139"/>
                <a:gd name="T6" fmla="*/ 0 w 416"/>
                <a:gd name="T7" fmla="*/ 0 h 139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416"/>
                <a:gd name="T13" fmla="*/ 0 h 139"/>
                <a:gd name="T14" fmla="*/ 416 w 416"/>
                <a:gd name="T15" fmla="*/ 139 h 139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416" h="139">
                  <a:moveTo>
                    <a:pt x="416" y="0"/>
                  </a:moveTo>
                  <a:lnTo>
                    <a:pt x="416" y="139"/>
                  </a:lnTo>
                  <a:lnTo>
                    <a:pt x="0" y="69"/>
                  </a:lnTo>
                  <a:lnTo>
                    <a:pt x="416" y="0"/>
                  </a:lnTo>
                  <a:close/>
                </a:path>
              </a:pathLst>
            </a:custGeom>
            <a:solidFill>
              <a:srgbClr val="FF0000"/>
            </a:solidFill>
            <a:ln w="0">
              <a:solidFill>
                <a:srgbClr val="FF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345" name="Freeform 5021">
              <a:extLst>
                <a:ext uri="{FF2B5EF4-FFF2-40B4-BE49-F238E27FC236}">
                  <a16:creationId xmlns:a16="http://schemas.microsoft.com/office/drawing/2014/main" id="{82720B9C-649A-0614-C645-69D21C1614B0}"/>
                </a:ext>
              </a:extLst>
            </p:cNvPr>
            <p:cNvSpPr>
              <a:spLocks/>
            </p:cNvSpPr>
            <p:nvPr/>
          </p:nvSpPr>
          <p:spPr bwMode="auto">
            <a:xfrm>
              <a:off x="5058" y="2486"/>
              <a:ext cx="36" cy="37"/>
            </a:xfrm>
            <a:custGeom>
              <a:avLst/>
              <a:gdLst>
                <a:gd name="T0" fmla="*/ 0 w 217"/>
                <a:gd name="T1" fmla="*/ 0 h 217"/>
                <a:gd name="T2" fmla="*/ 0 w 217"/>
                <a:gd name="T3" fmla="*/ 0 h 217"/>
                <a:gd name="T4" fmla="*/ 0 w 217"/>
                <a:gd name="T5" fmla="*/ 0 h 217"/>
                <a:gd name="T6" fmla="*/ 0 w 217"/>
                <a:gd name="T7" fmla="*/ 0 h 217"/>
                <a:gd name="T8" fmla="*/ 0 w 217"/>
                <a:gd name="T9" fmla="*/ 0 h 217"/>
                <a:gd name="T10" fmla="*/ 0 w 217"/>
                <a:gd name="T11" fmla="*/ 0 h 217"/>
                <a:gd name="T12" fmla="*/ 0 w 217"/>
                <a:gd name="T13" fmla="*/ 0 h 217"/>
                <a:gd name="T14" fmla="*/ 0 w 217"/>
                <a:gd name="T15" fmla="*/ 0 h 217"/>
                <a:gd name="T16" fmla="*/ 0 w 217"/>
                <a:gd name="T17" fmla="*/ 0 h 217"/>
                <a:gd name="T18" fmla="*/ 0 w 217"/>
                <a:gd name="T19" fmla="*/ 0 h 217"/>
                <a:gd name="T20" fmla="*/ 0 w 217"/>
                <a:gd name="T21" fmla="*/ 0 h 217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w 217"/>
                <a:gd name="T34" fmla="*/ 0 h 217"/>
                <a:gd name="T35" fmla="*/ 217 w 217"/>
                <a:gd name="T36" fmla="*/ 217 h 217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T33" t="T34" r="T35" b="T36"/>
              <a:pathLst>
                <a:path w="217" h="217">
                  <a:moveTo>
                    <a:pt x="0" y="217"/>
                  </a:moveTo>
                  <a:lnTo>
                    <a:pt x="87" y="217"/>
                  </a:lnTo>
                  <a:lnTo>
                    <a:pt x="141" y="207"/>
                  </a:lnTo>
                  <a:lnTo>
                    <a:pt x="174" y="184"/>
                  </a:lnTo>
                  <a:lnTo>
                    <a:pt x="195" y="152"/>
                  </a:lnTo>
                  <a:lnTo>
                    <a:pt x="217" y="76"/>
                  </a:lnTo>
                  <a:lnTo>
                    <a:pt x="217" y="44"/>
                  </a:lnTo>
                  <a:lnTo>
                    <a:pt x="205" y="21"/>
                  </a:lnTo>
                  <a:lnTo>
                    <a:pt x="184" y="11"/>
                  </a:lnTo>
                  <a:lnTo>
                    <a:pt x="151" y="0"/>
                  </a:lnTo>
                  <a:lnTo>
                    <a:pt x="108" y="0"/>
                  </a:lnTo>
                </a:path>
              </a:pathLst>
            </a:custGeom>
            <a:noFill/>
            <a:ln w="0">
              <a:solidFill>
                <a:srgbClr val="FF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346" name="Freeform 5022">
              <a:extLst>
                <a:ext uri="{FF2B5EF4-FFF2-40B4-BE49-F238E27FC236}">
                  <a16:creationId xmlns:a16="http://schemas.microsoft.com/office/drawing/2014/main" id="{74D586D5-5937-9713-DB7E-0E1D30131D93}"/>
                </a:ext>
              </a:extLst>
            </p:cNvPr>
            <p:cNvSpPr>
              <a:spLocks/>
            </p:cNvSpPr>
            <p:nvPr/>
          </p:nvSpPr>
          <p:spPr bwMode="auto">
            <a:xfrm>
              <a:off x="5076" y="2457"/>
              <a:ext cx="27" cy="29"/>
            </a:xfrm>
            <a:custGeom>
              <a:avLst/>
              <a:gdLst>
                <a:gd name="T0" fmla="*/ 0 w 163"/>
                <a:gd name="T1" fmla="*/ 0 h 174"/>
                <a:gd name="T2" fmla="*/ 0 w 163"/>
                <a:gd name="T3" fmla="*/ 0 h 174"/>
                <a:gd name="T4" fmla="*/ 0 w 163"/>
                <a:gd name="T5" fmla="*/ 0 h 174"/>
                <a:gd name="T6" fmla="*/ 0 w 163"/>
                <a:gd name="T7" fmla="*/ 0 h 174"/>
                <a:gd name="T8" fmla="*/ 0 w 163"/>
                <a:gd name="T9" fmla="*/ 0 h 174"/>
                <a:gd name="T10" fmla="*/ 0 w 163"/>
                <a:gd name="T11" fmla="*/ 0 h 174"/>
                <a:gd name="T12" fmla="*/ 0 w 163"/>
                <a:gd name="T13" fmla="*/ 0 h 174"/>
                <a:gd name="T14" fmla="*/ 0 w 163"/>
                <a:gd name="T15" fmla="*/ 0 h 174"/>
                <a:gd name="T16" fmla="*/ 0 w 163"/>
                <a:gd name="T17" fmla="*/ 0 h 174"/>
                <a:gd name="T18" fmla="*/ 0 w 163"/>
                <a:gd name="T19" fmla="*/ 0 h 174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w 163"/>
                <a:gd name="T31" fmla="*/ 0 h 174"/>
                <a:gd name="T32" fmla="*/ 163 w 163"/>
                <a:gd name="T33" fmla="*/ 174 h 174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T30" t="T31" r="T32" b="T33"/>
              <a:pathLst>
                <a:path w="163" h="174">
                  <a:moveTo>
                    <a:pt x="54" y="174"/>
                  </a:moveTo>
                  <a:lnTo>
                    <a:pt x="97" y="164"/>
                  </a:lnTo>
                  <a:lnTo>
                    <a:pt x="130" y="141"/>
                  </a:lnTo>
                  <a:lnTo>
                    <a:pt x="152" y="108"/>
                  </a:lnTo>
                  <a:lnTo>
                    <a:pt x="163" y="77"/>
                  </a:lnTo>
                  <a:lnTo>
                    <a:pt x="163" y="44"/>
                  </a:lnTo>
                  <a:lnTo>
                    <a:pt x="152" y="22"/>
                  </a:lnTo>
                  <a:lnTo>
                    <a:pt x="141" y="11"/>
                  </a:lnTo>
                  <a:lnTo>
                    <a:pt x="120" y="0"/>
                  </a:lnTo>
                  <a:lnTo>
                    <a:pt x="0" y="0"/>
                  </a:lnTo>
                </a:path>
              </a:pathLst>
            </a:custGeom>
            <a:noFill/>
            <a:ln w="0">
              <a:solidFill>
                <a:srgbClr val="FF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347" name="Line 5023">
              <a:extLst>
                <a:ext uri="{FF2B5EF4-FFF2-40B4-BE49-F238E27FC236}">
                  <a16:creationId xmlns:a16="http://schemas.microsoft.com/office/drawing/2014/main" id="{A0CD80F5-4203-9610-2473-931D274FCC7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01" y="2398"/>
              <a:ext cx="1" cy="1"/>
            </a:xfrm>
            <a:prstGeom prst="line">
              <a:avLst/>
            </a:prstGeom>
            <a:noFill/>
            <a:ln w="0">
              <a:solidFill>
                <a:srgbClr val="0000FF"/>
              </a:solidFill>
              <a:round/>
              <a:headEnd/>
              <a:tailEnd/>
            </a:ln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348" name="Line 5024">
              <a:extLst>
                <a:ext uri="{FF2B5EF4-FFF2-40B4-BE49-F238E27FC236}">
                  <a16:creationId xmlns:a16="http://schemas.microsoft.com/office/drawing/2014/main" id="{CF91C584-41C0-E833-9423-31716119547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919" y="2221"/>
              <a:ext cx="1" cy="1"/>
            </a:xfrm>
            <a:prstGeom prst="line">
              <a:avLst/>
            </a:prstGeom>
            <a:noFill/>
            <a:ln w="0">
              <a:solidFill>
                <a:srgbClr val="0000FF"/>
              </a:solidFill>
              <a:round/>
              <a:headEnd/>
              <a:tailEnd/>
            </a:ln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349" name="Line 5025">
              <a:extLst>
                <a:ext uri="{FF2B5EF4-FFF2-40B4-BE49-F238E27FC236}">
                  <a16:creationId xmlns:a16="http://schemas.microsoft.com/office/drawing/2014/main" id="{6E794B33-0A97-1452-BB3F-0444AD875A2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919" y="2555"/>
              <a:ext cx="1" cy="1"/>
            </a:xfrm>
            <a:prstGeom prst="line">
              <a:avLst/>
            </a:prstGeom>
            <a:noFill/>
            <a:ln w="0">
              <a:solidFill>
                <a:srgbClr val="FF0000"/>
              </a:solidFill>
              <a:round/>
              <a:headEnd/>
              <a:tailEnd/>
            </a:ln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350" name="Line 5026">
              <a:extLst>
                <a:ext uri="{FF2B5EF4-FFF2-40B4-BE49-F238E27FC236}">
                  <a16:creationId xmlns:a16="http://schemas.microsoft.com/office/drawing/2014/main" id="{64EBE00F-8998-CEEA-C407-87AA47F6283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300" y="2221"/>
              <a:ext cx="196" cy="1"/>
            </a:xfrm>
            <a:prstGeom prst="line">
              <a:avLst/>
            </a:prstGeom>
            <a:noFill/>
            <a:ln w="0">
              <a:solidFill>
                <a:srgbClr val="FF0000"/>
              </a:solidFill>
              <a:round/>
              <a:headEnd/>
              <a:tailEnd/>
            </a:ln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351" name="Line 5027">
              <a:extLst>
                <a:ext uri="{FF2B5EF4-FFF2-40B4-BE49-F238E27FC236}">
                  <a16:creationId xmlns:a16="http://schemas.microsoft.com/office/drawing/2014/main" id="{1F296EA9-D177-17E4-1054-B569772DBFF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005" y="1778"/>
              <a:ext cx="491" cy="1"/>
            </a:xfrm>
            <a:prstGeom prst="line">
              <a:avLst/>
            </a:prstGeom>
            <a:noFill/>
            <a:ln w="0">
              <a:solidFill>
                <a:srgbClr val="FF0000"/>
              </a:solidFill>
              <a:round/>
              <a:headEnd/>
              <a:tailEnd/>
            </a:ln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352" name="Line 5028">
              <a:extLst>
                <a:ext uri="{FF2B5EF4-FFF2-40B4-BE49-F238E27FC236}">
                  <a16:creationId xmlns:a16="http://schemas.microsoft.com/office/drawing/2014/main" id="{37EBCD1F-BBEE-8A6A-360C-0B8AFA999C32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462" y="1847"/>
              <a:ext cx="1" cy="304"/>
            </a:xfrm>
            <a:prstGeom prst="line">
              <a:avLst/>
            </a:prstGeom>
            <a:noFill/>
            <a:ln w="0">
              <a:solidFill>
                <a:srgbClr val="FF0000"/>
              </a:solidFill>
              <a:round/>
              <a:headEnd/>
              <a:tailEnd/>
            </a:ln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353" name="Freeform 5029">
              <a:extLst>
                <a:ext uri="{FF2B5EF4-FFF2-40B4-BE49-F238E27FC236}">
                  <a16:creationId xmlns:a16="http://schemas.microsoft.com/office/drawing/2014/main" id="{AED8E8C6-1D77-84B2-E390-D083B034846F}"/>
                </a:ext>
              </a:extLst>
            </p:cNvPr>
            <p:cNvSpPr>
              <a:spLocks/>
            </p:cNvSpPr>
            <p:nvPr/>
          </p:nvSpPr>
          <p:spPr bwMode="auto">
            <a:xfrm>
              <a:off x="4450" y="2151"/>
              <a:ext cx="23" cy="70"/>
            </a:xfrm>
            <a:custGeom>
              <a:avLst/>
              <a:gdLst>
                <a:gd name="T0" fmla="*/ 0 w 138"/>
                <a:gd name="T1" fmla="*/ 0 h 418"/>
                <a:gd name="T2" fmla="*/ 0 w 138"/>
                <a:gd name="T3" fmla="*/ 0 h 418"/>
                <a:gd name="T4" fmla="*/ 0 w 138"/>
                <a:gd name="T5" fmla="*/ 0 h 418"/>
                <a:gd name="T6" fmla="*/ 0 w 138"/>
                <a:gd name="T7" fmla="*/ 0 h 418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138"/>
                <a:gd name="T13" fmla="*/ 0 h 418"/>
                <a:gd name="T14" fmla="*/ 138 w 138"/>
                <a:gd name="T15" fmla="*/ 418 h 418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138" h="418">
                  <a:moveTo>
                    <a:pt x="0" y="0"/>
                  </a:moveTo>
                  <a:lnTo>
                    <a:pt x="138" y="0"/>
                  </a:lnTo>
                  <a:lnTo>
                    <a:pt x="70" y="41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/>
            </a:solidFill>
            <a:ln w="9525">
              <a:solidFill>
                <a:srgbClr val="FF0000"/>
              </a:solidFill>
              <a:round/>
              <a:headEnd/>
              <a:tailEnd/>
            </a:ln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354" name="Freeform 5030">
              <a:extLst>
                <a:ext uri="{FF2B5EF4-FFF2-40B4-BE49-F238E27FC236}">
                  <a16:creationId xmlns:a16="http://schemas.microsoft.com/office/drawing/2014/main" id="{8405D63E-57CA-5BD9-E579-241D649FB666}"/>
                </a:ext>
              </a:extLst>
            </p:cNvPr>
            <p:cNvSpPr>
              <a:spLocks/>
            </p:cNvSpPr>
            <p:nvPr/>
          </p:nvSpPr>
          <p:spPr bwMode="auto">
            <a:xfrm>
              <a:off x="4450" y="2151"/>
              <a:ext cx="23" cy="70"/>
            </a:xfrm>
            <a:custGeom>
              <a:avLst/>
              <a:gdLst>
                <a:gd name="T0" fmla="*/ 0 w 138"/>
                <a:gd name="T1" fmla="*/ 0 h 418"/>
                <a:gd name="T2" fmla="*/ 0 w 138"/>
                <a:gd name="T3" fmla="*/ 0 h 418"/>
                <a:gd name="T4" fmla="*/ 0 w 138"/>
                <a:gd name="T5" fmla="*/ 0 h 418"/>
                <a:gd name="T6" fmla="*/ 0 w 138"/>
                <a:gd name="T7" fmla="*/ 0 h 418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138"/>
                <a:gd name="T13" fmla="*/ 0 h 418"/>
                <a:gd name="T14" fmla="*/ 138 w 138"/>
                <a:gd name="T15" fmla="*/ 418 h 418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138" h="418">
                  <a:moveTo>
                    <a:pt x="0" y="0"/>
                  </a:moveTo>
                  <a:lnTo>
                    <a:pt x="138" y="0"/>
                  </a:lnTo>
                  <a:lnTo>
                    <a:pt x="70" y="41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/>
            </a:solidFill>
            <a:ln w="0">
              <a:solidFill>
                <a:srgbClr val="FF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355" name="Freeform 5031">
              <a:extLst>
                <a:ext uri="{FF2B5EF4-FFF2-40B4-BE49-F238E27FC236}">
                  <a16:creationId xmlns:a16="http://schemas.microsoft.com/office/drawing/2014/main" id="{F6823FB8-E6DB-F830-D264-7C29FDED4625}"/>
                </a:ext>
              </a:extLst>
            </p:cNvPr>
            <p:cNvSpPr>
              <a:spLocks/>
            </p:cNvSpPr>
            <p:nvPr/>
          </p:nvSpPr>
          <p:spPr bwMode="auto">
            <a:xfrm>
              <a:off x="4450" y="1778"/>
              <a:ext cx="23" cy="69"/>
            </a:xfrm>
            <a:custGeom>
              <a:avLst/>
              <a:gdLst>
                <a:gd name="T0" fmla="*/ 0 w 138"/>
                <a:gd name="T1" fmla="*/ 0 h 417"/>
                <a:gd name="T2" fmla="*/ 0 w 138"/>
                <a:gd name="T3" fmla="*/ 0 h 417"/>
                <a:gd name="T4" fmla="*/ 0 w 138"/>
                <a:gd name="T5" fmla="*/ 0 h 417"/>
                <a:gd name="T6" fmla="*/ 0 w 138"/>
                <a:gd name="T7" fmla="*/ 0 h 417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138"/>
                <a:gd name="T13" fmla="*/ 0 h 417"/>
                <a:gd name="T14" fmla="*/ 138 w 138"/>
                <a:gd name="T15" fmla="*/ 417 h 417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138" h="417">
                  <a:moveTo>
                    <a:pt x="0" y="417"/>
                  </a:moveTo>
                  <a:lnTo>
                    <a:pt x="138" y="417"/>
                  </a:lnTo>
                  <a:lnTo>
                    <a:pt x="70" y="0"/>
                  </a:lnTo>
                  <a:lnTo>
                    <a:pt x="0" y="417"/>
                  </a:lnTo>
                  <a:close/>
                </a:path>
              </a:pathLst>
            </a:custGeom>
            <a:solidFill>
              <a:srgbClr val="FF0000"/>
            </a:solidFill>
            <a:ln w="9525">
              <a:solidFill>
                <a:srgbClr val="FF0000"/>
              </a:solidFill>
              <a:round/>
              <a:headEnd/>
              <a:tailEnd/>
            </a:ln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356" name="Freeform 5032">
              <a:extLst>
                <a:ext uri="{FF2B5EF4-FFF2-40B4-BE49-F238E27FC236}">
                  <a16:creationId xmlns:a16="http://schemas.microsoft.com/office/drawing/2014/main" id="{4515B0E1-F9A4-3D85-D7E3-3A009D40A9E5}"/>
                </a:ext>
              </a:extLst>
            </p:cNvPr>
            <p:cNvSpPr>
              <a:spLocks/>
            </p:cNvSpPr>
            <p:nvPr/>
          </p:nvSpPr>
          <p:spPr bwMode="auto">
            <a:xfrm>
              <a:off x="4450" y="1778"/>
              <a:ext cx="23" cy="69"/>
            </a:xfrm>
            <a:custGeom>
              <a:avLst/>
              <a:gdLst>
                <a:gd name="T0" fmla="*/ 0 w 138"/>
                <a:gd name="T1" fmla="*/ 0 h 417"/>
                <a:gd name="T2" fmla="*/ 0 w 138"/>
                <a:gd name="T3" fmla="*/ 0 h 417"/>
                <a:gd name="T4" fmla="*/ 0 w 138"/>
                <a:gd name="T5" fmla="*/ 0 h 417"/>
                <a:gd name="T6" fmla="*/ 0 w 138"/>
                <a:gd name="T7" fmla="*/ 0 h 417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138"/>
                <a:gd name="T13" fmla="*/ 0 h 417"/>
                <a:gd name="T14" fmla="*/ 138 w 138"/>
                <a:gd name="T15" fmla="*/ 417 h 417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138" h="417">
                  <a:moveTo>
                    <a:pt x="0" y="417"/>
                  </a:moveTo>
                  <a:lnTo>
                    <a:pt x="138" y="417"/>
                  </a:lnTo>
                  <a:lnTo>
                    <a:pt x="70" y="0"/>
                  </a:lnTo>
                  <a:lnTo>
                    <a:pt x="0" y="417"/>
                  </a:lnTo>
                  <a:close/>
                </a:path>
              </a:pathLst>
            </a:custGeom>
            <a:solidFill>
              <a:srgbClr val="FF0000"/>
            </a:solidFill>
            <a:ln w="0">
              <a:solidFill>
                <a:srgbClr val="FF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357" name="Freeform 5033">
              <a:extLst>
                <a:ext uri="{FF2B5EF4-FFF2-40B4-BE49-F238E27FC236}">
                  <a16:creationId xmlns:a16="http://schemas.microsoft.com/office/drawing/2014/main" id="{98A88DCC-530C-8D77-2BC8-68ADA4FBCC86}"/>
                </a:ext>
              </a:extLst>
            </p:cNvPr>
            <p:cNvSpPr>
              <a:spLocks/>
            </p:cNvSpPr>
            <p:nvPr/>
          </p:nvSpPr>
          <p:spPr bwMode="auto">
            <a:xfrm>
              <a:off x="4358" y="1998"/>
              <a:ext cx="65" cy="18"/>
            </a:xfrm>
            <a:custGeom>
              <a:avLst/>
              <a:gdLst>
                <a:gd name="T0" fmla="*/ 0 w 391"/>
                <a:gd name="T1" fmla="*/ 0 h 108"/>
                <a:gd name="T2" fmla="*/ 0 w 391"/>
                <a:gd name="T3" fmla="*/ 0 h 108"/>
                <a:gd name="T4" fmla="*/ 0 w 391"/>
                <a:gd name="T5" fmla="*/ 0 h 108"/>
                <a:gd name="T6" fmla="*/ 0 60000 65536"/>
                <a:gd name="T7" fmla="*/ 0 60000 65536"/>
                <a:gd name="T8" fmla="*/ 0 60000 65536"/>
                <a:gd name="T9" fmla="*/ 0 w 391"/>
                <a:gd name="T10" fmla="*/ 0 h 108"/>
                <a:gd name="T11" fmla="*/ 391 w 391"/>
                <a:gd name="T12" fmla="*/ 108 h 108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391" h="108">
                  <a:moveTo>
                    <a:pt x="391" y="108"/>
                  </a:moveTo>
                  <a:lnTo>
                    <a:pt x="0" y="0"/>
                  </a:lnTo>
                  <a:lnTo>
                    <a:pt x="87" y="108"/>
                  </a:lnTo>
                </a:path>
              </a:pathLst>
            </a:custGeom>
            <a:noFill/>
            <a:ln w="0">
              <a:solidFill>
                <a:srgbClr val="0000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358" name="Freeform 5034">
              <a:extLst>
                <a:ext uri="{FF2B5EF4-FFF2-40B4-BE49-F238E27FC236}">
                  <a16:creationId xmlns:a16="http://schemas.microsoft.com/office/drawing/2014/main" id="{7D844DBD-7EEE-7721-7AEC-0593711C5CD4}"/>
                </a:ext>
              </a:extLst>
            </p:cNvPr>
            <p:cNvSpPr>
              <a:spLocks/>
            </p:cNvSpPr>
            <p:nvPr/>
          </p:nvSpPr>
          <p:spPr bwMode="auto">
            <a:xfrm>
              <a:off x="4387" y="1960"/>
              <a:ext cx="36" cy="37"/>
            </a:xfrm>
            <a:custGeom>
              <a:avLst/>
              <a:gdLst>
                <a:gd name="T0" fmla="*/ 0 w 217"/>
                <a:gd name="T1" fmla="*/ 0 h 217"/>
                <a:gd name="T2" fmla="*/ 0 w 217"/>
                <a:gd name="T3" fmla="*/ 0 h 217"/>
                <a:gd name="T4" fmla="*/ 0 w 217"/>
                <a:gd name="T5" fmla="*/ 0 h 217"/>
                <a:gd name="T6" fmla="*/ 0 w 217"/>
                <a:gd name="T7" fmla="*/ 0 h 217"/>
                <a:gd name="T8" fmla="*/ 0 w 217"/>
                <a:gd name="T9" fmla="*/ 0 h 217"/>
                <a:gd name="T10" fmla="*/ 0 w 217"/>
                <a:gd name="T11" fmla="*/ 0 h 217"/>
                <a:gd name="T12" fmla="*/ 0 w 217"/>
                <a:gd name="T13" fmla="*/ 0 h 217"/>
                <a:gd name="T14" fmla="*/ 0 w 217"/>
                <a:gd name="T15" fmla="*/ 0 h 217"/>
                <a:gd name="T16" fmla="*/ 0 w 217"/>
                <a:gd name="T17" fmla="*/ 0 h 217"/>
                <a:gd name="T18" fmla="*/ 0 w 217"/>
                <a:gd name="T19" fmla="*/ 0 h 217"/>
                <a:gd name="T20" fmla="*/ 0 w 217"/>
                <a:gd name="T21" fmla="*/ 0 h 217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w 217"/>
                <a:gd name="T34" fmla="*/ 0 h 217"/>
                <a:gd name="T35" fmla="*/ 217 w 217"/>
                <a:gd name="T36" fmla="*/ 217 h 217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T33" t="T34" r="T35" b="T36"/>
              <a:pathLst>
                <a:path w="217" h="217">
                  <a:moveTo>
                    <a:pt x="217" y="217"/>
                  </a:moveTo>
                  <a:lnTo>
                    <a:pt x="217" y="130"/>
                  </a:lnTo>
                  <a:lnTo>
                    <a:pt x="205" y="75"/>
                  </a:lnTo>
                  <a:lnTo>
                    <a:pt x="184" y="43"/>
                  </a:lnTo>
                  <a:lnTo>
                    <a:pt x="151" y="21"/>
                  </a:lnTo>
                  <a:lnTo>
                    <a:pt x="75" y="0"/>
                  </a:lnTo>
                  <a:lnTo>
                    <a:pt x="43" y="0"/>
                  </a:lnTo>
                  <a:lnTo>
                    <a:pt x="21" y="10"/>
                  </a:lnTo>
                  <a:lnTo>
                    <a:pt x="10" y="32"/>
                  </a:lnTo>
                  <a:lnTo>
                    <a:pt x="0" y="64"/>
                  </a:lnTo>
                  <a:lnTo>
                    <a:pt x="0" y="108"/>
                  </a:lnTo>
                </a:path>
              </a:pathLst>
            </a:custGeom>
            <a:noFill/>
            <a:ln w="0">
              <a:solidFill>
                <a:srgbClr val="0000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359" name="Freeform 5035">
              <a:extLst>
                <a:ext uri="{FF2B5EF4-FFF2-40B4-BE49-F238E27FC236}">
                  <a16:creationId xmlns:a16="http://schemas.microsoft.com/office/drawing/2014/main" id="{843CCD69-49A2-7FC0-DF6D-CD1AA4FC4E14}"/>
                </a:ext>
              </a:extLst>
            </p:cNvPr>
            <p:cNvSpPr>
              <a:spLocks/>
            </p:cNvSpPr>
            <p:nvPr/>
          </p:nvSpPr>
          <p:spPr bwMode="auto">
            <a:xfrm>
              <a:off x="4358" y="1951"/>
              <a:ext cx="29" cy="27"/>
            </a:xfrm>
            <a:custGeom>
              <a:avLst/>
              <a:gdLst>
                <a:gd name="T0" fmla="*/ 0 w 174"/>
                <a:gd name="T1" fmla="*/ 0 h 163"/>
                <a:gd name="T2" fmla="*/ 0 w 174"/>
                <a:gd name="T3" fmla="*/ 0 h 163"/>
                <a:gd name="T4" fmla="*/ 0 w 174"/>
                <a:gd name="T5" fmla="*/ 0 h 163"/>
                <a:gd name="T6" fmla="*/ 0 w 174"/>
                <a:gd name="T7" fmla="*/ 0 h 163"/>
                <a:gd name="T8" fmla="*/ 0 w 174"/>
                <a:gd name="T9" fmla="*/ 0 h 163"/>
                <a:gd name="T10" fmla="*/ 0 w 174"/>
                <a:gd name="T11" fmla="*/ 0 h 163"/>
                <a:gd name="T12" fmla="*/ 0 w 174"/>
                <a:gd name="T13" fmla="*/ 0 h 163"/>
                <a:gd name="T14" fmla="*/ 0 w 174"/>
                <a:gd name="T15" fmla="*/ 0 h 163"/>
                <a:gd name="T16" fmla="*/ 0 w 174"/>
                <a:gd name="T17" fmla="*/ 0 h 163"/>
                <a:gd name="T18" fmla="*/ 0 w 174"/>
                <a:gd name="T19" fmla="*/ 0 h 163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w 174"/>
                <a:gd name="T31" fmla="*/ 0 h 163"/>
                <a:gd name="T32" fmla="*/ 174 w 174"/>
                <a:gd name="T33" fmla="*/ 163 h 163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T30" t="T31" r="T32" b="T33"/>
              <a:pathLst>
                <a:path w="174" h="163">
                  <a:moveTo>
                    <a:pt x="174" y="109"/>
                  </a:moveTo>
                  <a:lnTo>
                    <a:pt x="162" y="65"/>
                  </a:lnTo>
                  <a:lnTo>
                    <a:pt x="141" y="33"/>
                  </a:lnTo>
                  <a:lnTo>
                    <a:pt x="108" y="11"/>
                  </a:lnTo>
                  <a:lnTo>
                    <a:pt x="76" y="0"/>
                  </a:lnTo>
                  <a:lnTo>
                    <a:pt x="44" y="0"/>
                  </a:lnTo>
                  <a:lnTo>
                    <a:pt x="21" y="11"/>
                  </a:lnTo>
                  <a:lnTo>
                    <a:pt x="11" y="22"/>
                  </a:lnTo>
                  <a:lnTo>
                    <a:pt x="0" y="43"/>
                  </a:lnTo>
                  <a:lnTo>
                    <a:pt x="0" y="163"/>
                  </a:lnTo>
                </a:path>
              </a:pathLst>
            </a:custGeom>
            <a:noFill/>
            <a:ln w="0">
              <a:solidFill>
                <a:srgbClr val="0000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360" name="Line 5036">
              <a:extLst>
                <a:ext uri="{FF2B5EF4-FFF2-40B4-BE49-F238E27FC236}">
                  <a16:creationId xmlns:a16="http://schemas.microsoft.com/office/drawing/2014/main" id="{79A61328-715F-C77D-D7DF-CF6DFCDD1A1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300" y="2221"/>
              <a:ext cx="1" cy="1"/>
            </a:xfrm>
            <a:prstGeom prst="line">
              <a:avLst/>
            </a:prstGeom>
            <a:noFill/>
            <a:ln w="0">
              <a:solidFill>
                <a:srgbClr val="0000FF"/>
              </a:solidFill>
              <a:round/>
              <a:headEnd/>
              <a:tailEnd/>
            </a:ln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361" name="Line 5037">
              <a:extLst>
                <a:ext uri="{FF2B5EF4-FFF2-40B4-BE49-F238E27FC236}">
                  <a16:creationId xmlns:a16="http://schemas.microsoft.com/office/drawing/2014/main" id="{B416EFF7-CCBE-CAA8-34E2-EB28D41C363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005" y="1778"/>
              <a:ext cx="1" cy="1"/>
            </a:xfrm>
            <a:prstGeom prst="line">
              <a:avLst/>
            </a:prstGeom>
            <a:noFill/>
            <a:ln w="0">
              <a:solidFill>
                <a:srgbClr val="0000FF"/>
              </a:solidFill>
              <a:round/>
              <a:headEnd/>
              <a:tailEnd/>
            </a:ln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362" name="Line 5038">
              <a:extLst>
                <a:ext uri="{FF2B5EF4-FFF2-40B4-BE49-F238E27FC236}">
                  <a16:creationId xmlns:a16="http://schemas.microsoft.com/office/drawing/2014/main" id="{47B549DF-9803-8B33-6D97-6B6CEB69824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462" y="1778"/>
              <a:ext cx="1" cy="1"/>
            </a:xfrm>
            <a:prstGeom prst="line">
              <a:avLst/>
            </a:prstGeom>
            <a:noFill/>
            <a:ln w="0">
              <a:solidFill>
                <a:srgbClr val="FF0000"/>
              </a:solidFill>
              <a:round/>
              <a:headEnd/>
              <a:tailEnd/>
            </a:ln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363" name="Line 5039">
              <a:extLst>
                <a:ext uri="{FF2B5EF4-FFF2-40B4-BE49-F238E27FC236}">
                  <a16:creationId xmlns:a16="http://schemas.microsoft.com/office/drawing/2014/main" id="{21F22F13-1213-A7EE-B474-5047137D9907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327" y="2221"/>
              <a:ext cx="1" cy="177"/>
            </a:xfrm>
            <a:prstGeom prst="line">
              <a:avLst/>
            </a:prstGeom>
            <a:noFill/>
            <a:ln w="0">
              <a:solidFill>
                <a:srgbClr val="FF0000"/>
              </a:solidFill>
              <a:round/>
              <a:headEnd/>
              <a:tailEnd/>
            </a:ln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364" name="Line 5040">
              <a:extLst>
                <a:ext uri="{FF2B5EF4-FFF2-40B4-BE49-F238E27FC236}">
                  <a16:creationId xmlns:a16="http://schemas.microsoft.com/office/drawing/2014/main" id="{97BEA629-8998-32BE-4540-1B7E354E4A5F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300" y="2322"/>
              <a:ext cx="1" cy="76"/>
            </a:xfrm>
            <a:prstGeom prst="line">
              <a:avLst/>
            </a:prstGeom>
            <a:noFill/>
            <a:ln w="0">
              <a:solidFill>
                <a:srgbClr val="00FF00"/>
              </a:solidFill>
              <a:round/>
              <a:headEnd/>
              <a:tailEnd/>
            </a:ln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365" name="Line 5041">
              <a:extLst>
                <a:ext uri="{FF2B5EF4-FFF2-40B4-BE49-F238E27FC236}">
                  <a16:creationId xmlns:a16="http://schemas.microsoft.com/office/drawing/2014/main" id="{323027A0-6F37-2205-9FF6-F0A2BB95D2A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396" y="2357"/>
              <a:ext cx="834" cy="1"/>
            </a:xfrm>
            <a:prstGeom prst="line">
              <a:avLst/>
            </a:prstGeom>
            <a:noFill/>
            <a:ln w="0">
              <a:solidFill>
                <a:srgbClr val="FF0000"/>
              </a:solidFill>
              <a:round/>
              <a:headEnd/>
              <a:tailEnd/>
            </a:ln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366" name="Freeform 5042">
              <a:extLst>
                <a:ext uri="{FF2B5EF4-FFF2-40B4-BE49-F238E27FC236}">
                  <a16:creationId xmlns:a16="http://schemas.microsoft.com/office/drawing/2014/main" id="{4344571E-684D-1C7D-ADF5-056B1AE9F9BE}"/>
                </a:ext>
              </a:extLst>
            </p:cNvPr>
            <p:cNvSpPr>
              <a:spLocks/>
            </p:cNvSpPr>
            <p:nvPr/>
          </p:nvSpPr>
          <p:spPr bwMode="auto">
            <a:xfrm>
              <a:off x="3327" y="2345"/>
              <a:ext cx="69" cy="23"/>
            </a:xfrm>
            <a:custGeom>
              <a:avLst/>
              <a:gdLst>
                <a:gd name="T0" fmla="*/ 0 w 416"/>
                <a:gd name="T1" fmla="*/ 0 h 139"/>
                <a:gd name="T2" fmla="*/ 0 w 416"/>
                <a:gd name="T3" fmla="*/ 0 h 139"/>
                <a:gd name="T4" fmla="*/ 0 w 416"/>
                <a:gd name="T5" fmla="*/ 0 h 139"/>
                <a:gd name="T6" fmla="*/ 0 w 416"/>
                <a:gd name="T7" fmla="*/ 0 h 139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416"/>
                <a:gd name="T13" fmla="*/ 0 h 139"/>
                <a:gd name="T14" fmla="*/ 416 w 416"/>
                <a:gd name="T15" fmla="*/ 139 h 139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416" h="139">
                  <a:moveTo>
                    <a:pt x="416" y="0"/>
                  </a:moveTo>
                  <a:lnTo>
                    <a:pt x="416" y="139"/>
                  </a:lnTo>
                  <a:lnTo>
                    <a:pt x="0" y="70"/>
                  </a:lnTo>
                  <a:lnTo>
                    <a:pt x="416" y="0"/>
                  </a:lnTo>
                  <a:close/>
                </a:path>
              </a:pathLst>
            </a:custGeom>
            <a:solidFill>
              <a:srgbClr val="FF0000"/>
            </a:solidFill>
            <a:ln w="9525">
              <a:solidFill>
                <a:srgbClr val="FF0000"/>
              </a:solidFill>
              <a:round/>
              <a:headEnd/>
              <a:tailEnd/>
            </a:ln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367" name="Freeform 5043">
              <a:extLst>
                <a:ext uri="{FF2B5EF4-FFF2-40B4-BE49-F238E27FC236}">
                  <a16:creationId xmlns:a16="http://schemas.microsoft.com/office/drawing/2014/main" id="{72EEA4EF-250E-5A01-2A1E-7AAEEE6A9109}"/>
                </a:ext>
              </a:extLst>
            </p:cNvPr>
            <p:cNvSpPr>
              <a:spLocks/>
            </p:cNvSpPr>
            <p:nvPr/>
          </p:nvSpPr>
          <p:spPr bwMode="auto">
            <a:xfrm>
              <a:off x="3327" y="2345"/>
              <a:ext cx="69" cy="23"/>
            </a:xfrm>
            <a:custGeom>
              <a:avLst/>
              <a:gdLst>
                <a:gd name="T0" fmla="*/ 0 w 416"/>
                <a:gd name="T1" fmla="*/ 0 h 139"/>
                <a:gd name="T2" fmla="*/ 0 w 416"/>
                <a:gd name="T3" fmla="*/ 0 h 139"/>
                <a:gd name="T4" fmla="*/ 0 w 416"/>
                <a:gd name="T5" fmla="*/ 0 h 139"/>
                <a:gd name="T6" fmla="*/ 0 w 416"/>
                <a:gd name="T7" fmla="*/ 0 h 139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416"/>
                <a:gd name="T13" fmla="*/ 0 h 139"/>
                <a:gd name="T14" fmla="*/ 416 w 416"/>
                <a:gd name="T15" fmla="*/ 139 h 139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416" h="139">
                  <a:moveTo>
                    <a:pt x="416" y="0"/>
                  </a:moveTo>
                  <a:lnTo>
                    <a:pt x="416" y="139"/>
                  </a:lnTo>
                  <a:lnTo>
                    <a:pt x="0" y="70"/>
                  </a:lnTo>
                  <a:lnTo>
                    <a:pt x="416" y="0"/>
                  </a:lnTo>
                  <a:close/>
                </a:path>
              </a:pathLst>
            </a:custGeom>
            <a:solidFill>
              <a:srgbClr val="FF0000"/>
            </a:solidFill>
            <a:ln w="0">
              <a:solidFill>
                <a:srgbClr val="FF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368" name="Freeform 5044">
              <a:extLst>
                <a:ext uri="{FF2B5EF4-FFF2-40B4-BE49-F238E27FC236}">
                  <a16:creationId xmlns:a16="http://schemas.microsoft.com/office/drawing/2014/main" id="{24BEDCC4-5296-E643-4A42-FE4411019A86}"/>
                </a:ext>
              </a:extLst>
            </p:cNvPr>
            <p:cNvSpPr>
              <a:spLocks/>
            </p:cNvSpPr>
            <p:nvPr/>
          </p:nvSpPr>
          <p:spPr bwMode="auto">
            <a:xfrm>
              <a:off x="4230" y="2345"/>
              <a:ext cx="70" cy="23"/>
            </a:xfrm>
            <a:custGeom>
              <a:avLst/>
              <a:gdLst>
                <a:gd name="T0" fmla="*/ 0 w 417"/>
                <a:gd name="T1" fmla="*/ 0 h 139"/>
                <a:gd name="T2" fmla="*/ 0 w 417"/>
                <a:gd name="T3" fmla="*/ 0 h 139"/>
                <a:gd name="T4" fmla="*/ 0 w 417"/>
                <a:gd name="T5" fmla="*/ 0 h 139"/>
                <a:gd name="T6" fmla="*/ 0 w 417"/>
                <a:gd name="T7" fmla="*/ 0 h 139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417"/>
                <a:gd name="T13" fmla="*/ 0 h 139"/>
                <a:gd name="T14" fmla="*/ 417 w 417"/>
                <a:gd name="T15" fmla="*/ 139 h 139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417" h="139">
                  <a:moveTo>
                    <a:pt x="0" y="0"/>
                  </a:moveTo>
                  <a:lnTo>
                    <a:pt x="0" y="139"/>
                  </a:lnTo>
                  <a:lnTo>
                    <a:pt x="417" y="7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/>
            </a:solidFill>
            <a:ln w="9525">
              <a:solidFill>
                <a:srgbClr val="FF0000"/>
              </a:solidFill>
              <a:round/>
              <a:headEnd/>
              <a:tailEnd/>
            </a:ln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369" name="Freeform 5045">
              <a:extLst>
                <a:ext uri="{FF2B5EF4-FFF2-40B4-BE49-F238E27FC236}">
                  <a16:creationId xmlns:a16="http://schemas.microsoft.com/office/drawing/2014/main" id="{FB891648-D2F4-4088-0784-509221BA8761}"/>
                </a:ext>
              </a:extLst>
            </p:cNvPr>
            <p:cNvSpPr>
              <a:spLocks/>
            </p:cNvSpPr>
            <p:nvPr/>
          </p:nvSpPr>
          <p:spPr bwMode="auto">
            <a:xfrm>
              <a:off x="4230" y="2345"/>
              <a:ext cx="70" cy="23"/>
            </a:xfrm>
            <a:custGeom>
              <a:avLst/>
              <a:gdLst>
                <a:gd name="T0" fmla="*/ 0 w 417"/>
                <a:gd name="T1" fmla="*/ 0 h 139"/>
                <a:gd name="T2" fmla="*/ 0 w 417"/>
                <a:gd name="T3" fmla="*/ 0 h 139"/>
                <a:gd name="T4" fmla="*/ 0 w 417"/>
                <a:gd name="T5" fmla="*/ 0 h 139"/>
                <a:gd name="T6" fmla="*/ 0 w 417"/>
                <a:gd name="T7" fmla="*/ 0 h 139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417"/>
                <a:gd name="T13" fmla="*/ 0 h 139"/>
                <a:gd name="T14" fmla="*/ 417 w 417"/>
                <a:gd name="T15" fmla="*/ 139 h 139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417" h="139">
                  <a:moveTo>
                    <a:pt x="0" y="0"/>
                  </a:moveTo>
                  <a:lnTo>
                    <a:pt x="0" y="139"/>
                  </a:lnTo>
                  <a:lnTo>
                    <a:pt x="417" y="7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/>
            </a:solidFill>
            <a:ln w="0">
              <a:solidFill>
                <a:srgbClr val="FF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370" name="Freeform 5046">
              <a:extLst>
                <a:ext uri="{FF2B5EF4-FFF2-40B4-BE49-F238E27FC236}">
                  <a16:creationId xmlns:a16="http://schemas.microsoft.com/office/drawing/2014/main" id="{29323A32-9A42-6EA5-BC0A-F2911464069A}"/>
                </a:ext>
              </a:extLst>
            </p:cNvPr>
            <p:cNvSpPr>
              <a:spLocks/>
            </p:cNvSpPr>
            <p:nvPr/>
          </p:nvSpPr>
          <p:spPr bwMode="auto">
            <a:xfrm>
              <a:off x="3778" y="2253"/>
              <a:ext cx="44" cy="65"/>
            </a:xfrm>
            <a:custGeom>
              <a:avLst/>
              <a:gdLst>
                <a:gd name="T0" fmla="*/ 0 w 260"/>
                <a:gd name="T1" fmla="*/ 0 h 391"/>
                <a:gd name="T2" fmla="*/ 0 w 260"/>
                <a:gd name="T3" fmla="*/ 0 h 391"/>
                <a:gd name="T4" fmla="*/ 0 w 260"/>
                <a:gd name="T5" fmla="*/ 0 h 391"/>
                <a:gd name="T6" fmla="*/ 0 w 260"/>
                <a:gd name="T7" fmla="*/ 0 h 391"/>
                <a:gd name="T8" fmla="*/ 0 w 260"/>
                <a:gd name="T9" fmla="*/ 0 h 391"/>
                <a:gd name="T10" fmla="*/ 0 w 260"/>
                <a:gd name="T11" fmla="*/ 0 h 391"/>
                <a:gd name="T12" fmla="*/ 0 w 260"/>
                <a:gd name="T13" fmla="*/ 0 h 391"/>
                <a:gd name="T14" fmla="*/ 0 w 260"/>
                <a:gd name="T15" fmla="*/ 0 h 391"/>
                <a:gd name="T16" fmla="*/ 0 w 260"/>
                <a:gd name="T17" fmla="*/ 0 h 391"/>
                <a:gd name="T18" fmla="*/ 0 w 260"/>
                <a:gd name="T19" fmla="*/ 0 h 391"/>
                <a:gd name="T20" fmla="*/ 0 w 260"/>
                <a:gd name="T21" fmla="*/ 0 h 391"/>
                <a:gd name="T22" fmla="*/ 0 w 260"/>
                <a:gd name="T23" fmla="*/ 0 h 391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w 260"/>
                <a:gd name="T37" fmla="*/ 0 h 391"/>
                <a:gd name="T38" fmla="*/ 260 w 260"/>
                <a:gd name="T39" fmla="*/ 391 h 391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T36" t="T37" r="T38" b="T39"/>
              <a:pathLst>
                <a:path w="260" h="391">
                  <a:moveTo>
                    <a:pt x="173" y="391"/>
                  </a:moveTo>
                  <a:lnTo>
                    <a:pt x="0" y="391"/>
                  </a:lnTo>
                  <a:lnTo>
                    <a:pt x="227" y="131"/>
                  </a:lnTo>
                  <a:lnTo>
                    <a:pt x="250" y="98"/>
                  </a:lnTo>
                  <a:lnTo>
                    <a:pt x="260" y="66"/>
                  </a:lnTo>
                  <a:lnTo>
                    <a:pt x="260" y="44"/>
                  </a:lnTo>
                  <a:lnTo>
                    <a:pt x="250" y="23"/>
                  </a:lnTo>
                  <a:lnTo>
                    <a:pt x="217" y="0"/>
                  </a:lnTo>
                  <a:lnTo>
                    <a:pt x="173" y="0"/>
                  </a:lnTo>
                  <a:lnTo>
                    <a:pt x="130" y="11"/>
                  </a:lnTo>
                  <a:lnTo>
                    <a:pt x="98" y="33"/>
                  </a:lnTo>
                  <a:lnTo>
                    <a:pt x="87" y="54"/>
                  </a:lnTo>
                </a:path>
              </a:pathLst>
            </a:custGeom>
            <a:noFill/>
            <a:ln w="0">
              <a:solidFill>
                <a:srgbClr val="FF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371" name="Freeform 5047">
              <a:extLst>
                <a:ext uri="{FF2B5EF4-FFF2-40B4-BE49-F238E27FC236}">
                  <a16:creationId xmlns:a16="http://schemas.microsoft.com/office/drawing/2014/main" id="{28892C17-35AD-257A-C1D6-2E7CC24B29B3}"/>
                </a:ext>
              </a:extLst>
            </p:cNvPr>
            <p:cNvSpPr>
              <a:spLocks/>
            </p:cNvSpPr>
            <p:nvPr/>
          </p:nvSpPr>
          <p:spPr bwMode="auto">
            <a:xfrm>
              <a:off x="3831" y="2253"/>
              <a:ext cx="39" cy="65"/>
            </a:xfrm>
            <a:custGeom>
              <a:avLst/>
              <a:gdLst>
                <a:gd name="T0" fmla="*/ 0 w 239"/>
                <a:gd name="T1" fmla="*/ 0 h 391"/>
                <a:gd name="T2" fmla="*/ 0 w 239"/>
                <a:gd name="T3" fmla="*/ 0 h 391"/>
                <a:gd name="T4" fmla="*/ 0 w 239"/>
                <a:gd name="T5" fmla="*/ 0 h 391"/>
                <a:gd name="T6" fmla="*/ 0 w 239"/>
                <a:gd name="T7" fmla="*/ 0 h 391"/>
                <a:gd name="T8" fmla="*/ 0 w 239"/>
                <a:gd name="T9" fmla="*/ 0 h 391"/>
                <a:gd name="T10" fmla="*/ 0 w 239"/>
                <a:gd name="T11" fmla="*/ 0 h 391"/>
                <a:gd name="T12" fmla="*/ 0 w 239"/>
                <a:gd name="T13" fmla="*/ 0 h 391"/>
                <a:gd name="T14" fmla="*/ 0 w 239"/>
                <a:gd name="T15" fmla="*/ 0 h 391"/>
                <a:gd name="T16" fmla="*/ 0 w 239"/>
                <a:gd name="T17" fmla="*/ 0 h 391"/>
                <a:gd name="T18" fmla="*/ 0 w 239"/>
                <a:gd name="T19" fmla="*/ 0 h 391"/>
                <a:gd name="T20" fmla="*/ 0 w 239"/>
                <a:gd name="T21" fmla="*/ 0 h 391"/>
                <a:gd name="T22" fmla="*/ 0 w 239"/>
                <a:gd name="T23" fmla="*/ 0 h 391"/>
                <a:gd name="T24" fmla="*/ 0 w 239"/>
                <a:gd name="T25" fmla="*/ 0 h 391"/>
                <a:gd name="T26" fmla="*/ 0 w 239"/>
                <a:gd name="T27" fmla="*/ 0 h 391"/>
                <a:gd name="T28" fmla="*/ 0 w 239"/>
                <a:gd name="T29" fmla="*/ 0 h 391"/>
                <a:gd name="T30" fmla="*/ 0 w 239"/>
                <a:gd name="T31" fmla="*/ 0 h 391"/>
                <a:gd name="T32" fmla="*/ 0 w 239"/>
                <a:gd name="T33" fmla="*/ 0 h 391"/>
                <a:gd name="T34" fmla="*/ 0 w 239"/>
                <a:gd name="T35" fmla="*/ 0 h 391"/>
                <a:gd name="T36" fmla="*/ 0 w 239"/>
                <a:gd name="T37" fmla="*/ 0 h 391"/>
                <a:gd name="T38" fmla="*/ 0 w 239"/>
                <a:gd name="T39" fmla="*/ 0 h 391"/>
                <a:gd name="T40" fmla="*/ 0 w 239"/>
                <a:gd name="T41" fmla="*/ 0 h 391"/>
                <a:gd name="T42" fmla="*/ 0 w 239"/>
                <a:gd name="T43" fmla="*/ 0 h 391"/>
                <a:gd name="T44" fmla="*/ 0 w 239"/>
                <a:gd name="T45" fmla="*/ 0 h 391"/>
                <a:gd name="T46" fmla="*/ 0 w 239"/>
                <a:gd name="T47" fmla="*/ 0 h 391"/>
                <a:gd name="T48" fmla="*/ 0 w 239"/>
                <a:gd name="T49" fmla="*/ 0 h 391"/>
                <a:gd name="T50" fmla="*/ 0 w 239"/>
                <a:gd name="T51" fmla="*/ 0 h 391"/>
                <a:gd name="T52" fmla="*/ 0 w 239"/>
                <a:gd name="T53" fmla="*/ 0 h 391"/>
                <a:gd name="T54" fmla="*/ 0 w 239"/>
                <a:gd name="T55" fmla="*/ 0 h 391"/>
                <a:gd name="T56" fmla="*/ 0 w 239"/>
                <a:gd name="T57" fmla="*/ 0 h 391"/>
                <a:gd name="T58" fmla="*/ 0 w 239"/>
                <a:gd name="T59" fmla="*/ 0 h 391"/>
                <a:gd name="T60" fmla="*/ 0 w 239"/>
                <a:gd name="T61" fmla="*/ 0 h 391"/>
                <a:gd name="T62" fmla="*/ 0 w 239"/>
                <a:gd name="T63" fmla="*/ 0 h 391"/>
                <a:gd name="T64" fmla="*/ 0 w 239"/>
                <a:gd name="T65" fmla="*/ 0 h 391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w 239"/>
                <a:gd name="T100" fmla="*/ 0 h 391"/>
                <a:gd name="T101" fmla="*/ 239 w 239"/>
                <a:gd name="T102" fmla="*/ 391 h 391"/>
              </a:gdLst>
              <a:ahLst/>
              <a:cxnLst>
                <a:cxn ang="T66">
                  <a:pos x="T0" y="T1"/>
                </a:cxn>
                <a:cxn ang="T67">
                  <a:pos x="T2" y="T3"/>
                </a:cxn>
                <a:cxn ang="T68">
                  <a:pos x="T4" y="T5"/>
                </a:cxn>
                <a:cxn ang="T69">
                  <a:pos x="T6" y="T7"/>
                </a:cxn>
                <a:cxn ang="T70">
                  <a:pos x="T8" y="T9"/>
                </a:cxn>
                <a:cxn ang="T71">
                  <a:pos x="T10" y="T11"/>
                </a:cxn>
                <a:cxn ang="T72">
                  <a:pos x="T12" y="T13"/>
                </a:cxn>
                <a:cxn ang="T73">
                  <a:pos x="T14" y="T15"/>
                </a:cxn>
                <a:cxn ang="T74">
                  <a:pos x="T16" y="T17"/>
                </a:cxn>
                <a:cxn ang="T75">
                  <a:pos x="T18" y="T19"/>
                </a:cxn>
                <a:cxn ang="T76">
                  <a:pos x="T20" y="T21"/>
                </a:cxn>
                <a:cxn ang="T77">
                  <a:pos x="T22" y="T23"/>
                </a:cxn>
                <a:cxn ang="T78">
                  <a:pos x="T24" y="T25"/>
                </a:cxn>
                <a:cxn ang="T79">
                  <a:pos x="T26" y="T27"/>
                </a:cxn>
                <a:cxn ang="T80">
                  <a:pos x="T28" y="T29"/>
                </a:cxn>
                <a:cxn ang="T81">
                  <a:pos x="T30" y="T31"/>
                </a:cxn>
                <a:cxn ang="T82">
                  <a:pos x="T32" y="T33"/>
                </a:cxn>
                <a:cxn ang="T83">
                  <a:pos x="T34" y="T35"/>
                </a:cxn>
                <a:cxn ang="T84">
                  <a:pos x="T36" y="T37"/>
                </a:cxn>
                <a:cxn ang="T85">
                  <a:pos x="T38" y="T39"/>
                </a:cxn>
                <a:cxn ang="T86">
                  <a:pos x="T40" y="T41"/>
                </a:cxn>
                <a:cxn ang="T87">
                  <a:pos x="T42" y="T43"/>
                </a:cxn>
                <a:cxn ang="T88">
                  <a:pos x="T44" y="T45"/>
                </a:cxn>
                <a:cxn ang="T89">
                  <a:pos x="T46" y="T47"/>
                </a:cxn>
                <a:cxn ang="T90">
                  <a:pos x="T48" y="T49"/>
                </a:cxn>
                <a:cxn ang="T91">
                  <a:pos x="T50" y="T51"/>
                </a:cxn>
                <a:cxn ang="T92">
                  <a:pos x="T52" y="T53"/>
                </a:cxn>
                <a:cxn ang="T93">
                  <a:pos x="T54" y="T55"/>
                </a:cxn>
                <a:cxn ang="T94">
                  <a:pos x="T56" y="T57"/>
                </a:cxn>
                <a:cxn ang="T95">
                  <a:pos x="T58" y="T59"/>
                </a:cxn>
                <a:cxn ang="T96">
                  <a:pos x="T60" y="T61"/>
                </a:cxn>
                <a:cxn ang="T97">
                  <a:pos x="T62" y="T63"/>
                </a:cxn>
                <a:cxn ang="T98">
                  <a:pos x="T64" y="T65"/>
                </a:cxn>
              </a:cxnLst>
              <a:rect l="T99" t="T100" r="T101" b="T102"/>
              <a:pathLst>
                <a:path w="239" h="391">
                  <a:moveTo>
                    <a:pt x="239" y="87"/>
                  </a:moveTo>
                  <a:lnTo>
                    <a:pt x="228" y="120"/>
                  </a:lnTo>
                  <a:lnTo>
                    <a:pt x="196" y="153"/>
                  </a:lnTo>
                  <a:lnTo>
                    <a:pt x="153" y="174"/>
                  </a:lnTo>
                  <a:lnTo>
                    <a:pt x="130" y="174"/>
                  </a:lnTo>
                  <a:lnTo>
                    <a:pt x="87" y="185"/>
                  </a:lnTo>
                  <a:lnTo>
                    <a:pt x="55" y="207"/>
                  </a:lnTo>
                  <a:lnTo>
                    <a:pt x="33" y="228"/>
                  </a:lnTo>
                  <a:lnTo>
                    <a:pt x="12" y="294"/>
                  </a:lnTo>
                  <a:lnTo>
                    <a:pt x="0" y="327"/>
                  </a:lnTo>
                  <a:lnTo>
                    <a:pt x="0" y="348"/>
                  </a:lnTo>
                  <a:lnTo>
                    <a:pt x="12" y="370"/>
                  </a:lnTo>
                  <a:lnTo>
                    <a:pt x="33" y="391"/>
                  </a:lnTo>
                  <a:lnTo>
                    <a:pt x="66" y="391"/>
                  </a:lnTo>
                  <a:lnTo>
                    <a:pt x="120" y="381"/>
                  </a:lnTo>
                  <a:lnTo>
                    <a:pt x="153" y="358"/>
                  </a:lnTo>
                  <a:lnTo>
                    <a:pt x="174" y="327"/>
                  </a:lnTo>
                  <a:lnTo>
                    <a:pt x="196" y="261"/>
                  </a:lnTo>
                  <a:lnTo>
                    <a:pt x="196" y="228"/>
                  </a:lnTo>
                  <a:lnTo>
                    <a:pt x="184" y="196"/>
                  </a:lnTo>
                  <a:lnTo>
                    <a:pt x="163" y="185"/>
                  </a:lnTo>
                  <a:lnTo>
                    <a:pt x="120" y="174"/>
                  </a:lnTo>
                  <a:lnTo>
                    <a:pt x="87" y="163"/>
                  </a:lnTo>
                  <a:lnTo>
                    <a:pt x="66" y="131"/>
                  </a:lnTo>
                  <a:lnTo>
                    <a:pt x="66" y="98"/>
                  </a:lnTo>
                  <a:lnTo>
                    <a:pt x="76" y="54"/>
                  </a:lnTo>
                  <a:lnTo>
                    <a:pt x="109" y="23"/>
                  </a:lnTo>
                  <a:lnTo>
                    <a:pt x="142" y="0"/>
                  </a:lnTo>
                  <a:lnTo>
                    <a:pt x="174" y="0"/>
                  </a:lnTo>
                  <a:lnTo>
                    <a:pt x="217" y="11"/>
                  </a:lnTo>
                  <a:lnTo>
                    <a:pt x="239" y="33"/>
                  </a:lnTo>
                  <a:lnTo>
                    <a:pt x="239" y="54"/>
                  </a:lnTo>
                  <a:lnTo>
                    <a:pt x="239" y="87"/>
                  </a:lnTo>
                  <a:close/>
                </a:path>
              </a:pathLst>
            </a:custGeom>
            <a:noFill/>
            <a:ln w="0">
              <a:solidFill>
                <a:srgbClr val="FF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372" name="Line 5048">
              <a:extLst>
                <a:ext uri="{FF2B5EF4-FFF2-40B4-BE49-F238E27FC236}">
                  <a16:creationId xmlns:a16="http://schemas.microsoft.com/office/drawing/2014/main" id="{F617C5DA-3619-1316-61D9-29FE144A50B7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005" y="1663"/>
              <a:ext cx="1" cy="115"/>
            </a:xfrm>
            <a:prstGeom prst="line">
              <a:avLst/>
            </a:prstGeom>
            <a:noFill/>
            <a:ln w="0">
              <a:solidFill>
                <a:srgbClr val="FF0000"/>
              </a:solidFill>
              <a:round/>
              <a:headEnd/>
              <a:tailEnd/>
            </a:ln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373" name="Line 5049">
              <a:extLst>
                <a:ext uri="{FF2B5EF4-FFF2-40B4-BE49-F238E27FC236}">
                  <a16:creationId xmlns:a16="http://schemas.microsoft.com/office/drawing/2014/main" id="{EB76E9BD-9985-2E74-97DD-F09A81F88B43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300" y="1663"/>
              <a:ext cx="1" cy="381"/>
            </a:xfrm>
            <a:prstGeom prst="line">
              <a:avLst/>
            </a:prstGeom>
            <a:noFill/>
            <a:ln w="0">
              <a:solidFill>
                <a:srgbClr val="FF0000"/>
              </a:solidFill>
              <a:round/>
              <a:headEnd/>
              <a:tailEnd/>
            </a:ln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374" name="Line 5050">
              <a:extLst>
                <a:ext uri="{FF2B5EF4-FFF2-40B4-BE49-F238E27FC236}">
                  <a16:creationId xmlns:a16="http://schemas.microsoft.com/office/drawing/2014/main" id="{4FC3DFA3-39BE-95C9-0329-6AB50539CED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074" y="1697"/>
              <a:ext cx="156" cy="1"/>
            </a:xfrm>
            <a:prstGeom prst="line">
              <a:avLst/>
            </a:prstGeom>
            <a:noFill/>
            <a:ln w="0">
              <a:solidFill>
                <a:srgbClr val="FF0000"/>
              </a:solidFill>
              <a:round/>
              <a:headEnd/>
              <a:tailEnd/>
            </a:ln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375" name="Freeform 5051">
              <a:extLst>
                <a:ext uri="{FF2B5EF4-FFF2-40B4-BE49-F238E27FC236}">
                  <a16:creationId xmlns:a16="http://schemas.microsoft.com/office/drawing/2014/main" id="{766D6974-7AEA-1062-D959-13D050ED321D}"/>
                </a:ext>
              </a:extLst>
            </p:cNvPr>
            <p:cNvSpPr>
              <a:spLocks/>
            </p:cNvSpPr>
            <p:nvPr/>
          </p:nvSpPr>
          <p:spPr bwMode="auto">
            <a:xfrm>
              <a:off x="4005" y="1686"/>
              <a:ext cx="69" cy="23"/>
            </a:xfrm>
            <a:custGeom>
              <a:avLst/>
              <a:gdLst>
                <a:gd name="T0" fmla="*/ 0 w 416"/>
                <a:gd name="T1" fmla="*/ 0 h 139"/>
                <a:gd name="T2" fmla="*/ 0 w 416"/>
                <a:gd name="T3" fmla="*/ 0 h 139"/>
                <a:gd name="T4" fmla="*/ 0 w 416"/>
                <a:gd name="T5" fmla="*/ 0 h 139"/>
                <a:gd name="T6" fmla="*/ 0 w 416"/>
                <a:gd name="T7" fmla="*/ 0 h 139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416"/>
                <a:gd name="T13" fmla="*/ 0 h 139"/>
                <a:gd name="T14" fmla="*/ 416 w 416"/>
                <a:gd name="T15" fmla="*/ 139 h 139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416" h="139">
                  <a:moveTo>
                    <a:pt x="416" y="0"/>
                  </a:moveTo>
                  <a:lnTo>
                    <a:pt x="416" y="139"/>
                  </a:lnTo>
                  <a:lnTo>
                    <a:pt x="0" y="70"/>
                  </a:lnTo>
                  <a:lnTo>
                    <a:pt x="416" y="0"/>
                  </a:lnTo>
                  <a:close/>
                </a:path>
              </a:pathLst>
            </a:custGeom>
            <a:solidFill>
              <a:srgbClr val="FF0000"/>
            </a:solidFill>
            <a:ln w="9525">
              <a:solidFill>
                <a:srgbClr val="FF0000"/>
              </a:solidFill>
              <a:round/>
              <a:headEnd/>
              <a:tailEnd/>
            </a:ln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376" name="Freeform 5052">
              <a:extLst>
                <a:ext uri="{FF2B5EF4-FFF2-40B4-BE49-F238E27FC236}">
                  <a16:creationId xmlns:a16="http://schemas.microsoft.com/office/drawing/2014/main" id="{8D2C56F2-5646-366C-96D9-E940B0B99CB3}"/>
                </a:ext>
              </a:extLst>
            </p:cNvPr>
            <p:cNvSpPr>
              <a:spLocks/>
            </p:cNvSpPr>
            <p:nvPr/>
          </p:nvSpPr>
          <p:spPr bwMode="auto">
            <a:xfrm>
              <a:off x="4005" y="1686"/>
              <a:ext cx="69" cy="23"/>
            </a:xfrm>
            <a:custGeom>
              <a:avLst/>
              <a:gdLst>
                <a:gd name="T0" fmla="*/ 0 w 416"/>
                <a:gd name="T1" fmla="*/ 0 h 139"/>
                <a:gd name="T2" fmla="*/ 0 w 416"/>
                <a:gd name="T3" fmla="*/ 0 h 139"/>
                <a:gd name="T4" fmla="*/ 0 w 416"/>
                <a:gd name="T5" fmla="*/ 0 h 139"/>
                <a:gd name="T6" fmla="*/ 0 w 416"/>
                <a:gd name="T7" fmla="*/ 0 h 139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416"/>
                <a:gd name="T13" fmla="*/ 0 h 139"/>
                <a:gd name="T14" fmla="*/ 416 w 416"/>
                <a:gd name="T15" fmla="*/ 139 h 139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416" h="139">
                  <a:moveTo>
                    <a:pt x="416" y="0"/>
                  </a:moveTo>
                  <a:lnTo>
                    <a:pt x="416" y="139"/>
                  </a:lnTo>
                  <a:lnTo>
                    <a:pt x="0" y="70"/>
                  </a:lnTo>
                  <a:lnTo>
                    <a:pt x="416" y="0"/>
                  </a:lnTo>
                  <a:close/>
                </a:path>
              </a:pathLst>
            </a:custGeom>
            <a:solidFill>
              <a:srgbClr val="FF0000"/>
            </a:solidFill>
            <a:ln w="0">
              <a:solidFill>
                <a:srgbClr val="FF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377" name="Freeform 5053">
              <a:extLst>
                <a:ext uri="{FF2B5EF4-FFF2-40B4-BE49-F238E27FC236}">
                  <a16:creationId xmlns:a16="http://schemas.microsoft.com/office/drawing/2014/main" id="{9B1584A8-2B63-00D5-84AB-5B8859E88461}"/>
                </a:ext>
              </a:extLst>
            </p:cNvPr>
            <p:cNvSpPr>
              <a:spLocks/>
            </p:cNvSpPr>
            <p:nvPr/>
          </p:nvSpPr>
          <p:spPr bwMode="auto">
            <a:xfrm>
              <a:off x="4230" y="1686"/>
              <a:ext cx="70" cy="23"/>
            </a:xfrm>
            <a:custGeom>
              <a:avLst/>
              <a:gdLst>
                <a:gd name="T0" fmla="*/ 0 w 417"/>
                <a:gd name="T1" fmla="*/ 0 h 139"/>
                <a:gd name="T2" fmla="*/ 0 w 417"/>
                <a:gd name="T3" fmla="*/ 0 h 139"/>
                <a:gd name="T4" fmla="*/ 0 w 417"/>
                <a:gd name="T5" fmla="*/ 0 h 139"/>
                <a:gd name="T6" fmla="*/ 0 w 417"/>
                <a:gd name="T7" fmla="*/ 0 h 139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417"/>
                <a:gd name="T13" fmla="*/ 0 h 139"/>
                <a:gd name="T14" fmla="*/ 417 w 417"/>
                <a:gd name="T15" fmla="*/ 139 h 139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417" h="139">
                  <a:moveTo>
                    <a:pt x="0" y="0"/>
                  </a:moveTo>
                  <a:lnTo>
                    <a:pt x="0" y="139"/>
                  </a:lnTo>
                  <a:lnTo>
                    <a:pt x="417" y="7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/>
            </a:solidFill>
            <a:ln w="9525">
              <a:solidFill>
                <a:srgbClr val="FF0000"/>
              </a:solidFill>
              <a:round/>
              <a:headEnd/>
              <a:tailEnd/>
            </a:ln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378" name="Freeform 5054">
              <a:extLst>
                <a:ext uri="{FF2B5EF4-FFF2-40B4-BE49-F238E27FC236}">
                  <a16:creationId xmlns:a16="http://schemas.microsoft.com/office/drawing/2014/main" id="{6E9C99FE-3D34-79FC-A920-75F0986005F4}"/>
                </a:ext>
              </a:extLst>
            </p:cNvPr>
            <p:cNvSpPr>
              <a:spLocks/>
            </p:cNvSpPr>
            <p:nvPr/>
          </p:nvSpPr>
          <p:spPr bwMode="auto">
            <a:xfrm>
              <a:off x="4230" y="1686"/>
              <a:ext cx="70" cy="23"/>
            </a:xfrm>
            <a:custGeom>
              <a:avLst/>
              <a:gdLst>
                <a:gd name="T0" fmla="*/ 0 w 417"/>
                <a:gd name="T1" fmla="*/ 0 h 139"/>
                <a:gd name="T2" fmla="*/ 0 w 417"/>
                <a:gd name="T3" fmla="*/ 0 h 139"/>
                <a:gd name="T4" fmla="*/ 0 w 417"/>
                <a:gd name="T5" fmla="*/ 0 h 139"/>
                <a:gd name="T6" fmla="*/ 0 w 417"/>
                <a:gd name="T7" fmla="*/ 0 h 139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417"/>
                <a:gd name="T13" fmla="*/ 0 h 139"/>
                <a:gd name="T14" fmla="*/ 417 w 417"/>
                <a:gd name="T15" fmla="*/ 139 h 139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417" h="139">
                  <a:moveTo>
                    <a:pt x="0" y="0"/>
                  </a:moveTo>
                  <a:lnTo>
                    <a:pt x="0" y="139"/>
                  </a:lnTo>
                  <a:lnTo>
                    <a:pt x="417" y="7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/>
            </a:solidFill>
            <a:ln w="0">
              <a:solidFill>
                <a:srgbClr val="FF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379" name="Freeform 5055">
              <a:extLst>
                <a:ext uri="{FF2B5EF4-FFF2-40B4-BE49-F238E27FC236}">
                  <a16:creationId xmlns:a16="http://schemas.microsoft.com/office/drawing/2014/main" id="{E15509B7-98F0-FEBD-FCDA-CA7B4245A34E}"/>
                </a:ext>
              </a:extLst>
            </p:cNvPr>
            <p:cNvSpPr>
              <a:spLocks/>
            </p:cNvSpPr>
            <p:nvPr/>
          </p:nvSpPr>
          <p:spPr bwMode="auto">
            <a:xfrm>
              <a:off x="4146" y="1594"/>
              <a:ext cx="36" cy="65"/>
            </a:xfrm>
            <a:custGeom>
              <a:avLst/>
              <a:gdLst>
                <a:gd name="T0" fmla="*/ 0 w 216"/>
                <a:gd name="T1" fmla="*/ 0 h 390"/>
                <a:gd name="T2" fmla="*/ 0 w 216"/>
                <a:gd name="T3" fmla="*/ 0 h 390"/>
                <a:gd name="T4" fmla="*/ 0 w 216"/>
                <a:gd name="T5" fmla="*/ 0 h 390"/>
                <a:gd name="T6" fmla="*/ 0 w 216"/>
                <a:gd name="T7" fmla="*/ 0 h 390"/>
                <a:gd name="T8" fmla="*/ 0 w 216"/>
                <a:gd name="T9" fmla="*/ 0 h 390"/>
                <a:gd name="T10" fmla="*/ 0 w 216"/>
                <a:gd name="T11" fmla="*/ 0 h 390"/>
                <a:gd name="T12" fmla="*/ 0 w 216"/>
                <a:gd name="T13" fmla="*/ 0 h 390"/>
                <a:gd name="T14" fmla="*/ 0 w 216"/>
                <a:gd name="T15" fmla="*/ 0 h 390"/>
                <a:gd name="T16" fmla="*/ 0 w 216"/>
                <a:gd name="T17" fmla="*/ 0 h 390"/>
                <a:gd name="T18" fmla="*/ 0 w 216"/>
                <a:gd name="T19" fmla="*/ 0 h 390"/>
                <a:gd name="T20" fmla="*/ 0 w 216"/>
                <a:gd name="T21" fmla="*/ 0 h 390"/>
                <a:gd name="T22" fmla="*/ 0 w 216"/>
                <a:gd name="T23" fmla="*/ 0 h 390"/>
                <a:gd name="T24" fmla="*/ 0 w 216"/>
                <a:gd name="T25" fmla="*/ 0 h 390"/>
                <a:gd name="T26" fmla="*/ 0 w 216"/>
                <a:gd name="T27" fmla="*/ 0 h 390"/>
                <a:gd name="T28" fmla="*/ 0 w 216"/>
                <a:gd name="T29" fmla="*/ 0 h 390"/>
                <a:gd name="T30" fmla="*/ 0 w 216"/>
                <a:gd name="T31" fmla="*/ 0 h 390"/>
                <a:gd name="T32" fmla="*/ 0 w 216"/>
                <a:gd name="T33" fmla="*/ 0 h 390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w 216"/>
                <a:gd name="T52" fmla="*/ 0 h 390"/>
                <a:gd name="T53" fmla="*/ 216 w 216"/>
                <a:gd name="T54" fmla="*/ 390 h 390"/>
              </a:gdLst>
              <a:ahLst/>
              <a:cxnLst>
                <a:cxn ang="T34">
                  <a:pos x="T0" y="T1"/>
                </a:cxn>
                <a:cxn ang="T35">
                  <a:pos x="T2" y="T3"/>
                </a:cxn>
                <a:cxn ang="T36">
                  <a:pos x="T4" y="T5"/>
                </a:cxn>
                <a:cxn ang="T37">
                  <a:pos x="T6" y="T7"/>
                </a:cxn>
                <a:cxn ang="T38">
                  <a:pos x="T8" y="T9"/>
                </a:cxn>
                <a:cxn ang="T39">
                  <a:pos x="T10" y="T11"/>
                </a:cxn>
                <a:cxn ang="T40">
                  <a:pos x="T12" y="T13"/>
                </a:cxn>
                <a:cxn ang="T41">
                  <a:pos x="T14" y="T15"/>
                </a:cxn>
                <a:cxn ang="T42">
                  <a:pos x="T16" y="T17"/>
                </a:cxn>
                <a:cxn ang="T43">
                  <a:pos x="T18" y="T19"/>
                </a:cxn>
                <a:cxn ang="T44">
                  <a:pos x="T20" y="T21"/>
                </a:cxn>
                <a:cxn ang="T45">
                  <a:pos x="T22" y="T23"/>
                </a:cxn>
                <a:cxn ang="T46">
                  <a:pos x="T24" y="T25"/>
                </a:cxn>
                <a:cxn ang="T47">
                  <a:pos x="T26" y="T27"/>
                </a:cxn>
                <a:cxn ang="T48">
                  <a:pos x="T28" y="T29"/>
                </a:cxn>
                <a:cxn ang="T49">
                  <a:pos x="T30" y="T31"/>
                </a:cxn>
                <a:cxn ang="T50">
                  <a:pos x="T32" y="T33"/>
                </a:cxn>
              </a:cxnLst>
              <a:rect l="T51" t="T52" r="T53" b="T54"/>
              <a:pathLst>
                <a:path w="216" h="390">
                  <a:moveTo>
                    <a:pt x="0" y="390"/>
                  </a:moveTo>
                  <a:lnTo>
                    <a:pt x="54" y="369"/>
                  </a:lnTo>
                  <a:lnTo>
                    <a:pt x="108" y="326"/>
                  </a:lnTo>
                  <a:lnTo>
                    <a:pt x="162" y="260"/>
                  </a:lnTo>
                  <a:lnTo>
                    <a:pt x="206" y="98"/>
                  </a:lnTo>
                  <a:lnTo>
                    <a:pt x="216" y="65"/>
                  </a:lnTo>
                  <a:lnTo>
                    <a:pt x="216" y="43"/>
                  </a:lnTo>
                  <a:lnTo>
                    <a:pt x="206" y="22"/>
                  </a:lnTo>
                  <a:lnTo>
                    <a:pt x="173" y="0"/>
                  </a:lnTo>
                  <a:lnTo>
                    <a:pt x="119" y="0"/>
                  </a:lnTo>
                  <a:lnTo>
                    <a:pt x="75" y="22"/>
                  </a:lnTo>
                  <a:lnTo>
                    <a:pt x="43" y="55"/>
                  </a:lnTo>
                  <a:lnTo>
                    <a:pt x="21" y="152"/>
                  </a:lnTo>
                  <a:lnTo>
                    <a:pt x="21" y="185"/>
                  </a:lnTo>
                  <a:lnTo>
                    <a:pt x="43" y="206"/>
                  </a:lnTo>
                  <a:lnTo>
                    <a:pt x="75" y="217"/>
                  </a:lnTo>
                  <a:lnTo>
                    <a:pt x="173" y="217"/>
                  </a:lnTo>
                </a:path>
              </a:pathLst>
            </a:custGeom>
            <a:noFill/>
            <a:ln w="0">
              <a:solidFill>
                <a:srgbClr val="FF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380" name="Line 5056">
              <a:extLst>
                <a:ext uri="{FF2B5EF4-FFF2-40B4-BE49-F238E27FC236}">
                  <a16:creationId xmlns:a16="http://schemas.microsoft.com/office/drawing/2014/main" id="{5E71AC2A-D2D4-D020-DC31-AFB89585B8B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005" y="1778"/>
              <a:ext cx="1" cy="1"/>
            </a:xfrm>
            <a:prstGeom prst="line">
              <a:avLst/>
            </a:prstGeom>
            <a:noFill/>
            <a:ln w="0">
              <a:solidFill>
                <a:srgbClr val="0000FF"/>
              </a:solidFill>
              <a:round/>
              <a:headEnd/>
              <a:tailEnd/>
            </a:ln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381" name="Line 5057">
              <a:extLst>
                <a:ext uri="{FF2B5EF4-FFF2-40B4-BE49-F238E27FC236}">
                  <a16:creationId xmlns:a16="http://schemas.microsoft.com/office/drawing/2014/main" id="{EC0AE5DB-A2EC-D2AA-3596-E43FAC39DA7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300" y="2044"/>
              <a:ext cx="1" cy="1"/>
            </a:xfrm>
            <a:prstGeom prst="line">
              <a:avLst/>
            </a:prstGeom>
            <a:noFill/>
            <a:ln w="0">
              <a:solidFill>
                <a:srgbClr val="0000FF"/>
              </a:solidFill>
              <a:round/>
              <a:headEnd/>
              <a:tailEnd/>
            </a:ln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382" name="Line 5058">
              <a:extLst>
                <a:ext uri="{FF2B5EF4-FFF2-40B4-BE49-F238E27FC236}">
                  <a16:creationId xmlns:a16="http://schemas.microsoft.com/office/drawing/2014/main" id="{1F412291-B17E-6BB7-4678-7EE9A84196C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300" y="1697"/>
              <a:ext cx="1" cy="1"/>
            </a:xfrm>
            <a:prstGeom prst="line">
              <a:avLst/>
            </a:prstGeom>
            <a:noFill/>
            <a:ln w="0">
              <a:solidFill>
                <a:srgbClr val="FF0000"/>
              </a:solidFill>
              <a:round/>
              <a:headEnd/>
              <a:tailEnd/>
            </a:ln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383" name="Line 5059">
              <a:extLst>
                <a:ext uri="{FF2B5EF4-FFF2-40B4-BE49-F238E27FC236}">
                  <a16:creationId xmlns:a16="http://schemas.microsoft.com/office/drawing/2014/main" id="{E2C815DD-4980-1E12-26CA-FA550A8359CC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002" y="1666"/>
              <a:ext cx="1" cy="466"/>
            </a:xfrm>
            <a:prstGeom prst="line">
              <a:avLst/>
            </a:prstGeom>
            <a:noFill/>
            <a:ln w="0">
              <a:solidFill>
                <a:srgbClr val="FF0000"/>
              </a:solidFill>
              <a:round/>
              <a:headEnd/>
              <a:tailEnd/>
            </a:ln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384" name="Line 5060">
              <a:extLst>
                <a:ext uri="{FF2B5EF4-FFF2-40B4-BE49-F238E27FC236}">
                  <a16:creationId xmlns:a16="http://schemas.microsoft.com/office/drawing/2014/main" id="{F09B84BF-EC90-6BEA-D7D4-CBCA2C2BD861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651" y="1666"/>
              <a:ext cx="1" cy="112"/>
            </a:xfrm>
            <a:prstGeom prst="line">
              <a:avLst/>
            </a:prstGeom>
            <a:noFill/>
            <a:ln w="0">
              <a:solidFill>
                <a:srgbClr val="FF0000"/>
              </a:solidFill>
              <a:round/>
              <a:headEnd/>
              <a:tailEnd/>
            </a:ln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385" name="Line 5061">
              <a:extLst>
                <a:ext uri="{FF2B5EF4-FFF2-40B4-BE49-F238E27FC236}">
                  <a16:creationId xmlns:a16="http://schemas.microsoft.com/office/drawing/2014/main" id="{615D17D8-CA30-96B1-C778-9982356DA26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071" y="1701"/>
              <a:ext cx="511" cy="1"/>
            </a:xfrm>
            <a:prstGeom prst="line">
              <a:avLst/>
            </a:prstGeom>
            <a:noFill/>
            <a:ln w="0">
              <a:solidFill>
                <a:srgbClr val="FF0000"/>
              </a:solidFill>
              <a:round/>
              <a:headEnd/>
              <a:tailEnd/>
            </a:ln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386" name="Freeform 5062">
              <a:extLst>
                <a:ext uri="{FF2B5EF4-FFF2-40B4-BE49-F238E27FC236}">
                  <a16:creationId xmlns:a16="http://schemas.microsoft.com/office/drawing/2014/main" id="{A5E8647F-CEF2-BED9-9709-9F54B46E8E66}"/>
                </a:ext>
              </a:extLst>
            </p:cNvPr>
            <p:cNvSpPr>
              <a:spLocks/>
            </p:cNvSpPr>
            <p:nvPr/>
          </p:nvSpPr>
          <p:spPr bwMode="auto">
            <a:xfrm>
              <a:off x="3002" y="1690"/>
              <a:ext cx="69" cy="23"/>
            </a:xfrm>
            <a:custGeom>
              <a:avLst/>
              <a:gdLst>
                <a:gd name="T0" fmla="*/ 0 w 416"/>
                <a:gd name="T1" fmla="*/ 0 h 139"/>
                <a:gd name="T2" fmla="*/ 0 w 416"/>
                <a:gd name="T3" fmla="*/ 0 h 139"/>
                <a:gd name="T4" fmla="*/ 0 w 416"/>
                <a:gd name="T5" fmla="*/ 0 h 139"/>
                <a:gd name="T6" fmla="*/ 0 w 416"/>
                <a:gd name="T7" fmla="*/ 0 h 139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416"/>
                <a:gd name="T13" fmla="*/ 0 h 139"/>
                <a:gd name="T14" fmla="*/ 416 w 416"/>
                <a:gd name="T15" fmla="*/ 139 h 139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416" h="139">
                  <a:moveTo>
                    <a:pt x="416" y="0"/>
                  </a:moveTo>
                  <a:lnTo>
                    <a:pt x="416" y="139"/>
                  </a:lnTo>
                  <a:lnTo>
                    <a:pt x="0" y="69"/>
                  </a:lnTo>
                  <a:lnTo>
                    <a:pt x="416" y="0"/>
                  </a:lnTo>
                  <a:close/>
                </a:path>
              </a:pathLst>
            </a:custGeom>
            <a:solidFill>
              <a:srgbClr val="FF0000"/>
            </a:solidFill>
            <a:ln w="9525">
              <a:solidFill>
                <a:srgbClr val="FF0000"/>
              </a:solidFill>
              <a:round/>
              <a:headEnd/>
              <a:tailEnd/>
            </a:ln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387" name="Freeform 5063">
              <a:extLst>
                <a:ext uri="{FF2B5EF4-FFF2-40B4-BE49-F238E27FC236}">
                  <a16:creationId xmlns:a16="http://schemas.microsoft.com/office/drawing/2014/main" id="{5EDE37C2-FCB6-4B92-40B0-461D3F6E5B35}"/>
                </a:ext>
              </a:extLst>
            </p:cNvPr>
            <p:cNvSpPr>
              <a:spLocks/>
            </p:cNvSpPr>
            <p:nvPr/>
          </p:nvSpPr>
          <p:spPr bwMode="auto">
            <a:xfrm>
              <a:off x="3002" y="1690"/>
              <a:ext cx="69" cy="23"/>
            </a:xfrm>
            <a:custGeom>
              <a:avLst/>
              <a:gdLst>
                <a:gd name="T0" fmla="*/ 0 w 416"/>
                <a:gd name="T1" fmla="*/ 0 h 139"/>
                <a:gd name="T2" fmla="*/ 0 w 416"/>
                <a:gd name="T3" fmla="*/ 0 h 139"/>
                <a:gd name="T4" fmla="*/ 0 w 416"/>
                <a:gd name="T5" fmla="*/ 0 h 139"/>
                <a:gd name="T6" fmla="*/ 0 w 416"/>
                <a:gd name="T7" fmla="*/ 0 h 139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416"/>
                <a:gd name="T13" fmla="*/ 0 h 139"/>
                <a:gd name="T14" fmla="*/ 416 w 416"/>
                <a:gd name="T15" fmla="*/ 139 h 139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416" h="139">
                  <a:moveTo>
                    <a:pt x="416" y="0"/>
                  </a:moveTo>
                  <a:lnTo>
                    <a:pt x="416" y="139"/>
                  </a:lnTo>
                  <a:lnTo>
                    <a:pt x="0" y="69"/>
                  </a:lnTo>
                  <a:lnTo>
                    <a:pt x="416" y="0"/>
                  </a:lnTo>
                  <a:close/>
                </a:path>
              </a:pathLst>
            </a:custGeom>
            <a:solidFill>
              <a:srgbClr val="FF0000"/>
            </a:solidFill>
            <a:ln w="0">
              <a:solidFill>
                <a:srgbClr val="FF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388" name="Freeform 5064">
              <a:extLst>
                <a:ext uri="{FF2B5EF4-FFF2-40B4-BE49-F238E27FC236}">
                  <a16:creationId xmlns:a16="http://schemas.microsoft.com/office/drawing/2014/main" id="{4A7DFBD1-220A-6E36-8F6F-D2C782DBA2D9}"/>
                </a:ext>
              </a:extLst>
            </p:cNvPr>
            <p:cNvSpPr>
              <a:spLocks/>
            </p:cNvSpPr>
            <p:nvPr/>
          </p:nvSpPr>
          <p:spPr bwMode="auto">
            <a:xfrm>
              <a:off x="3582" y="1690"/>
              <a:ext cx="69" cy="23"/>
            </a:xfrm>
            <a:custGeom>
              <a:avLst/>
              <a:gdLst>
                <a:gd name="T0" fmla="*/ 0 w 416"/>
                <a:gd name="T1" fmla="*/ 0 h 139"/>
                <a:gd name="T2" fmla="*/ 0 w 416"/>
                <a:gd name="T3" fmla="*/ 0 h 139"/>
                <a:gd name="T4" fmla="*/ 0 w 416"/>
                <a:gd name="T5" fmla="*/ 0 h 139"/>
                <a:gd name="T6" fmla="*/ 0 w 416"/>
                <a:gd name="T7" fmla="*/ 0 h 139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416"/>
                <a:gd name="T13" fmla="*/ 0 h 139"/>
                <a:gd name="T14" fmla="*/ 416 w 416"/>
                <a:gd name="T15" fmla="*/ 139 h 139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416" h="139">
                  <a:moveTo>
                    <a:pt x="0" y="0"/>
                  </a:moveTo>
                  <a:lnTo>
                    <a:pt x="0" y="139"/>
                  </a:lnTo>
                  <a:lnTo>
                    <a:pt x="416" y="6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/>
            </a:solidFill>
            <a:ln w="9525">
              <a:solidFill>
                <a:srgbClr val="FF0000"/>
              </a:solidFill>
              <a:round/>
              <a:headEnd/>
              <a:tailEnd/>
            </a:ln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389" name="Freeform 5065">
              <a:extLst>
                <a:ext uri="{FF2B5EF4-FFF2-40B4-BE49-F238E27FC236}">
                  <a16:creationId xmlns:a16="http://schemas.microsoft.com/office/drawing/2014/main" id="{7AA11FB1-5D4E-0C68-2191-F14E5DB6F96B}"/>
                </a:ext>
              </a:extLst>
            </p:cNvPr>
            <p:cNvSpPr>
              <a:spLocks/>
            </p:cNvSpPr>
            <p:nvPr/>
          </p:nvSpPr>
          <p:spPr bwMode="auto">
            <a:xfrm>
              <a:off x="3582" y="1690"/>
              <a:ext cx="69" cy="23"/>
            </a:xfrm>
            <a:custGeom>
              <a:avLst/>
              <a:gdLst>
                <a:gd name="T0" fmla="*/ 0 w 416"/>
                <a:gd name="T1" fmla="*/ 0 h 139"/>
                <a:gd name="T2" fmla="*/ 0 w 416"/>
                <a:gd name="T3" fmla="*/ 0 h 139"/>
                <a:gd name="T4" fmla="*/ 0 w 416"/>
                <a:gd name="T5" fmla="*/ 0 h 139"/>
                <a:gd name="T6" fmla="*/ 0 w 416"/>
                <a:gd name="T7" fmla="*/ 0 h 139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416"/>
                <a:gd name="T13" fmla="*/ 0 h 139"/>
                <a:gd name="T14" fmla="*/ 416 w 416"/>
                <a:gd name="T15" fmla="*/ 139 h 139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416" h="139">
                  <a:moveTo>
                    <a:pt x="0" y="0"/>
                  </a:moveTo>
                  <a:lnTo>
                    <a:pt x="0" y="139"/>
                  </a:lnTo>
                  <a:lnTo>
                    <a:pt x="416" y="6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/>
            </a:solidFill>
            <a:ln w="0">
              <a:solidFill>
                <a:srgbClr val="FF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390" name="Freeform 5066">
              <a:extLst>
                <a:ext uri="{FF2B5EF4-FFF2-40B4-BE49-F238E27FC236}">
                  <a16:creationId xmlns:a16="http://schemas.microsoft.com/office/drawing/2014/main" id="{F7823856-4168-615F-D9BE-EF3A9C06D853}"/>
                </a:ext>
              </a:extLst>
            </p:cNvPr>
            <p:cNvSpPr>
              <a:spLocks/>
            </p:cNvSpPr>
            <p:nvPr/>
          </p:nvSpPr>
          <p:spPr bwMode="auto">
            <a:xfrm>
              <a:off x="3303" y="1598"/>
              <a:ext cx="18" cy="65"/>
            </a:xfrm>
            <a:custGeom>
              <a:avLst/>
              <a:gdLst>
                <a:gd name="T0" fmla="*/ 0 w 109"/>
                <a:gd name="T1" fmla="*/ 0 h 391"/>
                <a:gd name="T2" fmla="*/ 0 w 109"/>
                <a:gd name="T3" fmla="*/ 0 h 391"/>
                <a:gd name="T4" fmla="*/ 0 w 109"/>
                <a:gd name="T5" fmla="*/ 0 h 391"/>
                <a:gd name="T6" fmla="*/ 0 60000 65536"/>
                <a:gd name="T7" fmla="*/ 0 60000 65536"/>
                <a:gd name="T8" fmla="*/ 0 60000 65536"/>
                <a:gd name="T9" fmla="*/ 0 w 109"/>
                <a:gd name="T10" fmla="*/ 0 h 391"/>
                <a:gd name="T11" fmla="*/ 109 w 109"/>
                <a:gd name="T12" fmla="*/ 391 h 391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09" h="391">
                  <a:moveTo>
                    <a:pt x="0" y="391"/>
                  </a:moveTo>
                  <a:lnTo>
                    <a:pt x="109" y="0"/>
                  </a:lnTo>
                  <a:lnTo>
                    <a:pt x="0" y="87"/>
                  </a:lnTo>
                </a:path>
              </a:pathLst>
            </a:custGeom>
            <a:noFill/>
            <a:ln w="0">
              <a:solidFill>
                <a:srgbClr val="FF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391" name="Freeform 5067">
              <a:extLst>
                <a:ext uri="{FF2B5EF4-FFF2-40B4-BE49-F238E27FC236}">
                  <a16:creationId xmlns:a16="http://schemas.microsoft.com/office/drawing/2014/main" id="{FD46AA76-2205-8659-F3FC-54CE9951F7E2}"/>
                </a:ext>
              </a:extLst>
            </p:cNvPr>
            <p:cNvSpPr>
              <a:spLocks/>
            </p:cNvSpPr>
            <p:nvPr/>
          </p:nvSpPr>
          <p:spPr bwMode="auto">
            <a:xfrm>
              <a:off x="3332" y="1598"/>
              <a:ext cx="36" cy="65"/>
            </a:xfrm>
            <a:custGeom>
              <a:avLst/>
              <a:gdLst>
                <a:gd name="T0" fmla="*/ 0 w 217"/>
                <a:gd name="T1" fmla="*/ 0 h 391"/>
                <a:gd name="T2" fmla="*/ 0 w 217"/>
                <a:gd name="T3" fmla="*/ 0 h 391"/>
                <a:gd name="T4" fmla="*/ 0 w 217"/>
                <a:gd name="T5" fmla="*/ 0 h 391"/>
                <a:gd name="T6" fmla="*/ 0 w 217"/>
                <a:gd name="T7" fmla="*/ 0 h 391"/>
                <a:gd name="T8" fmla="*/ 0 w 217"/>
                <a:gd name="T9" fmla="*/ 0 h 391"/>
                <a:gd name="T10" fmla="*/ 0 w 217"/>
                <a:gd name="T11" fmla="*/ 0 h 391"/>
                <a:gd name="T12" fmla="*/ 0 w 217"/>
                <a:gd name="T13" fmla="*/ 0 h 391"/>
                <a:gd name="T14" fmla="*/ 0 w 217"/>
                <a:gd name="T15" fmla="*/ 0 h 391"/>
                <a:gd name="T16" fmla="*/ 0 w 217"/>
                <a:gd name="T17" fmla="*/ 0 h 391"/>
                <a:gd name="T18" fmla="*/ 0 w 217"/>
                <a:gd name="T19" fmla="*/ 0 h 391"/>
                <a:gd name="T20" fmla="*/ 0 w 217"/>
                <a:gd name="T21" fmla="*/ 0 h 391"/>
                <a:gd name="T22" fmla="*/ 0 w 217"/>
                <a:gd name="T23" fmla="*/ 0 h 391"/>
                <a:gd name="T24" fmla="*/ 0 w 217"/>
                <a:gd name="T25" fmla="*/ 0 h 391"/>
                <a:gd name="T26" fmla="*/ 0 w 217"/>
                <a:gd name="T27" fmla="*/ 0 h 391"/>
                <a:gd name="T28" fmla="*/ 0 w 217"/>
                <a:gd name="T29" fmla="*/ 0 h 391"/>
                <a:gd name="T30" fmla="*/ 0 w 217"/>
                <a:gd name="T31" fmla="*/ 0 h 391"/>
                <a:gd name="T32" fmla="*/ 0 w 217"/>
                <a:gd name="T33" fmla="*/ 0 h 391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w 217"/>
                <a:gd name="T52" fmla="*/ 0 h 391"/>
                <a:gd name="T53" fmla="*/ 217 w 217"/>
                <a:gd name="T54" fmla="*/ 391 h 391"/>
              </a:gdLst>
              <a:ahLst/>
              <a:cxnLst>
                <a:cxn ang="T34">
                  <a:pos x="T0" y="T1"/>
                </a:cxn>
                <a:cxn ang="T35">
                  <a:pos x="T2" y="T3"/>
                </a:cxn>
                <a:cxn ang="T36">
                  <a:pos x="T4" y="T5"/>
                </a:cxn>
                <a:cxn ang="T37">
                  <a:pos x="T6" y="T7"/>
                </a:cxn>
                <a:cxn ang="T38">
                  <a:pos x="T8" y="T9"/>
                </a:cxn>
                <a:cxn ang="T39">
                  <a:pos x="T10" y="T11"/>
                </a:cxn>
                <a:cxn ang="T40">
                  <a:pos x="T12" y="T13"/>
                </a:cxn>
                <a:cxn ang="T41">
                  <a:pos x="T14" y="T15"/>
                </a:cxn>
                <a:cxn ang="T42">
                  <a:pos x="T16" y="T17"/>
                </a:cxn>
                <a:cxn ang="T43">
                  <a:pos x="T18" y="T19"/>
                </a:cxn>
                <a:cxn ang="T44">
                  <a:pos x="T20" y="T21"/>
                </a:cxn>
                <a:cxn ang="T45">
                  <a:pos x="T22" y="T23"/>
                </a:cxn>
                <a:cxn ang="T46">
                  <a:pos x="T24" y="T25"/>
                </a:cxn>
                <a:cxn ang="T47">
                  <a:pos x="T26" y="T27"/>
                </a:cxn>
                <a:cxn ang="T48">
                  <a:pos x="T28" y="T29"/>
                </a:cxn>
                <a:cxn ang="T49">
                  <a:pos x="T30" y="T31"/>
                </a:cxn>
                <a:cxn ang="T50">
                  <a:pos x="T32" y="T33"/>
                </a:cxn>
              </a:cxnLst>
              <a:rect l="T51" t="T52" r="T53" b="T54"/>
              <a:pathLst>
                <a:path w="217" h="391">
                  <a:moveTo>
                    <a:pt x="0" y="391"/>
                  </a:moveTo>
                  <a:lnTo>
                    <a:pt x="54" y="368"/>
                  </a:lnTo>
                  <a:lnTo>
                    <a:pt x="108" y="325"/>
                  </a:lnTo>
                  <a:lnTo>
                    <a:pt x="163" y="260"/>
                  </a:lnTo>
                  <a:lnTo>
                    <a:pt x="206" y="97"/>
                  </a:lnTo>
                  <a:lnTo>
                    <a:pt x="217" y="65"/>
                  </a:lnTo>
                  <a:lnTo>
                    <a:pt x="217" y="43"/>
                  </a:lnTo>
                  <a:lnTo>
                    <a:pt x="206" y="21"/>
                  </a:lnTo>
                  <a:lnTo>
                    <a:pt x="174" y="0"/>
                  </a:lnTo>
                  <a:lnTo>
                    <a:pt x="120" y="0"/>
                  </a:lnTo>
                  <a:lnTo>
                    <a:pt x="76" y="21"/>
                  </a:lnTo>
                  <a:lnTo>
                    <a:pt x="43" y="54"/>
                  </a:lnTo>
                  <a:lnTo>
                    <a:pt x="22" y="151"/>
                  </a:lnTo>
                  <a:lnTo>
                    <a:pt x="22" y="184"/>
                  </a:lnTo>
                  <a:lnTo>
                    <a:pt x="43" y="206"/>
                  </a:lnTo>
                  <a:lnTo>
                    <a:pt x="76" y="217"/>
                  </a:lnTo>
                  <a:lnTo>
                    <a:pt x="174" y="217"/>
                  </a:lnTo>
                </a:path>
              </a:pathLst>
            </a:custGeom>
            <a:noFill/>
            <a:ln w="0">
              <a:solidFill>
                <a:srgbClr val="FF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392" name="Line 5068">
              <a:extLst>
                <a:ext uri="{FF2B5EF4-FFF2-40B4-BE49-F238E27FC236}">
                  <a16:creationId xmlns:a16="http://schemas.microsoft.com/office/drawing/2014/main" id="{FBDBF79D-E528-CDD7-5347-85ADE7D375E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002" y="2132"/>
              <a:ext cx="1" cy="1"/>
            </a:xfrm>
            <a:prstGeom prst="line">
              <a:avLst/>
            </a:prstGeom>
            <a:noFill/>
            <a:ln w="0">
              <a:solidFill>
                <a:srgbClr val="0000FF"/>
              </a:solidFill>
              <a:round/>
              <a:headEnd/>
              <a:tailEnd/>
            </a:ln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393" name="Line 5069">
              <a:extLst>
                <a:ext uri="{FF2B5EF4-FFF2-40B4-BE49-F238E27FC236}">
                  <a16:creationId xmlns:a16="http://schemas.microsoft.com/office/drawing/2014/main" id="{8D3CB256-36E6-3640-9919-6A616BF0DD8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651" y="1778"/>
              <a:ext cx="1" cy="1"/>
            </a:xfrm>
            <a:prstGeom prst="line">
              <a:avLst/>
            </a:prstGeom>
            <a:noFill/>
            <a:ln w="0">
              <a:solidFill>
                <a:srgbClr val="FF0000"/>
              </a:solidFill>
              <a:round/>
              <a:headEnd/>
              <a:tailEnd/>
            </a:ln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394" name="Line 5070">
              <a:extLst>
                <a:ext uri="{FF2B5EF4-FFF2-40B4-BE49-F238E27FC236}">
                  <a16:creationId xmlns:a16="http://schemas.microsoft.com/office/drawing/2014/main" id="{19BC95C0-4078-5CB3-BE30-3B8F70488F3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651" y="1701"/>
              <a:ext cx="1" cy="1"/>
            </a:xfrm>
            <a:prstGeom prst="line">
              <a:avLst/>
            </a:prstGeom>
            <a:noFill/>
            <a:ln w="0">
              <a:solidFill>
                <a:srgbClr val="FF0000"/>
              </a:solidFill>
              <a:round/>
              <a:headEnd/>
              <a:tailEnd/>
            </a:ln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395" name="Line 5071">
              <a:extLst>
                <a:ext uri="{FF2B5EF4-FFF2-40B4-BE49-F238E27FC236}">
                  <a16:creationId xmlns:a16="http://schemas.microsoft.com/office/drawing/2014/main" id="{650B08C8-21FA-2796-C161-50CEE4BB5CE0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882" y="1778"/>
              <a:ext cx="769" cy="1"/>
            </a:xfrm>
            <a:prstGeom prst="line">
              <a:avLst/>
            </a:prstGeom>
            <a:noFill/>
            <a:ln w="0">
              <a:solidFill>
                <a:srgbClr val="FF0000"/>
              </a:solidFill>
              <a:round/>
              <a:headEnd/>
              <a:tailEnd/>
            </a:ln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396" name="Line 5072">
              <a:extLst>
                <a:ext uri="{FF2B5EF4-FFF2-40B4-BE49-F238E27FC236}">
                  <a16:creationId xmlns:a16="http://schemas.microsoft.com/office/drawing/2014/main" id="{12A48E0A-E5EE-9ADE-D3C8-38EACEA100F7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882" y="2132"/>
              <a:ext cx="120" cy="1"/>
            </a:xfrm>
            <a:prstGeom prst="line">
              <a:avLst/>
            </a:prstGeom>
            <a:noFill/>
            <a:ln w="0">
              <a:solidFill>
                <a:srgbClr val="FF0000"/>
              </a:solidFill>
              <a:round/>
              <a:headEnd/>
              <a:tailEnd/>
            </a:ln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397" name="Line 5073">
              <a:extLst>
                <a:ext uri="{FF2B5EF4-FFF2-40B4-BE49-F238E27FC236}">
                  <a16:creationId xmlns:a16="http://schemas.microsoft.com/office/drawing/2014/main" id="{28A75CA9-AB4D-5E81-3C44-BC69B2861E7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917" y="1847"/>
              <a:ext cx="1" cy="216"/>
            </a:xfrm>
            <a:prstGeom prst="line">
              <a:avLst/>
            </a:prstGeom>
            <a:noFill/>
            <a:ln w="0">
              <a:solidFill>
                <a:srgbClr val="FF0000"/>
              </a:solidFill>
              <a:round/>
              <a:headEnd/>
              <a:tailEnd/>
            </a:ln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398" name="Freeform 5074">
              <a:extLst>
                <a:ext uri="{FF2B5EF4-FFF2-40B4-BE49-F238E27FC236}">
                  <a16:creationId xmlns:a16="http://schemas.microsoft.com/office/drawing/2014/main" id="{1A4EA145-EDCD-1027-954C-B535556F1E09}"/>
                </a:ext>
              </a:extLst>
            </p:cNvPr>
            <p:cNvSpPr>
              <a:spLocks/>
            </p:cNvSpPr>
            <p:nvPr/>
          </p:nvSpPr>
          <p:spPr bwMode="auto">
            <a:xfrm>
              <a:off x="2905" y="1778"/>
              <a:ext cx="23" cy="69"/>
            </a:xfrm>
            <a:custGeom>
              <a:avLst/>
              <a:gdLst>
                <a:gd name="T0" fmla="*/ 0 w 138"/>
                <a:gd name="T1" fmla="*/ 0 h 417"/>
                <a:gd name="T2" fmla="*/ 0 w 138"/>
                <a:gd name="T3" fmla="*/ 0 h 417"/>
                <a:gd name="T4" fmla="*/ 0 w 138"/>
                <a:gd name="T5" fmla="*/ 0 h 417"/>
                <a:gd name="T6" fmla="*/ 0 w 138"/>
                <a:gd name="T7" fmla="*/ 0 h 417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138"/>
                <a:gd name="T13" fmla="*/ 0 h 417"/>
                <a:gd name="T14" fmla="*/ 138 w 138"/>
                <a:gd name="T15" fmla="*/ 417 h 417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138" h="417">
                  <a:moveTo>
                    <a:pt x="0" y="417"/>
                  </a:moveTo>
                  <a:lnTo>
                    <a:pt x="138" y="417"/>
                  </a:lnTo>
                  <a:lnTo>
                    <a:pt x="70" y="0"/>
                  </a:lnTo>
                  <a:lnTo>
                    <a:pt x="0" y="417"/>
                  </a:lnTo>
                  <a:close/>
                </a:path>
              </a:pathLst>
            </a:custGeom>
            <a:solidFill>
              <a:srgbClr val="FF0000"/>
            </a:solidFill>
            <a:ln w="9525">
              <a:solidFill>
                <a:srgbClr val="FF0000"/>
              </a:solidFill>
              <a:round/>
              <a:headEnd/>
              <a:tailEnd/>
            </a:ln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399" name="Freeform 5075">
              <a:extLst>
                <a:ext uri="{FF2B5EF4-FFF2-40B4-BE49-F238E27FC236}">
                  <a16:creationId xmlns:a16="http://schemas.microsoft.com/office/drawing/2014/main" id="{E4394E8D-17E9-E1CA-4695-48D60BF588BF}"/>
                </a:ext>
              </a:extLst>
            </p:cNvPr>
            <p:cNvSpPr>
              <a:spLocks/>
            </p:cNvSpPr>
            <p:nvPr/>
          </p:nvSpPr>
          <p:spPr bwMode="auto">
            <a:xfrm>
              <a:off x="2905" y="1778"/>
              <a:ext cx="23" cy="69"/>
            </a:xfrm>
            <a:custGeom>
              <a:avLst/>
              <a:gdLst>
                <a:gd name="T0" fmla="*/ 0 w 138"/>
                <a:gd name="T1" fmla="*/ 0 h 417"/>
                <a:gd name="T2" fmla="*/ 0 w 138"/>
                <a:gd name="T3" fmla="*/ 0 h 417"/>
                <a:gd name="T4" fmla="*/ 0 w 138"/>
                <a:gd name="T5" fmla="*/ 0 h 417"/>
                <a:gd name="T6" fmla="*/ 0 w 138"/>
                <a:gd name="T7" fmla="*/ 0 h 417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138"/>
                <a:gd name="T13" fmla="*/ 0 h 417"/>
                <a:gd name="T14" fmla="*/ 138 w 138"/>
                <a:gd name="T15" fmla="*/ 417 h 417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138" h="417">
                  <a:moveTo>
                    <a:pt x="0" y="417"/>
                  </a:moveTo>
                  <a:lnTo>
                    <a:pt x="138" y="417"/>
                  </a:lnTo>
                  <a:lnTo>
                    <a:pt x="70" y="0"/>
                  </a:lnTo>
                  <a:lnTo>
                    <a:pt x="0" y="417"/>
                  </a:lnTo>
                  <a:close/>
                </a:path>
              </a:pathLst>
            </a:custGeom>
            <a:solidFill>
              <a:srgbClr val="FF0000"/>
            </a:solidFill>
            <a:ln w="0">
              <a:solidFill>
                <a:srgbClr val="FF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400" name="Freeform 5076">
              <a:extLst>
                <a:ext uri="{FF2B5EF4-FFF2-40B4-BE49-F238E27FC236}">
                  <a16:creationId xmlns:a16="http://schemas.microsoft.com/office/drawing/2014/main" id="{3AA124A7-DE7A-A5F4-440F-23DEA6195C55}"/>
                </a:ext>
              </a:extLst>
            </p:cNvPr>
            <p:cNvSpPr>
              <a:spLocks/>
            </p:cNvSpPr>
            <p:nvPr/>
          </p:nvSpPr>
          <p:spPr bwMode="auto">
            <a:xfrm>
              <a:off x="2905" y="2063"/>
              <a:ext cx="23" cy="69"/>
            </a:xfrm>
            <a:custGeom>
              <a:avLst/>
              <a:gdLst>
                <a:gd name="T0" fmla="*/ 0 w 138"/>
                <a:gd name="T1" fmla="*/ 0 h 417"/>
                <a:gd name="T2" fmla="*/ 0 w 138"/>
                <a:gd name="T3" fmla="*/ 0 h 417"/>
                <a:gd name="T4" fmla="*/ 0 w 138"/>
                <a:gd name="T5" fmla="*/ 0 h 417"/>
                <a:gd name="T6" fmla="*/ 0 w 138"/>
                <a:gd name="T7" fmla="*/ 0 h 417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138"/>
                <a:gd name="T13" fmla="*/ 0 h 417"/>
                <a:gd name="T14" fmla="*/ 138 w 138"/>
                <a:gd name="T15" fmla="*/ 417 h 417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138" h="417">
                  <a:moveTo>
                    <a:pt x="0" y="0"/>
                  </a:moveTo>
                  <a:lnTo>
                    <a:pt x="138" y="0"/>
                  </a:lnTo>
                  <a:lnTo>
                    <a:pt x="70" y="41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/>
            </a:solidFill>
            <a:ln w="9525">
              <a:solidFill>
                <a:srgbClr val="FF0000"/>
              </a:solidFill>
              <a:round/>
              <a:headEnd/>
              <a:tailEnd/>
            </a:ln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401" name="Freeform 5077">
              <a:extLst>
                <a:ext uri="{FF2B5EF4-FFF2-40B4-BE49-F238E27FC236}">
                  <a16:creationId xmlns:a16="http://schemas.microsoft.com/office/drawing/2014/main" id="{8BEEAC91-161A-0321-1416-A69433301C38}"/>
                </a:ext>
              </a:extLst>
            </p:cNvPr>
            <p:cNvSpPr>
              <a:spLocks/>
            </p:cNvSpPr>
            <p:nvPr/>
          </p:nvSpPr>
          <p:spPr bwMode="auto">
            <a:xfrm>
              <a:off x="2905" y="2063"/>
              <a:ext cx="23" cy="69"/>
            </a:xfrm>
            <a:custGeom>
              <a:avLst/>
              <a:gdLst>
                <a:gd name="T0" fmla="*/ 0 w 138"/>
                <a:gd name="T1" fmla="*/ 0 h 417"/>
                <a:gd name="T2" fmla="*/ 0 w 138"/>
                <a:gd name="T3" fmla="*/ 0 h 417"/>
                <a:gd name="T4" fmla="*/ 0 w 138"/>
                <a:gd name="T5" fmla="*/ 0 h 417"/>
                <a:gd name="T6" fmla="*/ 0 w 138"/>
                <a:gd name="T7" fmla="*/ 0 h 417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138"/>
                <a:gd name="T13" fmla="*/ 0 h 417"/>
                <a:gd name="T14" fmla="*/ 138 w 138"/>
                <a:gd name="T15" fmla="*/ 417 h 417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138" h="417">
                  <a:moveTo>
                    <a:pt x="0" y="0"/>
                  </a:moveTo>
                  <a:lnTo>
                    <a:pt x="138" y="0"/>
                  </a:lnTo>
                  <a:lnTo>
                    <a:pt x="70" y="41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/>
            </a:solidFill>
            <a:ln w="0">
              <a:solidFill>
                <a:srgbClr val="FF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402" name="Freeform 5078">
              <a:extLst>
                <a:ext uri="{FF2B5EF4-FFF2-40B4-BE49-F238E27FC236}">
                  <a16:creationId xmlns:a16="http://schemas.microsoft.com/office/drawing/2014/main" id="{03795965-3386-3821-F551-2B3171305488}"/>
                </a:ext>
              </a:extLst>
            </p:cNvPr>
            <p:cNvSpPr>
              <a:spLocks/>
            </p:cNvSpPr>
            <p:nvPr/>
          </p:nvSpPr>
          <p:spPr bwMode="auto">
            <a:xfrm>
              <a:off x="2813" y="1971"/>
              <a:ext cx="65" cy="18"/>
            </a:xfrm>
            <a:custGeom>
              <a:avLst/>
              <a:gdLst>
                <a:gd name="T0" fmla="*/ 0 w 390"/>
                <a:gd name="T1" fmla="*/ 0 h 109"/>
                <a:gd name="T2" fmla="*/ 0 w 390"/>
                <a:gd name="T3" fmla="*/ 0 h 109"/>
                <a:gd name="T4" fmla="*/ 0 w 390"/>
                <a:gd name="T5" fmla="*/ 0 h 109"/>
                <a:gd name="T6" fmla="*/ 0 60000 65536"/>
                <a:gd name="T7" fmla="*/ 0 60000 65536"/>
                <a:gd name="T8" fmla="*/ 0 60000 65536"/>
                <a:gd name="T9" fmla="*/ 0 w 390"/>
                <a:gd name="T10" fmla="*/ 0 h 109"/>
                <a:gd name="T11" fmla="*/ 390 w 390"/>
                <a:gd name="T12" fmla="*/ 109 h 109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390" h="109">
                  <a:moveTo>
                    <a:pt x="390" y="109"/>
                  </a:moveTo>
                  <a:lnTo>
                    <a:pt x="0" y="0"/>
                  </a:lnTo>
                  <a:lnTo>
                    <a:pt x="87" y="109"/>
                  </a:lnTo>
                </a:path>
              </a:pathLst>
            </a:custGeom>
            <a:noFill/>
            <a:ln w="0">
              <a:solidFill>
                <a:srgbClr val="0000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403" name="Freeform 5079">
              <a:extLst>
                <a:ext uri="{FF2B5EF4-FFF2-40B4-BE49-F238E27FC236}">
                  <a16:creationId xmlns:a16="http://schemas.microsoft.com/office/drawing/2014/main" id="{948EEE12-DF92-048E-D1A5-A8EBB579EE9D}"/>
                </a:ext>
              </a:extLst>
            </p:cNvPr>
            <p:cNvSpPr>
              <a:spLocks/>
            </p:cNvSpPr>
            <p:nvPr/>
          </p:nvSpPr>
          <p:spPr bwMode="auto">
            <a:xfrm>
              <a:off x="2813" y="1927"/>
              <a:ext cx="65" cy="35"/>
            </a:xfrm>
            <a:custGeom>
              <a:avLst/>
              <a:gdLst>
                <a:gd name="T0" fmla="*/ 0 w 390"/>
                <a:gd name="T1" fmla="*/ 0 h 206"/>
                <a:gd name="T2" fmla="*/ 0 w 390"/>
                <a:gd name="T3" fmla="*/ 0 h 206"/>
                <a:gd name="T4" fmla="*/ 0 w 390"/>
                <a:gd name="T5" fmla="*/ 0 h 206"/>
                <a:gd name="T6" fmla="*/ 0 w 390"/>
                <a:gd name="T7" fmla="*/ 0 h 206"/>
                <a:gd name="T8" fmla="*/ 0 w 390"/>
                <a:gd name="T9" fmla="*/ 0 h 206"/>
                <a:gd name="T10" fmla="*/ 0 w 390"/>
                <a:gd name="T11" fmla="*/ 0 h 206"/>
                <a:gd name="T12" fmla="*/ 0 w 390"/>
                <a:gd name="T13" fmla="*/ 0 h 206"/>
                <a:gd name="T14" fmla="*/ 0 w 390"/>
                <a:gd name="T15" fmla="*/ 0 h 206"/>
                <a:gd name="T16" fmla="*/ 0 w 390"/>
                <a:gd name="T17" fmla="*/ 0 h 206"/>
                <a:gd name="T18" fmla="*/ 0 w 390"/>
                <a:gd name="T19" fmla="*/ 0 h 206"/>
                <a:gd name="T20" fmla="*/ 0 w 390"/>
                <a:gd name="T21" fmla="*/ 0 h 206"/>
                <a:gd name="T22" fmla="*/ 0 w 390"/>
                <a:gd name="T23" fmla="*/ 0 h 206"/>
                <a:gd name="T24" fmla="*/ 0 w 390"/>
                <a:gd name="T25" fmla="*/ 0 h 206"/>
                <a:gd name="T26" fmla="*/ 0 w 390"/>
                <a:gd name="T27" fmla="*/ 0 h 206"/>
                <a:gd name="T28" fmla="*/ 0 w 390"/>
                <a:gd name="T29" fmla="*/ 0 h 206"/>
                <a:gd name="T30" fmla="*/ 0 w 390"/>
                <a:gd name="T31" fmla="*/ 0 h 206"/>
                <a:gd name="T32" fmla="*/ 0 w 390"/>
                <a:gd name="T33" fmla="*/ 0 h 206"/>
                <a:gd name="T34" fmla="*/ 0 w 390"/>
                <a:gd name="T35" fmla="*/ 0 h 206"/>
                <a:gd name="T36" fmla="*/ 0 w 390"/>
                <a:gd name="T37" fmla="*/ 0 h 206"/>
                <a:gd name="T38" fmla="*/ 0 w 390"/>
                <a:gd name="T39" fmla="*/ 0 h 206"/>
                <a:gd name="T40" fmla="*/ 0 w 390"/>
                <a:gd name="T41" fmla="*/ 0 h 206"/>
                <a:gd name="T42" fmla="*/ 0 w 390"/>
                <a:gd name="T43" fmla="*/ 0 h 206"/>
                <a:gd name="T44" fmla="*/ 0 w 390"/>
                <a:gd name="T45" fmla="*/ 0 h 20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w 390"/>
                <a:gd name="T70" fmla="*/ 0 h 206"/>
                <a:gd name="T71" fmla="*/ 390 w 390"/>
                <a:gd name="T72" fmla="*/ 206 h 206"/>
              </a:gdLst>
              <a:ahLst/>
              <a:cxnLst>
                <a:cxn ang="T46">
                  <a:pos x="T0" y="T1"/>
                </a:cxn>
                <a:cxn ang="T47">
                  <a:pos x="T2" y="T3"/>
                </a:cxn>
                <a:cxn ang="T48">
                  <a:pos x="T4" y="T5"/>
                </a:cxn>
                <a:cxn ang="T49">
                  <a:pos x="T6" y="T7"/>
                </a:cxn>
                <a:cxn ang="T50">
                  <a:pos x="T8" y="T9"/>
                </a:cxn>
                <a:cxn ang="T51">
                  <a:pos x="T10" y="T11"/>
                </a:cxn>
                <a:cxn ang="T52">
                  <a:pos x="T12" y="T13"/>
                </a:cxn>
                <a:cxn ang="T53">
                  <a:pos x="T14" y="T15"/>
                </a:cxn>
                <a:cxn ang="T54">
                  <a:pos x="T16" y="T17"/>
                </a:cxn>
                <a:cxn ang="T55">
                  <a:pos x="T18" y="T19"/>
                </a:cxn>
                <a:cxn ang="T56">
                  <a:pos x="T20" y="T21"/>
                </a:cxn>
                <a:cxn ang="T57">
                  <a:pos x="T22" y="T23"/>
                </a:cxn>
                <a:cxn ang="T58">
                  <a:pos x="T24" y="T25"/>
                </a:cxn>
                <a:cxn ang="T59">
                  <a:pos x="T26" y="T27"/>
                </a:cxn>
                <a:cxn ang="T60">
                  <a:pos x="T28" y="T29"/>
                </a:cxn>
                <a:cxn ang="T61">
                  <a:pos x="T30" y="T31"/>
                </a:cxn>
                <a:cxn ang="T62">
                  <a:pos x="T32" y="T33"/>
                </a:cxn>
                <a:cxn ang="T63">
                  <a:pos x="T34" y="T35"/>
                </a:cxn>
                <a:cxn ang="T64">
                  <a:pos x="T36" y="T37"/>
                </a:cxn>
                <a:cxn ang="T65">
                  <a:pos x="T38" y="T39"/>
                </a:cxn>
                <a:cxn ang="T66">
                  <a:pos x="T40" y="T41"/>
                </a:cxn>
                <a:cxn ang="T67">
                  <a:pos x="T42" y="T43"/>
                </a:cxn>
                <a:cxn ang="T68">
                  <a:pos x="T44" y="T45"/>
                </a:cxn>
              </a:cxnLst>
              <a:rect l="T69" t="T70" r="T71" b="T72"/>
              <a:pathLst>
                <a:path w="390" h="206">
                  <a:moveTo>
                    <a:pt x="390" y="163"/>
                  </a:moveTo>
                  <a:lnTo>
                    <a:pt x="390" y="152"/>
                  </a:lnTo>
                  <a:lnTo>
                    <a:pt x="379" y="119"/>
                  </a:lnTo>
                  <a:lnTo>
                    <a:pt x="347" y="87"/>
                  </a:lnTo>
                  <a:lnTo>
                    <a:pt x="304" y="55"/>
                  </a:lnTo>
                  <a:lnTo>
                    <a:pt x="238" y="22"/>
                  </a:lnTo>
                  <a:lnTo>
                    <a:pt x="195" y="11"/>
                  </a:lnTo>
                  <a:lnTo>
                    <a:pt x="141" y="0"/>
                  </a:lnTo>
                  <a:lnTo>
                    <a:pt x="76" y="0"/>
                  </a:lnTo>
                  <a:lnTo>
                    <a:pt x="21" y="11"/>
                  </a:lnTo>
                  <a:lnTo>
                    <a:pt x="0" y="33"/>
                  </a:lnTo>
                  <a:lnTo>
                    <a:pt x="0" y="55"/>
                  </a:lnTo>
                  <a:lnTo>
                    <a:pt x="11" y="87"/>
                  </a:lnTo>
                  <a:lnTo>
                    <a:pt x="33" y="109"/>
                  </a:lnTo>
                  <a:lnTo>
                    <a:pt x="76" y="142"/>
                  </a:lnTo>
                  <a:lnTo>
                    <a:pt x="119" y="163"/>
                  </a:lnTo>
                  <a:lnTo>
                    <a:pt x="174" y="185"/>
                  </a:lnTo>
                  <a:lnTo>
                    <a:pt x="217" y="196"/>
                  </a:lnTo>
                  <a:lnTo>
                    <a:pt x="271" y="206"/>
                  </a:lnTo>
                  <a:lnTo>
                    <a:pt x="315" y="206"/>
                  </a:lnTo>
                  <a:lnTo>
                    <a:pt x="369" y="196"/>
                  </a:lnTo>
                  <a:lnTo>
                    <a:pt x="379" y="185"/>
                  </a:lnTo>
                  <a:lnTo>
                    <a:pt x="390" y="163"/>
                  </a:lnTo>
                  <a:close/>
                </a:path>
              </a:pathLst>
            </a:custGeom>
            <a:noFill/>
            <a:ln w="0">
              <a:solidFill>
                <a:srgbClr val="0000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404" name="Line 5080">
              <a:extLst>
                <a:ext uri="{FF2B5EF4-FFF2-40B4-BE49-F238E27FC236}">
                  <a16:creationId xmlns:a16="http://schemas.microsoft.com/office/drawing/2014/main" id="{5225D9EE-8A0A-8918-3030-D99A365EA40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651" y="1778"/>
              <a:ext cx="1" cy="1"/>
            </a:xfrm>
            <a:prstGeom prst="line">
              <a:avLst/>
            </a:prstGeom>
            <a:noFill/>
            <a:ln w="0">
              <a:solidFill>
                <a:srgbClr val="FF0000"/>
              </a:solidFill>
              <a:round/>
              <a:headEnd/>
              <a:tailEnd/>
            </a:ln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405" name="Line 5081">
              <a:extLst>
                <a:ext uri="{FF2B5EF4-FFF2-40B4-BE49-F238E27FC236}">
                  <a16:creationId xmlns:a16="http://schemas.microsoft.com/office/drawing/2014/main" id="{5BE70A0E-CAA4-02F3-E3DE-7AD209E2AEE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002" y="2132"/>
              <a:ext cx="1" cy="1"/>
            </a:xfrm>
            <a:prstGeom prst="line">
              <a:avLst/>
            </a:prstGeom>
            <a:noFill/>
            <a:ln w="0">
              <a:solidFill>
                <a:srgbClr val="0000FF"/>
              </a:solidFill>
              <a:round/>
              <a:headEnd/>
              <a:tailEnd/>
            </a:ln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406" name="Line 5082">
              <a:extLst>
                <a:ext uri="{FF2B5EF4-FFF2-40B4-BE49-F238E27FC236}">
                  <a16:creationId xmlns:a16="http://schemas.microsoft.com/office/drawing/2014/main" id="{F1EBEE54-1852-4906-E531-09307FBDC8E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917" y="2132"/>
              <a:ext cx="1" cy="1"/>
            </a:xfrm>
            <a:prstGeom prst="line">
              <a:avLst/>
            </a:prstGeom>
            <a:noFill/>
            <a:ln w="0">
              <a:solidFill>
                <a:srgbClr val="FF0000"/>
              </a:solidFill>
              <a:round/>
              <a:headEnd/>
              <a:tailEnd/>
            </a:ln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407" name="Line 5083">
              <a:extLst>
                <a:ext uri="{FF2B5EF4-FFF2-40B4-BE49-F238E27FC236}">
                  <a16:creationId xmlns:a16="http://schemas.microsoft.com/office/drawing/2014/main" id="{F516B280-DBEF-8DFE-041C-150D06BF15B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300" y="2822"/>
              <a:ext cx="187" cy="1"/>
            </a:xfrm>
            <a:prstGeom prst="line">
              <a:avLst/>
            </a:prstGeom>
            <a:noFill/>
            <a:ln w="0">
              <a:solidFill>
                <a:srgbClr val="FF0000"/>
              </a:solidFill>
              <a:round/>
              <a:headEnd/>
              <a:tailEnd/>
            </a:ln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408" name="Line 5084">
              <a:extLst>
                <a:ext uri="{FF2B5EF4-FFF2-40B4-BE49-F238E27FC236}">
                  <a16:creationId xmlns:a16="http://schemas.microsoft.com/office/drawing/2014/main" id="{AA7105FB-B559-8757-61B1-10F550F49EB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300" y="3295"/>
              <a:ext cx="187" cy="1"/>
            </a:xfrm>
            <a:prstGeom prst="line">
              <a:avLst/>
            </a:prstGeom>
            <a:noFill/>
            <a:ln w="0">
              <a:solidFill>
                <a:srgbClr val="FF0000"/>
              </a:solidFill>
              <a:round/>
              <a:headEnd/>
              <a:tailEnd/>
            </a:ln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409" name="Line 5085">
              <a:extLst>
                <a:ext uri="{FF2B5EF4-FFF2-40B4-BE49-F238E27FC236}">
                  <a16:creationId xmlns:a16="http://schemas.microsoft.com/office/drawing/2014/main" id="{054ED5C7-A96B-3584-1FA7-2F3E1E3F15E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453" y="2892"/>
              <a:ext cx="1" cy="333"/>
            </a:xfrm>
            <a:prstGeom prst="line">
              <a:avLst/>
            </a:prstGeom>
            <a:noFill/>
            <a:ln w="0">
              <a:solidFill>
                <a:srgbClr val="FF0000"/>
              </a:solidFill>
              <a:round/>
              <a:headEnd/>
              <a:tailEnd/>
            </a:ln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410" name="Freeform 5086">
              <a:extLst>
                <a:ext uri="{FF2B5EF4-FFF2-40B4-BE49-F238E27FC236}">
                  <a16:creationId xmlns:a16="http://schemas.microsoft.com/office/drawing/2014/main" id="{61FA9F91-B658-9AFB-3724-02A723058FE8}"/>
                </a:ext>
              </a:extLst>
            </p:cNvPr>
            <p:cNvSpPr>
              <a:spLocks/>
            </p:cNvSpPr>
            <p:nvPr/>
          </p:nvSpPr>
          <p:spPr bwMode="auto">
            <a:xfrm>
              <a:off x="4441" y="2822"/>
              <a:ext cx="23" cy="70"/>
            </a:xfrm>
            <a:custGeom>
              <a:avLst/>
              <a:gdLst>
                <a:gd name="T0" fmla="*/ 0 w 139"/>
                <a:gd name="T1" fmla="*/ 0 h 417"/>
                <a:gd name="T2" fmla="*/ 0 w 139"/>
                <a:gd name="T3" fmla="*/ 0 h 417"/>
                <a:gd name="T4" fmla="*/ 0 w 139"/>
                <a:gd name="T5" fmla="*/ 0 h 417"/>
                <a:gd name="T6" fmla="*/ 0 w 139"/>
                <a:gd name="T7" fmla="*/ 0 h 417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139"/>
                <a:gd name="T13" fmla="*/ 0 h 417"/>
                <a:gd name="T14" fmla="*/ 139 w 139"/>
                <a:gd name="T15" fmla="*/ 417 h 417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139" h="417">
                  <a:moveTo>
                    <a:pt x="0" y="417"/>
                  </a:moveTo>
                  <a:lnTo>
                    <a:pt x="139" y="417"/>
                  </a:lnTo>
                  <a:lnTo>
                    <a:pt x="70" y="0"/>
                  </a:lnTo>
                  <a:lnTo>
                    <a:pt x="0" y="417"/>
                  </a:lnTo>
                  <a:close/>
                </a:path>
              </a:pathLst>
            </a:custGeom>
            <a:solidFill>
              <a:srgbClr val="FF0000"/>
            </a:solidFill>
            <a:ln w="9525">
              <a:solidFill>
                <a:srgbClr val="FF0000"/>
              </a:solidFill>
              <a:round/>
              <a:headEnd/>
              <a:tailEnd/>
            </a:ln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411" name="Freeform 5087">
              <a:extLst>
                <a:ext uri="{FF2B5EF4-FFF2-40B4-BE49-F238E27FC236}">
                  <a16:creationId xmlns:a16="http://schemas.microsoft.com/office/drawing/2014/main" id="{E9EC9DF4-58D7-797E-212C-57B8F6161CCD}"/>
                </a:ext>
              </a:extLst>
            </p:cNvPr>
            <p:cNvSpPr>
              <a:spLocks/>
            </p:cNvSpPr>
            <p:nvPr/>
          </p:nvSpPr>
          <p:spPr bwMode="auto">
            <a:xfrm>
              <a:off x="4441" y="2822"/>
              <a:ext cx="23" cy="70"/>
            </a:xfrm>
            <a:custGeom>
              <a:avLst/>
              <a:gdLst>
                <a:gd name="T0" fmla="*/ 0 w 139"/>
                <a:gd name="T1" fmla="*/ 0 h 417"/>
                <a:gd name="T2" fmla="*/ 0 w 139"/>
                <a:gd name="T3" fmla="*/ 0 h 417"/>
                <a:gd name="T4" fmla="*/ 0 w 139"/>
                <a:gd name="T5" fmla="*/ 0 h 417"/>
                <a:gd name="T6" fmla="*/ 0 w 139"/>
                <a:gd name="T7" fmla="*/ 0 h 417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139"/>
                <a:gd name="T13" fmla="*/ 0 h 417"/>
                <a:gd name="T14" fmla="*/ 139 w 139"/>
                <a:gd name="T15" fmla="*/ 417 h 417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139" h="417">
                  <a:moveTo>
                    <a:pt x="0" y="417"/>
                  </a:moveTo>
                  <a:lnTo>
                    <a:pt x="139" y="417"/>
                  </a:lnTo>
                  <a:lnTo>
                    <a:pt x="70" y="0"/>
                  </a:lnTo>
                  <a:lnTo>
                    <a:pt x="0" y="417"/>
                  </a:lnTo>
                  <a:close/>
                </a:path>
              </a:pathLst>
            </a:custGeom>
            <a:solidFill>
              <a:srgbClr val="FF0000"/>
            </a:solidFill>
            <a:ln w="0">
              <a:solidFill>
                <a:srgbClr val="FF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412" name="Freeform 5088">
              <a:extLst>
                <a:ext uri="{FF2B5EF4-FFF2-40B4-BE49-F238E27FC236}">
                  <a16:creationId xmlns:a16="http://schemas.microsoft.com/office/drawing/2014/main" id="{1E8B8CA8-B6F9-EE1E-E744-B5D55E1F79DC}"/>
                </a:ext>
              </a:extLst>
            </p:cNvPr>
            <p:cNvSpPr>
              <a:spLocks/>
            </p:cNvSpPr>
            <p:nvPr/>
          </p:nvSpPr>
          <p:spPr bwMode="auto">
            <a:xfrm>
              <a:off x="4441" y="3225"/>
              <a:ext cx="23" cy="70"/>
            </a:xfrm>
            <a:custGeom>
              <a:avLst/>
              <a:gdLst>
                <a:gd name="T0" fmla="*/ 0 w 139"/>
                <a:gd name="T1" fmla="*/ 0 h 418"/>
                <a:gd name="T2" fmla="*/ 0 w 139"/>
                <a:gd name="T3" fmla="*/ 0 h 418"/>
                <a:gd name="T4" fmla="*/ 0 w 139"/>
                <a:gd name="T5" fmla="*/ 0 h 418"/>
                <a:gd name="T6" fmla="*/ 0 w 139"/>
                <a:gd name="T7" fmla="*/ 0 h 418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139"/>
                <a:gd name="T13" fmla="*/ 0 h 418"/>
                <a:gd name="T14" fmla="*/ 139 w 139"/>
                <a:gd name="T15" fmla="*/ 418 h 418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139" h="418">
                  <a:moveTo>
                    <a:pt x="0" y="0"/>
                  </a:moveTo>
                  <a:lnTo>
                    <a:pt x="139" y="0"/>
                  </a:lnTo>
                  <a:lnTo>
                    <a:pt x="70" y="41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/>
            </a:solidFill>
            <a:ln w="9525">
              <a:solidFill>
                <a:srgbClr val="FF0000"/>
              </a:solidFill>
              <a:round/>
              <a:headEnd/>
              <a:tailEnd/>
            </a:ln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413" name="Freeform 5089">
              <a:extLst>
                <a:ext uri="{FF2B5EF4-FFF2-40B4-BE49-F238E27FC236}">
                  <a16:creationId xmlns:a16="http://schemas.microsoft.com/office/drawing/2014/main" id="{531232C9-A72C-8890-70EA-DCF3C17E2F5D}"/>
                </a:ext>
              </a:extLst>
            </p:cNvPr>
            <p:cNvSpPr>
              <a:spLocks/>
            </p:cNvSpPr>
            <p:nvPr/>
          </p:nvSpPr>
          <p:spPr bwMode="auto">
            <a:xfrm>
              <a:off x="4441" y="3225"/>
              <a:ext cx="23" cy="70"/>
            </a:xfrm>
            <a:custGeom>
              <a:avLst/>
              <a:gdLst>
                <a:gd name="T0" fmla="*/ 0 w 139"/>
                <a:gd name="T1" fmla="*/ 0 h 418"/>
                <a:gd name="T2" fmla="*/ 0 w 139"/>
                <a:gd name="T3" fmla="*/ 0 h 418"/>
                <a:gd name="T4" fmla="*/ 0 w 139"/>
                <a:gd name="T5" fmla="*/ 0 h 418"/>
                <a:gd name="T6" fmla="*/ 0 w 139"/>
                <a:gd name="T7" fmla="*/ 0 h 418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139"/>
                <a:gd name="T13" fmla="*/ 0 h 418"/>
                <a:gd name="T14" fmla="*/ 139 w 139"/>
                <a:gd name="T15" fmla="*/ 418 h 418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139" h="418">
                  <a:moveTo>
                    <a:pt x="0" y="0"/>
                  </a:moveTo>
                  <a:lnTo>
                    <a:pt x="139" y="0"/>
                  </a:lnTo>
                  <a:lnTo>
                    <a:pt x="70" y="41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/>
            </a:solidFill>
            <a:ln w="0">
              <a:solidFill>
                <a:srgbClr val="FF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414" name="Freeform 5090">
              <a:extLst>
                <a:ext uri="{FF2B5EF4-FFF2-40B4-BE49-F238E27FC236}">
                  <a16:creationId xmlns:a16="http://schemas.microsoft.com/office/drawing/2014/main" id="{E2E810B6-9A2A-C51E-233F-42DCD5D326A5}"/>
                </a:ext>
              </a:extLst>
            </p:cNvPr>
            <p:cNvSpPr>
              <a:spLocks/>
            </p:cNvSpPr>
            <p:nvPr/>
          </p:nvSpPr>
          <p:spPr bwMode="auto">
            <a:xfrm>
              <a:off x="4349" y="3054"/>
              <a:ext cx="65" cy="18"/>
            </a:xfrm>
            <a:custGeom>
              <a:avLst/>
              <a:gdLst>
                <a:gd name="T0" fmla="*/ 0 w 391"/>
                <a:gd name="T1" fmla="*/ 0 h 109"/>
                <a:gd name="T2" fmla="*/ 0 w 391"/>
                <a:gd name="T3" fmla="*/ 0 h 109"/>
                <a:gd name="T4" fmla="*/ 0 w 391"/>
                <a:gd name="T5" fmla="*/ 0 h 109"/>
                <a:gd name="T6" fmla="*/ 0 60000 65536"/>
                <a:gd name="T7" fmla="*/ 0 60000 65536"/>
                <a:gd name="T8" fmla="*/ 0 60000 65536"/>
                <a:gd name="T9" fmla="*/ 0 w 391"/>
                <a:gd name="T10" fmla="*/ 0 h 109"/>
                <a:gd name="T11" fmla="*/ 391 w 391"/>
                <a:gd name="T12" fmla="*/ 109 h 109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391" h="109">
                  <a:moveTo>
                    <a:pt x="391" y="109"/>
                  </a:moveTo>
                  <a:lnTo>
                    <a:pt x="0" y="0"/>
                  </a:lnTo>
                  <a:lnTo>
                    <a:pt x="87" y="109"/>
                  </a:lnTo>
                </a:path>
              </a:pathLst>
            </a:custGeom>
            <a:noFill/>
            <a:ln w="0">
              <a:solidFill>
                <a:srgbClr val="0000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415" name="Freeform 5091">
              <a:extLst>
                <a:ext uri="{FF2B5EF4-FFF2-40B4-BE49-F238E27FC236}">
                  <a16:creationId xmlns:a16="http://schemas.microsoft.com/office/drawing/2014/main" id="{CE00FF97-43B2-B417-CF09-2BF9F4EC66A4}"/>
                </a:ext>
              </a:extLst>
            </p:cNvPr>
            <p:cNvSpPr>
              <a:spLocks/>
            </p:cNvSpPr>
            <p:nvPr/>
          </p:nvSpPr>
          <p:spPr bwMode="auto">
            <a:xfrm>
              <a:off x="4349" y="3011"/>
              <a:ext cx="51" cy="36"/>
            </a:xfrm>
            <a:custGeom>
              <a:avLst/>
              <a:gdLst>
                <a:gd name="T0" fmla="*/ 0 w 304"/>
                <a:gd name="T1" fmla="*/ 0 h 217"/>
                <a:gd name="T2" fmla="*/ 0 w 304"/>
                <a:gd name="T3" fmla="*/ 0 h 217"/>
                <a:gd name="T4" fmla="*/ 0 w 304"/>
                <a:gd name="T5" fmla="*/ 0 h 217"/>
                <a:gd name="T6" fmla="*/ 0 60000 65536"/>
                <a:gd name="T7" fmla="*/ 0 60000 65536"/>
                <a:gd name="T8" fmla="*/ 0 60000 65536"/>
                <a:gd name="T9" fmla="*/ 0 w 304"/>
                <a:gd name="T10" fmla="*/ 0 h 217"/>
                <a:gd name="T11" fmla="*/ 304 w 304"/>
                <a:gd name="T12" fmla="*/ 217 h 217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304" h="217">
                  <a:moveTo>
                    <a:pt x="0" y="54"/>
                  </a:moveTo>
                  <a:lnTo>
                    <a:pt x="304" y="217"/>
                  </a:lnTo>
                  <a:lnTo>
                    <a:pt x="304" y="0"/>
                  </a:lnTo>
                </a:path>
              </a:pathLst>
            </a:custGeom>
            <a:noFill/>
            <a:ln w="0">
              <a:solidFill>
                <a:srgbClr val="0000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416" name="Line 5092">
              <a:extLst>
                <a:ext uri="{FF2B5EF4-FFF2-40B4-BE49-F238E27FC236}">
                  <a16:creationId xmlns:a16="http://schemas.microsoft.com/office/drawing/2014/main" id="{9025E2F0-81F8-E922-9C87-E35B17802F7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385" y="3018"/>
              <a:ext cx="29" cy="7"/>
            </a:xfrm>
            <a:prstGeom prst="line">
              <a:avLst/>
            </a:prstGeom>
            <a:noFill/>
            <a:ln w="0">
              <a:solidFill>
                <a:srgbClr val="0000FF"/>
              </a:solidFill>
              <a:round/>
              <a:headEnd/>
              <a:tailEnd/>
            </a:ln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417" name="Line 5093">
              <a:extLst>
                <a:ext uri="{FF2B5EF4-FFF2-40B4-BE49-F238E27FC236}">
                  <a16:creationId xmlns:a16="http://schemas.microsoft.com/office/drawing/2014/main" id="{304B96ED-338F-12EA-CB30-297673207EA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002" y="2398"/>
              <a:ext cx="1" cy="186"/>
            </a:xfrm>
            <a:prstGeom prst="line">
              <a:avLst/>
            </a:prstGeom>
            <a:noFill/>
            <a:ln w="0">
              <a:solidFill>
                <a:srgbClr val="FF0000"/>
              </a:solidFill>
              <a:round/>
              <a:headEnd/>
              <a:tailEnd/>
            </a:ln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418" name="Line 5094">
              <a:extLst>
                <a:ext uri="{FF2B5EF4-FFF2-40B4-BE49-F238E27FC236}">
                  <a16:creationId xmlns:a16="http://schemas.microsoft.com/office/drawing/2014/main" id="{24192613-8A71-0D6B-09DD-8BB229968FA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300" y="2398"/>
              <a:ext cx="1" cy="186"/>
            </a:xfrm>
            <a:prstGeom prst="line">
              <a:avLst/>
            </a:prstGeom>
            <a:noFill/>
            <a:ln w="0">
              <a:solidFill>
                <a:srgbClr val="FF0000"/>
              </a:solidFill>
              <a:round/>
              <a:headEnd/>
              <a:tailEnd/>
            </a:ln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419" name="Line 5095">
              <a:extLst>
                <a:ext uri="{FF2B5EF4-FFF2-40B4-BE49-F238E27FC236}">
                  <a16:creationId xmlns:a16="http://schemas.microsoft.com/office/drawing/2014/main" id="{74312916-2072-E062-2962-FD7C82DF6DC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071" y="2550"/>
              <a:ext cx="1159" cy="1"/>
            </a:xfrm>
            <a:prstGeom prst="line">
              <a:avLst/>
            </a:prstGeom>
            <a:noFill/>
            <a:ln w="0">
              <a:solidFill>
                <a:srgbClr val="FF0000"/>
              </a:solidFill>
              <a:round/>
              <a:headEnd/>
              <a:tailEnd/>
            </a:ln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420" name="Freeform 5096">
              <a:extLst>
                <a:ext uri="{FF2B5EF4-FFF2-40B4-BE49-F238E27FC236}">
                  <a16:creationId xmlns:a16="http://schemas.microsoft.com/office/drawing/2014/main" id="{D20784F7-8B8D-4881-AE6B-E54DBAA33D66}"/>
                </a:ext>
              </a:extLst>
            </p:cNvPr>
            <p:cNvSpPr>
              <a:spLocks/>
            </p:cNvSpPr>
            <p:nvPr/>
          </p:nvSpPr>
          <p:spPr bwMode="auto">
            <a:xfrm>
              <a:off x="3002" y="2538"/>
              <a:ext cx="69" cy="23"/>
            </a:xfrm>
            <a:custGeom>
              <a:avLst/>
              <a:gdLst>
                <a:gd name="T0" fmla="*/ 0 w 416"/>
                <a:gd name="T1" fmla="*/ 0 h 139"/>
                <a:gd name="T2" fmla="*/ 0 w 416"/>
                <a:gd name="T3" fmla="*/ 0 h 139"/>
                <a:gd name="T4" fmla="*/ 0 w 416"/>
                <a:gd name="T5" fmla="*/ 0 h 139"/>
                <a:gd name="T6" fmla="*/ 0 w 416"/>
                <a:gd name="T7" fmla="*/ 0 h 139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416"/>
                <a:gd name="T13" fmla="*/ 0 h 139"/>
                <a:gd name="T14" fmla="*/ 416 w 416"/>
                <a:gd name="T15" fmla="*/ 139 h 139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416" h="139">
                  <a:moveTo>
                    <a:pt x="416" y="0"/>
                  </a:moveTo>
                  <a:lnTo>
                    <a:pt x="416" y="139"/>
                  </a:lnTo>
                  <a:lnTo>
                    <a:pt x="0" y="70"/>
                  </a:lnTo>
                  <a:lnTo>
                    <a:pt x="416" y="0"/>
                  </a:lnTo>
                  <a:close/>
                </a:path>
              </a:pathLst>
            </a:custGeom>
            <a:solidFill>
              <a:srgbClr val="FF0000"/>
            </a:solidFill>
            <a:ln w="9525">
              <a:solidFill>
                <a:srgbClr val="FF0000"/>
              </a:solidFill>
              <a:round/>
              <a:headEnd/>
              <a:tailEnd/>
            </a:ln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421" name="Freeform 5097">
              <a:extLst>
                <a:ext uri="{FF2B5EF4-FFF2-40B4-BE49-F238E27FC236}">
                  <a16:creationId xmlns:a16="http://schemas.microsoft.com/office/drawing/2014/main" id="{0505916F-EFC7-44EA-6C73-AB9D1208C7E5}"/>
                </a:ext>
              </a:extLst>
            </p:cNvPr>
            <p:cNvSpPr>
              <a:spLocks/>
            </p:cNvSpPr>
            <p:nvPr/>
          </p:nvSpPr>
          <p:spPr bwMode="auto">
            <a:xfrm>
              <a:off x="3002" y="2538"/>
              <a:ext cx="69" cy="23"/>
            </a:xfrm>
            <a:custGeom>
              <a:avLst/>
              <a:gdLst>
                <a:gd name="T0" fmla="*/ 0 w 416"/>
                <a:gd name="T1" fmla="*/ 0 h 139"/>
                <a:gd name="T2" fmla="*/ 0 w 416"/>
                <a:gd name="T3" fmla="*/ 0 h 139"/>
                <a:gd name="T4" fmla="*/ 0 w 416"/>
                <a:gd name="T5" fmla="*/ 0 h 139"/>
                <a:gd name="T6" fmla="*/ 0 w 416"/>
                <a:gd name="T7" fmla="*/ 0 h 139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416"/>
                <a:gd name="T13" fmla="*/ 0 h 139"/>
                <a:gd name="T14" fmla="*/ 416 w 416"/>
                <a:gd name="T15" fmla="*/ 139 h 139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416" h="139">
                  <a:moveTo>
                    <a:pt x="416" y="0"/>
                  </a:moveTo>
                  <a:lnTo>
                    <a:pt x="416" y="139"/>
                  </a:lnTo>
                  <a:lnTo>
                    <a:pt x="0" y="70"/>
                  </a:lnTo>
                  <a:lnTo>
                    <a:pt x="416" y="0"/>
                  </a:lnTo>
                  <a:close/>
                </a:path>
              </a:pathLst>
            </a:custGeom>
            <a:solidFill>
              <a:srgbClr val="FF0000"/>
            </a:solidFill>
            <a:ln w="0">
              <a:solidFill>
                <a:srgbClr val="FF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422" name="Freeform 5098">
              <a:extLst>
                <a:ext uri="{FF2B5EF4-FFF2-40B4-BE49-F238E27FC236}">
                  <a16:creationId xmlns:a16="http://schemas.microsoft.com/office/drawing/2014/main" id="{70547452-8D8F-EB6A-5D7F-2E9942E99748}"/>
                </a:ext>
              </a:extLst>
            </p:cNvPr>
            <p:cNvSpPr>
              <a:spLocks/>
            </p:cNvSpPr>
            <p:nvPr/>
          </p:nvSpPr>
          <p:spPr bwMode="auto">
            <a:xfrm>
              <a:off x="4230" y="2538"/>
              <a:ext cx="70" cy="23"/>
            </a:xfrm>
            <a:custGeom>
              <a:avLst/>
              <a:gdLst>
                <a:gd name="T0" fmla="*/ 0 w 417"/>
                <a:gd name="T1" fmla="*/ 0 h 139"/>
                <a:gd name="T2" fmla="*/ 0 w 417"/>
                <a:gd name="T3" fmla="*/ 0 h 139"/>
                <a:gd name="T4" fmla="*/ 0 w 417"/>
                <a:gd name="T5" fmla="*/ 0 h 139"/>
                <a:gd name="T6" fmla="*/ 0 w 417"/>
                <a:gd name="T7" fmla="*/ 0 h 139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417"/>
                <a:gd name="T13" fmla="*/ 0 h 139"/>
                <a:gd name="T14" fmla="*/ 417 w 417"/>
                <a:gd name="T15" fmla="*/ 139 h 139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417" h="139">
                  <a:moveTo>
                    <a:pt x="0" y="0"/>
                  </a:moveTo>
                  <a:lnTo>
                    <a:pt x="0" y="139"/>
                  </a:lnTo>
                  <a:lnTo>
                    <a:pt x="417" y="7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/>
            </a:solidFill>
            <a:ln w="9525">
              <a:solidFill>
                <a:srgbClr val="FF0000"/>
              </a:solidFill>
              <a:round/>
              <a:headEnd/>
              <a:tailEnd/>
            </a:ln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423" name="Freeform 5099">
              <a:extLst>
                <a:ext uri="{FF2B5EF4-FFF2-40B4-BE49-F238E27FC236}">
                  <a16:creationId xmlns:a16="http://schemas.microsoft.com/office/drawing/2014/main" id="{BC558531-FD63-868B-CCBB-0CED2310A5CC}"/>
                </a:ext>
              </a:extLst>
            </p:cNvPr>
            <p:cNvSpPr>
              <a:spLocks/>
            </p:cNvSpPr>
            <p:nvPr/>
          </p:nvSpPr>
          <p:spPr bwMode="auto">
            <a:xfrm>
              <a:off x="4230" y="2538"/>
              <a:ext cx="70" cy="23"/>
            </a:xfrm>
            <a:custGeom>
              <a:avLst/>
              <a:gdLst>
                <a:gd name="T0" fmla="*/ 0 w 417"/>
                <a:gd name="T1" fmla="*/ 0 h 139"/>
                <a:gd name="T2" fmla="*/ 0 w 417"/>
                <a:gd name="T3" fmla="*/ 0 h 139"/>
                <a:gd name="T4" fmla="*/ 0 w 417"/>
                <a:gd name="T5" fmla="*/ 0 h 139"/>
                <a:gd name="T6" fmla="*/ 0 w 417"/>
                <a:gd name="T7" fmla="*/ 0 h 139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417"/>
                <a:gd name="T13" fmla="*/ 0 h 139"/>
                <a:gd name="T14" fmla="*/ 417 w 417"/>
                <a:gd name="T15" fmla="*/ 139 h 139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417" h="139">
                  <a:moveTo>
                    <a:pt x="0" y="0"/>
                  </a:moveTo>
                  <a:lnTo>
                    <a:pt x="0" y="139"/>
                  </a:lnTo>
                  <a:lnTo>
                    <a:pt x="417" y="7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/>
            </a:solidFill>
            <a:ln w="0">
              <a:solidFill>
                <a:srgbClr val="FF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424" name="Freeform 5100">
              <a:extLst>
                <a:ext uri="{FF2B5EF4-FFF2-40B4-BE49-F238E27FC236}">
                  <a16:creationId xmlns:a16="http://schemas.microsoft.com/office/drawing/2014/main" id="{4812E468-D2B3-A96E-2DE1-A34CBCFB2445}"/>
                </a:ext>
              </a:extLst>
            </p:cNvPr>
            <p:cNvSpPr>
              <a:spLocks/>
            </p:cNvSpPr>
            <p:nvPr/>
          </p:nvSpPr>
          <p:spPr bwMode="auto">
            <a:xfrm>
              <a:off x="3644" y="2475"/>
              <a:ext cx="36" cy="36"/>
            </a:xfrm>
            <a:custGeom>
              <a:avLst/>
              <a:gdLst>
                <a:gd name="T0" fmla="*/ 0 w 217"/>
                <a:gd name="T1" fmla="*/ 0 h 217"/>
                <a:gd name="T2" fmla="*/ 0 w 217"/>
                <a:gd name="T3" fmla="*/ 0 h 217"/>
                <a:gd name="T4" fmla="*/ 0 w 217"/>
                <a:gd name="T5" fmla="*/ 0 h 217"/>
                <a:gd name="T6" fmla="*/ 0 w 217"/>
                <a:gd name="T7" fmla="*/ 0 h 217"/>
                <a:gd name="T8" fmla="*/ 0 w 217"/>
                <a:gd name="T9" fmla="*/ 0 h 217"/>
                <a:gd name="T10" fmla="*/ 0 w 217"/>
                <a:gd name="T11" fmla="*/ 0 h 217"/>
                <a:gd name="T12" fmla="*/ 0 w 217"/>
                <a:gd name="T13" fmla="*/ 0 h 217"/>
                <a:gd name="T14" fmla="*/ 0 w 217"/>
                <a:gd name="T15" fmla="*/ 0 h 217"/>
                <a:gd name="T16" fmla="*/ 0 w 217"/>
                <a:gd name="T17" fmla="*/ 0 h 217"/>
                <a:gd name="T18" fmla="*/ 0 w 217"/>
                <a:gd name="T19" fmla="*/ 0 h 217"/>
                <a:gd name="T20" fmla="*/ 0 w 217"/>
                <a:gd name="T21" fmla="*/ 0 h 217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w 217"/>
                <a:gd name="T34" fmla="*/ 0 h 217"/>
                <a:gd name="T35" fmla="*/ 217 w 217"/>
                <a:gd name="T36" fmla="*/ 217 h 217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T33" t="T34" r="T35" b="T36"/>
              <a:pathLst>
                <a:path w="217" h="217">
                  <a:moveTo>
                    <a:pt x="0" y="217"/>
                  </a:moveTo>
                  <a:lnTo>
                    <a:pt x="87" y="217"/>
                  </a:lnTo>
                  <a:lnTo>
                    <a:pt x="141" y="207"/>
                  </a:lnTo>
                  <a:lnTo>
                    <a:pt x="174" y="185"/>
                  </a:lnTo>
                  <a:lnTo>
                    <a:pt x="196" y="153"/>
                  </a:lnTo>
                  <a:lnTo>
                    <a:pt x="217" y="77"/>
                  </a:lnTo>
                  <a:lnTo>
                    <a:pt x="217" y="44"/>
                  </a:lnTo>
                  <a:lnTo>
                    <a:pt x="206" y="23"/>
                  </a:lnTo>
                  <a:lnTo>
                    <a:pt x="184" y="11"/>
                  </a:lnTo>
                  <a:lnTo>
                    <a:pt x="152" y="0"/>
                  </a:lnTo>
                  <a:lnTo>
                    <a:pt x="109" y="0"/>
                  </a:lnTo>
                </a:path>
              </a:pathLst>
            </a:custGeom>
            <a:noFill/>
            <a:ln w="0">
              <a:solidFill>
                <a:srgbClr val="FF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425" name="Freeform 5101">
              <a:extLst>
                <a:ext uri="{FF2B5EF4-FFF2-40B4-BE49-F238E27FC236}">
                  <a16:creationId xmlns:a16="http://schemas.microsoft.com/office/drawing/2014/main" id="{B55AD7C8-7A1E-0A43-1876-EDA476BD79E6}"/>
                </a:ext>
              </a:extLst>
            </p:cNvPr>
            <p:cNvSpPr>
              <a:spLocks/>
            </p:cNvSpPr>
            <p:nvPr/>
          </p:nvSpPr>
          <p:spPr bwMode="auto">
            <a:xfrm>
              <a:off x="3662" y="2446"/>
              <a:ext cx="27" cy="29"/>
            </a:xfrm>
            <a:custGeom>
              <a:avLst/>
              <a:gdLst>
                <a:gd name="T0" fmla="*/ 0 w 162"/>
                <a:gd name="T1" fmla="*/ 0 h 173"/>
                <a:gd name="T2" fmla="*/ 0 w 162"/>
                <a:gd name="T3" fmla="*/ 0 h 173"/>
                <a:gd name="T4" fmla="*/ 0 w 162"/>
                <a:gd name="T5" fmla="*/ 0 h 173"/>
                <a:gd name="T6" fmla="*/ 0 w 162"/>
                <a:gd name="T7" fmla="*/ 0 h 173"/>
                <a:gd name="T8" fmla="*/ 0 w 162"/>
                <a:gd name="T9" fmla="*/ 0 h 173"/>
                <a:gd name="T10" fmla="*/ 0 w 162"/>
                <a:gd name="T11" fmla="*/ 0 h 173"/>
                <a:gd name="T12" fmla="*/ 0 w 162"/>
                <a:gd name="T13" fmla="*/ 0 h 173"/>
                <a:gd name="T14" fmla="*/ 0 w 162"/>
                <a:gd name="T15" fmla="*/ 0 h 173"/>
                <a:gd name="T16" fmla="*/ 0 w 162"/>
                <a:gd name="T17" fmla="*/ 0 h 173"/>
                <a:gd name="T18" fmla="*/ 0 w 162"/>
                <a:gd name="T19" fmla="*/ 0 h 173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w 162"/>
                <a:gd name="T31" fmla="*/ 0 h 173"/>
                <a:gd name="T32" fmla="*/ 162 w 162"/>
                <a:gd name="T33" fmla="*/ 173 h 173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T30" t="T31" r="T32" b="T33"/>
              <a:pathLst>
                <a:path w="162" h="173">
                  <a:moveTo>
                    <a:pt x="54" y="173"/>
                  </a:moveTo>
                  <a:lnTo>
                    <a:pt x="97" y="163"/>
                  </a:lnTo>
                  <a:lnTo>
                    <a:pt x="130" y="141"/>
                  </a:lnTo>
                  <a:lnTo>
                    <a:pt x="151" y="109"/>
                  </a:lnTo>
                  <a:lnTo>
                    <a:pt x="162" y="76"/>
                  </a:lnTo>
                  <a:lnTo>
                    <a:pt x="162" y="43"/>
                  </a:lnTo>
                  <a:lnTo>
                    <a:pt x="151" y="22"/>
                  </a:lnTo>
                  <a:lnTo>
                    <a:pt x="141" y="10"/>
                  </a:lnTo>
                  <a:lnTo>
                    <a:pt x="119" y="0"/>
                  </a:lnTo>
                  <a:lnTo>
                    <a:pt x="0" y="0"/>
                  </a:lnTo>
                </a:path>
              </a:pathLst>
            </a:custGeom>
            <a:noFill/>
            <a:ln w="0">
              <a:solidFill>
                <a:srgbClr val="FF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426" name="Freeform 5102">
              <a:extLst>
                <a:ext uri="{FF2B5EF4-FFF2-40B4-BE49-F238E27FC236}">
                  <a16:creationId xmlns:a16="http://schemas.microsoft.com/office/drawing/2014/main" id="{D7E822BB-6119-7F12-371E-99B9EA49879F}"/>
                </a:ext>
              </a:extLst>
            </p:cNvPr>
            <p:cNvSpPr>
              <a:spLocks/>
            </p:cNvSpPr>
            <p:nvPr/>
          </p:nvSpPr>
          <p:spPr bwMode="auto">
            <a:xfrm>
              <a:off x="3711" y="2446"/>
              <a:ext cx="33" cy="65"/>
            </a:xfrm>
            <a:custGeom>
              <a:avLst/>
              <a:gdLst>
                <a:gd name="T0" fmla="*/ 0 w 196"/>
                <a:gd name="T1" fmla="*/ 0 h 390"/>
                <a:gd name="T2" fmla="*/ 0 w 196"/>
                <a:gd name="T3" fmla="*/ 0 h 390"/>
                <a:gd name="T4" fmla="*/ 0 w 196"/>
                <a:gd name="T5" fmla="*/ 0 h 390"/>
                <a:gd name="T6" fmla="*/ 0 w 196"/>
                <a:gd name="T7" fmla="*/ 0 h 390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196"/>
                <a:gd name="T13" fmla="*/ 0 h 390"/>
                <a:gd name="T14" fmla="*/ 196 w 196"/>
                <a:gd name="T15" fmla="*/ 390 h 39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196" h="390">
                  <a:moveTo>
                    <a:pt x="0" y="390"/>
                  </a:moveTo>
                  <a:lnTo>
                    <a:pt x="196" y="0"/>
                  </a:lnTo>
                  <a:lnTo>
                    <a:pt x="23" y="0"/>
                  </a:lnTo>
                  <a:lnTo>
                    <a:pt x="12" y="43"/>
                  </a:lnTo>
                </a:path>
              </a:pathLst>
            </a:custGeom>
            <a:noFill/>
            <a:ln w="0">
              <a:solidFill>
                <a:srgbClr val="FF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427" name="Line 5103">
              <a:extLst>
                <a:ext uri="{FF2B5EF4-FFF2-40B4-BE49-F238E27FC236}">
                  <a16:creationId xmlns:a16="http://schemas.microsoft.com/office/drawing/2014/main" id="{B745D72C-9A3E-7639-D3E7-A0240C53DD5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002" y="2398"/>
              <a:ext cx="1" cy="1"/>
            </a:xfrm>
            <a:prstGeom prst="line">
              <a:avLst/>
            </a:prstGeom>
            <a:noFill/>
            <a:ln w="0">
              <a:solidFill>
                <a:srgbClr val="0000FF"/>
              </a:solidFill>
              <a:round/>
              <a:headEnd/>
              <a:tailEnd/>
            </a:ln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428" name="Line 5104">
              <a:extLst>
                <a:ext uri="{FF2B5EF4-FFF2-40B4-BE49-F238E27FC236}">
                  <a16:creationId xmlns:a16="http://schemas.microsoft.com/office/drawing/2014/main" id="{8CB2CC23-94F7-D317-58DF-092177E3F6F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300" y="2398"/>
              <a:ext cx="1" cy="1"/>
            </a:xfrm>
            <a:prstGeom prst="line">
              <a:avLst/>
            </a:prstGeom>
            <a:noFill/>
            <a:ln w="0">
              <a:solidFill>
                <a:srgbClr val="0000FF"/>
              </a:solidFill>
              <a:round/>
              <a:headEnd/>
              <a:tailEnd/>
            </a:ln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429" name="Line 5105">
              <a:extLst>
                <a:ext uri="{FF2B5EF4-FFF2-40B4-BE49-F238E27FC236}">
                  <a16:creationId xmlns:a16="http://schemas.microsoft.com/office/drawing/2014/main" id="{262D3595-BE4B-7DCB-F269-DF3D3EB27A7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300" y="2550"/>
              <a:ext cx="1" cy="1"/>
            </a:xfrm>
            <a:prstGeom prst="line">
              <a:avLst/>
            </a:prstGeom>
            <a:noFill/>
            <a:ln w="0">
              <a:solidFill>
                <a:srgbClr val="FF0000"/>
              </a:solidFill>
              <a:round/>
              <a:headEnd/>
              <a:tailEnd/>
            </a:ln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430" name="Line 5106">
              <a:extLst>
                <a:ext uri="{FF2B5EF4-FFF2-40B4-BE49-F238E27FC236}">
                  <a16:creationId xmlns:a16="http://schemas.microsoft.com/office/drawing/2014/main" id="{0A4D62DA-8980-233A-FF0D-70D5197C896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768" y="1697"/>
              <a:ext cx="132" cy="1"/>
            </a:xfrm>
            <a:prstGeom prst="line">
              <a:avLst/>
            </a:prstGeom>
            <a:noFill/>
            <a:ln w="0">
              <a:solidFill>
                <a:srgbClr val="FF0000"/>
              </a:solidFill>
              <a:round/>
              <a:headEnd/>
              <a:tailEnd/>
            </a:ln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431" name="Line 5107">
              <a:extLst>
                <a:ext uri="{FF2B5EF4-FFF2-40B4-BE49-F238E27FC236}">
                  <a16:creationId xmlns:a16="http://schemas.microsoft.com/office/drawing/2014/main" id="{97B5D102-D4CA-A9ED-E886-2876274FCF6B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790" y="1606"/>
              <a:ext cx="40" cy="65"/>
            </a:xfrm>
            <a:prstGeom prst="line">
              <a:avLst/>
            </a:prstGeom>
            <a:noFill/>
            <a:ln w="0">
              <a:solidFill>
                <a:srgbClr val="FF0000"/>
              </a:solidFill>
              <a:round/>
              <a:headEnd/>
              <a:tailEnd/>
            </a:ln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432" name="Freeform 5108">
              <a:extLst>
                <a:ext uri="{FF2B5EF4-FFF2-40B4-BE49-F238E27FC236}">
                  <a16:creationId xmlns:a16="http://schemas.microsoft.com/office/drawing/2014/main" id="{CE62DDF0-8A67-3961-D3AC-901F49125234}"/>
                </a:ext>
              </a:extLst>
            </p:cNvPr>
            <p:cNvSpPr>
              <a:spLocks/>
            </p:cNvSpPr>
            <p:nvPr/>
          </p:nvSpPr>
          <p:spPr bwMode="auto">
            <a:xfrm>
              <a:off x="3789" y="1617"/>
              <a:ext cx="45" cy="43"/>
            </a:xfrm>
            <a:custGeom>
              <a:avLst/>
              <a:gdLst>
                <a:gd name="T0" fmla="*/ 0 w 271"/>
                <a:gd name="T1" fmla="*/ 0 h 261"/>
                <a:gd name="T2" fmla="*/ 0 w 271"/>
                <a:gd name="T3" fmla="*/ 0 h 261"/>
                <a:gd name="T4" fmla="*/ 0 w 271"/>
                <a:gd name="T5" fmla="*/ 0 h 261"/>
                <a:gd name="T6" fmla="*/ 0 w 271"/>
                <a:gd name="T7" fmla="*/ 0 h 261"/>
                <a:gd name="T8" fmla="*/ 0 w 271"/>
                <a:gd name="T9" fmla="*/ 0 h 261"/>
                <a:gd name="T10" fmla="*/ 0 w 271"/>
                <a:gd name="T11" fmla="*/ 0 h 261"/>
                <a:gd name="T12" fmla="*/ 0 w 271"/>
                <a:gd name="T13" fmla="*/ 0 h 261"/>
                <a:gd name="T14" fmla="*/ 0 w 271"/>
                <a:gd name="T15" fmla="*/ 0 h 261"/>
                <a:gd name="T16" fmla="*/ 0 w 271"/>
                <a:gd name="T17" fmla="*/ 0 h 261"/>
                <a:gd name="T18" fmla="*/ 0 w 271"/>
                <a:gd name="T19" fmla="*/ 0 h 261"/>
                <a:gd name="T20" fmla="*/ 0 w 271"/>
                <a:gd name="T21" fmla="*/ 0 h 261"/>
                <a:gd name="T22" fmla="*/ 0 w 271"/>
                <a:gd name="T23" fmla="*/ 0 h 261"/>
                <a:gd name="T24" fmla="*/ 0 w 271"/>
                <a:gd name="T25" fmla="*/ 0 h 261"/>
                <a:gd name="T26" fmla="*/ 0 w 271"/>
                <a:gd name="T27" fmla="*/ 0 h 261"/>
                <a:gd name="T28" fmla="*/ 0 w 271"/>
                <a:gd name="T29" fmla="*/ 0 h 261"/>
                <a:gd name="T30" fmla="*/ 0 w 271"/>
                <a:gd name="T31" fmla="*/ 0 h 261"/>
                <a:gd name="T32" fmla="*/ 0 w 271"/>
                <a:gd name="T33" fmla="*/ 0 h 261"/>
                <a:gd name="T34" fmla="*/ 0 w 271"/>
                <a:gd name="T35" fmla="*/ 0 h 261"/>
                <a:gd name="T36" fmla="*/ 0 w 271"/>
                <a:gd name="T37" fmla="*/ 0 h 261"/>
                <a:gd name="T38" fmla="*/ 0 w 271"/>
                <a:gd name="T39" fmla="*/ 0 h 261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w 271"/>
                <a:gd name="T61" fmla="*/ 0 h 261"/>
                <a:gd name="T62" fmla="*/ 271 w 271"/>
                <a:gd name="T63" fmla="*/ 261 h 261"/>
              </a:gdLst>
              <a:ahLst/>
              <a:cxnLst>
                <a:cxn ang="T40">
                  <a:pos x="T0" y="T1"/>
                </a:cxn>
                <a:cxn ang="T41">
                  <a:pos x="T2" y="T3"/>
                </a:cxn>
                <a:cxn ang="T42">
                  <a:pos x="T4" y="T5"/>
                </a:cxn>
                <a:cxn ang="T43">
                  <a:pos x="T6" y="T7"/>
                </a:cxn>
                <a:cxn ang="T44">
                  <a:pos x="T8" y="T9"/>
                </a:cxn>
                <a:cxn ang="T45">
                  <a:pos x="T10" y="T11"/>
                </a:cxn>
                <a:cxn ang="T46">
                  <a:pos x="T12" y="T13"/>
                </a:cxn>
                <a:cxn ang="T47">
                  <a:pos x="T14" y="T15"/>
                </a:cxn>
                <a:cxn ang="T48">
                  <a:pos x="T16" y="T17"/>
                </a:cxn>
                <a:cxn ang="T49">
                  <a:pos x="T18" y="T19"/>
                </a:cxn>
                <a:cxn ang="T50">
                  <a:pos x="T20" y="T21"/>
                </a:cxn>
                <a:cxn ang="T51">
                  <a:pos x="T22" y="T23"/>
                </a:cxn>
                <a:cxn ang="T52">
                  <a:pos x="T24" y="T25"/>
                </a:cxn>
                <a:cxn ang="T53">
                  <a:pos x="T26" y="T27"/>
                </a:cxn>
                <a:cxn ang="T54">
                  <a:pos x="T28" y="T29"/>
                </a:cxn>
                <a:cxn ang="T55">
                  <a:pos x="T30" y="T31"/>
                </a:cxn>
                <a:cxn ang="T56">
                  <a:pos x="T32" y="T33"/>
                </a:cxn>
                <a:cxn ang="T57">
                  <a:pos x="T34" y="T35"/>
                </a:cxn>
                <a:cxn ang="T58">
                  <a:pos x="T36" y="T37"/>
                </a:cxn>
                <a:cxn ang="T59">
                  <a:pos x="T38" y="T39"/>
                </a:cxn>
              </a:cxnLst>
              <a:rect l="T60" t="T61" r="T62" b="T63"/>
              <a:pathLst>
                <a:path w="271" h="261">
                  <a:moveTo>
                    <a:pt x="98" y="261"/>
                  </a:moveTo>
                  <a:lnTo>
                    <a:pt x="119" y="261"/>
                  </a:lnTo>
                  <a:lnTo>
                    <a:pt x="162" y="250"/>
                  </a:lnTo>
                  <a:lnTo>
                    <a:pt x="206" y="217"/>
                  </a:lnTo>
                  <a:lnTo>
                    <a:pt x="249" y="174"/>
                  </a:lnTo>
                  <a:lnTo>
                    <a:pt x="271" y="131"/>
                  </a:lnTo>
                  <a:lnTo>
                    <a:pt x="271" y="98"/>
                  </a:lnTo>
                  <a:lnTo>
                    <a:pt x="261" y="44"/>
                  </a:lnTo>
                  <a:lnTo>
                    <a:pt x="238" y="22"/>
                  </a:lnTo>
                  <a:lnTo>
                    <a:pt x="206" y="0"/>
                  </a:lnTo>
                  <a:lnTo>
                    <a:pt x="174" y="0"/>
                  </a:lnTo>
                  <a:lnTo>
                    <a:pt x="108" y="11"/>
                  </a:lnTo>
                  <a:lnTo>
                    <a:pt x="76" y="32"/>
                  </a:lnTo>
                  <a:lnTo>
                    <a:pt x="44" y="65"/>
                  </a:lnTo>
                  <a:lnTo>
                    <a:pt x="11" y="108"/>
                  </a:lnTo>
                  <a:lnTo>
                    <a:pt x="0" y="152"/>
                  </a:lnTo>
                  <a:lnTo>
                    <a:pt x="11" y="207"/>
                  </a:lnTo>
                  <a:lnTo>
                    <a:pt x="33" y="239"/>
                  </a:lnTo>
                  <a:lnTo>
                    <a:pt x="76" y="261"/>
                  </a:lnTo>
                  <a:lnTo>
                    <a:pt x="98" y="261"/>
                  </a:lnTo>
                  <a:close/>
                </a:path>
              </a:pathLst>
            </a:custGeom>
            <a:noFill/>
            <a:ln w="0">
              <a:solidFill>
                <a:srgbClr val="FF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433" name="Freeform 5109">
              <a:extLst>
                <a:ext uri="{FF2B5EF4-FFF2-40B4-BE49-F238E27FC236}">
                  <a16:creationId xmlns:a16="http://schemas.microsoft.com/office/drawing/2014/main" id="{C7D4B5E8-5260-82B0-06B4-E4D4F6996C52}"/>
                </a:ext>
              </a:extLst>
            </p:cNvPr>
            <p:cNvSpPr>
              <a:spLocks/>
            </p:cNvSpPr>
            <p:nvPr/>
          </p:nvSpPr>
          <p:spPr bwMode="auto">
            <a:xfrm>
              <a:off x="3861" y="1606"/>
              <a:ext cx="32" cy="65"/>
            </a:xfrm>
            <a:custGeom>
              <a:avLst/>
              <a:gdLst>
                <a:gd name="T0" fmla="*/ 0 w 196"/>
                <a:gd name="T1" fmla="*/ 0 h 390"/>
                <a:gd name="T2" fmla="*/ 0 w 196"/>
                <a:gd name="T3" fmla="*/ 0 h 390"/>
                <a:gd name="T4" fmla="*/ 0 w 196"/>
                <a:gd name="T5" fmla="*/ 0 h 390"/>
                <a:gd name="T6" fmla="*/ 0 w 196"/>
                <a:gd name="T7" fmla="*/ 0 h 390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196"/>
                <a:gd name="T13" fmla="*/ 0 h 390"/>
                <a:gd name="T14" fmla="*/ 196 w 196"/>
                <a:gd name="T15" fmla="*/ 390 h 39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196" h="390">
                  <a:moveTo>
                    <a:pt x="0" y="390"/>
                  </a:moveTo>
                  <a:lnTo>
                    <a:pt x="196" y="0"/>
                  </a:lnTo>
                  <a:lnTo>
                    <a:pt x="22" y="0"/>
                  </a:lnTo>
                  <a:lnTo>
                    <a:pt x="12" y="43"/>
                  </a:lnTo>
                </a:path>
              </a:pathLst>
            </a:custGeom>
            <a:noFill/>
            <a:ln w="0">
              <a:solidFill>
                <a:srgbClr val="FF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434" name="Freeform 5110">
              <a:extLst>
                <a:ext uri="{FF2B5EF4-FFF2-40B4-BE49-F238E27FC236}">
                  <a16:creationId xmlns:a16="http://schemas.microsoft.com/office/drawing/2014/main" id="{7371443F-7B85-120A-EA6B-F36236F64878}"/>
                </a:ext>
              </a:extLst>
            </p:cNvPr>
            <p:cNvSpPr>
              <a:spLocks/>
            </p:cNvSpPr>
            <p:nvPr/>
          </p:nvSpPr>
          <p:spPr bwMode="auto">
            <a:xfrm>
              <a:off x="3857" y="1800"/>
              <a:ext cx="28" cy="70"/>
            </a:xfrm>
            <a:custGeom>
              <a:avLst/>
              <a:gdLst>
                <a:gd name="T0" fmla="*/ 0 w 168"/>
                <a:gd name="T1" fmla="*/ 0 h 422"/>
                <a:gd name="T2" fmla="*/ 0 w 168"/>
                <a:gd name="T3" fmla="*/ 0 h 422"/>
                <a:gd name="T4" fmla="*/ 0 w 168"/>
                <a:gd name="T5" fmla="*/ 0 h 422"/>
                <a:gd name="T6" fmla="*/ 0 w 168"/>
                <a:gd name="T7" fmla="*/ 0 h 422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168"/>
                <a:gd name="T13" fmla="*/ 0 h 422"/>
                <a:gd name="T14" fmla="*/ 168 w 168"/>
                <a:gd name="T15" fmla="*/ 422 h 422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168" h="422">
                  <a:moveTo>
                    <a:pt x="34" y="0"/>
                  </a:moveTo>
                  <a:lnTo>
                    <a:pt x="168" y="34"/>
                  </a:lnTo>
                  <a:lnTo>
                    <a:pt x="0" y="422"/>
                  </a:lnTo>
                  <a:lnTo>
                    <a:pt x="34" y="0"/>
                  </a:lnTo>
                  <a:close/>
                </a:path>
              </a:pathLst>
            </a:custGeom>
            <a:solidFill>
              <a:srgbClr val="00FF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435" name="Freeform 5111">
              <a:extLst>
                <a:ext uri="{FF2B5EF4-FFF2-40B4-BE49-F238E27FC236}">
                  <a16:creationId xmlns:a16="http://schemas.microsoft.com/office/drawing/2014/main" id="{73A1F65C-6496-DB73-B372-43B101D5A80E}"/>
                </a:ext>
              </a:extLst>
            </p:cNvPr>
            <p:cNvSpPr>
              <a:spLocks/>
            </p:cNvSpPr>
            <p:nvPr/>
          </p:nvSpPr>
          <p:spPr bwMode="auto">
            <a:xfrm>
              <a:off x="3857" y="1800"/>
              <a:ext cx="28" cy="70"/>
            </a:xfrm>
            <a:custGeom>
              <a:avLst/>
              <a:gdLst>
                <a:gd name="T0" fmla="*/ 0 w 168"/>
                <a:gd name="T1" fmla="*/ 0 h 422"/>
                <a:gd name="T2" fmla="*/ 0 w 168"/>
                <a:gd name="T3" fmla="*/ 0 h 422"/>
                <a:gd name="T4" fmla="*/ 0 w 168"/>
                <a:gd name="T5" fmla="*/ 0 h 422"/>
                <a:gd name="T6" fmla="*/ 0 w 168"/>
                <a:gd name="T7" fmla="*/ 0 h 422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168"/>
                <a:gd name="T13" fmla="*/ 0 h 422"/>
                <a:gd name="T14" fmla="*/ 168 w 168"/>
                <a:gd name="T15" fmla="*/ 422 h 422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168" h="422">
                  <a:moveTo>
                    <a:pt x="34" y="0"/>
                  </a:moveTo>
                  <a:lnTo>
                    <a:pt x="168" y="34"/>
                  </a:lnTo>
                  <a:lnTo>
                    <a:pt x="0" y="422"/>
                  </a:lnTo>
                  <a:lnTo>
                    <a:pt x="34" y="0"/>
                  </a:lnTo>
                  <a:close/>
                </a:path>
              </a:pathLst>
            </a:custGeom>
            <a:solidFill>
              <a:srgbClr val="FF0000"/>
            </a:solidFill>
            <a:ln w="0">
              <a:solidFill>
                <a:srgbClr val="FF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436" name="Line 5112">
              <a:extLst>
                <a:ext uri="{FF2B5EF4-FFF2-40B4-BE49-F238E27FC236}">
                  <a16:creationId xmlns:a16="http://schemas.microsoft.com/office/drawing/2014/main" id="{51271E2E-BBC3-A2EB-F6F4-6D09F497668F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874" y="1697"/>
              <a:ext cx="26" cy="106"/>
            </a:xfrm>
            <a:prstGeom prst="line">
              <a:avLst/>
            </a:prstGeom>
            <a:noFill/>
            <a:ln w="0">
              <a:solidFill>
                <a:srgbClr val="FF0000"/>
              </a:solidFill>
              <a:round/>
              <a:headEnd/>
              <a:tailEnd/>
            </a:ln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437" name="Line 5113">
              <a:extLst>
                <a:ext uri="{FF2B5EF4-FFF2-40B4-BE49-F238E27FC236}">
                  <a16:creationId xmlns:a16="http://schemas.microsoft.com/office/drawing/2014/main" id="{9C8F9CE0-38D6-B8FE-7F3F-E3FF147CED56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799" y="1870"/>
              <a:ext cx="58" cy="229"/>
            </a:xfrm>
            <a:prstGeom prst="line">
              <a:avLst/>
            </a:prstGeom>
            <a:noFill/>
            <a:ln w="0">
              <a:solidFill>
                <a:srgbClr val="FF0000"/>
              </a:solidFill>
              <a:round/>
              <a:headEnd/>
              <a:tailEnd/>
            </a:ln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438" name="Freeform 5114">
              <a:extLst>
                <a:ext uri="{FF2B5EF4-FFF2-40B4-BE49-F238E27FC236}">
                  <a16:creationId xmlns:a16="http://schemas.microsoft.com/office/drawing/2014/main" id="{E905C8E4-7E25-9C95-59E6-CAA328E6BBFC}"/>
                </a:ext>
              </a:extLst>
            </p:cNvPr>
            <p:cNvSpPr>
              <a:spLocks/>
            </p:cNvSpPr>
            <p:nvPr/>
          </p:nvSpPr>
          <p:spPr bwMode="auto">
            <a:xfrm>
              <a:off x="3771" y="2099"/>
              <a:ext cx="28" cy="70"/>
            </a:xfrm>
            <a:custGeom>
              <a:avLst/>
              <a:gdLst>
                <a:gd name="T0" fmla="*/ 0 w 170"/>
                <a:gd name="T1" fmla="*/ 0 h 421"/>
                <a:gd name="T2" fmla="*/ 0 w 170"/>
                <a:gd name="T3" fmla="*/ 0 h 421"/>
                <a:gd name="T4" fmla="*/ 0 w 170"/>
                <a:gd name="T5" fmla="*/ 0 h 421"/>
                <a:gd name="T6" fmla="*/ 0 w 170"/>
                <a:gd name="T7" fmla="*/ 0 h 421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170"/>
                <a:gd name="T13" fmla="*/ 0 h 421"/>
                <a:gd name="T14" fmla="*/ 170 w 170"/>
                <a:gd name="T15" fmla="*/ 421 h 421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170" h="421">
                  <a:moveTo>
                    <a:pt x="0" y="388"/>
                  </a:moveTo>
                  <a:lnTo>
                    <a:pt x="136" y="421"/>
                  </a:lnTo>
                  <a:lnTo>
                    <a:pt x="170" y="0"/>
                  </a:lnTo>
                  <a:lnTo>
                    <a:pt x="0" y="388"/>
                  </a:lnTo>
                  <a:close/>
                </a:path>
              </a:pathLst>
            </a:custGeom>
            <a:solidFill>
              <a:srgbClr val="00FF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439" name="Freeform 5115">
              <a:extLst>
                <a:ext uri="{FF2B5EF4-FFF2-40B4-BE49-F238E27FC236}">
                  <a16:creationId xmlns:a16="http://schemas.microsoft.com/office/drawing/2014/main" id="{F9052A13-403C-3A20-8A12-A9A7C60E2243}"/>
                </a:ext>
              </a:extLst>
            </p:cNvPr>
            <p:cNvSpPr>
              <a:spLocks/>
            </p:cNvSpPr>
            <p:nvPr/>
          </p:nvSpPr>
          <p:spPr bwMode="auto">
            <a:xfrm>
              <a:off x="3771" y="2099"/>
              <a:ext cx="28" cy="70"/>
            </a:xfrm>
            <a:custGeom>
              <a:avLst/>
              <a:gdLst>
                <a:gd name="T0" fmla="*/ 0 w 170"/>
                <a:gd name="T1" fmla="*/ 0 h 421"/>
                <a:gd name="T2" fmla="*/ 0 w 170"/>
                <a:gd name="T3" fmla="*/ 0 h 421"/>
                <a:gd name="T4" fmla="*/ 0 w 170"/>
                <a:gd name="T5" fmla="*/ 0 h 421"/>
                <a:gd name="T6" fmla="*/ 0 w 170"/>
                <a:gd name="T7" fmla="*/ 0 h 421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170"/>
                <a:gd name="T13" fmla="*/ 0 h 421"/>
                <a:gd name="T14" fmla="*/ 170 w 170"/>
                <a:gd name="T15" fmla="*/ 421 h 421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170" h="421">
                  <a:moveTo>
                    <a:pt x="0" y="388"/>
                  </a:moveTo>
                  <a:lnTo>
                    <a:pt x="136" y="421"/>
                  </a:lnTo>
                  <a:lnTo>
                    <a:pt x="170" y="0"/>
                  </a:lnTo>
                  <a:lnTo>
                    <a:pt x="0" y="388"/>
                  </a:lnTo>
                  <a:close/>
                </a:path>
              </a:pathLst>
            </a:custGeom>
            <a:solidFill>
              <a:srgbClr val="FF0000"/>
            </a:solidFill>
            <a:ln w="0">
              <a:solidFill>
                <a:srgbClr val="FF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440" name="Line 5116">
              <a:extLst>
                <a:ext uri="{FF2B5EF4-FFF2-40B4-BE49-F238E27FC236}">
                  <a16:creationId xmlns:a16="http://schemas.microsoft.com/office/drawing/2014/main" id="{ED9C6C01-2A7D-4167-FC8E-C2718CC8C9A0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771" y="2166"/>
              <a:ext cx="11" cy="43"/>
            </a:xfrm>
            <a:prstGeom prst="line">
              <a:avLst/>
            </a:prstGeom>
            <a:noFill/>
            <a:ln w="0">
              <a:solidFill>
                <a:srgbClr val="FF0000"/>
              </a:solidFill>
              <a:round/>
              <a:headEnd/>
              <a:tailEnd/>
            </a:ln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441" name="Line 5117">
              <a:extLst>
                <a:ext uri="{FF2B5EF4-FFF2-40B4-BE49-F238E27FC236}">
                  <a16:creationId xmlns:a16="http://schemas.microsoft.com/office/drawing/2014/main" id="{DBE497F6-2B1D-67FC-DB40-21656BCBF85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46" y="1778"/>
              <a:ext cx="136" cy="1"/>
            </a:xfrm>
            <a:prstGeom prst="line">
              <a:avLst/>
            </a:prstGeom>
            <a:noFill/>
            <a:ln w="0">
              <a:solidFill>
                <a:srgbClr val="FF0000"/>
              </a:solidFill>
              <a:round/>
              <a:headEnd/>
              <a:tailEnd/>
            </a:ln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442" name="Line 5118">
              <a:extLst>
                <a:ext uri="{FF2B5EF4-FFF2-40B4-BE49-F238E27FC236}">
                  <a16:creationId xmlns:a16="http://schemas.microsoft.com/office/drawing/2014/main" id="{B5BF2899-B197-8E8A-908A-7C8D7C9EED2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46" y="2398"/>
              <a:ext cx="256" cy="1"/>
            </a:xfrm>
            <a:prstGeom prst="line">
              <a:avLst/>
            </a:prstGeom>
            <a:noFill/>
            <a:ln w="0">
              <a:solidFill>
                <a:srgbClr val="FF0000"/>
              </a:solidFill>
              <a:round/>
              <a:headEnd/>
              <a:tailEnd/>
            </a:ln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443" name="Line 5119">
              <a:extLst>
                <a:ext uri="{FF2B5EF4-FFF2-40B4-BE49-F238E27FC236}">
                  <a16:creationId xmlns:a16="http://schemas.microsoft.com/office/drawing/2014/main" id="{22256E0C-8E97-4E10-8C54-94A25A5DFC5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80" y="1847"/>
              <a:ext cx="1" cy="481"/>
            </a:xfrm>
            <a:prstGeom prst="line">
              <a:avLst/>
            </a:prstGeom>
            <a:noFill/>
            <a:ln w="0">
              <a:solidFill>
                <a:srgbClr val="FF0000"/>
              </a:solidFill>
              <a:round/>
              <a:headEnd/>
              <a:tailEnd/>
            </a:ln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444" name="Freeform 5120">
              <a:extLst>
                <a:ext uri="{FF2B5EF4-FFF2-40B4-BE49-F238E27FC236}">
                  <a16:creationId xmlns:a16="http://schemas.microsoft.com/office/drawing/2014/main" id="{EF127ED4-E980-EC2F-73D7-E636DBB4598A}"/>
                </a:ext>
              </a:extLst>
            </p:cNvPr>
            <p:cNvSpPr>
              <a:spLocks/>
            </p:cNvSpPr>
            <p:nvPr/>
          </p:nvSpPr>
          <p:spPr bwMode="auto">
            <a:xfrm>
              <a:off x="2769" y="1778"/>
              <a:ext cx="23" cy="69"/>
            </a:xfrm>
            <a:custGeom>
              <a:avLst/>
              <a:gdLst>
                <a:gd name="T0" fmla="*/ 0 w 139"/>
                <a:gd name="T1" fmla="*/ 0 h 417"/>
                <a:gd name="T2" fmla="*/ 0 w 139"/>
                <a:gd name="T3" fmla="*/ 0 h 417"/>
                <a:gd name="T4" fmla="*/ 0 w 139"/>
                <a:gd name="T5" fmla="*/ 0 h 417"/>
                <a:gd name="T6" fmla="*/ 0 w 139"/>
                <a:gd name="T7" fmla="*/ 0 h 417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139"/>
                <a:gd name="T13" fmla="*/ 0 h 417"/>
                <a:gd name="T14" fmla="*/ 139 w 139"/>
                <a:gd name="T15" fmla="*/ 417 h 417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139" h="417">
                  <a:moveTo>
                    <a:pt x="0" y="417"/>
                  </a:moveTo>
                  <a:lnTo>
                    <a:pt x="139" y="417"/>
                  </a:lnTo>
                  <a:lnTo>
                    <a:pt x="69" y="0"/>
                  </a:lnTo>
                  <a:lnTo>
                    <a:pt x="0" y="417"/>
                  </a:lnTo>
                  <a:close/>
                </a:path>
              </a:pathLst>
            </a:custGeom>
            <a:solidFill>
              <a:srgbClr val="FF0000"/>
            </a:solidFill>
            <a:ln w="9525">
              <a:solidFill>
                <a:srgbClr val="FF0000"/>
              </a:solidFill>
              <a:round/>
              <a:headEnd/>
              <a:tailEnd/>
            </a:ln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445" name="Freeform 5121">
              <a:extLst>
                <a:ext uri="{FF2B5EF4-FFF2-40B4-BE49-F238E27FC236}">
                  <a16:creationId xmlns:a16="http://schemas.microsoft.com/office/drawing/2014/main" id="{3331569C-BA33-1A4F-3E10-0A87C803E19F}"/>
                </a:ext>
              </a:extLst>
            </p:cNvPr>
            <p:cNvSpPr>
              <a:spLocks/>
            </p:cNvSpPr>
            <p:nvPr/>
          </p:nvSpPr>
          <p:spPr bwMode="auto">
            <a:xfrm>
              <a:off x="2769" y="1778"/>
              <a:ext cx="23" cy="69"/>
            </a:xfrm>
            <a:custGeom>
              <a:avLst/>
              <a:gdLst>
                <a:gd name="T0" fmla="*/ 0 w 139"/>
                <a:gd name="T1" fmla="*/ 0 h 417"/>
                <a:gd name="T2" fmla="*/ 0 w 139"/>
                <a:gd name="T3" fmla="*/ 0 h 417"/>
                <a:gd name="T4" fmla="*/ 0 w 139"/>
                <a:gd name="T5" fmla="*/ 0 h 417"/>
                <a:gd name="T6" fmla="*/ 0 w 139"/>
                <a:gd name="T7" fmla="*/ 0 h 417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139"/>
                <a:gd name="T13" fmla="*/ 0 h 417"/>
                <a:gd name="T14" fmla="*/ 139 w 139"/>
                <a:gd name="T15" fmla="*/ 417 h 417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139" h="417">
                  <a:moveTo>
                    <a:pt x="0" y="417"/>
                  </a:moveTo>
                  <a:lnTo>
                    <a:pt x="139" y="417"/>
                  </a:lnTo>
                  <a:lnTo>
                    <a:pt x="69" y="0"/>
                  </a:lnTo>
                  <a:lnTo>
                    <a:pt x="0" y="417"/>
                  </a:lnTo>
                  <a:close/>
                </a:path>
              </a:pathLst>
            </a:custGeom>
            <a:solidFill>
              <a:srgbClr val="FF0000"/>
            </a:solidFill>
            <a:ln w="0">
              <a:solidFill>
                <a:srgbClr val="FF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446" name="Freeform 5122">
              <a:extLst>
                <a:ext uri="{FF2B5EF4-FFF2-40B4-BE49-F238E27FC236}">
                  <a16:creationId xmlns:a16="http://schemas.microsoft.com/office/drawing/2014/main" id="{783FD2BD-2534-291F-B6A4-B2086F4EEF4B}"/>
                </a:ext>
              </a:extLst>
            </p:cNvPr>
            <p:cNvSpPr>
              <a:spLocks/>
            </p:cNvSpPr>
            <p:nvPr/>
          </p:nvSpPr>
          <p:spPr bwMode="auto">
            <a:xfrm>
              <a:off x="2769" y="2328"/>
              <a:ext cx="23" cy="70"/>
            </a:xfrm>
            <a:custGeom>
              <a:avLst/>
              <a:gdLst>
                <a:gd name="T0" fmla="*/ 0 w 139"/>
                <a:gd name="T1" fmla="*/ 0 h 417"/>
                <a:gd name="T2" fmla="*/ 0 w 139"/>
                <a:gd name="T3" fmla="*/ 0 h 417"/>
                <a:gd name="T4" fmla="*/ 0 w 139"/>
                <a:gd name="T5" fmla="*/ 0 h 417"/>
                <a:gd name="T6" fmla="*/ 0 w 139"/>
                <a:gd name="T7" fmla="*/ 0 h 417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139"/>
                <a:gd name="T13" fmla="*/ 0 h 417"/>
                <a:gd name="T14" fmla="*/ 139 w 139"/>
                <a:gd name="T15" fmla="*/ 417 h 417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139" h="417">
                  <a:moveTo>
                    <a:pt x="0" y="0"/>
                  </a:moveTo>
                  <a:lnTo>
                    <a:pt x="139" y="0"/>
                  </a:lnTo>
                  <a:lnTo>
                    <a:pt x="69" y="41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/>
            </a:solidFill>
            <a:ln w="9525">
              <a:solidFill>
                <a:srgbClr val="FF0000"/>
              </a:solidFill>
              <a:round/>
              <a:headEnd/>
              <a:tailEnd/>
            </a:ln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447" name="Freeform 5123">
              <a:extLst>
                <a:ext uri="{FF2B5EF4-FFF2-40B4-BE49-F238E27FC236}">
                  <a16:creationId xmlns:a16="http://schemas.microsoft.com/office/drawing/2014/main" id="{9FF00963-8017-5F33-0BD5-581E1AFBC0FE}"/>
                </a:ext>
              </a:extLst>
            </p:cNvPr>
            <p:cNvSpPr>
              <a:spLocks/>
            </p:cNvSpPr>
            <p:nvPr/>
          </p:nvSpPr>
          <p:spPr bwMode="auto">
            <a:xfrm>
              <a:off x="2769" y="2328"/>
              <a:ext cx="23" cy="70"/>
            </a:xfrm>
            <a:custGeom>
              <a:avLst/>
              <a:gdLst>
                <a:gd name="T0" fmla="*/ 0 w 139"/>
                <a:gd name="T1" fmla="*/ 0 h 417"/>
                <a:gd name="T2" fmla="*/ 0 w 139"/>
                <a:gd name="T3" fmla="*/ 0 h 417"/>
                <a:gd name="T4" fmla="*/ 0 w 139"/>
                <a:gd name="T5" fmla="*/ 0 h 417"/>
                <a:gd name="T6" fmla="*/ 0 w 139"/>
                <a:gd name="T7" fmla="*/ 0 h 417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139"/>
                <a:gd name="T13" fmla="*/ 0 h 417"/>
                <a:gd name="T14" fmla="*/ 139 w 139"/>
                <a:gd name="T15" fmla="*/ 417 h 417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139" h="417">
                  <a:moveTo>
                    <a:pt x="0" y="0"/>
                  </a:moveTo>
                  <a:lnTo>
                    <a:pt x="139" y="0"/>
                  </a:lnTo>
                  <a:lnTo>
                    <a:pt x="69" y="41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/>
            </a:solidFill>
            <a:ln w="0">
              <a:solidFill>
                <a:srgbClr val="FF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448" name="Freeform 5124">
              <a:extLst>
                <a:ext uri="{FF2B5EF4-FFF2-40B4-BE49-F238E27FC236}">
                  <a16:creationId xmlns:a16="http://schemas.microsoft.com/office/drawing/2014/main" id="{8651275C-AF87-24CD-693B-363E31ED2F37}"/>
                </a:ext>
              </a:extLst>
            </p:cNvPr>
            <p:cNvSpPr>
              <a:spLocks/>
            </p:cNvSpPr>
            <p:nvPr/>
          </p:nvSpPr>
          <p:spPr bwMode="auto">
            <a:xfrm>
              <a:off x="2688" y="2086"/>
              <a:ext cx="65" cy="18"/>
            </a:xfrm>
            <a:custGeom>
              <a:avLst/>
              <a:gdLst>
                <a:gd name="T0" fmla="*/ 0 w 390"/>
                <a:gd name="T1" fmla="*/ 0 h 109"/>
                <a:gd name="T2" fmla="*/ 0 w 390"/>
                <a:gd name="T3" fmla="*/ 0 h 109"/>
                <a:gd name="T4" fmla="*/ 0 w 390"/>
                <a:gd name="T5" fmla="*/ 0 h 109"/>
                <a:gd name="T6" fmla="*/ 0 60000 65536"/>
                <a:gd name="T7" fmla="*/ 0 60000 65536"/>
                <a:gd name="T8" fmla="*/ 0 60000 65536"/>
                <a:gd name="T9" fmla="*/ 0 w 390"/>
                <a:gd name="T10" fmla="*/ 0 h 109"/>
                <a:gd name="T11" fmla="*/ 390 w 390"/>
                <a:gd name="T12" fmla="*/ 109 h 109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390" h="109">
                  <a:moveTo>
                    <a:pt x="390" y="109"/>
                  </a:moveTo>
                  <a:lnTo>
                    <a:pt x="0" y="0"/>
                  </a:lnTo>
                  <a:lnTo>
                    <a:pt x="86" y="109"/>
                  </a:lnTo>
                </a:path>
              </a:pathLst>
            </a:custGeom>
            <a:noFill/>
            <a:ln w="0">
              <a:solidFill>
                <a:srgbClr val="0000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449" name="Freeform 5125">
              <a:extLst>
                <a:ext uri="{FF2B5EF4-FFF2-40B4-BE49-F238E27FC236}">
                  <a16:creationId xmlns:a16="http://schemas.microsoft.com/office/drawing/2014/main" id="{A2693EA9-6C57-EFBD-85AD-F6FCD72BD7B7}"/>
                </a:ext>
              </a:extLst>
            </p:cNvPr>
            <p:cNvSpPr>
              <a:spLocks/>
            </p:cNvSpPr>
            <p:nvPr/>
          </p:nvSpPr>
          <p:spPr bwMode="auto">
            <a:xfrm>
              <a:off x="2688" y="2041"/>
              <a:ext cx="65" cy="40"/>
            </a:xfrm>
            <a:custGeom>
              <a:avLst/>
              <a:gdLst>
                <a:gd name="T0" fmla="*/ 0 w 390"/>
                <a:gd name="T1" fmla="*/ 0 h 238"/>
                <a:gd name="T2" fmla="*/ 0 w 390"/>
                <a:gd name="T3" fmla="*/ 0 h 238"/>
                <a:gd name="T4" fmla="*/ 0 w 390"/>
                <a:gd name="T5" fmla="*/ 0 h 238"/>
                <a:gd name="T6" fmla="*/ 0 w 390"/>
                <a:gd name="T7" fmla="*/ 0 h 238"/>
                <a:gd name="T8" fmla="*/ 0 w 390"/>
                <a:gd name="T9" fmla="*/ 0 h 238"/>
                <a:gd name="T10" fmla="*/ 0 w 390"/>
                <a:gd name="T11" fmla="*/ 0 h 238"/>
                <a:gd name="T12" fmla="*/ 0 w 390"/>
                <a:gd name="T13" fmla="*/ 0 h 238"/>
                <a:gd name="T14" fmla="*/ 0 w 390"/>
                <a:gd name="T15" fmla="*/ 0 h 238"/>
                <a:gd name="T16" fmla="*/ 0 w 390"/>
                <a:gd name="T17" fmla="*/ 0 h 238"/>
                <a:gd name="T18" fmla="*/ 0 w 390"/>
                <a:gd name="T19" fmla="*/ 0 h 238"/>
                <a:gd name="T20" fmla="*/ 0 w 390"/>
                <a:gd name="T21" fmla="*/ 0 h 238"/>
                <a:gd name="T22" fmla="*/ 0 w 390"/>
                <a:gd name="T23" fmla="*/ 0 h 238"/>
                <a:gd name="T24" fmla="*/ 0 w 390"/>
                <a:gd name="T25" fmla="*/ 0 h 238"/>
                <a:gd name="T26" fmla="*/ 0 w 390"/>
                <a:gd name="T27" fmla="*/ 0 h 238"/>
                <a:gd name="T28" fmla="*/ 0 w 390"/>
                <a:gd name="T29" fmla="*/ 0 h 238"/>
                <a:gd name="T30" fmla="*/ 0 w 390"/>
                <a:gd name="T31" fmla="*/ 0 h 238"/>
                <a:gd name="T32" fmla="*/ 0 w 390"/>
                <a:gd name="T33" fmla="*/ 0 h 238"/>
                <a:gd name="T34" fmla="*/ 0 w 390"/>
                <a:gd name="T35" fmla="*/ 0 h 238"/>
                <a:gd name="T36" fmla="*/ 0 w 390"/>
                <a:gd name="T37" fmla="*/ 0 h 238"/>
                <a:gd name="T38" fmla="*/ 0 w 390"/>
                <a:gd name="T39" fmla="*/ 0 h 238"/>
                <a:gd name="T40" fmla="*/ 0 w 390"/>
                <a:gd name="T41" fmla="*/ 0 h 238"/>
                <a:gd name="T42" fmla="*/ 0 w 390"/>
                <a:gd name="T43" fmla="*/ 0 h 238"/>
                <a:gd name="T44" fmla="*/ 0 w 390"/>
                <a:gd name="T45" fmla="*/ 0 h 238"/>
                <a:gd name="T46" fmla="*/ 0 w 390"/>
                <a:gd name="T47" fmla="*/ 0 h 238"/>
                <a:gd name="T48" fmla="*/ 0 w 390"/>
                <a:gd name="T49" fmla="*/ 0 h 238"/>
                <a:gd name="T50" fmla="*/ 0 w 390"/>
                <a:gd name="T51" fmla="*/ 0 h 238"/>
                <a:gd name="T52" fmla="*/ 0 w 390"/>
                <a:gd name="T53" fmla="*/ 0 h 238"/>
                <a:gd name="T54" fmla="*/ 0 w 390"/>
                <a:gd name="T55" fmla="*/ 0 h 238"/>
                <a:gd name="T56" fmla="*/ 0 w 390"/>
                <a:gd name="T57" fmla="*/ 0 h 238"/>
                <a:gd name="T58" fmla="*/ 0 w 390"/>
                <a:gd name="T59" fmla="*/ 0 h 238"/>
                <a:gd name="T60" fmla="*/ 0 w 390"/>
                <a:gd name="T61" fmla="*/ 0 h 238"/>
                <a:gd name="T62" fmla="*/ 0 w 390"/>
                <a:gd name="T63" fmla="*/ 0 h 238"/>
                <a:gd name="T64" fmla="*/ 0 w 390"/>
                <a:gd name="T65" fmla="*/ 0 h 238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w 390"/>
                <a:gd name="T100" fmla="*/ 0 h 238"/>
                <a:gd name="T101" fmla="*/ 390 w 390"/>
                <a:gd name="T102" fmla="*/ 238 h 238"/>
              </a:gdLst>
              <a:ahLst/>
              <a:cxnLst>
                <a:cxn ang="T66">
                  <a:pos x="T0" y="T1"/>
                </a:cxn>
                <a:cxn ang="T67">
                  <a:pos x="T2" y="T3"/>
                </a:cxn>
                <a:cxn ang="T68">
                  <a:pos x="T4" y="T5"/>
                </a:cxn>
                <a:cxn ang="T69">
                  <a:pos x="T6" y="T7"/>
                </a:cxn>
                <a:cxn ang="T70">
                  <a:pos x="T8" y="T9"/>
                </a:cxn>
                <a:cxn ang="T71">
                  <a:pos x="T10" y="T11"/>
                </a:cxn>
                <a:cxn ang="T72">
                  <a:pos x="T12" y="T13"/>
                </a:cxn>
                <a:cxn ang="T73">
                  <a:pos x="T14" y="T15"/>
                </a:cxn>
                <a:cxn ang="T74">
                  <a:pos x="T16" y="T17"/>
                </a:cxn>
                <a:cxn ang="T75">
                  <a:pos x="T18" y="T19"/>
                </a:cxn>
                <a:cxn ang="T76">
                  <a:pos x="T20" y="T21"/>
                </a:cxn>
                <a:cxn ang="T77">
                  <a:pos x="T22" y="T23"/>
                </a:cxn>
                <a:cxn ang="T78">
                  <a:pos x="T24" y="T25"/>
                </a:cxn>
                <a:cxn ang="T79">
                  <a:pos x="T26" y="T27"/>
                </a:cxn>
                <a:cxn ang="T80">
                  <a:pos x="T28" y="T29"/>
                </a:cxn>
                <a:cxn ang="T81">
                  <a:pos x="T30" y="T31"/>
                </a:cxn>
                <a:cxn ang="T82">
                  <a:pos x="T32" y="T33"/>
                </a:cxn>
                <a:cxn ang="T83">
                  <a:pos x="T34" y="T35"/>
                </a:cxn>
                <a:cxn ang="T84">
                  <a:pos x="T36" y="T37"/>
                </a:cxn>
                <a:cxn ang="T85">
                  <a:pos x="T38" y="T39"/>
                </a:cxn>
                <a:cxn ang="T86">
                  <a:pos x="T40" y="T41"/>
                </a:cxn>
                <a:cxn ang="T87">
                  <a:pos x="T42" y="T43"/>
                </a:cxn>
                <a:cxn ang="T88">
                  <a:pos x="T44" y="T45"/>
                </a:cxn>
                <a:cxn ang="T89">
                  <a:pos x="T46" y="T47"/>
                </a:cxn>
                <a:cxn ang="T90">
                  <a:pos x="T48" y="T49"/>
                </a:cxn>
                <a:cxn ang="T91">
                  <a:pos x="T50" y="T51"/>
                </a:cxn>
                <a:cxn ang="T92">
                  <a:pos x="T52" y="T53"/>
                </a:cxn>
                <a:cxn ang="T93">
                  <a:pos x="T54" y="T55"/>
                </a:cxn>
                <a:cxn ang="T94">
                  <a:pos x="T56" y="T57"/>
                </a:cxn>
                <a:cxn ang="T95">
                  <a:pos x="T58" y="T59"/>
                </a:cxn>
                <a:cxn ang="T96">
                  <a:pos x="T60" y="T61"/>
                </a:cxn>
                <a:cxn ang="T97">
                  <a:pos x="T62" y="T63"/>
                </a:cxn>
                <a:cxn ang="T98">
                  <a:pos x="T64" y="T65"/>
                </a:cxn>
              </a:cxnLst>
              <a:rect l="T99" t="T100" r="T101" b="T102"/>
              <a:pathLst>
                <a:path w="390" h="238">
                  <a:moveTo>
                    <a:pt x="86" y="0"/>
                  </a:moveTo>
                  <a:lnTo>
                    <a:pt x="119" y="10"/>
                  </a:lnTo>
                  <a:lnTo>
                    <a:pt x="152" y="43"/>
                  </a:lnTo>
                  <a:lnTo>
                    <a:pt x="173" y="86"/>
                  </a:lnTo>
                  <a:lnTo>
                    <a:pt x="173" y="108"/>
                  </a:lnTo>
                  <a:lnTo>
                    <a:pt x="184" y="151"/>
                  </a:lnTo>
                  <a:lnTo>
                    <a:pt x="206" y="184"/>
                  </a:lnTo>
                  <a:lnTo>
                    <a:pt x="228" y="206"/>
                  </a:lnTo>
                  <a:lnTo>
                    <a:pt x="292" y="227"/>
                  </a:lnTo>
                  <a:lnTo>
                    <a:pt x="325" y="238"/>
                  </a:lnTo>
                  <a:lnTo>
                    <a:pt x="346" y="238"/>
                  </a:lnTo>
                  <a:lnTo>
                    <a:pt x="369" y="227"/>
                  </a:lnTo>
                  <a:lnTo>
                    <a:pt x="390" y="206"/>
                  </a:lnTo>
                  <a:lnTo>
                    <a:pt x="390" y="173"/>
                  </a:lnTo>
                  <a:lnTo>
                    <a:pt x="379" y="119"/>
                  </a:lnTo>
                  <a:lnTo>
                    <a:pt x="358" y="86"/>
                  </a:lnTo>
                  <a:lnTo>
                    <a:pt x="325" y="64"/>
                  </a:lnTo>
                  <a:lnTo>
                    <a:pt x="260" y="43"/>
                  </a:lnTo>
                  <a:lnTo>
                    <a:pt x="228" y="43"/>
                  </a:lnTo>
                  <a:lnTo>
                    <a:pt x="195" y="54"/>
                  </a:lnTo>
                  <a:lnTo>
                    <a:pt x="184" y="76"/>
                  </a:lnTo>
                  <a:lnTo>
                    <a:pt x="173" y="119"/>
                  </a:lnTo>
                  <a:lnTo>
                    <a:pt x="162" y="151"/>
                  </a:lnTo>
                  <a:lnTo>
                    <a:pt x="129" y="173"/>
                  </a:lnTo>
                  <a:lnTo>
                    <a:pt x="98" y="173"/>
                  </a:lnTo>
                  <a:lnTo>
                    <a:pt x="54" y="163"/>
                  </a:lnTo>
                  <a:lnTo>
                    <a:pt x="21" y="130"/>
                  </a:lnTo>
                  <a:lnTo>
                    <a:pt x="0" y="97"/>
                  </a:lnTo>
                  <a:lnTo>
                    <a:pt x="0" y="64"/>
                  </a:lnTo>
                  <a:lnTo>
                    <a:pt x="11" y="21"/>
                  </a:lnTo>
                  <a:lnTo>
                    <a:pt x="32" y="0"/>
                  </a:lnTo>
                  <a:lnTo>
                    <a:pt x="54" y="0"/>
                  </a:lnTo>
                  <a:lnTo>
                    <a:pt x="86" y="0"/>
                  </a:lnTo>
                  <a:close/>
                </a:path>
              </a:pathLst>
            </a:custGeom>
            <a:noFill/>
            <a:ln w="0">
              <a:solidFill>
                <a:srgbClr val="0000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450" name="Line 5127">
              <a:extLst>
                <a:ext uri="{FF2B5EF4-FFF2-40B4-BE49-F238E27FC236}">
                  <a16:creationId xmlns:a16="http://schemas.microsoft.com/office/drawing/2014/main" id="{42F5BEB9-7684-FC7D-3FE2-3597981C42E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183" y="2044"/>
              <a:ext cx="117" cy="1"/>
            </a:xfrm>
            <a:prstGeom prst="line">
              <a:avLst/>
            </a:prstGeom>
            <a:noFill/>
            <a:ln w="0">
              <a:solidFill>
                <a:srgbClr val="FF0000"/>
              </a:solidFill>
              <a:round/>
              <a:headEnd/>
              <a:tailEnd/>
            </a:ln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451" name="Line 5128">
              <a:extLst>
                <a:ext uri="{FF2B5EF4-FFF2-40B4-BE49-F238E27FC236}">
                  <a16:creationId xmlns:a16="http://schemas.microsoft.com/office/drawing/2014/main" id="{8221C9CE-DF92-8657-40F8-D9436ECAD20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218" y="1847"/>
              <a:ext cx="1" cy="127"/>
            </a:xfrm>
            <a:prstGeom prst="line">
              <a:avLst/>
            </a:prstGeom>
            <a:noFill/>
            <a:ln w="0">
              <a:solidFill>
                <a:srgbClr val="FF0000"/>
              </a:solidFill>
              <a:round/>
              <a:headEnd/>
              <a:tailEnd/>
            </a:ln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452" name="Freeform 5129">
              <a:extLst>
                <a:ext uri="{FF2B5EF4-FFF2-40B4-BE49-F238E27FC236}">
                  <a16:creationId xmlns:a16="http://schemas.microsoft.com/office/drawing/2014/main" id="{F3099D87-8947-DC93-1B82-9FBC5C923170}"/>
                </a:ext>
              </a:extLst>
            </p:cNvPr>
            <p:cNvSpPr>
              <a:spLocks/>
            </p:cNvSpPr>
            <p:nvPr/>
          </p:nvSpPr>
          <p:spPr bwMode="auto">
            <a:xfrm>
              <a:off x="4206" y="1778"/>
              <a:ext cx="23" cy="69"/>
            </a:xfrm>
            <a:custGeom>
              <a:avLst/>
              <a:gdLst>
                <a:gd name="T0" fmla="*/ 0 w 139"/>
                <a:gd name="T1" fmla="*/ 0 h 417"/>
                <a:gd name="T2" fmla="*/ 0 w 139"/>
                <a:gd name="T3" fmla="*/ 0 h 417"/>
                <a:gd name="T4" fmla="*/ 0 w 139"/>
                <a:gd name="T5" fmla="*/ 0 h 417"/>
                <a:gd name="T6" fmla="*/ 0 w 139"/>
                <a:gd name="T7" fmla="*/ 0 h 417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139"/>
                <a:gd name="T13" fmla="*/ 0 h 417"/>
                <a:gd name="T14" fmla="*/ 139 w 139"/>
                <a:gd name="T15" fmla="*/ 417 h 417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139" h="417">
                  <a:moveTo>
                    <a:pt x="0" y="417"/>
                  </a:moveTo>
                  <a:lnTo>
                    <a:pt x="139" y="417"/>
                  </a:lnTo>
                  <a:lnTo>
                    <a:pt x="70" y="0"/>
                  </a:lnTo>
                  <a:lnTo>
                    <a:pt x="0" y="417"/>
                  </a:lnTo>
                  <a:close/>
                </a:path>
              </a:pathLst>
            </a:custGeom>
            <a:solidFill>
              <a:srgbClr val="FF0000"/>
            </a:solidFill>
            <a:ln w="9525">
              <a:solidFill>
                <a:srgbClr val="FF0000"/>
              </a:solidFill>
              <a:round/>
              <a:headEnd/>
              <a:tailEnd/>
            </a:ln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453" name="Freeform 5130">
              <a:extLst>
                <a:ext uri="{FF2B5EF4-FFF2-40B4-BE49-F238E27FC236}">
                  <a16:creationId xmlns:a16="http://schemas.microsoft.com/office/drawing/2014/main" id="{75123659-30D7-01A3-8091-FF599CD51505}"/>
                </a:ext>
              </a:extLst>
            </p:cNvPr>
            <p:cNvSpPr>
              <a:spLocks/>
            </p:cNvSpPr>
            <p:nvPr/>
          </p:nvSpPr>
          <p:spPr bwMode="auto">
            <a:xfrm>
              <a:off x="4206" y="1778"/>
              <a:ext cx="23" cy="69"/>
            </a:xfrm>
            <a:custGeom>
              <a:avLst/>
              <a:gdLst>
                <a:gd name="T0" fmla="*/ 0 w 139"/>
                <a:gd name="T1" fmla="*/ 0 h 417"/>
                <a:gd name="T2" fmla="*/ 0 w 139"/>
                <a:gd name="T3" fmla="*/ 0 h 417"/>
                <a:gd name="T4" fmla="*/ 0 w 139"/>
                <a:gd name="T5" fmla="*/ 0 h 417"/>
                <a:gd name="T6" fmla="*/ 0 w 139"/>
                <a:gd name="T7" fmla="*/ 0 h 417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139"/>
                <a:gd name="T13" fmla="*/ 0 h 417"/>
                <a:gd name="T14" fmla="*/ 139 w 139"/>
                <a:gd name="T15" fmla="*/ 417 h 417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139" h="417">
                  <a:moveTo>
                    <a:pt x="0" y="417"/>
                  </a:moveTo>
                  <a:lnTo>
                    <a:pt x="139" y="417"/>
                  </a:lnTo>
                  <a:lnTo>
                    <a:pt x="70" y="0"/>
                  </a:lnTo>
                  <a:lnTo>
                    <a:pt x="0" y="417"/>
                  </a:lnTo>
                  <a:close/>
                </a:path>
              </a:pathLst>
            </a:custGeom>
            <a:solidFill>
              <a:srgbClr val="FF0000"/>
            </a:solidFill>
            <a:ln w="0">
              <a:solidFill>
                <a:srgbClr val="FF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454" name="Freeform 5131">
              <a:extLst>
                <a:ext uri="{FF2B5EF4-FFF2-40B4-BE49-F238E27FC236}">
                  <a16:creationId xmlns:a16="http://schemas.microsoft.com/office/drawing/2014/main" id="{4FD5AC11-5A0D-3B70-A5E1-E3DA6B48F7BE}"/>
                </a:ext>
              </a:extLst>
            </p:cNvPr>
            <p:cNvSpPr>
              <a:spLocks/>
            </p:cNvSpPr>
            <p:nvPr/>
          </p:nvSpPr>
          <p:spPr bwMode="auto">
            <a:xfrm>
              <a:off x="4206" y="1974"/>
              <a:ext cx="23" cy="70"/>
            </a:xfrm>
            <a:custGeom>
              <a:avLst/>
              <a:gdLst>
                <a:gd name="T0" fmla="*/ 0 w 139"/>
                <a:gd name="T1" fmla="*/ 0 h 418"/>
                <a:gd name="T2" fmla="*/ 0 w 139"/>
                <a:gd name="T3" fmla="*/ 0 h 418"/>
                <a:gd name="T4" fmla="*/ 0 w 139"/>
                <a:gd name="T5" fmla="*/ 0 h 418"/>
                <a:gd name="T6" fmla="*/ 0 w 139"/>
                <a:gd name="T7" fmla="*/ 0 h 418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139"/>
                <a:gd name="T13" fmla="*/ 0 h 418"/>
                <a:gd name="T14" fmla="*/ 139 w 139"/>
                <a:gd name="T15" fmla="*/ 418 h 418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139" h="418">
                  <a:moveTo>
                    <a:pt x="0" y="0"/>
                  </a:moveTo>
                  <a:lnTo>
                    <a:pt x="139" y="0"/>
                  </a:lnTo>
                  <a:lnTo>
                    <a:pt x="70" y="41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/>
            </a:solidFill>
            <a:ln w="9525">
              <a:solidFill>
                <a:srgbClr val="FF0000"/>
              </a:solidFill>
              <a:round/>
              <a:headEnd/>
              <a:tailEnd/>
            </a:ln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455" name="Freeform 5132">
              <a:extLst>
                <a:ext uri="{FF2B5EF4-FFF2-40B4-BE49-F238E27FC236}">
                  <a16:creationId xmlns:a16="http://schemas.microsoft.com/office/drawing/2014/main" id="{CC30A64A-16CF-F12D-8CCC-3B01E10E32F4}"/>
                </a:ext>
              </a:extLst>
            </p:cNvPr>
            <p:cNvSpPr>
              <a:spLocks/>
            </p:cNvSpPr>
            <p:nvPr/>
          </p:nvSpPr>
          <p:spPr bwMode="auto">
            <a:xfrm>
              <a:off x="4206" y="1974"/>
              <a:ext cx="23" cy="70"/>
            </a:xfrm>
            <a:custGeom>
              <a:avLst/>
              <a:gdLst>
                <a:gd name="T0" fmla="*/ 0 w 139"/>
                <a:gd name="T1" fmla="*/ 0 h 418"/>
                <a:gd name="T2" fmla="*/ 0 w 139"/>
                <a:gd name="T3" fmla="*/ 0 h 418"/>
                <a:gd name="T4" fmla="*/ 0 w 139"/>
                <a:gd name="T5" fmla="*/ 0 h 418"/>
                <a:gd name="T6" fmla="*/ 0 w 139"/>
                <a:gd name="T7" fmla="*/ 0 h 418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139"/>
                <a:gd name="T13" fmla="*/ 0 h 418"/>
                <a:gd name="T14" fmla="*/ 139 w 139"/>
                <a:gd name="T15" fmla="*/ 418 h 418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139" h="418">
                  <a:moveTo>
                    <a:pt x="0" y="0"/>
                  </a:moveTo>
                  <a:lnTo>
                    <a:pt x="139" y="0"/>
                  </a:lnTo>
                  <a:lnTo>
                    <a:pt x="70" y="41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/>
            </a:solidFill>
            <a:ln w="0">
              <a:solidFill>
                <a:srgbClr val="FF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456" name="Freeform 5133">
              <a:extLst>
                <a:ext uri="{FF2B5EF4-FFF2-40B4-BE49-F238E27FC236}">
                  <a16:creationId xmlns:a16="http://schemas.microsoft.com/office/drawing/2014/main" id="{C24BCAF0-5CD4-0B52-BB94-E95F26DCF601}"/>
                </a:ext>
              </a:extLst>
            </p:cNvPr>
            <p:cNvSpPr>
              <a:spLocks/>
            </p:cNvSpPr>
            <p:nvPr/>
          </p:nvSpPr>
          <p:spPr bwMode="auto">
            <a:xfrm>
              <a:off x="4114" y="1897"/>
              <a:ext cx="65" cy="39"/>
            </a:xfrm>
            <a:custGeom>
              <a:avLst/>
              <a:gdLst>
                <a:gd name="T0" fmla="*/ 0 w 390"/>
                <a:gd name="T1" fmla="*/ 0 h 238"/>
                <a:gd name="T2" fmla="*/ 0 w 390"/>
                <a:gd name="T3" fmla="*/ 0 h 238"/>
                <a:gd name="T4" fmla="*/ 0 w 390"/>
                <a:gd name="T5" fmla="*/ 0 h 238"/>
                <a:gd name="T6" fmla="*/ 0 w 390"/>
                <a:gd name="T7" fmla="*/ 0 h 238"/>
                <a:gd name="T8" fmla="*/ 0 w 390"/>
                <a:gd name="T9" fmla="*/ 0 h 238"/>
                <a:gd name="T10" fmla="*/ 0 w 390"/>
                <a:gd name="T11" fmla="*/ 0 h 238"/>
                <a:gd name="T12" fmla="*/ 0 w 390"/>
                <a:gd name="T13" fmla="*/ 0 h 238"/>
                <a:gd name="T14" fmla="*/ 0 w 390"/>
                <a:gd name="T15" fmla="*/ 0 h 238"/>
                <a:gd name="T16" fmla="*/ 0 w 390"/>
                <a:gd name="T17" fmla="*/ 0 h 238"/>
                <a:gd name="T18" fmla="*/ 0 w 390"/>
                <a:gd name="T19" fmla="*/ 0 h 238"/>
                <a:gd name="T20" fmla="*/ 0 w 390"/>
                <a:gd name="T21" fmla="*/ 0 h 238"/>
                <a:gd name="T22" fmla="*/ 0 w 390"/>
                <a:gd name="T23" fmla="*/ 0 h 238"/>
                <a:gd name="T24" fmla="*/ 0 w 390"/>
                <a:gd name="T25" fmla="*/ 0 h 238"/>
                <a:gd name="T26" fmla="*/ 0 w 390"/>
                <a:gd name="T27" fmla="*/ 0 h 238"/>
                <a:gd name="T28" fmla="*/ 0 w 390"/>
                <a:gd name="T29" fmla="*/ 0 h 238"/>
                <a:gd name="T30" fmla="*/ 0 w 390"/>
                <a:gd name="T31" fmla="*/ 0 h 238"/>
                <a:gd name="T32" fmla="*/ 0 w 390"/>
                <a:gd name="T33" fmla="*/ 0 h 238"/>
                <a:gd name="T34" fmla="*/ 0 w 390"/>
                <a:gd name="T35" fmla="*/ 0 h 238"/>
                <a:gd name="T36" fmla="*/ 0 w 390"/>
                <a:gd name="T37" fmla="*/ 0 h 238"/>
                <a:gd name="T38" fmla="*/ 0 w 390"/>
                <a:gd name="T39" fmla="*/ 0 h 238"/>
                <a:gd name="T40" fmla="*/ 0 w 390"/>
                <a:gd name="T41" fmla="*/ 0 h 238"/>
                <a:gd name="T42" fmla="*/ 0 w 390"/>
                <a:gd name="T43" fmla="*/ 0 h 238"/>
                <a:gd name="T44" fmla="*/ 0 w 390"/>
                <a:gd name="T45" fmla="*/ 0 h 238"/>
                <a:gd name="T46" fmla="*/ 0 w 390"/>
                <a:gd name="T47" fmla="*/ 0 h 238"/>
                <a:gd name="T48" fmla="*/ 0 w 390"/>
                <a:gd name="T49" fmla="*/ 0 h 238"/>
                <a:gd name="T50" fmla="*/ 0 w 390"/>
                <a:gd name="T51" fmla="*/ 0 h 238"/>
                <a:gd name="T52" fmla="*/ 0 w 390"/>
                <a:gd name="T53" fmla="*/ 0 h 238"/>
                <a:gd name="T54" fmla="*/ 0 w 390"/>
                <a:gd name="T55" fmla="*/ 0 h 238"/>
                <a:gd name="T56" fmla="*/ 0 w 390"/>
                <a:gd name="T57" fmla="*/ 0 h 238"/>
                <a:gd name="T58" fmla="*/ 0 w 390"/>
                <a:gd name="T59" fmla="*/ 0 h 238"/>
                <a:gd name="T60" fmla="*/ 0 w 390"/>
                <a:gd name="T61" fmla="*/ 0 h 238"/>
                <a:gd name="T62" fmla="*/ 0 w 390"/>
                <a:gd name="T63" fmla="*/ 0 h 238"/>
                <a:gd name="T64" fmla="*/ 0 w 390"/>
                <a:gd name="T65" fmla="*/ 0 h 238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w 390"/>
                <a:gd name="T100" fmla="*/ 0 h 238"/>
                <a:gd name="T101" fmla="*/ 390 w 390"/>
                <a:gd name="T102" fmla="*/ 238 h 238"/>
              </a:gdLst>
              <a:ahLst/>
              <a:cxnLst>
                <a:cxn ang="T66">
                  <a:pos x="T0" y="T1"/>
                </a:cxn>
                <a:cxn ang="T67">
                  <a:pos x="T2" y="T3"/>
                </a:cxn>
                <a:cxn ang="T68">
                  <a:pos x="T4" y="T5"/>
                </a:cxn>
                <a:cxn ang="T69">
                  <a:pos x="T6" y="T7"/>
                </a:cxn>
                <a:cxn ang="T70">
                  <a:pos x="T8" y="T9"/>
                </a:cxn>
                <a:cxn ang="T71">
                  <a:pos x="T10" y="T11"/>
                </a:cxn>
                <a:cxn ang="T72">
                  <a:pos x="T12" y="T13"/>
                </a:cxn>
                <a:cxn ang="T73">
                  <a:pos x="T14" y="T15"/>
                </a:cxn>
                <a:cxn ang="T74">
                  <a:pos x="T16" y="T17"/>
                </a:cxn>
                <a:cxn ang="T75">
                  <a:pos x="T18" y="T19"/>
                </a:cxn>
                <a:cxn ang="T76">
                  <a:pos x="T20" y="T21"/>
                </a:cxn>
                <a:cxn ang="T77">
                  <a:pos x="T22" y="T23"/>
                </a:cxn>
                <a:cxn ang="T78">
                  <a:pos x="T24" y="T25"/>
                </a:cxn>
                <a:cxn ang="T79">
                  <a:pos x="T26" y="T27"/>
                </a:cxn>
                <a:cxn ang="T80">
                  <a:pos x="T28" y="T29"/>
                </a:cxn>
                <a:cxn ang="T81">
                  <a:pos x="T30" y="T31"/>
                </a:cxn>
                <a:cxn ang="T82">
                  <a:pos x="T32" y="T33"/>
                </a:cxn>
                <a:cxn ang="T83">
                  <a:pos x="T34" y="T35"/>
                </a:cxn>
                <a:cxn ang="T84">
                  <a:pos x="T36" y="T37"/>
                </a:cxn>
                <a:cxn ang="T85">
                  <a:pos x="T38" y="T39"/>
                </a:cxn>
                <a:cxn ang="T86">
                  <a:pos x="T40" y="T41"/>
                </a:cxn>
                <a:cxn ang="T87">
                  <a:pos x="T42" y="T43"/>
                </a:cxn>
                <a:cxn ang="T88">
                  <a:pos x="T44" y="T45"/>
                </a:cxn>
                <a:cxn ang="T89">
                  <a:pos x="T46" y="T47"/>
                </a:cxn>
                <a:cxn ang="T90">
                  <a:pos x="T48" y="T49"/>
                </a:cxn>
                <a:cxn ang="T91">
                  <a:pos x="T50" y="T51"/>
                </a:cxn>
                <a:cxn ang="T92">
                  <a:pos x="T52" y="T53"/>
                </a:cxn>
                <a:cxn ang="T93">
                  <a:pos x="T54" y="T55"/>
                </a:cxn>
                <a:cxn ang="T94">
                  <a:pos x="T56" y="T57"/>
                </a:cxn>
                <a:cxn ang="T95">
                  <a:pos x="T58" y="T59"/>
                </a:cxn>
                <a:cxn ang="T96">
                  <a:pos x="T60" y="T61"/>
                </a:cxn>
                <a:cxn ang="T97">
                  <a:pos x="T62" y="T63"/>
                </a:cxn>
                <a:cxn ang="T98">
                  <a:pos x="T64" y="T65"/>
                </a:cxn>
              </a:cxnLst>
              <a:rect l="T99" t="T100" r="T101" b="T102"/>
              <a:pathLst>
                <a:path w="390" h="238">
                  <a:moveTo>
                    <a:pt x="87" y="0"/>
                  </a:moveTo>
                  <a:lnTo>
                    <a:pt x="119" y="10"/>
                  </a:lnTo>
                  <a:lnTo>
                    <a:pt x="151" y="43"/>
                  </a:lnTo>
                  <a:lnTo>
                    <a:pt x="173" y="86"/>
                  </a:lnTo>
                  <a:lnTo>
                    <a:pt x="173" y="108"/>
                  </a:lnTo>
                  <a:lnTo>
                    <a:pt x="184" y="151"/>
                  </a:lnTo>
                  <a:lnTo>
                    <a:pt x="206" y="184"/>
                  </a:lnTo>
                  <a:lnTo>
                    <a:pt x="227" y="206"/>
                  </a:lnTo>
                  <a:lnTo>
                    <a:pt x="293" y="227"/>
                  </a:lnTo>
                  <a:lnTo>
                    <a:pt x="325" y="238"/>
                  </a:lnTo>
                  <a:lnTo>
                    <a:pt x="347" y="238"/>
                  </a:lnTo>
                  <a:lnTo>
                    <a:pt x="368" y="227"/>
                  </a:lnTo>
                  <a:lnTo>
                    <a:pt x="390" y="206"/>
                  </a:lnTo>
                  <a:lnTo>
                    <a:pt x="390" y="173"/>
                  </a:lnTo>
                  <a:lnTo>
                    <a:pt x="380" y="119"/>
                  </a:lnTo>
                  <a:lnTo>
                    <a:pt x="358" y="86"/>
                  </a:lnTo>
                  <a:lnTo>
                    <a:pt x="325" y="64"/>
                  </a:lnTo>
                  <a:lnTo>
                    <a:pt x="260" y="43"/>
                  </a:lnTo>
                  <a:lnTo>
                    <a:pt x="227" y="43"/>
                  </a:lnTo>
                  <a:lnTo>
                    <a:pt x="195" y="54"/>
                  </a:lnTo>
                  <a:lnTo>
                    <a:pt x="184" y="76"/>
                  </a:lnTo>
                  <a:lnTo>
                    <a:pt x="173" y="119"/>
                  </a:lnTo>
                  <a:lnTo>
                    <a:pt x="163" y="151"/>
                  </a:lnTo>
                  <a:lnTo>
                    <a:pt x="130" y="173"/>
                  </a:lnTo>
                  <a:lnTo>
                    <a:pt x="97" y="173"/>
                  </a:lnTo>
                  <a:lnTo>
                    <a:pt x="54" y="163"/>
                  </a:lnTo>
                  <a:lnTo>
                    <a:pt x="22" y="130"/>
                  </a:lnTo>
                  <a:lnTo>
                    <a:pt x="0" y="97"/>
                  </a:lnTo>
                  <a:lnTo>
                    <a:pt x="0" y="64"/>
                  </a:lnTo>
                  <a:lnTo>
                    <a:pt x="10" y="21"/>
                  </a:lnTo>
                  <a:lnTo>
                    <a:pt x="33" y="0"/>
                  </a:lnTo>
                  <a:lnTo>
                    <a:pt x="54" y="0"/>
                  </a:lnTo>
                  <a:lnTo>
                    <a:pt x="87" y="0"/>
                  </a:lnTo>
                  <a:close/>
                </a:path>
              </a:pathLst>
            </a:custGeom>
            <a:noFill/>
            <a:ln w="0">
              <a:solidFill>
                <a:srgbClr val="FF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457" name="Freeform 5134">
              <a:extLst>
                <a:ext uri="{FF2B5EF4-FFF2-40B4-BE49-F238E27FC236}">
                  <a16:creationId xmlns:a16="http://schemas.microsoft.com/office/drawing/2014/main" id="{B6F06350-B60B-18E2-D2B0-345B36D885BA}"/>
                </a:ext>
              </a:extLst>
            </p:cNvPr>
            <p:cNvSpPr>
              <a:spLocks/>
            </p:cNvSpPr>
            <p:nvPr/>
          </p:nvSpPr>
          <p:spPr bwMode="auto">
            <a:xfrm>
              <a:off x="4108" y="1870"/>
              <a:ext cx="15" cy="15"/>
            </a:xfrm>
            <a:custGeom>
              <a:avLst/>
              <a:gdLst>
                <a:gd name="T0" fmla="*/ 0 w 89"/>
                <a:gd name="T1" fmla="*/ 0 h 93"/>
                <a:gd name="T2" fmla="*/ 0 w 89"/>
                <a:gd name="T3" fmla="*/ 0 h 93"/>
                <a:gd name="T4" fmla="*/ 0 w 89"/>
                <a:gd name="T5" fmla="*/ 0 h 93"/>
                <a:gd name="T6" fmla="*/ 0 w 89"/>
                <a:gd name="T7" fmla="*/ 0 h 93"/>
                <a:gd name="T8" fmla="*/ 0 w 89"/>
                <a:gd name="T9" fmla="*/ 0 h 93"/>
                <a:gd name="T10" fmla="*/ 0 w 89"/>
                <a:gd name="T11" fmla="*/ 0 h 93"/>
                <a:gd name="T12" fmla="*/ 0 w 89"/>
                <a:gd name="T13" fmla="*/ 0 h 93"/>
                <a:gd name="T14" fmla="*/ 0 w 89"/>
                <a:gd name="T15" fmla="*/ 0 h 93"/>
                <a:gd name="T16" fmla="*/ 0 w 89"/>
                <a:gd name="T17" fmla="*/ 0 h 93"/>
                <a:gd name="T18" fmla="*/ 0 w 89"/>
                <a:gd name="T19" fmla="*/ 0 h 93"/>
                <a:gd name="T20" fmla="*/ 0 w 89"/>
                <a:gd name="T21" fmla="*/ 0 h 93"/>
                <a:gd name="T22" fmla="*/ 0 w 89"/>
                <a:gd name="T23" fmla="*/ 0 h 93"/>
                <a:gd name="T24" fmla="*/ 0 w 89"/>
                <a:gd name="T25" fmla="*/ 0 h 93"/>
                <a:gd name="T26" fmla="*/ 0 w 89"/>
                <a:gd name="T27" fmla="*/ 0 h 93"/>
                <a:gd name="T28" fmla="*/ 0 w 89"/>
                <a:gd name="T29" fmla="*/ 0 h 93"/>
                <a:gd name="T30" fmla="*/ 0 w 89"/>
                <a:gd name="T31" fmla="*/ 0 h 93"/>
                <a:gd name="T32" fmla="*/ 0 w 89"/>
                <a:gd name="T33" fmla="*/ 0 h 93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w 89"/>
                <a:gd name="T52" fmla="*/ 0 h 93"/>
                <a:gd name="T53" fmla="*/ 89 w 89"/>
                <a:gd name="T54" fmla="*/ 93 h 93"/>
              </a:gdLst>
              <a:ahLst/>
              <a:cxnLst>
                <a:cxn ang="T34">
                  <a:pos x="T0" y="T1"/>
                </a:cxn>
                <a:cxn ang="T35">
                  <a:pos x="T2" y="T3"/>
                </a:cxn>
                <a:cxn ang="T36">
                  <a:pos x="T4" y="T5"/>
                </a:cxn>
                <a:cxn ang="T37">
                  <a:pos x="T6" y="T7"/>
                </a:cxn>
                <a:cxn ang="T38">
                  <a:pos x="T8" y="T9"/>
                </a:cxn>
                <a:cxn ang="T39">
                  <a:pos x="T10" y="T11"/>
                </a:cxn>
                <a:cxn ang="T40">
                  <a:pos x="T12" y="T13"/>
                </a:cxn>
                <a:cxn ang="T41">
                  <a:pos x="T14" y="T15"/>
                </a:cxn>
                <a:cxn ang="T42">
                  <a:pos x="T16" y="T17"/>
                </a:cxn>
                <a:cxn ang="T43">
                  <a:pos x="T18" y="T19"/>
                </a:cxn>
                <a:cxn ang="T44">
                  <a:pos x="T20" y="T21"/>
                </a:cxn>
                <a:cxn ang="T45">
                  <a:pos x="T22" y="T23"/>
                </a:cxn>
                <a:cxn ang="T46">
                  <a:pos x="T24" y="T25"/>
                </a:cxn>
                <a:cxn ang="T47">
                  <a:pos x="T26" y="T27"/>
                </a:cxn>
                <a:cxn ang="T48">
                  <a:pos x="T28" y="T29"/>
                </a:cxn>
                <a:cxn ang="T49">
                  <a:pos x="T30" y="T31"/>
                </a:cxn>
                <a:cxn ang="T50">
                  <a:pos x="T32" y="T33"/>
                </a:cxn>
              </a:cxnLst>
              <a:rect l="T51" t="T52" r="T53" b="T54"/>
              <a:pathLst>
                <a:path w="89" h="93">
                  <a:moveTo>
                    <a:pt x="36" y="40"/>
                  </a:moveTo>
                  <a:lnTo>
                    <a:pt x="72" y="0"/>
                  </a:lnTo>
                  <a:lnTo>
                    <a:pt x="79" y="9"/>
                  </a:lnTo>
                  <a:lnTo>
                    <a:pt x="86" y="20"/>
                  </a:lnTo>
                  <a:lnTo>
                    <a:pt x="89" y="31"/>
                  </a:lnTo>
                  <a:lnTo>
                    <a:pt x="89" y="43"/>
                  </a:lnTo>
                  <a:lnTo>
                    <a:pt x="87" y="55"/>
                  </a:lnTo>
                  <a:lnTo>
                    <a:pt x="82" y="66"/>
                  </a:lnTo>
                  <a:lnTo>
                    <a:pt x="76" y="76"/>
                  </a:lnTo>
                  <a:lnTo>
                    <a:pt x="67" y="83"/>
                  </a:lnTo>
                  <a:lnTo>
                    <a:pt x="56" y="90"/>
                  </a:lnTo>
                  <a:lnTo>
                    <a:pt x="44" y="93"/>
                  </a:lnTo>
                  <a:lnTo>
                    <a:pt x="33" y="93"/>
                  </a:lnTo>
                  <a:lnTo>
                    <a:pt x="21" y="91"/>
                  </a:lnTo>
                  <a:lnTo>
                    <a:pt x="9" y="86"/>
                  </a:lnTo>
                  <a:lnTo>
                    <a:pt x="0" y="80"/>
                  </a:lnTo>
                  <a:lnTo>
                    <a:pt x="36" y="40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458" name="Freeform 5135">
              <a:extLst>
                <a:ext uri="{FF2B5EF4-FFF2-40B4-BE49-F238E27FC236}">
                  <a16:creationId xmlns:a16="http://schemas.microsoft.com/office/drawing/2014/main" id="{C8D3FB80-209B-9C93-CF87-3670A0EC0F31}"/>
                </a:ext>
              </a:extLst>
            </p:cNvPr>
            <p:cNvSpPr>
              <a:spLocks/>
            </p:cNvSpPr>
            <p:nvPr/>
          </p:nvSpPr>
          <p:spPr bwMode="auto">
            <a:xfrm>
              <a:off x="4108" y="1870"/>
              <a:ext cx="15" cy="15"/>
            </a:xfrm>
            <a:custGeom>
              <a:avLst/>
              <a:gdLst>
                <a:gd name="T0" fmla="*/ 0 w 89"/>
                <a:gd name="T1" fmla="*/ 0 h 93"/>
                <a:gd name="T2" fmla="*/ 0 w 89"/>
                <a:gd name="T3" fmla="*/ 0 h 93"/>
                <a:gd name="T4" fmla="*/ 0 w 89"/>
                <a:gd name="T5" fmla="*/ 0 h 93"/>
                <a:gd name="T6" fmla="*/ 0 w 89"/>
                <a:gd name="T7" fmla="*/ 0 h 93"/>
                <a:gd name="T8" fmla="*/ 0 w 89"/>
                <a:gd name="T9" fmla="*/ 0 h 93"/>
                <a:gd name="T10" fmla="*/ 0 w 89"/>
                <a:gd name="T11" fmla="*/ 0 h 93"/>
                <a:gd name="T12" fmla="*/ 0 w 89"/>
                <a:gd name="T13" fmla="*/ 0 h 93"/>
                <a:gd name="T14" fmla="*/ 0 w 89"/>
                <a:gd name="T15" fmla="*/ 0 h 93"/>
                <a:gd name="T16" fmla="*/ 0 w 89"/>
                <a:gd name="T17" fmla="*/ 0 h 93"/>
                <a:gd name="T18" fmla="*/ 0 w 89"/>
                <a:gd name="T19" fmla="*/ 0 h 93"/>
                <a:gd name="T20" fmla="*/ 0 w 89"/>
                <a:gd name="T21" fmla="*/ 0 h 93"/>
                <a:gd name="T22" fmla="*/ 0 w 89"/>
                <a:gd name="T23" fmla="*/ 0 h 93"/>
                <a:gd name="T24" fmla="*/ 0 w 89"/>
                <a:gd name="T25" fmla="*/ 0 h 93"/>
                <a:gd name="T26" fmla="*/ 0 w 89"/>
                <a:gd name="T27" fmla="*/ 0 h 93"/>
                <a:gd name="T28" fmla="*/ 0 w 89"/>
                <a:gd name="T29" fmla="*/ 0 h 93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w 89"/>
                <a:gd name="T46" fmla="*/ 0 h 93"/>
                <a:gd name="T47" fmla="*/ 89 w 89"/>
                <a:gd name="T48" fmla="*/ 93 h 93"/>
              </a:gdLst>
              <a:ahLst/>
              <a:cxnLst>
                <a:cxn ang="T30">
                  <a:pos x="T0" y="T1"/>
                </a:cxn>
                <a:cxn ang="T31">
                  <a:pos x="T2" y="T3"/>
                </a:cxn>
                <a:cxn ang="T32">
                  <a:pos x="T4" y="T5"/>
                </a:cxn>
                <a:cxn ang="T33">
                  <a:pos x="T6" y="T7"/>
                </a:cxn>
                <a:cxn ang="T34">
                  <a:pos x="T8" y="T9"/>
                </a:cxn>
                <a:cxn ang="T35">
                  <a:pos x="T10" y="T11"/>
                </a:cxn>
                <a:cxn ang="T36">
                  <a:pos x="T12" y="T13"/>
                </a:cxn>
                <a:cxn ang="T37">
                  <a:pos x="T14" y="T15"/>
                </a:cxn>
                <a:cxn ang="T38">
                  <a:pos x="T16" y="T17"/>
                </a:cxn>
                <a:cxn ang="T39">
                  <a:pos x="T18" y="T19"/>
                </a:cxn>
                <a:cxn ang="T40">
                  <a:pos x="T20" y="T21"/>
                </a:cxn>
                <a:cxn ang="T41">
                  <a:pos x="T22" y="T23"/>
                </a:cxn>
                <a:cxn ang="T42">
                  <a:pos x="T24" y="T25"/>
                </a:cxn>
                <a:cxn ang="T43">
                  <a:pos x="T26" y="T27"/>
                </a:cxn>
                <a:cxn ang="T44">
                  <a:pos x="T28" y="T29"/>
                </a:cxn>
              </a:cxnLst>
              <a:rect l="T45" t="T46" r="T47" b="T48"/>
              <a:pathLst>
                <a:path w="89" h="93">
                  <a:moveTo>
                    <a:pt x="72" y="0"/>
                  </a:moveTo>
                  <a:lnTo>
                    <a:pt x="79" y="9"/>
                  </a:lnTo>
                  <a:lnTo>
                    <a:pt x="86" y="20"/>
                  </a:lnTo>
                  <a:lnTo>
                    <a:pt x="89" y="31"/>
                  </a:lnTo>
                  <a:lnTo>
                    <a:pt x="89" y="43"/>
                  </a:lnTo>
                  <a:lnTo>
                    <a:pt x="87" y="55"/>
                  </a:lnTo>
                  <a:lnTo>
                    <a:pt x="82" y="66"/>
                  </a:lnTo>
                  <a:lnTo>
                    <a:pt x="76" y="76"/>
                  </a:lnTo>
                  <a:lnTo>
                    <a:pt x="67" y="83"/>
                  </a:lnTo>
                  <a:lnTo>
                    <a:pt x="56" y="90"/>
                  </a:lnTo>
                  <a:lnTo>
                    <a:pt x="44" y="93"/>
                  </a:lnTo>
                  <a:lnTo>
                    <a:pt x="33" y="93"/>
                  </a:lnTo>
                  <a:lnTo>
                    <a:pt x="21" y="91"/>
                  </a:lnTo>
                  <a:lnTo>
                    <a:pt x="9" y="86"/>
                  </a:lnTo>
                  <a:lnTo>
                    <a:pt x="0" y="80"/>
                  </a:lnTo>
                </a:path>
              </a:pathLst>
            </a:custGeom>
            <a:noFill/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459" name="Freeform 5136">
              <a:extLst>
                <a:ext uri="{FF2B5EF4-FFF2-40B4-BE49-F238E27FC236}">
                  <a16:creationId xmlns:a16="http://schemas.microsoft.com/office/drawing/2014/main" id="{83F57452-7F50-9306-F2D7-694F218322FE}"/>
                </a:ext>
              </a:extLst>
            </p:cNvPr>
            <p:cNvSpPr>
              <a:spLocks/>
            </p:cNvSpPr>
            <p:nvPr/>
          </p:nvSpPr>
          <p:spPr bwMode="auto">
            <a:xfrm>
              <a:off x="3999" y="1771"/>
              <a:ext cx="121" cy="112"/>
            </a:xfrm>
            <a:custGeom>
              <a:avLst/>
              <a:gdLst>
                <a:gd name="T0" fmla="*/ 0 w 730"/>
                <a:gd name="T1" fmla="*/ 0 h 673"/>
                <a:gd name="T2" fmla="*/ 0 w 730"/>
                <a:gd name="T3" fmla="*/ 0 h 673"/>
                <a:gd name="T4" fmla="*/ 0 w 730"/>
                <a:gd name="T5" fmla="*/ 0 h 673"/>
                <a:gd name="T6" fmla="*/ 0 w 730"/>
                <a:gd name="T7" fmla="*/ 0 h 673"/>
                <a:gd name="T8" fmla="*/ 0 w 730"/>
                <a:gd name="T9" fmla="*/ 0 h 673"/>
                <a:gd name="T10" fmla="*/ 0 w 730"/>
                <a:gd name="T11" fmla="*/ 0 h 673"/>
                <a:gd name="T12" fmla="*/ 0 w 730"/>
                <a:gd name="T13" fmla="*/ 0 h 673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730"/>
                <a:gd name="T22" fmla="*/ 0 h 673"/>
                <a:gd name="T23" fmla="*/ 730 w 730"/>
                <a:gd name="T24" fmla="*/ 673 h 673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730" h="673">
                  <a:moveTo>
                    <a:pt x="658" y="673"/>
                  </a:moveTo>
                  <a:lnTo>
                    <a:pt x="694" y="633"/>
                  </a:lnTo>
                  <a:lnTo>
                    <a:pt x="730" y="593"/>
                  </a:lnTo>
                  <a:lnTo>
                    <a:pt x="72" y="0"/>
                  </a:lnTo>
                  <a:lnTo>
                    <a:pt x="36" y="40"/>
                  </a:lnTo>
                  <a:lnTo>
                    <a:pt x="0" y="80"/>
                  </a:lnTo>
                  <a:lnTo>
                    <a:pt x="658" y="673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460" name="Freeform 5137">
              <a:extLst>
                <a:ext uri="{FF2B5EF4-FFF2-40B4-BE49-F238E27FC236}">
                  <a16:creationId xmlns:a16="http://schemas.microsoft.com/office/drawing/2014/main" id="{899A9146-7788-1F7A-F845-3E43DC75FE3B}"/>
                </a:ext>
              </a:extLst>
            </p:cNvPr>
            <p:cNvSpPr>
              <a:spLocks/>
            </p:cNvSpPr>
            <p:nvPr/>
          </p:nvSpPr>
          <p:spPr bwMode="auto">
            <a:xfrm>
              <a:off x="3999" y="1771"/>
              <a:ext cx="121" cy="112"/>
            </a:xfrm>
            <a:custGeom>
              <a:avLst/>
              <a:gdLst>
                <a:gd name="T0" fmla="*/ 0 w 730"/>
                <a:gd name="T1" fmla="*/ 0 h 673"/>
                <a:gd name="T2" fmla="*/ 0 w 730"/>
                <a:gd name="T3" fmla="*/ 0 h 673"/>
                <a:gd name="T4" fmla="*/ 0 w 730"/>
                <a:gd name="T5" fmla="*/ 0 h 673"/>
                <a:gd name="T6" fmla="*/ 0 w 730"/>
                <a:gd name="T7" fmla="*/ 0 h 673"/>
                <a:gd name="T8" fmla="*/ 0 w 730"/>
                <a:gd name="T9" fmla="*/ 0 h 673"/>
                <a:gd name="T10" fmla="*/ 0 w 730"/>
                <a:gd name="T11" fmla="*/ 0 h 673"/>
                <a:gd name="T12" fmla="*/ 0 w 730"/>
                <a:gd name="T13" fmla="*/ 0 h 673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730"/>
                <a:gd name="T22" fmla="*/ 0 h 673"/>
                <a:gd name="T23" fmla="*/ 730 w 730"/>
                <a:gd name="T24" fmla="*/ 673 h 673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730" h="673">
                  <a:moveTo>
                    <a:pt x="658" y="673"/>
                  </a:moveTo>
                  <a:lnTo>
                    <a:pt x="694" y="633"/>
                  </a:lnTo>
                  <a:lnTo>
                    <a:pt x="730" y="593"/>
                  </a:lnTo>
                  <a:lnTo>
                    <a:pt x="72" y="0"/>
                  </a:lnTo>
                  <a:lnTo>
                    <a:pt x="36" y="40"/>
                  </a:lnTo>
                  <a:lnTo>
                    <a:pt x="0" y="80"/>
                  </a:lnTo>
                  <a:lnTo>
                    <a:pt x="658" y="673"/>
                  </a:lnTo>
                  <a:close/>
                </a:path>
              </a:pathLst>
            </a:custGeom>
            <a:noFill/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461" name="Freeform 5138">
              <a:extLst>
                <a:ext uri="{FF2B5EF4-FFF2-40B4-BE49-F238E27FC236}">
                  <a16:creationId xmlns:a16="http://schemas.microsoft.com/office/drawing/2014/main" id="{3D9E6FE0-405F-8F33-DF19-E6E517A908A0}"/>
                </a:ext>
              </a:extLst>
            </p:cNvPr>
            <p:cNvSpPr>
              <a:spLocks/>
            </p:cNvSpPr>
            <p:nvPr/>
          </p:nvSpPr>
          <p:spPr bwMode="auto">
            <a:xfrm>
              <a:off x="3996" y="1769"/>
              <a:ext cx="15" cy="16"/>
            </a:xfrm>
            <a:custGeom>
              <a:avLst/>
              <a:gdLst>
                <a:gd name="T0" fmla="*/ 0 w 89"/>
                <a:gd name="T1" fmla="*/ 0 h 93"/>
                <a:gd name="T2" fmla="*/ 0 w 89"/>
                <a:gd name="T3" fmla="*/ 0 h 93"/>
                <a:gd name="T4" fmla="*/ 0 w 89"/>
                <a:gd name="T5" fmla="*/ 0 h 93"/>
                <a:gd name="T6" fmla="*/ 0 w 89"/>
                <a:gd name="T7" fmla="*/ 0 h 93"/>
                <a:gd name="T8" fmla="*/ 0 w 89"/>
                <a:gd name="T9" fmla="*/ 0 h 93"/>
                <a:gd name="T10" fmla="*/ 0 w 89"/>
                <a:gd name="T11" fmla="*/ 0 h 93"/>
                <a:gd name="T12" fmla="*/ 0 w 89"/>
                <a:gd name="T13" fmla="*/ 0 h 93"/>
                <a:gd name="T14" fmla="*/ 0 w 89"/>
                <a:gd name="T15" fmla="*/ 0 h 93"/>
                <a:gd name="T16" fmla="*/ 0 w 89"/>
                <a:gd name="T17" fmla="*/ 0 h 93"/>
                <a:gd name="T18" fmla="*/ 0 w 89"/>
                <a:gd name="T19" fmla="*/ 0 h 93"/>
                <a:gd name="T20" fmla="*/ 0 w 89"/>
                <a:gd name="T21" fmla="*/ 0 h 93"/>
                <a:gd name="T22" fmla="*/ 0 w 89"/>
                <a:gd name="T23" fmla="*/ 0 h 93"/>
                <a:gd name="T24" fmla="*/ 0 w 89"/>
                <a:gd name="T25" fmla="*/ 0 h 93"/>
                <a:gd name="T26" fmla="*/ 0 w 89"/>
                <a:gd name="T27" fmla="*/ 0 h 93"/>
                <a:gd name="T28" fmla="*/ 0 w 89"/>
                <a:gd name="T29" fmla="*/ 0 h 93"/>
                <a:gd name="T30" fmla="*/ 0 w 89"/>
                <a:gd name="T31" fmla="*/ 0 h 93"/>
                <a:gd name="T32" fmla="*/ 0 w 89"/>
                <a:gd name="T33" fmla="*/ 0 h 93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w 89"/>
                <a:gd name="T52" fmla="*/ 0 h 93"/>
                <a:gd name="T53" fmla="*/ 89 w 89"/>
                <a:gd name="T54" fmla="*/ 93 h 93"/>
              </a:gdLst>
              <a:ahLst/>
              <a:cxnLst>
                <a:cxn ang="T34">
                  <a:pos x="T0" y="T1"/>
                </a:cxn>
                <a:cxn ang="T35">
                  <a:pos x="T2" y="T3"/>
                </a:cxn>
                <a:cxn ang="T36">
                  <a:pos x="T4" y="T5"/>
                </a:cxn>
                <a:cxn ang="T37">
                  <a:pos x="T6" y="T7"/>
                </a:cxn>
                <a:cxn ang="T38">
                  <a:pos x="T8" y="T9"/>
                </a:cxn>
                <a:cxn ang="T39">
                  <a:pos x="T10" y="T11"/>
                </a:cxn>
                <a:cxn ang="T40">
                  <a:pos x="T12" y="T13"/>
                </a:cxn>
                <a:cxn ang="T41">
                  <a:pos x="T14" y="T15"/>
                </a:cxn>
                <a:cxn ang="T42">
                  <a:pos x="T16" y="T17"/>
                </a:cxn>
                <a:cxn ang="T43">
                  <a:pos x="T18" y="T19"/>
                </a:cxn>
                <a:cxn ang="T44">
                  <a:pos x="T20" y="T21"/>
                </a:cxn>
                <a:cxn ang="T45">
                  <a:pos x="T22" y="T23"/>
                </a:cxn>
                <a:cxn ang="T46">
                  <a:pos x="T24" y="T25"/>
                </a:cxn>
                <a:cxn ang="T47">
                  <a:pos x="T26" y="T27"/>
                </a:cxn>
                <a:cxn ang="T48">
                  <a:pos x="T28" y="T29"/>
                </a:cxn>
                <a:cxn ang="T49">
                  <a:pos x="T30" y="T31"/>
                </a:cxn>
                <a:cxn ang="T50">
                  <a:pos x="T32" y="T33"/>
                </a:cxn>
              </a:cxnLst>
              <a:rect l="T51" t="T52" r="T53" b="T54"/>
              <a:pathLst>
                <a:path w="89" h="93">
                  <a:moveTo>
                    <a:pt x="53" y="53"/>
                  </a:moveTo>
                  <a:lnTo>
                    <a:pt x="17" y="93"/>
                  </a:lnTo>
                  <a:lnTo>
                    <a:pt x="10" y="84"/>
                  </a:lnTo>
                  <a:lnTo>
                    <a:pt x="4" y="73"/>
                  </a:lnTo>
                  <a:lnTo>
                    <a:pt x="0" y="61"/>
                  </a:lnTo>
                  <a:lnTo>
                    <a:pt x="0" y="50"/>
                  </a:lnTo>
                  <a:lnTo>
                    <a:pt x="2" y="38"/>
                  </a:lnTo>
                  <a:lnTo>
                    <a:pt x="7" y="26"/>
                  </a:lnTo>
                  <a:lnTo>
                    <a:pt x="13" y="17"/>
                  </a:lnTo>
                  <a:lnTo>
                    <a:pt x="23" y="10"/>
                  </a:lnTo>
                  <a:lnTo>
                    <a:pt x="33" y="3"/>
                  </a:lnTo>
                  <a:lnTo>
                    <a:pt x="45" y="0"/>
                  </a:lnTo>
                  <a:lnTo>
                    <a:pt x="56" y="0"/>
                  </a:lnTo>
                  <a:lnTo>
                    <a:pt x="68" y="2"/>
                  </a:lnTo>
                  <a:lnTo>
                    <a:pt x="80" y="6"/>
                  </a:lnTo>
                  <a:lnTo>
                    <a:pt x="89" y="13"/>
                  </a:lnTo>
                  <a:lnTo>
                    <a:pt x="53" y="53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462" name="Freeform 5139">
              <a:extLst>
                <a:ext uri="{FF2B5EF4-FFF2-40B4-BE49-F238E27FC236}">
                  <a16:creationId xmlns:a16="http://schemas.microsoft.com/office/drawing/2014/main" id="{6E5F4434-4D5D-729E-57E1-50E9CC88AA9F}"/>
                </a:ext>
              </a:extLst>
            </p:cNvPr>
            <p:cNvSpPr>
              <a:spLocks/>
            </p:cNvSpPr>
            <p:nvPr/>
          </p:nvSpPr>
          <p:spPr bwMode="auto">
            <a:xfrm>
              <a:off x="3996" y="1769"/>
              <a:ext cx="15" cy="16"/>
            </a:xfrm>
            <a:custGeom>
              <a:avLst/>
              <a:gdLst>
                <a:gd name="T0" fmla="*/ 0 w 89"/>
                <a:gd name="T1" fmla="*/ 0 h 93"/>
                <a:gd name="T2" fmla="*/ 0 w 89"/>
                <a:gd name="T3" fmla="*/ 0 h 93"/>
                <a:gd name="T4" fmla="*/ 0 w 89"/>
                <a:gd name="T5" fmla="*/ 0 h 93"/>
                <a:gd name="T6" fmla="*/ 0 w 89"/>
                <a:gd name="T7" fmla="*/ 0 h 93"/>
                <a:gd name="T8" fmla="*/ 0 w 89"/>
                <a:gd name="T9" fmla="*/ 0 h 93"/>
                <a:gd name="T10" fmla="*/ 0 w 89"/>
                <a:gd name="T11" fmla="*/ 0 h 93"/>
                <a:gd name="T12" fmla="*/ 0 w 89"/>
                <a:gd name="T13" fmla="*/ 0 h 93"/>
                <a:gd name="T14" fmla="*/ 0 w 89"/>
                <a:gd name="T15" fmla="*/ 0 h 93"/>
                <a:gd name="T16" fmla="*/ 0 w 89"/>
                <a:gd name="T17" fmla="*/ 0 h 93"/>
                <a:gd name="T18" fmla="*/ 0 w 89"/>
                <a:gd name="T19" fmla="*/ 0 h 93"/>
                <a:gd name="T20" fmla="*/ 0 w 89"/>
                <a:gd name="T21" fmla="*/ 0 h 93"/>
                <a:gd name="T22" fmla="*/ 0 w 89"/>
                <a:gd name="T23" fmla="*/ 0 h 93"/>
                <a:gd name="T24" fmla="*/ 0 w 89"/>
                <a:gd name="T25" fmla="*/ 0 h 93"/>
                <a:gd name="T26" fmla="*/ 0 w 89"/>
                <a:gd name="T27" fmla="*/ 0 h 93"/>
                <a:gd name="T28" fmla="*/ 0 w 89"/>
                <a:gd name="T29" fmla="*/ 0 h 93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w 89"/>
                <a:gd name="T46" fmla="*/ 0 h 93"/>
                <a:gd name="T47" fmla="*/ 89 w 89"/>
                <a:gd name="T48" fmla="*/ 93 h 93"/>
              </a:gdLst>
              <a:ahLst/>
              <a:cxnLst>
                <a:cxn ang="T30">
                  <a:pos x="T0" y="T1"/>
                </a:cxn>
                <a:cxn ang="T31">
                  <a:pos x="T2" y="T3"/>
                </a:cxn>
                <a:cxn ang="T32">
                  <a:pos x="T4" y="T5"/>
                </a:cxn>
                <a:cxn ang="T33">
                  <a:pos x="T6" y="T7"/>
                </a:cxn>
                <a:cxn ang="T34">
                  <a:pos x="T8" y="T9"/>
                </a:cxn>
                <a:cxn ang="T35">
                  <a:pos x="T10" y="T11"/>
                </a:cxn>
                <a:cxn ang="T36">
                  <a:pos x="T12" y="T13"/>
                </a:cxn>
                <a:cxn ang="T37">
                  <a:pos x="T14" y="T15"/>
                </a:cxn>
                <a:cxn ang="T38">
                  <a:pos x="T16" y="T17"/>
                </a:cxn>
                <a:cxn ang="T39">
                  <a:pos x="T18" y="T19"/>
                </a:cxn>
                <a:cxn ang="T40">
                  <a:pos x="T20" y="T21"/>
                </a:cxn>
                <a:cxn ang="T41">
                  <a:pos x="T22" y="T23"/>
                </a:cxn>
                <a:cxn ang="T42">
                  <a:pos x="T24" y="T25"/>
                </a:cxn>
                <a:cxn ang="T43">
                  <a:pos x="T26" y="T27"/>
                </a:cxn>
                <a:cxn ang="T44">
                  <a:pos x="T28" y="T29"/>
                </a:cxn>
              </a:cxnLst>
              <a:rect l="T45" t="T46" r="T47" b="T48"/>
              <a:pathLst>
                <a:path w="89" h="93">
                  <a:moveTo>
                    <a:pt x="17" y="93"/>
                  </a:moveTo>
                  <a:lnTo>
                    <a:pt x="10" y="84"/>
                  </a:lnTo>
                  <a:lnTo>
                    <a:pt x="4" y="73"/>
                  </a:lnTo>
                  <a:lnTo>
                    <a:pt x="0" y="61"/>
                  </a:lnTo>
                  <a:lnTo>
                    <a:pt x="0" y="50"/>
                  </a:lnTo>
                  <a:lnTo>
                    <a:pt x="2" y="38"/>
                  </a:lnTo>
                  <a:lnTo>
                    <a:pt x="7" y="26"/>
                  </a:lnTo>
                  <a:lnTo>
                    <a:pt x="13" y="17"/>
                  </a:lnTo>
                  <a:lnTo>
                    <a:pt x="23" y="10"/>
                  </a:lnTo>
                  <a:lnTo>
                    <a:pt x="33" y="3"/>
                  </a:lnTo>
                  <a:lnTo>
                    <a:pt x="45" y="0"/>
                  </a:lnTo>
                  <a:lnTo>
                    <a:pt x="56" y="0"/>
                  </a:lnTo>
                  <a:lnTo>
                    <a:pt x="68" y="2"/>
                  </a:lnTo>
                  <a:lnTo>
                    <a:pt x="80" y="6"/>
                  </a:lnTo>
                  <a:lnTo>
                    <a:pt x="89" y="13"/>
                  </a:lnTo>
                </a:path>
              </a:pathLst>
            </a:custGeom>
            <a:noFill/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718728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D42DE57-8F09-ED30-B3ED-54D7F52EF3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组合体尺寸标注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016C40A-A3F0-7AC9-367B-4B568DB3BB5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切忌封闭尺寸</a:t>
            </a:r>
            <a:endParaRPr lang="en-US" altLang="zh-CN" dirty="0"/>
          </a:p>
          <a:p>
            <a:r>
              <a:rPr lang="zh-CN" altLang="en-US" dirty="0"/>
              <a:t>反映特征</a:t>
            </a:r>
            <a:endParaRPr lang="en-US" altLang="zh-CN" dirty="0"/>
          </a:p>
          <a:p>
            <a:r>
              <a:rPr lang="zh-CN" altLang="en-US" dirty="0"/>
              <a:t>集中标注</a:t>
            </a:r>
            <a:endParaRPr lang="en-US" altLang="zh-CN" dirty="0"/>
          </a:p>
          <a:p>
            <a:r>
              <a:rPr lang="zh-CN" altLang="en-US" dirty="0"/>
              <a:t>整齐排列</a:t>
            </a:r>
            <a:endParaRPr lang="en-US" altLang="zh-CN" dirty="0"/>
          </a:p>
          <a:p>
            <a:r>
              <a:rPr lang="zh-CN" altLang="en-US" dirty="0"/>
              <a:t>同轴回转体可标在非圆视图上避免同心圆较多时直径尺寸过多</a:t>
            </a:r>
            <a:endParaRPr lang="en-US" altLang="zh-CN" dirty="0"/>
          </a:p>
          <a:p>
            <a:r>
              <a:rPr lang="zh-CN" altLang="en-US" dirty="0"/>
              <a:t>虚线不注</a:t>
            </a:r>
            <a:endParaRPr lang="en-US" altLang="zh-CN" dirty="0"/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824655631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3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1CAF486-ACC3-5D4C-EEB0-8D7ECB0873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Shape">
            <a:extLst>
              <a:ext uri="{FF2B5EF4-FFF2-40B4-BE49-F238E27FC236}">
                <a16:creationId xmlns:a16="http://schemas.microsoft.com/office/drawing/2014/main" id="{7D334C44-CF4A-5CE4-F2DA-A7D5E4F793AF}"/>
              </a:ext>
            </a:extLst>
          </p:cNvPr>
          <p:cNvSpPr/>
          <p:nvPr/>
        </p:nvSpPr>
        <p:spPr>
          <a:xfrm>
            <a:off x="6290541" y="12617233"/>
            <a:ext cx="2709718" cy="270939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9679" h="20595" extrusionOk="0">
                <a:moveTo>
                  <a:pt x="9839" y="0"/>
                </a:moveTo>
                <a:cubicBezTo>
                  <a:pt x="7321" y="0"/>
                  <a:pt x="4802" y="1006"/>
                  <a:pt x="2881" y="3017"/>
                </a:cubicBezTo>
                <a:cubicBezTo>
                  <a:pt x="-961" y="7038"/>
                  <a:pt x="-961" y="13557"/>
                  <a:pt x="2881" y="17578"/>
                </a:cubicBezTo>
                <a:cubicBezTo>
                  <a:pt x="6724" y="21600"/>
                  <a:pt x="12954" y="21600"/>
                  <a:pt x="16797" y="17578"/>
                </a:cubicBezTo>
                <a:cubicBezTo>
                  <a:pt x="20639" y="13557"/>
                  <a:pt x="20639" y="7038"/>
                  <a:pt x="16797" y="3017"/>
                </a:cubicBezTo>
                <a:cubicBezTo>
                  <a:pt x="14876" y="1006"/>
                  <a:pt x="12357" y="0"/>
                  <a:pt x="9839" y="0"/>
                </a:cubicBezTo>
                <a:close/>
                <a:moveTo>
                  <a:pt x="9839" y="2649"/>
                </a:moveTo>
                <a:cubicBezTo>
                  <a:pt x="11709" y="2649"/>
                  <a:pt x="13580" y="3397"/>
                  <a:pt x="15007" y="4890"/>
                </a:cubicBezTo>
                <a:cubicBezTo>
                  <a:pt x="17861" y="7877"/>
                  <a:pt x="17861" y="12718"/>
                  <a:pt x="15007" y="15705"/>
                </a:cubicBezTo>
                <a:cubicBezTo>
                  <a:pt x="12153" y="18692"/>
                  <a:pt x="7525" y="18692"/>
                  <a:pt x="4671" y="15705"/>
                </a:cubicBezTo>
                <a:cubicBezTo>
                  <a:pt x="1817" y="12718"/>
                  <a:pt x="1817" y="7877"/>
                  <a:pt x="4671" y="4890"/>
                </a:cubicBezTo>
                <a:cubicBezTo>
                  <a:pt x="6098" y="3397"/>
                  <a:pt x="7969" y="2649"/>
                  <a:pt x="9839" y="2649"/>
                </a:cubicBezTo>
                <a:close/>
              </a:path>
            </a:pathLst>
          </a:custGeom>
          <a:gradFill>
            <a:gsLst>
              <a:gs pos="0">
                <a:schemeClr val="accent2"/>
              </a:gs>
              <a:gs pos="100000">
                <a:schemeClr val="accent1"/>
              </a:gs>
            </a:gsLst>
            <a:lin ang="5400000"/>
          </a:gradFill>
          <a:ln w="12700">
            <a:miter lim="400000"/>
          </a:ln>
        </p:spPr>
        <p:txBody>
          <a:bodyPr lIns="0" tIns="0" rIns="0" bIns="0" anchor="ctr"/>
          <a:lstStyle/>
          <a:p>
            <a:pPr marL="0" marR="0" lvl="0" indent="0" algn="ctr" defTabSz="8255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 kumimoji="0" sz="32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Helvetica Neue Medium"/>
              <a:sym typeface="Helvetica Neue Medium"/>
            </a:endParaRPr>
          </a:p>
        </p:txBody>
      </p:sp>
      <p:sp>
        <p:nvSpPr>
          <p:cNvPr id="196" name="Shape">
            <a:extLst>
              <a:ext uri="{FF2B5EF4-FFF2-40B4-BE49-F238E27FC236}">
                <a16:creationId xmlns:a16="http://schemas.microsoft.com/office/drawing/2014/main" id="{5C001FF8-0175-A8FE-3568-19A31C590547}"/>
              </a:ext>
            </a:extLst>
          </p:cNvPr>
          <p:cNvSpPr/>
          <p:nvPr/>
        </p:nvSpPr>
        <p:spPr>
          <a:xfrm>
            <a:off x="14339439" y="2620192"/>
            <a:ext cx="6322300" cy="632257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800" y="0"/>
                </a:moveTo>
                <a:cubicBezTo>
                  <a:pt x="10787" y="0"/>
                  <a:pt x="10773" y="1"/>
                  <a:pt x="10759" y="1"/>
                </a:cubicBezTo>
                <a:lnTo>
                  <a:pt x="1" y="10760"/>
                </a:lnTo>
                <a:cubicBezTo>
                  <a:pt x="0" y="10900"/>
                  <a:pt x="3" y="11040"/>
                  <a:pt x="8" y="11181"/>
                </a:cubicBezTo>
                <a:lnTo>
                  <a:pt x="11180" y="9"/>
                </a:lnTo>
                <a:cubicBezTo>
                  <a:pt x="11054" y="4"/>
                  <a:pt x="10927" y="0"/>
                  <a:pt x="10800" y="0"/>
                </a:cubicBezTo>
                <a:close/>
                <a:moveTo>
                  <a:pt x="10211" y="17"/>
                </a:moveTo>
                <a:cubicBezTo>
                  <a:pt x="10057" y="25"/>
                  <a:pt x="9903" y="36"/>
                  <a:pt x="9748" y="51"/>
                </a:cubicBezTo>
                <a:lnTo>
                  <a:pt x="50" y="9749"/>
                </a:lnTo>
                <a:cubicBezTo>
                  <a:pt x="35" y="9903"/>
                  <a:pt x="25" y="10057"/>
                  <a:pt x="16" y="10212"/>
                </a:cubicBezTo>
                <a:lnTo>
                  <a:pt x="10211" y="17"/>
                </a:lnTo>
                <a:close/>
                <a:moveTo>
                  <a:pt x="11683" y="38"/>
                </a:moveTo>
                <a:lnTo>
                  <a:pt x="38" y="11684"/>
                </a:lnTo>
                <a:cubicBezTo>
                  <a:pt x="48" y="11814"/>
                  <a:pt x="62" y="11944"/>
                  <a:pt x="78" y="12075"/>
                </a:cubicBezTo>
                <a:lnTo>
                  <a:pt x="12074" y="78"/>
                </a:lnTo>
                <a:cubicBezTo>
                  <a:pt x="11944" y="63"/>
                  <a:pt x="11814" y="49"/>
                  <a:pt x="11683" y="38"/>
                </a:cubicBezTo>
                <a:close/>
                <a:moveTo>
                  <a:pt x="9136" y="131"/>
                </a:moveTo>
                <a:cubicBezTo>
                  <a:pt x="8960" y="158"/>
                  <a:pt x="8786" y="190"/>
                  <a:pt x="8611" y="226"/>
                </a:cubicBezTo>
                <a:lnTo>
                  <a:pt x="226" y="8611"/>
                </a:lnTo>
                <a:cubicBezTo>
                  <a:pt x="190" y="8786"/>
                  <a:pt x="157" y="8961"/>
                  <a:pt x="130" y="9137"/>
                </a:cubicBezTo>
                <a:lnTo>
                  <a:pt x="9136" y="131"/>
                </a:lnTo>
                <a:close/>
                <a:moveTo>
                  <a:pt x="12541" y="143"/>
                </a:moveTo>
                <a:lnTo>
                  <a:pt x="143" y="12541"/>
                </a:lnTo>
                <a:cubicBezTo>
                  <a:pt x="163" y="12663"/>
                  <a:pt x="183" y="12785"/>
                  <a:pt x="207" y="12906"/>
                </a:cubicBezTo>
                <a:lnTo>
                  <a:pt x="12906" y="208"/>
                </a:lnTo>
                <a:cubicBezTo>
                  <a:pt x="12785" y="184"/>
                  <a:pt x="12663" y="163"/>
                  <a:pt x="12541" y="143"/>
                </a:cubicBezTo>
                <a:close/>
                <a:moveTo>
                  <a:pt x="13343" y="303"/>
                </a:moveTo>
                <a:lnTo>
                  <a:pt x="303" y="13343"/>
                </a:lnTo>
                <a:cubicBezTo>
                  <a:pt x="330" y="13456"/>
                  <a:pt x="361" y="13569"/>
                  <a:pt x="392" y="13682"/>
                </a:cubicBezTo>
                <a:lnTo>
                  <a:pt x="13682" y="393"/>
                </a:lnTo>
                <a:cubicBezTo>
                  <a:pt x="13569" y="362"/>
                  <a:pt x="13456" y="331"/>
                  <a:pt x="13343" y="303"/>
                </a:cubicBezTo>
                <a:close/>
                <a:moveTo>
                  <a:pt x="7909" y="395"/>
                </a:moveTo>
                <a:cubicBezTo>
                  <a:pt x="7701" y="452"/>
                  <a:pt x="7495" y="515"/>
                  <a:pt x="7290" y="585"/>
                </a:cubicBezTo>
                <a:lnTo>
                  <a:pt x="584" y="7290"/>
                </a:lnTo>
                <a:cubicBezTo>
                  <a:pt x="514" y="7495"/>
                  <a:pt x="452" y="7702"/>
                  <a:pt x="394" y="7909"/>
                </a:cubicBezTo>
                <a:lnTo>
                  <a:pt x="7909" y="395"/>
                </a:lnTo>
                <a:close/>
                <a:moveTo>
                  <a:pt x="14094" y="515"/>
                </a:moveTo>
                <a:lnTo>
                  <a:pt x="514" y="14094"/>
                </a:lnTo>
                <a:cubicBezTo>
                  <a:pt x="549" y="14202"/>
                  <a:pt x="583" y="14310"/>
                  <a:pt x="620" y="14417"/>
                </a:cubicBezTo>
                <a:lnTo>
                  <a:pt x="14417" y="621"/>
                </a:lnTo>
                <a:cubicBezTo>
                  <a:pt x="14310" y="583"/>
                  <a:pt x="14202" y="549"/>
                  <a:pt x="14094" y="515"/>
                </a:cubicBezTo>
                <a:close/>
                <a:moveTo>
                  <a:pt x="14804" y="767"/>
                </a:moveTo>
                <a:lnTo>
                  <a:pt x="767" y="14804"/>
                </a:lnTo>
                <a:cubicBezTo>
                  <a:pt x="807" y="14905"/>
                  <a:pt x="851" y="15004"/>
                  <a:pt x="894" y="15104"/>
                </a:cubicBezTo>
                <a:lnTo>
                  <a:pt x="15104" y="895"/>
                </a:lnTo>
                <a:cubicBezTo>
                  <a:pt x="15004" y="852"/>
                  <a:pt x="14905" y="807"/>
                  <a:pt x="14804" y="767"/>
                </a:cubicBezTo>
                <a:close/>
                <a:moveTo>
                  <a:pt x="6411" y="932"/>
                </a:moveTo>
                <a:cubicBezTo>
                  <a:pt x="6118" y="1062"/>
                  <a:pt x="5831" y="1206"/>
                  <a:pt x="5549" y="1363"/>
                </a:cubicBezTo>
                <a:lnTo>
                  <a:pt x="1362" y="5549"/>
                </a:lnTo>
                <a:cubicBezTo>
                  <a:pt x="1205" y="5832"/>
                  <a:pt x="1061" y="6119"/>
                  <a:pt x="931" y="6411"/>
                </a:cubicBezTo>
                <a:lnTo>
                  <a:pt x="6411" y="932"/>
                </a:lnTo>
                <a:close/>
                <a:moveTo>
                  <a:pt x="15470" y="1061"/>
                </a:moveTo>
                <a:lnTo>
                  <a:pt x="1060" y="15471"/>
                </a:lnTo>
                <a:cubicBezTo>
                  <a:pt x="1106" y="15567"/>
                  <a:pt x="1153" y="15664"/>
                  <a:pt x="1202" y="15759"/>
                </a:cubicBezTo>
                <a:lnTo>
                  <a:pt x="15759" y="1203"/>
                </a:lnTo>
                <a:cubicBezTo>
                  <a:pt x="15663" y="1153"/>
                  <a:pt x="15567" y="1107"/>
                  <a:pt x="15470" y="1061"/>
                </a:cubicBezTo>
                <a:close/>
                <a:moveTo>
                  <a:pt x="16103" y="1391"/>
                </a:moveTo>
                <a:lnTo>
                  <a:pt x="1391" y="16103"/>
                </a:lnTo>
                <a:cubicBezTo>
                  <a:pt x="1442" y="16194"/>
                  <a:pt x="1494" y="16285"/>
                  <a:pt x="1549" y="16375"/>
                </a:cubicBezTo>
                <a:lnTo>
                  <a:pt x="16375" y="1549"/>
                </a:lnTo>
                <a:cubicBezTo>
                  <a:pt x="16285" y="1495"/>
                  <a:pt x="16194" y="1442"/>
                  <a:pt x="16103" y="1391"/>
                </a:cubicBezTo>
                <a:close/>
                <a:moveTo>
                  <a:pt x="16703" y="1754"/>
                </a:moveTo>
                <a:lnTo>
                  <a:pt x="1753" y="16703"/>
                </a:lnTo>
                <a:cubicBezTo>
                  <a:pt x="1809" y="16788"/>
                  <a:pt x="1869" y="16872"/>
                  <a:pt x="1928" y="16956"/>
                </a:cubicBezTo>
                <a:lnTo>
                  <a:pt x="16956" y="1928"/>
                </a:lnTo>
                <a:cubicBezTo>
                  <a:pt x="16872" y="1869"/>
                  <a:pt x="16788" y="1810"/>
                  <a:pt x="16703" y="1754"/>
                </a:cubicBezTo>
                <a:close/>
                <a:moveTo>
                  <a:pt x="17267" y="2151"/>
                </a:moveTo>
                <a:lnTo>
                  <a:pt x="2151" y="17267"/>
                </a:lnTo>
                <a:cubicBezTo>
                  <a:pt x="2212" y="17349"/>
                  <a:pt x="2274" y="17430"/>
                  <a:pt x="2338" y="17510"/>
                </a:cubicBezTo>
                <a:lnTo>
                  <a:pt x="17510" y="2338"/>
                </a:lnTo>
                <a:cubicBezTo>
                  <a:pt x="17430" y="2275"/>
                  <a:pt x="17349" y="2212"/>
                  <a:pt x="17267" y="2151"/>
                </a:cubicBezTo>
                <a:close/>
                <a:moveTo>
                  <a:pt x="3805" y="2574"/>
                </a:moveTo>
                <a:cubicBezTo>
                  <a:pt x="3586" y="2761"/>
                  <a:pt x="3370" y="2956"/>
                  <a:pt x="3163" y="3163"/>
                </a:cubicBezTo>
                <a:cubicBezTo>
                  <a:pt x="2955" y="3371"/>
                  <a:pt x="2761" y="3586"/>
                  <a:pt x="2574" y="3806"/>
                </a:cubicBezTo>
                <a:lnTo>
                  <a:pt x="3805" y="2574"/>
                </a:lnTo>
                <a:close/>
                <a:moveTo>
                  <a:pt x="17801" y="2579"/>
                </a:moveTo>
                <a:lnTo>
                  <a:pt x="2579" y="17801"/>
                </a:lnTo>
                <a:cubicBezTo>
                  <a:pt x="2645" y="17878"/>
                  <a:pt x="2709" y="17957"/>
                  <a:pt x="2777" y="18032"/>
                </a:cubicBezTo>
                <a:lnTo>
                  <a:pt x="18032" y="2777"/>
                </a:lnTo>
                <a:cubicBezTo>
                  <a:pt x="17957" y="2709"/>
                  <a:pt x="17878" y="2645"/>
                  <a:pt x="17801" y="2579"/>
                </a:cubicBezTo>
                <a:close/>
                <a:moveTo>
                  <a:pt x="18304" y="3036"/>
                </a:moveTo>
                <a:lnTo>
                  <a:pt x="3036" y="18304"/>
                </a:lnTo>
                <a:cubicBezTo>
                  <a:pt x="3079" y="18349"/>
                  <a:pt x="3119" y="18394"/>
                  <a:pt x="3163" y="18438"/>
                </a:cubicBezTo>
                <a:cubicBezTo>
                  <a:pt x="3191" y="18466"/>
                  <a:pt x="3222" y="18492"/>
                  <a:pt x="3250" y="18521"/>
                </a:cubicBezTo>
                <a:lnTo>
                  <a:pt x="18521" y="3251"/>
                </a:lnTo>
                <a:cubicBezTo>
                  <a:pt x="18492" y="3222"/>
                  <a:pt x="18466" y="3192"/>
                  <a:pt x="18438" y="3163"/>
                </a:cubicBezTo>
                <a:cubicBezTo>
                  <a:pt x="18394" y="3119"/>
                  <a:pt x="18348" y="3079"/>
                  <a:pt x="18304" y="3036"/>
                </a:cubicBezTo>
                <a:close/>
                <a:moveTo>
                  <a:pt x="18781" y="3523"/>
                </a:moveTo>
                <a:lnTo>
                  <a:pt x="3522" y="18781"/>
                </a:lnTo>
                <a:cubicBezTo>
                  <a:pt x="3598" y="18850"/>
                  <a:pt x="3676" y="18915"/>
                  <a:pt x="3753" y="18982"/>
                </a:cubicBezTo>
                <a:lnTo>
                  <a:pt x="18982" y="3753"/>
                </a:lnTo>
                <a:cubicBezTo>
                  <a:pt x="18915" y="3676"/>
                  <a:pt x="18850" y="3598"/>
                  <a:pt x="18781" y="3523"/>
                </a:cubicBezTo>
                <a:close/>
                <a:moveTo>
                  <a:pt x="19224" y="4041"/>
                </a:moveTo>
                <a:lnTo>
                  <a:pt x="4041" y="19224"/>
                </a:lnTo>
                <a:cubicBezTo>
                  <a:pt x="4121" y="19289"/>
                  <a:pt x="4202" y="19350"/>
                  <a:pt x="4283" y="19412"/>
                </a:cubicBezTo>
                <a:lnTo>
                  <a:pt x="19412" y="4283"/>
                </a:lnTo>
                <a:cubicBezTo>
                  <a:pt x="19350" y="4202"/>
                  <a:pt x="19289" y="4121"/>
                  <a:pt x="19224" y="4041"/>
                </a:cubicBezTo>
                <a:close/>
                <a:moveTo>
                  <a:pt x="19637" y="4591"/>
                </a:moveTo>
                <a:lnTo>
                  <a:pt x="4591" y="19637"/>
                </a:lnTo>
                <a:cubicBezTo>
                  <a:pt x="4675" y="19696"/>
                  <a:pt x="4758" y="19757"/>
                  <a:pt x="4843" y="19813"/>
                </a:cubicBezTo>
                <a:lnTo>
                  <a:pt x="19813" y="4844"/>
                </a:lnTo>
                <a:cubicBezTo>
                  <a:pt x="19757" y="4758"/>
                  <a:pt x="19696" y="4675"/>
                  <a:pt x="19637" y="4591"/>
                </a:cubicBezTo>
                <a:close/>
                <a:moveTo>
                  <a:pt x="20019" y="5172"/>
                </a:moveTo>
                <a:lnTo>
                  <a:pt x="5172" y="20019"/>
                </a:lnTo>
                <a:cubicBezTo>
                  <a:pt x="5261" y="20073"/>
                  <a:pt x="5351" y="20126"/>
                  <a:pt x="5441" y="20178"/>
                </a:cubicBezTo>
                <a:lnTo>
                  <a:pt x="20178" y="5441"/>
                </a:lnTo>
                <a:cubicBezTo>
                  <a:pt x="20126" y="5351"/>
                  <a:pt x="20073" y="5261"/>
                  <a:pt x="20019" y="5172"/>
                </a:cubicBezTo>
                <a:close/>
                <a:moveTo>
                  <a:pt x="20369" y="5782"/>
                </a:moveTo>
                <a:lnTo>
                  <a:pt x="5782" y="20369"/>
                </a:lnTo>
                <a:cubicBezTo>
                  <a:pt x="5877" y="20419"/>
                  <a:pt x="5974" y="20463"/>
                  <a:pt x="6071" y="20510"/>
                </a:cubicBezTo>
                <a:lnTo>
                  <a:pt x="20510" y="6071"/>
                </a:lnTo>
                <a:cubicBezTo>
                  <a:pt x="20463" y="5975"/>
                  <a:pt x="20419" y="5878"/>
                  <a:pt x="20369" y="5782"/>
                </a:cubicBezTo>
                <a:close/>
                <a:moveTo>
                  <a:pt x="20679" y="6434"/>
                </a:moveTo>
                <a:lnTo>
                  <a:pt x="6434" y="20679"/>
                </a:lnTo>
                <a:cubicBezTo>
                  <a:pt x="6534" y="20723"/>
                  <a:pt x="6633" y="20769"/>
                  <a:pt x="6734" y="20809"/>
                </a:cubicBezTo>
                <a:lnTo>
                  <a:pt x="20809" y="6735"/>
                </a:lnTo>
                <a:cubicBezTo>
                  <a:pt x="20769" y="6634"/>
                  <a:pt x="20723" y="6534"/>
                  <a:pt x="20679" y="6434"/>
                </a:cubicBezTo>
                <a:close/>
                <a:moveTo>
                  <a:pt x="20956" y="7121"/>
                </a:moveTo>
                <a:lnTo>
                  <a:pt x="7120" y="20956"/>
                </a:lnTo>
                <a:cubicBezTo>
                  <a:pt x="7226" y="20994"/>
                  <a:pt x="7333" y="21030"/>
                  <a:pt x="7439" y="21065"/>
                </a:cubicBezTo>
                <a:lnTo>
                  <a:pt x="21065" y="7439"/>
                </a:lnTo>
                <a:cubicBezTo>
                  <a:pt x="21030" y="7333"/>
                  <a:pt x="20994" y="7226"/>
                  <a:pt x="20956" y="7121"/>
                </a:cubicBezTo>
                <a:close/>
                <a:moveTo>
                  <a:pt x="21190" y="7848"/>
                </a:moveTo>
                <a:lnTo>
                  <a:pt x="7848" y="21190"/>
                </a:lnTo>
                <a:cubicBezTo>
                  <a:pt x="7960" y="21221"/>
                  <a:pt x="8073" y="21252"/>
                  <a:pt x="8186" y="21280"/>
                </a:cubicBezTo>
                <a:lnTo>
                  <a:pt x="21280" y="8186"/>
                </a:lnTo>
                <a:cubicBezTo>
                  <a:pt x="21252" y="8073"/>
                  <a:pt x="21221" y="7960"/>
                  <a:pt x="21190" y="7848"/>
                </a:cubicBezTo>
                <a:close/>
                <a:moveTo>
                  <a:pt x="21378" y="8623"/>
                </a:moveTo>
                <a:lnTo>
                  <a:pt x="8623" y="21378"/>
                </a:lnTo>
                <a:cubicBezTo>
                  <a:pt x="8743" y="21402"/>
                  <a:pt x="8863" y="21424"/>
                  <a:pt x="8984" y="21445"/>
                </a:cubicBezTo>
                <a:lnTo>
                  <a:pt x="21445" y="8984"/>
                </a:lnTo>
                <a:cubicBezTo>
                  <a:pt x="21424" y="8864"/>
                  <a:pt x="21402" y="8743"/>
                  <a:pt x="21378" y="8623"/>
                </a:cubicBezTo>
                <a:close/>
                <a:moveTo>
                  <a:pt x="21514" y="9448"/>
                </a:moveTo>
                <a:lnTo>
                  <a:pt x="9447" y="21514"/>
                </a:lnTo>
                <a:cubicBezTo>
                  <a:pt x="9576" y="21530"/>
                  <a:pt x="9704" y="21546"/>
                  <a:pt x="9833" y="21557"/>
                </a:cubicBezTo>
                <a:lnTo>
                  <a:pt x="21557" y="9834"/>
                </a:lnTo>
                <a:cubicBezTo>
                  <a:pt x="21546" y="9705"/>
                  <a:pt x="21530" y="9576"/>
                  <a:pt x="21514" y="9448"/>
                </a:cubicBezTo>
                <a:close/>
                <a:moveTo>
                  <a:pt x="21590" y="10333"/>
                </a:moveTo>
                <a:lnTo>
                  <a:pt x="10332" y="21590"/>
                </a:lnTo>
                <a:cubicBezTo>
                  <a:pt x="10473" y="21596"/>
                  <a:pt x="10613" y="21599"/>
                  <a:pt x="10753" y="21600"/>
                </a:cubicBezTo>
                <a:lnTo>
                  <a:pt x="21600" y="10754"/>
                </a:lnTo>
                <a:cubicBezTo>
                  <a:pt x="21599" y="10613"/>
                  <a:pt x="21596" y="10473"/>
                  <a:pt x="21590" y="10333"/>
                </a:cubicBezTo>
                <a:close/>
                <a:moveTo>
                  <a:pt x="21590" y="11296"/>
                </a:moveTo>
                <a:lnTo>
                  <a:pt x="11295" y="21590"/>
                </a:lnTo>
                <a:cubicBezTo>
                  <a:pt x="11449" y="21583"/>
                  <a:pt x="11603" y="21572"/>
                  <a:pt x="11757" y="21558"/>
                </a:cubicBezTo>
                <a:lnTo>
                  <a:pt x="21558" y="11757"/>
                </a:lnTo>
                <a:cubicBezTo>
                  <a:pt x="21572" y="11603"/>
                  <a:pt x="21583" y="11450"/>
                  <a:pt x="21590" y="11296"/>
                </a:cubicBezTo>
                <a:close/>
                <a:moveTo>
                  <a:pt x="21489" y="12358"/>
                </a:moveTo>
                <a:lnTo>
                  <a:pt x="12358" y="21489"/>
                </a:lnTo>
                <a:cubicBezTo>
                  <a:pt x="12531" y="21464"/>
                  <a:pt x="12703" y="21434"/>
                  <a:pt x="12876" y="21400"/>
                </a:cubicBezTo>
                <a:lnTo>
                  <a:pt x="21400" y="12876"/>
                </a:lnTo>
                <a:cubicBezTo>
                  <a:pt x="21434" y="12704"/>
                  <a:pt x="21464" y="12531"/>
                  <a:pt x="21489" y="12358"/>
                </a:cubicBezTo>
                <a:close/>
                <a:moveTo>
                  <a:pt x="21239" y="13569"/>
                </a:moveTo>
                <a:lnTo>
                  <a:pt x="13569" y="21239"/>
                </a:lnTo>
                <a:cubicBezTo>
                  <a:pt x="13774" y="21185"/>
                  <a:pt x="13978" y="21125"/>
                  <a:pt x="14181" y="21058"/>
                </a:cubicBezTo>
                <a:lnTo>
                  <a:pt x="21058" y="14181"/>
                </a:lnTo>
                <a:cubicBezTo>
                  <a:pt x="21125" y="13978"/>
                  <a:pt x="21185" y="13774"/>
                  <a:pt x="21239" y="13569"/>
                </a:cubicBezTo>
                <a:close/>
                <a:moveTo>
                  <a:pt x="20736" y="15035"/>
                </a:moveTo>
                <a:lnTo>
                  <a:pt x="15035" y="20736"/>
                </a:lnTo>
                <a:cubicBezTo>
                  <a:pt x="15310" y="20619"/>
                  <a:pt x="15581" y="20493"/>
                  <a:pt x="15848" y="20352"/>
                </a:cubicBezTo>
                <a:lnTo>
                  <a:pt x="20352" y="15848"/>
                </a:lnTo>
                <a:cubicBezTo>
                  <a:pt x="20493" y="15581"/>
                  <a:pt x="20619" y="15310"/>
                  <a:pt x="20736" y="15035"/>
                </a:cubicBezTo>
                <a:close/>
                <a:moveTo>
                  <a:pt x="19400" y="17332"/>
                </a:moveTo>
                <a:lnTo>
                  <a:pt x="17332" y="19400"/>
                </a:lnTo>
                <a:cubicBezTo>
                  <a:pt x="17716" y="19108"/>
                  <a:pt x="18087" y="18789"/>
                  <a:pt x="18438" y="18438"/>
                </a:cubicBezTo>
                <a:cubicBezTo>
                  <a:pt x="18788" y="18087"/>
                  <a:pt x="19107" y="17716"/>
                  <a:pt x="19400" y="17332"/>
                </a:cubicBezTo>
                <a:close/>
              </a:path>
            </a:pathLst>
          </a:custGeom>
          <a:solidFill>
            <a:schemeClr val="accent4"/>
          </a:solidFill>
          <a:ln w="12700">
            <a:miter lim="400000"/>
          </a:ln>
        </p:spPr>
        <p:txBody>
          <a:bodyPr lIns="0" tIns="0" rIns="0" bIns="0" anchor="ctr"/>
          <a:lstStyle/>
          <a:p>
            <a:pPr marL="0" marR="0" lvl="0" indent="0" algn="ctr" defTabSz="8255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 kumimoji="0" sz="32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Helvetica Neue Medium"/>
              <a:sym typeface="Helvetica Neue Medium"/>
            </a:endParaRPr>
          </a:p>
        </p:txBody>
      </p:sp>
      <p:sp>
        <p:nvSpPr>
          <p:cNvPr id="197" name="Shape">
            <a:extLst>
              <a:ext uri="{FF2B5EF4-FFF2-40B4-BE49-F238E27FC236}">
                <a16:creationId xmlns:a16="http://schemas.microsoft.com/office/drawing/2014/main" id="{348CDE93-CE78-2FDA-9049-797F8074E036}"/>
              </a:ext>
            </a:extLst>
          </p:cNvPr>
          <p:cNvSpPr/>
          <p:nvPr/>
        </p:nvSpPr>
        <p:spPr>
          <a:xfrm>
            <a:off x="5513585" y="9836851"/>
            <a:ext cx="2709536" cy="270965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800" y="0"/>
                </a:moveTo>
                <a:cubicBezTo>
                  <a:pt x="10787" y="0"/>
                  <a:pt x="10773" y="1"/>
                  <a:pt x="10759" y="1"/>
                </a:cubicBezTo>
                <a:lnTo>
                  <a:pt x="1" y="10760"/>
                </a:lnTo>
                <a:cubicBezTo>
                  <a:pt x="0" y="10900"/>
                  <a:pt x="3" y="11040"/>
                  <a:pt x="8" y="11181"/>
                </a:cubicBezTo>
                <a:lnTo>
                  <a:pt x="11180" y="9"/>
                </a:lnTo>
                <a:cubicBezTo>
                  <a:pt x="11054" y="4"/>
                  <a:pt x="10927" y="0"/>
                  <a:pt x="10800" y="0"/>
                </a:cubicBezTo>
                <a:close/>
                <a:moveTo>
                  <a:pt x="10211" y="17"/>
                </a:moveTo>
                <a:cubicBezTo>
                  <a:pt x="10057" y="25"/>
                  <a:pt x="9903" y="36"/>
                  <a:pt x="9748" y="51"/>
                </a:cubicBezTo>
                <a:lnTo>
                  <a:pt x="50" y="9749"/>
                </a:lnTo>
                <a:cubicBezTo>
                  <a:pt x="35" y="9903"/>
                  <a:pt x="25" y="10057"/>
                  <a:pt x="16" y="10212"/>
                </a:cubicBezTo>
                <a:lnTo>
                  <a:pt x="10211" y="17"/>
                </a:lnTo>
                <a:close/>
                <a:moveTo>
                  <a:pt x="11683" y="38"/>
                </a:moveTo>
                <a:lnTo>
                  <a:pt x="38" y="11684"/>
                </a:lnTo>
                <a:cubicBezTo>
                  <a:pt x="48" y="11814"/>
                  <a:pt x="62" y="11944"/>
                  <a:pt x="78" y="12075"/>
                </a:cubicBezTo>
                <a:lnTo>
                  <a:pt x="12074" y="78"/>
                </a:lnTo>
                <a:cubicBezTo>
                  <a:pt x="11944" y="63"/>
                  <a:pt x="11814" y="49"/>
                  <a:pt x="11683" y="38"/>
                </a:cubicBezTo>
                <a:close/>
                <a:moveTo>
                  <a:pt x="9136" y="131"/>
                </a:moveTo>
                <a:cubicBezTo>
                  <a:pt x="8960" y="158"/>
                  <a:pt x="8786" y="190"/>
                  <a:pt x="8611" y="226"/>
                </a:cubicBezTo>
                <a:lnTo>
                  <a:pt x="226" y="8611"/>
                </a:lnTo>
                <a:cubicBezTo>
                  <a:pt x="190" y="8786"/>
                  <a:pt x="157" y="8961"/>
                  <a:pt x="130" y="9137"/>
                </a:cubicBezTo>
                <a:lnTo>
                  <a:pt x="9136" y="131"/>
                </a:lnTo>
                <a:close/>
                <a:moveTo>
                  <a:pt x="12541" y="143"/>
                </a:moveTo>
                <a:lnTo>
                  <a:pt x="143" y="12541"/>
                </a:lnTo>
                <a:cubicBezTo>
                  <a:pt x="163" y="12663"/>
                  <a:pt x="183" y="12785"/>
                  <a:pt x="207" y="12906"/>
                </a:cubicBezTo>
                <a:lnTo>
                  <a:pt x="12906" y="208"/>
                </a:lnTo>
                <a:cubicBezTo>
                  <a:pt x="12785" y="184"/>
                  <a:pt x="12663" y="163"/>
                  <a:pt x="12541" y="143"/>
                </a:cubicBezTo>
                <a:close/>
                <a:moveTo>
                  <a:pt x="13343" y="303"/>
                </a:moveTo>
                <a:lnTo>
                  <a:pt x="303" y="13343"/>
                </a:lnTo>
                <a:cubicBezTo>
                  <a:pt x="330" y="13456"/>
                  <a:pt x="361" y="13569"/>
                  <a:pt x="392" y="13682"/>
                </a:cubicBezTo>
                <a:lnTo>
                  <a:pt x="13682" y="393"/>
                </a:lnTo>
                <a:cubicBezTo>
                  <a:pt x="13569" y="362"/>
                  <a:pt x="13456" y="331"/>
                  <a:pt x="13343" y="303"/>
                </a:cubicBezTo>
                <a:close/>
                <a:moveTo>
                  <a:pt x="7909" y="395"/>
                </a:moveTo>
                <a:cubicBezTo>
                  <a:pt x="7701" y="452"/>
                  <a:pt x="7495" y="515"/>
                  <a:pt x="7290" y="585"/>
                </a:cubicBezTo>
                <a:lnTo>
                  <a:pt x="584" y="7290"/>
                </a:lnTo>
                <a:cubicBezTo>
                  <a:pt x="514" y="7495"/>
                  <a:pt x="452" y="7702"/>
                  <a:pt x="394" y="7909"/>
                </a:cubicBezTo>
                <a:lnTo>
                  <a:pt x="7909" y="395"/>
                </a:lnTo>
                <a:close/>
                <a:moveTo>
                  <a:pt x="14094" y="515"/>
                </a:moveTo>
                <a:lnTo>
                  <a:pt x="514" y="14094"/>
                </a:lnTo>
                <a:cubicBezTo>
                  <a:pt x="549" y="14202"/>
                  <a:pt x="583" y="14310"/>
                  <a:pt x="620" y="14417"/>
                </a:cubicBezTo>
                <a:lnTo>
                  <a:pt x="14417" y="621"/>
                </a:lnTo>
                <a:cubicBezTo>
                  <a:pt x="14310" y="583"/>
                  <a:pt x="14202" y="549"/>
                  <a:pt x="14094" y="515"/>
                </a:cubicBezTo>
                <a:close/>
                <a:moveTo>
                  <a:pt x="14804" y="767"/>
                </a:moveTo>
                <a:lnTo>
                  <a:pt x="767" y="14804"/>
                </a:lnTo>
                <a:cubicBezTo>
                  <a:pt x="807" y="14905"/>
                  <a:pt x="851" y="15004"/>
                  <a:pt x="894" y="15104"/>
                </a:cubicBezTo>
                <a:lnTo>
                  <a:pt x="15104" y="895"/>
                </a:lnTo>
                <a:cubicBezTo>
                  <a:pt x="15004" y="852"/>
                  <a:pt x="14905" y="807"/>
                  <a:pt x="14804" y="767"/>
                </a:cubicBezTo>
                <a:close/>
                <a:moveTo>
                  <a:pt x="6411" y="932"/>
                </a:moveTo>
                <a:cubicBezTo>
                  <a:pt x="6118" y="1062"/>
                  <a:pt x="5831" y="1206"/>
                  <a:pt x="5549" y="1363"/>
                </a:cubicBezTo>
                <a:lnTo>
                  <a:pt x="1362" y="5549"/>
                </a:lnTo>
                <a:cubicBezTo>
                  <a:pt x="1205" y="5832"/>
                  <a:pt x="1061" y="6119"/>
                  <a:pt x="931" y="6411"/>
                </a:cubicBezTo>
                <a:lnTo>
                  <a:pt x="6411" y="932"/>
                </a:lnTo>
                <a:close/>
                <a:moveTo>
                  <a:pt x="15470" y="1061"/>
                </a:moveTo>
                <a:lnTo>
                  <a:pt x="1060" y="15471"/>
                </a:lnTo>
                <a:cubicBezTo>
                  <a:pt x="1106" y="15567"/>
                  <a:pt x="1153" y="15664"/>
                  <a:pt x="1202" y="15759"/>
                </a:cubicBezTo>
                <a:lnTo>
                  <a:pt x="15759" y="1203"/>
                </a:lnTo>
                <a:cubicBezTo>
                  <a:pt x="15663" y="1153"/>
                  <a:pt x="15567" y="1107"/>
                  <a:pt x="15470" y="1061"/>
                </a:cubicBezTo>
                <a:close/>
                <a:moveTo>
                  <a:pt x="16103" y="1391"/>
                </a:moveTo>
                <a:lnTo>
                  <a:pt x="1391" y="16103"/>
                </a:lnTo>
                <a:cubicBezTo>
                  <a:pt x="1442" y="16194"/>
                  <a:pt x="1494" y="16285"/>
                  <a:pt x="1548" y="16375"/>
                </a:cubicBezTo>
                <a:lnTo>
                  <a:pt x="16375" y="1549"/>
                </a:lnTo>
                <a:cubicBezTo>
                  <a:pt x="16285" y="1495"/>
                  <a:pt x="16194" y="1442"/>
                  <a:pt x="16103" y="1391"/>
                </a:cubicBezTo>
                <a:close/>
                <a:moveTo>
                  <a:pt x="16703" y="1754"/>
                </a:moveTo>
                <a:lnTo>
                  <a:pt x="1753" y="16703"/>
                </a:lnTo>
                <a:cubicBezTo>
                  <a:pt x="1809" y="16788"/>
                  <a:pt x="1869" y="16872"/>
                  <a:pt x="1928" y="16956"/>
                </a:cubicBezTo>
                <a:lnTo>
                  <a:pt x="16956" y="1928"/>
                </a:lnTo>
                <a:cubicBezTo>
                  <a:pt x="16872" y="1869"/>
                  <a:pt x="16788" y="1810"/>
                  <a:pt x="16703" y="1754"/>
                </a:cubicBezTo>
                <a:close/>
                <a:moveTo>
                  <a:pt x="17267" y="2151"/>
                </a:moveTo>
                <a:lnTo>
                  <a:pt x="2151" y="17267"/>
                </a:lnTo>
                <a:cubicBezTo>
                  <a:pt x="2212" y="17349"/>
                  <a:pt x="2274" y="17430"/>
                  <a:pt x="2338" y="17510"/>
                </a:cubicBezTo>
                <a:lnTo>
                  <a:pt x="17510" y="2338"/>
                </a:lnTo>
                <a:cubicBezTo>
                  <a:pt x="17430" y="2275"/>
                  <a:pt x="17349" y="2212"/>
                  <a:pt x="17267" y="2151"/>
                </a:cubicBezTo>
                <a:close/>
                <a:moveTo>
                  <a:pt x="3805" y="2574"/>
                </a:moveTo>
                <a:cubicBezTo>
                  <a:pt x="3586" y="2761"/>
                  <a:pt x="3370" y="2956"/>
                  <a:pt x="3163" y="3163"/>
                </a:cubicBezTo>
                <a:cubicBezTo>
                  <a:pt x="2955" y="3371"/>
                  <a:pt x="2761" y="3586"/>
                  <a:pt x="2574" y="3806"/>
                </a:cubicBezTo>
                <a:lnTo>
                  <a:pt x="3805" y="2574"/>
                </a:lnTo>
                <a:close/>
                <a:moveTo>
                  <a:pt x="17801" y="2579"/>
                </a:moveTo>
                <a:lnTo>
                  <a:pt x="2579" y="17801"/>
                </a:lnTo>
                <a:cubicBezTo>
                  <a:pt x="2645" y="17878"/>
                  <a:pt x="2709" y="17957"/>
                  <a:pt x="2777" y="18032"/>
                </a:cubicBezTo>
                <a:lnTo>
                  <a:pt x="18032" y="2777"/>
                </a:lnTo>
                <a:cubicBezTo>
                  <a:pt x="17957" y="2709"/>
                  <a:pt x="17878" y="2645"/>
                  <a:pt x="17801" y="2579"/>
                </a:cubicBezTo>
                <a:close/>
                <a:moveTo>
                  <a:pt x="18304" y="3036"/>
                </a:moveTo>
                <a:lnTo>
                  <a:pt x="3036" y="18304"/>
                </a:lnTo>
                <a:cubicBezTo>
                  <a:pt x="3079" y="18349"/>
                  <a:pt x="3119" y="18394"/>
                  <a:pt x="3163" y="18438"/>
                </a:cubicBezTo>
                <a:cubicBezTo>
                  <a:pt x="3191" y="18466"/>
                  <a:pt x="3222" y="18492"/>
                  <a:pt x="3250" y="18521"/>
                </a:cubicBezTo>
                <a:lnTo>
                  <a:pt x="18521" y="3251"/>
                </a:lnTo>
                <a:cubicBezTo>
                  <a:pt x="18492" y="3222"/>
                  <a:pt x="18466" y="3192"/>
                  <a:pt x="18438" y="3163"/>
                </a:cubicBezTo>
                <a:cubicBezTo>
                  <a:pt x="18394" y="3119"/>
                  <a:pt x="18348" y="3079"/>
                  <a:pt x="18304" y="3036"/>
                </a:cubicBezTo>
                <a:close/>
                <a:moveTo>
                  <a:pt x="18781" y="3523"/>
                </a:moveTo>
                <a:lnTo>
                  <a:pt x="3522" y="18781"/>
                </a:lnTo>
                <a:cubicBezTo>
                  <a:pt x="3598" y="18850"/>
                  <a:pt x="3676" y="18915"/>
                  <a:pt x="3753" y="18982"/>
                </a:cubicBezTo>
                <a:lnTo>
                  <a:pt x="18982" y="3753"/>
                </a:lnTo>
                <a:cubicBezTo>
                  <a:pt x="18915" y="3676"/>
                  <a:pt x="18850" y="3598"/>
                  <a:pt x="18781" y="3523"/>
                </a:cubicBezTo>
                <a:close/>
                <a:moveTo>
                  <a:pt x="19224" y="4041"/>
                </a:moveTo>
                <a:lnTo>
                  <a:pt x="4041" y="19224"/>
                </a:lnTo>
                <a:cubicBezTo>
                  <a:pt x="4121" y="19289"/>
                  <a:pt x="4202" y="19350"/>
                  <a:pt x="4283" y="19412"/>
                </a:cubicBezTo>
                <a:lnTo>
                  <a:pt x="19412" y="4283"/>
                </a:lnTo>
                <a:cubicBezTo>
                  <a:pt x="19350" y="4202"/>
                  <a:pt x="19289" y="4121"/>
                  <a:pt x="19224" y="4041"/>
                </a:cubicBezTo>
                <a:close/>
                <a:moveTo>
                  <a:pt x="19637" y="4591"/>
                </a:moveTo>
                <a:lnTo>
                  <a:pt x="4591" y="19637"/>
                </a:lnTo>
                <a:cubicBezTo>
                  <a:pt x="4675" y="19696"/>
                  <a:pt x="4758" y="19757"/>
                  <a:pt x="4843" y="19813"/>
                </a:cubicBezTo>
                <a:lnTo>
                  <a:pt x="19813" y="4844"/>
                </a:lnTo>
                <a:cubicBezTo>
                  <a:pt x="19757" y="4758"/>
                  <a:pt x="19696" y="4675"/>
                  <a:pt x="19637" y="4591"/>
                </a:cubicBezTo>
                <a:close/>
                <a:moveTo>
                  <a:pt x="20019" y="5172"/>
                </a:moveTo>
                <a:lnTo>
                  <a:pt x="5172" y="20019"/>
                </a:lnTo>
                <a:cubicBezTo>
                  <a:pt x="5261" y="20073"/>
                  <a:pt x="5351" y="20126"/>
                  <a:pt x="5441" y="20178"/>
                </a:cubicBezTo>
                <a:lnTo>
                  <a:pt x="20178" y="5441"/>
                </a:lnTo>
                <a:cubicBezTo>
                  <a:pt x="20126" y="5351"/>
                  <a:pt x="20073" y="5261"/>
                  <a:pt x="20019" y="5172"/>
                </a:cubicBezTo>
                <a:close/>
                <a:moveTo>
                  <a:pt x="20369" y="5782"/>
                </a:moveTo>
                <a:lnTo>
                  <a:pt x="5782" y="20369"/>
                </a:lnTo>
                <a:cubicBezTo>
                  <a:pt x="5877" y="20419"/>
                  <a:pt x="5974" y="20463"/>
                  <a:pt x="6071" y="20510"/>
                </a:cubicBezTo>
                <a:lnTo>
                  <a:pt x="20510" y="6071"/>
                </a:lnTo>
                <a:cubicBezTo>
                  <a:pt x="20463" y="5975"/>
                  <a:pt x="20419" y="5878"/>
                  <a:pt x="20369" y="5782"/>
                </a:cubicBezTo>
                <a:close/>
                <a:moveTo>
                  <a:pt x="20679" y="6434"/>
                </a:moveTo>
                <a:lnTo>
                  <a:pt x="6434" y="20679"/>
                </a:lnTo>
                <a:cubicBezTo>
                  <a:pt x="6534" y="20723"/>
                  <a:pt x="6633" y="20769"/>
                  <a:pt x="6734" y="20809"/>
                </a:cubicBezTo>
                <a:lnTo>
                  <a:pt x="20809" y="6735"/>
                </a:lnTo>
                <a:cubicBezTo>
                  <a:pt x="20769" y="6634"/>
                  <a:pt x="20723" y="6534"/>
                  <a:pt x="20679" y="6434"/>
                </a:cubicBezTo>
                <a:close/>
                <a:moveTo>
                  <a:pt x="20956" y="7121"/>
                </a:moveTo>
                <a:lnTo>
                  <a:pt x="7120" y="20956"/>
                </a:lnTo>
                <a:cubicBezTo>
                  <a:pt x="7226" y="20994"/>
                  <a:pt x="7333" y="21030"/>
                  <a:pt x="7439" y="21065"/>
                </a:cubicBezTo>
                <a:lnTo>
                  <a:pt x="21065" y="7439"/>
                </a:lnTo>
                <a:cubicBezTo>
                  <a:pt x="21030" y="7333"/>
                  <a:pt x="20994" y="7226"/>
                  <a:pt x="20956" y="7121"/>
                </a:cubicBezTo>
                <a:close/>
                <a:moveTo>
                  <a:pt x="21190" y="7848"/>
                </a:moveTo>
                <a:lnTo>
                  <a:pt x="7848" y="21190"/>
                </a:lnTo>
                <a:cubicBezTo>
                  <a:pt x="7960" y="21221"/>
                  <a:pt x="8073" y="21252"/>
                  <a:pt x="8186" y="21280"/>
                </a:cubicBezTo>
                <a:lnTo>
                  <a:pt x="21280" y="8186"/>
                </a:lnTo>
                <a:cubicBezTo>
                  <a:pt x="21252" y="8073"/>
                  <a:pt x="21221" y="7960"/>
                  <a:pt x="21190" y="7848"/>
                </a:cubicBezTo>
                <a:close/>
                <a:moveTo>
                  <a:pt x="21378" y="8623"/>
                </a:moveTo>
                <a:lnTo>
                  <a:pt x="8623" y="21378"/>
                </a:lnTo>
                <a:cubicBezTo>
                  <a:pt x="8743" y="21402"/>
                  <a:pt x="8863" y="21424"/>
                  <a:pt x="8984" y="21445"/>
                </a:cubicBezTo>
                <a:lnTo>
                  <a:pt x="21445" y="8984"/>
                </a:lnTo>
                <a:cubicBezTo>
                  <a:pt x="21424" y="8864"/>
                  <a:pt x="21402" y="8743"/>
                  <a:pt x="21378" y="8623"/>
                </a:cubicBezTo>
                <a:close/>
                <a:moveTo>
                  <a:pt x="21514" y="9448"/>
                </a:moveTo>
                <a:lnTo>
                  <a:pt x="9447" y="21514"/>
                </a:lnTo>
                <a:cubicBezTo>
                  <a:pt x="9576" y="21530"/>
                  <a:pt x="9704" y="21546"/>
                  <a:pt x="9833" y="21557"/>
                </a:cubicBezTo>
                <a:lnTo>
                  <a:pt x="21557" y="9834"/>
                </a:lnTo>
                <a:cubicBezTo>
                  <a:pt x="21546" y="9705"/>
                  <a:pt x="21530" y="9576"/>
                  <a:pt x="21514" y="9448"/>
                </a:cubicBezTo>
                <a:close/>
                <a:moveTo>
                  <a:pt x="21590" y="10333"/>
                </a:moveTo>
                <a:lnTo>
                  <a:pt x="10332" y="21590"/>
                </a:lnTo>
                <a:cubicBezTo>
                  <a:pt x="10473" y="21596"/>
                  <a:pt x="10613" y="21599"/>
                  <a:pt x="10753" y="21600"/>
                </a:cubicBezTo>
                <a:lnTo>
                  <a:pt x="21600" y="10754"/>
                </a:lnTo>
                <a:cubicBezTo>
                  <a:pt x="21599" y="10613"/>
                  <a:pt x="21596" y="10473"/>
                  <a:pt x="21590" y="10333"/>
                </a:cubicBezTo>
                <a:close/>
                <a:moveTo>
                  <a:pt x="21590" y="11296"/>
                </a:moveTo>
                <a:lnTo>
                  <a:pt x="11295" y="21590"/>
                </a:lnTo>
                <a:cubicBezTo>
                  <a:pt x="11449" y="21583"/>
                  <a:pt x="11603" y="21572"/>
                  <a:pt x="11757" y="21558"/>
                </a:cubicBezTo>
                <a:lnTo>
                  <a:pt x="21558" y="11757"/>
                </a:lnTo>
                <a:cubicBezTo>
                  <a:pt x="21572" y="11603"/>
                  <a:pt x="21583" y="11450"/>
                  <a:pt x="21590" y="11296"/>
                </a:cubicBezTo>
                <a:close/>
                <a:moveTo>
                  <a:pt x="21489" y="12358"/>
                </a:moveTo>
                <a:lnTo>
                  <a:pt x="12358" y="21489"/>
                </a:lnTo>
                <a:cubicBezTo>
                  <a:pt x="12531" y="21464"/>
                  <a:pt x="12703" y="21434"/>
                  <a:pt x="12876" y="21400"/>
                </a:cubicBezTo>
                <a:lnTo>
                  <a:pt x="21400" y="12876"/>
                </a:lnTo>
                <a:cubicBezTo>
                  <a:pt x="21434" y="12704"/>
                  <a:pt x="21464" y="12531"/>
                  <a:pt x="21489" y="12358"/>
                </a:cubicBezTo>
                <a:close/>
                <a:moveTo>
                  <a:pt x="21239" y="13569"/>
                </a:moveTo>
                <a:lnTo>
                  <a:pt x="13569" y="21239"/>
                </a:lnTo>
                <a:cubicBezTo>
                  <a:pt x="13774" y="21185"/>
                  <a:pt x="13978" y="21125"/>
                  <a:pt x="14181" y="21058"/>
                </a:cubicBezTo>
                <a:lnTo>
                  <a:pt x="21058" y="14181"/>
                </a:lnTo>
                <a:cubicBezTo>
                  <a:pt x="21125" y="13978"/>
                  <a:pt x="21185" y="13774"/>
                  <a:pt x="21239" y="13569"/>
                </a:cubicBezTo>
                <a:close/>
                <a:moveTo>
                  <a:pt x="20736" y="15035"/>
                </a:moveTo>
                <a:lnTo>
                  <a:pt x="15035" y="20736"/>
                </a:lnTo>
                <a:cubicBezTo>
                  <a:pt x="15310" y="20619"/>
                  <a:pt x="15581" y="20493"/>
                  <a:pt x="15848" y="20352"/>
                </a:cubicBezTo>
                <a:lnTo>
                  <a:pt x="20352" y="15848"/>
                </a:lnTo>
                <a:cubicBezTo>
                  <a:pt x="20493" y="15581"/>
                  <a:pt x="20619" y="15310"/>
                  <a:pt x="20736" y="15035"/>
                </a:cubicBezTo>
                <a:close/>
                <a:moveTo>
                  <a:pt x="19400" y="17332"/>
                </a:moveTo>
                <a:lnTo>
                  <a:pt x="17332" y="19400"/>
                </a:lnTo>
                <a:cubicBezTo>
                  <a:pt x="17716" y="19108"/>
                  <a:pt x="18087" y="18789"/>
                  <a:pt x="18438" y="18438"/>
                </a:cubicBezTo>
                <a:cubicBezTo>
                  <a:pt x="18788" y="18087"/>
                  <a:pt x="19107" y="17716"/>
                  <a:pt x="19400" y="17332"/>
                </a:cubicBezTo>
                <a:close/>
              </a:path>
            </a:pathLst>
          </a:custGeom>
          <a:solidFill>
            <a:schemeClr val="accent4"/>
          </a:solidFill>
          <a:ln w="12700">
            <a:miter lim="400000"/>
          </a:ln>
        </p:spPr>
        <p:txBody>
          <a:bodyPr lIns="0" tIns="0" rIns="0" bIns="0" anchor="ctr"/>
          <a:lstStyle/>
          <a:p>
            <a:pPr marL="0" marR="0" lvl="0" indent="0" algn="ctr" defTabSz="8255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 kumimoji="0" sz="32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Helvetica Neue Medium"/>
              <a:sym typeface="Helvetica Neue Medium"/>
            </a:endParaRPr>
          </a:p>
        </p:txBody>
      </p:sp>
      <p:sp>
        <p:nvSpPr>
          <p:cNvPr id="198" name="Shape">
            <a:extLst>
              <a:ext uri="{FF2B5EF4-FFF2-40B4-BE49-F238E27FC236}">
                <a16:creationId xmlns:a16="http://schemas.microsoft.com/office/drawing/2014/main" id="{64E3BB41-AC25-D361-914E-262388D7596D}"/>
              </a:ext>
            </a:extLst>
          </p:cNvPr>
          <p:cNvSpPr/>
          <p:nvPr/>
        </p:nvSpPr>
        <p:spPr>
          <a:xfrm>
            <a:off x="1688166" y="791392"/>
            <a:ext cx="7163901" cy="716420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800" y="0"/>
                </a:moveTo>
                <a:cubicBezTo>
                  <a:pt x="10787" y="0"/>
                  <a:pt x="10773" y="1"/>
                  <a:pt x="10759" y="1"/>
                </a:cubicBezTo>
                <a:lnTo>
                  <a:pt x="1" y="10760"/>
                </a:lnTo>
                <a:cubicBezTo>
                  <a:pt x="0" y="10900"/>
                  <a:pt x="3" y="11040"/>
                  <a:pt x="8" y="11181"/>
                </a:cubicBezTo>
                <a:lnTo>
                  <a:pt x="11180" y="9"/>
                </a:lnTo>
                <a:cubicBezTo>
                  <a:pt x="11054" y="4"/>
                  <a:pt x="10927" y="0"/>
                  <a:pt x="10800" y="0"/>
                </a:cubicBezTo>
                <a:close/>
                <a:moveTo>
                  <a:pt x="10211" y="17"/>
                </a:moveTo>
                <a:cubicBezTo>
                  <a:pt x="10057" y="25"/>
                  <a:pt x="9903" y="36"/>
                  <a:pt x="9748" y="51"/>
                </a:cubicBezTo>
                <a:lnTo>
                  <a:pt x="50" y="9749"/>
                </a:lnTo>
                <a:cubicBezTo>
                  <a:pt x="35" y="9903"/>
                  <a:pt x="25" y="10057"/>
                  <a:pt x="16" y="10212"/>
                </a:cubicBezTo>
                <a:lnTo>
                  <a:pt x="10211" y="17"/>
                </a:lnTo>
                <a:close/>
                <a:moveTo>
                  <a:pt x="11683" y="38"/>
                </a:moveTo>
                <a:lnTo>
                  <a:pt x="38" y="11684"/>
                </a:lnTo>
                <a:cubicBezTo>
                  <a:pt x="48" y="11814"/>
                  <a:pt x="62" y="11944"/>
                  <a:pt x="78" y="12075"/>
                </a:cubicBezTo>
                <a:lnTo>
                  <a:pt x="12074" y="78"/>
                </a:lnTo>
                <a:cubicBezTo>
                  <a:pt x="11944" y="63"/>
                  <a:pt x="11814" y="49"/>
                  <a:pt x="11683" y="38"/>
                </a:cubicBezTo>
                <a:close/>
                <a:moveTo>
                  <a:pt x="9136" y="131"/>
                </a:moveTo>
                <a:cubicBezTo>
                  <a:pt x="8960" y="158"/>
                  <a:pt x="8786" y="190"/>
                  <a:pt x="8611" y="226"/>
                </a:cubicBezTo>
                <a:lnTo>
                  <a:pt x="226" y="8611"/>
                </a:lnTo>
                <a:cubicBezTo>
                  <a:pt x="190" y="8786"/>
                  <a:pt x="157" y="8961"/>
                  <a:pt x="130" y="9137"/>
                </a:cubicBezTo>
                <a:lnTo>
                  <a:pt x="9136" y="131"/>
                </a:lnTo>
                <a:close/>
                <a:moveTo>
                  <a:pt x="12541" y="143"/>
                </a:moveTo>
                <a:lnTo>
                  <a:pt x="143" y="12541"/>
                </a:lnTo>
                <a:cubicBezTo>
                  <a:pt x="163" y="12663"/>
                  <a:pt x="183" y="12785"/>
                  <a:pt x="207" y="12906"/>
                </a:cubicBezTo>
                <a:lnTo>
                  <a:pt x="12906" y="208"/>
                </a:lnTo>
                <a:cubicBezTo>
                  <a:pt x="12785" y="184"/>
                  <a:pt x="12663" y="163"/>
                  <a:pt x="12541" y="143"/>
                </a:cubicBezTo>
                <a:close/>
                <a:moveTo>
                  <a:pt x="13343" y="303"/>
                </a:moveTo>
                <a:lnTo>
                  <a:pt x="303" y="13343"/>
                </a:lnTo>
                <a:cubicBezTo>
                  <a:pt x="330" y="13456"/>
                  <a:pt x="361" y="13569"/>
                  <a:pt x="392" y="13682"/>
                </a:cubicBezTo>
                <a:lnTo>
                  <a:pt x="13682" y="393"/>
                </a:lnTo>
                <a:cubicBezTo>
                  <a:pt x="13569" y="362"/>
                  <a:pt x="13456" y="331"/>
                  <a:pt x="13343" y="303"/>
                </a:cubicBezTo>
                <a:close/>
                <a:moveTo>
                  <a:pt x="7909" y="395"/>
                </a:moveTo>
                <a:cubicBezTo>
                  <a:pt x="7701" y="452"/>
                  <a:pt x="7495" y="515"/>
                  <a:pt x="7290" y="585"/>
                </a:cubicBezTo>
                <a:lnTo>
                  <a:pt x="584" y="7290"/>
                </a:lnTo>
                <a:cubicBezTo>
                  <a:pt x="514" y="7495"/>
                  <a:pt x="452" y="7702"/>
                  <a:pt x="394" y="7909"/>
                </a:cubicBezTo>
                <a:lnTo>
                  <a:pt x="7909" y="395"/>
                </a:lnTo>
                <a:close/>
                <a:moveTo>
                  <a:pt x="14094" y="515"/>
                </a:moveTo>
                <a:lnTo>
                  <a:pt x="514" y="14094"/>
                </a:lnTo>
                <a:cubicBezTo>
                  <a:pt x="549" y="14202"/>
                  <a:pt x="583" y="14310"/>
                  <a:pt x="620" y="14417"/>
                </a:cubicBezTo>
                <a:lnTo>
                  <a:pt x="14417" y="621"/>
                </a:lnTo>
                <a:cubicBezTo>
                  <a:pt x="14310" y="583"/>
                  <a:pt x="14202" y="549"/>
                  <a:pt x="14094" y="515"/>
                </a:cubicBezTo>
                <a:close/>
                <a:moveTo>
                  <a:pt x="14804" y="767"/>
                </a:moveTo>
                <a:lnTo>
                  <a:pt x="767" y="14804"/>
                </a:lnTo>
                <a:cubicBezTo>
                  <a:pt x="807" y="14905"/>
                  <a:pt x="851" y="15004"/>
                  <a:pt x="894" y="15104"/>
                </a:cubicBezTo>
                <a:lnTo>
                  <a:pt x="15104" y="895"/>
                </a:lnTo>
                <a:cubicBezTo>
                  <a:pt x="15004" y="852"/>
                  <a:pt x="14905" y="807"/>
                  <a:pt x="14804" y="767"/>
                </a:cubicBezTo>
                <a:close/>
                <a:moveTo>
                  <a:pt x="6411" y="932"/>
                </a:moveTo>
                <a:cubicBezTo>
                  <a:pt x="6118" y="1062"/>
                  <a:pt x="5831" y="1206"/>
                  <a:pt x="5549" y="1363"/>
                </a:cubicBezTo>
                <a:lnTo>
                  <a:pt x="1362" y="5549"/>
                </a:lnTo>
                <a:cubicBezTo>
                  <a:pt x="1205" y="5832"/>
                  <a:pt x="1061" y="6119"/>
                  <a:pt x="931" y="6411"/>
                </a:cubicBezTo>
                <a:lnTo>
                  <a:pt x="6411" y="932"/>
                </a:lnTo>
                <a:close/>
                <a:moveTo>
                  <a:pt x="15470" y="1061"/>
                </a:moveTo>
                <a:lnTo>
                  <a:pt x="1060" y="15471"/>
                </a:lnTo>
                <a:cubicBezTo>
                  <a:pt x="1106" y="15567"/>
                  <a:pt x="1153" y="15664"/>
                  <a:pt x="1202" y="15759"/>
                </a:cubicBezTo>
                <a:lnTo>
                  <a:pt x="15759" y="1203"/>
                </a:lnTo>
                <a:cubicBezTo>
                  <a:pt x="15663" y="1153"/>
                  <a:pt x="15567" y="1107"/>
                  <a:pt x="15470" y="1061"/>
                </a:cubicBezTo>
                <a:close/>
                <a:moveTo>
                  <a:pt x="16103" y="1391"/>
                </a:moveTo>
                <a:lnTo>
                  <a:pt x="1391" y="16103"/>
                </a:lnTo>
                <a:cubicBezTo>
                  <a:pt x="1442" y="16194"/>
                  <a:pt x="1494" y="16285"/>
                  <a:pt x="1548" y="16375"/>
                </a:cubicBezTo>
                <a:lnTo>
                  <a:pt x="16375" y="1549"/>
                </a:lnTo>
                <a:cubicBezTo>
                  <a:pt x="16285" y="1495"/>
                  <a:pt x="16194" y="1442"/>
                  <a:pt x="16103" y="1391"/>
                </a:cubicBezTo>
                <a:close/>
                <a:moveTo>
                  <a:pt x="16703" y="1754"/>
                </a:moveTo>
                <a:lnTo>
                  <a:pt x="1753" y="16703"/>
                </a:lnTo>
                <a:cubicBezTo>
                  <a:pt x="1809" y="16788"/>
                  <a:pt x="1869" y="16872"/>
                  <a:pt x="1928" y="16956"/>
                </a:cubicBezTo>
                <a:lnTo>
                  <a:pt x="16956" y="1928"/>
                </a:lnTo>
                <a:cubicBezTo>
                  <a:pt x="16872" y="1869"/>
                  <a:pt x="16788" y="1810"/>
                  <a:pt x="16703" y="1754"/>
                </a:cubicBezTo>
                <a:close/>
                <a:moveTo>
                  <a:pt x="17267" y="2151"/>
                </a:moveTo>
                <a:lnTo>
                  <a:pt x="2151" y="17267"/>
                </a:lnTo>
                <a:cubicBezTo>
                  <a:pt x="2212" y="17349"/>
                  <a:pt x="2274" y="17430"/>
                  <a:pt x="2338" y="17510"/>
                </a:cubicBezTo>
                <a:lnTo>
                  <a:pt x="17510" y="2338"/>
                </a:lnTo>
                <a:cubicBezTo>
                  <a:pt x="17430" y="2275"/>
                  <a:pt x="17349" y="2212"/>
                  <a:pt x="17267" y="2151"/>
                </a:cubicBezTo>
                <a:close/>
                <a:moveTo>
                  <a:pt x="3805" y="2574"/>
                </a:moveTo>
                <a:cubicBezTo>
                  <a:pt x="3586" y="2761"/>
                  <a:pt x="3370" y="2956"/>
                  <a:pt x="3163" y="3163"/>
                </a:cubicBezTo>
                <a:cubicBezTo>
                  <a:pt x="2955" y="3371"/>
                  <a:pt x="2761" y="3586"/>
                  <a:pt x="2574" y="3806"/>
                </a:cubicBezTo>
                <a:lnTo>
                  <a:pt x="3805" y="2574"/>
                </a:lnTo>
                <a:close/>
                <a:moveTo>
                  <a:pt x="17801" y="2579"/>
                </a:moveTo>
                <a:lnTo>
                  <a:pt x="2579" y="17801"/>
                </a:lnTo>
                <a:cubicBezTo>
                  <a:pt x="2645" y="17878"/>
                  <a:pt x="2709" y="17957"/>
                  <a:pt x="2777" y="18032"/>
                </a:cubicBezTo>
                <a:lnTo>
                  <a:pt x="18032" y="2777"/>
                </a:lnTo>
                <a:cubicBezTo>
                  <a:pt x="17957" y="2709"/>
                  <a:pt x="17878" y="2645"/>
                  <a:pt x="17801" y="2579"/>
                </a:cubicBezTo>
                <a:close/>
                <a:moveTo>
                  <a:pt x="18304" y="3036"/>
                </a:moveTo>
                <a:lnTo>
                  <a:pt x="3036" y="18304"/>
                </a:lnTo>
                <a:cubicBezTo>
                  <a:pt x="3079" y="18349"/>
                  <a:pt x="3119" y="18394"/>
                  <a:pt x="3163" y="18438"/>
                </a:cubicBezTo>
                <a:cubicBezTo>
                  <a:pt x="3191" y="18466"/>
                  <a:pt x="3222" y="18492"/>
                  <a:pt x="3250" y="18521"/>
                </a:cubicBezTo>
                <a:lnTo>
                  <a:pt x="18521" y="3251"/>
                </a:lnTo>
                <a:cubicBezTo>
                  <a:pt x="18492" y="3222"/>
                  <a:pt x="18466" y="3192"/>
                  <a:pt x="18438" y="3163"/>
                </a:cubicBezTo>
                <a:cubicBezTo>
                  <a:pt x="18394" y="3119"/>
                  <a:pt x="18348" y="3079"/>
                  <a:pt x="18304" y="3036"/>
                </a:cubicBezTo>
                <a:close/>
                <a:moveTo>
                  <a:pt x="18781" y="3523"/>
                </a:moveTo>
                <a:lnTo>
                  <a:pt x="3522" y="18781"/>
                </a:lnTo>
                <a:cubicBezTo>
                  <a:pt x="3598" y="18850"/>
                  <a:pt x="3676" y="18915"/>
                  <a:pt x="3753" y="18982"/>
                </a:cubicBezTo>
                <a:lnTo>
                  <a:pt x="18982" y="3753"/>
                </a:lnTo>
                <a:cubicBezTo>
                  <a:pt x="18915" y="3676"/>
                  <a:pt x="18850" y="3598"/>
                  <a:pt x="18781" y="3523"/>
                </a:cubicBezTo>
                <a:close/>
                <a:moveTo>
                  <a:pt x="19224" y="4041"/>
                </a:moveTo>
                <a:lnTo>
                  <a:pt x="4041" y="19224"/>
                </a:lnTo>
                <a:cubicBezTo>
                  <a:pt x="4121" y="19289"/>
                  <a:pt x="4202" y="19350"/>
                  <a:pt x="4283" y="19412"/>
                </a:cubicBezTo>
                <a:lnTo>
                  <a:pt x="19412" y="4283"/>
                </a:lnTo>
                <a:cubicBezTo>
                  <a:pt x="19350" y="4202"/>
                  <a:pt x="19289" y="4121"/>
                  <a:pt x="19224" y="4041"/>
                </a:cubicBezTo>
                <a:close/>
                <a:moveTo>
                  <a:pt x="19637" y="4591"/>
                </a:moveTo>
                <a:lnTo>
                  <a:pt x="4591" y="19637"/>
                </a:lnTo>
                <a:cubicBezTo>
                  <a:pt x="4675" y="19696"/>
                  <a:pt x="4758" y="19757"/>
                  <a:pt x="4843" y="19813"/>
                </a:cubicBezTo>
                <a:lnTo>
                  <a:pt x="19813" y="4844"/>
                </a:lnTo>
                <a:cubicBezTo>
                  <a:pt x="19757" y="4758"/>
                  <a:pt x="19696" y="4675"/>
                  <a:pt x="19637" y="4591"/>
                </a:cubicBezTo>
                <a:close/>
                <a:moveTo>
                  <a:pt x="20019" y="5172"/>
                </a:moveTo>
                <a:lnTo>
                  <a:pt x="5172" y="20019"/>
                </a:lnTo>
                <a:cubicBezTo>
                  <a:pt x="5261" y="20073"/>
                  <a:pt x="5351" y="20126"/>
                  <a:pt x="5441" y="20178"/>
                </a:cubicBezTo>
                <a:lnTo>
                  <a:pt x="20178" y="5441"/>
                </a:lnTo>
                <a:cubicBezTo>
                  <a:pt x="20126" y="5351"/>
                  <a:pt x="20073" y="5261"/>
                  <a:pt x="20019" y="5172"/>
                </a:cubicBezTo>
                <a:close/>
                <a:moveTo>
                  <a:pt x="20369" y="5782"/>
                </a:moveTo>
                <a:lnTo>
                  <a:pt x="5782" y="20369"/>
                </a:lnTo>
                <a:cubicBezTo>
                  <a:pt x="5877" y="20419"/>
                  <a:pt x="5974" y="20463"/>
                  <a:pt x="6071" y="20510"/>
                </a:cubicBezTo>
                <a:lnTo>
                  <a:pt x="20510" y="6071"/>
                </a:lnTo>
                <a:cubicBezTo>
                  <a:pt x="20463" y="5975"/>
                  <a:pt x="20419" y="5878"/>
                  <a:pt x="20369" y="5782"/>
                </a:cubicBezTo>
                <a:close/>
                <a:moveTo>
                  <a:pt x="20679" y="6434"/>
                </a:moveTo>
                <a:lnTo>
                  <a:pt x="6434" y="20679"/>
                </a:lnTo>
                <a:cubicBezTo>
                  <a:pt x="6534" y="20723"/>
                  <a:pt x="6633" y="20769"/>
                  <a:pt x="6734" y="20809"/>
                </a:cubicBezTo>
                <a:lnTo>
                  <a:pt x="20809" y="6735"/>
                </a:lnTo>
                <a:cubicBezTo>
                  <a:pt x="20769" y="6634"/>
                  <a:pt x="20723" y="6534"/>
                  <a:pt x="20679" y="6434"/>
                </a:cubicBezTo>
                <a:close/>
                <a:moveTo>
                  <a:pt x="20956" y="7121"/>
                </a:moveTo>
                <a:lnTo>
                  <a:pt x="7120" y="20956"/>
                </a:lnTo>
                <a:cubicBezTo>
                  <a:pt x="7226" y="20994"/>
                  <a:pt x="7333" y="21030"/>
                  <a:pt x="7439" y="21065"/>
                </a:cubicBezTo>
                <a:lnTo>
                  <a:pt x="21065" y="7439"/>
                </a:lnTo>
                <a:cubicBezTo>
                  <a:pt x="21030" y="7333"/>
                  <a:pt x="20994" y="7226"/>
                  <a:pt x="20956" y="7121"/>
                </a:cubicBezTo>
                <a:close/>
                <a:moveTo>
                  <a:pt x="21190" y="7848"/>
                </a:moveTo>
                <a:lnTo>
                  <a:pt x="7848" y="21190"/>
                </a:lnTo>
                <a:cubicBezTo>
                  <a:pt x="7960" y="21221"/>
                  <a:pt x="8073" y="21252"/>
                  <a:pt x="8186" y="21280"/>
                </a:cubicBezTo>
                <a:lnTo>
                  <a:pt x="21280" y="8186"/>
                </a:lnTo>
                <a:cubicBezTo>
                  <a:pt x="21252" y="8073"/>
                  <a:pt x="21221" y="7960"/>
                  <a:pt x="21190" y="7848"/>
                </a:cubicBezTo>
                <a:close/>
                <a:moveTo>
                  <a:pt x="21378" y="8623"/>
                </a:moveTo>
                <a:lnTo>
                  <a:pt x="8623" y="21378"/>
                </a:lnTo>
                <a:cubicBezTo>
                  <a:pt x="8743" y="21402"/>
                  <a:pt x="8863" y="21424"/>
                  <a:pt x="8984" y="21445"/>
                </a:cubicBezTo>
                <a:lnTo>
                  <a:pt x="21445" y="8984"/>
                </a:lnTo>
                <a:cubicBezTo>
                  <a:pt x="21424" y="8864"/>
                  <a:pt x="21402" y="8743"/>
                  <a:pt x="21378" y="8623"/>
                </a:cubicBezTo>
                <a:close/>
                <a:moveTo>
                  <a:pt x="21514" y="9448"/>
                </a:moveTo>
                <a:lnTo>
                  <a:pt x="9447" y="21514"/>
                </a:lnTo>
                <a:cubicBezTo>
                  <a:pt x="9576" y="21530"/>
                  <a:pt x="9704" y="21546"/>
                  <a:pt x="9833" y="21557"/>
                </a:cubicBezTo>
                <a:lnTo>
                  <a:pt x="21557" y="9834"/>
                </a:lnTo>
                <a:cubicBezTo>
                  <a:pt x="21546" y="9705"/>
                  <a:pt x="21530" y="9576"/>
                  <a:pt x="21514" y="9448"/>
                </a:cubicBezTo>
                <a:close/>
                <a:moveTo>
                  <a:pt x="21590" y="10333"/>
                </a:moveTo>
                <a:lnTo>
                  <a:pt x="10332" y="21590"/>
                </a:lnTo>
                <a:cubicBezTo>
                  <a:pt x="10473" y="21596"/>
                  <a:pt x="10613" y="21599"/>
                  <a:pt x="10753" y="21600"/>
                </a:cubicBezTo>
                <a:lnTo>
                  <a:pt x="21600" y="10754"/>
                </a:lnTo>
                <a:cubicBezTo>
                  <a:pt x="21599" y="10613"/>
                  <a:pt x="21596" y="10473"/>
                  <a:pt x="21590" y="10333"/>
                </a:cubicBezTo>
                <a:close/>
                <a:moveTo>
                  <a:pt x="21590" y="11296"/>
                </a:moveTo>
                <a:lnTo>
                  <a:pt x="11295" y="21590"/>
                </a:lnTo>
                <a:cubicBezTo>
                  <a:pt x="11449" y="21583"/>
                  <a:pt x="11603" y="21572"/>
                  <a:pt x="11757" y="21558"/>
                </a:cubicBezTo>
                <a:lnTo>
                  <a:pt x="21558" y="11757"/>
                </a:lnTo>
                <a:cubicBezTo>
                  <a:pt x="21572" y="11603"/>
                  <a:pt x="21583" y="11450"/>
                  <a:pt x="21590" y="11296"/>
                </a:cubicBezTo>
                <a:close/>
                <a:moveTo>
                  <a:pt x="21489" y="12358"/>
                </a:moveTo>
                <a:lnTo>
                  <a:pt x="12358" y="21489"/>
                </a:lnTo>
                <a:cubicBezTo>
                  <a:pt x="12531" y="21464"/>
                  <a:pt x="12703" y="21434"/>
                  <a:pt x="12876" y="21400"/>
                </a:cubicBezTo>
                <a:lnTo>
                  <a:pt x="21400" y="12876"/>
                </a:lnTo>
                <a:cubicBezTo>
                  <a:pt x="21434" y="12704"/>
                  <a:pt x="21464" y="12531"/>
                  <a:pt x="21489" y="12358"/>
                </a:cubicBezTo>
                <a:close/>
                <a:moveTo>
                  <a:pt x="21239" y="13569"/>
                </a:moveTo>
                <a:lnTo>
                  <a:pt x="13569" y="21239"/>
                </a:lnTo>
                <a:cubicBezTo>
                  <a:pt x="13774" y="21185"/>
                  <a:pt x="13978" y="21125"/>
                  <a:pt x="14181" y="21058"/>
                </a:cubicBezTo>
                <a:lnTo>
                  <a:pt x="21058" y="14181"/>
                </a:lnTo>
                <a:cubicBezTo>
                  <a:pt x="21125" y="13978"/>
                  <a:pt x="21185" y="13774"/>
                  <a:pt x="21239" y="13569"/>
                </a:cubicBezTo>
                <a:close/>
                <a:moveTo>
                  <a:pt x="20736" y="15035"/>
                </a:moveTo>
                <a:lnTo>
                  <a:pt x="15035" y="20736"/>
                </a:lnTo>
                <a:cubicBezTo>
                  <a:pt x="15310" y="20619"/>
                  <a:pt x="15581" y="20493"/>
                  <a:pt x="15848" y="20352"/>
                </a:cubicBezTo>
                <a:lnTo>
                  <a:pt x="20352" y="15848"/>
                </a:lnTo>
                <a:cubicBezTo>
                  <a:pt x="20493" y="15581"/>
                  <a:pt x="20619" y="15310"/>
                  <a:pt x="20736" y="15035"/>
                </a:cubicBezTo>
                <a:close/>
                <a:moveTo>
                  <a:pt x="19400" y="17332"/>
                </a:moveTo>
                <a:lnTo>
                  <a:pt x="17332" y="19400"/>
                </a:lnTo>
                <a:cubicBezTo>
                  <a:pt x="17716" y="19108"/>
                  <a:pt x="18087" y="18789"/>
                  <a:pt x="18438" y="18438"/>
                </a:cubicBezTo>
                <a:cubicBezTo>
                  <a:pt x="18788" y="18087"/>
                  <a:pt x="19107" y="17716"/>
                  <a:pt x="19400" y="17332"/>
                </a:cubicBezTo>
                <a:close/>
              </a:path>
            </a:pathLst>
          </a:custGeom>
          <a:solidFill>
            <a:schemeClr val="accent4"/>
          </a:solidFill>
          <a:ln w="12700">
            <a:miter lim="400000"/>
          </a:ln>
        </p:spPr>
        <p:txBody>
          <a:bodyPr lIns="0" tIns="0" rIns="0" bIns="0" anchor="ctr"/>
          <a:lstStyle/>
          <a:p>
            <a:pPr marL="0" marR="0" lvl="0" indent="0" algn="ctr" defTabSz="8255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 kumimoji="0" sz="32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Helvetica Neue Medium"/>
              <a:sym typeface="Helvetica Neue Medium"/>
            </a:endParaRPr>
          </a:p>
        </p:txBody>
      </p:sp>
      <p:sp>
        <p:nvSpPr>
          <p:cNvPr id="199" name="Shape">
            <a:extLst>
              <a:ext uri="{FF2B5EF4-FFF2-40B4-BE49-F238E27FC236}">
                <a16:creationId xmlns:a16="http://schemas.microsoft.com/office/drawing/2014/main" id="{363B05ED-A958-1496-9C48-6F2E69C22CC6}"/>
              </a:ext>
            </a:extLst>
          </p:cNvPr>
          <p:cNvSpPr/>
          <p:nvPr/>
        </p:nvSpPr>
        <p:spPr>
          <a:xfrm>
            <a:off x="11727838" y="12253507"/>
            <a:ext cx="4276957" cy="427713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800" y="0"/>
                </a:moveTo>
                <a:cubicBezTo>
                  <a:pt x="10787" y="0"/>
                  <a:pt x="10773" y="1"/>
                  <a:pt x="10759" y="1"/>
                </a:cubicBezTo>
                <a:lnTo>
                  <a:pt x="1" y="10760"/>
                </a:lnTo>
                <a:cubicBezTo>
                  <a:pt x="0" y="10900"/>
                  <a:pt x="3" y="11040"/>
                  <a:pt x="8" y="11181"/>
                </a:cubicBezTo>
                <a:lnTo>
                  <a:pt x="11180" y="9"/>
                </a:lnTo>
                <a:cubicBezTo>
                  <a:pt x="11054" y="4"/>
                  <a:pt x="10927" y="0"/>
                  <a:pt x="10800" y="0"/>
                </a:cubicBezTo>
                <a:close/>
                <a:moveTo>
                  <a:pt x="10211" y="17"/>
                </a:moveTo>
                <a:cubicBezTo>
                  <a:pt x="10057" y="25"/>
                  <a:pt x="9903" y="36"/>
                  <a:pt x="9748" y="51"/>
                </a:cubicBezTo>
                <a:lnTo>
                  <a:pt x="50" y="9749"/>
                </a:lnTo>
                <a:cubicBezTo>
                  <a:pt x="35" y="9903"/>
                  <a:pt x="25" y="10057"/>
                  <a:pt x="16" y="10212"/>
                </a:cubicBezTo>
                <a:lnTo>
                  <a:pt x="10211" y="17"/>
                </a:lnTo>
                <a:close/>
                <a:moveTo>
                  <a:pt x="11683" y="38"/>
                </a:moveTo>
                <a:lnTo>
                  <a:pt x="38" y="11684"/>
                </a:lnTo>
                <a:cubicBezTo>
                  <a:pt x="48" y="11814"/>
                  <a:pt x="62" y="11944"/>
                  <a:pt x="78" y="12075"/>
                </a:cubicBezTo>
                <a:lnTo>
                  <a:pt x="12074" y="78"/>
                </a:lnTo>
                <a:cubicBezTo>
                  <a:pt x="11944" y="63"/>
                  <a:pt x="11814" y="49"/>
                  <a:pt x="11683" y="38"/>
                </a:cubicBezTo>
                <a:close/>
                <a:moveTo>
                  <a:pt x="9136" y="131"/>
                </a:moveTo>
                <a:cubicBezTo>
                  <a:pt x="8960" y="158"/>
                  <a:pt x="8786" y="190"/>
                  <a:pt x="8611" y="226"/>
                </a:cubicBezTo>
                <a:lnTo>
                  <a:pt x="226" y="8611"/>
                </a:lnTo>
                <a:cubicBezTo>
                  <a:pt x="190" y="8786"/>
                  <a:pt x="157" y="8961"/>
                  <a:pt x="130" y="9137"/>
                </a:cubicBezTo>
                <a:lnTo>
                  <a:pt x="9136" y="131"/>
                </a:lnTo>
                <a:close/>
                <a:moveTo>
                  <a:pt x="12541" y="143"/>
                </a:moveTo>
                <a:lnTo>
                  <a:pt x="143" y="12541"/>
                </a:lnTo>
                <a:cubicBezTo>
                  <a:pt x="163" y="12663"/>
                  <a:pt x="183" y="12785"/>
                  <a:pt x="207" y="12906"/>
                </a:cubicBezTo>
                <a:lnTo>
                  <a:pt x="12906" y="208"/>
                </a:lnTo>
                <a:cubicBezTo>
                  <a:pt x="12785" y="184"/>
                  <a:pt x="12663" y="163"/>
                  <a:pt x="12541" y="143"/>
                </a:cubicBezTo>
                <a:close/>
                <a:moveTo>
                  <a:pt x="13343" y="303"/>
                </a:moveTo>
                <a:lnTo>
                  <a:pt x="303" y="13343"/>
                </a:lnTo>
                <a:cubicBezTo>
                  <a:pt x="330" y="13456"/>
                  <a:pt x="361" y="13569"/>
                  <a:pt x="392" y="13682"/>
                </a:cubicBezTo>
                <a:lnTo>
                  <a:pt x="13682" y="393"/>
                </a:lnTo>
                <a:cubicBezTo>
                  <a:pt x="13569" y="362"/>
                  <a:pt x="13456" y="331"/>
                  <a:pt x="13343" y="303"/>
                </a:cubicBezTo>
                <a:close/>
                <a:moveTo>
                  <a:pt x="7909" y="395"/>
                </a:moveTo>
                <a:cubicBezTo>
                  <a:pt x="7701" y="452"/>
                  <a:pt x="7495" y="515"/>
                  <a:pt x="7290" y="585"/>
                </a:cubicBezTo>
                <a:lnTo>
                  <a:pt x="584" y="7290"/>
                </a:lnTo>
                <a:cubicBezTo>
                  <a:pt x="514" y="7495"/>
                  <a:pt x="452" y="7702"/>
                  <a:pt x="394" y="7909"/>
                </a:cubicBezTo>
                <a:lnTo>
                  <a:pt x="7909" y="395"/>
                </a:lnTo>
                <a:close/>
                <a:moveTo>
                  <a:pt x="14094" y="515"/>
                </a:moveTo>
                <a:lnTo>
                  <a:pt x="514" y="14094"/>
                </a:lnTo>
                <a:cubicBezTo>
                  <a:pt x="549" y="14202"/>
                  <a:pt x="583" y="14310"/>
                  <a:pt x="620" y="14417"/>
                </a:cubicBezTo>
                <a:lnTo>
                  <a:pt x="14417" y="621"/>
                </a:lnTo>
                <a:cubicBezTo>
                  <a:pt x="14310" y="583"/>
                  <a:pt x="14202" y="549"/>
                  <a:pt x="14094" y="515"/>
                </a:cubicBezTo>
                <a:close/>
                <a:moveTo>
                  <a:pt x="14804" y="767"/>
                </a:moveTo>
                <a:lnTo>
                  <a:pt x="767" y="14804"/>
                </a:lnTo>
                <a:cubicBezTo>
                  <a:pt x="807" y="14905"/>
                  <a:pt x="851" y="15004"/>
                  <a:pt x="894" y="15104"/>
                </a:cubicBezTo>
                <a:lnTo>
                  <a:pt x="15104" y="895"/>
                </a:lnTo>
                <a:cubicBezTo>
                  <a:pt x="15004" y="852"/>
                  <a:pt x="14905" y="807"/>
                  <a:pt x="14804" y="767"/>
                </a:cubicBezTo>
                <a:close/>
                <a:moveTo>
                  <a:pt x="6411" y="932"/>
                </a:moveTo>
                <a:cubicBezTo>
                  <a:pt x="6118" y="1062"/>
                  <a:pt x="5831" y="1206"/>
                  <a:pt x="5549" y="1363"/>
                </a:cubicBezTo>
                <a:lnTo>
                  <a:pt x="1362" y="5549"/>
                </a:lnTo>
                <a:cubicBezTo>
                  <a:pt x="1205" y="5832"/>
                  <a:pt x="1061" y="6119"/>
                  <a:pt x="931" y="6411"/>
                </a:cubicBezTo>
                <a:lnTo>
                  <a:pt x="6411" y="932"/>
                </a:lnTo>
                <a:close/>
                <a:moveTo>
                  <a:pt x="15470" y="1061"/>
                </a:moveTo>
                <a:lnTo>
                  <a:pt x="1060" y="15471"/>
                </a:lnTo>
                <a:cubicBezTo>
                  <a:pt x="1106" y="15567"/>
                  <a:pt x="1153" y="15664"/>
                  <a:pt x="1202" y="15759"/>
                </a:cubicBezTo>
                <a:lnTo>
                  <a:pt x="15759" y="1203"/>
                </a:lnTo>
                <a:cubicBezTo>
                  <a:pt x="15663" y="1153"/>
                  <a:pt x="15567" y="1107"/>
                  <a:pt x="15470" y="1061"/>
                </a:cubicBezTo>
                <a:close/>
                <a:moveTo>
                  <a:pt x="16103" y="1391"/>
                </a:moveTo>
                <a:lnTo>
                  <a:pt x="1391" y="16103"/>
                </a:lnTo>
                <a:cubicBezTo>
                  <a:pt x="1442" y="16194"/>
                  <a:pt x="1494" y="16285"/>
                  <a:pt x="1549" y="16375"/>
                </a:cubicBezTo>
                <a:lnTo>
                  <a:pt x="16375" y="1549"/>
                </a:lnTo>
                <a:cubicBezTo>
                  <a:pt x="16285" y="1495"/>
                  <a:pt x="16194" y="1442"/>
                  <a:pt x="16103" y="1391"/>
                </a:cubicBezTo>
                <a:close/>
                <a:moveTo>
                  <a:pt x="16703" y="1754"/>
                </a:moveTo>
                <a:lnTo>
                  <a:pt x="1753" y="16703"/>
                </a:lnTo>
                <a:cubicBezTo>
                  <a:pt x="1809" y="16788"/>
                  <a:pt x="1869" y="16872"/>
                  <a:pt x="1928" y="16956"/>
                </a:cubicBezTo>
                <a:lnTo>
                  <a:pt x="16956" y="1928"/>
                </a:lnTo>
                <a:cubicBezTo>
                  <a:pt x="16872" y="1869"/>
                  <a:pt x="16788" y="1810"/>
                  <a:pt x="16703" y="1754"/>
                </a:cubicBezTo>
                <a:close/>
                <a:moveTo>
                  <a:pt x="17267" y="2151"/>
                </a:moveTo>
                <a:lnTo>
                  <a:pt x="2151" y="17267"/>
                </a:lnTo>
                <a:cubicBezTo>
                  <a:pt x="2212" y="17349"/>
                  <a:pt x="2274" y="17430"/>
                  <a:pt x="2338" y="17510"/>
                </a:cubicBezTo>
                <a:lnTo>
                  <a:pt x="17510" y="2338"/>
                </a:lnTo>
                <a:cubicBezTo>
                  <a:pt x="17430" y="2275"/>
                  <a:pt x="17349" y="2212"/>
                  <a:pt x="17267" y="2151"/>
                </a:cubicBezTo>
                <a:close/>
                <a:moveTo>
                  <a:pt x="3805" y="2574"/>
                </a:moveTo>
                <a:cubicBezTo>
                  <a:pt x="3586" y="2761"/>
                  <a:pt x="3370" y="2956"/>
                  <a:pt x="3163" y="3163"/>
                </a:cubicBezTo>
                <a:cubicBezTo>
                  <a:pt x="2955" y="3371"/>
                  <a:pt x="2761" y="3586"/>
                  <a:pt x="2574" y="3806"/>
                </a:cubicBezTo>
                <a:lnTo>
                  <a:pt x="3805" y="2574"/>
                </a:lnTo>
                <a:close/>
                <a:moveTo>
                  <a:pt x="17801" y="2579"/>
                </a:moveTo>
                <a:lnTo>
                  <a:pt x="2579" y="17801"/>
                </a:lnTo>
                <a:cubicBezTo>
                  <a:pt x="2645" y="17878"/>
                  <a:pt x="2709" y="17957"/>
                  <a:pt x="2777" y="18032"/>
                </a:cubicBezTo>
                <a:lnTo>
                  <a:pt x="18032" y="2777"/>
                </a:lnTo>
                <a:cubicBezTo>
                  <a:pt x="17957" y="2709"/>
                  <a:pt x="17878" y="2645"/>
                  <a:pt x="17801" y="2579"/>
                </a:cubicBezTo>
                <a:close/>
                <a:moveTo>
                  <a:pt x="18304" y="3036"/>
                </a:moveTo>
                <a:lnTo>
                  <a:pt x="3036" y="18304"/>
                </a:lnTo>
                <a:cubicBezTo>
                  <a:pt x="3079" y="18349"/>
                  <a:pt x="3119" y="18394"/>
                  <a:pt x="3163" y="18438"/>
                </a:cubicBezTo>
                <a:cubicBezTo>
                  <a:pt x="3191" y="18466"/>
                  <a:pt x="3222" y="18492"/>
                  <a:pt x="3250" y="18521"/>
                </a:cubicBezTo>
                <a:lnTo>
                  <a:pt x="18521" y="3251"/>
                </a:lnTo>
                <a:cubicBezTo>
                  <a:pt x="18492" y="3222"/>
                  <a:pt x="18466" y="3192"/>
                  <a:pt x="18438" y="3163"/>
                </a:cubicBezTo>
                <a:cubicBezTo>
                  <a:pt x="18394" y="3119"/>
                  <a:pt x="18348" y="3079"/>
                  <a:pt x="18304" y="3036"/>
                </a:cubicBezTo>
                <a:close/>
                <a:moveTo>
                  <a:pt x="18781" y="3523"/>
                </a:moveTo>
                <a:lnTo>
                  <a:pt x="3522" y="18781"/>
                </a:lnTo>
                <a:cubicBezTo>
                  <a:pt x="3598" y="18850"/>
                  <a:pt x="3676" y="18915"/>
                  <a:pt x="3753" y="18982"/>
                </a:cubicBezTo>
                <a:lnTo>
                  <a:pt x="18982" y="3753"/>
                </a:lnTo>
                <a:cubicBezTo>
                  <a:pt x="18915" y="3676"/>
                  <a:pt x="18850" y="3598"/>
                  <a:pt x="18781" y="3523"/>
                </a:cubicBezTo>
                <a:close/>
                <a:moveTo>
                  <a:pt x="19224" y="4041"/>
                </a:moveTo>
                <a:lnTo>
                  <a:pt x="4041" y="19224"/>
                </a:lnTo>
                <a:cubicBezTo>
                  <a:pt x="4121" y="19289"/>
                  <a:pt x="4202" y="19350"/>
                  <a:pt x="4283" y="19412"/>
                </a:cubicBezTo>
                <a:lnTo>
                  <a:pt x="19412" y="4283"/>
                </a:lnTo>
                <a:cubicBezTo>
                  <a:pt x="19350" y="4202"/>
                  <a:pt x="19289" y="4121"/>
                  <a:pt x="19224" y="4041"/>
                </a:cubicBezTo>
                <a:close/>
                <a:moveTo>
                  <a:pt x="19637" y="4591"/>
                </a:moveTo>
                <a:lnTo>
                  <a:pt x="4591" y="19637"/>
                </a:lnTo>
                <a:cubicBezTo>
                  <a:pt x="4675" y="19696"/>
                  <a:pt x="4758" y="19757"/>
                  <a:pt x="4843" y="19813"/>
                </a:cubicBezTo>
                <a:lnTo>
                  <a:pt x="19813" y="4844"/>
                </a:lnTo>
                <a:cubicBezTo>
                  <a:pt x="19757" y="4758"/>
                  <a:pt x="19696" y="4675"/>
                  <a:pt x="19637" y="4591"/>
                </a:cubicBezTo>
                <a:close/>
                <a:moveTo>
                  <a:pt x="20019" y="5172"/>
                </a:moveTo>
                <a:lnTo>
                  <a:pt x="5172" y="20019"/>
                </a:lnTo>
                <a:cubicBezTo>
                  <a:pt x="5261" y="20073"/>
                  <a:pt x="5351" y="20126"/>
                  <a:pt x="5441" y="20178"/>
                </a:cubicBezTo>
                <a:lnTo>
                  <a:pt x="20178" y="5441"/>
                </a:lnTo>
                <a:cubicBezTo>
                  <a:pt x="20126" y="5351"/>
                  <a:pt x="20073" y="5261"/>
                  <a:pt x="20019" y="5172"/>
                </a:cubicBezTo>
                <a:close/>
                <a:moveTo>
                  <a:pt x="20369" y="5782"/>
                </a:moveTo>
                <a:lnTo>
                  <a:pt x="5782" y="20369"/>
                </a:lnTo>
                <a:cubicBezTo>
                  <a:pt x="5877" y="20419"/>
                  <a:pt x="5974" y="20463"/>
                  <a:pt x="6071" y="20510"/>
                </a:cubicBezTo>
                <a:lnTo>
                  <a:pt x="20510" y="6071"/>
                </a:lnTo>
                <a:cubicBezTo>
                  <a:pt x="20463" y="5975"/>
                  <a:pt x="20419" y="5878"/>
                  <a:pt x="20369" y="5782"/>
                </a:cubicBezTo>
                <a:close/>
                <a:moveTo>
                  <a:pt x="20679" y="6434"/>
                </a:moveTo>
                <a:lnTo>
                  <a:pt x="6434" y="20679"/>
                </a:lnTo>
                <a:cubicBezTo>
                  <a:pt x="6534" y="20723"/>
                  <a:pt x="6633" y="20769"/>
                  <a:pt x="6734" y="20809"/>
                </a:cubicBezTo>
                <a:lnTo>
                  <a:pt x="20809" y="6735"/>
                </a:lnTo>
                <a:cubicBezTo>
                  <a:pt x="20769" y="6634"/>
                  <a:pt x="20723" y="6534"/>
                  <a:pt x="20679" y="6434"/>
                </a:cubicBezTo>
                <a:close/>
                <a:moveTo>
                  <a:pt x="20956" y="7121"/>
                </a:moveTo>
                <a:lnTo>
                  <a:pt x="7120" y="20956"/>
                </a:lnTo>
                <a:cubicBezTo>
                  <a:pt x="7226" y="20994"/>
                  <a:pt x="7333" y="21030"/>
                  <a:pt x="7439" y="21065"/>
                </a:cubicBezTo>
                <a:lnTo>
                  <a:pt x="21065" y="7439"/>
                </a:lnTo>
                <a:cubicBezTo>
                  <a:pt x="21030" y="7333"/>
                  <a:pt x="20994" y="7226"/>
                  <a:pt x="20956" y="7121"/>
                </a:cubicBezTo>
                <a:close/>
                <a:moveTo>
                  <a:pt x="21190" y="7848"/>
                </a:moveTo>
                <a:lnTo>
                  <a:pt x="7848" y="21190"/>
                </a:lnTo>
                <a:cubicBezTo>
                  <a:pt x="7960" y="21221"/>
                  <a:pt x="8073" y="21252"/>
                  <a:pt x="8186" y="21280"/>
                </a:cubicBezTo>
                <a:lnTo>
                  <a:pt x="21280" y="8186"/>
                </a:lnTo>
                <a:cubicBezTo>
                  <a:pt x="21252" y="8073"/>
                  <a:pt x="21221" y="7960"/>
                  <a:pt x="21190" y="7848"/>
                </a:cubicBezTo>
                <a:close/>
                <a:moveTo>
                  <a:pt x="21378" y="8623"/>
                </a:moveTo>
                <a:lnTo>
                  <a:pt x="8623" y="21378"/>
                </a:lnTo>
                <a:cubicBezTo>
                  <a:pt x="8743" y="21402"/>
                  <a:pt x="8863" y="21424"/>
                  <a:pt x="8984" y="21445"/>
                </a:cubicBezTo>
                <a:lnTo>
                  <a:pt x="21445" y="8984"/>
                </a:lnTo>
                <a:cubicBezTo>
                  <a:pt x="21424" y="8864"/>
                  <a:pt x="21402" y="8743"/>
                  <a:pt x="21378" y="8623"/>
                </a:cubicBezTo>
                <a:close/>
                <a:moveTo>
                  <a:pt x="21514" y="9448"/>
                </a:moveTo>
                <a:lnTo>
                  <a:pt x="9447" y="21514"/>
                </a:lnTo>
                <a:cubicBezTo>
                  <a:pt x="9576" y="21530"/>
                  <a:pt x="9704" y="21546"/>
                  <a:pt x="9833" y="21557"/>
                </a:cubicBezTo>
                <a:lnTo>
                  <a:pt x="21557" y="9834"/>
                </a:lnTo>
                <a:cubicBezTo>
                  <a:pt x="21546" y="9705"/>
                  <a:pt x="21530" y="9576"/>
                  <a:pt x="21514" y="9448"/>
                </a:cubicBezTo>
                <a:close/>
                <a:moveTo>
                  <a:pt x="21590" y="10333"/>
                </a:moveTo>
                <a:lnTo>
                  <a:pt x="10332" y="21590"/>
                </a:lnTo>
                <a:cubicBezTo>
                  <a:pt x="10473" y="21596"/>
                  <a:pt x="10613" y="21599"/>
                  <a:pt x="10753" y="21600"/>
                </a:cubicBezTo>
                <a:lnTo>
                  <a:pt x="21600" y="10754"/>
                </a:lnTo>
                <a:cubicBezTo>
                  <a:pt x="21599" y="10613"/>
                  <a:pt x="21596" y="10473"/>
                  <a:pt x="21590" y="10333"/>
                </a:cubicBezTo>
                <a:close/>
                <a:moveTo>
                  <a:pt x="21590" y="11296"/>
                </a:moveTo>
                <a:lnTo>
                  <a:pt x="11295" y="21590"/>
                </a:lnTo>
                <a:cubicBezTo>
                  <a:pt x="11449" y="21583"/>
                  <a:pt x="11603" y="21572"/>
                  <a:pt x="11757" y="21558"/>
                </a:cubicBezTo>
                <a:lnTo>
                  <a:pt x="21558" y="11757"/>
                </a:lnTo>
                <a:cubicBezTo>
                  <a:pt x="21572" y="11603"/>
                  <a:pt x="21583" y="11450"/>
                  <a:pt x="21590" y="11296"/>
                </a:cubicBezTo>
                <a:close/>
                <a:moveTo>
                  <a:pt x="21489" y="12358"/>
                </a:moveTo>
                <a:lnTo>
                  <a:pt x="12358" y="21489"/>
                </a:lnTo>
                <a:cubicBezTo>
                  <a:pt x="12531" y="21464"/>
                  <a:pt x="12703" y="21434"/>
                  <a:pt x="12876" y="21400"/>
                </a:cubicBezTo>
                <a:lnTo>
                  <a:pt x="21400" y="12876"/>
                </a:lnTo>
                <a:cubicBezTo>
                  <a:pt x="21434" y="12704"/>
                  <a:pt x="21464" y="12531"/>
                  <a:pt x="21489" y="12358"/>
                </a:cubicBezTo>
                <a:close/>
                <a:moveTo>
                  <a:pt x="21239" y="13569"/>
                </a:moveTo>
                <a:lnTo>
                  <a:pt x="13569" y="21239"/>
                </a:lnTo>
                <a:cubicBezTo>
                  <a:pt x="13774" y="21185"/>
                  <a:pt x="13978" y="21125"/>
                  <a:pt x="14181" y="21058"/>
                </a:cubicBezTo>
                <a:lnTo>
                  <a:pt x="21058" y="14181"/>
                </a:lnTo>
                <a:cubicBezTo>
                  <a:pt x="21125" y="13978"/>
                  <a:pt x="21185" y="13774"/>
                  <a:pt x="21239" y="13569"/>
                </a:cubicBezTo>
                <a:close/>
                <a:moveTo>
                  <a:pt x="20736" y="15035"/>
                </a:moveTo>
                <a:lnTo>
                  <a:pt x="15035" y="20736"/>
                </a:lnTo>
                <a:cubicBezTo>
                  <a:pt x="15310" y="20619"/>
                  <a:pt x="15581" y="20493"/>
                  <a:pt x="15848" y="20352"/>
                </a:cubicBezTo>
                <a:lnTo>
                  <a:pt x="20352" y="15848"/>
                </a:lnTo>
                <a:cubicBezTo>
                  <a:pt x="20493" y="15581"/>
                  <a:pt x="20619" y="15310"/>
                  <a:pt x="20736" y="15035"/>
                </a:cubicBezTo>
                <a:close/>
                <a:moveTo>
                  <a:pt x="19400" y="17332"/>
                </a:moveTo>
                <a:lnTo>
                  <a:pt x="17332" y="19400"/>
                </a:lnTo>
                <a:cubicBezTo>
                  <a:pt x="17716" y="19108"/>
                  <a:pt x="18087" y="18789"/>
                  <a:pt x="18438" y="18438"/>
                </a:cubicBezTo>
                <a:cubicBezTo>
                  <a:pt x="18788" y="18087"/>
                  <a:pt x="19107" y="17716"/>
                  <a:pt x="19400" y="17332"/>
                </a:cubicBezTo>
                <a:close/>
              </a:path>
            </a:pathLst>
          </a:custGeom>
          <a:solidFill>
            <a:schemeClr val="accent4"/>
          </a:solidFill>
          <a:ln w="12700">
            <a:miter lim="400000"/>
          </a:ln>
        </p:spPr>
        <p:txBody>
          <a:bodyPr lIns="0" tIns="0" rIns="0" bIns="0" anchor="ctr"/>
          <a:lstStyle/>
          <a:p>
            <a:pPr marL="0" marR="0" lvl="0" indent="0" algn="ctr" defTabSz="8255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 kumimoji="0" sz="32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Helvetica Neue Medium"/>
              <a:sym typeface="Helvetica Neue Medium"/>
            </a:endParaRPr>
          </a:p>
        </p:txBody>
      </p:sp>
      <p:sp>
        <p:nvSpPr>
          <p:cNvPr id="200" name="Shape">
            <a:extLst>
              <a:ext uri="{FF2B5EF4-FFF2-40B4-BE49-F238E27FC236}">
                <a16:creationId xmlns:a16="http://schemas.microsoft.com/office/drawing/2014/main" id="{CC47985B-DD7A-CFF3-F1D6-57CFD2FCAEFA}"/>
              </a:ext>
            </a:extLst>
          </p:cNvPr>
          <p:cNvSpPr/>
          <p:nvPr/>
        </p:nvSpPr>
        <p:spPr>
          <a:xfrm>
            <a:off x="22467966" y="8316507"/>
            <a:ext cx="4276957" cy="427713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800" y="0"/>
                </a:moveTo>
                <a:cubicBezTo>
                  <a:pt x="10787" y="0"/>
                  <a:pt x="10773" y="1"/>
                  <a:pt x="10759" y="1"/>
                </a:cubicBezTo>
                <a:lnTo>
                  <a:pt x="1" y="10760"/>
                </a:lnTo>
                <a:cubicBezTo>
                  <a:pt x="0" y="10900"/>
                  <a:pt x="3" y="11040"/>
                  <a:pt x="8" y="11181"/>
                </a:cubicBezTo>
                <a:lnTo>
                  <a:pt x="11180" y="9"/>
                </a:lnTo>
                <a:cubicBezTo>
                  <a:pt x="11054" y="4"/>
                  <a:pt x="10927" y="0"/>
                  <a:pt x="10800" y="0"/>
                </a:cubicBezTo>
                <a:close/>
                <a:moveTo>
                  <a:pt x="10211" y="17"/>
                </a:moveTo>
                <a:cubicBezTo>
                  <a:pt x="10057" y="25"/>
                  <a:pt x="9903" y="36"/>
                  <a:pt x="9748" y="51"/>
                </a:cubicBezTo>
                <a:lnTo>
                  <a:pt x="50" y="9749"/>
                </a:lnTo>
                <a:cubicBezTo>
                  <a:pt x="35" y="9903"/>
                  <a:pt x="25" y="10057"/>
                  <a:pt x="16" y="10212"/>
                </a:cubicBezTo>
                <a:lnTo>
                  <a:pt x="10211" y="17"/>
                </a:lnTo>
                <a:close/>
                <a:moveTo>
                  <a:pt x="11683" y="38"/>
                </a:moveTo>
                <a:lnTo>
                  <a:pt x="38" y="11684"/>
                </a:lnTo>
                <a:cubicBezTo>
                  <a:pt x="48" y="11814"/>
                  <a:pt x="62" y="11944"/>
                  <a:pt x="78" y="12075"/>
                </a:cubicBezTo>
                <a:lnTo>
                  <a:pt x="12074" y="78"/>
                </a:lnTo>
                <a:cubicBezTo>
                  <a:pt x="11944" y="63"/>
                  <a:pt x="11814" y="49"/>
                  <a:pt x="11683" y="38"/>
                </a:cubicBezTo>
                <a:close/>
                <a:moveTo>
                  <a:pt x="9136" y="131"/>
                </a:moveTo>
                <a:cubicBezTo>
                  <a:pt x="8960" y="158"/>
                  <a:pt x="8786" y="190"/>
                  <a:pt x="8611" y="226"/>
                </a:cubicBezTo>
                <a:lnTo>
                  <a:pt x="226" y="8611"/>
                </a:lnTo>
                <a:cubicBezTo>
                  <a:pt x="190" y="8786"/>
                  <a:pt x="157" y="8961"/>
                  <a:pt x="130" y="9137"/>
                </a:cubicBezTo>
                <a:lnTo>
                  <a:pt x="9136" y="131"/>
                </a:lnTo>
                <a:close/>
                <a:moveTo>
                  <a:pt x="12541" y="143"/>
                </a:moveTo>
                <a:lnTo>
                  <a:pt x="143" y="12541"/>
                </a:lnTo>
                <a:cubicBezTo>
                  <a:pt x="163" y="12663"/>
                  <a:pt x="183" y="12785"/>
                  <a:pt x="207" y="12906"/>
                </a:cubicBezTo>
                <a:lnTo>
                  <a:pt x="12906" y="208"/>
                </a:lnTo>
                <a:cubicBezTo>
                  <a:pt x="12785" y="184"/>
                  <a:pt x="12663" y="163"/>
                  <a:pt x="12541" y="143"/>
                </a:cubicBezTo>
                <a:close/>
                <a:moveTo>
                  <a:pt x="13343" y="303"/>
                </a:moveTo>
                <a:lnTo>
                  <a:pt x="303" y="13343"/>
                </a:lnTo>
                <a:cubicBezTo>
                  <a:pt x="330" y="13456"/>
                  <a:pt x="361" y="13569"/>
                  <a:pt x="392" y="13682"/>
                </a:cubicBezTo>
                <a:lnTo>
                  <a:pt x="13682" y="393"/>
                </a:lnTo>
                <a:cubicBezTo>
                  <a:pt x="13569" y="362"/>
                  <a:pt x="13456" y="331"/>
                  <a:pt x="13343" y="303"/>
                </a:cubicBezTo>
                <a:close/>
                <a:moveTo>
                  <a:pt x="7909" y="395"/>
                </a:moveTo>
                <a:cubicBezTo>
                  <a:pt x="7701" y="452"/>
                  <a:pt x="7495" y="515"/>
                  <a:pt x="7290" y="585"/>
                </a:cubicBezTo>
                <a:lnTo>
                  <a:pt x="584" y="7290"/>
                </a:lnTo>
                <a:cubicBezTo>
                  <a:pt x="514" y="7495"/>
                  <a:pt x="452" y="7702"/>
                  <a:pt x="394" y="7909"/>
                </a:cubicBezTo>
                <a:lnTo>
                  <a:pt x="7909" y="395"/>
                </a:lnTo>
                <a:close/>
                <a:moveTo>
                  <a:pt x="14094" y="515"/>
                </a:moveTo>
                <a:lnTo>
                  <a:pt x="514" y="14094"/>
                </a:lnTo>
                <a:cubicBezTo>
                  <a:pt x="549" y="14202"/>
                  <a:pt x="583" y="14310"/>
                  <a:pt x="620" y="14417"/>
                </a:cubicBezTo>
                <a:lnTo>
                  <a:pt x="14417" y="621"/>
                </a:lnTo>
                <a:cubicBezTo>
                  <a:pt x="14310" y="583"/>
                  <a:pt x="14202" y="549"/>
                  <a:pt x="14094" y="515"/>
                </a:cubicBezTo>
                <a:close/>
                <a:moveTo>
                  <a:pt x="14804" y="767"/>
                </a:moveTo>
                <a:lnTo>
                  <a:pt x="767" y="14804"/>
                </a:lnTo>
                <a:cubicBezTo>
                  <a:pt x="807" y="14905"/>
                  <a:pt x="851" y="15004"/>
                  <a:pt x="894" y="15104"/>
                </a:cubicBezTo>
                <a:lnTo>
                  <a:pt x="15104" y="895"/>
                </a:lnTo>
                <a:cubicBezTo>
                  <a:pt x="15004" y="852"/>
                  <a:pt x="14905" y="807"/>
                  <a:pt x="14804" y="767"/>
                </a:cubicBezTo>
                <a:close/>
                <a:moveTo>
                  <a:pt x="6411" y="932"/>
                </a:moveTo>
                <a:cubicBezTo>
                  <a:pt x="6118" y="1062"/>
                  <a:pt x="5831" y="1206"/>
                  <a:pt x="5549" y="1363"/>
                </a:cubicBezTo>
                <a:lnTo>
                  <a:pt x="1362" y="5549"/>
                </a:lnTo>
                <a:cubicBezTo>
                  <a:pt x="1205" y="5832"/>
                  <a:pt x="1061" y="6119"/>
                  <a:pt x="931" y="6411"/>
                </a:cubicBezTo>
                <a:lnTo>
                  <a:pt x="6411" y="932"/>
                </a:lnTo>
                <a:close/>
                <a:moveTo>
                  <a:pt x="15470" y="1061"/>
                </a:moveTo>
                <a:lnTo>
                  <a:pt x="1060" y="15471"/>
                </a:lnTo>
                <a:cubicBezTo>
                  <a:pt x="1106" y="15567"/>
                  <a:pt x="1153" y="15664"/>
                  <a:pt x="1202" y="15759"/>
                </a:cubicBezTo>
                <a:lnTo>
                  <a:pt x="15759" y="1203"/>
                </a:lnTo>
                <a:cubicBezTo>
                  <a:pt x="15663" y="1153"/>
                  <a:pt x="15567" y="1107"/>
                  <a:pt x="15470" y="1061"/>
                </a:cubicBezTo>
                <a:close/>
                <a:moveTo>
                  <a:pt x="16103" y="1391"/>
                </a:moveTo>
                <a:lnTo>
                  <a:pt x="1391" y="16103"/>
                </a:lnTo>
                <a:cubicBezTo>
                  <a:pt x="1442" y="16194"/>
                  <a:pt x="1494" y="16285"/>
                  <a:pt x="1549" y="16375"/>
                </a:cubicBezTo>
                <a:lnTo>
                  <a:pt x="16375" y="1549"/>
                </a:lnTo>
                <a:cubicBezTo>
                  <a:pt x="16285" y="1495"/>
                  <a:pt x="16194" y="1442"/>
                  <a:pt x="16103" y="1391"/>
                </a:cubicBezTo>
                <a:close/>
                <a:moveTo>
                  <a:pt x="16703" y="1754"/>
                </a:moveTo>
                <a:lnTo>
                  <a:pt x="1753" y="16703"/>
                </a:lnTo>
                <a:cubicBezTo>
                  <a:pt x="1809" y="16788"/>
                  <a:pt x="1869" y="16872"/>
                  <a:pt x="1928" y="16956"/>
                </a:cubicBezTo>
                <a:lnTo>
                  <a:pt x="16956" y="1928"/>
                </a:lnTo>
                <a:cubicBezTo>
                  <a:pt x="16872" y="1869"/>
                  <a:pt x="16788" y="1810"/>
                  <a:pt x="16703" y="1754"/>
                </a:cubicBezTo>
                <a:close/>
                <a:moveTo>
                  <a:pt x="17267" y="2151"/>
                </a:moveTo>
                <a:lnTo>
                  <a:pt x="2151" y="17267"/>
                </a:lnTo>
                <a:cubicBezTo>
                  <a:pt x="2212" y="17349"/>
                  <a:pt x="2274" y="17430"/>
                  <a:pt x="2338" y="17510"/>
                </a:cubicBezTo>
                <a:lnTo>
                  <a:pt x="17510" y="2338"/>
                </a:lnTo>
                <a:cubicBezTo>
                  <a:pt x="17430" y="2275"/>
                  <a:pt x="17349" y="2212"/>
                  <a:pt x="17267" y="2151"/>
                </a:cubicBezTo>
                <a:close/>
                <a:moveTo>
                  <a:pt x="3805" y="2574"/>
                </a:moveTo>
                <a:cubicBezTo>
                  <a:pt x="3586" y="2761"/>
                  <a:pt x="3370" y="2956"/>
                  <a:pt x="3163" y="3163"/>
                </a:cubicBezTo>
                <a:cubicBezTo>
                  <a:pt x="2955" y="3371"/>
                  <a:pt x="2761" y="3586"/>
                  <a:pt x="2574" y="3806"/>
                </a:cubicBezTo>
                <a:lnTo>
                  <a:pt x="3805" y="2574"/>
                </a:lnTo>
                <a:close/>
                <a:moveTo>
                  <a:pt x="17801" y="2579"/>
                </a:moveTo>
                <a:lnTo>
                  <a:pt x="2579" y="17801"/>
                </a:lnTo>
                <a:cubicBezTo>
                  <a:pt x="2645" y="17878"/>
                  <a:pt x="2709" y="17957"/>
                  <a:pt x="2777" y="18032"/>
                </a:cubicBezTo>
                <a:lnTo>
                  <a:pt x="18032" y="2777"/>
                </a:lnTo>
                <a:cubicBezTo>
                  <a:pt x="17957" y="2709"/>
                  <a:pt x="17878" y="2645"/>
                  <a:pt x="17801" y="2579"/>
                </a:cubicBezTo>
                <a:close/>
                <a:moveTo>
                  <a:pt x="18304" y="3036"/>
                </a:moveTo>
                <a:lnTo>
                  <a:pt x="3036" y="18304"/>
                </a:lnTo>
                <a:cubicBezTo>
                  <a:pt x="3079" y="18349"/>
                  <a:pt x="3119" y="18394"/>
                  <a:pt x="3163" y="18438"/>
                </a:cubicBezTo>
                <a:cubicBezTo>
                  <a:pt x="3191" y="18466"/>
                  <a:pt x="3222" y="18492"/>
                  <a:pt x="3250" y="18521"/>
                </a:cubicBezTo>
                <a:lnTo>
                  <a:pt x="18521" y="3251"/>
                </a:lnTo>
                <a:cubicBezTo>
                  <a:pt x="18492" y="3222"/>
                  <a:pt x="18466" y="3192"/>
                  <a:pt x="18438" y="3163"/>
                </a:cubicBezTo>
                <a:cubicBezTo>
                  <a:pt x="18394" y="3119"/>
                  <a:pt x="18348" y="3079"/>
                  <a:pt x="18304" y="3036"/>
                </a:cubicBezTo>
                <a:close/>
                <a:moveTo>
                  <a:pt x="18781" y="3523"/>
                </a:moveTo>
                <a:lnTo>
                  <a:pt x="3522" y="18781"/>
                </a:lnTo>
                <a:cubicBezTo>
                  <a:pt x="3598" y="18850"/>
                  <a:pt x="3676" y="18915"/>
                  <a:pt x="3753" y="18982"/>
                </a:cubicBezTo>
                <a:lnTo>
                  <a:pt x="18982" y="3753"/>
                </a:lnTo>
                <a:cubicBezTo>
                  <a:pt x="18915" y="3676"/>
                  <a:pt x="18850" y="3598"/>
                  <a:pt x="18781" y="3523"/>
                </a:cubicBezTo>
                <a:close/>
                <a:moveTo>
                  <a:pt x="19224" y="4041"/>
                </a:moveTo>
                <a:lnTo>
                  <a:pt x="4041" y="19224"/>
                </a:lnTo>
                <a:cubicBezTo>
                  <a:pt x="4121" y="19289"/>
                  <a:pt x="4202" y="19350"/>
                  <a:pt x="4283" y="19412"/>
                </a:cubicBezTo>
                <a:lnTo>
                  <a:pt x="19412" y="4283"/>
                </a:lnTo>
                <a:cubicBezTo>
                  <a:pt x="19350" y="4202"/>
                  <a:pt x="19289" y="4121"/>
                  <a:pt x="19224" y="4041"/>
                </a:cubicBezTo>
                <a:close/>
                <a:moveTo>
                  <a:pt x="19637" y="4591"/>
                </a:moveTo>
                <a:lnTo>
                  <a:pt x="4591" y="19637"/>
                </a:lnTo>
                <a:cubicBezTo>
                  <a:pt x="4675" y="19696"/>
                  <a:pt x="4758" y="19757"/>
                  <a:pt x="4843" y="19813"/>
                </a:cubicBezTo>
                <a:lnTo>
                  <a:pt x="19813" y="4844"/>
                </a:lnTo>
                <a:cubicBezTo>
                  <a:pt x="19757" y="4758"/>
                  <a:pt x="19696" y="4675"/>
                  <a:pt x="19637" y="4591"/>
                </a:cubicBezTo>
                <a:close/>
                <a:moveTo>
                  <a:pt x="20019" y="5172"/>
                </a:moveTo>
                <a:lnTo>
                  <a:pt x="5172" y="20019"/>
                </a:lnTo>
                <a:cubicBezTo>
                  <a:pt x="5261" y="20073"/>
                  <a:pt x="5351" y="20126"/>
                  <a:pt x="5441" y="20178"/>
                </a:cubicBezTo>
                <a:lnTo>
                  <a:pt x="20178" y="5441"/>
                </a:lnTo>
                <a:cubicBezTo>
                  <a:pt x="20126" y="5351"/>
                  <a:pt x="20073" y="5261"/>
                  <a:pt x="20019" y="5172"/>
                </a:cubicBezTo>
                <a:close/>
                <a:moveTo>
                  <a:pt x="20369" y="5782"/>
                </a:moveTo>
                <a:lnTo>
                  <a:pt x="5782" y="20369"/>
                </a:lnTo>
                <a:cubicBezTo>
                  <a:pt x="5877" y="20419"/>
                  <a:pt x="5974" y="20463"/>
                  <a:pt x="6071" y="20510"/>
                </a:cubicBezTo>
                <a:lnTo>
                  <a:pt x="20510" y="6071"/>
                </a:lnTo>
                <a:cubicBezTo>
                  <a:pt x="20463" y="5975"/>
                  <a:pt x="20419" y="5878"/>
                  <a:pt x="20369" y="5782"/>
                </a:cubicBezTo>
                <a:close/>
                <a:moveTo>
                  <a:pt x="20679" y="6434"/>
                </a:moveTo>
                <a:lnTo>
                  <a:pt x="6434" y="20679"/>
                </a:lnTo>
                <a:cubicBezTo>
                  <a:pt x="6534" y="20723"/>
                  <a:pt x="6633" y="20769"/>
                  <a:pt x="6734" y="20809"/>
                </a:cubicBezTo>
                <a:lnTo>
                  <a:pt x="20809" y="6735"/>
                </a:lnTo>
                <a:cubicBezTo>
                  <a:pt x="20769" y="6634"/>
                  <a:pt x="20723" y="6534"/>
                  <a:pt x="20679" y="6434"/>
                </a:cubicBezTo>
                <a:close/>
                <a:moveTo>
                  <a:pt x="20956" y="7121"/>
                </a:moveTo>
                <a:lnTo>
                  <a:pt x="7120" y="20956"/>
                </a:lnTo>
                <a:cubicBezTo>
                  <a:pt x="7226" y="20994"/>
                  <a:pt x="7333" y="21030"/>
                  <a:pt x="7439" y="21065"/>
                </a:cubicBezTo>
                <a:lnTo>
                  <a:pt x="21065" y="7439"/>
                </a:lnTo>
                <a:cubicBezTo>
                  <a:pt x="21030" y="7333"/>
                  <a:pt x="20994" y="7226"/>
                  <a:pt x="20956" y="7121"/>
                </a:cubicBezTo>
                <a:close/>
                <a:moveTo>
                  <a:pt x="21190" y="7848"/>
                </a:moveTo>
                <a:lnTo>
                  <a:pt x="7848" y="21190"/>
                </a:lnTo>
                <a:cubicBezTo>
                  <a:pt x="7960" y="21221"/>
                  <a:pt x="8073" y="21252"/>
                  <a:pt x="8186" y="21280"/>
                </a:cubicBezTo>
                <a:lnTo>
                  <a:pt x="21280" y="8186"/>
                </a:lnTo>
                <a:cubicBezTo>
                  <a:pt x="21252" y="8073"/>
                  <a:pt x="21221" y="7960"/>
                  <a:pt x="21190" y="7848"/>
                </a:cubicBezTo>
                <a:close/>
                <a:moveTo>
                  <a:pt x="21378" y="8623"/>
                </a:moveTo>
                <a:lnTo>
                  <a:pt x="8623" y="21378"/>
                </a:lnTo>
                <a:cubicBezTo>
                  <a:pt x="8743" y="21402"/>
                  <a:pt x="8863" y="21424"/>
                  <a:pt x="8984" y="21445"/>
                </a:cubicBezTo>
                <a:lnTo>
                  <a:pt x="21445" y="8984"/>
                </a:lnTo>
                <a:cubicBezTo>
                  <a:pt x="21424" y="8864"/>
                  <a:pt x="21402" y="8743"/>
                  <a:pt x="21378" y="8623"/>
                </a:cubicBezTo>
                <a:close/>
                <a:moveTo>
                  <a:pt x="21514" y="9448"/>
                </a:moveTo>
                <a:lnTo>
                  <a:pt x="9447" y="21514"/>
                </a:lnTo>
                <a:cubicBezTo>
                  <a:pt x="9576" y="21530"/>
                  <a:pt x="9704" y="21546"/>
                  <a:pt x="9833" y="21557"/>
                </a:cubicBezTo>
                <a:lnTo>
                  <a:pt x="21557" y="9834"/>
                </a:lnTo>
                <a:cubicBezTo>
                  <a:pt x="21546" y="9705"/>
                  <a:pt x="21530" y="9576"/>
                  <a:pt x="21514" y="9448"/>
                </a:cubicBezTo>
                <a:close/>
                <a:moveTo>
                  <a:pt x="21590" y="10333"/>
                </a:moveTo>
                <a:lnTo>
                  <a:pt x="10332" y="21590"/>
                </a:lnTo>
                <a:cubicBezTo>
                  <a:pt x="10473" y="21596"/>
                  <a:pt x="10613" y="21599"/>
                  <a:pt x="10753" y="21600"/>
                </a:cubicBezTo>
                <a:lnTo>
                  <a:pt x="21600" y="10754"/>
                </a:lnTo>
                <a:cubicBezTo>
                  <a:pt x="21599" y="10613"/>
                  <a:pt x="21596" y="10473"/>
                  <a:pt x="21590" y="10333"/>
                </a:cubicBezTo>
                <a:close/>
                <a:moveTo>
                  <a:pt x="21590" y="11296"/>
                </a:moveTo>
                <a:lnTo>
                  <a:pt x="11295" y="21590"/>
                </a:lnTo>
                <a:cubicBezTo>
                  <a:pt x="11449" y="21583"/>
                  <a:pt x="11603" y="21572"/>
                  <a:pt x="11757" y="21558"/>
                </a:cubicBezTo>
                <a:lnTo>
                  <a:pt x="21558" y="11757"/>
                </a:lnTo>
                <a:cubicBezTo>
                  <a:pt x="21572" y="11603"/>
                  <a:pt x="21583" y="11450"/>
                  <a:pt x="21590" y="11296"/>
                </a:cubicBezTo>
                <a:close/>
                <a:moveTo>
                  <a:pt x="21489" y="12358"/>
                </a:moveTo>
                <a:lnTo>
                  <a:pt x="12358" y="21489"/>
                </a:lnTo>
                <a:cubicBezTo>
                  <a:pt x="12531" y="21464"/>
                  <a:pt x="12703" y="21434"/>
                  <a:pt x="12876" y="21400"/>
                </a:cubicBezTo>
                <a:lnTo>
                  <a:pt x="21400" y="12876"/>
                </a:lnTo>
                <a:cubicBezTo>
                  <a:pt x="21434" y="12704"/>
                  <a:pt x="21464" y="12531"/>
                  <a:pt x="21489" y="12358"/>
                </a:cubicBezTo>
                <a:close/>
                <a:moveTo>
                  <a:pt x="21239" y="13569"/>
                </a:moveTo>
                <a:lnTo>
                  <a:pt x="13569" y="21239"/>
                </a:lnTo>
                <a:cubicBezTo>
                  <a:pt x="13774" y="21185"/>
                  <a:pt x="13978" y="21125"/>
                  <a:pt x="14181" y="21058"/>
                </a:cubicBezTo>
                <a:lnTo>
                  <a:pt x="21058" y="14181"/>
                </a:lnTo>
                <a:cubicBezTo>
                  <a:pt x="21125" y="13978"/>
                  <a:pt x="21185" y="13774"/>
                  <a:pt x="21239" y="13569"/>
                </a:cubicBezTo>
                <a:close/>
                <a:moveTo>
                  <a:pt x="20736" y="15035"/>
                </a:moveTo>
                <a:lnTo>
                  <a:pt x="15035" y="20736"/>
                </a:lnTo>
                <a:cubicBezTo>
                  <a:pt x="15310" y="20619"/>
                  <a:pt x="15581" y="20493"/>
                  <a:pt x="15848" y="20352"/>
                </a:cubicBezTo>
                <a:lnTo>
                  <a:pt x="20352" y="15848"/>
                </a:lnTo>
                <a:cubicBezTo>
                  <a:pt x="20493" y="15581"/>
                  <a:pt x="20619" y="15310"/>
                  <a:pt x="20736" y="15035"/>
                </a:cubicBezTo>
                <a:close/>
                <a:moveTo>
                  <a:pt x="19400" y="17332"/>
                </a:moveTo>
                <a:lnTo>
                  <a:pt x="17332" y="19400"/>
                </a:lnTo>
                <a:cubicBezTo>
                  <a:pt x="17716" y="19108"/>
                  <a:pt x="18087" y="18789"/>
                  <a:pt x="18438" y="18438"/>
                </a:cubicBezTo>
                <a:cubicBezTo>
                  <a:pt x="18788" y="18087"/>
                  <a:pt x="19107" y="17716"/>
                  <a:pt x="19400" y="17332"/>
                </a:cubicBezTo>
                <a:close/>
              </a:path>
            </a:pathLst>
          </a:custGeom>
          <a:solidFill>
            <a:schemeClr val="accent4"/>
          </a:solidFill>
          <a:ln w="12700">
            <a:miter lim="400000"/>
          </a:ln>
        </p:spPr>
        <p:txBody>
          <a:bodyPr lIns="0" tIns="0" rIns="0" bIns="0" anchor="ctr"/>
          <a:lstStyle/>
          <a:p>
            <a:pPr marL="0" marR="0" lvl="0" indent="0" algn="ctr" defTabSz="8255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 kumimoji="0" sz="32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Helvetica Neue Medium"/>
              <a:sym typeface="Helvetica Neue Medium"/>
            </a:endParaRPr>
          </a:p>
        </p:txBody>
      </p:sp>
      <p:sp>
        <p:nvSpPr>
          <p:cNvPr id="201" name="Shape">
            <a:extLst>
              <a:ext uri="{FF2B5EF4-FFF2-40B4-BE49-F238E27FC236}">
                <a16:creationId xmlns:a16="http://schemas.microsoft.com/office/drawing/2014/main" id="{026AC779-D30F-EB76-B459-F15062E3259F}"/>
              </a:ext>
            </a:extLst>
          </p:cNvPr>
          <p:cNvSpPr/>
          <p:nvPr/>
        </p:nvSpPr>
        <p:spPr>
          <a:xfrm>
            <a:off x="-9782" y="-14685"/>
            <a:ext cx="5401449" cy="1371951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489" h="21600" extrusionOk="0">
                <a:moveTo>
                  <a:pt x="9876" y="0"/>
                </a:moveTo>
                <a:cubicBezTo>
                  <a:pt x="14909" y="1061"/>
                  <a:pt x="18164" y="3091"/>
                  <a:pt x="18448" y="5345"/>
                </a:cubicBezTo>
                <a:cubicBezTo>
                  <a:pt x="18695" y="7304"/>
                  <a:pt x="16642" y="9198"/>
                  <a:pt x="12885" y="10477"/>
                </a:cubicBezTo>
                <a:cubicBezTo>
                  <a:pt x="8651" y="11730"/>
                  <a:pt x="7084" y="13955"/>
                  <a:pt x="9071" y="15894"/>
                </a:cubicBezTo>
                <a:cubicBezTo>
                  <a:pt x="10355" y="17147"/>
                  <a:pt x="13013" y="18098"/>
                  <a:pt x="16290" y="18479"/>
                </a:cubicBezTo>
                <a:cubicBezTo>
                  <a:pt x="17951" y="18702"/>
                  <a:pt x="19367" y="19144"/>
                  <a:pt x="20305" y="19731"/>
                </a:cubicBezTo>
                <a:cubicBezTo>
                  <a:pt x="21193" y="20288"/>
                  <a:pt x="21600" y="20944"/>
                  <a:pt x="21463" y="21600"/>
                </a:cubicBezTo>
                <a:lnTo>
                  <a:pt x="0" y="21600"/>
                </a:lnTo>
                <a:lnTo>
                  <a:pt x="0" y="1"/>
                </a:lnTo>
                <a:lnTo>
                  <a:pt x="9876" y="0"/>
                </a:lnTo>
                <a:close/>
              </a:path>
            </a:pathLst>
          </a:custGeom>
          <a:solidFill>
            <a:schemeClr val="accent3"/>
          </a:solidFill>
          <a:ln w="12700">
            <a:miter lim="400000"/>
          </a:ln>
          <a:effectLst>
            <a:outerShdw blurRad="914400" dist="25400" dir="5400000" rotWithShape="0">
              <a:srgbClr val="000000">
                <a:alpha val="50000"/>
              </a:srgbClr>
            </a:outerShdw>
          </a:effectLst>
        </p:spPr>
        <p:txBody>
          <a:bodyPr lIns="50800" tIns="50800" rIns="50800" bIns="50800" anchor="ctr"/>
          <a:lstStyle/>
          <a:p>
            <a:pPr marL="0" marR="0" lvl="0" indent="0" algn="ctr" defTabSz="8255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3000" b="1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Helvetica Neue"/>
              <a:sym typeface="Helvetica Neue"/>
            </a:endParaRPr>
          </a:p>
        </p:txBody>
      </p:sp>
      <p:sp>
        <p:nvSpPr>
          <p:cNvPr id="202" name="Shape">
            <a:extLst>
              <a:ext uri="{FF2B5EF4-FFF2-40B4-BE49-F238E27FC236}">
                <a16:creationId xmlns:a16="http://schemas.microsoft.com/office/drawing/2014/main" id="{BF6BB353-4716-69EE-B992-9B9D0F186A21}"/>
              </a:ext>
            </a:extLst>
          </p:cNvPr>
          <p:cNvSpPr/>
          <p:nvPr/>
        </p:nvSpPr>
        <p:spPr>
          <a:xfrm>
            <a:off x="14077382" y="-26393"/>
            <a:ext cx="10315136" cy="10264133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490" h="20992" extrusionOk="0">
                <a:moveTo>
                  <a:pt x="22" y="0"/>
                </a:moveTo>
                <a:cubicBezTo>
                  <a:pt x="-110" y="1123"/>
                  <a:pt x="362" y="2232"/>
                  <a:pt x="1268" y="2930"/>
                </a:cubicBezTo>
                <a:cubicBezTo>
                  <a:pt x="2187" y="3637"/>
                  <a:pt x="3418" y="3817"/>
                  <a:pt x="4507" y="3403"/>
                </a:cubicBezTo>
                <a:cubicBezTo>
                  <a:pt x="6055" y="2610"/>
                  <a:pt x="7961" y="3061"/>
                  <a:pt x="8970" y="4460"/>
                </a:cubicBezTo>
                <a:cubicBezTo>
                  <a:pt x="9809" y="5622"/>
                  <a:pt x="9807" y="7178"/>
                  <a:pt x="8965" y="8338"/>
                </a:cubicBezTo>
                <a:cubicBezTo>
                  <a:pt x="6771" y="11924"/>
                  <a:pt x="7613" y="16550"/>
                  <a:pt x="10936" y="19169"/>
                </a:cubicBezTo>
                <a:cubicBezTo>
                  <a:pt x="14018" y="21597"/>
                  <a:pt x="18405" y="21600"/>
                  <a:pt x="21490" y="19175"/>
                </a:cubicBezTo>
                <a:lnTo>
                  <a:pt x="21490" y="35"/>
                </a:lnTo>
                <a:lnTo>
                  <a:pt x="22" y="0"/>
                </a:lnTo>
                <a:close/>
              </a:path>
            </a:pathLst>
          </a:custGeom>
          <a:solidFill>
            <a:schemeClr val="accent3"/>
          </a:solidFill>
          <a:ln w="12700">
            <a:miter lim="400000"/>
          </a:ln>
          <a:effectLst>
            <a:outerShdw blurRad="914400" dist="25400" dir="5400000" rotWithShape="0">
              <a:srgbClr val="000000">
                <a:alpha val="50000"/>
              </a:srgbClr>
            </a:outerShdw>
          </a:effectLst>
        </p:spPr>
        <p:txBody>
          <a:bodyPr lIns="50800" tIns="50800" rIns="50800" bIns="50800" anchor="ctr"/>
          <a:lstStyle/>
          <a:p>
            <a:pPr marL="0" marR="0" lvl="0" indent="0" algn="ctr" defTabSz="8255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3000" b="1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Helvetica Neue"/>
              <a:sym typeface="Helvetica Neue"/>
            </a:endParaRPr>
          </a:p>
        </p:txBody>
      </p:sp>
      <p:sp>
        <p:nvSpPr>
          <p:cNvPr id="203" name="Circle">
            <a:extLst>
              <a:ext uri="{FF2B5EF4-FFF2-40B4-BE49-F238E27FC236}">
                <a16:creationId xmlns:a16="http://schemas.microsoft.com/office/drawing/2014/main" id="{B321D483-A540-0296-E766-3B4AFF99D7A2}"/>
              </a:ext>
            </a:extLst>
          </p:cNvPr>
          <p:cNvSpPr/>
          <p:nvPr/>
        </p:nvSpPr>
        <p:spPr>
          <a:xfrm>
            <a:off x="17006264" y="352354"/>
            <a:ext cx="494973" cy="494972"/>
          </a:xfrm>
          <a:prstGeom prst="ellipse">
            <a:avLst/>
          </a:prstGeom>
          <a:gradFill>
            <a:gsLst>
              <a:gs pos="0">
                <a:schemeClr val="accent2"/>
              </a:gs>
              <a:gs pos="100000">
                <a:schemeClr val="accent1"/>
              </a:gs>
            </a:gsLst>
            <a:lin ang="5400000"/>
          </a:gradFill>
          <a:ln w="12700">
            <a:miter lim="400000"/>
          </a:ln>
        </p:spPr>
        <p:txBody>
          <a:bodyPr lIns="0" tIns="0" rIns="0" bIns="0" anchor="ctr"/>
          <a:lstStyle/>
          <a:p>
            <a:pPr marL="0" marR="0" lvl="0" indent="0" algn="ctr" defTabSz="8255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 kumimoji="0" sz="32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Helvetica Neue Medium"/>
              <a:sym typeface="Helvetica Neue Medium"/>
            </a:endParaRPr>
          </a:p>
        </p:txBody>
      </p:sp>
      <p:sp>
        <p:nvSpPr>
          <p:cNvPr id="204" name="Circle">
            <a:extLst>
              <a:ext uri="{FF2B5EF4-FFF2-40B4-BE49-F238E27FC236}">
                <a16:creationId xmlns:a16="http://schemas.microsoft.com/office/drawing/2014/main" id="{EFA838DC-076F-6872-3E24-7807996E4544}"/>
              </a:ext>
            </a:extLst>
          </p:cNvPr>
          <p:cNvSpPr/>
          <p:nvPr/>
        </p:nvSpPr>
        <p:spPr>
          <a:xfrm>
            <a:off x="-564062" y="1321716"/>
            <a:ext cx="1150610" cy="1150611"/>
          </a:xfrm>
          <a:prstGeom prst="ellipse">
            <a:avLst/>
          </a:prstGeom>
          <a:gradFill>
            <a:gsLst>
              <a:gs pos="0">
                <a:schemeClr val="accent2"/>
              </a:gs>
              <a:gs pos="100000">
                <a:schemeClr val="accent1"/>
              </a:gs>
            </a:gsLst>
            <a:lin ang="5400000"/>
          </a:gradFill>
          <a:ln w="12700">
            <a:miter lim="400000"/>
          </a:ln>
        </p:spPr>
        <p:txBody>
          <a:bodyPr lIns="0" tIns="0" rIns="0" bIns="0" anchor="ctr"/>
          <a:lstStyle/>
          <a:p>
            <a:pPr marL="0" marR="0" lvl="0" indent="0" algn="ctr" defTabSz="8255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 kumimoji="0" sz="32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Helvetica Neue Medium"/>
              <a:sym typeface="Helvetica Neue Medium"/>
            </a:endParaRPr>
          </a:p>
        </p:txBody>
      </p:sp>
      <p:sp>
        <p:nvSpPr>
          <p:cNvPr id="205" name="TOPIC #1 - $100">
            <a:extLst>
              <a:ext uri="{FF2B5EF4-FFF2-40B4-BE49-F238E27FC236}">
                <a16:creationId xmlns:a16="http://schemas.microsoft.com/office/drawing/2014/main" id="{3BEF6F8F-9F90-B201-C494-AC7209A783CE}"/>
              </a:ext>
            </a:extLst>
          </p:cNvPr>
          <p:cNvSpPr txBox="1"/>
          <p:nvPr/>
        </p:nvSpPr>
        <p:spPr>
          <a:xfrm>
            <a:off x="1318646" y="1076284"/>
            <a:ext cx="19014054" cy="164147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50800" tIns="50800" rIns="50800" bIns="50800" anchor="ctr">
            <a:spAutoFit/>
          </a:bodyPr>
          <a:lstStyle/>
          <a:p>
            <a:pPr marL="0" marR="0" lvl="0" indent="0" algn="l" defTabSz="8255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0000" b="0">
                <a:solidFill>
                  <a:srgbClr val="F6C543"/>
                </a:solidFill>
                <a:latin typeface="Impact"/>
                <a:ea typeface="Impact"/>
                <a:cs typeface="Impact"/>
                <a:sym typeface="Impact"/>
              </a:defRPr>
            </a:pPr>
            <a:r>
              <a:rPr kumimoji="0" lang="en-US" altLang="zh-CN" sz="10000" b="0" i="0" u="none" strike="noStrike" kern="0" cap="none" spc="0" normalizeH="0" baseline="0" noProof="0" dirty="0">
                <a:ln>
                  <a:noFill/>
                </a:ln>
                <a:solidFill>
                  <a:srgbClr val="F6C542"/>
                </a:solidFill>
                <a:effectLst/>
                <a:uLnTx/>
                <a:uFillTx/>
                <a:latin typeface="Impact"/>
                <a:sym typeface="Impact"/>
              </a:rPr>
              <a:t>UNIT</a:t>
            </a:r>
            <a:r>
              <a:rPr kumimoji="0" sz="10000" b="0" i="0" u="none" strike="noStrike" kern="0" cap="none" spc="0" normalizeH="0" baseline="0" noProof="0" dirty="0">
                <a:ln>
                  <a:noFill/>
                </a:ln>
                <a:solidFill>
                  <a:srgbClr val="F6C542"/>
                </a:solidFill>
                <a:effectLst/>
                <a:uLnTx/>
                <a:uFillTx/>
                <a:latin typeface="Impact"/>
                <a:sym typeface="Impact"/>
              </a:rPr>
              <a:t> #</a:t>
            </a:r>
            <a:r>
              <a:rPr lang="en-US" sz="10000" b="0" dirty="0">
                <a:solidFill>
                  <a:srgbClr val="F6C542"/>
                </a:solidFill>
                <a:latin typeface="Impact"/>
                <a:sym typeface="Impact"/>
              </a:rPr>
              <a:t>6</a:t>
            </a:r>
            <a:r>
              <a:rPr kumimoji="0" lang="en-US" sz="10000" b="0" i="0" u="none" strike="noStrike" kern="0" cap="none" spc="0" normalizeH="0" baseline="0" noProof="0" dirty="0">
                <a:ln>
                  <a:noFill/>
                </a:ln>
                <a:solidFill>
                  <a:srgbClr val="F6C542"/>
                </a:solidFill>
                <a:effectLst/>
                <a:uLnTx/>
                <a:uFillTx/>
                <a:latin typeface="Impact"/>
                <a:sym typeface="Impact"/>
              </a:rPr>
              <a:t> </a:t>
            </a:r>
            <a:r>
              <a:rPr kumimoji="0" lang="en-US" altLang="zh-CN" sz="100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Impact"/>
                <a:sym typeface="Impact"/>
              </a:rPr>
              <a:t>–</a:t>
            </a:r>
            <a:r>
              <a:rPr kumimoji="0" sz="100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Impact"/>
                <a:sym typeface="Impact"/>
              </a:rPr>
              <a:t> </a:t>
            </a:r>
            <a:r>
              <a:rPr kumimoji="0" lang="zh-CN" altLang="en-US" sz="100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华文楷体" panose="02010600040101010101" pitchFamily="2" charset="-122"/>
                <a:ea typeface="华文楷体" panose="02010600040101010101" pitchFamily="2" charset="-122"/>
                <a:sym typeface="Impact"/>
              </a:rPr>
              <a:t>图样画法</a:t>
            </a:r>
            <a:endParaRPr kumimoji="0" sz="100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华文楷体" panose="02010600040101010101" pitchFamily="2" charset="-122"/>
              <a:ea typeface="华文楷体" panose="02010600040101010101" pitchFamily="2" charset="-122"/>
              <a:sym typeface="Impact"/>
            </a:endParaRPr>
          </a:p>
        </p:txBody>
      </p:sp>
      <p:sp>
        <p:nvSpPr>
          <p:cNvPr id="206" name="Shape">
            <a:extLst>
              <a:ext uri="{FF2B5EF4-FFF2-40B4-BE49-F238E27FC236}">
                <a16:creationId xmlns:a16="http://schemas.microsoft.com/office/drawing/2014/main" id="{4E693FD7-7CAC-1E60-9DFE-C355B61F549F}"/>
              </a:ext>
            </a:extLst>
          </p:cNvPr>
          <p:cNvSpPr/>
          <p:nvPr/>
        </p:nvSpPr>
        <p:spPr>
          <a:xfrm>
            <a:off x="-306915" y="8239797"/>
            <a:ext cx="1046530" cy="104640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9679" h="20595" extrusionOk="0">
                <a:moveTo>
                  <a:pt x="9839" y="0"/>
                </a:moveTo>
                <a:cubicBezTo>
                  <a:pt x="7321" y="0"/>
                  <a:pt x="4802" y="1006"/>
                  <a:pt x="2881" y="3017"/>
                </a:cubicBezTo>
                <a:cubicBezTo>
                  <a:pt x="-961" y="7038"/>
                  <a:pt x="-961" y="13557"/>
                  <a:pt x="2881" y="17578"/>
                </a:cubicBezTo>
                <a:cubicBezTo>
                  <a:pt x="6724" y="21600"/>
                  <a:pt x="12954" y="21600"/>
                  <a:pt x="16797" y="17578"/>
                </a:cubicBezTo>
                <a:cubicBezTo>
                  <a:pt x="20639" y="13557"/>
                  <a:pt x="20639" y="7038"/>
                  <a:pt x="16797" y="3017"/>
                </a:cubicBezTo>
                <a:cubicBezTo>
                  <a:pt x="14876" y="1006"/>
                  <a:pt x="12357" y="0"/>
                  <a:pt x="9839" y="0"/>
                </a:cubicBezTo>
                <a:close/>
                <a:moveTo>
                  <a:pt x="9839" y="2649"/>
                </a:moveTo>
                <a:cubicBezTo>
                  <a:pt x="11709" y="2649"/>
                  <a:pt x="13580" y="3397"/>
                  <a:pt x="15007" y="4890"/>
                </a:cubicBezTo>
                <a:cubicBezTo>
                  <a:pt x="17861" y="7877"/>
                  <a:pt x="17861" y="12718"/>
                  <a:pt x="15007" y="15705"/>
                </a:cubicBezTo>
                <a:cubicBezTo>
                  <a:pt x="12153" y="18692"/>
                  <a:pt x="7525" y="18692"/>
                  <a:pt x="4671" y="15705"/>
                </a:cubicBezTo>
                <a:cubicBezTo>
                  <a:pt x="1817" y="12718"/>
                  <a:pt x="1817" y="7877"/>
                  <a:pt x="4671" y="4890"/>
                </a:cubicBezTo>
                <a:cubicBezTo>
                  <a:pt x="6098" y="3397"/>
                  <a:pt x="7969" y="2649"/>
                  <a:pt x="9839" y="2649"/>
                </a:cubicBezTo>
                <a:close/>
              </a:path>
            </a:pathLst>
          </a:custGeom>
          <a:gradFill>
            <a:gsLst>
              <a:gs pos="0">
                <a:schemeClr val="accent2"/>
              </a:gs>
              <a:gs pos="100000">
                <a:schemeClr val="accent1"/>
              </a:gs>
            </a:gsLst>
            <a:lin ang="5400000"/>
          </a:gradFill>
          <a:ln w="12700">
            <a:miter lim="400000"/>
          </a:ln>
        </p:spPr>
        <p:txBody>
          <a:bodyPr lIns="0" tIns="0" rIns="0" bIns="0" anchor="ctr"/>
          <a:lstStyle/>
          <a:p>
            <a:pPr marL="0" marR="0" lvl="0" indent="0" algn="ctr" defTabSz="8255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 kumimoji="0" sz="32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Helvetica Neue Medium"/>
              <a:sym typeface="Helvetica Neue Medium"/>
            </a:endParaRPr>
          </a:p>
        </p:txBody>
      </p:sp>
      <p:sp>
        <p:nvSpPr>
          <p:cNvPr id="207" name="Shape">
            <a:extLst>
              <a:ext uri="{FF2B5EF4-FFF2-40B4-BE49-F238E27FC236}">
                <a16:creationId xmlns:a16="http://schemas.microsoft.com/office/drawing/2014/main" id="{C99E24F8-DBA1-DBD5-8A13-33E6345B757B}"/>
              </a:ext>
            </a:extLst>
          </p:cNvPr>
          <p:cNvSpPr/>
          <p:nvPr/>
        </p:nvSpPr>
        <p:spPr>
          <a:xfrm>
            <a:off x="19865947" y="2060686"/>
            <a:ext cx="2330506" cy="233022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9679" h="20595" extrusionOk="0">
                <a:moveTo>
                  <a:pt x="9839" y="0"/>
                </a:moveTo>
                <a:cubicBezTo>
                  <a:pt x="7321" y="0"/>
                  <a:pt x="4802" y="1006"/>
                  <a:pt x="2881" y="3017"/>
                </a:cubicBezTo>
                <a:cubicBezTo>
                  <a:pt x="-961" y="7038"/>
                  <a:pt x="-961" y="13557"/>
                  <a:pt x="2881" y="17578"/>
                </a:cubicBezTo>
                <a:cubicBezTo>
                  <a:pt x="6724" y="21600"/>
                  <a:pt x="12954" y="21600"/>
                  <a:pt x="16797" y="17578"/>
                </a:cubicBezTo>
                <a:cubicBezTo>
                  <a:pt x="20639" y="13557"/>
                  <a:pt x="20639" y="7038"/>
                  <a:pt x="16797" y="3017"/>
                </a:cubicBezTo>
                <a:cubicBezTo>
                  <a:pt x="14876" y="1006"/>
                  <a:pt x="12357" y="0"/>
                  <a:pt x="9839" y="0"/>
                </a:cubicBezTo>
                <a:close/>
                <a:moveTo>
                  <a:pt x="9839" y="2649"/>
                </a:moveTo>
                <a:cubicBezTo>
                  <a:pt x="11709" y="2649"/>
                  <a:pt x="13580" y="3397"/>
                  <a:pt x="15007" y="4890"/>
                </a:cubicBezTo>
                <a:cubicBezTo>
                  <a:pt x="17861" y="7877"/>
                  <a:pt x="17861" y="12718"/>
                  <a:pt x="15007" y="15705"/>
                </a:cubicBezTo>
                <a:cubicBezTo>
                  <a:pt x="12153" y="18692"/>
                  <a:pt x="7525" y="18692"/>
                  <a:pt x="4671" y="15705"/>
                </a:cubicBezTo>
                <a:cubicBezTo>
                  <a:pt x="1817" y="12718"/>
                  <a:pt x="1817" y="7877"/>
                  <a:pt x="4671" y="4890"/>
                </a:cubicBezTo>
                <a:cubicBezTo>
                  <a:pt x="6098" y="3397"/>
                  <a:pt x="7969" y="2649"/>
                  <a:pt x="9839" y="2649"/>
                </a:cubicBezTo>
                <a:close/>
              </a:path>
            </a:pathLst>
          </a:custGeom>
          <a:gradFill>
            <a:gsLst>
              <a:gs pos="0">
                <a:schemeClr val="accent2"/>
              </a:gs>
              <a:gs pos="100000">
                <a:schemeClr val="accent1"/>
              </a:gs>
            </a:gsLst>
            <a:lin ang="5400000"/>
          </a:gradFill>
          <a:ln w="12700">
            <a:miter lim="400000"/>
          </a:ln>
        </p:spPr>
        <p:txBody>
          <a:bodyPr lIns="0" tIns="0" rIns="0" bIns="0" anchor="ctr"/>
          <a:lstStyle/>
          <a:p>
            <a:pPr marL="0" marR="0" lvl="0" indent="0" algn="ctr" defTabSz="8255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 kumimoji="0" sz="32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Helvetica Neue Medium"/>
              <a:sym typeface="Helvetica Neue Medium"/>
            </a:endParaRPr>
          </a:p>
        </p:txBody>
      </p:sp>
      <p:sp>
        <p:nvSpPr>
          <p:cNvPr id="208" name="Rounded Rectangle">
            <a:extLst>
              <a:ext uri="{FF2B5EF4-FFF2-40B4-BE49-F238E27FC236}">
                <a16:creationId xmlns:a16="http://schemas.microsoft.com/office/drawing/2014/main" id="{C3256AB3-631A-D9AB-9EBC-8EC7A451B7A2}"/>
              </a:ext>
            </a:extLst>
          </p:cNvPr>
          <p:cNvSpPr/>
          <p:nvPr/>
        </p:nvSpPr>
        <p:spPr>
          <a:xfrm>
            <a:off x="1413182" y="3302000"/>
            <a:ext cx="21616294" cy="8897388"/>
          </a:xfrm>
          <a:prstGeom prst="roundRect">
            <a:avLst>
              <a:gd name="adj" fmla="val 2897"/>
            </a:avLst>
          </a:prstGeom>
          <a:solidFill>
            <a:schemeClr val="accent4"/>
          </a:solidFill>
          <a:ln w="12700">
            <a:miter lim="400000"/>
          </a:ln>
          <a:effectLst>
            <a:outerShdw blurRad="558800" dist="71163" dir="5400000" rotWithShape="0">
              <a:srgbClr val="000000">
                <a:alpha val="19617"/>
              </a:srgbClr>
            </a:outerShdw>
          </a:effectLst>
        </p:spPr>
        <p:txBody>
          <a:bodyPr lIns="0" tIns="0" rIns="0" bIns="0" anchor="ctr"/>
          <a:lstStyle/>
          <a:p>
            <a:pPr marL="0" marR="0" lvl="0" indent="0" algn="ctr" defTabSz="8255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 kumimoji="0" sz="32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Helvetica Neue Medium"/>
              <a:sym typeface="Helvetica Neue Medium"/>
            </a:endParaRPr>
          </a:p>
        </p:txBody>
      </p:sp>
      <p:sp>
        <p:nvSpPr>
          <p:cNvPr id="209" name="Type question here?">
            <a:extLst>
              <a:ext uri="{FF2B5EF4-FFF2-40B4-BE49-F238E27FC236}">
                <a16:creationId xmlns:a16="http://schemas.microsoft.com/office/drawing/2014/main" id="{4D636D7C-276B-7EF0-49C9-48A109DD08F2}"/>
              </a:ext>
            </a:extLst>
          </p:cNvPr>
          <p:cNvSpPr txBox="1"/>
          <p:nvPr/>
        </p:nvSpPr>
        <p:spPr>
          <a:xfrm>
            <a:off x="6553586" y="5220726"/>
            <a:ext cx="11335485" cy="453457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>
            <a:lvl1pPr>
              <a:defRPr sz="8000" b="0">
                <a:solidFill>
                  <a:srgbClr val="FEFFFF"/>
                </a:solidFill>
                <a:latin typeface="Impact"/>
                <a:ea typeface="Impact"/>
                <a:cs typeface="Impact"/>
                <a:sym typeface="Impact"/>
              </a:defRPr>
            </a:lvl1pPr>
          </a:lstStyle>
          <a:p>
            <a:pPr marL="0" marR="0" lvl="0" indent="0" algn="l" defTabSz="8255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200" b="0" i="0" u="none" strike="noStrike" kern="0" cap="none" spc="0" normalizeH="0" baseline="0" noProof="0" dirty="0">
                <a:ln>
                  <a:noFill/>
                </a:ln>
                <a:solidFill>
                  <a:srgbClr val="FEFFFF"/>
                </a:solidFill>
                <a:effectLst/>
                <a:uLnTx/>
                <a:uFillTx/>
                <a:latin typeface="华文楷体" panose="02010600040101010101" pitchFamily="2" charset="-122"/>
                <a:ea typeface="华文楷体" panose="02010600040101010101" pitchFamily="2" charset="-122"/>
                <a:sym typeface="Impact"/>
              </a:rPr>
              <a:t>1</a:t>
            </a:r>
            <a:r>
              <a:rPr kumimoji="0" lang="en-US" altLang="zh-CN" sz="7200" b="0" i="0" u="none" strike="noStrike" kern="0" cap="none" spc="0" normalizeH="0" baseline="0" noProof="0" dirty="0">
                <a:ln>
                  <a:noFill/>
                </a:ln>
                <a:solidFill>
                  <a:srgbClr val="FEFFFF"/>
                </a:solidFill>
                <a:effectLst/>
                <a:uLnTx/>
                <a:uFillTx/>
                <a:latin typeface="华文楷体" panose="02010600040101010101" pitchFamily="2" charset="-122"/>
                <a:ea typeface="华文楷体" panose="02010600040101010101" pitchFamily="2" charset="-122"/>
                <a:sym typeface="Impact"/>
              </a:rPr>
              <a:t>.</a:t>
            </a:r>
            <a:r>
              <a:rPr kumimoji="0" lang="zh-CN" altLang="en-US" sz="7200" b="0" i="0" u="none" strike="noStrike" kern="0" cap="none" spc="0" normalizeH="0" baseline="0" noProof="0" dirty="0">
                <a:ln>
                  <a:noFill/>
                </a:ln>
                <a:solidFill>
                  <a:srgbClr val="FEFFFF"/>
                </a:solidFill>
                <a:effectLst/>
                <a:uLnTx/>
                <a:uFillTx/>
                <a:latin typeface="华文楷体" panose="02010600040101010101" pitchFamily="2" charset="-122"/>
                <a:ea typeface="华文楷体" panose="02010600040101010101" pitchFamily="2" charset="-122"/>
                <a:sym typeface="Impact"/>
              </a:rPr>
              <a:t>视图</a:t>
            </a:r>
            <a:endParaRPr kumimoji="0" lang="en-US" altLang="zh-CN" sz="7200" b="0" i="0" u="none" strike="noStrike" kern="0" cap="none" spc="0" normalizeH="0" baseline="0" noProof="0" dirty="0">
              <a:ln>
                <a:noFill/>
              </a:ln>
              <a:solidFill>
                <a:srgbClr val="FEFFFF"/>
              </a:solidFill>
              <a:effectLst/>
              <a:uLnTx/>
              <a:uFillTx/>
              <a:latin typeface="华文楷体" panose="02010600040101010101" pitchFamily="2" charset="-122"/>
              <a:ea typeface="华文楷体" panose="02010600040101010101" pitchFamily="2" charset="-122"/>
              <a:sym typeface="Impact"/>
            </a:endParaRPr>
          </a:p>
          <a:p>
            <a:pPr marL="0" marR="0" lvl="0" indent="0" algn="l" defTabSz="8255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200" b="0" i="0" u="none" strike="noStrike" kern="0" cap="none" spc="0" normalizeH="0" baseline="0" noProof="0" dirty="0">
                <a:ln>
                  <a:noFill/>
                </a:ln>
                <a:solidFill>
                  <a:srgbClr val="FEFFFF"/>
                </a:solidFill>
                <a:effectLst/>
                <a:uLnTx/>
                <a:uFillTx/>
                <a:latin typeface="华文楷体" panose="02010600040101010101" pitchFamily="2" charset="-122"/>
                <a:ea typeface="华文楷体" panose="02010600040101010101" pitchFamily="2" charset="-122"/>
                <a:sym typeface="Impact"/>
              </a:rPr>
              <a:t>2.</a:t>
            </a:r>
            <a:r>
              <a:rPr kumimoji="0" lang="zh-CN" altLang="en-US" sz="7200" b="0" i="0" u="none" strike="noStrike" kern="0" cap="none" spc="0" normalizeH="0" baseline="0" noProof="0" dirty="0">
                <a:ln>
                  <a:noFill/>
                </a:ln>
                <a:solidFill>
                  <a:srgbClr val="FEFFFF"/>
                </a:solidFill>
                <a:effectLst/>
                <a:uLnTx/>
                <a:uFillTx/>
                <a:latin typeface="华文楷体" panose="02010600040101010101" pitchFamily="2" charset="-122"/>
                <a:ea typeface="华文楷体" panose="02010600040101010101" pitchFamily="2" charset="-122"/>
                <a:sym typeface="Impact"/>
              </a:rPr>
              <a:t>剖视图</a:t>
            </a:r>
            <a:endParaRPr kumimoji="0" lang="en-US" altLang="zh-CN" sz="7200" b="0" i="0" u="none" strike="noStrike" kern="0" cap="none" spc="0" normalizeH="0" baseline="0" noProof="0" dirty="0">
              <a:ln>
                <a:noFill/>
              </a:ln>
              <a:solidFill>
                <a:srgbClr val="FEFFFF"/>
              </a:solidFill>
              <a:effectLst/>
              <a:uLnTx/>
              <a:uFillTx/>
              <a:latin typeface="华文楷体" panose="02010600040101010101" pitchFamily="2" charset="-122"/>
              <a:ea typeface="华文楷体" panose="02010600040101010101" pitchFamily="2" charset="-122"/>
              <a:sym typeface="Impact"/>
            </a:endParaRPr>
          </a:p>
          <a:p>
            <a:pPr marL="0" marR="0" lvl="0" indent="0" algn="l" defTabSz="8255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200" b="0" i="0" u="none" strike="noStrike" kern="0" cap="none" spc="0" normalizeH="0" baseline="0" noProof="0" dirty="0">
                <a:ln>
                  <a:noFill/>
                </a:ln>
                <a:solidFill>
                  <a:srgbClr val="FEFFFF"/>
                </a:solidFill>
                <a:effectLst/>
                <a:uLnTx/>
                <a:uFillTx/>
                <a:latin typeface="华文楷体" panose="02010600040101010101" pitchFamily="2" charset="-122"/>
                <a:ea typeface="华文楷体" panose="02010600040101010101" pitchFamily="2" charset="-122"/>
                <a:sym typeface="Impact"/>
              </a:rPr>
              <a:t>3</a:t>
            </a:r>
            <a:r>
              <a:rPr kumimoji="0" lang="en-US" altLang="zh-CN" sz="7200" b="0" i="0" u="none" strike="noStrike" kern="0" cap="none" spc="0" normalizeH="0" baseline="0" noProof="0" dirty="0">
                <a:ln>
                  <a:noFill/>
                </a:ln>
                <a:solidFill>
                  <a:srgbClr val="FEFFFF"/>
                </a:solidFill>
                <a:effectLst/>
                <a:uLnTx/>
                <a:uFillTx/>
                <a:latin typeface="华文楷体" panose="02010600040101010101" pitchFamily="2" charset="-122"/>
                <a:ea typeface="华文楷体" panose="02010600040101010101" pitchFamily="2" charset="-122"/>
                <a:sym typeface="Impact"/>
              </a:rPr>
              <a:t>.</a:t>
            </a:r>
            <a:r>
              <a:rPr kumimoji="0" lang="zh-CN" altLang="en-US" sz="7200" b="0" i="0" u="none" strike="noStrike" kern="0" cap="none" spc="0" normalizeH="0" baseline="0" noProof="0" dirty="0">
                <a:ln>
                  <a:noFill/>
                </a:ln>
                <a:solidFill>
                  <a:srgbClr val="FEFFFF"/>
                </a:solidFill>
                <a:effectLst/>
                <a:uLnTx/>
                <a:uFillTx/>
                <a:latin typeface="华文楷体" panose="02010600040101010101" pitchFamily="2" charset="-122"/>
                <a:ea typeface="华文楷体" panose="02010600040101010101" pitchFamily="2" charset="-122"/>
                <a:sym typeface="Impact"/>
              </a:rPr>
              <a:t>断面图</a:t>
            </a:r>
            <a:endParaRPr kumimoji="0" lang="en-US" altLang="zh-CN" sz="7200" b="0" i="0" u="none" strike="noStrike" kern="0" cap="none" spc="0" normalizeH="0" baseline="0" noProof="0" dirty="0">
              <a:ln>
                <a:noFill/>
              </a:ln>
              <a:solidFill>
                <a:srgbClr val="FEFFFF"/>
              </a:solidFill>
              <a:effectLst/>
              <a:uLnTx/>
              <a:uFillTx/>
              <a:latin typeface="华文楷体" panose="02010600040101010101" pitchFamily="2" charset="-122"/>
              <a:ea typeface="华文楷体" panose="02010600040101010101" pitchFamily="2" charset="-122"/>
              <a:sym typeface="Impact"/>
            </a:endParaRPr>
          </a:p>
          <a:p>
            <a:pPr marL="0" marR="0" lvl="0" indent="0" algn="l" defTabSz="8255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200" b="0" i="0" u="none" strike="noStrike" kern="0" cap="none" spc="0" normalizeH="0" baseline="0" noProof="0" dirty="0">
                <a:ln>
                  <a:noFill/>
                </a:ln>
                <a:solidFill>
                  <a:srgbClr val="FEFFFF"/>
                </a:solidFill>
                <a:effectLst/>
                <a:uLnTx/>
                <a:uFillTx/>
                <a:latin typeface="华文楷体" panose="02010600040101010101" pitchFamily="2" charset="-122"/>
                <a:ea typeface="华文楷体" panose="02010600040101010101" pitchFamily="2" charset="-122"/>
                <a:sym typeface="Impact"/>
              </a:rPr>
              <a:t>4</a:t>
            </a:r>
            <a:r>
              <a:rPr kumimoji="0" lang="en-US" altLang="zh-CN" sz="7200" b="0" i="0" u="none" strike="noStrike" kern="0" cap="none" spc="0" normalizeH="0" baseline="0" noProof="0" dirty="0">
                <a:ln>
                  <a:noFill/>
                </a:ln>
                <a:solidFill>
                  <a:srgbClr val="FEFFFF"/>
                </a:solidFill>
                <a:effectLst/>
                <a:uLnTx/>
                <a:uFillTx/>
                <a:latin typeface="华文楷体" panose="02010600040101010101" pitchFamily="2" charset="-122"/>
                <a:ea typeface="华文楷体" panose="02010600040101010101" pitchFamily="2" charset="-122"/>
                <a:sym typeface="Impact"/>
              </a:rPr>
              <a:t>.</a:t>
            </a:r>
            <a:r>
              <a:rPr kumimoji="0" lang="zh-CN" altLang="en-US" sz="7200" b="0" i="0" u="none" strike="noStrike" kern="0" cap="none" spc="0" normalizeH="0" baseline="0" noProof="0" dirty="0">
                <a:ln>
                  <a:noFill/>
                </a:ln>
                <a:solidFill>
                  <a:srgbClr val="FEFFFF"/>
                </a:solidFill>
                <a:effectLst/>
                <a:uLnTx/>
                <a:uFillTx/>
                <a:latin typeface="华文楷体" panose="02010600040101010101" pitchFamily="2" charset="-122"/>
                <a:ea typeface="华文楷体" panose="02010600040101010101" pitchFamily="2" charset="-122"/>
                <a:sym typeface="Impact"/>
              </a:rPr>
              <a:t>规定与简单画法</a:t>
            </a:r>
            <a:endParaRPr kumimoji="0" lang="en-US" altLang="zh-CN" sz="7200" b="0" i="0" u="none" strike="noStrike" kern="0" cap="none" spc="0" normalizeH="0" baseline="0" noProof="0" dirty="0">
              <a:ln>
                <a:noFill/>
              </a:ln>
              <a:solidFill>
                <a:srgbClr val="FEFFFF"/>
              </a:solidFill>
              <a:effectLst/>
              <a:uLnTx/>
              <a:uFillTx/>
              <a:latin typeface="华文楷体" panose="02010600040101010101" pitchFamily="2" charset="-122"/>
              <a:ea typeface="华文楷体" panose="02010600040101010101" pitchFamily="2" charset="-122"/>
              <a:sym typeface="Impact"/>
            </a:endParaRPr>
          </a:p>
        </p:txBody>
      </p:sp>
    </p:spTree>
    <p:extLst>
      <p:ext uri="{BB962C8B-B14F-4D97-AF65-F5344CB8AC3E}">
        <p14:creationId xmlns:p14="http://schemas.microsoft.com/office/powerpoint/2010/main" val="3435043844"/>
      </p:ext>
    </p:extLst>
  </p:cSld>
  <p:clrMapOvr>
    <a:masterClrMapping/>
  </p:clrMapOvr>
  <p:transition spd="med"/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3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231B651-E53A-5344-478E-84220B3412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Shape">
            <a:extLst>
              <a:ext uri="{FF2B5EF4-FFF2-40B4-BE49-F238E27FC236}">
                <a16:creationId xmlns:a16="http://schemas.microsoft.com/office/drawing/2014/main" id="{AD4B6B46-8132-20C6-CC0E-C31FCDE0046B}"/>
              </a:ext>
            </a:extLst>
          </p:cNvPr>
          <p:cNvSpPr/>
          <p:nvPr/>
        </p:nvSpPr>
        <p:spPr>
          <a:xfrm>
            <a:off x="6290541" y="12617233"/>
            <a:ext cx="2709718" cy="270939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9679" h="20595" extrusionOk="0">
                <a:moveTo>
                  <a:pt x="9839" y="0"/>
                </a:moveTo>
                <a:cubicBezTo>
                  <a:pt x="7321" y="0"/>
                  <a:pt x="4802" y="1006"/>
                  <a:pt x="2881" y="3017"/>
                </a:cubicBezTo>
                <a:cubicBezTo>
                  <a:pt x="-961" y="7038"/>
                  <a:pt x="-961" y="13557"/>
                  <a:pt x="2881" y="17578"/>
                </a:cubicBezTo>
                <a:cubicBezTo>
                  <a:pt x="6724" y="21600"/>
                  <a:pt x="12954" y="21600"/>
                  <a:pt x="16797" y="17578"/>
                </a:cubicBezTo>
                <a:cubicBezTo>
                  <a:pt x="20639" y="13557"/>
                  <a:pt x="20639" y="7038"/>
                  <a:pt x="16797" y="3017"/>
                </a:cubicBezTo>
                <a:cubicBezTo>
                  <a:pt x="14876" y="1006"/>
                  <a:pt x="12357" y="0"/>
                  <a:pt x="9839" y="0"/>
                </a:cubicBezTo>
                <a:close/>
                <a:moveTo>
                  <a:pt x="9839" y="2649"/>
                </a:moveTo>
                <a:cubicBezTo>
                  <a:pt x="11709" y="2649"/>
                  <a:pt x="13580" y="3397"/>
                  <a:pt x="15007" y="4890"/>
                </a:cubicBezTo>
                <a:cubicBezTo>
                  <a:pt x="17861" y="7877"/>
                  <a:pt x="17861" y="12718"/>
                  <a:pt x="15007" y="15705"/>
                </a:cubicBezTo>
                <a:cubicBezTo>
                  <a:pt x="12153" y="18692"/>
                  <a:pt x="7525" y="18692"/>
                  <a:pt x="4671" y="15705"/>
                </a:cubicBezTo>
                <a:cubicBezTo>
                  <a:pt x="1817" y="12718"/>
                  <a:pt x="1817" y="7877"/>
                  <a:pt x="4671" y="4890"/>
                </a:cubicBezTo>
                <a:cubicBezTo>
                  <a:pt x="6098" y="3397"/>
                  <a:pt x="7969" y="2649"/>
                  <a:pt x="9839" y="2649"/>
                </a:cubicBezTo>
                <a:close/>
              </a:path>
            </a:pathLst>
          </a:custGeom>
          <a:gradFill>
            <a:gsLst>
              <a:gs pos="0">
                <a:schemeClr val="accent2"/>
              </a:gs>
              <a:gs pos="100000">
                <a:schemeClr val="accent1"/>
              </a:gs>
            </a:gsLst>
            <a:lin ang="5400000"/>
          </a:gradFill>
          <a:ln w="12700">
            <a:miter lim="400000"/>
          </a:ln>
        </p:spPr>
        <p:txBody>
          <a:bodyPr lIns="0" tIns="0" rIns="0" bIns="0" anchor="ctr"/>
          <a:lstStyle/>
          <a:p>
            <a:pPr marL="0" marR="0" lvl="0" indent="0" algn="ctr" defTabSz="8255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 kumimoji="0" sz="32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Helvetica Neue Medium"/>
              <a:sym typeface="Helvetica Neue Medium"/>
            </a:endParaRPr>
          </a:p>
        </p:txBody>
      </p:sp>
      <p:sp>
        <p:nvSpPr>
          <p:cNvPr id="216" name="Shape">
            <a:extLst>
              <a:ext uri="{FF2B5EF4-FFF2-40B4-BE49-F238E27FC236}">
                <a16:creationId xmlns:a16="http://schemas.microsoft.com/office/drawing/2014/main" id="{00A1FC0E-03BF-BE01-C9B8-F52823F53730}"/>
              </a:ext>
            </a:extLst>
          </p:cNvPr>
          <p:cNvSpPr/>
          <p:nvPr/>
        </p:nvSpPr>
        <p:spPr>
          <a:xfrm>
            <a:off x="14339439" y="2620192"/>
            <a:ext cx="6322300" cy="632257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800" y="0"/>
                </a:moveTo>
                <a:cubicBezTo>
                  <a:pt x="10787" y="0"/>
                  <a:pt x="10773" y="1"/>
                  <a:pt x="10759" y="1"/>
                </a:cubicBezTo>
                <a:lnTo>
                  <a:pt x="1" y="10760"/>
                </a:lnTo>
                <a:cubicBezTo>
                  <a:pt x="0" y="10900"/>
                  <a:pt x="3" y="11040"/>
                  <a:pt x="8" y="11181"/>
                </a:cubicBezTo>
                <a:lnTo>
                  <a:pt x="11180" y="9"/>
                </a:lnTo>
                <a:cubicBezTo>
                  <a:pt x="11054" y="4"/>
                  <a:pt x="10927" y="0"/>
                  <a:pt x="10800" y="0"/>
                </a:cubicBezTo>
                <a:close/>
                <a:moveTo>
                  <a:pt x="10211" y="17"/>
                </a:moveTo>
                <a:cubicBezTo>
                  <a:pt x="10057" y="25"/>
                  <a:pt x="9903" y="36"/>
                  <a:pt x="9748" y="51"/>
                </a:cubicBezTo>
                <a:lnTo>
                  <a:pt x="50" y="9749"/>
                </a:lnTo>
                <a:cubicBezTo>
                  <a:pt x="35" y="9903"/>
                  <a:pt x="25" y="10057"/>
                  <a:pt x="16" y="10212"/>
                </a:cubicBezTo>
                <a:lnTo>
                  <a:pt x="10211" y="17"/>
                </a:lnTo>
                <a:close/>
                <a:moveTo>
                  <a:pt x="11683" y="38"/>
                </a:moveTo>
                <a:lnTo>
                  <a:pt x="38" y="11684"/>
                </a:lnTo>
                <a:cubicBezTo>
                  <a:pt x="48" y="11814"/>
                  <a:pt x="62" y="11944"/>
                  <a:pt x="78" y="12075"/>
                </a:cubicBezTo>
                <a:lnTo>
                  <a:pt x="12074" y="78"/>
                </a:lnTo>
                <a:cubicBezTo>
                  <a:pt x="11944" y="63"/>
                  <a:pt x="11814" y="49"/>
                  <a:pt x="11683" y="38"/>
                </a:cubicBezTo>
                <a:close/>
                <a:moveTo>
                  <a:pt x="9136" y="131"/>
                </a:moveTo>
                <a:cubicBezTo>
                  <a:pt x="8960" y="158"/>
                  <a:pt x="8786" y="190"/>
                  <a:pt x="8611" y="226"/>
                </a:cubicBezTo>
                <a:lnTo>
                  <a:pt x="226" y="8611"/>
                </a:lnTo>
                <a:cubicBezTo>
                  <a:pt x="190" y="8786"/>
                  <a:pt x="157" y="8961"/>
                  <a:pt x="130" y="9137"/>
                </a:cubicBezTo>
                <a:lnTo>
                  <a:pt x="9136" y="131"/>
                </a:lnTo>
                <a:close/>
                <a:moveTo>
                  <a:pt x="12541" y="143"/>
                </a:moveTo>
                <a:lnTo>
                  <a:pt x="143" y="12541"/>
                </a:lnTo>
                <a:cubicBezTo>
                  <a:pt x="163" y="12663"/>
                  <a:pt x="183" y="12785"/>
                  <a:pt x="207" y="12906"/>
                </a:cubicBezTo>
                <a:lnTo>
                  <a:pt x="12906" y="208"/>
                </a:lnTo>
                <a:cubicBezTo>
                  <a:pt x="12785" y="184"/>
                  <a:pt x="12663" y="163"/>
                  <a:pt x="12541" y="143"/>
                </a:cubicBezTo>
                <a:close/>
                <a:moveTo>
                  <a:pt x="13343" y="303"/>
                </a:moveTo>
                <a:lnTo>
                  <a:pt x="303" y="13343"/>
                </a:lnTo>
                <a:cubicBezTo>
                  <a:pt x="330" y="13456"/>
                  <a:pt x="361" y="13569"/>
                  <a:pt x="392" y="13682"/>
                </a:cubicBezTo>
                <a:lnTo>
                  <a:pt x="13682" y="393"/>
                </a:lnTo>
                <a:cubicBezTo>
                  <a:pt x="13569" y="362"/>
                  <a:pt x="13456" y="331"/>
                  <a:pt x="13343" y="303"/>
                </a:cubicBezTo>
                <a:close/>
                <a:moveTo>
                  <a:pt x="7909" y="395"/>
                </a:moveTo>
                <a:cubicBezTo>
                  <a:pt x="7701" y="452"/>
                  <a:pt x="7495" y="515"/>
                  <a:pt x="7290" y="585"/>
                </a:cubicBezTo>
                <a:lnTo>
                  <a:pt x="584" y="7290"/>
                </a:lnTo>
                <a:cubicBezTo>
                  <a:pt x="514" y="7495"/>
                  <a:pt x="452" y="7702"/>
                  <a:pt x="394" y="7909"/>
                </a:cubicBezTo>
                <a:lnTo>
                  <a:pt x="7909" y="395"/>
                </a:lnTo>
                <a:close/>
                <a:moveTo>
                  <a:pt x="14094" y="515"/>
                </a:moveTo>
                <a:lnTo>
                  <a:pt x="514" y="14094"/>
                </a:lnTo>
                <a:cubicBezTo>
                  <a:pt x="549" y="14202"/>
                  <a:pt x="583" y="14310"/>
                  <a:pt x="620" y="14417"/>
                </a:cubicBezTo>
                <a:lnTo>
                  <a:pt x="14417" y="621"/>
                </a:lnTo>
                <a:cubicBezTo>
                  <a:pt x="14310" y="583"/>
                  <a:pt x="14202" y="549"/>
                  <a:pt x="14094" y="515"/>
                </a:cubicBezTo>
                <a:close/>
                <a:moveTo>
                  <a:pt x="14804" y="767"/>
                </a:moveTo>
                <a:lnTo>
                  <a:pt x="767" y="14804"/>
                </a:lnTo>
                <a:cubicBezTo>
                  <a:pt x="807" y="14905"/>
                  <a:pt x="851" y="15004"/>
                  <a:pt x="894" y="15104"/>
                </a:cubicBezTo>
                <a:lnTo>
                  <a:pt x="15104" y="895"/>
                </a:lnTo>
                <a:cubicBezTo>
                  <a:pt x="15004" y="852"/>
                  <a:pt x="14905" y="807"/>
                  <a:pt x="14804" y="767"/>
                </a:cubicBezTo>
                <a:close/>
                <a:moveTo>
                  <a:pt x="6411" y="932"/>
                </a:moveTo>
                <a:cubicBezTo>
                  <a:pt x="6118" y="1062"/>
                  <a:pt x="5831" y="1206"/>
                  <a:pt x="5549" y="1363"/>
                </a:cubicBezTo>
                <a:lnTo>
                  <a:pt x="1362" y="5549"/>
                </a:lnTo>
                <a:cubicBezTo>
                  <a:pt x="1205" y="5832"/>
                  <a:pt x="1061" y="6119"/>
                  <a:pt x="931" y="6411"/>
                </a:cubicBezTo>
                <a:lnTo>
                  <a:pt x="6411" y="932"/>
                </a:lnTo>
                <a:close/>
                <a:moveTo>
                  <a:pt x="15470" y="1061"/>
                </a:moveTo>
                <a:lnTo>
                  <a:pt x="1060" y="15471"/>
                </a:lnTo>
                <a:cubicBezTo>
                  <a:pt x="1106" y="15567"/>
                  <a:pt x="1153" y="15664"/>
                  <a:pt x="1202" y="15759"/>
                </a:cubicBezTo>
                <a:lnTo>
                  <a:pt x="15759" y="1203"/>
                </a:lnTo>
                <a:cubicBezTo>
                  <a:pt x="15663" y="1153"/>
                  <a:pt x="15567" y="1107"/>
                  <a:pt x="15470" y="1061"/>
                </a:cubicBezTo>
                <a:close/>
                <a:moveTo>
                  <a:pt x="16103" y="1391"/>
                </a:moveTo>
                <a:lnTo>
                  <a:pt x="1391" y="16103"/>
                </a:lnTo>
                <a:cubicBezTo>
                  <a:pt x="1442" y="16194"/>
                  <a:pt x="1494" y="16285"/>
                  <a:pt x="1549" y="16375"/>
                </a:cubicBezTo>
                <a:lnTo>
                  <a:pt x="16375" y="1549"/>
                </a:lnTo>
                <a:cubicBezTo>
                  <a:pt x="16285" y="1495"/>
                  <a:pt x="16194" y="1442"/>
                  <a:pt x="16103" y="1391"/>
                </a:cubicBezTo>
                <a:close/>
                <a:moveTo>
                  <a:pt x="16703" y="1754"/>
                </a:moveTo>
                <a:lnTo>
                  <a:pt x="1753" y="16703"/>
                </a:lnTo>
                <a:cubicBezTo>
                  <a:pt x="1809" y="16788"/>
                  <a:pt x="1869" y="16872"/>
                  <a:pt x="1928" y="16956"/>
                </a:cubicBezTo>
                <a:lnTo>
                  <a:pt x="16956" y="1928"/>
                </a:lnTo>
                <a:cubicBezTo>
                  <a:pt x="16872" y="1869"/>
                  <a:pt x="16788" y="1810"/>
                  <a:pt x="16703" y="1754"/>
                </a:cubicBezTo>
                <a:close/>
                <a:moveTo>
                  <a:pt x="17267" y="2151"/>
                </a:moveTo>
                <a:lnTo>
                  <a:pt x="2151" y="17267"/>
                </a:lnTo>
                <a:cubicBezTo>
                  <a:pt x="2212" y="17349"/>
                  <a:pt x="2274" y="17430"/>
                  <a:pt x="2338" y="17510"/>
                </a:cubicBezTo>
                <a:lnTo>
                  <a:pt x="17510" y="2338"/>
                </a:lnTo>
                <a:cubicBezTo>
                  <a:pt x="17430" y="2275"/>
                  <a:pt x="17349" y="2212"/>
                  <a:pt x="17267" y="2151"/>
                </a:cubicBezTo>
                <a:close/>
                <a:moveTo>
                  <a:pt x="3805" y="2574"/>
                </a:moveTo>
                <a:cubicBezTo>
                  <a:pt x="3586" y="2761"/>
                  <a:pt x="3370" y="2956"/>
                  <a:pt x="3163" y="3163"/>
                </a:cubicBezTo>
                <a:cubicBezTo>
                  <a:pt x="2955" y="3371"/>
                  <a:pt x="2761" y="3586"/>
                  <a:pt x="2574" y="3806"/>
                </a:cubicBezTo>
                <a:lnTo>
                  <a:pt x="3805" y="2574"/>
                </a:lnTo>
                <a:close/>
                <a:moveTo>
                  <a:pt x="17801" y="2579"/>
                </a:moveTo>
                <a:lnTo>
                  <a:pt x="2579" y="17801"/>
                </a:lnTo>
                <a:cubicBezTo>
                  <a:pt x="2645" y="17878"/>
                  <a:pt x="2709" y="17957"/>
                  <a:pt x="2777" y="18032"/>
                </a:cubicBezTo>
                <a:lnTo>
                  <a:pt x="18032" y="2777"/>
                </a:lnTo>
                <a:cubicBezTo>
                  <a:pt x="17957" y="2709"/>
                  <a:pt x="17878" y="2645"/>
                  <a:pt x="17801" y="2579"/>
                </a:cubicBezTo>
                <a:close/>
                <a:moveTo>
                  <a:pt x="18304" y="3036"/>
                </a:moveTo>
                <a:lnTo>
                  <a:pt x="3036" y="18304"/>
                </a:lnTo>
                <a:cubicBezTo>
                  <a:pt x="3079" y="18349"/>
                  <a:pt x="3119" y="18394"/>
                  <a:pt x="3163" y="18438"/>
                </a:cubicBezTo>
                <a:cubicBezTo>
                  <a:pt x="3191" y="18466"/>
                  <a:pt x="3222" y="18492"/>
                  <a:pt x="3250" y="18521"/>
                </a:cubicBezTo>
                <a:lnTo>
                  <a:pt x="18521" y="3251"/>
                </a:lnTo>
                <a:cubicBezTo>
                  <a:pt x="18492" y="3222"/>
                  <a:pt x="18466" y="3192"/>
                  <a:pt x="18438" y="3163"/>
                </a:cubicBezTo>
                <a:cubicBezTo>
                  <a:pt x="18394" y="3119"/>
                  <a:pt x="18348" y="3079"/>
                  <a:pt x="18304" y="3036"/>
                </a:cubicBezTo>
                <a:close/>
                <a:moveTo>
                  <a:pt x="18781" y="3523"/>
                </a:moveTo>
                <a:lnTo>
                  <a:pt x="3522" y="18781"/>
                </a:lnTo>
                <a:cubicBezTo>
                  <a:pt x="3598" y="18850"/>
                  <a:pt x="3676" y="18915"/>
                  <a:pt x="3753" y="18982"/>
                </a:cubicBezTo>
                <a:lnTo>
                  <a:pt x="18982" y="3753"/>
                </a:lnTo>
                <a:cubicBezTo>
                  <a:pt x="18915" y="3676"/>
                  <a:pt x="18850" y="3598"/>
                  <a:pt x="18781" y="3523"/>
                </a:cubicBezTo>
                <a:close/>
                <a:moveTo>
                  <a:pt x="19224" y="4041"/>
                </a:moveTo>
                <a:lnTo>
                  <a:pt x="4041" y="19224"/>
                </a:lnTo>
                <a:cubicBezTo>
                  <a:pt x="4121" y="19289"/>
                  <a:pt x="4202" y="19350"/>
                  <a:pt x="4283" y="19412"/>
                </a:cubicBezTo>
                <a:lnTo>
                  <a:pt x="19412" y="4283"/>
                </a:lnTo>
                <a:cubicBezTo>
                  <a:pt x="19350" y="4202"/>
                  <a:pt x="19289" y="4121"/>
                  <a:pt x="19224" y="4041"/>
                </a:cubicBezTo>
                <a:close/>
                <a:moveTo>
                  <a:pt x="19637" y="4591"/>
                </a:moveTo>
                <a:lnTo>
                  <a:pt x="4591" y="19637"/>
                </a:lnTo>
                <a:cubicBezTo>
                  <a:pt x="4675" y="19696"/>
                  <a:pt x="4758" y="19757"/>
                  <a:pt x="4843" y="19813"/>
                </a:cubicBezTo>
                <a:lnTo>
                  <a:pt x="19813" y="4844"/>
                </a:lnTo>
                <a:cubicBezTo>
                  <a:pt x="19757" y="4758"/>
                  <a:pt x="19696" y="4675"/>
                  <a:pt x="19637" y="4591"/>
                </a:cubicBezTo>
                <a:close/>
                <a:moveTo>
                  <a:pt x="20019" y="5172"/>
                </a:moveTo>
                <a:lnTo>
                  <a:pt x="5172" y="20019"/>
                </a:lnTo>
                <a:cubicBezTo>
                  <a:pt x="5261" y="20073"/>
                  <a:pt x="5351" y="20126"/>
                  <a:pt x="5441" y="20178"/>
                </a:cubicBezTo>
                <a:lnTo>
                  <a:pt x="20178" y="5441"/>
                </a:lnTo>
                <a:cubicBezTo>
                  <a:pt x="20126" y="5351"/>
                  <a:pt x="20073" y="5261"/>
                  <a:pt x="20019" y="5172"/>
                </a:cubicBezTo>
                <a:close/>
                <a:moveTo>
                  <a:pt x="20369" y="5782"/>
                </a:moveTo>
                <a:lnTo>
                  <a:pt x="5782" y="20369"/>
                </a:lnTo>
                <a:cubicBezTo>
                  <a:pt x="5877" y="20419"/>
                  <a:pt x="5974" y="20463"/>
                  <a:pt x="6071" y="20510"/>
                </a:cubicBezTo>
                <a:lnTo>
                  <a:pt x="20510" y="6071"/>
                </a:lnTo>
                <a:cubicBezTo>
                  <a:pt x="20463" y="5975"/>
                  <a:pt x="20419" y="5878"/>
                  <a:pt x="20369" y="5782"/>
                </a:cubicBezTo>
                <a:close/>
                <a:moveTo>
                  <a:pt x="20679" y="6434"/>
                </a:moveTo>
                <a:lnTo>
                  <a:pt x="6434" y="20679"/>
                </a:lnTo>
                <a:cubicBezTo>
                  <a:pt x="6534" y="20723"/>
                  <a:pt x="6633" y="20769"/>
                  <a:pt x="6734" y="20809"/>
                </a:cubicBezTo>
                <a:lnTo>
                  <a:pt x="20809" y="6735"/>
                </a:lnTo>
                <a:cubicBezTo>
                  <a:pt x="20769" y="6634"/>
                  <a:pt x="20723" y="6534"/>
                  <a:pt x="20679" y="6434"/>
                </a:cubicBezTo>
                <a:close/>
                <a:moveTo>
                  <a:pt x="20956" y="7121"/>
                </a:moveTo>
                <a:lnTo>
                  <a:pt x="7120" y="20956"/>
                </a:lnTo>
                <a:cubicBezTo>
                  <a:pt x="7226" y="20994"/>
                  <a:pt x="7333" y="21030"/>
                  <a:pt x="7439" y="21065"/>
                </a:cubicBezTo>
                <a:lnTo>
                  <a:pt x="21065" y="7439"/>
                </a:lnTo>
                <a:cubicBezTo>
                  <a:pt x="21030" y="7333"/>
                  <a:pt x="20994" y="7226"/>
                  <a:pt x="20956" y="7121"/>
                </a:cubicBezTo>
                <a:close/>
                <a:moveTo>
                  <a:pt x="21190" y="7848"/>
                </a:moveTo>
                <a:lnTo>
                  <a:pt x="7848" y="21190"/>
                </a:lnTo>
                <a:cubicBezTo>
                  <a:pt x="7960" y="21221"/>
                  <a:pt x="8073" y="21252"/>
                  <a:pt x="8186" y="21280"/>
                </a:cubicBezTo>
                <a:lnTo>
                  <a:pt x="21280" y="8186"/>
                </a:lnTo>
                <a:cubicBezTo>
                  <a:pt x="21252" y="8073"/>
                  <a:pt x="21221" y="7960"/>
                  <a:pt x="21190" y="7848"/>
                </a:cubicBezTo>
                <a:close/>
                <a:moveTo>
                  <a:pt x="21378" y="8623"/>
                </a:moveTo>
                <a:lnTo>
                  <a:pt x="8623" y="21378"/>
                </a:lnTo>
                <a:cubicBezTo>
                  <a:pt x="8743" y="21402"/>
                  <a:pt x="8863" y="21424"/>
                  <a:pt x="8984" y="21445"/>
                </a:cubicBezTo>
                <a:lnTo>
                  <a:pt x="21445" y="8984"/>
                </a:lnTo>
                <a:cubicBezTo>
                  <a:pt x="21424" y="8864"/>
                  <a:pt x="21402" y="8743"/>
                  <a:pt x="21378" y="8623"/>
                </a:cubicBezTo>
                <a:close/>
                <a:moveTo>
                  <a:pt x="21514" y="9448"/>
                </a:moveTo>
                <a:lnTo>
                  <a:pt x="9447" y="21514"/>
                </a:lnTo>
                <a:cubicBezTo>
                  <a:pt x="9576" y="21530"/>
                  <a:pt x="9704" y="21546"/>
                  <a:pt x="9833" y="21557"/>
                </a:cubicBezTo>
                <a:lnTo>
                  <a:pt x="21557" y="9834"/>
                </a:lnTo>
                <a:cubicBezTo>
                  <a:pt x="21546" y="9705"/>
                  <a:pt x="21530" y="9576"/>
                  <a:pt x="21514" y="9448"/>
                </a:cubicBezTo>
                <a:close/>
                <a:moveTo>
                  <a:pt x="21590" y="10333"/>
                </a:moveTo>
                <a:lnTo>
                  <a:pt x="10332" y="21590"/>
                </a:lnTo>
                <a:cubicBezTo>
                  <a:pt x="10473" y="21596"/>
                  <a:pt x="10613" y="21599"/>
                  <a:pt x="10753" y="21600"/>
                </a:cubicBezTo>
                <a:lnTo>
                  <a:pt x="21600" y="10754"/>
                </a:lnTo>
                <a:cubicBezTo>
                  <a:pt x="21599" y="10613"/>
                  <a:pt x="21596" y="10473"/>
                  <a:pt x="21590" y="10333"/>
                </a:cubicBezTo>
                <a:close/>
                <a:moveTo>
                  <a:pt x="21590" y="11296"/>
                </a:moveTo>
                <a:lnTo>
                  <a:pt x="11295" y="21590"/>
                </a:lnTo>
                <a:cubicBezTo>
                  <a:pt x="11449" y="21583"/>
                  <a:pt x="11603" y="21572"/>
                  <a:pt x="11757" y="21558"/>
                </a:cubicBezTo>
                <a:lnTo>
                  <a:pt x="21558" y="11757"/>
                </a:lnTo>
                <a:cubicBezTo>
                  <a:pt x="21572" y="11603"/>
                  <a:pt x="21583" y="11450"/>
                  <a:pt x="21590" y="11296"/>
                </a:cubicBezTo>
                <a:close/>
                <a:moveTo>
                  <a:pt x="21489" y="12358"/>
                </a:moveTo>
                <a:lnTo>
                  <a:pt x="12358" y="21489"/>
                </a:lnTo>
                <a:cubicBezTo>
                  <a:pt x="12531" y="21464"/>
                  <a:pt x="12703" y="21434"/>
                  <a:pt x="12876" y="21400"/>
                </a:cubicBezTo>
                <a:lnTo>
                  <a:pt x="21400" y="12876"/>
                </a:lnTo>
                <a:cubicBezTo>
                  <a:pt x="21434" y="12704"/>
                  <a:pt x="21464" y="12531"/>
                  <a:pt x="21489" y="12358"/>
                </a:cubicBezTo>
                <a:close/>
                <a:moveTo>
                  <a:pt x="21239" y="13569"/>
                </a:moveTo>
                <a:lnTo>
                  <a:pt x="13569" y="21239"/>
                </a:lnTo>
                <a:cubicBezTo>
                  <a:pt x="13774" y="21185"/>
                  <a:pt x="13978" y="21125"/>
                  <a:pt x="14181" y="21058"/>
                </a:cubicBezTo>
                <a:lnTo>
                  <a:pt x="21058" y="14181"/>
                </a:lnTo>
                <a:cubicBezTo>
                  <a:pt x="21125" y="13978"/>
                  <a:pt x="21185" y="13774"/>
                  <a:pt x="21239" y="13569"/>
                </a:cubicBezTo>
                <a:close/>
                <a:moveTo>
                  <a:pt x="20736" y="15035"/>
                </a:moveTo>
                <a:lnTo>
                  <a:pt x="15035" y="20736"/>
                </a:lnTo>
                <a:cubicBezTo>
                  <a:pt x="15310" y="20619"/>
                  <a:pt x="15581" y="20493"/>
                  <a:pt x="15848" y="20352"/>
                </a:cubicBezTo>
                <a:lnTo>
                  <a:pt x="20352" y="15848"/>
                </a:lnTo>
                <a:cubicBezTo>
                  <a:pt x="20493" y="15581"/>
                  <a:pt x="20619" y="15310"/>
                  <a:pt x="20736" y="15035"/>
                </a:cubicBezTo>
                <a:close/>
                <a:moveTo>
                  <a:pt x="19400" y="17332"/>
                </a:moveTo>
                <a:lnTo>
                  <a:pt x="17332" y="19400"/>
                </a:lnTo>
                <a:cubicBezTo>
                  <a:pt x="17716" y="19108"/>
                  <a:pt x="18087" y="18789"/>
                  <a:pt x="18438" y="18438"/>
                </a:cubicBezTo>
                <a:cubicBezTo>
                  <a:pt x="18788" y="18087"/>
                  <a:pt x="19107" y="17716"/>
                  <a:pt x="19400" y="17332"/>
                </a:cubicBezTo>
                <a:close/>
              </a:path>
            </a:pathLst>
          </a:custGeom>
          <a:solidFill>
            <a:schemeClr val="accent4"/>
          </a:solidFill>
          <a:ln w="12700">
            <a:miter lim="400000"/>
          </a:ln>
        </p:spPr>
        <p:txBody>
          <a:bodyPr lIns="0" tIns="0" rIns="0" bIns="0" anchor="ctr"/>
          <a:lstStyle/>
          <a:p>
            <a:pPr marL="0" marR="0" lvl="0" indent="0" algn="ctr" defTabSz="8255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 kumimoji="0" sz="32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Helvetica Neue Medium"/>
              <a:sym typeface="Helvetica Neue Medium"/>
            </a:endParaRPr>
          </a:p>
        </p:txBody>
      </p:sp>
      <p:sp>
        <p:nvSpPr>
          <p:cNvPr id="217" name="Shape">
            <a:extLst>
              <a:ext uri="{FF2B5EF4-FFF2-40B4-BE49-F238E27FC236}">
                <a16:creationId xmlns:a16="http://schemas.microsoft.com/office/drawing/2014/main" id="{81B53D93-76F8-3B16-4222-BA1ACE0800DC}"/>
              </a:ext>
            </a:extLst>
          </p:cNvPr>
          <p:cNvSpPr/>
          <p:nvPr/>
        </p:nvSpPr>
        <p:spPr>
          <a:xfrm>
            <a:off x="5513585" y="9836851"/>
            <a:ext cx="2709536" cy="270965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800" y="0"/>
                </a:moveTo>
                <a:cubicBezTo>
                  <a:pt x="10787" y="0"/>
                  <a:pt x="10773" y="1"/>
                  <a:pt x="10759" y="1"/>
                </a:cubicBezTo>
                <a:lnTo>
                  <a:pt x="1" y="10760"/>
                </a:lnTo>
                <a:cubicBezTo>
                  <a:pt x="0" y="10900"/>
                  <a:pt x="3" y="11040"/>
                  <a:pt x="8" y="11181"/>
                </a:cubicBezTo>
                <a:lnTo>
                  <a:pt x="11180" y="9"/>
                </a:lnTo>
                <a:cubicBezTo>
                  <a:pt x="11054" y="4"/>
                  <a:pt x="10927" y="0"/>
                  <a:pt x="10800" y="0"/>
                </a:cubicBezTo>
                <a:close/>
                <a:moveTo>
                  <a:pt x="10211" y="17"/>
                </a:moveTo>
                <a:cubicBezTo>
                  <a:pt x="10057" y="25"/>
                  <a:pt x="9903" y="36"/>
                  <a:pt x="9748" y="51"/>
                </a:cubicBezTo>
                <a:lnTo>
                  <a:pt x="50" y="9749"/>
                </a:lnTo>
                <a:cubicBezTo>
                  <a:pt x="35" y="9903"/>
                  <a:pt x="25" y="10057"/>
                  <a:pt x="16" y="10212"/>
                </a:cubicBezTo>
                <a:lnTo>
                  <a:pt x="10211" y="17"/>
                </a:lnTo>
                <a:close/>
                <a:moveTo>
                  <a:pt x="11683" y="38"/>
                </a:moveTo>
                <a:lnTo>
                  <a:pt x="38" y="11684"/>
                </a:lnTo>
                <a:cubicBezTo>
                  <a:pt x="48" y="11814"/>
                  <a:pt x="62" y="11944"/>
                  <a:pt x="78" y="12075"/>
                </a:cubicBezTo>
                <a:lnTo>
                  <a:pt x="12074" y="78"/>
                </a:lnTo>
                <a:cubicBezTo>
                  <a:pt x="11944" y="63"/>
                  <a:pt x="11814" y="49"/>
                  <a:pt x="11683" y="38"/>
                </a:cubicBezTo>
                <a:close/>
                <a:moveTo>
                  <a:pt x="9136" y="131"/>
                </a:moveTo>
                <a:cubicBezTo>
                  <a:pt x="8960" y="158"/>
                  <a:pt x="8786" y="190"/>
                  <a:pt x="8611" y="226"/>
                </a:cubicBezTo>
                <a:lnTo>
                  <a:pt x="226" y="8611"/>
                </a:lnTo>
                <a:cubicBezTo>
                  <a:pt x="190" y="8786"/>
                  <a:pt x="157" y="8961"/>
                  <a:pt x="130" y="9137"/>
                </a:cubicBezTo>
                <a:lnTo>
                  <a:pt x="9136" y="131"/>
                </a:lnTo>
                <a:close/>
                <a:moveTo>
                  <a:pt x="12541" y="143"/>
                </a:moveTo>
                <a:lnTo>
                  <a:pt x="143" y="12541"/>
                </a:lnTo>
                <a:cubicBezTo>
                  <a:pt x="163" y="12663"/>
                  <a:pt x="183" y="12785"/>
                  <a:pt x="207" y="12906"/>
                </a:cubicBezTo>
                <a:lnTo>
                  <a:pt x="12906" y="208"/>
                </a:lnTo>
                <a:cubicBezTo>
                  <a:pt x="12785" y="184"/>
                  <a:pt x="12663" y="163"/>
                  <a:pt x="12541" y="143"/>
                </a:cubicBezTo>
                <a:close/>
                <a:moveTo>
                  <a:pt x="13343" y="303"/>
                </a:moveTo>
                <a:lnTo>
                  <a:pt x="303" y="13343"/>
                </a:lnTo>
                <a:cubicBezTo>
                  <a:pt x="330" y="13456"/>
                  <a:pt x="361" y="13569"/>
                  <a:pt x="392" y="13682"/>
                </a:cubicBezTo>
                <a:lnTo>
                  <a:pt x="13682" y="393"/>
                </a:lnTo>
                <a:cubicBezTo>
                  <a:pt x="13569" y="362"/>
                  <a:pt x="13456" y="331"/>
                  <a:pt x="13343" y="303"/>
                </a:cubicBezTo>
                <a:close/>
                <a:moveTo>
                  <a:pt x="7909" y="395"/>
                </a:moveTo>
                <a:cubicBezTo>
                  <a:pt x="7701" y="452"/>
                  <a:pt x="7495" y="515"/>
                  <a:pt x="7290" y="585"/>
                </a:cubicBezTo>
                <a:lnTo>
                  <a:pt x="584" y="7290"/>
                </a:lnTo>
                <a:cubicBezTo>
                  <a:pt x="514" y="7495"/>
                  <a:pt x="452" y="7702"/>
                  <a:pt x="394" y="7909"/>
                </a:cubicBezTo>
                <a:lnTo>
                  <a:pt x="7909" y="395"/>
                </a:lnTo>
                <a:close/>
                <a:moveTo>
                  <a:pt x="14094" y="515"/>
                </a:moveTo>
                <a:lnTo>
                  <a:pt x="514" y="14094"/>
                </a:lnTo>
                <a:cubicBezTo>
                  <a:pt x="549" y="14202"/>
                  <a:pt x="583" y="14310"/>
                  <a:pt x="620" y="14417"/>
                </a:cubicBezTo>
                <a:lnTo>
                  <a:pt x="14417" y="621"/>
                </a:lnTo>
                <a:cubicBezTo>
                  <a:pt x="14310" y="583"/>
                  <a:pt x="14202" y="549"/>
                  <a:pt x="14094" y="515"/>
                </a:cubicBezTo>
                <a:close/>
                <a:moveTo>
                  <a:pt x="14804" y="767"/>
                </a:moveTo>
                <a:lnTo>
                  <a:pt x="767" y="14804"/>
                </a:lnTo>
                <a:cubicBezTo>
                  <a:pt x="807" y="14905"/>
                  <a:pt x="851" y="15004"/>
                  <a:pt x="894" y="15104"/>
                </a:cubicBezTo>
                <a:lnTo>
                  <a:pt x="15104" y="895"/>
                </a:lnTo>
                <a:cubicBezTo>
                  <a:pt x="15004" y="852"/>
                  <a:pt x="14905" y="807"/>
                  <a:pt x="14804" y="767"/>
                </a:cubicBezTo>
                <a:close/>
                <a:moveTo>
                  <a:pt x="6411" y="932"/>
                </a:moveTo>
                <a:cubicBezTo>
                  <a:pt x="6118" y="1062"/>
                  <a:pt x="5831" y="1206"/>
                  <a:pt x="5549" y="1363"/>
                </a:cubicBezTo>
                <a:lnTo>
                  <a:pt x="1362" y="5549"/>
                </a:lnTo>
                <a:cubicBezTo>
                  <a:pt x="1205" y="5832"/>
                  <a:pt x="1061" y="6119"/>
                  <a:pt x="931" y="6411"/>
                </a:cubicBezTo>
                <a:lnTo>
                  <a:pt x="6411" y="932"/>
                </a:lnTo>
                <a:close/>
                <a:moveTo>
                  <a:pt x="15470" y="1061"/>
                </a:moveTo>
                <a:lnTo>
                  <a:pt x="1060" y="15471"/>
                </a:lnTo>
                <a:cubicBezTo>
                  <a:pt x="1106" y="15567"/>
                  <a:pt x="1153" y="15664"/>
                  <a:pt x="1202" y="15759"/>
                </a:cubicBezTo>
                <a:lnTo>
                  <a:pt x="15759" y="1203"/>
                </a:lnTo>
                <a:cubicBezTo>
                  <a:pt x="15663" y="1153"/>
                  <a:pt x="15567" y="1107"/>
                  <a:pt x="15470" y="1061"/>
                </a:cubicBezTo>
                <a:close/>
                <a:moveTo>
                  <a:pt x="16103" y="1391"/>
                </a:moveTo>
                <a:lnTo>
                  <a:pt x="1391" y="16103"/>
                </a:lnTo>
                <a:cubicBezTo>
                  <a:pt x="1442" y="16194"/>
                  <a:pt x="1494" y="16285"/>
                  <a:pt x="1548" y="16375"/>
                </a:cubicBezTo>
                <a:lnTo>
                  <a:pt x="16375" y="1549"/>
                </a:lnTo>
                <a:cubicBezTo>
                  <a:pt x="16285" y="1495"/>
                  <a:pt x="16194" y="1442"/>
                  <a:pt x="16103" y="1391"/>
                </a:cubicBezTo>
                <a:close/>
                <a:moveTo>
                  <a:pt x="16703" y="1754"/>
                </a:moveTo>
                <a:lnTo>
                  <a:pt x="1753" y="16703"/>
                </a:lnTo>
                <a:cubicBezTo>
                  <a:pt x="1809" y="16788"/>
                  <a:pt x="1869" y="16872"/>
                  <a:pt x="1928" y="16956"/>
                </a:cubicBezTo>
                <a:lnTo>
                  <a:pt x="16956" y="1928"/>
                </a:lnTo>
                <a:cubicBezTo>
                  <a:pt x="16872" y="1869"/>
                  <a:pt x="16788" y="1810"/>
                  <a:pt x="16703" y="1754"/>
                </a:cubicBezTo>
                <a:close/>
                <a:moveTo>
                  <a:pt x="17267" y="2151"/>
                </a:moveTo>
                <a:lnTo>
                  <a:pt x="2151" y="17267"/>
                </a:lnTo>
                <a:cubicBezTo>
                  <a:pt x="2212" y="17349"/>
                  <a:pt x="2274" y="17430"/>
                  <a:pt x="2338" y="17510"/>
                </a:cubicBezTo>
                <a:lnTo>
                  <a:pt x="17510" y="2338"/>
                </a:lnTo>
                <a:cubicBezTo>
                  <a:pt x="17430" y="2275"/>
                  <a:pt x="17349" y="2212"/>
                  <a:pt x="17267" y="2151"/>
                </a:cubicBezTo>
                <a:close/>
                <a:moveTo>
                  <a:pt x="3805" y="2574"/>
                </a:moveTo>
                <a:cubicBezTo>
                  <a:pt x="3586" y="2761"/>
                  <a:pt x="3370" y="2956"/>
                  <a:pt x="3163" y="3163"/>
                </a:cubicBezTo>
                <a:cubicBezTo>
                  <a:pt x="2955" y="3371"/>
                  <a:pt x="2761" y="3586"/>
                  <a:pt x="2574" y="3806"/>
                </a:cubicBezTo>
                <a:lnTo>
                  <a:pt x="3805" y="2574"/>
                </a:lnTo>
                <a:close/>
                <a:moveTo>
                  <a:pt x="17801" y="2579"/>
                </a:moveTo>
                <a:lnTo>
                  <a:pt x="2579" y="17801"/>
                </a:lnTo>
                <a:cubicBezTo>
                  <a:pt x="2645" y="17878"/>
                  <a:pt x="2709" y="17957"/>
                  <a:pt x="2777" y="18032"/>
                </a:cubicBezTo>
                <a:lnTo>
                  <a:pt x="18032" y="2777"/>
                </a:lnTo>
                <a:cubicBezTo>
                  <a:pt x="17957" y="2709"/>
                  <a:pt x="17878" y="2645"/>
                  <a:pt x="17801" y="2579"/>
                </a:cubicBezTo>
                <a:close/>
                <a:moveTo>
                  <a:pt x="18304" y="3036"/>
                </a:moveTo>
                <a:lnTo>
                  <a:pt x="3036" y="18304"/>
                </a:lnTo>
                <a:cubicBezTo>
                  <a:pt x="3079" y="18349"/>
                  <a:pt x="3119" y="18394"/>
                  <a:pt x="3163" y="18438"/>
                </a:cubicBezTo>
                <a:cubicBezTo>
                  <a:pt x="3191" y="18466"/>
                  <a:pt x="3222" y="18492"/>
                  <a:pt x="3250" y="18521"/>
                </a:cubicBezTo>
                <a:lnTo>
                  <a:pt x="18521" y="3251"/>
                </a:lnTo>
                <a:cubicBezTo>
                  <a:pt x="18492" y="3222"/>
                  <a:pt x="18466" y="3192"/>
                  <a:pt x="18438" y="3163"/>
                </a:cubicBezTo>
                <a:cubicBezTo>
                  <a:pt x="18394" y="3119"/>
                  <a:pt x="18348" y="3079"/>
                  <a:pt x="18304" y="3036"/>
                </a:cubicBezTo>
                <a:close/>
                <a:moveTo>
                  <a:pt x="18781" y="3523"/>
                </a:moveTo>
                <a:lnTo>
                  <a:pt x="3522" y="18781"/>
                </a:lnTo>
                <a:cubicBezTo>
                  <a:pt x="3598" y="18850"/>
                  <a:pt x="3676" y="18915"/>
                  <a:pt x="3753" y="18982"/>
                </a:cubicBezTo>
                <a:lnTo>
                  <a:pt x="18982" y="3753"/>
                </a:lnTo>
                <a:cubicBezTo>
                  <a:pt x="18915" y="3676"/>
                  <a:pt x="18850" y="3598"/>
                  <a:pt x="18781" y="3523"/>
                </a:cubicBezTo>
                <a:close/>
                <a:moveTo>
                  <a:pt x="19224" y="4041"/>
                </a:moveTo>
                <a:lnTo>
                  <a:pt x="4041" y="19224"/>
                </a:lnTo>
                <a:cubicBezTo>
                  <a:pt x="4121" y="19289"/>
                  <a:pt x="4202" y="19350"/>
                  <a:pt x="4283" y="19412"/>
                </a:cubicBezTo>
                <a:lnTo>
                  <a:pt x="19412" y="4283"/>
                </a:lnTo>
                <a:cubicBezTo>
                  <a:pt x="19350" y="4202"/>
                  <a:pt x="19289" y="4121"/>
                  <a:pt x="19224" y="4041"/>
                </a:cubicBezTo>
                <a:close/>
                <a:moveTo>
                  <a:pt x="19637" y="4591"/>
                </a:moveTo>
                <a:lnTo>
                  <a:pt x="4591" y="19637"/>
                </a:lnTo>
                <a:cubicBezTo>
                  <a:pt x="4675" y="19696"/>
                  <a:pt x="4758" y="19757"/>
                  <a:pt x="4843" y="19813"/>
                </a:cubicBezTo>
                <a:lnTo>
                  <a:pt x="19813" y="4844"/>
                </a:lnTo>
                <a:cubicBezTo>
                  <a:pt x="19757" y="4758"/>
                  <a:pt x="19696" y="4675"/>
                  <a:pt x="19637" y="4591"/>
                </a:cubicBezTo>
                <a:close/>
                <a:moveTo>
                  <a:pt x="20019" y="5172"/>
                </a:moveTo>
                <a:lnTo>
                  <a:pt x="5172" y="20019"/>
                </a:lnTo>
                <a:cubicBezTo>
                  <a:pt x="5261" y="20073"/>
                  <a:pt x="5351" y="20126"/>
                  <a:pt x="5441" y="20178"/>
                </a:cubicBezTo>
                <a:lnTo>
                  <a:pt x="20178" y="5441"/>
                </a:lnTo>
                <a:cubicBezTo>
                  <a:pt x="20126" y="5351"/>
                  <a:pt x="20073" y="5261"/>
                  <a:pt x="20019" y="5172"/>
                </a:cubicBezTo>
                <a:close/>
                <a:moveTo>
                  <a:pt x="20369" y="5782"/>
                </a:moveTo>
                <a:lnTo>
                  <a:pt x="5782" y="20369"/>
                </a:lnTo>
                <a:cubicBezTo>
                  <a:pt x="5877" y="20419"/>
                  <a:pt x="5974" y="20463"/>
                  <a:pt x="6071" y="20510"/>
                </a:cubicBezTo>
                <a:lnTo>
                  <a:pt x="20510" y="6071"/>
                </a:lnTo>
                <a:cubicBezTo>
                  <a:pt x="20463" y="5975"/>
                  <a:pt x="20419" y="5878"/>
                  <a:pt x="20369" y="5782"/>
                </a:cubicBezTo>
                <a:close/>
                <a:moveTo>
                  <a:pt x="20679" y="6434"/>
                </a:moveTo>
                <a:lnTo>
                  <a:pt x="6434" y="20679"/>
                </a:lnTo>
                <a:cubicBezTo>
                  <a:pt x="6534" y="20723"/>
                  <a:pt x="6633" y="20769"/>
                  <a:pt x="6734" y="20809"/>
                </a:cubicBezTo>
                <a:lnTo>
                  <a:pt x="20809" y="6735"/>
                </a:lnTo>
                <a:cubicBezTo>
                  <a:pt x="20769" y="6634"/>
                  <a:pt x="20723" y="6534"/>
                  <a:pt x="20679" y="6434"/>
                </a:cubicBezTo>
                <a:close/>
                <a:moveTo>
                  <a:pt x="20956" y="7121"/>
                </a:moveTo>
                <a:lnTo>
                  <a:pt x="7120" y="20956"/>
                </a:lnTo>
                <a:cubicBezTo>
                  <a:pt x="7226" y="20994"/>
                  <a:pt x="7333" y="21030"/>
                  <a:pt x="7439" y="21065"/>
                </a:cubicBezTo>
                <a:lnTo>
                  <a:pt x="21065" y="7439"/>
                </a:lnTo>
                <a:cubicBezTo>
                  <a:pt x="21030" y="7333"/>
                  <a:pt x="20994" y="7226"/>
                  <a:pt x="20956" y="7121"/>
                </a:cubicBezTo>
                <a:close/>
                <a:moveTo>
                  <a:pt x="21190" y="7848"/>
                </a:moveTo>
                <a:lnTo>
                  <a:pt x="7848" y="21190"/>
                </a:lnTo>
                <a:cubicBezTo>
                  <a:pt x="7960" y="21221"/>
                  <a:pt x="8073" y="21252"/>
                  <a:pt x="8186" y="21280"/>
                </a:cubicBezTo>
                <a:lnTo>
                  <a:pt x="21280" y="8186"/>
                </a:lnTo>
                <a:cubicBezTo>
                  <a:pt x="21252" y="8073"/>
                  <a:pt x="21221" y="7960"/>
                  <a:pt x="21190" y="7848"/>
                </a:cubicBezTo>
                <a:close/>
                <a:moveTo>
                  <a:pt x="21378" y="8623"/>
                </a:moveTo>
                <a:lnTo>
                  <a:pt x="8623" y="21378"/>
                </a:lnTo>
                <a:cubicBezTo>
                  <a:pt x="8743" y="21402"/>
                  <a:pt x="8863" y="21424"/>
                  <a:pt x="8984" y="21445"/>
                </a:cubicBezTo>
                <a:lnTo>
                  <a:pt x="21445" y="8984"/>
                </a:lnTo>
                <a:cubicBezTo>
                  <a:pt x="21424" y="8864"/>
                  <a:pt x="21402" y="8743"/>
                  <a:pt x="21378" y="8623"/>
                </a:cubicBezTo>
                <a:close/>
                <a:moveTo>
                  <a:pt x="21514" y="9448"/>
                </a:moveTo>
                <a:lnTo>
                  <a:pt x="9447" y="21514"/>
                </a:lnTo>
                <a:cubicBezTo>
                  <a:pt x="9576" y="21530"/>
                  <a:pt x="9704" y="21546"/>
                  <a:pt x="9833" y="21557"/>
                </a:cubicBezTo>
                <a:lnTo>
                  <a:pt x="21557" y="9834"/>
                </a:lnTo>
                <a:cubicBezTo>
                  <a:pt x="21546" y="9705"/>
                  <a:pt x="21530" y="9576"/>
                  <a:pt x="21514" y="9448"/>
                </a:cubicBezTo>
                <a:close/>
                <a:moveTo>
                  <a:pt x="21590" y="10333"/>
                </a:moveTo>
                <a:lnTo>
                  <a:pt x="10332" y="21590"/>
                </a:lnTo>
                <a:cubicBezTo>
                  <a:pt x="10473" y="21596"/>
                  <a:pt x="10613" y="21599"/>
                  <a:pt x="10753" y="21600"/>
                </a:cubicBezTo>
                <a:lnTo>
                  <a:pt x="21600" y="10754"/>
                </a:lnTo>
                <a:cubicBezTo>
                  <a:pt x="21599" y="10613"/>
                  <a:pt x="21596" y="10473"/>
                  <a:pt x="21590" y="10333"/>
                </a:cubicBezTo>
                <a:close/>
                <a:moveTo>
                  <a:pt x="21590" y="11296"/>
                </a:moveTo>
                <a:lnTo>
                  <a:pt x="11295" y="21590"/>
                </a:lnTo>
                <a:cubicBezTo>
                  <a:pt x="11449" y="21583"/>
                  <a:pt x="11603" y="21572"/>
                  <a:pt x="11757" y="21558"/>
                </a:cubicBezTo>
                <a:lnTo>
                  <a:pt x="21558" y="11757"/>
                </a:lnTo>
                <a:cubicBezTo>
                  <a:pt x="21572" y="11603"/>
                  <a:pt x="21583" y="11450"/>
                  <a:pt x="21590" y="11296"/>
                </a:cubicBezTo>
                <a:close/>
                <a:moveTo>
                  <a:pt x="21489" y="12358"/>
                </a:moveTo>
                <a:lnTo>
                  <a:pt x="12358" y="21489"/>
                </a:lnTo>
                <a:cubicBezTo>
                  <a:pt x="12531" y="21464"/>
                  <a:pt x="12703" y="21434"/>
                  <a:pt x="12876" y="21400"/>
                </a:cubicBezTo>
                <a:lnTo>
                  <a:pt x="21400" y="12876"/>
                </a:lnTo>
                <a:cubicBezTo>
                  <a:pt x="21434" y="12704"/>
                  <a:pt x="21464" y="12531"/>
                  <a:pt x="21489" y="12358"/>
                </a:cubicBezTo>
                <a:close/>
                <a:moveTo>
                  <a:pt x="21239" y="13569"/>
                </a:moveTo>
                <a:lnTo>
                  <a:pt x="13569" y="21239"/>
                </a:lnTo>
                <a:cubicBezTo>
                  <a:pt x="13774" y="21185"/>
                  <a:pt x="13978" y="21125"/>
                  <a:pt x="14181" y="21058"/>
                </a:cubicBezTo>
                <a:lnTo>
                  <a:pt x="21058" y="14181"/>
                </a:lnTo>
                <a:cubicBezTo>
                  <a:pt x="21125" y="13978"/>
                  <a:pt x="21185" y="13774"/>
                  <a:pt x="21239" y="13569"/>
                </a:cubicBezTo>
                <a:close/>
                <a:moveTo>
                  <a:pt x="20736" y="15035"/>
                </a:moveTo>
                <a:lnTo>
                  <a:pt x="15035" y="20736"/>
                </a:lnTo>
                <a:cubicBezTo>
                  <a:pt x="15310" y="20619"/>
                  <a:pt x="15581" y="20493"/>
                  <a:pt x="15848" y="20352"/>
                </a:cubicBezTo>
                <a:lnTo>
                  <a:pt x="20352" y="15848"/>
                </a:lnTo>
                <a:cubicBezTo>
                  <a:pt x="20493" y="15581"/>
                  <a:pt x="20619" y="15310"/>
                  <a:pt x="20736" y="15035"/>
                </a:cubicBezTo>
                <a:close/>
                <a:moveTo>
                  <a:pt x="19400" y="17332"/>
                </a:moveTo>
                <a:lnTo>
                  <a:pt x="17332" y="19400"/>
                </a:lnTo>
                <a:cubicBezTo>
                  <a:pt x="17716" y="19108"/>
                  <a:pt x="18087" y="18789"/>
                  <a:pt x="18438" y="18438"/>
                </a:cubicBezTo>
                <a:cubicBezTo>
                  <a:pt x="18788" y="18087"/>
                  <a:pt x="19107" y="17716"/>
                  <a:pt x="19400" y="17332"/>
                </a:cubicBezTo>
                <a:close/>
              </a:path>
            </a:pathLst>
          </a:custGeom>
          <a:solidFill>
            <a:schemeClr val="accent4"/>
          </a:solidFill>
          <a:ln w="12700">
            <a:miter lim="400000"/>
          </a:ln>
        </p:spPr>
        <p:txBody>
          <a:bodyPr lIns="0" tIns="0" rIns="0" bIns="0" anchor="ctr"/>
          <a:lstStyle/>
          <a:p>
            <a:pPr marL="0" marR="0" lvl="0" indent="0" algn="ctr" defTabSz="8255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 kumimoji="0" sz="32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Helvetica Neue Medium"/>
              <a:sym typeface="Helvetica Neue Medium"/>
            </a:endParaRPr>
          </a:p>
        </p:txBody>
      </p:sp>
      <p:sp>
        <p:nvSpPr>
          <p:cNvPr id="218" name="Shape">
            <a:extLst>
              <a:ext uri="{FF2B5EF4-FFF2-40B4-BE49-F238E27FC236}">
                <a16:creationId xmlns:a16="http://schemas.microsoft.com/office/drawing/2014/main" id="{CA2FB191-9C57-AE98-3115-9A2FF258E0B1}"/>
              </a:ext>
            </a:extLst>
          </p:cNvPr>
          <p:cNvSpPr/>
          <p:nvPr/>
        </p:nvSpPr>
        <p:spPr>
          <a:xfrm>
            <a:off x="1688166" y="791392"/>
            <a:ext cx="7163901" cy="716420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800" y="0"/>
                </a:moveTo>
                <a:cubicBezTo>
                  <a:pt x="10787" y="0"/>
                  <a:pt x="10773" y="1"/>
                  <a:pt x="10759" y="1"/>
                </a:cubicBezTo>
                <a:lnTo>
                  <a:pt x="1" y="10760"/>
                </a:lnTo>
                <a:cubicBezTo>
                  <a:pt x="0" y="10900"/>
                  <a:pt x="3" y="11040"/>
                  <a:pt x="8" y="11181"/>
                </a:cubicBezTo>
                <a:lnTo>
                  <a:pt x="11180" y="9"/>
                </a:lnTo>
                <a:cubicBezTo>
                  <a:pt x="11054" y="4"/>
                  <a:pt x="10927" y="0"/>
                  <a:pt x="10800" y="0"/>
                </a:cubicBezTo>
                <a:close/>
                <a:moveTo>
                  <a:pt x="10211" y="17"/>
                </a:moveTo>
                <a:cubicBezTo>
                  <a:pt x="10057" y="25"/>
                  <a:pt x="9903" y="36"/>
                  <a:pt x="9748" y="51"/>
                </a:cubicBezTo>
                <a:lnTo>
                  <a:pt x="50" y="9749"/>
                </a:lnTo>
                <a:cubicBezTo>
                  <a:pt x="35" y="9903"/>
                  <a:pt x="25" y="10057"/>
                  <a:pt x="16" y="10212"/>
                </a:cubicBezTo>
                <a:lnTo>
                  <a:pt x="10211" y="17"/>
                </a:lnTo>
                <a:close/>
                <a:moveTo>
                  <a:pt x="11683" y="38"/>
                </a:moveTo>
                <a:lnTo>
                  <a:pt x="38" y="11684"/>
                </a:lnTo>
                <a:cubicBezTo>
                  <a:pt x="48" y="11814"/>
                  <a:pt x="62" y="11944"/>
                  <a:pt x="78" y="12075"/>
                </a:cubicBezTo>
                <a:lnTo>
                  <a:pt x="12074" y="78"/>
                </a:lnTo>
                <a:cubicBezTo>
                  <a:pt x="11944" y="63"/>
                  <a:pt x="11814" y="49"/>
                  <a:pt x="11683" y="38"/>
                </a:cubicBezTo>
                <a:close/>
                <a:moveTo>
                  <a:pt x="9136" y="131"/>
                </a:moveTo>
                <a:cubicBezTo>
                  <a:pt x="8960" y="158"/>
                  <a:pt x="8786" y="190"/>
                  <a:pt x="8611" y="226"/>
                </a:cubicBezTo>
                <a:lnTo>
                  <a:pt x="226" y="8611"/>
                </a:lnTo>
                <a:cubicBezTo>
                  <a:pt x="190" y="8786"/>
                  <a:pt x="157" y="8961"/>
                  <a:pt x="130" y="9137"/>
                </a:cubicBezTo>
                <a:lnTo>
                  <a:pt x="9136" y="131"/>
                </a:lnTo>
                <a:close/>
                <a:moveTo>
                  <a:pt x="12541" y="143"/>
                </a:moveTo>
                <a:lnTo>
                  <a:pt x="143" y="12541"/>
                </a:lnTo>
                <a:cubicBezTo>
                  <a:pt x="163" y="12663"/>
                  <a:pt x="183" y="12785"/>
                  <a:pt x="207" y="12906"/>
                </a:cubicBezTo>
                <a:lnTo>
                  <a:pt x="12906" y="208"/>
                </a:lnTo>
                <a:cubicBezTo>
                  <a:pt x="12785" y="184"/>
                  <a:pt x="12663" y="163"/>
                  <a:pt x="12541" y="143"/>
                </a:cubicBezTo>
                <a:close/>
                <a:moveTo>
                  <a:pt x="13343" y="303"/>
                </a:moveTo>
                <a:lnTo>
                  <a:pt x="303" y="13343"/>
                </a:lnTo>
                <a:cubicBezTo>
                  <a:pt x="330" y="13456"/>
                  <a:pt x="361" y="13569"/>
                  <a:pt x="392" y="13682"/>
                </a:cubicBezTo>
                <a:lnTo>
                  <a:pt x="13682" y="393"/>
                </a:lnTo>
                <a:cubicBezTo>
                  <a:pt x="13569" y="362"/>
                  <a:pt x="13456" y="331"/>
                  <a:pt x="13343" y="303"/>
                </a:cubicBezTo>
                <a:close/>
                <a:moveTo>
                  <a:pt x="7909" y="395"/>
                </a:moveTo>
                <a:cubicBezTo>
                  <a:pt x="7701" y="452"/>
                  <a:pt x="7495" y="515"/>
                  <a:pt x="7290" y="585"/>
                </a:cubicBezTo>
                <a:lnTo>
                  <a:pt x="584" y="7290"/>
                </a:lnTo>
                <a:cubicBezTo>
                  <a:pt x="514" y="7495"/>
                  <a:pt x="452" y="7702"/>
                  <a:pt x="394" y="7909"/>
                </a:cubicBezTo>
                <a:lnTo>
                  <a:pt x="7909" y="395"/>
                </a:lnTo>
                <a:close/>
                <a:moveTo>
                  <a:pt x="14094" y="515"/>
                </a:moveTo>
                <a:lnTo>
                  <a:pt x="514" y="14094"/>
                </a:lnTo>
                <a:cubicBezTo>
                  <a:pt x="549" y="14202"/>
                  <a:pt x="583" y="14310"/>
                  <a:pt x="620" y="14417"/>
                </a:cubicBezTo>
                <a:lnTo>
                  <a:pt x="14417" y="621"/>
                </a:lnTo>
                <a:cubicBezTo>
                  <a:pt x="14310" y="583"/>
                  <a:pt x="14202" y="549"/>
                  <a:pt x="14094" y="515"/>
                </a:cubicBezTo>
                <a:close/>
                <a:moveTo>
                  <a:pt x="14804" y="767"/>
                </a:moveTo>
                <a:lnTo>
                  <a:pt x="767" y="14804"/>
                </a:lnTo>
                <a:cubicBezTo>
                  <a:pt x="807" y="14905"/>
                  <a:pt x="851" y="15004"/>
                  <a:pt x="894" y="15104"/>
                </a:cubicBezTo>
                <a:lnTo>
                  <a:pt x="15104" y="895"/>
                </a:lnTo>
                <a:cubicBezTo>
                  <a:pt x="15004" y="852"/>
                  <a:pt x="14905" y="807"/>
                  <a:pt x="14804" y="767"/>
                </a:cubicBezTo>
                <a:close/>
                <a:moveTo>
                  <a:pt x="6411" y="932"/>
                </a:moveTo>
                <a:cubicBezTo>
                  <a:pt x="6118" y="1062"/>
                  <a:pt x="5831" y="1206"/>
                  <a:pt x="5549" y="1363"/>
                </a:cubicBezTo>
                <a:lnTo>
                  <a:pt x="1362" y="5549"/>
                </a:lnTo>
                <a:cubicBezTo>
                  <a:pt x="1205" y="5832"/>
                  <a:pt x="1061" y="6119"/>
                  <a:pt x="931" y="6411"/>
                </a:cubicBezTo>
                <a:lnTo>
                  <a:pt x="6411" y="932"/>
                </a:lnTo>
                <a:close/>
                <a:moveTo>
                  <a:pt x="15470" y="1061"/>
                </a:moveTo>
                <a:lnTo>
                  <a:pt x="1060" y="15471"/>
                </a:lnTo>
                <a:cubicBezTo>
                  <a:pt x="1106" y="15567"/>
                  <a:pt x="1153" y="15664"/>
                  <a:pt x="1202" y="15759"/>
                </a:cubicBezTo>
                <a:lnTo>
                  <a:pt x="15759" y="1203"/>
                </a:lnTo>
                <a:cubicBezTo>
                  <a:pt x="15663" y="1153"/>
                  <a:pt x="15567" y="1107"/>
                  <a:pt x="15470" y="1061"/>
                </a:cubicBezTo>
                <a:close/>
                <a:moveTo>
                  <a:pt x="16103" y="1391"/>
                </a:moveTo>
                <a:lnTo>
                  <a:pt x="1391" y="16103"/>
                </a:lnTo>
                <a:cubicBezTo>
                  <a:pt x="1442" y="16194"/>
                  <a:pt x="1494" y="16285"/>
                  <a:pt x="1548" y="16375"/>
                </a:cubicBezTo>
                <a:lnTo>
                  <a:pt x="16375" y="1549"/>
                </a:lnTo>
                <a:cubicBezTo>
                  <a:pt x="16285" y="1495"/>
                  <a:pt x="16194" y="1442"/>
                  <a:pt x="16103" y="1391"/>
                </a:cubicBezTo>
                <a:close/>
                <a:moveTo>
                  <a:pt x="16703" y="1754"/>
                </a:moveTo>
                <a:lnTo>
                  <a:pt x="1753" y="16703"/>
                </a:lnTo>
                <a:cubicBezTo>
                  <a:pt x="1809" y="16788"/>
                  <a:pt x="1869" y="16872"/>
                  <a:pt x="1928" y="16956"/>
                </a:cubicBezTo>
                <a:lnTo>
                  <a:pt x="16956" y="1928"/>
                </a:lnTo>
                <a:cubicBezTo>
                  <a:pt x="16872" y="1869"/>
                  <a:pt x="16788" y="1810"/>
                  <a:pt x="16703" y="1754"/>
                </a:cubicBezTo>
                <a:close/>
                <a:moveTo>
                  <a:pt x="17267" y="2151"/>
                </a:moveTo>
                <a:lnTo>
                  <a:pt x="2151" y="17267"/>
                </a:lnTo>
                <a:cubicBezTo>
                  <a:pt x="2212" y="17349"/>
                  <a:pt x="2274" y="17430"/>
                  <a:pt x="2338" y="17510"/>
                </a:cubicBezTo>
                <a:lnTo>
                  <a:pt x="17510" y="2338"/>
                </a:lnTo>
                <a:cubicBezTo>
                  <a:pt x="17430" y="2275"/>
                  <a:pt x="17349" y="2212"/>
                  <a:pt x="17267" y="2151"/>
                </a:cubicBezTo>
                <a:close/>
                <a:moveTo>
                  <a:pt x="3805" y="2574"/>
                </a:moveTo>
                <a:cubicBezTo>
                  <a:pt x="3586" y="2761"/>
                  <a:pt x="3370" y="2956"/>
                  <a:pt x="3163" y="3163"/>
                </a:cubicBezTo>
                <a:cubicBezTo>
                  <a:pt x="2955" y="3371"/>
                  <a:pt x="2761" y="3586"/>
                  <a:pt x="2574" y="3806"/>
                </a:cubicBezTo>
                <a:lnTo>
                  <a:pt x="3805" y="2574"/>
                </a:lnTo>
                <a:close/>
                <a:moveTo>
                  <a:pt x="17801" y="2579"/>
                </a:moveTo>
                <a:lnTo>
                  <a:pt x="2579" y="17801"/>
                </a:lnTo>
                <a:cubicBezTo>
                  <a:pt x="2645" y="17878"/>
                  <a:pt x="2709" y="17957"/>
                  <a:pt x="2777" y="18032"/>
                </a:cubicBezTo>
                <a:lnTo>
                  <a:pt x="18032" y="2777"/>
                </a:lnTo>
                <a:cubicBezTo>
                  <a:pt x="17957" y="2709"/>
                  <a:pt x="17878" y="2645"/>
                  <a:pt x="17801" y="2579"/>
                </a:cubicBezTo>
                <a:close/>
                <a:moveTo>
                  <a:pt x="18304" y="3036"/>
                </a:moveTo>
                <a:lnTo>
                  <a:pt x="3036" y="18304"/>
                </a:lnTo>
                <a:cubicBezTo>
                  <a:pt x="3079" y="18349"/>
                  <a:pt x="3119" y="18394"/>
                  <a:pt x="3163" y="18438"/>
                </a:cubicBezTo>
                <a:cubicBezTo>
                  <a:pt x="3191" y="18466"/>
                  <a:pt x="3222" y="18492"/>
                  <a:pt x="3250" y="18521"/>
                </a:cubicBezTo>
                <a:lnTo>
                  <a:pt x="18521" y="3251"/>
                </a:lnTo>
                <a:cubicBezTo>
                  <a:pt x="18492" y="3222"/>
                  <a:pt x="18466" y="3192"/>
                  <a:pt x="18438" y="3163"/>
                </a:cubicBezTo>
                <a:cubicBezTo>
                  <a:pt x="18394" y="3119"/>
                  <a:pt x="18348" y="3079"/>
                  <a:pt x="18304" y="3036"/>
                </a:cubicBezTo>
                <a:close/>
                <a:moveTo>
                  <a:pt x="18781" y="3523"/>
                </a:moveTo>
                <a:lnTo>
                  <a:pt x="3522" y="18781"/>
                </a:lnTo>
                <a:cubicBezTo>
                  <a:pt x="3598" y="18850"/>
                  <a:pt x="3676" y="18915"/>
                  <a:pt x="3753" y="18982"/>
                </a:cubicBezTo>
                <a:lnTo>
                  <a:pt x="18982" y="3753"/>
                </a:lnTo>
                <a:cubicBezTo>
                  <a:pt x="18915" y="3676"/>
                  <a:pt x="18850" y="3598"/>
                  <a:pt x="18781" y="3523"/>
                </a:cubicBezTo>
                <a:close/>
                <a:moveTo>
                  <a:pt x="19224" y="4041"/>
                </a:moveTo>
                <a:lnTo>
                  <a:pt x="4041" y="19224"/>
                </a:lnTo>
                <a:cubicBezTo>
                  <a:pt x="4121" y="19289"/>
                  <a:pt x="4202" y="19350"/>
                  <a:pt x="4283" y="19412"/>
                </a:cubicBezTo>
                <a:lnTo>
                  <a:pt x="19412" y="4283"/>
                </a:lnTo>
                <a:cubicBezTo>
                  <a:pt x="19350" y="4202"/>
                  <a:pt x="19289" y="4121"/>
                  <a:pt x="19224" y="4041"/>
                </a:cubicBezTo>
                <a:close/>
                <a:moveTo>
                  <a:pt x="19637" y="4591"/>
                </a:moveTo>
                <a:lnTo>
                  <a:pt x="4591" y="19637"/>
                </a:lnTo>
                <a:cubicBezTo>
                  <a:pt x="4675" y="19696"/>
                  <a:pt x="4758" y="19757"/>
                  <a:pt x="4843" y="19813"/>
                </a:cubicBezTo>
                <a:lnTo>
                  <a:pt x="19813" y="4844"/>
                </a:lnTo>
                <a:cubicBezTo>
                  <a:pt x="19757" y="4758"/>
                  <a:pt x="19696" y="4675"/>
                  <a:pt x="19637" y="4591"/>
                </a:cubicBezTo>
                <a:close/>
                <a:moveTo>
                  <a:pt x="20019" y="5172"/>
                </a:moveTo>
                <a:lnTo>
                  <a:pt x="5172" y="20019"/>
                </a:lnTo>
                <a:cubicBezTo>
                  <a:pt x="5261" y="20073"/>
                  <a:pt x="5351" y="20126"/>
                  <a:pt x="5441" y="20178"/>
                </a:cubicBezTo>
                <a:lnTo>
                  <a:pt x="20178" y="5441"/>
                </a:lnTo>
                <a:cubicBezTo>
                  <a:pt x="20126" y="5351"/>
                  <a:pt x="20073" y="5261"/>
                  <a:pt x="20019" y="5172"/>
                </a:cubicBezTo>
                <a:close/>
                <a:moveTo>
                  <a:pt x="20369" y="5782"/>
                </a:moveTo>
                <a:lnTo>
                  <a:pt x="5782" y="20369"/>
                </a:lnTo>
                <a:cubicBezTo>
                  <a:pt x="5877" y="20419"/>
                  <a:pt x="5974" y="20463"/>
                  <a:pt x="6071" y="20510"/>
                </a:cubicBezTo>
                <a:lnTo>
                  <a:pt x="20510" y="6071"/>
                </a:lnTo>
                <a:cubicBezTo>
                  <a:pt x="20463" y="5975"/>
                  <a:pt x="20419" y="5878"/>
                  <a:pt x="20369" y="5782"/>
                </a:cubicBezTo>
                <a:close/>
                <a:moveTo>
                  <a:pt x="20679" y="6434"/>
                </a:moveTo>
                <a:lnTo>
                  <a:pt x="6434" y="20679"/>
                </a:lnTo>
                <a:cubicBezTo>
                  <a:pt x="6534" y="20723"/>
                  <a:pt x="6633" y="20769"/>
                  <a:pt x="6734" y="20809"/>
                </a:cubicBezTo>
                <a:lnTo>
                  <a:pt x="20809" y="6735"/>
                </a:lnTo>
                <a:cubicBezTo>
                  <a:pt x="20769" y="6634"/>
                  <a:pt x="20723" y="6534"/>
                  <a:pt x="20679" y="6434"/>
                </a:cubicBezTo>
                <a:close/>
                <a:moveTo>
                  <a:pt x="20956" y="7121"/>
                </a:moveTo>
                <a:lnTo>
                  <a:pt x="7120" y="20956"/>
                </a:lnTo>
                <a:cubicBezTo>
                  <a:pt x="7226" y="20994"/>
                  <a:pt x="7333" y="21030"/>
                  <a:pt x="7439" y="21065"/>
                </a:cubicBezTo>
                <a:lnTo>
                  <a:pt x="21065" y="7439"/>
                </a:lnTo>
                <a:cubicBezTo>
                  <a:pt x="21030" y="7333"/>
                  <a:pt x="20994" y="7226"/>
                  <a:pt x="20956" y="7121"/>
                </a:cubicBezTo>
                <a:close/>
                <a:moveTo>
                  <a:pt x="21190" y="7848"/>
                </a:moveTo>
                <a:lnTo>
                  <a:pt x="7848" y="21190"/>
                </a:lnTo>
                <a:cubicBezTo>
                  <a:pt x="7960" y="21221"/>
                  <a:pt x="8073" y="21252"/>
                  <a:pt x="8186" y="21280"/>
                </a:cubicBezTo>
                <a:lnTo>
                  <a:pt x="21280" y="8186"/>
                </a:lnTo>
                <a:cubicBezTo>
                  <a:pt x="21252" y="8073"/>
                  <a:pt x="21221" y="7960"/>
                  <a:pt x="21190" y="7848"/>
                </a:cubicBezTo>
                <a:close/>
                <a:moveTo>
                  <a:pt x="21378" y="8623"/>
                </a:moveTo>
                <a:lnTo>
                  <a:pt x="8623" y="21378"/>
                </a:lnTo>
                <a:cubicBezTo>
                  <a:pt x="8743" y="21402"/>
                  <a:pt x="8863" y="21424"/>
                  <a:pt x="8984" y="21445"/>
                </a:cubicBezTo>
                <a:lnTo>
                  <a:pt x="21445" y="8984"/>
                </a:lnTo>
                <a:cubicBezTo>
                  <a:pt x="21424" y="8864"/>
                  <a:pt x="21402" y="8743"/>
                  <a:pt x="21378" y="8623"/>
                </a:cubicBezTo>
                <a:close/>
                <a:moveTo>
                  <a:pt x="21514" y="9448"/>
                </a:moveTo>
                <a:lnTo>
                  <a:pt x="9447" y="21514"/>
                </a:lnTo>
                <a:cubicBezTo>
                  <a:pt x="9576" y="21530"/>
                  <a:pt x="9704" y="21546"/>
                  <a:pt x="9833" y="21557"/>
                </a:cubicBezTo>
                <a:lnTo>
                  <a:pt x="21557" y="9834"/>
                </a:lnTo>
                <a:cubicBezTo>
                  <a:pt x="21546" y="9705"/>
                  <a:pt x="21530" y="9576"/>
                  <a:pt x="21514" y="9448"/>
                </a:cubicBezTo>
                <a:close/>
                <a:moveTo>
                  <a:pt x="21590" y="10333"/>
                </a:moveTo>
                <a:lnTo>
                  <a:pt x="10332" y="21590"/>
                </a:lnTo>
                <a:cubicBezTo>
                  <a:pt x="10473" y="21596"/>
                  <a:pt x="10613" y="21599"/>
                  <a:pt x="10753" y="21600"/>
                </a:cubicBezTo>
                <a:lnTo>
                  <a:pt x="21600" y="10754"/>
                </a:lnTo>
                <a:cubicBezTo>
                  <a:pt x="21599" y="10613"/>
                  <a:pt x="21596" y="10473"/>
                  <a:pt x="21590" y="10333"/>
                </a:cubicBezTo>
                <a:close/>
                <a:moveTo>
                  <a:pt x="21590" y="11296"/>
                </a:moveTo>
                <a:lnTo>
                  <a:pt x="11295" y="21590"/>
                </a:lnTo>
                <a:cubicBezTo>
                  <a:pt x="11449" y="21583"/>
                  <a:pt x="11603" y="21572"/>
                  <a:pt x="11757" y="21558"/>
                </a:cubicBezTo>
                <a:lnTo>
                  <a:pt x="21558" y="11757"/>
                </a:lnTo>
                <a:cubicBezTo>
                  <a:pt x="21572" y="11603"/>
                  <a:pt x="21583" y="11450"/>
                  <a:pt x="21590" y="11296"/>
                </a:cubicBezTo>
                <a:close/>
                <a:moveTo>
                  <a:pt x="21489" y="12358"/>
                </a:moveTo>
                <a:lnTo>
                  <a:pt x="12358" y="21489"/>
                </a:lnTo>
                <a:cubicBezTo>
                  <a:pt x="12531" y="21464"/>
                  <a:pt x="12703" y="21434"/>
                  <a:pt x="12876" y="21400"/>
                </a:cubicBezTo>
                <a:lnTo>
                  <a:pt x="21400" y="12876"/>
                </a:lnTo>
                <a:cubicBezTo>
                  <a:pt x="21434" y="12704"/>
                  <a:pt x="21464" y="12531"/>
                  <a:pt x="21489" y="12358"/>
                </a:cubicBezTo>
                <a:close/>
                <a:moveTo>
                  <a:pt x="21239" y="13569"/>
                </a:moveTo>
                <a:lnTo>
                  <a:pt x="13569" y="21239"/>
                </a:lnTo>
                <a:cubicBezTo>
                  <a:pt x="13774" y="21185"/>
                  <a:pt x="13978" y="21125"/>
                  <a:pt x="14181" y="21058"/>
                </a:cubicBezTo>
                <a:lnTo>
                  <a:pt x="21058" y="14181"/>
                </a:lnTo>
                <a:cubicBezTo>
                  <a:pt x="21125" y="13978"/>
                  <a:pt x="21185" y="13774"/>
                  <a:pt x="21239" y="13569"/>
                </a:cubicBezTo>
                <a:close/>
                <a:moveTo>
                  <a:pt x="20736" y="15035"/>
                </a:moveTo>
                <a:lnTo>
                  <a:pt x="15035" y="20736"/>
                </a:lnTo>
                <a:cubicBezTo>
                  <a:pt x="15310" y="20619"/>
                  <a:pt x="15581" y="20493"/>
                  <a:pt x="15848" y="20352"/>
                </a:cubicBezTo>
                <a:lnTo>
                  <a:pt x="20352" y="15848"/>
                </a:lnTo>
                <a:cubicBezTo>
                  <a:pt x="20493" y="15581"/>
                  <a:pt x="20619" y="15310"/>
                  <a:pt x="20736" y="15035"/>
                </a:cubicBezTo>
                <a:close/>
                <a:moveTo>
                  <a:pt x="19400" y="17332"/>
                </a:moveTo>
                <a:lnTo>
                  <a:pt x="17332" y="19400"/>
                </a:lnTo>
                <a:cubicBezTo>
                  <a:pt x="17716" y="19108"/>
                  <a:pt x="18087" y="18789"/>
                  <a:pt x="18438" y="18438"/>
                </a:cubicBezTo>
                <a:cubicBezTo>
                  <a:pt x="18788" y="18087"/>
                  <a:pt x="19107" y="17716"/>
                  <a:pt x="19400" y="17332"/>
                </a:cubicBezTo>
                <a:close/>
              </a:path>
            </a:pathLst>
          </a:custGeom>
          <a:solidFill>
            <a:schemeClr val="accent4"/>
          </a:solidFill>
          <a:ln w="12700">
            <a:miter lim="400000"/>
          </a:ln>
        </p:spPr>
        <p:txBody>
          <a:bodyPr lIns="0" tIns="0" rIns="0" bIns="0" anchor="ctr"/>
          <a:lstStyle/>
          <a:p>
            <a:pPr marL="0" marR="0" lvl="0" indent="0" algn="ctr" defTabSz="8255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 kumimoji="0" sz="32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Helvetica Neue Medium"/>
              <a:sym typeface="Helvetica Neue Medium"/>
            </a:endParaRPr>
          </a:p>
        </p:txBody>
      </p:sp>
      <p:sp>
        <p:nvSpPr>
          <p:cNvPr id="219" name="Shape">
            <a:extLst>
              <a:ext uri="{FF2B5EF4-FFF2-40B4-BE49-F238E27FC236}">
                <a16:creationId xmlns:a16="http://schemas.microsoft.com/office/drawing/2014/main" id="{B7F266FE-1431-1FA1-0661-D0FDD8063FCE}"/>
              </a:ext>
            </a:extLst>
          </p:cNvPr>
          <p:cNvSpPr/>
          <p:nvPr/>
        </p:nvSpPr>
        <p:spPr>
          <a:xfrm>
            <a:off x="11727838" y="12253507"/>
            <a:ext cx="4276957" cy="427713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800" y="0"/>
                </a:moveTo>
                <a:cubicBezTo>
                  <a:pt x="10787" y="0"/>
                  <a:pt x="10773" y="1"/>
                  <a:pt x="10759" y="1"/>
                </a:cubicBezTo>
                <a:lnTo>
                  <a:pt x="1" y="10760"/>
                </a:lnTo>
                <a:cubicBezTo>
                  <a:pt x="0" y="10900"/>
                  <a:pt x="3" y="11040"/>
                  <a:pt x="8" y="11181"/>
                </a:cubicBezTo>
                <a:lnTo>
                  <a:pt x="11180" y="9"/>
                </a:lnTo>
                <a:cubicBezTo>
                  <a:pt x="11054" y="4"/>
                  <a:pt x="10927" y="0"/>
                  <a:pt x="10800" y="0"/>
                </a:cubicBezTo>
                <a:close/>
                <a:moveTo>
                  <a:pt x="10211" y="17"/>
                </a:moveTo>
                <a:cubicBezTo>
                  <a:pt x="10057" y="25"/>
                  <a:pt x="9903" y="36"/>
                  <a:pt x="9748" y="51"/>
                </a:cubicBezTo>
                <a:lnTo>
                  <a:pt x="50" y="9749"/>
                </a:lnTo>
                <a:cubicBezTo>
                  <a:pt x="35" y="9903"/>
                  <a:pt x="25" y="10057"/>
                  <a:pt x="16" y="10212"/>
                </a:cubicBezTo>
                <a:lnTo>
                  <a:pt x="10211" y="17"/>
                </a:lnTo>
                <a:close/>
                <a:moveTo>
                  <a:pt x="11683" y="38"/>
                </a:moveTo>
                <a:lnTo>
                  <a:pt x="38" y="11684"/>
                </a:lnTo>
                <a:cubicBezTo>
                  <a:pt x="48" y="11814"/>
                  <a:pt x="62" y="11944"/>
                  <a:pt x="78" y="12075"/>
                </a:cubicBezTo>
                <a:lnTo>
                  <a:pt x="12074" y="78"/>
                </a:lnTo>
                <a:cubicBezTo>
                  <a:pt x="11944" y="63"/>
                  <a:pt x="11814" y="49"/>
                  <a:pt x="11683" y="38"/>
                </a:cubicBezTo>
                <a:close/>
                <a:moveTo>
                  <a:pt x="9136" y="131"/>
                </a:moveTo>
                <a:cubicBezTo>
                  <a:pt x="8960" y="158"/>
                  <a:pt x="8786" y="190"/>
                  <a:pt x="8611" y="226"/>
                </a:cubicBezTo>
                <a:lnTo>
                  <a:pt x="226" y="8611"/>
                </a:lnTo>
                <a:cubicBezTo>
                  <a:pt x="190" y="8786"/>
                  <a:pt x="157" y="8961"/>
                  <a:pt x="130" y="9137"/>
                </a:cubicBezTo>
                <a:lnTo>
                  <a:pt x="9136" y="131"/>
                </a:lnTo>
                <a:close/>
                <a:moveTo>
                  <a:pt x="12541" y="143"/>
                </a:moveTo>
                <a:lnTo>
                  <a:pt x="143" y="12541"/>
                </a:lnTo>
                <a:cubicBezTo>
                  <a:pt x="163" y="12663"/>
                  <a:pt x="183" y="12785"/>
                  <a:pt x="207" y="12906"/>
                </a:cubicBezTo>
                <a:lnTo>
                  <a:pt x="12906" y="208"/>
                </a:lnTo>
                <a:cubicBezTo>
                  <a:pt x="12785" y="184"/>
                  <a:pt x="12663" y="163"/>
                  <a:pt x="12541" y="143"/>
                </a:cubicBezTo>
                <a:close/>
                <a:moveTo>
                  <a:pt x="13343" y="303"/>
                </a:moveTo>
                <a:lnTo>
                  <a:pt x="303" y="13343"/>
                </a:lnTo>
                <a:cubicBezTo>
                  <a:pt x="330" y="13456"/>
                  <a:pt x="361" y="13569"/>
                  <a:pt x="392" y="13682"/>
                </a:cubicBezTo>
                <a:lnTo>
                  <a:pt x="13682" y="393"/>
                </a:lnTo>
                <a:cubicBezTo>
                  <a:pt x="13569" y="362"/>
                  <a:pt x="13456" y="331"/>
                  <a:pt x="13343" y="303"/>
                </a:cubicBezTo>
                <a:close/>
                <a:moveTo>
                  <a:pt x="7909" y="395"/>
                </a:moveTo>
                <a:cubicBezTo>
                  <a:pt x="7701" y="452"/>
                  <a:pt x="7495" y="515"/>
                  <a:pt x="7290" y="585"/>
                </a:cubicBezTo>
                <a:lnTo>
                  <a:pt x="584" y="7290"/>
                </a:lnTo>
                <a:cubicBezTo>
                  <a:pt x="514" y="7495"/>
                  <a:pt x="452" y="7702"/>
                  <a:pt x="394" y="7909"/>
                </a:cubicBezTo>
                <a:lnTo>
                  <a:pt x="7909" y="395"/>
                </a:lnTo>
                <a:close/>
                <a:moveTo>
                  <a:pt x="14094" y="515"/>
                </a:moveTo>
                <a:lnTo>
                  <a:pt x="514" y="14094"/>
                </a:lnTo>
                <a:cubicBezTo>
                  <a:pt x="549" y="14202"/>
                  <a:pt x="583" y="14310"/>
                  <a:pt x="620" y="14417"/>
                </a:cubicBezTo>
                <a:lnTo>
                  <a:pt x="14417" y="621"/>
                </a:lnTo>
                <a:cubicBezTo>
                  <a:pt x="14310" y="583"/>
                  <a:pt x="14202" y="549"/>
                  <a:pt x="14094" y="515"/>
                </a:cubicBezTo>
                <a:close/>
                <a:moveTo>
                  <a:pt x="14804" y="767"/>
                </a:moveTo>
                <a:lnTo>
                  <a:pt x="767" y="14804"/>
                </a:lnTo>
                <a:cubicBezTo>
                  <a:pt x="807" y="14905"/>
                  <a:pt x="851" y="15004"/>
                  <a:pt x="894" y="15104"/>
                </a:cubicBezTo>
                <a:lnTo>
                  <a:pt x="15104" y="895"/>
                </a:lnTo>
                <a:cubicBezTo>
                  <a:pt x="15004" y="852"/>
                  <a:pt x="14905" y="807"/>
                  <a:pt x="14804" y="767"/>
                </a:cubicBezTo>
                <a:close/>
                <a:moveTo>
                  <a:pt x="6411" y="932"/>
                </a:moveTo>
                <a:cubicBezTo>
                  <a:pt x="6118" y="1062"/>
                  <a:pt x="5831" y="1206"/>
                  <a:pt x="5549" y="1363"/>
                </a:cubicBezTo>
                <a:lnTo>
                  <a:pt x="1362" y="5549"/>
                </a:lnTo>
                <a:cubicBezTo>
                  <a:pt x="1205" y="5832"/>
                  <a:pt x="1061" y="6119"/>
                  <a:pt x="931" y="6411"/>
                </a:cubicBezTo>
                <a:lnTo>
                  <a:pt x="6411" y="932"/>
                </a:lnTo>
                <a:close/>
                <a:moveTo>
                  <a:pt x="15470" y="1061"/>
                </a:moveTo>
                <a:lnTo>
                  <a:pt x="1060" y="15471"/>
                </a:lnTo>
                <a:cubicBezTo>
                  <a:pt x="1106" y="15567"/>
                  <a:pt x="1153" y="15664"/>
                  <a:pt x="1202" y="15759"/>
                </a:cubicBezTo>
                <a:lnTo>
                  <a:pt x="15759" y="1203"/>
                </a:lnTo>
                <a:cubicBezTo>
                  <a:pt x="15663" y="1153"/>
                  <a:pt x="15567" y="1107"/>
                  <a:pt x="15470" y="1061"/>
                </a:cubicBezTo>
                <a:close/>
                <a:moveTo>
                  <a:pt x="16103" y="1391"/>
                </a:moveTo>
                <a:lnTo>
                  <a:pt x="1391" y="16103"/>
                </a:lnTo>
                <a:cubicBezTo>
                  <a:pt x="1442" y="16194"/>
                  <a:pt x="1494" y="16285"/>
                  <a:pt x="1549" y="16375"/>
                </a:cubicBezTo>
                <a:lnTo>
                  <a:pt x="16375" y="1549"/>
                </a:lnTo>
                <a:cubicBezTo>
                  <a:pt x="16285" y="1495"/>
                  <a:pt x="16194" y="1442"/>
                  <a:pt x="16103" y="1391"/>
                </a:cubicBezTo>
                <a:close/>
                <a:moveTo>
                  <a:pt x="16703" y="1754"/>
                </a:moveTo>
                <a:lnTo>
                  <a:pt x="1753" y="16703"/>
                </a:lnTo>
                <a:cubicBezTo>
                  <a:pt x="1809" y="16788"/>
                  <a:pt x="1869" y="16872"/>
                  <a:pt x="1928" y="16956"/>
                </a:cubicBezTo>
                <a:lnTo>
                  <a:pt x="16956" y="1928"/>
                </a:lnTo>
                <a:cubicBezTo>
                  <a:pt x="16872" y="1869"/>
                  <a:pt x="16788" y="1810"/>
                  <a:pt x="16703" y="1754"/>
                </a:cubicBezTo>
                <a:close/>
                <a:moveTo>
                  <a:pt x="17267" y="2151"/>
                </a:moveTo>
                <a:lnTo>
                  <a:pt x="2151" y="17267"/>
                </a:lnTo>
                <a:cubicBezTo>
                  <a:pt x="2212" y="17349"/>
                  <a:pt x="2274" y="17430"/>
                  <a:pt x="2338" y="17510"/>
                </a:cubicBezTo>
                <a:lnTo>
                  <a:pt x="17510" y="2338"/>
                </a:lnTo>
                <a:cubicBezTo>
                  <a:pt x="17430" y="2275"/>
                  <a:pt x="17349" y="2212"/>
                  <a:pt x="17267" y="2151"/>
                </a:cubicBezTo>
                <a:close/>
                <a:moveTo>
                  <a:pt x="3805" y="2574"/>
                </a:moveTo>
                <a:cubicBezTo>
                  <a:pt x="3586" y="2761"/>
                  <a:pt x="3370" y="2956"/>
                  <a:pt x="3163" y="3163"/>
                </a:cubicBezTo>
                <a:cubicBezTo>
                  <a:pt x="2955" y="3371"/>
                  <a:pt x="2761" y="3586"/>
                  <a:pt x="2574" y="3806"/>
                </a:cubicBezTo>
                <a:lnTo>
                  <a:pt x="3805" y="2574"/>
                </a:lnTo>
                <a:close/>
                <a:moveTo>
                  <a:pt x="17801" y="2579"/>
                </a:moveTo>
                <a:lnTo>
                  <a:pt x="2579" y="17801"/>
                </a:lnTo>
                <a:cubicBezTo>
                  <a:pt x="2645" y="17878"/>
                  <a:pt x="2709" y="17957"/>
                  <a:pt x="2777" y="18032"/>
                </a:cubicBezTo>
                <a:lnTo>
                  <a:pt x="18032" y="2777"/>
                </a:lnTo>
                <a:cubicBezTo>
                  <a:pt x="17957" y="2709"/>
                  <a:pt x="17878" y="2645"/>
                  <a:pt x="17801" y="2579"/>
                </a:cubicBezTo>
                <a:close/>
                <a:moveTo>
                  <a:pt x="18304" y="3036"/>
                </a:moveTo>
                <a:lnTo>
                  <a:pt x="3036" y="18304"/>
                </a:lnTo>
                <a:cubicBezTo>
                  <a:pt x="3079" y="18349"/>
                  <a:pt x="3119" y="18394"/>
                  <a:pt x="3163" y="18438"/>
                </a:cubicBezTo>
                <a:cubicBezTo>
                  <a:pt x="3191" y="18466"/>
                  <a:pt x="3222" y="18492"/>
                  <a:pt x="3250" y="18521"/>
                </a:cubicBezTo>
                <a:lnTo>
                  <a:pt x="18521" y="3251"/>
                </a:lnTo>
                <a:cubicBezTo>
                  <a:pt x="18492" y="3222"/>
                  <a:pt x="18466" y="3192"/>
                  <a:pt x="18438" y="3163"/>
                </a:cubicBezTo>
                <a:cubicBezTo>
                  <a:pt x="18394" y="3119"/>
                  <a:pt x="18348" y="3079"/>
                  <a:pt x="18304" y="3036"/>
                </a:cubicBezTo>
                <a:close/>
                <a:moveTo>
                  <a:pt x="18781" y="3523"/>
                </a:moveTo>
                <a:lnTo>
                  <a:pt x="3522" y="18781"/>
                </a:lnTo>
                <a:cubicBezTo>
                  <a:pt x="3598" y="18850"/>
                  <a:pt x="3676" y="18915"/>
                  <a:pt x="3753" y="18982"/>
                </a:cubicBezTo>
                <a:lnTo>
                  <a:pt x="18982" y="3753"/>
                </a:lnTo>
                <a:cubicBezTo>
                  <a:pt x="18915" y="3676"/>
                  <a:pt x="18850" y="3598"/>
                  <a:pt x="18781" y="3523"/>
                </a:cubicBezTo>
                <a:close/>
                <a:moveTo>
                  <a:pt x="19224" y="4041"/>
                </a:moveTo>
                <a:lnTo>
                  <a:pt x="4041" y="19224"/>
                </a:lnTo>
                <a:cubicBezTo>
                  <a:pt x="4121" y="19289"/>
                  <a:pt x="4202" y="19350"/>
                  <a:pt x="4283" y="19412"/>
                </a:cubicBezTo>
                <a:lnTo>
                  <a:pt x="19412" y="4283"/>
                </a:lnTo>
                <a:cubicBezTo>
                  <a:pt x="19350" y="4202"/>
                  <a:pt x="19289" y="4121"/>
                  <a:pt x="19224" y="4041"/>
                </a:cubicBezTo>
                <a:close/>
                <a:moveTo>
                  <a:pt x="19637" y="4591"/>
                </a:moveTo>
                <a:lnTo>
                  <a:pt x="4591" y="19637"/>
                </a:lnTo>
                <a:cubicBezTo>
                  <a:pt x="4675" y="19696"/>
                  <a:pt x="4758" y="19757"/>
                  <a:pt x="4843" y="19813"/>
                </a:cubicBezTo>
                <a:lnTo>
                  <a:pt x="19813" y="4844"/>
                </a:lnTo>
                <a:cubicBezTo>
                  <a:pt x="19757" y="4758"/>
                  <a:pt x="19696" y="4675"/>
                  <a:pt x="19637" y="4591"/>
                </a:cubicBezTo>
                <a:close/>
                <a:moveTo>
                  <a:pt x="20019" y="5172"/>
                </a:moveTo>
                <a:lnTo>
                  <a:pt x="5172" y="20019"/>
                </a:lnTo>
                <a:cubicBezTo>
                  <a:pt x="5261" y="20073"/>
                  <a:pt x="5351" y="20126"/>
                  <a:pt x="5441" y="20178"/>
                </a:cubicBezTo>
                <a:lnTo>
                  <a:pt x="20178" y="5441"/>
                </a:lnTo>
                <a:cubicBezTo>
                  <a:pt x="20126" y="5351"/>
                  <a:pt x="20073" y="5261"/>
                  <a:pt x="20019" y="5172"/>
                </a:cubicBezTo>
                <a:close/>
                <a:moveTo>
                  <a:pt x="20369" y="5782"/>
                </a:moveTo>
                <a:lnTo>
                  <a:pt x="5782" y="20369"/>
                </a:lnTo>
                <a:cubicBezTo>
                  <a:pt x="5877" y="20419"/>
                  <a:pt x="5974" y="20463"/>
                  <a:pt x="6071" y="20510"/>
                </a:cubicBezTo>
                <a:lnTo>
                  <a:pt x="20510" y="6071"/>
                </a:lnTo>
                <a:cubicBezTo>
                  <a:pt x="20463" y="5975"/>
                  <a:pt x="20419" y="5878"/>
                  <a:pt x="20369" y="5782"/>
                </a:cubicBezTo>
                <a:close/>
                <a:moveTo>
                  <a:pt x="20679" y="6434"/>
                </a:moveTo>
                <a:lnTo>
                  <a:pt x="6434" y="20679"/>
                </a:lnTo>
                <a:cubicBezTo>
                  <a:pt x="6534" y="20723"/>
                  <a:pt x="6633" y="20769"/>
                  <a:pt x="6734" y="20809"/>
                </a:cubicBezTo>
                <a:lnTo>
                  <a:pt x="20809" y="6735"/>
                </a:lnTo>
                <a:cubicBezTo>
                  <a:pt x="20769" y="6634"/>
                  <a:pt x="20723" y="6534"/>
                  <a:pt x="20679" y="6434"/>
                </a:cubicBezTo>
                <a:close/>
                <a:moveTo>
                  <a:pt x="20956" y="7121"/>
                </a:moveTo>
                <a:lnTo>
                  <a:pt x="7120" y="20956"/>
                </a:lnTo>
                <a:cubicBezTo>
                  <a:pt x="7226" y="20994"/>
                  <a:pt x="7333" y="21030"/>
                  <a:pt x="7439" y="21065"/>
                </a:cubicBezTo>
                <a:lnTo>
                  <a:pt x="21065" y="7439"/>
                </a:lnTo>
                <a:cubicBezTo>
                  <a:pt x="21030" y="7333"/>
                  <a:pt x="20994" y="7226"/>
                  <a:pt x="20956" y="7121"/>
                </a:cubicBezTo>
                <a:close/>
                <a:moveTo>
                  <a:pt x="21190" y="7848"/>
                </a:moveTo>
                <a:lnTo>
                  <a:pt x="7848" y="21190"/>
                </a:lnTo>
                <a:cubicBezTo>
                  <a:pt x="7960" y="21221"/>
                  <a:pt x="8073" y="21252"/>
                  <a:pt x="8186" y="21280"/>
                </a:cubicBezTo>
                <a:lnTo>
                  <a:pt x="21280" y="8186"/>
                </a:lnTo>
                <a:cubicBezTo>
                  <a:pt x="21252" y="8073"/>
                  <a:pt x="21221" y="7960"/>
                  <a:pt x="21190" y="7848"/>
                </a:cubicBezTo>
                <a:close/>
                <a:moveTo>
                  <a:pt x="21378" y="8623"/>
                </a:moveTo>
                <a:lnTo>
                  <a:pt x="8623" y="21378"/>
                </a:lnTo>
                <a:cubicBezTo>
                  <a:pt x="8743" y="21402"/>
                  <a:pt x="8863" y="21424"/>
                  <a:pt x="8984" y="21445"/>
                </a:cubicBezTo>
                <a:lnTo>
                  <a:pt x="21445" y="8984"/>
                </a:lnTo>
                <a:cubicBezTo>
                  <a:pt x="21424" y="8864"/>
                  <a:pt x="21402" y="8743"/>
                  <a:pt x="21378" y="8623"/>
                </a:cubicBezTo>
                <a:close/>
                <a:moveTo>
                  <a:pt x="21514" y="9448"/>
                </a:moveTo>
                <a:lnTo>
                  <a:pt x="9447" y="21514"/>
                </a:lnTo>
                <a:cubicBezTo>
                  <a:pt x="9576" y="21530"/>
                  <a:pt x="9704" y="21546"/>
                  <a:pt x="9833" y="21557"/>
                </a:cubicBezTo>
                <a:lnTo>
                  <a:pt x="21557" y="9834"/>
                </a:lnTo>
                <a:cubicBezTo>
                  <a:pt x="21546" y="9705"/>
                  <a:pt x="21530" y="9576"/>
                  <a:pt x="21514" y="9448"/>
                </a:cubicBezTo>
                <a:close/>
                <a:moveTo>
                  <a:pt x="21590" y="10333"/>
                </a:moveTo>
                <a:lnTo>
                  <a:pt x="10332" y="21590"/>
                </a:lnTo>
                <a:cubicBezTo>
                  <a:pt x="10473" y="21596"/>
                  <a:pt x="10613" y="21599"/>
                  <a:pt x="10753" y="21600"/>
                </a:cubicBezTo>
                <a:lnTo>
                  <a:pt x="21600" y="10754"/>
                </a:lnTo>
                <a:cubicBezTo>
                  <a:pt x="21599" y="10613"/>
                  <a:pt x="21596" y="10473"/>
                  <a:pt x="21590" y="10333"/>
                </a:cubicBezTo>
                <a:close/>
                <a:moveTo>
                  <a:pt x="21590" y="11296"/>
                </a:moveTo>
                <a:lnTo>
                  <a:pt x="11295" y="21590"/>
                </a:lnTo>
                <a:cubicBezTo>
                  <a:pt x="11449" y="21583"/>
                  <a:pt x="11603" y="21572"/>
                  <a:pt x="11757" y="21558"/>
                </a:cubicBezTo>
                <a:lnTo>
                  <a:pt x="21558" y="11757"/>
                </a:lnTo>
                <a:cubicBezTo>
                  <a:pt x="21572" y="11603"/>
                  <a:pt x="21583" y="11450"/>
                  <a:pt x="21590" y="11296"/>
                </a:cubicBezTo>
                <a:close/>
                <a:moveTo>
                  <a:pt x="21489" y="12358"/>
                </a:moveTo>
                <a:lnTo>
                  <a:pt x="12358" y="21489"/>
                </a:lnTo>
                <a:cubicBezTo>
                  <a:pt x="12531" y="21464"/>
                  <a:pt x="12703" y="21434"/>
                  <a:pt x="12876" y="21400"/>
                </a:cubicBezTo>
                <a:lnTo>
                  <a:pt x="21400" y="12876"/>
                </a:lnTo>
                <a:cubicBezTo>
                  <a:pt x="21434" y="12704"/>
                  <a:pt x="21464" y="12531"/>
                  <a:pt x="21489" y="12358"/>
                </a:cubicBezTo>
                <a:close/>
                <a:moveTo>
                  <a:pt x="21239" y="13569"/>
                </a:moveTo>
                <a:lnTo>
                  <a:pt x="13569" y="21239"/>
                </a:lnTo>
                <a:cubicBezTo>
                  <a:pt x="13774" y="21185"/>
                  <a:pt x="13978" y="21125"/>
                  <a:pt x="14181" y="21058"/>
                </a:cubicBezTo>
                <a:lnTo>
                  <a:pt x="21058" y="14181"/>
                </a:lnTo>
                <a:cubicBezTo>
                  <a:pt x="21125" y="13978"/>
                  <a:pt x="21185" y="13774"/>
                  <a:pt x="21239" y="13569"/>
                </a:cubicBezTo>
                <a:close/>
                <a:moveTo>
                  <a:pt x="20736" y="15035"/>
                </a:moveTo>
                <a:lnTo>
                  <a:pt x="15035" y="20736"/>
                </a:lnTo>
                <a:cubicBezTo>
                  <a:pt x="15310" y="20619"/>
                  <a:pt x="15581" y="20493"/>
                  <a:pt x="15848" y="20352"/>
                </a:cubicBezTo>
                <a:lnTo>
                  <a:pt x="20352" y="15848"/>
                </a:lnTo>
                <a:cubicBezTo>
                  <a:pt x="20493" y="15581"/>
                  <a:pt x="20619" y="15310"/>
                  <a:pt x="20736" y="15035"/>
                </a:cubicBezTo>
                <a:close/>
                <a:moveTo>
                  <a:pt x="19400" y="17332"/>
                </a:moveTo>
                <a:lnTo>
                  <a:pt x="17332" y="19400"/>
                </a:lnTo>
                <a:cubicBezTo>
                  <a:pt x="17716" y="19108"/>
                  <a:pt x="18087" y="18789"/>
                  <a:pt x="18438" y="18438"/>
                </a:cubicBezTo>
                <a:cubicBezTo>
                  <a:pt x="18788" y="18087"/>
                  <a:pt x="19107" y="17716"/>
                  <a:pt x="19400" y="17332"/>
                </a:cubicBezTo>
                <a:close/>
              </a:path>
            </a:pathLst>
          </a:custGeom>
          <a:solidFill>
            <a:schemeClr val="accent4"/>
          </a:solidFill>
          <a:ln w="12700">
            <a:miter lim="400000"/>
          </a:ln>
        </p:spPr>
        <p:txBody>
          <a:bodyPr lIns="0" tIns="0" rIns="0" bIns="0" anchor="ctr"/>
          <a:lstStyle/>
          <a:p>
            <a:pPr marL="0" marR="0" lvl="0" indent="0" algn="ctr" defTabSz="8255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 kumimoji="0" sz="32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Helvetica Neue Medium"/>
              <a:sym typeface="Helvetica Neue Medium"/>
            </a:endParaRPr>
          </a:p>
        </p:txBody>
      </p:sp>
      <p:sp>
        <p:nvSpPr>
          <p:cNvPr id="220" name="Shape">
            <a:extLst>
              <a:ext uri="{FF2B5EF4-FFF2-40B4-BE49-F238E27FC236}">
                <a16:creationId xmlns:a16="http://schemas.microsoft.com/office/drawing/2014/main" id="{95EEE15C-C4EE-2D26-CC3C-A22D4A3A0669}"/>
              </a:ext>
            </a:extLst>
          </p:cNvPr>
          <p:cNvSpPr/>
          <p:nvPr/>
        </p:nvSpPr>
        <p:spPr>
          <a:xfrm>
            <a:off x="22467966" y="8316507"/>
            <a:ext cx="4276957" cy="427713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800" y="0"/>
                </a:moveTo>
                <a:cubicBezTo>
                  <a:pt x="10787" y="0"/>
                  <a:pt x="10773" y="1"/>
                  <a:pt x="10759" y="1"/>
                </a:cubicBezTo>
                <a:lnTo>
                  <a:pt x="1" y="10760"/>
                </a:lnTo>
                <a:cubicBezTo>
                  <a:pt x="0" y="10900"/>
                  <a:pt x="3" y="11040"/>
                  <a:pt x="8" y="11181"/>
                </a:cubicBezTo>
                <a:lnTo>
                  <a:pt x="11180" y="9"/>
                </a:lnTo>
                <a:cubicBezTo>
                  <a:pt x="11054" y="4"/>
                  <a:pt x="10927" y="0"/>
                  <a:pt x="10800" y="0"/>
                </a:cubicBezTo>
                <a:close/>
                <a:moveTo>
                  <a:pt x="10211" y="17"/>
                </a:moveTo>
                <a:cubicBezTo>
                  <a:pt x="10057" y="25"/>
                  <a:pt x="9903" y="36"/>
                  <a:pt x="9748" y="51"/>
                </a:cubicBezTo>
                <a:lnTo>
                  <a:pt x="50" y="9749"/>
                </a:lnTo>
                <a:cubicBezTo>
                  <a:pt x="35" y="9903"/>
                  <a:pt x="25" y="10057"/>
                  <a:pt x="16" y="10212"/>
                </a:cubicBezTo>
                <a:lnTo>
                  <a:pt x="10211" y="17"/>
                </a:lnTo>
                <a:close/>
                <a:moveTo>
                  <a:pt x="11683" y="38"/>
                </a:moveTo>
                <a:lnTo>
                  <a:pt x="38" y="11684"/>
                </a:lnTo>
                <a:cubicBezTo>
                  <a:pt x="48" y="11814"/>
                  <a:pt x="62" y="11944"/>
                  <a:pt x="78" y="12075"/>
                </a:cubicBezTo>
                <a:lnTo>
                  <a:pt x="12074" y="78"/>
                </a:lnTo>
                <a:cubicBezTo>
                  <a:pt x="11944" y="63"/>
                  <a:pt x="11814" y="49"/>
                  <a:pt x="11683" y="38"/>
                </a:cubicBezTo>
                <a:close/>
                <a:moveTo>
                  <a:pt x="9136" y="131"/>
                </a:moveTo>
                <a:cubicBezTo>
                  <a:pt x="8960" y="158"/>
                  <a:pt x="8786" y="190"/>
                  <a:pt x="8611" y="226"/>
                </a:cubicBezTo>
                <a:lnTo>
                  <a:pt x="226" y="8611"/>
                </a:lnTo>
                <a:cubicBezTo>
                  <a:pt x="190" y="8786"/>
                  <a:pt x="157" y="8961"/>
                  <a:pt x="130" y="9137"/>
                </a:cubicBezTo>
                <a:lnTo>
                  <a:pt x="9136" y="131"/>
                </a:lnTo>
                <a:close/>
                <a:moveTo>
                  <a:pt x="12541" y="143"/>
                </a:moveTo>
                <a:lnTo>
                  <a:pt x="143" y="12541"/>
                </a:lnTo>
                <a:cubicBezTo>
                  <a:pt x="163" y="12663"/>
                  <a:pt x="183" y="12785"/>
                  <a:pt x="207" y="12906"/>
                </a:cubicBezTo>
                <a:lnTo>
                  <a:pt x="12906" y="208"/>
                </a:lnTo>
                <a:cubicBezTo>
                  <a:pt x="12785" y="184"/>
                  <a:pt x="12663" y="163"/>
                  <a:pt x="12541" y="143"/>
                </a:cubicBezTo>
                <a:close/>
                <a:moveTo>
                  <a:pt x="13343" y="303"/>
                </a:moveTo>
                <a:lnTo>
                  <a:pt x="303" y="13343"/>
                </a:lnTo>
                <a:cubicBezTo>
                  <a:pt x="330" y="13456"/>
                  <a:pt x="361" y="13569"/>
                  <a:pt x="392" y="13682"/>
                </a:cubicBezTo>
                <a:lnTo>
                  <a:pt x="13682" y="393"/>
                </a:lnTo>
                <a:cubicBezTo>
                  <a:pt x="13569" y="362"/>
                  <a:pt x="13456" y="331"/>
                  <a:pt x="13343" y="303"/>
                </a:cubicBezTo>
                <a:close/>
                <a:moveTo>
                  <a:pt x="7909" y="395"/>
                </a:moveTo>
                <a:cubicBezTo>
                  <a:pt x="7701" y="452"/>
                  <a:pt x="7495" y="515"/>
                  <a:pt x="7290" y="585"/>
                </a:cubicBezTo>
                <a:lnTo>
                  <a:pt x="584" y="7290"/>
                </a:lnTo>
                <a:cubicBezTo>
                  <a:pt x="514" y="7495"/>
                  <a:pt x="452" y="7702"/>
                  <a:pt x="394" y="7909"/>
                </a:cubicBezTo>
                <a:lnTo>
                  <a:pt x="7909" y="395"/>
                </a:lnTo>
                <a:close/>
                <a:moveTo>
                  <a:pt x="14094" y="515"/>
                </a:moveTo>
                <a:lnTo>
                  <a:pt x="514" y="14094"/>
                </a:lnTo>
                <a:cubicBezTo>
                  <a:pt x="549" y="14202"/>
                  <a:pt x="583" y="14310"/>
                  <a:pt x="620" y="14417"/>
                </a:cubicBezTo>
                <a:lnTo>
                  <a:pt x="14417" y="621"/>
                </a:lnTo>
                <a:cubicBezTo>
                  <a:pt x="14310" y="583"/>
                  <a:pt x="14202" y="549"/>
                  <a:pt x="14094" y="515"/>
                </a:cubicBezTo>
                <a:close/>
                <a:moveTo>
                  <a:pt x="14804" y="767"/>
                </a:moveTo>
                <a:lnTo>
                  <a:pt x="767" y="14804"/>
                </a:lnTo>
                <a:cubicBezTo>
                  <a:pt x="807" y="14905"/>
                  <a:pt x="851" y="15004"/>
                  <a:pt x="894" y="15104"/>
                </a:cubicBezTo>
                <a:lnTo>
                  <a:pt x="15104" y="895"/>
                </a:lnTo>
                <a:cubicBezTo>
                  <a:pt x="15004" y="852"/>
                  <a:pt x="14905" y="807"/>
                  <a:pt x="14804" y="767"/>
                </a:cubicBezTo>
                <a:close/>
                <a:moveTo>
                  <a:pt x="6411" y="932"/>
                </a:moveTo>
                <a:cubicBezTo>
                  <a:pt x="6118" y="1062"/>
                  <a:pt x="5831" y="1206"/>
                  <a:pt x="5549" y="1363"/>
                </a:cubicBezTo>
                <a:lnTo>
                  <a:pt x="1362" y="5549"/>
                </a:lnTo>
                <a:cubicBezTo>
                  <a:pt x="1205" y="5832"/>
                  <a:pt x="1061" y="6119"/>
                  <a:pt x="931" y="6411"/>
                </a:cubicBezTo>
                <a:lnTo>
                  <a:pt x="6411" y="932"/>
                </a:lnTo>
                <a:close/>
                <a:moveTo>
                  <a:pt x="15470" y="1061"/>
                </a:moveTo>
                <a:lnTo>
                  <a:pt x="1060" y="15471"/>
                </a:lnTo>
                <a:cubicBezTo>
                  <a:pt x="1106" y="15567"/>
                  <a:pt x="1153" y="15664"/>
                  <a:pt x="1202" y="15759"/>
                </a:cubicBezTo>
                <a:lnTo>
                  <a:pt x="15759" y="1203"/>
                </a:lnTo>
                <a:cubicBezTo>
                  <a:pt x="15663" y="1153"/>
                  <a:pt x="15567" y="1107"/>
                  <a:pt x="15470" y="1061"/>
                </a:cubicBezTo>
                <a:close/>
                <a:moveTo>
                  <a:pt x="16103" y="1391"/>
                </a:moveTo>
                <a:lnTo>
                  <a:pt x="1391" y="16103"/>
                </a:lnTo>
                <a:cubicBezTo>
                  <a:pt x="1442" y="16194"/>
                  <a:pt x="1494" y="16285"/>
                  <a:pt x="1549" y="16375"/>
                </a:cubicBezTo>
                <a:lnTo>
                  <a:pt x="16375" y="1549"/>
                </a:lnTo>
                <a:cubicBezTo>
                  <a:pt x="16285" y="1495"/>
                  <a:pt x="16194" y="1442"/>
                  <a:pt x="16103" y="1391"/>
                </a:cubicBezTo>
                <a:close/>
                <a:moveTo>
                  <a:pt x="16703" y="1754"/>
                </a:moveTo>
                <a:lnTo>
                  <a:pt x="1753" y="16703"/>
                </a:lnTo>
                <a:cubicBezTo>
                  <a:pt x="1809" y="16788"/>
                  <a:pt x="1869" y="16872"/>
                  <a:pt x="1928" y="16956"/>
                </a:cubicBezTo>
                <a:lnTo>
                  <a:pt x="16956" y="1928"/>
                </a:lnTo>
                <a:cubicBezTo>
                  <a:pt x="16872" y="1869"/>
                  <a:pt x="16788" y="1810"/>
                  <a:pt x="16703" y="1754"/>
                </a:cubicBezTo>
                <a:close/>
                <a:moveTo>
                  <a:pt x="17267" y="2151"/>
                </a:moveTo>
                <a:lnTo>
                  <a:pt x="2151" y="17267"/>
                </a:lnTo>
                <a:cubicBezTo>
                  <a:pt x="2212" y="17349"/>
                  <a:pt x="2274" y="17430"/>
                  <a:pt x="2338" y="17510"/>
                </a:cubicBezTo>
                <a:lnTo>
                  <a:pt x="17510" y="2338"/>
                </a:lnTo>
                <a:cubicBezTo>
                  <a:pt x="17430" y="2275"/>
                  <a:pt x="17349" y="2212"/>
                  <a:pt x="17267" y="2151"/>
                </a:cubicBezTo>
                <a:close/>
                <a:moveTo>
                  <a:pt x="3805" y="2574"/>
                </a:moveTo>
                <a:cubicBezTo>
                  <a:pt x="3586" y="2761"/>
                  <a:pt x="3370" y="2956"/>
                  <a:pt x="3163" y="3163"/>
                </a:cubicBezTo>
                <a:cubicBezTo>
                  <a:pt x="2955" y="3371"/>
                  <a:pt x="2761" y="3586"/>
                  <a:pt x="2574" y="3806"/>
                </a:cubicBezTo>
                <a:lnTo>
                  <a:pt x="3805" y="2574"/>
                </a:lnTo>
                <a:close/>
                <a:moveTo>
                  <a:pt x="17801" y="2579"/>
                </a:moveTo>
                <a:lnTo>
                  <a:pt x="2579" y="17801"/>
                </a:lnTo>
                <a:cubicBezTo>
                  <a:pt x="2645" y="17878"/>
                  <a:pt x="2709" y="17957"/>
                  <a:pt x="2777" y="18032"/>
                </a:cubicBezTo>
                <a:lnTo>
                  <a:pt x="18032" y="2777"/>
                </a:lnTo>
                <a:cubicBezTo>
                  <a:pt x="17957" y="2709"/>
                  <a:pt x="17878" y="2645"/>
                  <a:pt x="17801" y="2579"/>
                </a:cubicBezTo>
                <a:close/>
                <a:moveTo>
                  <a:pt x="18304" y="3036"/>
                </a:moveTo>
                <a:lnTo>
                  <a:pt x="3036" y="18304"/>
                </a:lnTo>
                <a:cubicBezTo>
                  <a:pt x="3079" y="18349"/>
                  <a:pt x="3119" y="18394"/>
                  <a:pt x="3163" y="18438"/>
                </a:cubicBezTo>
                <a:cubicBezTo>
                  <a:pt x="3191" y="18466"/>
                  <a:pt x="3222" y="18492"/>
                  <a:pt x="3250" y="18521"/>
                </a:cubicBezTo>
                <a:lnTo>
                  <a:pt x="18521" y="3251"/>
                </a:lnTo>
                <a:cubicBezTo>
                  <a:pt x="18492" y="3222"/>
                  <a:pt x="18466" y="3192"/>
                  <a:pt x="18438" y="3163"/>
                </a:cubicBezTo>
                <a:cubicBezTo>
                  <a:pt x="18394" y="3119"/>
                  <a:pt x="18348" y="3079"/>
                  <a:pt x="18304" y="3036"/>
                </a:cubicBezTo>
                <a:close/>
                <a:moveTo>
                  <a:pt x="18781" y="3523"/>
                </a:moveTo>
                <a:lnTo>
                  <a:pt x="3522" y="18781"/>
                </a:lnTo>
                <a:cubicBezTo>
                  <a:pt x="3598" y="18850"/>
                  <a:pt x="3676" y="18915"/>
                  <a:pt x="3753" y="18982"/>
                </a:cubicBezTo>
                <a:lnTo>
                  <a:pt x="18982" y="3753"/>
                </a:lnTo>
                <a:cubicBezTo>
                  <a:pt x="18915" y="3676"/>
                  <a:pt x="18850" y="3598"/>
                  <a:pt x="18781" y="3523"/>
                </a:cubicBezTo>
                <a:close/>
                <a:moveTo>
                  <a:pt x="19224" y="4041"/>
                </a:moveTo>
                <a:lnTo>
                  <a:pt x="4041" y="19224"/>
                </a:lnTo>
                <a:cubicBezTo>
                  <a:pt x="4121" y="19289"/>
                  <a:pt x="4202" y="19350"/>
                  <a:pt x="4283" y="19412"/>
                </a:cubicBezTo>
                <a:lnTo>
                  <a:pt x="19412" y="4283"/>
                </a:lnTo>
                <a:cubicBezTo>
                  <a:pt x="19350" y="4202"/>
                  <a:pt x="19289" y="4121"/>
                  <a:pt x="19224" y="4041"/>
                </a:cubicBezTo>
                <a:close/>
                <a:moveTo>
                  <a:pt x="19637" y="4591"/>
                </a:moveTo>
                <a:lnTo>
                  <a:pt x="4591" y="19637"/>
                </a:lnTo>
                <a:cubicBezTo>
                  <a:pt x="4675" y="19696"/>
                  <a:pt x="4758" y="19757"/>
                  <a:pt x="4843" y="19813"/>
                </a:cubicBezTo>
                <a:lnTo>
                  <a:pt x="19813" y="4844"/>
                </a:lnTo>
                <a:cubicBezTo>
                  <a:pt x="19757" y="4758"/>
                  <a:pt x="19696" y="4675"/>
                  <a:pt x="19637" y="4591"/>
                </a:cubicBezTo>
                <a:close/>
                <a:moveTo>
                  <a:pt x="20019" y="5172"/>
                </a:moveTo>
                <a:lnTo>
                  <a:pt x="5172" y="20019"/>
                </a:lnTo>
                <a:cubicBezTo>
                  <a:pt x="5261" y="20073"/>
                  <a:pt x="5351" y="20126"/>
                  <a:pt x="5441" y="20178"/>
                </a:cubicBezTo>
                <a:lnTo>
                  <a:pt x="20178" y="5441"/>
                </a:lnTo>
                <a:cubicBezTo>
                  <a:pt x="20126" y="5351"/>
                  <a:pt x="20073" y="5261"/>
                  <a:pt x="20019" y="5172"/>
                </a:cubicBezTo>
                <a:close/>
                <a:moveTo>
                  <a:pt x="20369" y="5782"/>
                </a:moveTo>
                <a:lnTo>
                  <a:pt x="5782" y="20369"/>
                </a:lnTo>
                <a:cubicBezTo>
                  <a:pt x="5877" y="20419"/>
                  <a:pt x="5974" y="20463"/>
                  <a:pt x="6071" y="20510"/>
                </a:cubicBezTo>
                <a:lnTo>
                  <a:pt x="20510" y="6071"/>
                </a:lnTo>
                <a:cubicBezTo>
                  <a:pt x="20463" y="5975"/>
                  <a:pt x="20419" y="5878"/>
                  <a:pt x="20369" y="5782"/>
                </a:cubicBezTo>
                <a:close/>
                <a:moveTo>
                  <a:pt x="20679" y="6434"/>
                </a:moveTo>
                <a:lnTo>
                  <a:pt x="6434" y="20679"/>
                </a:lnTo>
                <a:cubicBezTo>
                  <a:pt x="6534" y="20723"/>
                  <a:pt x="6633" y="20769"/>
                  <a:pt x="6734" y="20809"/>
                </a:cubicBezTo>
                <a:lnTo>
                  <a:pt x="20809" y="6735"/>
                </a:lnTo>
                <a:cubicBezTo>
                  <a:pt x="20769" y="6634"/>
                  <a:pt x="20723" y="6534"/>
                  <a:pt x="20679" y="6434"/>
                </a:cubicBezTo>
                <a:close/>
                <a:moveTo>
                  <a:pt x="20956" y="7121"/>
                </a:moveTo>
                <a:lnTo>
                  <a:pt x="7120" y="20956"/>
                </a:lnTo>
                <a:cubicBezTo>
                  <a:pt x="7226" y="20994"/>
                  <a:pt x="7333" y="21030"/>
                  <a:pt x="7439" y="21065"/>
                </a:cubicBezTo>
                <a:lnTo>
                  <a:pt x="21065" y="7439"/>
                </a:lnTo>
                <a:cubicBezTo>
                  <a:pt x="21030" y="7333"/>
                  <a:pt x="20994" y="7226"/>
                  <a:pt x="20956" y="7121"/>
                </a:cubicBezTo>
                <a:close/>
                <a:moveTo>
                  <a:pt x="21190" y="7848"/>
                </a:moveTo>
                <a:lnTo>
                  <a:pt x="7848" y="21190"/>
                </a:lnTo>
                <a:cubicBezTo>
                  <a:pt x="7960" y="21221"/>
                  <a:pt x="8073" y="21252"/>
                  <a:pt x="8186" y="21280"/>
                </a:cubicBezTo>
                <a:lnTo>
                  <a:pt x="21280" y="8186"/>
                </a:lnTo>
                <a:cubicBezTo>
                  <a:pt x="21252" y="8073"/>
                  <a:pt x="21221" y="7960"/>
                  <a:pt x="21190" y="7848"/>
                </a:cubicBezTo>
                <a:close/>
                <a:moveTo>
                  <a:pt x="21378" y="8623"/>
                </a:moveTo>
                <a:lnTo>
                  <a:pt x="8623" y="21378"/>
                </a:lnTo>
                <a:cubicBezTo>
                  <a:pt x="8743" y="21402"/>
                  <a:pt x="8863" y="21424"/>
                  <a:pt x="8984" y="21445"/>
                </a:cubicBezTo>
                <a:lnTo>
                  <a:pt x="21445" y="8984"/>
                </a:lnTo>
                <a:cubicBezTo>
                  <a:pt x="21424" y="8864"/>
                  <a:pt x="21402" y="8743"/>
                  <a:pt x="21378" y="8623"/>
                </a:cubicBezTo>
                <a:close/>
                <a:moveTo>
                  <a:pt x="21514" y="9448"/>
                </a:moveTo>
                <a:lnTo>
                  <a:pt x="9447" y="21514"/>
                </a:lnTo>
                <a:cubicBezTo>
                  <a:pt x="9576" y="21530"/>
                  <a:pt x="9704" y="21546"/>
                  <a:pt x="9833" y="21557"/>
                </a:cubicBezTo>
                <a:lnTo>
                  <a:pt x="21557" y="9834"/>
                </a:lnTo>
                <a:cubicBezTo>
                  <a:pt x="21546" y="9705"/>
                  <a:pt x="21530" y="9576"/>
                  <a:pt x="21514" y="9448"/>
                </a:cubicBezTo>
                <a:close/>
                <a:moveTo>
                  <a:pt x="21590" y="10333"/>
                </a:moveTo>
                <a:lnTo>
                  <a:pt x="10332" y="21590"/>
                </a:lnTo>
                <a:cubicBezTo>
                  <a:pt x="10473" y="21596"/>
                  <a:pt x="10613" y="21599"/>
                  <a:pt x="10753" y="21600"/>
                </a:cubicBezTo>
                <a:lnTo>
                  <a:pt x="21600" y="10754"/>
                </a:lnTo>
                <a:cubicBezTo>
                  <a:pt x="21599" y="10613"/>
                  <a:pt x="21596" y="10473"/>
                  <a:pt x="21590" y="10333"/>
                </a:cubicBezTo>
                <a:close/>
                <a:moveTo>
                  <a:pt x="21590" y="11296"/>
                </a:moveTo>
                <a:lnTo>
                  <a:pt x="11295" y="21590"/>
                </a:lnTo>
                <a:cubicBezTo>
                  <a:pt x="11449" y="21583"/>
                  <a:pt x="11603" y="21572"/>
                  <a:pt x="11757" y="21558"/>
                </a:cubicBezTo>
                <a:lnTo>
                  <a:pt x="21558" y="11757"/>
                </a:lnTo>
                <a:cubicBezTo>
                  <a:pt x="21572" y="11603"/>
                  <a:pt x="21583" y="11450"/>
                  <a:pt x="21590" y="11296"/>
                </a:cubicBezTo>
                <a:close/>
                <a:moveTo>
                  <a:pt x="21489" y="12358"/>
                </a:moveTo>
                <a:lnTo>
                  <a:pt x="12358" y="21489"/>
                </a:lnTo>
                <a:cubicBezTo>
                  <a:pt x="12531" y="21464"/>
                  <a:pt x="12703" y="21434"/>
                  <a:pt x="12876" y="21400"/>
                </a:cubicBezTo>
                <a:lnTo>
                  <a:pt x="21400" y="12876"/>
                </a:lnTo>
                <a:cubicBezTo>
                  <a:pt x="21434" y="12704"/>
                  <a:pt x="21464" y="12531"/>
                  <a:pt x="21489" y="12358"/>
                </a:cubicBezTo>
                <a:close/>
                <a:moveTo>
                  <a:pt x="21239" y="13569"/>
                </a:moveTo>
                <a:lnTo>
                  <a:pt x="13569" y="21239"/>
                </a:lnTo>
                <a:cubicBezTo>
                  <a:pt x="13774" y="21185"/>
                  <a:pt x="13978" y="21125"/>
                  <a:pt x="14181" y="21058"/>
                </a:cubicBezTo>
                <a:lnTo>
                  <a:pt x="21058" y="14181"/>
                </a:lnTo>
                <a:cubicBezTo>
                  <a:pt x="21125" y="13978"/>
                  <a:pt x="21185" y="13774"/>
                  <a:pt x="21239" y="13569"/>
                </a:cubicBezTo>
                <a:close/>
                <a:moveTo>
                  <a:pt x="20736" y="15035"/>
                </a:moveTo>
                <a:lnTo>
                  <a:pt x="15035" y="20736"/>
                </a:lnTo>
                <a:cubicBezTo>
                  <a:pt x="15310" y="20619"/>
                  <a:pt x="15581" y="20493"/>
                  <a:pt x="15848" y="20352"/>
                </a:cubicBezTo>
                <a:lnTo>
                  <a:pt x="20352" y="15848"/>
                </a:lnTo>
                <a:cubicBezTo>
                  <a:pt x="20493" y="15581"/>
                  <a:pt x="20619" y="15310"/>
                  <a:pt x="20736" y="15035"/>
                </a:cubicBezTo>
                <a:close/>
                <a:moveTo>
                  <a:pt x="19400" y="17332"/>
                </a:moveTo>
                <a:lnTo>
                  <a:pt x="17332" y="19400"/>
                </a:lnTo>
                <a:cubicBezTo>
                  <a:pt x="17716" y="19108"/>
                  <a:pt x="18087" y="18789"/>
                  <a:pt x="18438" y="18438"/>
                </a:cubicBezTo>
                <a:cubicBezTo>
                  <a:pt x="18788" y="18087"/>
                  <a:pt x="19107" y="17716"/>
                  <a:pt x="19400" y="17332"/>
                </a:cubicBezTo>
                <a:close/>
              </a:path>
            </a:pathLst>
          </a:custGeom>
          <a:solidFill>
            <a:schemeClr val="accent4"/>
          </a:solidFill>
          <a:ln w="12700">
            <a:miter lim="400000"/>
          </a:ln>
        </p:spPr>
        <p:txBody>
          <a:bodyPr lIns="0" tIns="0" rIns="0" bIns="0" anchor="ctr"/>
          <a:lstStyle/>
          <a:p>
            <a:pPr marL="0" marR="0" lvl="0" indent="0" algn="ctr" defTabSz="8255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 kumimoji="0" sz="32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Helvetica Neue Medium"/>
              <a:sym typeface="Helvetica Neue Medium"/>
            </a:endParaRPr>
          </a:p>
        </p:txBody>
      </p:sp>
      <p:sp>
        <p:nvSpPr>
          <p:cNvPr id="221" name="Shape">
            <a:extLst>
              <a:ext uri="{FF2B5EF4-FFF2-40B4-BE49-F238E27FC236}">
                <a16:creationId xmlns:a16="http://schemas.microsoft.com/office/drawing/2014/main" id="{73E415D8-9CDD-1572-0B77-46AB2C3458DE}"/>
              </a:ext>
            </a:extLst>
          </p:cNvPr>
          <p:cNvSpPr/>
          <p:nvPr/>
        </p:nvSpPr>
        <p:spPr>
          <a:xfrm>
            <a:off x="-9782" y="-14685"/>
            <a:ext cx="5401449" cy="1371951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489" h="21600" extrusionOk="0">
                <a:moveTo>
                  <a:pt x="9876" y="0"/>
                </a:moveTo>
                <a:cubicBezTo>
                  <a:pt x="14909" y="1061"/>
                  <a:pt x="18164" y="3091"/>
                  <a:pt x="18448" y="5345"/>
                </a:cubicBezTo>
                <a:cubicBezTo>
                  <a:pt x="18695" y="7304"/>
                  <a:pt x="16642" y="9198"/>
                  <a:pt x="12885" y="10477"/>
                </a:cubicBezTo>
                <a:cubicBezTo>
                  <a:pt x="8651" y="11730"/>
                  <a:pt x="7084" y="13955"/>
                  <a:pt x="9071" y="15894"/>
                </a:cubicBezTo>
                <a:cubicBezTo>
                  <a:pt x="10355" y="17147"/>
                  <a:pt x="13013" y="18098"/>
                  <a:pt x="16290" y="18479"/>
                </a:cubicBezTo>
                <a:cubicBezTo>
                  <a:pt x="17951" y="18702"/>
                  <a:pt x="19367" y="19144"/>
                  <a:pt x="20305" y="19731"/>
                </a:cubicBezTo>
                <a:cubicBezTo>
                  <a:pt x="21193" y="20288"/>
                  <a:pt x="21600" y="20944"/>
                  <a:pt x="21463" y="21600"/>
                </a:cubicBezTo>
                <a:lnTo>
                  <a:pt x="0" y="21600"/>
                </a:lnTo>
                <a:lnTo>
                  <a:pt x="0" y="1"/>
                </a:lnTo>
                <a:lnTo>
                  <a:pt x="9876" y="0"/>
                </a:lnTo>
                <a:close/>
              </a:path>
            </a:pathLst>
          </a:custGeom>
          <a:solidFill>
            <a:schemeClr val="accent3"/>
          </a:solidFill>
          <a:ln w="12700">
            <a:miter lim="400000"/>
          </a:ln>
          <a:effectLst>
            <a:outerShdw blurRad="914400" dist="25400" dir="5400000" rotWithShape="0">
              <a:srgbClr val="000000">
                <a:alpha val="50000"/>
              </a:srgbClr>
            </a:outerShdw>
          </a:effectLst>
        </p:spPr>
        <p:txBody>
          <a:bodyPr lIns="50800" tIns="50800" rIns="50800" bIns="50800" anchor="ctr"/>
          <a:lstStyle/>
          <a:p>
            <a:pPr marL="0" marR="0" lvl="0" indent="0" algn="ctr" defTabSz="8255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3000" b="1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Helvetica Neue"/>
              <a:sym typeface="Helvetica Neue"/>
            </a:endParaRPr>
          </a:p>
        </p:txBody>
      </p:sp>
      <p:sp>
        <p:nvSpPr>
          <p:cNvPr id="222" name="Shape">
            <a:extLst>
              <a:ext uri="{FF2B5EF4-FFF2-40B4-BE49-F238E27FC236}">
                <a16:creationId xmlns:a16="http://schemas.microsoft.com/office/drawing/2014/main" id="{301F379E-57EA-FFB6-3E3C-1BCD9601AB07}"/>
              </a:ext>
            </a:extLst>
          </p:cNvPr>
          <p:cNvSpPr/>
          <p:nvPr/>
        </p:nvSpPr>
        <p:spPr>
          <a:xfrm>
            <a:off x="14077382" y="-26393"/>
            <a:ext cx="10315136" cy="10264133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490" h="20992" extrusionOk="0">
                <a:moveTo>
                  <a:pt x="22" y="0"/>
                </a:moveTo>
                <a:cubicBezTo>
                  <a:pt x="-110" y="1123"/>
                  <a:pt x="362" y="2232"/>
                  <a:pt x="1268" y="2930"/>
                </a:cubicBezTo>
                <a:cubicBezTo>
                  <a:pt x="2187" y="3637"/>
                  <a:pt x="3418" y="3817"/>
                  <a:pt x="4507" y="3403"/>
                </a:cubicBezTo>
                <a:cubicBezTo>
                  <a:pt x="6055" y="2610"/>
                  <a:pt x="7961" y="3061"/>
                  <a:pt x="8970" y="4460"/>
                </a:cubicBezTo>
                <a:cubicBezTo>
                  <a:pt x="9809" y="5622"/>
                  <a:pt x="9807" y="7178"/>
                  <a:pt x="8965" y="8338"/>
                </a:cubicBezTo>
                <a:cubicBezTo>
                  <a:pt x="6771" y="11924"/>
                  <a:pt x="7613" y="16550"/>
                  <a:pt x="10936" y="19169"/>
                </a:cubicBezTo>
                <a:cubicBezTo>
                  <a:pt x="14018" y="21597"/>
                  <a:pt x="18405" y="21600"/>
                  <a:pt x="21490" y="19175"/>
                </a:cubicBezTo>
                <a:lnTo>
                  <a:pt x="21490" y="35"/>
                </a:lnTo>
                <a:lnTo>
                  <a:pt x="22" y="0"/>
                </a:lnTo>
                <a:close/>
              </a:path>
            </a:pathLst>
          </a:custGeom>
          <a:solidFill>
            <a:schemeClr val="accent3"/>
          </a:solidFill>
          <a:ln w="12700">
            <a:miter lim="400000"/>
          </a:ln>
          <a:effectLst>
            <a:outerShdw blurRad="914400" dist="25400" dir="5400000" rotWithShape="0">
              <a:srgbClr val="000000">
                <a:alpha val="50000"/>
              </a:srgbClr>
            </a:outerShdw>
          </a:effectLst>
        </p:spPr>
        <p:txBody>
          <a:bodyPr lIns="50800" tIns="50800" rIns="50800" bIns="50800" anchor="ctr"/>
          <a:lstStyle/>
          <a:p>
            <a:pPr marL="0" marR="0" lvl="0" indent="0" algn="ctr" defTabSz="8255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3000" b="1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Helvetica Neue"/>
              <a:sym typeface="Helvetica Neue"/>
            </a:endParaRPr>
          </a:p>
        </p:txBody>
      </p:sp>
      <p:sp>
        <p:nvSpPr>
          <p:cNvPr id="223" name="Circle">
            <a:extLst>
              <a:ext uri="{FF2B5EF4-FFF2-40B4-BE49-F238E27FC236}">
                <a16:creationId xmlns:a16="http://schemas.microsoft.com/office/drawing/2014/main" id="{FF863701-3B12-4DA3-F79E-5B811B88E08B}"/>
              </a:ext>
            </a:extLst>
          </p:cNvPr>
          <p:cNvSpPr/>
          <p:nvPr/>
        </p:nvSpPr>
        <p:spPr>
          <a:xfrm>
            <a:off x="17006264" y="352354"/>
            <a:ext cx="494973" cy="494972"/>
          </a:xfrm>
          <a:prstGeom prst="ellipse">
            <a:avLst/>
          </a:prstGeom>
          <a:gradFill>
            <a:gsLst>
              <a:gs pos="0">
                <a:schemeClr val="accent2"/>
              </a:gs>
              <a:gs pos="100000">
                <a:schemeClr val="accent1"/>
              </a:gs>
            </a:gsLst>
            <a:lin ang="5400000"/>
          </a:gradFill>
          <a:ln w="12700">
            <a:miter lim="400000"/>
          </a:ln>
        </p:spPr>
        <p:txBody>
          <a:bodyPr lIns="0" tIns="0" rIns="0" bIns="0" anchor="ctr"/>
          <a:lstStyle/>
          <a:p>
            <a:pPr marL="0" marR="0" lvl="0" indent="0" algn="ctr" defTabSz="8255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 kumimoji="0" sz="32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Helvetica Neue Medium"/>
              <a:sym typeface="Helvetica Neue Medium"/>
            </a:endParaRPr>
          </a:p>
        </p:txBody>
      </p:sp>
      <p:sp>
        <p:nvSpPr>
          <p:cNvPr id="224" name="Circle">
            <a:extLst>
              <a:ext uri="{FF2B5EF4-FFF2-40B4-BE49-F238E27FC236}">
                <a16:creationId xmlns:a16="http://schemas.microsoft.com/office/drawing/2014/main" id="{FD49C2C2-4AE6-6C9B-08E7-CB75770660CD}"/>
              </a:ext>
            </a:extLst>
          </p:cNvPr>
          <p:cNvSpPr/>
          <p:nvPr/>
        </p:nvSpPr>
        <p:spPr>
          <a:xfrm>
            <a:off x="-564062" y="1321716"/>
            <a:ext cx="1150610" cy="1150611"/>
          </a:xfrm>
          <a:prstGeom prst="ellipse">
            <a:avLst/>
          </a:prstGeom>
          <a:gradFill>
            <a:gsLst>
              <a:gs pos="0">
                <a:schemeClr val="accent2"/>
              </a:gs>
              <a:gs pos="100000">
                <a:schemeClr val="accent1"/>
              </a:gs>
            </a:gsLst>
            <a:lin ang="5400000"/>
          </a:gradFill>
          <a:ln w="12700">
            <a:miter lim="400000"/>
          </a:ln>
        </p:spPr>
        <p:txBody>
          <a:bodyPr lIns="0" tIns="0" rIns="0" bIns="0" anchor="ctr"/>
          <a:lstStyle/>
          <a:p>
            <a:pPr marL="0" marR="0" lvl="0" indent="0" algn="ctr" defTabSz="8255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 kumimoji="0" sz="32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Helvetica Neue Medium"/>
              <a:sym typeface="Helvetica Neue Medium"/>
            </a:endParaRPr>
          </a:p>
        </p:txBody>
      </p:sp>
      <p:sp>
        <p:nvSpPr>
          <p:cNvPr id="225" name="TOPIC #1 - $100 ANSWER">
            <a:extLst>
              <a:ext uri="{FF2B5EF4-FFF2-40B4-BE49-F238E27FC236}">
                <a16:creationId xmlns:a16="http://schemas.microsoft.com/office/drawing/2014/main" id="{46DEF474-1403-D394-BC75-9388D6024818}"/>
              </a:ext>
            </a:extLst>
          </p:cNvPr>
          <p:cNvSpPr txBox="1"/>
          <p:nvPr/>
        </p:nvSpPr>
        <p:spPr>
          <a:xfrm>
            <a:off x="1318646" y="1076284"/>
            <a:ext cx="23992454" cy="164147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50800" tIns="50800" rIns="50800" bIns="50800" anchor="ctr">
            <a:spAutoFit/>
          </a:bodyPr>
          <a:lstStyle/>
          <a:p>
            <a:pPr marL="0" marR="0" lvl="0" indent="0" algn="l" defTabSz="8255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0000" b="0">
                <a:solidFill>
                  <a:srgbClr val="F6C543"/>
                </a:solidFill>
                <a:latin typeface="Impact"/>
                <a:ea typeface="Impact"/>
                <a:cs typeface="Impact"/>
                <a:sym typeface="Impact"/>
              </a:defRPr>
            </a:pPr>
            <a:r>
              <a:rPr kumimoji="0" lang="en-US" altLang="zh-CN" sz="10000" b="0" i="0" u="none" strike="noStrike" kern="0" cap="none" spc="0" normalizeH="0" baseline="0" noProof="0" dirty="0">
                <a:ln>
                  <a:noFill/>
                </a:ln>
                <a:solidFill>
                  <a:srgbClr val="F6C542"/>
                </a:solidFill>
                <a:effectLst/>
                <a:uLnTx/>
                <a:uFillTx/>
                <a:latin typeface="Impact"/>
                <a:sym typeface="Impact"/>
              </a:rPr>
              <a:t>UNIT #</a:t>
            </a:r>
            <a:r>
              <a:rPr kumimoji="0" lang="en-US" altLang="zh-CN" sz="10000" b="0" i="0" u="none" strike="noStrike" kern="0" cap="none" spc="0" normalizeH="0" baseline="0" noProof="0" dirty="0">
                <a:ln>
                  <a:noFill/>
                </a:ln>
                <a:solidFill>
                  <a:srgbClr val="F6C543"/>
                </a:solidFill>
                <a:effectLst/>
                <a:uLnTx/>
                <a:uFillTx/>
                <a:latin typeface="Impact"/>
                <a:sym typeface="Impact"/>
              </a:rPr>
              <a:t> </a:t>
            </a:r>
            <a:r>
              <a:rPr lang="en-US" altLang="zh-CN" sz="10000" b="0" dirty="0">
                <a:solidFill>
                  <a:srgbClr val="F6C542"/>
                </a:solidFill>
                <a:latin typeface="Impact"/>
                <a:sym typeface="Impact"/>
              </a:rPr>
              <a:t>6</a:t>
            </a:r>
            <a:r>
              <a:rPr kumimoji="0" lang="en-US" altLang="zh-CN" sz="10000" b="0" i="0" u="none" strike="noStrike" kern="0" cap="none" spc="0" normalizeH="0" baseline="0" noProof="0" dirty="0">
                <a:ln>
                  <a:noFill/>
                </a:ln>
                <a:solidFill>
                  <a:srgbClr val="F6C542"/>
                </a:solidFill>
                <a:effectLst/>
                <a:uLnTx/>
                <a:uFillTx/>
                <a:latin typeface="Impact"/>
                <a:sym typeface="Impact"/>
              </a:rPr>
              <a:t> </a:t>
            </a:r>
            <a:r>
              <a:rPr kumimoji="0" lang="en-US" altLang="zh-CN" sz="100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Impact"/>
                <a:sym typeface="Impact"/>
              </a:rPr>
              <a:t>–</a:t>
            </a:r>
            <a:r>
              <a:rPr kumimoji="0" lang="zh-CN" altLang="en-US" sz="10000" b="0" i="0" u="none" strike="noStrike" kern="0" cap="none" spc="0" normalizeH="0" baseline="0" noProof="0" dirty="0">
                <a:ln>
                  <a:noFill/>
                </a:ln>
                <a:solidFill>
                  <a:srgbClr val="F6C543"/>
                </a:solidFill>
                <a:effectLst/>
                <a:uLnTx/>
                <a:uFillTx/>
                <a:latin typeface="华文楷体" panose="02010600040101010101" pitchFamily="2" charset="-122"/>
                <a:ea typeface="华文楷体" panose="02010600040101010101" pitchFamily="2" charset="-122"/>
                <a:sym typeface="Impact"/>
              </a:rPr>
              <a:t>剖视图</a:t>
            </a:r>
            <a:endParaRPr kumimoji="0" lang="zh-CN" altLang="en-US" sz="100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华文楷体" panose="02010600040101010101" pitchFamily="2" charset="-122"/>
              <a:ea typeface="华文楷体" panose="02010600040101010101" pitchFamily="2" charset="-122"/>
              <a:sym typeface="Impact"/>
            </a:endParaRPr>
          </a:p>
        </p:txBody>
      </p:sp>
      <p:sp>
        <p:nvSpPr>
          <p:cNvPr id="226" name="Shape">
            <a:extLst>
              <a:ext uri="{FF2B5EF4-FFF2-40B4-BE49-F238E27FC236}">
                <a16:creationId xmlns:a16="http://schemas.microsoft.com/office/drawing/2014/main" id="{AC60F593-7F6E-8A7C-98B3-A327E075B2D0}"/>
              </a:ext>
            </a:extLst>
          </p:cNvPr>
          <p:cNvSpPr/>
          <p:nvPr/>
        </p:nvSpPr>
        <p:spPr>
          <a:xfrm>
            <a:off x="-306915" y="8239797"/>
            <a:ext cx="1046530" cy="104640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9679" h="20595" extrusionOk="0">
                <a:moveTo>
                  <a:pt x="9839" y="0"/>
                </a:moveTo>
                <a:cubicBezTo>
                  <a:pt x="7321" y="0"/>
                  <a:pt x="4802" y="1006"/>
                  <a:pt x="2881" y="3017"/>
                </a:cubicBezTo>
                <a:cubicBezTo>
                  <a:pt x="-961" y="7038"/>
                  <a:pt x="-961" y="13557"/>
                  <a:pt x="2881" y="17578"/>
                </a:cubicBezTo>
                <a:cubicBezTo>
                  <a:pt x="6724" y="21600"/>
                  <a:pt x="12954" y="21600"/>
                  <a:pt x="16797" y="17578"/>
                </a:cubicBezTo>
                <a:cubicBezTo>
                  <a:pt x="20639" y="13557"/>
                  <a:pt x="20639" y="7038"/>
                  <a:pt x="16797" y="3017"/>
                </a:cubicBezTo>
                <a:cubicBezTo>
                  <a:pt x="14876" y="1006"/>
                  <a:pt x="12357" y="0"/>
                  <a:pt x="9839" y="0"/>
                </a:cubicBezTo>
                <a:close/>
                <a:moveTo>
                  <a:pt x="9839" y="2649"/>
                </a:moveTo>
                <a:cubicBezTo>
                  <a:pt x="11709" y="2649"/>
                  <a:pt x="13580" y="3397"/>
                  <a:pt x="15007" y="4890"/>
                </a:cubicBezTo>
                <a:cubicBezTo>
                  <a:pt x="17861" y="7877"/>
                  <a:pt x="17861" y="12718"/>
                  <a:pt x="15007" y="15705"/>
                </a:cubicBezTo>
                <a:cubicBezTo>
                  <a:pt x="12153" y="18692"/>
                  <a:pt x="7525" y="18692"/>
                  <a:pt x="4671" y="15705"/>
                </a:cubicBezTo>
                <a:cubicBezTo>
                  <a:pt x="1817" y="12718"/>
                  <a:pt x="1817" y="7877"/>
                  <a:pt x="4671" y="4890"/>
                </a:cubicBezTo>
                <a:cubicBezTo>
                  <a:pt x="6098" y="3397"/>
                  <a:pt x="7969" y="2649"/>
                  <a:pt x="9839" y="2649"/>
                </a:cubicBezTo>
                <a:close/>
              </a:path>
            </a:pathLst>
          </a:custGeom>
          <a:gradFill>
            <a:gsLst>
              <a:gs pos="0">
                <a:schemeClr val="accent2"/>
              </a:gs>
              <a:gs pos="100000">
                <a:schemeClr val="accent1"/>
              </a:gs>
            </a:gsLst>
            <a:lin ang="5400000"/>
          </a:gradFill>
          <a:ln w="12700">
            <a:miter lim="400000"/>
          </a:ln>
        </p:spPr>
        <p:txBody>
          <a:bodyPr lIns="0" tIns="0" rIns="0" bIns="0" anchor="ctr"/>
          <a:lstStyle/>
          <a:p>
            <a:pPr marL="0" marR="0" lvl="0" indent="0" algn="ctr" defTabSz="8255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 kumimoji="0" sz="32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Helvetica Neue Medium"/>
              <a:sym typeface="Helvetica Neue Medium"/>
            </a:endParaRPr>
          </a:p>
        </p:txBody>
      </p:sp>
      <p:sp>
        <p:nvSpPr>
          <p:cNvPr id="227" name="Shape">
            <a:extLst>
              <a:ext uri="{FF2B5EF4-FFF2-40B4-BE49-F238E27FC236}">
                <a16:creationId xmlns:a16="http://schemas.microsoft.com/office/drawing/2014/main" id="{3B115BB9-222E-456F-5D43-B2A916C70753}"/>
              </a:ext>
            </a:extLst>
          </p:cNvPr>
          <p:cNvSpPr/>
          <p:nvPr/>
        </p:nvSpPr>
        <p:spPr>
          <a:xfrm>
            <a:off x="19865947" y="2060686"/>
            <a:ext cx="2330506" cy="233022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9679" h="20595" extrusionOk="0">
                <a:moveTo>
                  <a:pt x="9839" y="0"/>
                </a:moveTo>
                <a:cubicBezTo>
                  <a:pt x="7321" y="0"/>
                  <a:pt x="4802" y="1006"/>
                  <a:pt x="2881" y="3017"/>
                </a:cubicBezTo>
                <a:cubicBezTo>
                  <a:pt x="-961" y="7038"/>
                  <a:pt x="-961" y="13557"/>
                  <a:pt x="2881" y="17578"/>
                </a:cubicBezTo>
                <a:cubicBezTo>
                  <a:pt x="6724" y="21600"/>
                  <a:pt x="12954" y="21600"/>
                  <a:pt x="16797" y="17578"/>
                </a:cubicBezTo>
                <a:cubicBezTo>
                  <a:pt x="20639" y="13557"/>
                  <a:pt x="20639" y="7038"/>
                  <a:pt x="16797" y="3017"/>
                </a:cubicBezTo>
                <a:cubicBezTo>
                  <a:pt x="14876" y="1006"/>
                  <a:pt x="12357" y="0"/>
                  <a:pt x="9839" y="0"/>
                </a:cubicBezTo>
                <a:close/>
                <a:moveTo>
                  <a:pt x="9839" y="2649"/>
                </a:moveTo>
                <a:cubicBezTo>
                  <a:pt x="11709" y="2649"/>
                  <a:pt x="13580" y="3397"/>
                  <a:pt x="15007" y="4890"/>
                </a:cubicBezTo>
                <a:cubicBezTo>
                  <a:pt x="17861" y="7877"/>
                  <a:pt x="17861" y="12718"/>
                  <a:pt x="15007" y="15705"/>
                </a:cubicBezTo>
                <a:cubicBezTo>
                  <a:pt x="12153" y="18692"/>
                  <a:pt x="7525" y="18692"/>
                  <a:pt x="4671" y="15705"/>
                </a:cubicBezTo>
                <a:cubicBezTo>
                  <a:pt x="1817" y="12718"/>
                  <a:pt x="1817" y="7877"/>
                  <a:pt x="4671" y="4890"/>
                </a:cubicBezTo>
                <a:cubicBezTo>
                  <a:pt x="6098" y="3397"/>
                  <a:pt x="7969" y="2649"/>
                  <a:pt x="9839" y="2649"/>
                </a:cubicBezTo>
                <a:close/>
              </a:path>
            </a:pathLst>
          </a:custGeom>
          <a:gradFill>
            <a:gsLst>
              <a:gs pos="0">
                <a:schemeClr val="accent2"/>
              </a:gs>
              <a:gs pos="100000">
                <a:schemeClr val="accent1"/>
              </a:gs>
            </a:gsLst>
            <a:lin ang="5400000"/>
          </a:gradFill>
          <a:ln w="12700">
            <a:miter lim="400000"/>
          </a:ln>
        </p:spPr>
        <p:txBody>
          <a:bodyPr lIns="0" tIns="0" rIns="0" bIns="0" anchor="ctr"/>
          <a:lstStyle/>
          <a:p>
            <a:pPr marL="0" marR="0" lvl="0" indent="0" algn="ctr" defTabSz="8255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 kumimoji="0" sz="32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Helvetica Neue Medium"/>
              <a:sym typeface="Helvetica Neue Medium"/>
            </a:endParaRPr>
          </a:p>
        </p:txBody>
      </p:sp>
      <p:sp>
        <p:nvSpPr>
          <p:cNvPr id="228" name="Rounded Rectangle">
            <a:extLst>
              <a:ext uri="{FF2B5EF4-FFF2-40B4-BE49-F238E27FC236}">
                <a16:creationId xmlns:a16="http://schemas.microsoft.com/office/drawing/2014/main" id="{D0068B40-A721-37B2-45F0-4C4BFCAFFDE6}"/>
              </a:ext>
            </a:extLst>
          </p:cNvPr>
          <p:cNvSpPr/>
          <p:nvPr/>
        </p:nvSpPr>
        <p:spPr>
          <a:xfrm>
            <a:off x="1413182" y="3302000"/>
            <a:ext cx="21616294" cy="8897388"/>
          </a:xfrm>
          <a:prstGeom prst="roundRect">
            <a:avLst>
              <a:gd name="adj" fmla="val 2897"/>
            </a:avLst>
          </a:prstGeom>
          <a:solidFill>
            <a:schemeClr val="accent4"/>
          </a:solidFill>
          <a:ln w="12700">
            <a:miter lim="400000"/>
          </a:ln>
          <a:effectLst>
            <a:outerShdw blurRad="558800" dist="71163" dir="5400000" rotWithShape="0">
              <a:srgbClr val="000000">
                <a:alpha val="19617"/>
              </a:srgbClr>
            </a:outerShdw>
          </a:effectLst>
        </p:spPr>
        <p:txBody>
          <a:bodyPr lIns="0" tIns="0" rIns="0" bIns="0" anchor="ctr"/>
          <a:lstStyle/>
          <a:p>
            <a:pPr marL="0" marR="0" lvl="0" indent="0" algn="ctr" defTabSz="8255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 kumimoji="0" sz="32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Helvetica Neue Medium"/>
              <a:sym typeface="Helvetica Neue Medium"/>
            </a:endParaRPr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A5A644B3-C5EF-AF20-8B5A-2E07A57398C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38280" y="2894121"/>
            <a:ext cx="15697508" cy="101229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56849568"/>
      </p:ext>
    </p:extLst>
  </p:cSld>
  <p:clrMapOvr>
    <a:masterClrMapping/>
  </p:clrMapOvr>
  <p:transition spd="med"/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3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7B50B96-72AB-E315-0478-8D72EB39CB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Shape">
            <a:extLst>
              <a:ext uri="{FF2B5EF4-FFF2-40B4-BE49-F238E27FC236}">
                <a16:creationId xmlns:a16="http://schemas.microsoft.com/office/drawing/2014/main" id="{3F2F58DE-007B-05E1-0D65-0E8B164E942B}"/>
              </a:ext>
            </a:extLst>
          </p:cNvPr>
          <p:cNvSpPr/>
          <p:nvPr/>
        </p:nvSpPr>
        <p:spPr>
          <a:xfrm>
            <a:off x="6290541" y="12617233"/>
            <a:ext cx="2709718" cy="270939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9679" h="20595" extrusionOk="0">
                <a:moveTo>
                  <a:pt x="9839" y="0"/>
                </a:moveTo>
                <a:cubicBezTo>
                  <a:pt x="7321" y="0"/>
                  <a:pt x="4802" y="1006"/>
                  <a:pt x="2881" y="3017"/>
                </a:cubicBezTo>
                <a:cubicBezTo>
                  <a:pt x="-961" y="7038"/>
                  <a:pt x="-961" y="13557"/>
                  <a:pt x="2881" y="17578"/>
                </a:cubicBezTo>
                <a:cubicBezTo>
                  <a:pt x="6724" y="21600"/>
                  <a:pt x="12954" y="21600"/>
                  <a:pt x="16797" y="17578"/>
                </a:cubicBezTo>
                <a:cubicBezTo>
                  <a:pt x="20639" y="13557"/>
                  <a:pt x="20639" y="7038"/>
                  <a:pt x="16797" y="3017"/>
                </a:cubicBezTo>
                <a:cubicBezTo>
                  <a:pt x="14876" y="1006"/>
                  <a:pt x="12357" y="0"/>
                  <a:pt x="9839" y="0"/>
                </a:cubicBezTo>
                <a:close/>
                <a:moveTo>
                  <a:pt x="9839" y="2649"/>
                </a:moveTo>
                <a:cubicBezTo>
                  <a:pt x="11709" y="2649"/>
                  <a:pt x="13580" y="3397"/>
                  <a:pt x="15007" y="4890"/>
                </a:cubicBezTo>
                <a:cubicBezTo>
                  <a:pt x="17861" y="7877"/>
                  <a:pt x="17861" y="12718"/>
                  <a:pt x="15007" y="15705"/>
                </a:cubicBezTo>
                <a:cubicBezTo>
                  <a:pt x="12153" y="18692"/>
                  <a:pt x="7525" y="18692"/>
                  <a:pt x="4671" y="15705"/>
                </a:cubicBezTo>
                <a:cubicBezTo>
                  <a:pt x="1817" y="12718"/>
                  <a:pt x="1817" y="7877"/>
                  <a:pt x="4671" y="4890"/>
                </a:cubicBezTo>
                <a:cubicBezTo>
                  <a:pt x="6098" y="3397"/>
                  <a:pt x="7969" y="2649"/>
                  <a:pt x="9839" y="2649"/>
                </a:cubicBezTo>
                <a:close/>
              </a:path>
            </a:pathLst>
          </a:custGeom>
          <a:gradFill>
            <a:gsLst>
              <a:gs pos="0">
                <a:schemeClr val="accent2"/>
              </a:gs>
              <a:gs pos="100000">
                <a:schemeClr val="accent1"/>
              </a:gs>
            </a:gsLst>
            <a:lin ang="5400000"/>
          </a:gradFill>
          <a:ln w="12700">
            <a:miter lim="400000"/>
          </a:ln>
        </p:spPr>
        <p:txBody>
          <a:bodyPr lIns="0" tIns="0" rIns="0" bIns="0" anchor="ctr"/>
          <a:lstStyle/>
          <a:p>
            <a:pPr marL="0" marR="0" lvl="0" indent="0" algn="ctr" defTabSz="8255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 kumimoji="0" sz="32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Helvetica Neue Medium"/>
              <a:sym typeface="Helvetica Neue Medium"/>
            </a:endParaRPr>
          </a:p>
        </p:txBody>
      </p:sp>
      <p:sp>
        <p:nvSpPr>
          <p:cNvPr id="216" name="Shape">
            <a:extLst>
              <a:ext uri="{FF2B5EF4-FFF2-40B4-BE49-F238E27FC236}">
                <a16:creationId xmlns:a16="http://schemas.microsoft.com/office/drawing/2014/main" id="{A7A25F45-3EE8-5E6C-6C19-70C91D8B1763}"/>
              </a:ext>
            </a:extLst>
          </p:cNvPr>
          <p:cNvSpPr/>
          <p:nvPr/>
        </p:nvSpPr>
        <p:spPr>
          <a:xfrm>
            <a:off x="14339439" y="2620192"/>
            <a:ext cx="6322300" cy="632257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800" y="0"/>
                </a:moveTo>
                <a:cubicBezTo>
                  <a:pt x="10787" y="0"/>
                  <a:pt x="10773" y="1"/>
                  <a:pt x="10759" y="1"/>
                </a:cubicBezTo>
                <a:lnTo>
                  <a:pt x="1" y="10760"/>
                </a:lnTo>
                <a:cubicBezTo>
                  <a:pt x="0" y="10900"/>
                  <a:pt x="3" y="11040"/>
                  <a:pt x="8" y="11181"/>
                </a:cubicBezTo>
                <a:lnTo>
                  <a:pt x="11180" y="9"/>
                </a:lnTo>
                <a:cubicBezTo>
                  <a:pt x="11054" y="4"/>
                  <a:pt x="10927" y="0"/>
                  <a:pt x="10800" y="0"/>
                </a:cubicBezTo>
                <a:close/>
                <a:moveTo>
                  <a:pt x="10211" y="17"/>
                </a:moveTo>
                <a:cubicBezTo>
                  <a:pt x="10057" y="25"/>
                  <a:pt x="9903" y="36"/>
                  <a:pt x="9748" y="51"/>
                </a:cubicBezTo>
                <a:lnTo>
                  <a:pt x="50" y="9749"/>
                </a:lnTo>
                <a:cubicBezTo>
                  <a:pt x="35" y="9903"/>
                  <a:pt x="25" y="10057"/>
                  <a:pt x="16" y="10212"/>
                </a:cubicBezTo>
                <a:lnTo>
                  <a:pt x="10211" y="17"/>
                </a:lnTo>
                <a:close/>
                <a:moveTo>
                  <a:pt x="11683" y="38"/>
                </a:moveTo>
                <a:lnTo>
                  <a:pt x="38" y="11684"/>
                </a:lnTo>
                <a:cubicBezTo>
                  <a:pt x="48" y="11814"/>
                  <a:pt x="62" y="11944"/>
                  <a:pt x="78" y="12075"/>
                </a:cubicBezTo>
                <a:lnTo>
                  <a:pt x="12074" y="78"/>
                </a:lnTo>
                <a:cubicBezTo>
                  <a:pt x="11944" y="63"/>
                  <a:pt x="11814" y="49"/>
                  <a:pt x="11683" y="38"/>
                </a:cubicBezTo>
                <a:close/>
                <a:moveTo>
                  <a:pt x="9136" y="131"/>
                </a:moveTo>
                <a:cubicBezTo>
                  <a:pt x="8960" y="158"/>
                  <a:pt x="8786" y="190"/>
                  <a:pt x="8611" y="226"/>
                </a:cubicBezTo>
                <a:lnTo>
                  <a:pt x="226" y="8611"/>
                </a:lnTo>
                <a:cubicBezTo>
                  <a:pt x="190" y="8786"/>
                  <a:pt x="157" y="8961"/>
                  <a:pt x="130" y="9137"/>
                </a:cubicBezTo>
                <a:lnTo>
                  <a:pt x="9136" y="131"/>
                </a:lnTo>
                <a:close/>
                <a:moveTo>
                  <a:pt x="12541" y="143"/>
                </a:moveTo>
                <a:lnTo>
                  <a:pt x="143" y="12541"/>
                </a:lnTo>
                <a:cubicBezTo>
                  <a:pt x="163" y="12663"/>
                  <a:pt x="183" y="12785"/>
                  <a:pt x="207" y="12906"/>
                </a:cubicBezTo>
                <a:lnTo>
                  <a:pt x="12906" y="208"/>
                </a:lnTo>
                <a:cubicBezTo>
                  <a:pt x="12785" y="184"/>
                  <a:pt x="12663" y="163"/>
                  <a:pt x="12541" y="143"/>
                </a:cubicBezTo>
                <a:close/>
                <a:moveTo>
                  <a:pt x="13343" y="303"/>
                </a:moveTo>
                <a:lnTo>
                  <a:pt x="303" y="13343"/>
                </a:lnTo>
                <a:cubicBezTo>
                  <a:pt x="330" y="13456"/>
                  <a:pt x="361" y="13569"/>
                  <a:pt x="392" y="13682"/>
                </a:cubicBezTo>
                <a:lnTo>
                  <a:pt x="13682" y="393"/>
                </a:lnTo>
                <a:cubicBezTo>
                  <a:pt x="13569" y="362"/>
                  <a:pt x="13456" y="331"/>
                  <a:pt x="13343" y="303"/>
                </a:cubicBezTo>
                <a:close/>
                <a:moveTo>
                  <a:pt x="7909" y="395"/>
                </a:moveTo>
                <a:cubicBezTo>
                  <a:pt x="7701" y="452"/>
                  <a:pt x="7495" y="515"/>
                  <a:pt x="7290" y="585"/>
                </a:cubicBezTo>
                <a:lnTo>
                  <a:pt x="584" y="7290"/>
                </a:lnTo>
                <a:cubicBezTo>
                  <a:pt x="514" y="7495"/>
                  <a:pt x="452" y="7702"/>
                  <a:pt x="394" y="7909"/>
                </a:cubicBezTo>
                <a:lnTo>
                  <a:pt x="7909" y="395"/>
                </a:lnTo>
                <a:close/>
                <a:moveTo>
                  <a:pt x="14094" y="515"/>
                </a:moveTo>
                <a:lnTo>
                  <a:pt x="514" y="14094"/>
                </a:lnTo>
                <a:cubicBezTo>
                  <a:pt x="549" y="14202"/>
                  <a:pt x="583" y="14310"/>
                  <a:pt x="620" y="14417"/>
                </a:cubicBezTo>
                <a:lnTo>
                  <a:pt x="14417" y="621"/>
                </a:lnTo>
                <a:cubicBezTo>
                  <a:pt x="14310" y="583"/>
                  <a:pt x="14202" y="549"/>
                  <a:pt x="14094" y="515"/>
                </a:cubicBezTo>
                <a:close/>
                <a:moveTo>
                  <a:pt x="14804" y="767"/>
                </a:moveTo>
                <a:lnTo>
                  <a:pt x="767" y="14804"/>
                </a:lnTo>
                <a:cubicBezTo>
                  <a:pt x="807" y="14905"/>
                  <a:pt x="851" y="15004"/>
                  <a:pt x="894" y="15104"/>
                </a:cubicBezTo>
                <a:lnTo>
                  <a:pt x="15104" y="895"/>
                </a:lnTo>
                <a:cubicBezTo>
                  <a:pt x="15004" y="852"/>
                  <a:pt x="14905" y="807"/>
                  <a:pt x="14804" y="767"/>
                </a:cubicBezTo>
                <a:close/>
                <a:moveTo>
                  <a:pt x="6411" y="932"/>
                </a:moveTo>
                <a:cubicBezTo>
                  <a:pt x="6118" y="1062"/>
                  <a:pt x="5831" y="1206"/>
                  <a:pt x="5549" y="1363"/>
                </a:cubicBezTo>
                <a:lnTo>
                  <a:pt x="1362" y="5549"/>
                </a:lnTo>
                <a:cubicBezTo>
                  <a:pt x="1205" y="5832"/>
                  <a:pt x="1061" y="6119"/>
                  <a:pt x="931" y="6411"/>
                </a:cubicBezTo>
                <a:lnTo>
                  <a:pt x="6411" y="932"/>
                </a:lnTo>
                <a:close/>
                <a:moveTo>
                  <a:pt x="15470" y="1061"/>
                </a:moveTo>
                <a:lnTo>
                  <a:pt x="1060" y="15471"/>
                </a:lnTo>
                <a:cubicBezTo>
                  <a:pt x="1106" y="15567"/>
                  <a:pt x="1153" y="15664"/>
                  <a:pt x="1202" y="15759"/>
                </a:cubicBezTo>
                <a:lnTo>
                  <a:pt x="15759" y="1203"/>
                </a:lnTo>
                <a:cubicBezTo>
                  <a:pt x="15663" y="1153"/>
                  <a:pt x="15567" y="1107"/>
                  <a:pt x="15470" y="1061"/>
                </a:cubicBezTo>
                <a:close/>
                <a:moveTo>
                  <a:pt x="16103" y="1391"/>
                </a:moveTo>
                <a:lnTo>
                  <a:pt x="1391" y="16103"/>
                </a:lnTo>
                <a:cubicBezTo>
                  <a:pt x="1442" y="16194"/>
                  <a:pt x="1494" y="16285"/>
                  <a:pt x="1549" y="16375"/>
                </a:cubicBezTo>
                <a:lnTo>
                  <a:pt x="16375" y="1549"/>
                </a:lnTo>
                <a:cubicBezTo>
                  <a:pt x="16285" y="1495"/>
                  <a:pt x="16194" y="1442"/>
                  <a:pt x="16103" y="1391"/>
                </a:cubicBezTo>
                <a:close/>
                <a:moveTo>
                  <a:pt x="16703" y="1754"/>
                </a:moveTo>
                <a:lnTo>
                  <a:pt x="1753" y="16703"/>
                </a:lnTo>
                <a:cubicBezTo>
                  <a:pt x="1809" y="16788"/>
                  <a:pt x="1869" y="16872"/>
                  <a:pt x="1928" y="16956"/>
                </a:cubicBezTo>
                <a:lnTo>
                  <a:pt x="16956" y="1928"/>
                </a:lnTo>
                <a:cubicBezTo>
                  <a:pt x="16872" y="1869"/>
                  <a:pt x="16788" y="1810"/>
                  <a:pt x="16703" y="1754"/>
                </a:cubicBezTo>
                <a:close/>
                <a:moveTo>
                  <a:pt x="17267" y="2151"/>
                </a:moveTo>
                <a:lnTo>
                  <a:pt x="2151" y="17267"/>
                </a:lnTo>
                <a:cubicBezTo>
                  <a:pt x="2212" y="17349"/>
                  <a:pt x="2274" y="17430"/>
                  <a:pt x="2338" y="17510"/>
                </a:cubicBezTo>
                <a:lnTo>
                  <a:pt x="17510" y="2338"/>
                </a:lnTo>
                <a:cubicBezTo>
                  <a:pt x="17430" y="2275"/>
                  <a:pt x="17349" y="2212"/>
                  <a:pt x="17267" y="2151"/>
                </a:cubicBezTo>
                <a:close/>
                <a:moveTo>
                  <a:pt x="3805" y="2574"/>
                </a:moveTo>
                <a:cubicBezTo>
                  <a:pt x="3586" y="2761"/>
                  <a:pt x="3370" y="2956"/>
                  <a:pt x="3163" y="3163"/>
                </a:cubicBezTo>
                <a:cubicBezTo>
                  <a:pt x="2955" y="3371"/>
                  <a:pt x="2761" y="3586"/>
                  <a:pt x="2574" y="3806"/>
                </a:cubicBezTo>
                <a:lnTo>
                  <a:pt x="3805" y="2574"/>
                </a:lnTo>
                <a:close/>
                <a:moveTo>
                  <a:pt x="17801" y="2579"/>
                </a:moveTo>
                <a:lnTo>
                  <a:pt x="2579" y="17801"/>
                </a:lnTo>
                <a:cubicBezTo>
                  <a:pt x="2645" y="17878"/>
                  <a:pt x="2709" y="17957"/>
                  <a:pt x="2777" y="18032"/>
                </a:cubicBezTo>
                <a:lnTo>
                  <a:pt x="18032" y="2777"/>
                </a:lnTo>
                <a:cubicBezTo>
                  <a:pt x="17957" y="2709"/>
                  <a:pt x="17878" y="2645"/>
                  <a:pt x="17801" y="2579"/>
                </a:cubicBezTo>
                <a:close/>
                <a:moveTo>
                  <a:pt x="18304" y="3036"/>
                </a:moveTo>
                <a:lnTo>
                  <a:pt x="3036" y="18304"/>
                </a:lnTo>
                <a:cubicBezTo>
                  <a:pt x="3079" y="18349"/>
                  <a:pt x="3119" y="18394"/>
                  <a:pt x="3163" y="18438"/>
                </a:cubicBezTo>
                <a:cubicBezTo>
                  <a:pt x="3191" y="18466"/>
                  <a:pt x="3222" y="18492"/>
                  <a:pt x="3250" y="18521"/>
                </a:cubicBezTo>
                <a:lnTo>
                  <a:pt x="18521" y="3251"/>
                </a:lnTo>
                <a:cubicBezTo>
                  <a:pt x="18492" y="3222"/>
                  <a:pt x="18466" y="3192"/>
                  <a:pt x="18438" y="3163"/>
                </a:cubicBezTo>
                <a:cubicBezTo>
                  <a:pt x="18394" y="3119"/>
                  <a:pt x="18348" y="3079"/>
                  <a:pt x="18304" y="3036"/>
                </a:cubicBezTo>
                <a:close/>
                <a:moveTo>
                  <a:pt x="18781" y="3523"/>
                </a:moveTo>
                <a:lnTo>
                  <a:pt x="3522" y="18781"/>
                </a:lnTo>
                <a:cubicBezTo>
                  <a:pt x="3598" y="18850"/>
                  <a:pt x="3676" y="18915"/>
                  <a:pt x="3753" y="18982"/>
                </a:cubicBezTo>
                <a:lnTo>
                  <a:pt x="18982" y="3753"/>
                </a:lnTo>
                <a:cubicBezTo>
                  <a:pt x="18915" y="3676"/>
                  <a:pt x="18850" y="3598"/>
                  <a:pt x="18781" y="3523"/>
                </a:cubicBezTo>
                <a:close/>
                <a:moveTo>
                  <a:pt x="19224" y="4041"/>
                </a:moveTo>
                <a:lnTo>
                  <a:pt x="4041" y="19224"/>
                </a:lnTo>
                <a:cubicBezTo>
                  <a:pt x="4121" y="19289"/>
                  <a:pt x="4202" y="19350"/>
                  <a:pt x="4283" y="19412"/>
                </a:cubicBezTo>
                <a:lnTo>
                  <a:pt x="19412" y="4283"/>
                </a:lnTo>
                <a:cubicBezTo>
                  <a:pt x="19350" y="4202"/>
                  <a:pt x="19289" y="4121"/>
                  <a:pt x="19224" y="4041"/>
                </a:cubicBezTo>
                <a:close/>
                <a:moveTo>
                  <a:pt x="19637" y="4591"/>
                </a:moveTo>
                <a:lnTo>
                  <a:pt x="4591" y="19637"/>
                </a:lnTo>
                <a:cubicBezTo>
                  <a:pt x="4675" y="19696"/>
                  <a:pt x="4758" y="19757"/>
                  <a:pt x="4843" y="19813"/>
                </a:cubicBezTo>
                <a:lnTo>
                  <a:pt x="19813" y="4844"/>
                </a:lnTo>
                <a:cubicBezTo>
                  <a:pt x="19757" y="4758"/>
                  <a:pt x="19696" y="4675"/>
                  <a:pt x="19637" y="4591"/>
                </a:cubicBezTo>
                <a:close/>
                <a:moveTo>
                  <a:pt x="20019" y="5172"/>
                </a:moveTo>
                <a:lnTo>
                  <a:pt x="5172" y="20019"/>
                </a:lnTo>
                <a:cubicBezTo>
                  <a:pt x="5261" y="20073"/>
                  <a:pt x="5351" y="20126"/>
                  <a:pt x="5441" y="20178"/>
                </a:cubicBezTo>
                <a:lnTo>
                  <a:pt x="20178" y="5441"/>
                </a:lnTo>
                <a:cubicBezTo>
                  <a:pt x="20126" y="5351"/>
                  <a:pt x="20073" y="5261"/>
                  <a:pt x="20019" y="5172"/>
                </a:cubicBezTo>
                <a:close/>
                <a:moveTo>
                  <a:pt x="20369" y="5782"/>
                </a:moveTo>
                <a:lnTo>
                  <a:pt x="5782" y="20369"/>
                </a:lnTo>
                <a:cubicBezTo>
                  <a:pt x="5877" y="20419"/>
                  <a:pt x="5974" y="20463"/>
                  <a:pt x="6071" y="20510"/>
                </a:cubicBezTo>
                <a:lnTo>
                  <a:pt x="20510" y="6071"/>
                </a:lnTo>
                <a:cubicBezTo>
                  <a:pt x="20463" y="5975"/>
                  <a:pt x="20419" y="5878"/>
                  <a:pt x="20369" y="5782"/>
                </a:cubicBezTo>
                <a:close/>
                <a:moveTo>
                  <a:pt x="20679" y="6434"/>
                </a:moveTo>
                <a:lnTo>
                  <a:pt x="6434" y="20679"/>
                </a:lnTo>
                <a:cubicBezTo>
                  <a:pt x="6534" y="20723"/>
                  <a:pt x="6633" y="20769"/>
                  <a:pt x="6734" y="20809"/>
                </a:cubicBezTo>
                <a:lnTo>
                  <a:pt x="20809" y="6735"/>
                </a:lnTo>
                <a:cubicBezTo>
                  <a:pt x="20769" y="6634"/>
                  <a:pt x="20723" y="6534"/>
                  <a:pt x="20679" y="6434"/>
                </a:cubicBezTo>
                <a:close/>
                <a:moveTo>
                  <a:pt x="20956" y="7121"/>
                </a:moveTo>
                <a:lnTo>
                  <a:pt x="7120" y="20956"/>
                </a:lnTo>
                <a:cubicBezTo>
                  <a:pt x="7226" y="20994"/>
                  <a:pt x="7333" y="21030"/>
                  <a:pt x="7439" y="21065"/>
                </a:cubicBezTo>
                <a:lnTo>
                  <a:pt x="21065" y="7439"/>
                </a:lnTo>
                <a:cubicBezTo>
                  <a:pt x="21030" y="7333"/>
                  <a:pt x="20994" y="7226"/>
                  <a:pt x="20956" y="7121"/>
                </a:cubicBezTo>
                <a:close/>
                <a:moveTo>
                  <a:pt x="21190" y="7848"/>
                </a:moveTo>
                <a:lnTo>
                  <a:pt x="7848" y="21190"/>
                </a:lnTo>
                <a:cubicBezTo>
                  <a:pt x="7960" y="21221"/>
                  <a:pt x="8073" y="21252"/>
                  <a:pt x="8186" y="21280"/>
                </a:cubicBezTo>
                <a:lnTo>
                  <a:pt x="21280" y="8186"/>
                </a:lnTo>
                <a:cubicBezTo>
                  <a:pt x="21252" y="8073"/>
                  <a:pt x="21221" y="7960"/>
                  <a:pt x="21190" y="7848"/>
                </a:cubicBezTo>
                <a:close/>
                <a:moveTo>
                  <a:pt x="21378" y="8623"/>
                </a:moveTo>
                <a:lnTo>
                  <a:pt x="8623" y="21378"/>
                </a:lnTo>
                <a:cubicBezTo>
                  <a:pt x="8743" y="21402"/>
                  <a:pt x="8863" y="21424"/>
                  <a:pt x="8984" y="21445"/>
                </a:cubicBezTo>
                <a:lnTo>
                  <a:pt x="21445" y="8984"/>
                </a:lnTo>
                <a:cubicBezTo>
                  <a:pt x="21424" y="8864"/>
                  <a:pt x="21402" y="8743"/>
                  <a:pt x="21378" y="8623"/>
                </a:cubicBezTo>
                <a:close/>
                <a:moveTo>
                  <a:pt x="21514" y="9448"/>
                </a:moveTo>
                <a:lnTo>
                  <a:pt x="9447" y="21514"/>
                </a:lnTo>
                <a:cubicBezTo>
                  <a:pt x="9576" y="21530"/>
                  <a:pt x="9704" y="21546"/>
                  <a:pt x="9833" y="21557"/>
                </a:cubicBezTo>
                <a:lnTo>
                  <a:pt x="21557" y="9834"/>
                </a:lnTo>
                <a:cubicBezTo>
                  <a:pt x="21546" y="9705"/>
                  <a:pt x="21530" y="9576"/>
                  <a:pt x="21514" y="9448"/>
                </a:cubicBezTo>
                <a:close/>
                <a:moveTo>
                  <a:pt x="21590" y="10333"/>
                </a:moveTo>
                <a:lnTo>
                  <a:pt x="10332" y="21590"/>
                </a:lnTo>
                <a:cubicBezTo>
                  <a:pt x="10473" y="21596"/>
                  <a:pt x="10613" y="21599"/>
                  <a:pt x="10753" y="21600"/>
                </a:cubicBezTo>
                <a:lnTo>
                  <a:pt x="21600" y="10754"/>
                </a:lnTo>
                <a:cubicBezTo>
                  <a:pt x="21599" y="10613"/>
                  <a:pt x="21596" y="10473"/>
                  <a:pt x="21590" y="10333"/>
                </a:cubicBezTo>
                <a:close/>
                <a:moveTo>
                  <a:pt x="21590" y="11296"/>
                </a:moveTo>
                <a:lnTo>
                  <a:pt x="11295" y="21590"/>
                </a:lnTo>
                <a:cubicBezTo>
                  <a:pt x="11449" y="21583"/>
                  <a:pt x="11603" y="21572"/>
                  <a:pt x="11757" y="21558"/>
                </a:cubicBezTo>
                <a:lnTo>
                  <a:pt x="21558" y="11757"/>
                </a:lnTo>
                <a:cubicBezTo>
                  <a:pt x="21572" y="11603"/>
                  <a:pt x="21583" y="11450"/>
                  <a:pt x="21590" y="11296"/>
                </a:cubicBezTo>
                <a:close/>
                <a:moveTo>
                  <a:pt x="21489" y="12358"/>
                </a:moveTo>
                <a:lnTo>
                  <a:pt x="12358" y="21489"/>
                </a:lnTo>
                <a:cubicBezTo>
                  <a:pt x="12531" y="21464"/>
                  <a:pt x="12703" y="21434"/>
                  <a:pt x="12876" y="21400"/>
                </a:cubicBezTo>
                <a:lnTo>
                  <a:pt x="21400" y="12876"/>
                </a:lnTo>
                <a:cubicBezTo>
                  <a:pt x="21434" y="12704"/>
                  <a:pt x="21464" y="12531"/>
                  <a:pt x="21489" y="12358"/>
                </a:cubicBezTo>
                <a:close/>
                <a:moveTo>
                  <a:pt x="21239" y="13569"/>
                </a:moveTo>
                <a:lnTo>
                  <a:pt x="13569" y="21239"/>
                </a:lnTo>
                <a:cubicBezTo>
                  <a:pt x="13774" y="21185"/>
                  <a:pt x="13978" y="21125"/>
                  <a:pt x="14181" y="21058"/>
                </a:cubicBezTo>
                <a:lnTo>
                  <a:pt x="21058" y="14181"/>
                </a:lnTo>
                <a:cubicBezTo>
                  <a:pt x="21125" y="13978"/>
                  <a:pt x="21185" y="13774"/>
                  <a:pt x="21239" y="13569"/>
                </a:cubicBezTo>
                <a:close/>
                <a:moveTo>
                  <a:pt x="20736" y="15035"/>
                </a:moveTo>
                <a:lnTo>
                  <a:pt x="15035" y="20736"/>
                </a:lnTo>
                <a:cubicBezTo>
                  <a:pt x="15310" y="20619"/>
                  <a:pt x="15581" y="20493"/>
                  <a:pt x="15848" y="20352"/>
                </a:cubicBezTo>
                <a:lnTo>
                  <a:pt x="20352" y="15848"/>
                </a:lnTo>
                <a:cubicBezTo>
                  <a:pt x="20493" y="15581"/>
                  <a:pt x="20619" y="15310"/>
                  <a:pt x="20736" y="15035"/>
                </a:cubicBezTo>
                <a:close/>
                <a:moveTo>
                  <a:pt x="19400" y="17332"/>
                </a:moveTo>
                <a:lnTo>
                  <a:pt x="17332" y="19400"/>
                </a:lnTo>
                <a:cubicBezTo>
                  <a:pt x="17716" y="19108"/>
                  <a:pt x="18087" y="18789"/>
                  <a:pt x="18438" y="18438"/>
                </a:cubicBezTo>
                <a:cubicBezTo>
                  <a:pt x="18788" y="18087"/>
                  <a:pt x="19107" y="17716"/>
                  <a:pt x="19400" y="17332"/>
                </a:cubicBezTo>
                <a:close/>
              </a:path>
            </a:pathLst>
          </a:custGeom>
          <a:solidFill>
            <a:schemeClr val="accent4"/>
          </a:solidFill>
          <a:ln w="12700">
            <a:miter lim="400000"/>
          </a:ln>
        </p:spPr>
        <p:txBody>
          <a:bodyPr lIns="0" tIns="0" rIns="0" bIns="0" anchor="ctr"/>
          <a:lstStyle/>
          <a:p>
            <a:pPr marL="0" marR="0" lvl="0" indent="0" algn="ctr" defTabSz="8255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 kumimoji="0" sz="32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Helvetica Neue Medium"/>
              <a:sym typeface="Helvetica Neue Medium"/>
            </a:endParaRPr>
          </a:p>
        </p:txBody>
      </p:sp>
      <p:sp>
        <p:nvSpPr>
          <p:cNvPr id="217" name="Shape">
            <a:extLst>
              <a:ext uri="{FF2B5EF4-FFF2-40B4-BE49-F238E27FC236}">
                <a16:creationId xmlns:a16="http://schemas.microsoft.com/office/drawing/2014/main" id="{80B4456B-E77B-EE0C-A101-DAAF6F3CAE68}"/>
              </a:ext>
            </a:extLst>
          </p:cNvPr>
          <p:cNvSpPr/>
          <p:nvPr/>
        </p:nvSpPr>
        <p:spPr>
          <a:xfrm>
            <a:off x="5513585" y="9836851"/>
            <a:ext cx="2709536" cy="270965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800" y="0"/>
                </a:moveTo>
                <a:cubicBezTo>
                  <a:pt x="10787" y="0"/>
                  <a:pt x="10773" y="1"/>
                  <a:pt x="10759" y="1"/>
                </a:cubicBezTo>
                <a:lnTo>
                  <a:pt x="1" y="10760"/>
                </a:lnTo>
                <a:cubicBezTo>
                  <a:pt x="0" y="10900"/>
                  <a:pt x="3" y="11040"/>
                  <a:pt x="8" y="11181"/>
                </a:cubicBezTo>
                <a:lnTo>
                  <a:pt x="11180" y="9"/>
                </a:lnTo>
                <a:cubicBezTo>
                  <a:pt x="11054" y="4"/>
                  <a:pt x="10927" y="0"/>
                  <a:pt x="10800" y="0"/>
                </a:cubicBezTo>
                <a:close/>
                <a:moveTo>
                  <a:pt x="10211" y="17"/>
                </a:moveTo>
                <a:cubicBezTo>
                  <a:pt x="10057" y="25"/>
                  <a:pt x="9903" y="36"/>
                  <a:pt x="9748" y="51"/>
                </a:cubicBezTo>
                <a:lnTo>
                  <a:pt x="50" y="9749"/>
                </a:lnTo>
                <a:cubicBezTo>
                  <a:pt x="35" y="9903"/>
                  <a:pt x="25" y="10057"/>
                  <a:pt x="16" y="10212"/>
                </a:cubicBezTo>
                <a:lnTo>
                  <a:pt x="10211" y="17"/>
                </a:lnTo>
                <a:close/>
                <a:moveTo>
                  <a:pt x="11683" y="38"/>
                </a:moveTo>
                <a:lnTo>
                  <a:pt x="38" y="11684"/>
                </a:lnTo>
                <a:cubicBezTo>
                  <a:pt x="48" y="11814"/>
                  <a:pt x="62" y="11944"/>
                  <a:pt x="78" y="12075"/>
                </a:cubicBezTo>
                <a:lnTo>
                  <a:pt x="12074" y="78"/>
                </a:lnTo>
                <a:cubicBezTo>
                  <a:pt x="11944" y="63"/>
                  <a:pt x="11814" y="49"/>
                  <a:pt x="11683" y="38"/>
                </a:cubicBezTo>
                <a:close/>
                <a:moveTo>
                  <a:pt x="9136" y="131"/>
                </a:moveTo>
                <a:cubicBezTo>
                  <a:pt x="8960" y="158"/>
                  <a:pt x="8786" y="190"/>
                  <a:pt x="8611" y="226"/>
                </a:cubicBezTo>
                <a:lnTo>
                  <a:pt x="226" y="8611"/>
                </a:lnTo>
                <a:cubicBezTo>
                  <a:pt x="190" y="8786"/>
                  <a:pt x="157" y="8961"/>
                  <a:pt x="130" y="9137"/>
                </a:cubicBezTo>
                <a:lnTo>
                  <a:pt x="9136" y="131"/>
                </a:lnTo>
                <a:close/>
                <a:moveTo>
                  <a:pt x="12541" y="143"/>
                </a:moveTo>
                <a:lnTo>
                  <a:pt x="143" y="12541"/>
                </a:lnTo>
                <a:cubicBezTo>
                  <a:pt x="163" y="12663"/>
                  <a:pt x="183" y="12785"/>
                  <a:pt x="207" y="12906"/>
                </a:cubicBezTo>
                <a:lnTo>
                  <a:pt x="12906" y="208"/>
                </a:lnTo>
                <a:cubicBezTo>
                  <a:pt x="12785" y="184"/>
                  <a:pt x="12663" y="163"/>
                  <a:pt x="12541" y="143"/>
                </a:cubicBezTo>
                <a:close/>
                <a:moveTo>
                  <a:pt x="13343" y="303"/>
                </a:moveTo>
                <a:lnTo>
                  <a:pt x="303" y="13343"/>
                </a:lnTo>
                <a:cubicBezTo>
                  <a:pt x="330" y="13456"/>
                  <a:pt x="361" y="13569"/>
                  <a:pt x="392" y="13682"/>
                </a:cubicBezTo>
                <a:lnTo>
                  <a:pt x="13682" y="393"/>
                </a:lnTo>
                <a:cubicBezTo>
                  <a:pt x="13569" y="362"/>
                  <a:pt x="13456" y="331"/>
                  <a:pt x="13343" y="303"/>
                </a:cubicBezTo>
                <a:close/>
                <a:moveTo>
                  <a:pt x="7909" y="395"/>
                </a:moveTo>
                <a:cubicBezTo>
                  <a:pt x="7701" y="452"/>
                  <a:pt x="7495" y="515"/>
                  <a:pt x="7290" y="585"/>
                </a:cubicBezTo>
                <a:lnTo>
                  <a:pt x="584" y="7290"/>
                </a:lnTo>
                <a:cubicBezTo>
                  <a:pt x="514" y="7495"/>
                  <a:pt x="452" y="7702"/>
                  <a:pt x="394" y="7909"/>
                </a:cubicBezTo>
                <a:lnTo>
                  <a:pt x="7909" y="395"/>
                </a:lnTo>
                <a:close/>
                <a:moveTo>
                  <a:pt x="14094" y="515"/>
                </a:moveTo>
                <a:lnTo>
                  <a:pt x="514" y="14094"/>
                </a:lnTo>
                <a:cubicBezTo>
                  <a:pt x="549" y="14202"/>
                  <a:pt x="583" y="14310"/>
                  <a:pt x="620" y="14417"/>
                </a:cubicBezTo>
                <a:lnTo>
                  <a:pt x="14417" y="621"/>
                </a:lnTo>
                <a:cubicBezTo>
                  <a:pt x="14310" y="583"/>
                  <a:pt x="14202" y="549"/>
                  <a:pt x="14094" y="515"/>
                </a:cubicBezTo>
                <a:close/>
                <a:moveTo>
                  <a:pt x="14804" y="767"/>
                </a:moveTo>
                <a:lnTo>
                  <a:pt x="767" y="14804"/>
                </a:lnTo>
                <a:cubicBezTo>
                  <a:pt x="807" y="14905"/>
                  <a:pt x="851" y="15004"/>
                  <a:pt x="894" y="15104"/>
                </a:cubicBezTo>
                <a:lnTo>
                  <a:pt x="15104" y="895"/>
                </a:lnTo>
                <a:cubicBezTo>
                  <a:pt x="15004" y="852"/>
                  <a:pt x="14905" y="807"/>
                  <a:pt x="14804" y="767"/>
                </a:cubicBezTo>
                <a:close/>
                <a:moveTo>
                  <a:pt x="6411" y="932"/>
                </a:moveTo>
                <a:cubicBezTo>
                  <a:pt x="6118" y="1062"/>
                  <a:pt x="5831" y="1206"/>
                  <a:pt x="5549" y="1363"/>
                </a:cubicBezTo>
                <a:lnTo>
                  <a:pt x="1362" y="5549"/>
                </a:lnTo>
                <a:cubicBezTo>
                  <a:pt x="1205" y="5832"/>
                  <a:pt x="1061" y="6119"/>
                  <a:pt x="931" y="6411"/>
                </a:cubicBezTo>
                <a:lnTo>
                  <a:pt x="6411" y="932"/>
                </a:lnTo>
                <a:close/>
                <a:moveTo>
                  <a:pt x="15470" y="1061"/>
                </a:moveTo>
                <a:lnTo>
                  <a:pt x="1060" y="15471"/>
                </a:lnTo>
                <a:cubicBezTo>
                  <a:pt x="1106" y="15567"/>
                  <a:pt x="1153" y="15664"/>
                  <a:pt x="1202" y="15759"/>
                </a:cubicBezTo>
                <a:lnTo>
                  <a:pt x="15759" y="1203"/>
                </a:lnTo>
                <a:cubicBezTo>
                  <a:pt x="15663" y="1153"/>
                  <a:pt x="15567" y="1107"/>
                  <a:pt x="15470" y="1061"/>
                </a:cubicBezTo>
                <a:close/>
                <a:moveTo>
                  <a:pt x="16103" y="1391"/>
                </a:moveTo>
                <a:lnTo>
                  <a:pt x="1391" y="16103"/>
                </a:lnTo>
                <a:cubicBezTo>
                  <a:pt x="1442" y="16194"/>
                  <a:pt x="1494" y="16285"/>
                  <a:pt x="1548" y="16375"/>
                </a:cubicBezTo>
                <a:lnTo>
                  <a:pt x="16375" y="1549"/>
                </a:lnTo>
                <a:cubicBezTo>
                  <a:pt x="16285" y="1495"/>
                  <a:pt x="16194" y="1442"/>
                  <a:pt x="16103" y="1391"/>
                </a:cubicBezTo>
                <a:close/>
                <a:moveTo>
                  <a:pt x="16703" y="1754"/>
                </a:moveTo>
                <a:lnTo>
                  <a:pt x="1753" y="16703"/>
                </a:lnTo>
                <a:cubicBezTo>
                  <a:pt x="1809" y="16788"/>
                  <a:pt x="1869" y="16872"/>
                  <a:pt x="1928" y="16956"/>
                </a:cubicBezTo>
                <a:lnTo>
                  <a:pt x="16956" y="1928"/>
                </a:lnTo>
                <a:cubicBezTo>
                  <a:pt x="16872" y="1869"/>
                  <a:pt x="16788" y="1810"/>
                  <a:pt x="16703" y="1754"/>
                </a:cubicBezTo>
                <a:close/>
                <a:moveTo>
                  <a:pt x="17267" y="2151"/>
                </a:moveTo>
                <a:lnTo>
                  <a:pt x="2151" y="17267"/>
                </a:lnTo>
                <a:cubicBezTo>
                  <a:pt x="2212" y="17349"/>
                  <a:pt x="2274" y="17430"/>
                  <a:pt x="2338" y="17510"/>
                </a:cubicBezTo>
                <a:lnTo>
                  <a:pt x="17510" y="2338"/>
                </a:lnTo>
                <a:cubicBezTo>
                  <a:pt x="17430" y="2275"/>
                  <a:pt x="17349" y="2212"/>
                  <a:pt x="17267" y="2151"/>
                </a:cubicBezTo>
                <a:close/>
                <a:moveTo>
                  <a:pt x="3805" y="2574"/>
                </a:moveTo>
                <a:cubicBezTo>
                  <a:pt x="3586" y="2761"/>
                  <a:pt x="3370" y="2956"/>
                  <a:pt x="3163" y="3163"/>
                </a:cubicBezTo>
                <a:cubicBezTo>
                  <a:pt x="2955" y="3371"/>
                  <a:pt x="2761" y="3586"/>
                  <a:pt x="2574" y="3806"/>
                </a:cubicBezTo>
                <a:lnTo>
                  <a:pt x="3805" y="2574"/>
                </a:lnTo>
                <a:close/>
                <a:moveTo>
                  <a:pt x="17801" y="2579"/>
                </a:moveTo>
                <a:lnTo>
                  <a:pt x="2579" y="17801"/>
                </a:lnTo>
                <a:cubicBezTo>
                  <a:pt x="2645" y="17878"/>
                  <a:pt x="2709" y="17957"/>
                  <a:pt x="2777" y="18032"/>
                </a:cubicBezTo>
                <a:lnTo>
                  <a:pt x="18032" y="2777"/>
                </a:lnTo>
                <a:cubicBezTo>
                  <a:pt x="17957" y="2709"/>
                  <a:pt x="17878" y="2645"/>
                  <a:pt x="17801" y="2579"/>
                </a:cubicBezTo>
                <a:close/>
                <a:moveTo>
                  <a:pt x="18304" y="3036"/>
                </a:moveTo>
                <a:lnTo>
                  <a:pt x="3036" y="18304"/>
                </a:lnTo>
                <a:cubicBezTo>
                  <a:pt x="3079" y="18349"/>
                  <a:pt x="3119" y="18394"/>
                  <a:pt x="3163" y="18438"/>
                </a:cubicBezTo>
                <a:cubicBezTo>
                  <a:pt x="3191" y="18466"/>
                  <a:pt x="3222" y="18492"/>
                  <a:pt x="3250" y="18521"/>
                </a:cubicBezTo>
                <a:lnTo>
                  <a:pt x="18521" y="3251"/>
                </a:lnTo>
                <a:cubicBezTo>
                  <a:pt x="18492" y="3222"/>
                  <a:pt x="18466" y="3192"/>
                  <a:pt x="18438" y="3163"/>
                </a:cubicBezTo>
                <a:cubicBezTo>
                  <a:pt x="18394" y="3119"/>
                  <a:pt x="18348" y="3079"/>
                  <a:pt x="18304" y="3036"/>
                </a:cubicBezTo>
                <a:close/>
                <a:moveTo>
                  <a:pt x="18781" y="3523"/>
                </a:moveTo>
                <a:lnTo>
                  <a:pt x="3522" y="18781"/>
                </a:lnTo>
                <a:cubicBezTo>
                  <a:pt x="3598" y="18850"/>
                  <a:pt x="3676" y="18915"/>
                  <a:pt x="3753" y="18982"/>
                </a:cubicBezTo>
                <a:lnTo>
                  <a:pt x="18982" y="3753"/>
                </a:lnTo>
                <a:cubicBezTo>
                  <a:pt x="18915" y="3676"/>
                  <a:pt x="18850" y="3598"/>
                  <a:pt x="18781" y="3523"/>
                </a:cubicBezTo>
                <a:close/>
                <a:moveTo>
                  <a:pt x="19224" y="4041"/>
                </a:moveTo>
                <a:lnTo>
                  <a:pt x="4041" y="19224"/>
                </a:lnTo>
                <a:cubicBezTo>
                  <a:pt x="4121" y="19289"/>
                  <a:pt x="4202" y="19350"/>
                  <a:pt x="4283" y="19412"/>
                </a:cubicBezTo>
                <a:lnTo>
                  <a:pt x="19412" y="4283"/>
                </a:lnTo>
                <a:cubicBezTo>
                  <a:pt x="19350" y="4202"/>
                  <a:pt x="19289" y="4121"/>
                  <a:pt x="19224" y="4041"/>
                </a:cubicBezTo>
                <a:close/>
                <a:moveTo>
                  <a:pt x="19637" y="4591"/>
                </a:moveTo>
                <a:lnTo>
                  <a:pt x="4591" y="19637"/>
                </a:lnTo>
                <a:cubicBezTo>
                  <a:pt x="4675" y="19696"/>
                  <a:pt x="4758" y="19757"/>
                  <a:pt x="4843" y="19813"/>
                </a:cubicBezTo>
                <a:lnTo>
                  <a:pt x="19813" y="4844"/>
                </a:lnTo>
                <a:cubicBezTo>
                  <a:pt x="19757" y="4758"/>
                  <a:pt x="19696" y="4675"/>
                  <a:pt x="19637" y="4591"/>
                </a:cubicBezTo>
                <a:close/>
                <a:moveTo>
                  <a:pt x="20019" y="5172"/>
                </a:moveTo>
                <a:lnTo>
                  <a:pt x="5172" y="20019"/>
                </a:lnTo>
                <a:cubicBezTo>
                  <a:pt x="5261" y="20073"/>
                  <a:pt x="5351" y="20126"/>
                  <a:pt x="5441" y="20178"/>
                </a:cubicBezTo>
                <a:lnTo>
                  <a:pt x="20178" y="5441"/>
                </a:lnTo>
                <a:cubicBezTo>
                  <a:pt x="20126" y="5351"/>
                  <a:pt x="20073" y="5261"/>
                  <a:pt x="20019" y="5172"/>
                </a:cubicBezTo>
                <a:close/>
                <a:moveTo>
                  <a:pt x="20369" y="5782"/>
                </a:moveTo>
                <a:lnTo>
                  <a:pt x="5782" y="20369"/>
                </a:lnTo>
                <a:cubicBezTo>
                  <a:pt x="5877" y="20419"/>
                  <a:pt x="5974" y="20463"/>
                  <a:pt x="6071" y="20510"/>
                </a:cubicBezTo>
                <a:lnTo>
                  <a:pt x="20510" y="6071"/>
                </a:lnTo>
                <a:cubicBezTo>
                  <a:pt x="20463" y="5975"/>
                  <a:pt x="20419" y="5878"/>
                  <a:pt x="20369" y="5782"/>
                </a:cubicBezTo>
                <a:close/>
                <a:moveTo>
                  <a:pt x="20679" y="6434"/>
                </a:moveTo>
                <a:lnTo>
                  <a:pt x="6434" y="20679"/>
                </a:lnTo>
                <a:cubicBezTo>
                  <a:pt x="6534" y="20723"/>
                  <a:pt x="6633" y="20769"/>
                  <a:pt x="6734" y="20809"/>
                </a:cubicBezTo>
                <a:lnTo>
                  <a:pt x="20809" y="6735"/>
                </a:lnTo>
                <a:cubicBezTo>
                  <a:pt x="20769" y="6634"/>
                  <a:pt x="20723" y="6534"/>
                  <a:pt x="20679" y="6434"/>
                </a:cubicBezTo>
                <a:close/>
                <a:moveTo>
                  <a:pt x="20956" y="7121"/>
                </a:moveTo>
                <a:lnTo>
                  <a:pt x="7120" y="20956"/>
                </a:lnTo>
                <a:cubicBezTo>
                  <a:pt x="7226" y="20994"/>
                  <a:pt x="7333" y="21030"/>
                  <a:pt x="7439" y="21065"/>
                </a:cubicBezTo>
                <a:lnTo>
                  <a:pt x="21065" y="7439"/>
                </a:lnTo>
                <a:cubicBezTo>
                  <a:pt x="21030" y="7333"/>
                  <a:pt x="20994" y="7226"/>
                  <a:pt x="20956" y="7121"/>
                </a:cubicBezTo>
                <a:close/>
                <a:moveTo>
                  <a:pt x="21190" y="7848"/>
                </a:moveTo>
                <a:lnTo>
                  <a:pt x="7848" y="21190"/>
                </a:lnTo>
                <a:cubicBezTo>
                  <a:pt x="7960" y="21221"/>
                  <a:pt x="8073" y="21252"/>
                  <a:pt x="8186" y="21280"/>
                </a:cubicBezTo>
                <a:lnTo>
                  <a:pt x="21280" y="8186"/>
                </a:lnTo>
                <a:cubicBezTo>
                  <a:pt x="21252" y="8073"/>
                  <a:pt x="21221" y="7960"/>
                  <a:pt x="21190" y="7848"/>
                </a:cubicBezTo>
                <a:close/>
                <a:moveTo>
                  <a:pt x="21378" y="8623"/>
                </a:moveTo>
                <a:lnTo>
                  <a:pt x="8623" y="21378"/>
                </a:lnTo>
                <a:cubicBezTo>
                  <a:pt x="8743" y="21402"/>
                  <a:pt x="8863" y="21424"/>
                  <a:pt x="8984" y="21445"/>
                </a:cubicBezTo>
                <a:lnTo>
                  <a:pt x="21445" y="8984"/>
                </a:lnTo>
                <a:cubicBezTo>
                  <a:pt x="21424" y="8864"/>
                  <a:pt x="21402" y="8743"/>
                  <a:pt x="21378" y="8623"/>
                </a:cubicBezTo>
                <a:close/>
                <a:moveTo>
                  <a:pt x="21514" y="9448"/>
                </a:moveTo>
                <a:lnTo>
                  <a:pt x="9447" y="21514"/>
                </a:lnTo>
                <a:cubicBezTo>
                  <a:pt x="9576" y="21530"/>
                  <a:pt x="9704" y="21546"/>
                  <a:pt x="9833" y="21557"/>
                </a:cubicBezTo>
                <a:lnTo>
                  <a:pt x="21557" y="9834"/>
                </a:lnTo>
                <a:cubicBezTo>
                  <a:pt x="21546" y="9705"/>
                  <a:pt x="21530" y="9576"/>
                  <a:pt x="21514" y="9448"/>
                </a:cubicBezTo>
                <a:close/>
                <a:moveTo>
                  <a:pt x="21590" y="10333"/>
                </a:moveTo>
                <a:lnTo>
                  <a:pt x="10332" y="21590"/>
                </a:lnTo>
                <a:cubicBezTo>
                  <a:pt x="10473" y="21596"/>
                  <a:pt x="10613" y="21599"/>
                  <a:pt x="10753" y="21600"/>
                </a:cubicBezTo>
                <a:lnTo>
                  <a:pt x="21600" y="10754"/>
                </a:lnTo>
                <a:cubicBezTo>
                  <a:pt x="21599" y="10613"/>
                  <a:pt x="21596" y="10473"/>
                  <a:pt x="21590" y="10333"/>
                </a:cubicBezTo>
                <a:close/>
                <a:moveTo>
                  <a:pt x="21590" y="11296"/>
                </a:moveTo>
                <a:lnTo>
                  <a:pt x="11295" y="21590"/>
                </a:lnTo>
                <a:cubicBezTo>
                  <a:pt x="11449" y="21583"/>
                  <a:pt x="11603" y="21572"/>
                  <a:pt x="11757" y="21558"/>
                </a:cubicBezTo>
                <a:lnTo>
                  <a:pt x="21558" y="11757"/>
                </a:lnTo>
                <a:cubicBezTo>
                  <a:pt x="21572" y="11603"/>
                  <a:pt x="21583" y="11450"/>
                  <a:pt x="21590" y="11296"/>
                </a:cubicBezTo>
                <a:close/>
                <a:moveTo>
                  <a:pt x="21489" y="12358"/>
                </a:moveTo>
                <a:lnTo>
                  <a:pt x="12358" y="21489"/>
                </a:lnTo>
                <a:cubicBezTo>
                  <a:pt x="12531" y="21464"/>
                  <a:pt x="12703" y="21434"/>
                  <a:pt x="12876" y="21400"/>
                </a:cubicBezTo>
                <a:lnTo>
                  <a:pt x="21400" y="12876"/>
                </a:lnTo>
                <a:cubicBezTo>
                  <a:pt x="21434" y="12704"/>
                  <a:pt x="21464" y="12531"/>
                  <a:pt x="21489" y="12358"/>
                </a:cubicBezTo>
                <a:close/>
                <a:moveTo>
                  <a:pt x="21239" y="13569"/>
                </a:moveTo>
                <a:lnTo>
                  <a:pt x="13569" y="21239"/>
                </a:lnTo>
                <a:cubicBezTo>
                  <a:pt x="13774" y="21185"/>
                  <a:pt x="13978" y="21125"/>
                  <a:pt x="14181" y="21058"/>
                </a:cubicBezTo>
                <a:lnTo>
                  <a:pt x="21058" y="14181"/>
                </a:lnTo>
                <a:cubicBezTo>
                  <a:pt x="21125" y="13978"/>
                  <a:pt x="21185" y="13774"/>
                  <a:pt x="21239" y="13569"/>
                </a:cubicBezTo>
                <a:close/>
                <a:moveTo>
                  <a:pt x="20736" y="15035"/>
                </a:moveTo>
                <a:lnTo>
                  <a:pt x="15035" y="20736"/>
                </a:lnTo>
                <a:cubicBezTo>
                  <a:pt x="15310" y="20619"/>
                  <a:pt x="15581" y="20493"/>
                  <a:pt x="15848" y="20352"/>
                </a:cubicBezTo>
                <a:lnTo>
                  <a:pt x="20352" y="15848"/>
                </a:lnTo>
                <a:cubicBezTo>
                  <a:pt x="20493" y="15581"/>
                  <a:pt x="20619" y="15310"/>
                  <a:pt x="20736" y="15035"/>
                </a:cubicBezTo>
                <a:close/>
                <a:moveTo>
                  <a:pt x="19400" y="17332"/>
                </a:moveTo>
                <a:lnTo>
                  <a:pt x="17332" y="19400"/>
                </a:lnTo>
                <a:cubicBezTo>
                  <a:pt x="17716" y="19108"/>
                  <a:pt x="18087" y="18789"/>
                  <a:pt x="18438" y="18438"/>
                </a:cubicBezTo>
                <a:cubicBezTo>
                  <a:pt x="18788" y="18087"/>
                  <a:pt x="19107" y="17716"/>
                  <a:pt x="19400" y="17332"/>
                </a:cubicBezTo>
                <a:close/>
              </a:path>
            </a:pathLst>
          </a:custGeom>
          <a:solidFill>
            <a:schemeClr val="accent4"/>
          </a:solidFill>
          <a:ln w="12700">
            <a:miter lim="400000"/>
          </a:ln>
        </p:spPr>
        <p:txBody>
          <a:bodyPr lIns="0" tIns="0" rIns="0" bIns="0" anchor="ctr"/>
          <a:lstStyle/>
          <a:p>
            <a:pPr marL="0" marR="0" lvl="0" indent="0" algn="ctr" defTabSz="8255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 kumimoji="0" sz="32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Helvetica Neue Medium"/>
              <a:sym typeface="Helvetica Neue Medium"/>
            </a:endParaRPr>
          </a:p>
        </p:txBody>
      </p:sp>
      <p:sp>
        <p:nvSpPr>
          <p:cNvPr id="218" name="Shape">
            <a:extLst>
              <a:ext uri="{FF2B5EF4-FFF2-40B4-BE49-F238E27FC236}">
                <a16:creationId xmlns:a16="http://schemas.microsoft.com/office/drawing/2014/main" id="{1D3F1121-FB08-939D-C413-8B77BF7AFF6C}"/>
              </a:ext>
            </a:extLst>
          </p:cNvPr>
          <p:cNvSpPr/>
          <p:nvPr/>
        </p:nvSpPr>
        <p:spPr>
          <a:xfrm>
            <a:off x="1688166" y="791392"/>
            <a:ext cx="7163901" cy="716420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800" y="0"/>
                </a:moveTo>
                <a:cubicBezTo>
                  <a:pt x="10787" y="0"/>
                  <a:pt x="10773" y="1"/>
                  <a:pt x="10759" y="1"/>
                </a:cubicBezTo>
                <a:lnTo>
                  <a:pt x="1" y="10760"/>
                </a:lnTo>
                <a:cubicBezTo>
                  <a:pt x="0" y="10900"/>
                  <a:pt x="3" y="11040"/>
                  <a:pt x="8" y="11181"/>
                </a:cubicBezTo>
                <a:lnTo>
                  <a:pt x="11180" y="9"/>
                </a:lnTo>
                <a:cubicBezTo>
                  <a:pt x="11054" y="4"/>
                  <a:pt x="10927" y="0"/>
                  <a:pt x="10800" y="0"/>
                </a:cubicBezTo>
                <a:close/>
                <a:moveTo>
                  <a:pt x="10211" y="17"/>
                </a:moveTo>
                <a:cubicBezTo>
                  <a:pt x="10057" y="25"/>
                  <a:pt x="9903" y="36"/>
                  <a:pt x="9748" y="51"/>
                </a:cubicBezTo>
                <a:lnTo>
                  <a:pt x="50" y="9749"/>
                </a:lnTo>
                <a:cubicBezTo>
                  <a:pt x="35" y="9903"/>
                  <a:pt x="25" y="10057"/>
                  <a:pt x="16" y="10212"/>
                </a:cubicBezTo>
                <a:lnTo>
                  <a:pt x="10211" y="17"/>
                </a:lnTo>
                <a:close/>
                <a:moveTo>
                  <a:pt x="11683" y="38"/>
                </a:moveTo>
                <a:lnTo>
                  <a:pt x="38" y="11684"/>
                </a:lnTo>
                <a:cubicBezTo>
                  <a:pt x="48" y="11814"/>
                  <a:pt x="62" y="11944"/>
                  <a:pt x="78" y="12075"/>
                </a:cubicBezTo>
                <a:lnTo>
                  <a:pt x="12074" y="78"/>
                </a:lnTo>
                <a:cubicBezTo>
                  <a:pt x="11944" y="63"/>
                  <a:pt x="11814" y="49"/>
                  <a:pt x="11683" y="38"/>
                </a:cubicBezTo>
                <a:close/>
                <a:moveTo>
                  <a:pt x="9136" y="131"/>
                </a:moveTo>
                <a:cubicBezTo>
                  <a:pt x="8960" y="158"/>
                  <a:pt x="8786" y="190"/>
                  <a:pt x="8611" y="226"/>
                </a:cubicBezTo>
                <a:lnTo>
                  <a:pt x="226" y="8611"/>
                </a:lnTo>
                <a:cubicBezTo>
                  <a:pt x="190" y="8786"/>
                  <a:pt x="157" y="8961"/>
                  <a:pt x="130" y="9137"/>
                </a:cubicBezTo>
                <a:lnTo>
                  <a:pt x="9136" y="131"/>
                </a:lnTo>
                <a:close/>
                <a:moveTo>
                  <a:pt x="12541" y="143"/>
                </a:moveTo>
                <a:lnTo>
                  <a:pt x="143" y="12541"/>
                </a:lnTo>
                <a:cubicBezTo>
                  <a:pt x="163" y="12663"/>
                  <a:pt x="183" y="12785"/>
                  <a:pt x="207" y="12906"/>
                </a:cubicBezTo>
                <a:lnTo>
                  <a:pt x="12906" y="208"/>
                </a:lnTo>
                <a:cubicBezTo>
                  <a:pt x="12785" y="184"/>
                  <a:pt x="12663" y="163"/>
                  <a:pt x="12541" y="143"/>
                </a:cubicBezTo>
                <a:close/>
                <a:moveTo>
                  <a:pt x="13343" y="303"/>
                </a:moveTo>
                <a:lnTo>
                  <a:pt x="303" y="13343"/>
                </a:lnTo>
                <a:cubicBezTo>
                  <a:pt x="330" y="13456"/>
                  <a:pt x="361" y="13569"/>
                  <a:pt x="392" y="13682"/>
                </a:cubicBezTo>
                <a:lnTo>
                  <a:pt x="13682" y="393"/>
                </a:lnTo>
                <a:cubicBezTo>
                  <a:pt x="13569" y="362"/>
                  <a:pt x="13456" y="331"/>
                  <a:pt x="13343" y="303"/>
                </a:cubicBezTo>
                <a:close/>
                <a:moveTo>
                  <a:pt x="7909" y="395"/>
                </a:moveTo>
                <a:cubicBezTo>
                  <a:pt x="7701" y="452"/>
                  <a:pt x="7495" y="515"/>
                  <a:pt x="7290" y="585"/>
                </a:cubicBezTo>
                <a:lnTo>
                  <a:pt x="584" y="7290"/>
                </a:lnTo>
                <a:cubicBezTo>
                  <a:pt x="514" y="7495"/>
                  <a:pt x="452" y="7702"/>
                  <a:pt x="394" y="7909"/>
                </a:cubicBezTo>
                <a:lnTo>
                  <a:pt x="7909" y="395"/>
                </a:lnTo>
                <a:close/>
                <a:moveTo>
                  <a:pt x="14094" y="515"/>
                </a:moveTo>
                <a:lnTo>
                  <a:pt x="514" y="14094"/>
                </a:lnTo>
                <a:cubicBezTo>
                  <a:pt x="549" y="14202"/>
                  <a:pt x="583" y="14310"/>
                  <a:pt x="620" y="14417"/>
                </a:cubicBezTo>
                <a:lnTo>
                  <a:pt x="14417" y="621"/>
                </a:lnTo>
                <a:cubicBezTo>
                  <a:pt x="14310" y="583"/>
                  <a:pt x="14202" y="549"/>
                  <a:pt x="14094" y="515"/>
                </a:cubicBezTo>
                <a:close/>
                <a:moveTo>
                  <a:pt x="14804" y="767"/>
                </a:moveTo>
                <a:lnTo>
                  <a:pt x="767" y="14804"/>
                </a:lnTo>
                <a:cubicBezTo>
                  <a:pt x="807" y="14905"/>
                  <a:pt x="851" y="15004"/>
                  <a:pt x="894" y="15104"/>
                </a:cubicBezTo>
                <a:lnTo>
                  <a:pt x="15104" y="895"/>
                </a:lnTo>
                <a:cubicBezTo>
                  <a:pt x="15004" y="852"/>
                  <a:pt x="14905" y="807"/>
                  <a:pt x="14804" y="767"/>
                </a:cubicBezTo>
                <a:close/>
                <a:moveTo>
                  <a:pt x="6411" y="932"/>
                </a:moveTo>
                <a:cubicBezTo>
                  <a:pt x="6118" y="1062"/>
                  <a:pt x="5831" y="1206"/>
                  <a:pt x="5549" y="1363"/>
                </a:cubicBezTo>
                <a:lnTo>
                  <a:pt x="1362" y="5549"/>
                </a:lnTo>
                <a:cubicBezTo>
                  <a:pt x="1205" y="5832"/>
                  <a:pt x="1061" y="6119"/>
                  <a:pt x="931" y="6411"/>
                </a:cubicBezTo>
                <a:lnTo>
                  <a:pt x="6411" y="932"/>
                </a:lnTo>
                <a:close/>
                <a:moveTo>
                  <a:pt x="15470" y="1061"/>
                </a:moveTo>
                <a:lnTo>
                  <a:pt x="1060" y="15471"/>
                </a:lnTo>
                <a:cubicBezTo>
                  <a:pt x="1106" y="15567"/>
                  <a:pt x="1153" y="15664"/>
                  <a:pt x="1202" y="15759"/>
                </a:cubicBezTo>
                <a:lnTo>
                  <a:pt x="15759" y="1203"/>
                </a:lnTo>
                <a:cubicBezTo>
                  <a:pt x="15663" y="1153"/>
                  <a:pt x="15567" y="1107"/>
                  <a:pt x="15470" y="1061"/>
                </a:cubicBezTo>
                <a:close/>
                <a:moveTo>
                  <a:pt x="16103" y="1391"/>
                </a:moveTo>
                <a:lnTo>
                  <a:pt x="1391" y="16103"/>
                </a:lnTo>
                <a:cubicBezTo>
                  <a:pt x="1442" y="16194"/>
                  <a:pt x="1494" y="16285"/>
                  <a:pt x="1548" y="16375"/>
                </a:cubicBezTo>
                <a:lnTo>
                  <a:pt x="16375" y="1549"/>
                </a:lnTo>
                <a:cubicBezTo>
                  <a:pt x="16285" y="1495"/>
                  <a:pt x="16194" y="1442"/>
                  <a:pt x="16103" y="1391"/>
                </a:cubicBezTo>
                <a:close/>
                <a:moveTo>
                  <a:pt x="16703" y="1754"/>
                </a:moveTo>
                <a:lnTo>
                  <a:pt x="1753" y="16703"/>
                </a:lnTo>
                <a:cubicBezTo>
                  <a:pt x="1809" y="16788"/>
                  <a:pt x="1869" y="16872"/>
                  <a:pt x="1928" y="16956"/>
                </a:cubicBezTo>
                <a:lnTo>
                  <a:pt x="16956" y="1928"/>
                </a:lnTo>
                <a:cubicBezTo>
                  <a:pt x="16872" y="1869"/>
                  <a:pt x="16788" y="1810"/>
                  <a:pt x="16703" y="1754"/>
                </a:cubicBezTo>
                <a:close/>
                <a:moveTo>
                  <a:pt x="17267" y="2151"/>
                </a:moveTo>
                <a:lnTo>
                  <a:pt x="2151" y="17267"/>
                </a:lnTo>
                <a:cubicBezTo>
                  <a:pt x="2212" y="17349"/>
                  <a:pt x="2274" y="17430"/>
                  <a:pt x="2338" y="17510"/>
                </a:cubicBezTo>
                <a:lnTo>
                  <a:pt x="17510" y="2338"/>
                </a:lnTo>
                <a:cubicBezTo>
                  <a:pt x="17430" y="2275"/>
                  <a:pt x="17349" y="2212"/>
                  <a:pt x="17267" y="2151"/>
                </a:cubicBezTo>
                <a:close/>
                <a:moveTo>
                  <a:pt x="3805" y="2574"/>
                </a:moveTo>
                <a:cubicBezTo>
                  <a:pt x="3586" y="2761"/>
                  <a:pt x="3370" y="2956"/>
                  <a:pt x="3163" y="3163"/>
                </a:cubicBezTo>
                <a:cubicBezTo>
                  <a:pt x="2955" y="3371"/>
                  <a:pt x="2761" y="3586"/>
                  <a:pt x="2574" y="3806"/>
                </a:cubicBezTo>
                <a:lnTo>
                  <a:pt x="3805" y="2574"/>
                </a:lnTo>
                <a:close/>
                <a:moveTo>
                  <a:pt x="17801" y="2579"/>
                </a:moveTo>
                <a:lnTo>
                  <a:pt x="2579" y="17801"/>
                </a:lnTo>
                <a:cubicBezTo>
                  <a:pt x="2645" y="17878"/>
                  <a:pt x="2709" y="17957"/>
                  <a:pt x="2777" y="18032"/>
                </a:cubicBezTo>
                <a:lnTo>
                  <a:pt x="18032" y="2777"/>
                </a:lnTo>
                <a:cubicBezTo>
                  <a:pt x="17957" y="2709"/>
                  <a:pt x="17878" y="2645"/>
                  <a:pt x="17801" y="2579"/>
                </a:cubicBezTo>
                <a:close/>
                <a:moveTo>
                  <a:pt x="18304" y="3036"/>
                </a:moveTo>
                <a:lnTo>
                  <a:pt x="3036" y="18304"/>
                </a:lnTo>
                <a:cubicBezTo>
                  <a:pt x="3079" y="18349"/>
                  <a:pt x="3119" y="18394"/>
                  <a:pt x="3163" y="18438"/>
                </a:cubicBezTo>
                <a:cubicBezTo>
                  <a:pt x="3191" y="18466"/>
                  <a:pt x="3222" y="18492"/>
                  <a:pt x="3250" y="18521"/>
                </a:cubicBezTo>
                <a:lnTo>
                  <a:pt x="18521" y="3251"/>
                </a:lnTo>
                <a:cubicBezTo>
                  <a:pt x="18492" y="3222"/>
                  <a:pt x="18466" y="3192"/>
                  <a:pt x="18438" y="3163"/>
                </a:cubicBezTo>
                <a:cubicBezTo>
                  <a:pt x="18394" y="3119"/>
                  <a:pt x="18348" y="3079"/>
                  <a:pt x="18304" y="3036"/>
                </a:cubicBezTo>
                <a:close/>
                <a:moveTo>
                  <a:pt x="18781" y="3523"/>
                </a:moveTo>
                <a:lnTo>
                  <a:pt x="3522" y="18781"/>
                </a:lnTo>
                <a:cubicBezTo>
                  <a:pt x="3598" y="18850"/>
                  <a:pt x="3676" y="18915"/>
                  <a:pt x="3753" y="18982"/>
                </a:cubicBezTo>
                <a:lnTo>
                  <a:pt x="18982" y="3753"/>
                </a:lnTo>
                <a:cubicBezTo>
                  <a:pt x="18915" y="3676"/>
                  <a:pt x="18850" y="3598"/>
                  <a:pt x="18781" y="3523"/>
                </a:cubicBezTo>
                <a:close/>
                <a:moveTo>
                  <a:pt x="19224" y="4041"/>
                </a:moveTo>
                <a:lnTo>
                  <a:pt x="4041" y="19224"/>
                </a:lnTo>
                <a:cubicBezTo>
                  <a:pt x="4121" y="19289"/>
                  <a:pt x="4202" y="19350"/>
                  <a:pt x="4283" y="19412"/>
                </a:cubicBezTo>
                <a:lnTo>
                  <a:pt x="19412" y="4283"/>
                </a:lnTo>
                <a:cubicBezTo>
                  <a:pt x="19350" y="4202"/>
                  <a:pt x="19289" y="4121"/>
                  <a:pt x="19224" y="4041"/>
                </a:cubicBezTo>
                <a:close/>
                <a:moveTo>
                  <a:pt x="19637" y="4591"/>
                </a:moveTo>
                <a:lnTo>
                  <a:pt x="4591" y="19637"/>
                </a:lnTo>
                <a:cubicBezTo>
                  <a:pt x="4675" y="19696"/>
                  <a:pt x="4758" y="19757"/>
                  <a:pt x="4843" y="19813"/>
                </a:cubicBezTo>
                <a:lnTo>
                  <a:pt x="19813" y="4844"/>
                </a:lnTo>
                <a:cubicBezTo>
                  <a:pt x="19757" y="4758"/>
                  <a:pt x="19696" y="4675"/>
                  <a:pt x="19637" y="4591"/>
                </a:cubicBezTo>
                <a:close/>
                <a:moveTo>
                  <a:pt x="20019" y="5172"/>
                </a:moveTo>
                <a:lnTo>
                  <a:pt x="5172" y="20019"/>
                </a:lnTo>
                <a:cubicBezTo>
                  <a:pt x="5261" y="20073"/>
                  <a:pt x="5351" y="20126"/>
                  <a:pt x="5441" y="20178"/>
                </a:cubicBezTo>
                <a:lnTo>
                  <a:pt x="20178" y="5441"/>
                </a:lnTo>
                <a:cubicBezTo>
                  <a:pt x="20126" y="5351"/>
                  <a:pt x="20073" y="5261"/>
                  <a:pt x="20019" y="5172"/>
                </a:cubicBezTo>
                <a:close/>
                <a:moveTo>
                  <a:pt x="20369" y="5782"/>
                </a:moveTo>
                <a:lnTo>
                  <a:pt x="5782" y="20369"/>
                </a:lnTo>
                <a:cubicBezTo>
                  <a:pt x="5877" y="20419"/>
                  <a:pt x="5974" y="20463"/>
                  <a:pt x="6071" y="20510"/>
                </a:cubicBezTo>
                <a:lnTo>
                  <a:pt x="20510" y="6071"/>
                </a:lnTo>
                <a:cubicBezTo>
                  <a:pt x="20463" y="5975"/>
                  <a:pt x="20419" y="5878"/>
                  <a:pt x="20369" y="5782"/>
                </a:cubicBezTo>
                <a:close/>
                <a:moveTo>
                  <a:pt x="20679" y="6434"/>
                </a:moveTo>
                <a:lnTo>
                  <a:pt x="6434" y="20679"/>
                </a:lnTo>
                <a:cubicBezTo>
                  <a:pt x="6534" y="20723"/>
                  <a:pt x="6633" y="20769"/>
                  <a:pt x="6734" y="20809"/>
                </a:cubicBezTo>
                <a:lnTo>
                  <a:pt x="20809" y="6735"/>
                </a:lnTo>
                <a:cubicBezTo>
                  <a:pt x="20769" y="6634"/>
                  <a:pt x="20723" y="6534"/>
                  <a:pt x="20679" y="6434"/>
                </a:cubicBezTo>
                <a:close/>
                <a:moveTo>
                  <a:pt x="20956" y="7121"/>
                </a:moveTo>
                <a:lnTo>
                  <a:pt x="7120" y="20956"/>
                </a:lnTo>
                <a:cubicBezTo>
                  <a:pt x="7226" y="20994"/>
                  <a:pt x="7333" y="21030"/>
                  <a:pt x="7439" y="21065"/>
                </a:cubicBezTo>
                <a:lnTo>
                  <a:pt x="21065" y="7439"/>
                </a:lnTo>
                <a:cubicBezTo>
                  <a:pt x="21030" y="7333"/>
                  <a:pt x="20994" y="7226"/>
                  <a:pt x="20956" y="7121"/>
                </a:cubicBezTo>
                <a:close/>
                <a:moveTo>
                  <a:pt x="21190" y="7848"/>
                </a:moveTo>
                <a:lnTo>
                  <a:pt x="7848" y="21190"/>
                </a:lnTo>
                <a:cubicBezTo>
                  <a:pt x="7960" y="21221"/>
                  <a:pt x="8073" y="21252"/>
                  <a:pt x="8186" y="21280"/>
                </a:cubicBezTo>
                <a:lnTo>
                  <a:pt x="21280" y="8186"/>
                </a:lnTo>
                <a:cubicBezTo>
                  <a:pt x="21252" y="8073"/>
                  <a:pt x="21221" y="7960"/>
                  <a:pt x="21190" y="7848"/>
                </a:cubicBezTo>
                <a:close/>
                <a:moveTo>
                  <a:pt x="21378" y="8623"/>
                </a:moveTo>
                <a:lnTo>
                  <a:pt x="8623" y="21378"/>
                </a:lnTo>
                <a:cubicBezTo>
                  <a:pt x="8743" y="21402"/>
                  <a:pt x="8863" y="21424"/>
                  <a:pt x="8984" y="21445"/>
                </a:cubicBezTo>
                <a:lnTo>
                  <a:pt x="21445" y="8984"/>
                </a:lnTo>
                <a:cubicBezTo>
                  <a:pt x="21424" y="8864"/>
                  <a:pt x="21402" y="8743"/>
                  <a:pt x="21378" y="8623"/>
                </a:cubicBezTo>
                <a:close/>
                <a:moveTo>
                  <a:pt x="21514" y="9448"/>
                </a:moveTo>
                <a:lnTo>
                  <a:pt x="9447" y="21514"/>
                </a:lnTo>
                <a:cubicBezTo>
                  <a:pt x="9576" y="21530"/>
                  <a:pt x="9704" y="21546"/>
                  <a:pt x="9833" y="21557"/>
                </a:cubicBezTo>
                <a:lnTo>
                  <a:pt x="21557" y="9834"/>
                </a:lnTo>
                <a:cubicBezTo>
                  <a:pt x="21546" y="9705"/>
                  <a:pt x="21530" y="9576"/>
                  <a:pt x="21514" y="9448"/>
                </a:cubicBezTo>
                <a:close/>
                <a:moveTo>
                  <a:pt x="21590" y="10333"/>
                </a:moveTo>
                <a:lnTo>
                  <a:pt x="10332" y="21590"/>
                </a:lnTo>
                <a:cubicBezTo>
                  <a:pt x="10473" y="21596"/>
                  <a:pt x="10613" y="21599"/>
                  <a:pt x="10753" y="21600"/>
                </a:cubicBezTo>
                <a:lnTo>
                  <a:pt x="21600" y="10754"/>
                </a:lnTo>
                <a:cubicBezTo>
                  <a:pt x="21599" y="10613"/>
                  <a:pt x="21596" y="10473"/>
                  <a:pt x="21590" y="10333"/>
                </a:cubicBezTo>
                <a:close/>
                <a:moveTo>
                  <a:pt x="21590" y="11296"/>
                </a:moveTo>
                <a:lnTo>
                  <a:pt x="11295" y="21590"/>
                </a:lnTo>
                <a:cubicBezTo>
                  <a:pt x="11449" y="21583"/>
                  <a:pt x="11603" y="21572"/>
                  <a:pt x="11757" y="21558"/>
                </a:cubicBezTo>
                <a:lnTo>
                  <a:pt x="21558" y="11757"/>
                </a:lnTo>
                <a:cubicBezTo>
                  <a:pt x="21572" y="11603"/>
                  <a:pt x="21583" y="11450"/>
                  <a:pt x="21590" y="11296"/>
                </a:cubicBezTo>
                <a:close/>
                <a:moveTo>
                  <a:pt x="21489" y="12358"/>
                </a:moveTo>
                <a:lnTo>
                  <a:pt x="12358" y="21489"/>
                </a:lnTo>
                <a:cubicBezTo>
                  <a:pt x="12531" y="21464"/>
                  <a:pt x="12703" y="21434"/>
                  <a:pt x="12876" y="21400"/>
                </a:cubicBezTo>
                <a:lnTo>
                  <a:pt x="21400" y="12876"/>
                </a:lnTo>
                <a:cubicBezTo>
                  <a:pt x="21434" y="12704"/>
                  <a:pt x="21464" y="12531"/>
                  <a:pt x="21489" y="12358"/>
                </a:cubicBezTo>
                <a:close/>
                <a:moveTo>
                  <a:pt x="21239" y="13569"/>
                </a:moveTo>
                <a:lnTo>
                  <a:pt x="13569" y="21239"/>
                </a:lnTo>
                <a:cubicBezTo>
                  <a:pt x="13774" y="21185"/>
                  <a:pt x="13978" y="21125"/>
                  <a:pt x="14181" y="21058"/>
                </a:cubicBezTo>
                <a:lnTo>
                  <a:pt x="21058" y="14181"/>
                </a:lnTo>
                <a:cubicBezTo>
                  <a:pt x="21125" y="13978"/>
                  <a:pt x="21185" y="13774"/>
                  <a:pt x="21239" y="13569"/>
                </a:cubicBezTo>
                <a:close/>
                <a:moveTo>
                  <a:pt x="20736" y="15035"/>
                </a:moveTo>
                <a:lnTo>
                  <a:pt x="15035" y="20736"/>
                </a:lnTo>
                <a:cubicBezTo>
                  <a:pt x="15310" y="20619"/>
                  <a:pt x="15581" y="20493"/>
                  <a:pt x="15848" y="20352"/>
                </a:cubicBezTo>
                <a:lnTo>
                  <a:pt x="20352" y="15848"/>
                </a:lnTo>
                <a:cubicBezTo>
                  <a:pt x="20493" y="15581"/>
                  <a:pt x="20619" y="15310"/>
                  <a:pt x="20736" y="15035"/>
                </a:cubicBezTo>
                <a:close/>
                <a:moveTo>
                  <a:pt x="19400" y="17332"/>
                </a:moveTo>
                <a:lnTo>
                  <a:pt x="17332" y="19400"/>
                </a:lnTo>
                <a:cubicBezTo>
                  <a:pt x="17716" y="19108"/>
                  <a:pt x="18087" y="18789"/>
                  <a:pt x="18438" y="18438"/>
                </a:cubicBezTo>
                <a:cubicBezTo>
                  <a:pt x="18788" y="18087"/>
                  <a:pt x="19107" y="17716"/>
                  <a:pt x="19400" y="17332"/>
                </a:cubicBezTo>
                <a:close/>
              </a:path>
            </a:pathLst>
          </a:custGeom>
          <a:solidFill>
            <a:schemeClr val="accent4"/>
          </a:solidFill>
          <a:ln w="12700">
            <a:miter lim="400000"/>
          </a:ln>
        </p:spPr>
        <p:txBody>
          <a:bodyPr lIns="0" tIns="0" rIns="0" bIns="0" anchor="ctr"/>
          <a:lstStyle/>
          <a:p>
            <a:pPr marL="0" marR="0" lvl="0" indent="0" algn="ctr" defTabSz="8255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 kumimoji="0" sz="32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Helvetica Neue Medium"/>
              <a:sym typeface="Helvetica Neue Medium"/>
            </a:endParaRPr>
          </a:p>
        </p:txBody>
      </p:sp>
      <p:sp>
        <p:nvSpPr>
          <p:cNvPr id="219" name="Shape">
            <a:extLst>
              <a:ext uri="{FF2B5EF4-FFF2-40B4-BE49-F238E27FC236}">
                <a16:creationId xmlns:a16="http://schemas.microsoft.com/office/drawing/2014/main" id="{D1E53856-E0C5-270C-36F7-DF2D65980F1C}"/>
              </a:ext>
            </a:extLst>
          </p:cNvPr>
          <p:cNvSpPr/>
          <p:nvPr/>
        </p:nvSpPr>
        <p:spPr>
          <a:xfrm>
            <a:off x="11727838" y="12253507"/>
            <a:ext cx="4276957" cy="427713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800" y="0"/>
                </a:moveTo>
                <a:cubicBezTo>
                  <a:pt x="10787" y="0"/>
                  <a:pt x="10773" y="1"/>
                  <a:pt x="10759" y="1"/>
                </a:cubicBezTo>
                <a:lnTo>
                  <a:pt x="1" y="10760"/>
                </a:lnTo>
                <a:cubicBezTo>
                  <a:pt x="0" y="10900"/>
                  <a:pt x="3" y="11040"/>
                  <a:pt x="8" y="11181"/>
                </a:cubicBezTo>
                <a:lnTo>
                  <a:pt x="11180" y="9"/>
                </a:lnTo>
                <a:cubicBezTo>
                  <a:pt x="11054" y="4"/>
                  <a:pt x="10927" y="0"/>
                  <a:pt x="10800" y="0"/>
                </a:cubicBezTo>
                <a:close/>
                <a:moveTo>
                  <a:pt x="10211" y="17"/>
                </a:moveTo>
                <a:cubicBezTo>
                  <a:pt x="10057" y="25"/>
                  <a:pt x="9903" y="36"/>
                  <a:pt x="9748" y="51"/>
                </a:cubicBezTo>
                <a:lnTo>
                  <a:pt x="50" y="9749"/>
                </a:lnTo>
                <a:cubicBezTo>
                  <a:pt x="35" y="9903"/>
                  <a:pt x="25" y="10057"/>
                  <a:pt x="16" y="10212"/>
                </a:cubicBezTo>
                <a:lnTo>
                  <a:pt x="10211" y="17"/>
                </a:lnTo>
                <a:close/>
                <a:moveTo>
                  <a:pt x="11683" y="38"/>
                </a:moveTo>
                <a:lnTo>
                  <a:pt x="38" y="11684"/>
                </a:lnTo>
                <a:cubicBezTo>
                  <a:pt x="48" y="11814"/>
                  <a:pt x="62" y="11944"/>
                  <a:pt x="78" y="12075"/>
                </a:cubicBezTo>
                <a:lnTo>
                  <a:pt x="12074" y="78"/>
                </a:lnTo>
                <a:cubicBezTo>
                  <a:pt x="11944" y="63"/>
                  <a:pt x="11814" y="49"/>
                  <a:pt x="11683" y="38"/>
                </a:cubicBezTo>
                <a:close/>
                <a:moveTo>
                  <a:pt x="9136" y="131"/>
                </a:moveTo>
                <a:cubicBezTo>
                  <a:pt x="8960" y="158"/>
                  <a:pt x="8786" y="190"/>
                  <a:pt x="8611" y="226"/>
                </a:cubicBezTo>
                <a:lnTo>
                  <a:pt x="226" y="8611"/>
                </a:lnTo>
                <a:cubicBezTo>
                  <a:pt x="190" y="8786"/>
                  <a:pt x="157" y="8961"/>
                  <a:pt x="130" y="9137"/>
                </a:cubicBezTo>
                <a:lnTo>
                  <a:pt x="9136" y="131"/>
                </a:lnTo>
                <a:close/>
                <a:moveTo>
                  <a:pt x="12541" y="143"/>
                </a:moveTo>
                <a:lnTo>
                  <a:pt x="143" y="12541"/>
                </a:lnTo>
                <a:cubicBezTo>
                  <a:pt x="163" y="12663"/>
                  <a:pt x="183" y="12785"/>
                  <a:pt x="207" y="12906"/>
                </a:cubicBezTo>
                <a:lnTo>
                  <a:pt x="12906" y="208"/>
                </a:lnTo>
                <a:cubicBezTo>
                  <a:pt x="12785" y="184"/>
                  <a:pt x="12663" y="163"/>
                  <a:pt x="12541" y="143"/>
                </a:cubicBezTo>
                <a:close/>
                <a:moveTo>
                  <a:pt x="13343" y="303"/>
                </a:moveTo>
                <a:lnTo>
                  <a:pt x="303" y="13343"/>
                </a:lnTo>
                <a:cubicBezTo>
                  <a:pt x="330" y="13456"/>
                  <a:pt x="361" y="13569"/>
                  <a:pt x="392" y="13682"/>
                </a:cubicBezTo>
                <a:lnTo>
                  <a:pt x="13682" y="393"/>
                </a:lnTo>
                <a:cubicBezTo>
                  <a:pt x="13569" y="362"/>
                  <a:pt x="13456" y="331"/>
                  <a:pt x="13343" y="303"/>
                </a:cubicBezTo>
                <a:close/>
                <a:moveTo>
                  <a:pt x="7909" y="395"/>
                </a:moveTo>
                <a:cubicBezTo>
                  <a:pt x="7701" y="452"/>
                  <a:pt x="7495" y="515"/>
                  <a:pt x="7290" y="585"/>
                </a:cubicBezTo>
                <a:lnTo>
                  <a:pt x="584" y="7290"/>
                </a:lnTo>
                <a:cubicBezTo>
                  <a:pt x="514" y="7495"/>
                  <a:pt x="452" y="7702"/>
                  <a:pt x="394" y="7909"/>
                </a:cubicBezTo>
                <a:lnTo>
                  <a:pt x="7909" y="395"/>
                </a:lnTo>
                <a:close/>
                <a:moveTo>
                  <a:pt x="14094" y="515"/>
                </a:moveTo>
                <a:lnTo>
                  <a:pt x="514" y="14094"/>
                </a:lnTo>
                <a:cubicBezTo>
                  <a:pt x="549" y="14202"/>
                  <a:pt x="583" y="14310"/>
                  <a:pt x="620" y="14417"/>
                </a:cubicBezTo>
                <a:lnTo>
                  <a:pt x="14417" y="621"/>
                </a:lnTo>
                <a:cubicBezTo>
                  <a:pt x="14310" y="583"/>
                  <a:pt x="14202" y="549"/>
                  <a:pt x="14094" y="515"/>
                </a:cubicBezTo>
                <a:close/>
                <a:moveTo>
                  <a:pt x="14804" y="767"/>
                </a:moveTo>
                <a:lnTo>
                  <a:pt x="767" y="14804"/>
                </a:lnTo>
                <a:cubicBezTo>
                  <a:pt x="807" y="14905"/>
                  <a:pt x="851" y="15004"/>
                  <a:pt x="894" y="15104"/>
                </a:cubicBezTo>
                <a:lnTo>
                  <a:pt x="15104" y="895"/>
                </a:lnTo>
                <a:cubicBezTo>
                  <a:pt x="15004" y="852"/>
                  <a:pt x="14905" y="807"/>
                  <a:pt x="14804" y="767"/>
                </a:cubicBezTo>
                <a:close/>
                <a:moveTo>
                  <a:pt x="6411" y="932"/>
                </a:moveTo>
                <a:cubicBezTo>
                  <a:pt x="6118" y="1062"/>
                  <a:pt x="5831" y="1206"/>
                  <a:pt x="5549" y="1363"/>
                </a:cubicBezTo>
                <a:lnTo>
                  <a:pt x="1362" y="5549"/>
                </a:lnTo>
                <a:cubicBezTo>
                  <a:pt x="1205" y="5832"/>
                  <a:pt x="1061" y="6119"/>
                  <a:pt x="931" y="6411"/>
                </a:cubicBezTo>
                <a:lnTo>
                  <a:pt x="6411" y="932"/>
                </a:lnTo>
                <a:close/>
                <a:moveTo>
                  <a:pt x="15470" y="1061"/>
                </a:moveTo>
                <a:lnTo>
                  <a:pt x="1060" y="15471"/>
                </a:lnTo>
                <a:cubicBezTo>
                  <a:pt x="1106" y="15567"/>
                  <a:pt x="1153" y="15664"/>
                  <a:pt x="1202" y="15759"/>
                </a:cubicBezTo>
                <a:lnTo>
                  <a:pt x="15759" y="1203"/>
                </a:lnTo>
                <a:cubicBezTo>
                  <a:pt x="15663" y="1153"/>
                  <a:pt x="15567" y="1107"/>
                  <a:pt x="15470" y="1061"/>
                </a:cubicBezTo>
                <a:close/>
                <a:moveTo>
                  <a:pt x="16103" y="1391"/>
                </a:moveTo>
                <a:lnTo>
                  <a:pt x="1391" y="16103"/>
                </a:lnTo>
                <a:cubicBezTo>
                  <a:pt x="1442" y="16194"/>
                  <a:pt x="1494" y="16285"/>
                  <a:pt x="1549" y="16375"/>
                </a:cubicBezTo>
                <a:lnTo>
                  <a:pt x="16375" y="1549"/>
                </a:lnTo>
                <a:cubicBezTo>
                  <a:pt x="16285" y="1495"/>
                  <a:pt x="16194" y="1442"/>
                  <a:pt x="16103" y="1391"/>
                </a:cubicBezTo>
                <a:close/>
                <a:moveTo>
                  <a:pt x="16703" y="1754"/>
                </a:moveTo>
                <a:lnTo>
                  <a:pt x="1753" y="16703"/>
                </a:lnTo>
                <a:cubicBezTo>
                  <a:pt x="1809" y="16788"/>
                  <a:pt x="1869" y="16872"/>
                  <a:pt x="1928" y="16956"/>
                </a:cubicBezTo>
                <a:lnTo>
                  <a:pt x="16956" y="1928"/>
                </a:lnTo>
                <a:cubicBezTo>
                  <a:pt x="16872" y="1869"/>
                  <a:pt x="16788" y="1810"/>
                  <a:pt x="16703" y="1754"/>
                </a:cubicBezTo>
                <a:close/>
                <a:moveTo>
                  <a:pt x="17267" y="2151"/>
                </a:moveTo>
                <a:lnTo>
                  <a:pt x="2151" y="17267"/>
                </a:lnTo>
                <a:cubicBezTo>
                  <a:pt x="2212" y="17349"/>
                  <a:pt x="2274" y="17430"/>
                  <a:pt x="2338" y="17510"/>
                </a:cubicBezTo>
                <a:lnTo>
                  <a:pt x="17510" y="2338"/>
                </a:lnTo>
                <a:cubicBezTo>
                  <a:pt x="17430" y="2275"/>
                  <a:pt x="17349" y="2212"/>
                  <a:pt x="17267" y="2151"/>
                </a:cubicBezTo>
                <a:close/>
                <a:moveTo>
                  <a:pt x="3805" y="2574"/>
                </a:moveTo>
                <a:cubicBezTo>
                  <a:pt x="3586" y="2761"/>
                  <a:pt x="3370" y="2956"/>
                  <a:pt x="3163" y="3163"/>
                </a:cubicBezTo>
                <a:cubicBezTo>
                  <a:pt x="2955" y="3371"/>
                  <a:pt x="2761" y="3586"/>
                  <a:pt x="2574" y="3806"/>
                </a:cubicBezTo>
                <a:lnTo>
                  <a:pt x="3805" y="2574"/>
                </a:lnTo>
                <a:close/>
                <a:moveTo>
                  <a:pt x="17801" y="2579"/>
                </a:moveTo>
                <a:lnTo>
                  <a:pt x="2579" y="17801"/>
                </a:lnTo>
                <a:cubicBezTo>
                  <a:pt x="2645" y="17878"/>
                  <a:pt x="2709" y="17957"/>
                  <a:pt x="2777" y="18032"/>
                </a:cubicBezTo>
                <a:lnTo>
                  <a:pt x="18032" y="2777"/>
                </a:lnTo>
                <a:cubicBezTo>
                  <a:pt x="17957" y="2709"/>
                  <a:pt x="17878" y="2645"/>
                  <a:pt x="17801" y="2579"/>
                </a:cubicBezTo>
                <a:close/>
                <a:moveTo>
                  <a:pt x="18304" y="3036"/>
                </a:moveTo>
                <a:lnTo>
                  <a:pt x="3036" y="18304"/>
                </a:lnTo>
                <a:cubicBezTo>
                  <a:pt x="3079" y="18349"/>
                  <a:pt x="3119" y="18394"/>
                  <a:pt x="3163" y="18438"/>
                </a:cubicBezTo>
                <a:cubicBezTo>
                  <a:pt x="3191" y="18466"/>
                  <a:pt x="3222" y="18492"/>
                  <a:pt x="3250" y="18521"/>
                </a:cubicBezTo>
                <a:lnTo>
                  <a:pt x="18521" y="3251"/>
                </a:lnTo>
                <a:cubicBezTo>
                  <a:pt x="18492" y="3222"/>
                  <a:pt x="18466" y="3192"/>
                  <a:pt x="18438" y="3163"/>
                </a:cubicBezTo>
                <a:cubicBezTo>
                  <a:pt x="18394" y="3119"/>
                  <a:pt x="18348" y="3079"/>
                  <a:pt x="18304" y="3036"/>
                </a:cubicBezTo>
                <a:close/>
                <a:moveTo>
                  <a:pt x="18781" y="3523"/>
                </a:moveTo>
                <a:lnTo>
                  <a:pt x="3522" y="18781"/>
                </a:lnTo>
                <a:cubicBezTo>
                  <a:pt x="3598" y="18850"/>
                  <a:pt x="3676" y="18915"/>
                  <a:pt x="3753" y="18982"/>
                </a:cubicBezTo>
                <a:lnTo>
                  <a:pt x="18982" y="3753"/>
                </a:lnTo>
                <a:cubicBezTo>
                  <a:pt x="18915" y="3676"/>
                  <a:pt x="18850" y="3598"/>
                  <a:pt x="18781" y="3523"/>
                </a:cubicBezTo>
                <a:close/>
                <a:moveTo>
                  <a:pt x="19224" y="4041"/>
                </a:moveTo>
                <a:lnTo>
                  <a:pt x="4041" y="19224"/>
                </a:lnTo>
                <a:cubicBezTo>
                  <a:pt x="4121" y="19289"/>
                  <a:pt x="4202" y="19350"/>
                  <a:pt x="4283" y="19412"/>
                </a:cubicBezTo>
                <a:lnTo>
                  <a:pt x="19412" y="4283"/>
                </a:lnTo>
                <a:cubicBezTo>
                  <a:pt x="19350" y="4202"/>
                  <a:pt x="19289" y="4121"/>
                  <a:pt x="19224" y="4041"/>
                </a:cubicBezTo>
                <a:close/>
                <a:moveTo>
                  <a:pt x="19637" y="4591"/>
                </a:moveTo>
                <a:lnTo>
                  <a:pt x="4591" y="19637"/>
                </a:lnTo>
                <a:cubicBezTo>
                  <a:pt x="4675" y="19696"/>
                  <a:pt x="4758" y="19757"/>
                  <a:pt x="4843" y="19813"/>
                </a:cubicBezTo>
                <a:lnTo>
                  <a:pt x="19813" y="4844"/>
                </a:lnTo>
                <a:cubicBezTo>
                  <a:pt x="19757" y="4758"/>
                  <a:pt x="19696" y="4675"/>
                  <a:pt x="19637" y="4591"/>
                </a:cubicBezTo>
                <a:close/>
                <a:moveTo>
                  <a:pt x="20019" y="5172"/>
                </a:moveTo>
                <a:lnTo>
                  <a:pt x="5172" y="20019"/>
                </a:lnTo>
                <a:cubicBezTo>
                  <a:pt x="5261" y="20073"/>
                  <a:pt x="5351" y="20126"/>
                  <a:pt x="5441" y="20178"/>
                </a:cubicBezTo>
                <a:lnTo>
                  <a:pt x="20178" y="5441"/>
                </a:lnTo>
                <a:cubicBezTo>
                  <a:pt x="20126" y="5351"/>
                  <a:pt x="20073" y="5261"/>
                  <a:pt x="20019" y="5172"/>
                </a:cubicBezTo>
                <a:close/>
                <a:moveTo>
                  <a:pt x="20369" y="5782"/>
                </a:moveTo>
                <a:lnTo>
                  <a:pt x="5782" y="20369"/>
                </a:lnTo>
                <a:cubicBezTo>
                  <a:pt x="5877" y="20419"/>
                  <a:pt x="5974" y="20463"/>
                  <a:pt x="6071" y="20510"/>
                </a:cubicBezTo>
                <a:lnTo>
                  <a:pt x="20510" y="6071"/>
                </a:lnTo>
                <a:cubicBezTo>
                  <a:pt x="20463" y="5975"/>
                  <a:pt x="20419" y="5878"/>
                  <a:pt x="20369" y="5782"/>
                </a:cubicBezTo>
                <a:close/>
                <a:moveTo>
                  <a:pt x="20679" y="6434"/>
                </a:moveTo>
                <a:lnTo>
                  <a:pt x="6434" y="20679"/>
                </a:lnTo>
                <a:cubicBezTo>
                  <a:pt x="6534" y="20723"/>
                  <a:pt x="6633" y="20769"/>
                  <a:pt x="6734" y="20809"/>
                </a:cubicBezTo>
                <a:lnTo>
                  <a:pt x="20809" y="6735"/>
                </a:lnTo>
                <a:cubicBezTo>
                  <a:pt x="20769" y="6634"/>
                  <a:pt x="20723" y="6534"/>
                  <a:pt x="20679" y="6434"/>
                </a:cubicBezTo>
                <a:close/>
                <a:moveTo>
                  <a:pt x="20956" y="7121"/>
                </a:moveTo>
                <a:lnTo>
                  <a:pt x="7120" y="20956"/>
                </a:lnTo>
                <a:cubicBezTo>
                  <a:pt x="7226" y="20994"/>
                  <a:pt x="7333" y="21030"/>
                  <a:pt x="7439" y="21065"/>
                </a:cubicBezTo>
                <a:lnTo>
                  <a:pt x="21065" y="7439"/>
                </a:lnTo>
                <a:cubicBezTo>
                  <a:pt x="21030" y="7333"/>
                  <a:pt x="20994" y="7226"/>
                  <a:pt x="20956" y="7121"/>
                </a:cubicBezTo>
                <a:close/>
                <a:moveTo>
                  <a:pt x="21190" y="7848"/>
                </a:moveTo>
                <a:lnTo>
                  <a:pt x="7848" y="21190"/>
                </a:lnTo>
                <a:cubicBezTo>
                  <a:pt x="7960" y="21221"/>
                  <a:pt x="8073" y="21252"/>
                  <a:pt x="8186" y="21280"/>
                </a:cubicBezTo>
                <a:lnTo>
                  <a:pt x="21280" y="8186"/>
                </a:lnTo>
                <a:cubicBezTo>
                  <a:pt x="21252" y="8073"/>
                  <a:pt x="21221" y="7960"/>
                  <a:pt x="21190" y="7848"/>
                </a:cubicBezTo>
                <a:close/>
                <a:moveTo>
                  <a:pt x="21378" y="8623"/>
                </a:moveTo>
                <a:lnTo>
                  <a:pt x="8623" y="21378"/>
                </a:lnTo>
                <a:cubicBezTo>
                  <a:pt x="8743" y="21402"/>
                  <a:pt x="8863" y="21424"/>
                  <a:pt x="8984" y="21445"/>
                </a:cubicBezTo>
                <a:lnTo>
                  <a:pt x="21445" y="8984"/>
                </a:lnTo>
                <a:cubicBezTo>
                  <a:pt x="21424" y="8864"/>
                  <a:pt x="21402" y="8743"/>
                  <a:pt x="21378" y="8623"/>
                </a:cubicBezTo>
                <a:close/>
                <a:moveTo>
                  <a:pt x="21514" y="9448"/>
                </a:moveTo>
                <a:lnTo>
                  <a:pt x="9447" y="21514"/>
                </a:lnTo>
                <a:cubicBezTo>
                  <a:pt x="9576" y="21530"/>
                  <a:pt x="9704" y="21546"/>
                  <a:pt x="9833" y="21557"/>
                </a:cubicBezTo>
                <a:lnTo>
                  <a:pt x="21557" y="9834"/>
                </a:lnTo>
                <a:cubicBezTo>
                  <a:pt x="21546" y="9705"/>
                  <a:pt x="21530" y="9576"/>
                  <a:pt x="21514" y="9448"/>
                </a:cubicBezTo>
                <a:close/>
                <a:moveTo>
                  <a:pt x="21590" y="10333"/>
                </a:moveTo>
                <a:lnTo>
                  <a:pt x="10332" y="21590"/>
                </a:lnTo>
                <a:cubicBezTo>
                  <a:pt x="10473" y="21596"/>
                  <a:pt x="10613" y="21599"/>
                  <a:pt x="10753" y="21600"/>
                </a:cubicBezTo>
                <a:lnTo>
                  <a:pt x="21600" y="10754"/>
                </a:lnTo>
                <a:cubicBezTo>
                  <a:pt x="21599" y="10613"/>
                  <a:pt x="21596" y="10473"/>
                  <a:pt x="21590" y="10333"/>
                </a:cubicBezTo>
                <a:close/>
                <a:moveTo>
                  <a:pt x="21590" y="11296"/>
                </a:moveTo>
                <a:lnTo>
                  <a:pt x="11295" y="21590"/>
                </a:lnTo>
                <a:cubicBezTo>
                  <a:pt x="11449" y="21583"/>
                  <a:pt x="11603" y="21572"/>
                  <a:pt x="11757" y="21558"/>
                </a:cubicBezTo>
                <a:lnTo>
                  <a:pt x="21558" y="11757"/>
                </a:lnTo>
                <a:cubicBezTo>
                  <a:pt x="21572" y="11603"/>
                  <a:pt x="21583" y="11450"/>
                  <a:pt x="21590" y="11296"/>
                </a:cubicBezTo>
                <a:close/>
                <a:moveTo>
                  <a:pt x="21489" y="12358"/>
                </a:moveTo>
                <a:lnTo>
                  <a:pt x="12358" y="21489"/>
                </a:lnTo>
                <a:cubicBezTo>
                  <a:pt x="12531" y="21464"/>
                  <a:pt x="12703" y="21434"/>
                  <a:pt x="12876" y="21400"/>
                </a:cubicBezTo>
                <a:lnTo>
                  <a:pt x="21400" y="12876"/>
                </a:lnTo>
                <a:cubicBezTo>
                  <a:pt x="21434" y="12704"/>
                  <a:pt x="21464" y="12531"/>
                  <a:pt x="21489" y="12358"/>
                </a:cubicBezTo>
                <a:close/>
                <a:moveTo>
                  <a:pt x="21239" y="13569"/>
                </a:moveTo>
                <a:lnTo>
                  <a:pt x="13569" y="21239"/>
                </a:lnTo>
                <a:cubicBezTo>
                  <a:pt x="13774" y="21185"/>
                  <a:pt x="13978" y="21125"/>
                  <a:pt x="14181" y="21058"/>
                </a:cubicBezTo>
                <a:lnTo>
                  <a:pt x="21058" y="14181"/>
                </a:lnTo>
                <a:cubicBezTo>
                  <a:pt x="21125" y="13978"/>
                  <a:pt x="21185" y="13774"/>
                  <a:pt x="21239" y="13569"/>
                </a:cubicBezTo>
                <a:close/>
                <a:moveTo>
                  <a:pt x="20736" y="15035"/>
                </a:moveTo>
                <a:lnTo>
                  <a:pt x="15035" y="20736"/>
                </a:lnTo>
                <a:cubicBezTo>
                  <a:pt x="15310" y="20619"/>
                  <a:pt x="15581" y="20493"/>
                  <a:pt x="15848" y="20352"/>
                </a:cubicBezTo>
                <a:lnTo>
                  <a:pt x="20352" y="15848"/>
                </a:lnTo>
                <a:cubicBezTo>
                  <a:pt x="20493" y="15581"/>
                  <a:pt x="20619" y="15310"/>
                  <a:pt x="20736" y="15035"/>
                </a:cubicBezTo>
                <a:close/>
                <a:moveTo>
                  <a:pt x="19400" y="17332"/>
                </a:moveTo>
                <a:lnTo>
                  <a:pt x="17332" y="19400"/>
                </a:lnTo>
                <a:cubicBezTo>
                  <a:pt x="17716" y="19108"/>
                  <a:pt x="18087" y="18789"/>
                  <a:pt x="18438" y="18438"/>
                </a:cubicBezTo>
                <a:cubicBezTo>
                  <a:pt x="18788" y="18087"/>
                  <a:pt x="19107" y="17716"/>
                  <a:pt x="19400" y="17332"/>
                </a:cubicBezTo>
                <a:close/>
              </a:path>
            </a:pathLst>
          </a:custGeom>
          <a:solidFill>
            <a:schemeClr val="accent4"/>
          </a:solidFill>
          <a:ln w="12700">
            <a:miter lim="400000"/>
          </a:ln>
        </p:spPr>
        <p:txBody>
          <a:bodyPr lIns="0" tIns="0" rIns="0" bIns="0" anchor="ctr"/>
          <a:lstStyle/>
          <a:p>
            <a:pPr marL="0" marR="0" lvl="0" indent="0" algn="ctr" defTabSz="8255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 kumimoji="0" sz="32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Helvetica Neue Medium"/>
              <a:sym typeface="Helvetica Neue Medium"/>
            </a:endParaRPr>
          </a:p>
        </p:txBody>
      </p:sp>
      <p:sp>
        <p:nvSpPr>
          <p:cNvPr id="220" name="Shape">
            <a:extLst>
              <a:ext uri="{FF2B5EF4-FFF2-40B4-BE49-F238E27FC236}">
                <a16:creationId xmlns:a16="http://schemas.microsoft.com/office/drawing/2014/main" id="{B11227B0-0F53-B407-2A61-8B7D841054F1}"/>
              </a:ext>
            </a:extLst>
          </p:cNvPr>
          <p:cNvSpPr/>
          <p:nvPr/>
        </p:nvSpPr>
        <p:spPr>
          <a:xfrm>
            <a:off x="22467966" y="8316507"/>
            <a:ext cx="4276957" cy="427713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800" y="0"/>
                </a:moveTo>
                <a:cubicBezTo>
                  <a:pt x="10787" y="0"/>
                  <a:pt x="10773" y="1"/>
                  <a:pt x="10759" y="1"/>
                </a:cubicBezTo>
                <a:lnTo>
                  <a:pt x="1" y="10760"/>
                </a:lnTo>
                <a:cubicBezTo>
                  <a:pt x="0" y="10900"/>
                  <a:pt x="3" y="11040"/>
                  <a:pt x="8" y="11181"/>
                </a:cubicBezTo>
                <a:lnTo>
                  <a:pt x="11180" y="9"/>
                </a:lnTo>
                <a:cubicBezTo>
                  <a:pt x="11054" y="4"/>
                  <a:pt x="10927" y="0"/>
                  <a:pt x="10800" y="0"/>
                </a:cubicBezTo>
                <a:close/>
                <a:moveTo>
                  <a:pt x="10211" y="17"/>
                </a:moveTo>
                <a:cubicBezTo>
                  <a:pt x="10057" y="25"/>
                  <a:pt x="9903" y="36"/>
                  <a:pt x="9748" y="51"/>
                </a:cubicBezTo>
                <a:lnTo>
                  <a:pt x="50" y="9749"/>
                </a:lnTo>
                <a:cubicBezTo>
                  <a:pt x="35" y="9903"/>
                  <a:pt x="25" y="10057"/>
                  <a:pt x="16" y="10212"/>
                </a:cubicBezTo>
                <a:lnTo>
                  <a:pt x="10211" y="17"/>
                </a:lnTo>
                <a:close/>
                <a:moveTo>
                  <a:pt x="11683" y="38"/>
                </a:moveTo>
                <a:lnTo>
                  <a:pt x="38" y="11684"/>
                </a:lnTo>
                <a:cubicBezTo>
                  <a:pt x="48" y="11814"/>
                  <a:pt x="62" y="11944"/>
                  <a:pt x="78" y="12075"/>
                </a:cubicBezTo>
                <a:lnTo>
                  <a:pt x="12074" y="78"/>
                </a:lnTo>
                <a:cubicBezTo>
                  <a:pt x="11944" y="63"/>
                  <a:pt x="11814" y="49"/>
                  <a:pt x="11683" y="38"/>
                </a:cubicBezTo>
                <a:close/>
                <a:moveTo>
                  <a:pt x="9136" y="131"/>
                </a:moveTo>
                <a:cubicBezTo>
                  <a:pt x="8960" y="158"/>
                  <a:pt x="8786" y="190"/>
                  <a:pt x="8611" y="226"/>
                </a:cubicBezTo>
                <a:lnTo>
                  <a:pt x="226" y="8611"/>
                </a:lnTo>
                <a:cubicBezTo>
                  <a:pt x="190" y="8786"/>
                  <a:pt x="157" y="8961"/>
                  <a:pt x="130" y="9137"/>
                </a:cubicBezTo>
                <a:lnTo>
                  <a:pt x="9136" y="131"/>
                </a:lnTo>
                <a:close/>
                <a:moveTo>
                  <a:pt x="12541" y="143"/>
                </a:moveTo>
                <a:lnTo>
                  <a:pt x="143" y="12541"/>
                </a:lnTo>
                <a:cubicBezTo>
                  <a:pt x="163" y="12663"/>
                  <a:pt x="183" y="12785"/>
                  <a:pt x="207" y="12906"/>
                </a:cubicBezTo>
                <a:lnTo>
                  <a:pt x="12906" y="208"/>
                </a:lnTo>
                <a:cubicBezTo>
                  <a:pt x="12785" y="184"/>
                  <a:pt x="12663" y="163"/>
                  <a:pt x="12541" y="143"/>
                </a:cubicBezTo>
                <a:close/>
                <a:moveTo>
                  <a:pt x="13343" y="303"/>
                </a:moveTo>
                <a:lnTo>
                  <a:pt x="303" y="13343"/>
                </a:lnTo>
                <a:cubicBezTo>
                  <a:pt x="330" y="13456"/>
                  <a:pt x="361" y="13569"/>
                  <a:pt x="392" y="13682"/>
                </a:cubicBezTo>
                <a:lnTo>
                  <a:pt x="13682" y="393"/>
                </a:lnTo>
                <a:cubicBezTo>
                  <a:pt x="13569" y="362"/>
                  <a:pt x="13456" y="331"/>
                  <a:pt x="13343" y="303"/>
                </a:cubicBezTo>
                <a:close/>
                <a:moveTo>
                  <a:pt x="7909" y="395"/>
                </a:moveTo>
                <a:cubicBezTo>
                  <a:pt x="7701" y="452"/>
                  <a:pt x="7495" y="515"/>
                  <a:pt x="7290" y="585"/>
                </a:cubicBezTo>
                <a:lnTo>
                  <a:pt x="584" y="7290"/>
                </a:lnTo>
                <a:cubicBezTo>
                  <a:pt x="514" y="7495"/>
                  <a:pt x="452" y="7702"/>
                  <a:pt x="394" y="7909"/>
                </a:cubicBezTo>
                <a:lnTo>
                  <a:pt x="7909" y="395"/>
                </a:lnTo>
                <a:close/>
                <a:moveTo>
                  <a:pt x="14094" y="515"/>
                </a:moveTo>
                <a:lnTo>
                  <a:pt x="514" y="14094"/>
                </a:lnTo>
                <a:cubicBezTo>
                  <a:pt x="549" y="14202"/>
                  <a:pt x="583" y="14310"/>
                  <a:pt x="620" y="14417"/>
                </a:cubicBezTo>
                <a:lnTo>
                  <a:pt x="14417" y="621"/>
                </a:lnTo>
                <a:cubicBezTo>
                  <a:pt x="14310" y="583"/>
                  <a:pt x="14202" y="549"/>
                  <a:pt x="14094" y="515"/>
                </a:cubicBezTo>
                <a:close/>
                <a:moveTo>
                  <a:pt x="14804" y="767"/>
                </a:moveTo>
                <a:lnTo>
                  <a:pt x="767" y="14804"/>
                </a:lnTo>
                <a:cubicBezTo>
                  <a:pt x="807" y="14905"/>
                  <a:pt x="851" y="15004"/>
                  <a:pt x="894" y="15104"/>
                </a:cubicBezTo>
                <a:lnTo>
                  <a:pt x="15104" y="895"/>
                </a:lnTo>
                <a:cubicBezTo>
                  <a:pt x="15004" y="852"/>
                  <a:pt x="14905" y="807"/>
                  <a:pt x="14804" y="767"/>
                </a:cubicBezTo>
                <a:close/>
                <a:moveTo>
                  <a:pt x="6411" y="932"/>
                </a:moveTo>
                <a:cubicBezTo>
                  <a:pt x="6118" y="1062"/>
                  <a:pt x="5831" y="1206"/>
                  <a:pt x="5549" y="1363"/>
                </a:cubicBezTo>
                <a:lnTo>
                  <a:pt x="1362" y="5549"/>
                </a:lnTo>
                <a:cubicBezTo>
                  <a:pt x="1205" y="5832"/>
                  <a:pt x="1061" y="6119"/>
                  <a:pt x="931" y="6411"/>
                </a:cubicBezTo>
                <a:lnTo>
                  <a:pt x="6411" y="932"/>
                </a:lnTo>
                <a:close/>
                <a:moveTo>
                  <a:pt x="15470" y="1061"/>
                </a:moveTo>
                <a:lnTo>
                  <a:pt x="1060" y="15471"/>
                </a:lnTo>
                <a:cubicBezTo>
                  <a:pt x="1106" y="15567"/>
                  <a:pt x="1153" y="15664"/>
                  <a:pt x="1202" y="15759"/>
                </a:cubicBezTo>
                <a:lnTo>
                  <a:pt x="15759" y="1203"/>
                </a:lnTo>
                <a:cubicBezTo>
                  <a:pt x="15663" y="1153"/>
                  <a:pt x="15567" y="1107"/>
                  <a:pt x="15470" y="1061"/>
                </a:cubicBezTo>
                <a:close/>
                <a:moveTo>
                  <a:pt x="16103" y="1391"/>
                </a:moveTo>
                <a:lnTo>
                  <a:pt x="1391" y="16103"/>
                </a:lnTo>
                <a:cubicBezTo>
                  <a:pt x="1442" y="16194"/>
                  <a:pt x="1494" y="16285"/>
                  <a:pt x="1549" y="16375"/>
                </a:cubicBezTo>
                <a:lnTo>
                  <a:pt x="16375" y="1549"/>
                </a:lnTo>
                <a:cubicBezTo>
                  <a:pt x="16285" y="1495"/>
                  <a:pt x="16194" y="1442"/>
                  <a:pt x="16103" y="1391"/>
                </a:cubicBezTo>
                <a:close/>
                <a:moveTo>
                  <a:pt x="16703" y="1754"/>
                </a:moveTo>
                <a:lnTo>
                  <a:pt x="1753" y="16703"/>
                </a:lnTo>
                <a:cubicBezTo>
                  <a:pt x="1809" y="16788"/>
                  <a:pt x="1869" y="16872"/>
                  <a:pt x="1928" y="16956"/>
                </a:cubicBezTo>
                <a:lnTo>
                  <a:pt x="16956" y="1928"/>
                </a:lnTo>
                <a:cubicBezTo>
                  <a:pt x="16872" y="1869"/>
                  <a:pt x="16788" y="1810"/>
                  <a:pt x="16703" y="1754"/>
                </a:cubicBezTo>
                <a:close/>
                <a:moveTo>
                  <a:pt x="17267" y="2151"/>
                </a:moveTo>
                <a:lnTo>
                  <a:pt x="2151" y="17267"/>
                </a:lnTo>
                <a:cubicBezTo>
                  <a:pt x="2212" y="17349"/>
                  <a:pt x="2274" y="17430"/>
                  <a:pt x="2338" y="17510"/>
                </a:cubicBezTo>
                <a:lnTo>
                  <a:pt x="17510" y="2338"/>
                </a:lnTo>
                <a:cubicBezTo>
                  <a:pt x="17430" y="2275"/>
                  <a:pt x="17349" y="2212"/>
                  <a:pt x="17267" y="2151"/>
                </a:cubicBezTo>
                <a:close/>
                <a:moveTo>
                  <a:pt x="3805" y="2574"/>
                </a:moveTo>
                <a:cubicBezTo>
                  <a:pt x="3586" y="2761"/>
                  <a:pt x="3370" y="2956"/>
                  <a:pt x="3163" y="3163"/>
                </a:cubicBezTo>
                <a:cubicBezTo>
                  <a:pt x="2955" y="3371"/>
                  <a:pt x="2761" y="3586"/>
                  <a:pt x="2574" y="3806"/>
                </a:cubicBezTo>
                <a:lnTo>
                  <a:pt x="3805" y="2574"/>
                </a:lnTo>
                <a:close/>
                <a:moveTo>
                  <a:pt x="17801" y="2579"/>
                </a:moveTo>
                <a:lnTo>
                  <a:pt x="2579" y="17801"/>
                </a:lnTo>
                <a:cubicBezTo>
                  <a:pt x="2645" y="17878"/>
                  <a:pt x="2709" y="17957"/>
                  <a:pt x="2777" y="18032"/>
                </a:cubicBezTo>
                <a:lnTo>
                  <a:pt x="18032" y="2777"/>
                </a:lnTo>
                <a:cubicBezTo>
                  <a:pt x="17957" y="2709"/>
                  <a:pt x="17878" y="2645"/>
                  <a:pt x="17801" y="2579"/>
                </a:cubicBezTo>
                <a:close/>
                <a:moveTo>
                  <a:pt x="18304" y="3036"/>
                </a:moveTo>
                <a:lnTo>
                  <a:pt x="3036" y="18304"/>
                </a:lnTo>
                <a:cubicBezTo>
                  <a:pt x="3079" y="18349"/>
                  <a:pt x="3119" y="18394"/>
                  <a:pt x="3163" y="18438"/>
                </a:cubicBezTo>
                <a:cubicBezTo>
                  <a:pt x="3191" y="18466"/>
                  <a:pt x="3222" y="18492"/>
                  <a:pt x="3250" y="18521"/>
                </a:cubicBezTo>
                <a:lnTo>
                  <a:pt x="18521" y="3251"/>
                </a:lnTo>
                <a:cubicBezTo>
                  <a:pt x="18492" y="3222"/>
                  <a:pt x="18466" y="3192"/>
                  <a:pt x="18438" y="3163"/>
                </a:cubicBezTo>
                <a:cubicBezTo>
                  <a:pt x="18394" y="3119"/>
                  <a:pt x="18348" y="3079"/>
                  <a:pt x="18304" y="3036"/>
                </a:cubicBezTo>
                <a:close/>
                <a:moveTo>
                  <a:pt x="18781" y="3523"/>
                </a:moveTo>
                <a:lnTo>
                  <a:pt x="3522" y="18781"/>
                </a:lnTo>
                <a:cubicBezTo>
                  <a:pt x="3598" y="18850"/>
                  <a:pt x="3676" y="18915"/>
                  <a:pt x="3753" y="18982"/>
                </a:cubicBezTo>
                <a:lnTo>
                  <a:pt x="18982" y="3753"/>
                </a:lnTo>
                <a:cubicBezTo>
                  <a:pt x="18915" y="3676"/>
                  <a:pt x="18850" y="3598"/>
                  <a:pt x="18781" y="3523"/>
                </a:cubicBezTo>
                <a:close/>
                <a:moveTo>
                  <a:pt x="19224" y="4041"/>
                </a:moveTo>
                <a:lnTo>
                  <a:pt x="4041" y="19224"/>
                </a:lnTo>
                <a:cubicBezTo>
                  <a:pt x="4121" y="19289"/>
                  <a:pt x="4202" y="19350"/>
                  <a:pt x="4283" y="19412"/>
                </a:cubicBezTo>
                <a:lnTo>
                  <a:pt x="19412" y="4283"/>
                </a:lnTo>
                <a:cubicBezTo>
                  <a:pt x="19350" y="4202"/>
                  <a:pt x="19289" y="4121"/>
                  <a:pt x="19224" y="4041"/>
                </a:cubicBezTo>
                <a:close/>
                <a:moveTo>
                  <a:pt x="19637" y="4591"/>
                </a:moveTo>
                <a:lnTo>
                  <a:pt x="4591" y="19637"/>
                </a:lnTo>
                <a:cubicBezTo>
                  <a:pt x="4675" y="19696"/>
                  <a:pt x="4758" y="19757"/>
                  <a:pt x="4843" y="19813"/>
                </a:cubicBezTo>
                <a:lnTo>
                  <a:pt x="19813" y="4844"/>
                </a:lnTo>
                <a:cubicBezTo>
                  <a:pt x="19757" y="4758"/>
                  <a:pt x="19696" y="4675"/>
                  <a:pt x="19637" y="4591"/>
                </a:cubicBezTo>
                <a:close/>
                <a:moveTo>
                  <a:pt x="20019" y="5172"/>
                </a:moveTo>
                <a:lnTo>
                  <a:pt x="5172" y="20019"/>
                </a:lnTo>
                <a:cubicBezTo>
                  <a:pt x="5261" y="20073"/>
                  <a:pt x="5351" y="20126"/>
                  <a:pt x="5441" y="20178"/>
                </a:cubicBezTo>
                <a:lnTo>
                  <a:pt x="20178" y="5441"/>
                </a:lnTo>
                <a:cubicBezTo>
                  <a:pt x="20126" y="5351"/>
                  <a:pt x="20073" y="5261"/>
                  <a:pt x="20019" y="5172"/>
                </a:cubicBezTo>
                <a:close/>
                <a:moveTo>
                  <a:pt x="20369" y="5782"/>
                </a:moveTo>
                <a:lnTo>
                  <a:pt x="5782" y="20369"/>
                </a:lnTo>
                <a:cubicBezTo>
                  <a:pt x="5877" y="20419"/>
                  <a:pt x="5974" y="20463"/>
                  <a:pt x="6071" y="20510"/>
                </a:cubicBezTo>
                <a:lnTo>
                  <a:pt x="20510" y="6071"/>
                </a:lnTo>
                <a:cubicBezTo>
                  <a:pt x="20463" y="5975"/>
                  <a:pt x="20419" y="5878"/>
                  <a:pt x="20369" y="5782"/>
                </a:cubicBezTo>
                <a:close/>
                <a:moveTo>
                  <a:pt x="20679" y="6434"/>
                </a:moveTo>
                <a:lnTo>
                  <a:pt x="6434" y="20679"/>
                </a:lnTo>
                <a:cubicBezTo>
                  <a:pt x="6534" y="20723"/>
                  <a:pt x="6633" y="20769"/>
                  <a:pt x="6734" y="20809"/>
                </a:cubicBezTo>
                <a:lnTo>
                  <a:pt x="20809" y="6735"/>
                </a:lnTo>
                <a:cubicBezTo>
                  <a:pt x="20769" y="6634"/>
                  <a:pt x="20723" y="6534"/>
                  <a:pt x="20679" y="6434"/>
                </a:cubicBezTo>
                <a:close/>
                <a:moveTo>
                  <a:pt x="20956" y="7121"/>
                </a:moveTo>
                <a:lnTo>
                  <a:pt x="7120" y="20956"/>
                </a:lnTo>
                <a:cubicBezTo>
                  <a:pt x="7226" y="20994"/>
                  <a:pt x="7333" y="21030"/>
                  <a:pt x="7439" y="21065"/>
                </a:cubicBezTo>
                <a:lnTo>
                  <a:pt x="21065" y="7439"/>
                </a:lnTo>
                <a:cubicBezTo>
                  <a:pt x="21030" y="7333"/>
                  <a:pt x="20994" y="7226"/>
                  <a:pt x="20956" y="7121"/>
                </a:cubicBezTo>
                <a:close/>
                <a:moveTo>
                  <a:pt x="21190" y="7848"/>
                </a:moveTo>
                <a:lnTo>
                  <a:pt x="7848" y="21190"/>
                </a:lnTo>
                <a:cubicBezTo>
                  <a:pt x="7960" y="21221"/>
                  <a:pt x="8073" y="21252"/>
                  <a:pt x="8186" y="21280"/>
                </a:cubicBezTo>
                <a:lnTo>
                  <a:pt x="21280" y="8186"/>
                </a:lnTo>
                <a:cubicBezTo>
                  <a:pt x="21252" y="8073"/>
                  <a:pt x="21221" y="7960"/>
                  <a:pt x="21190" y="7848"/>
                </a:cubicBezTo>
                <a:close/>
                <a:moveTo>
                  <a:pt x="21378" y="8623"/>
                </a:moveTo>
                <a:lnTo>
                  <a:pt x="8623" y="21378"/>
                </a:lnTo>
                <a:cubicBezTo>
                  <a:pt x="8743" y="21402"/>
                  <a:pt x="8863" y="21424"/>
                  <a:pt x="8984" y="21445"/>
                </a:cubicBezTo>
                <a:lnTo>
                  <a:pt x="21445" y="8984"/>
                </a:lnTo>
                <a:cubicBezTo>
                  <a:pt x="21424" y="8864"/>
                  <a:pt x="21402" y="8743"/>
                  <a:pt x="21378" y="8623"/>
                </a:cubicBezTo>
                <a:close/>
                <a:moveTo>
                  <a:pt x="21514" y="9448"/>
                </a:moveTo>
                <a:lnTo>
                  <a:pt x="9447" y="21514"/>
                </a:lnTo>
                <a:cubicBezTo>
                  <a:pt x="9576" y="21530"/>
                  <a:pt x="9704" y="21546"/>
                  <a:pt x="9833" y="21557"/>
                </a:cubicBezTo>
                <a:lnTo>
                  <a:pt x="21557" y="9834"/>
                </a:lnTo>
                <a:cubicBezTo>
                  <a:pt x="21546" y="9705"/>
                  <a:pt x="21530" y="9576"/>
                  <a:pt x="21514" y="9448"/>
                </a:cubicBezTo>
                <a:close/>
                <a:moveTo>
                  <a:pt x="21590" y="10333"/>
                </a:moveTo>
                <a:lnTo>
                  <a:pt x="10332" y="21590"/>
                </a:lnTo>
                <a:cubicBezTo>
                  <a:pt x="10473" y="21596"/>
                  <a:pt x="10613" y="21599"/>
                  <a:pt x="10753" y="21600"/>
                </a:cubicBezTo>
                <a:lnTo>
                  <a:pt x="21600" y="10754"/>
                </a:lnTo>
                <a:cubicBezTo>
                  <a:pt x="21599" y="10613"/>
                  <a:pt x="21596" y="10473"/>
                  <a:pt x="21590" y="10333"/>
                </a:cubicBezTo>
                <a:close/>
                <a:moveTo>
                  <a:pt x="21590" y="11296"/>
                </a:moveTo>
                <a:lnTo>
                  <a:pt x="11295" y="21590"/>
                </a:lnTo>
                <a:cubicBezTo>
                  <a:pt x="11449" y="21583"/>
                  <a:pt x="11603" y="21572"/>
                  <a:pt x="11757" y="21558"/>
                </a:cubicBezTo>
                <a:lnTo>
                  <a:pt x="21558" y="11757"/>
                </a:lnTo>
                <a:cubicBezTo>
                  <a:pt x="21572" y="11603"/>
                  <a:pt x="21583" y="11450"/>
                  <a:pt x="21590" y="11296"/>
                </a:cubicBezTo>
                <a:close/>
                <a:moveTo>
                  <a:pt x="21489" y="12358"/>
                </a:moveTo>
                <a:lnTo>
                  <a:pt x="12358" y="21489"/>
                </a:lnTo>
                <a:cubicBezTo>
                  <a:pt x="12531" y="21464"/>
                  <a:pt x="12703" y="21434"/>
                  <a:pt x="12876" y="21400"/>
                </a:cubicBezTo>
                <a:lnTo>
                  <a:pt x="21400" y="12876"/>
                </a:lnTo>
                <a:cubicBezTo>
                  <a:pt x="21434" y="12704"/>
                  <a:pt x="21464" y="12531"/>
                  <a:pt x="21489" y="12358"/>
                </a:cubicBezTo>
                <a:close/>
                <a:moveTo>
                  <a:pt x="21239" y="13569"/>
                </a:moveTo>
                <a:lnTo>
                  <a:pt x="13569" y="21239"/>
                </a:lnTo>
                <a:cubicBezTo>
                  <a:pt x="13774" y="21185"/>
                  <a:pt x="13978" y="21125"/>
                  <a:pt x="14181" y="21058"/>
                </a:cubicBezTo>
                <a:lnTo>
                  <a:pt x="21058" y="14181"/>
                </a:lnTo>
                <a:cubicBezTo>
                  <a:pt x="21125" y="13978"/>
                  <a:pt x="21185" y="13774"/>
                  <a:pt x="21239" y="13569"/>
                </a:cubicBezTo>
                <a:close/>
                <a:moveTo>
                  <a:pt x="20736" y="15035"/>
                </a:moveTo>
                <a:lnTo>
                  <a:pt x="15035" y="20736"/>
                </a:lnTo>
                <a:cubicBezTo>
                  <a:pt x="15310" y="20619"/>
                  <a:pt x="15581" y="20493"/>
                  <a:pt x="15848" y="20352"/>
                </a:cubicBezTo>
                <a:lnTo>
                  <a:pt x="20352" y="15848"/>
                </a:lnTo>
                <a:cubicBezTo>
                  <a:pt x="20493" y="15581"/>
                  <a:pt x="20619" y="15310"/>
                  <a:pt x="20736" y="15035"/>
                </a:cubicBezTo>
                <a:close/>
                <a:moveTo>
                  <a:pt x="19400" y="17332"/>
                </a:moveTo>
                <a:lnTo>
                  <a:pt x="17332" y="19400"/>
                </a:lnTo>
                <a:cubicBezTo>
                  <a:pt x="17716" y="19108"/>
                  <a:pt x="18087" y="18789"/>
                  <a:pt x="18438" y="18438"/>
                </a:cubicBezTo>
                <a:cubicBezTo>
                  <a:pt x="18788" y="18087"/>
                  <a:pt x="19107" y="17716"/>
                  <a:pt x="19400" y="17332"/>
                </a:cubicBezTo>
                <a:close/>
              </a:path>
            </a:pathLst>
          </a:custGeom>
          <a:solidFill>
            <a:schemeClr val="accent4"/>
          </a:solidFill>
          <a:ln w="12700">
            <a:miter lim="400000"/>
          </a:ln>
        </p:spPr>
        <p:txBody>
          <a:bodyPr lIns="0" tIns="0" rIns="0" bIns="0" anchor="ctr"/>
          <a:lstStyle/>
          <a:p>
            <a:pPr marL="0" marR="0" lvl="0" indent="0" algn="ctr" defTabSz="8255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 kumimoji="0" sz="32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Helvetica Neue Medium"/>
              <a:sym typeface="Helvetica Neue Medium"/>
            </a:endParaRPr>
          </a:p>
        </p:txBody>
      </p:sp>
      <p:sp>
        <p:nvSpPr>
          <p:cNvPr id="221" name="Shape">
            <a:extLst>
              <a:ext uri="{FF2B5EF4-FFF2-40B4-BE49-F238E27FC236}">
                <a16:creationId xmlns:a16="http://schemas.microsoft.com/office/drawing/2014/main" id="{B8868534-D7BA-9CDD-69E1-F3F7670190EE}"/>
              </a:ext>
            </a:extLst>
          </p:cNvPr>
          <p:cNvSpPr/>
          <p:nvPr/>
        </p:nvSpPr>
        <p:spPr>
          <a:xfrm>
            <a:off x="-9782" y="-14685"/>
            <a:ext cx="5401449" cy="1371951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489" h="21600" extrusionOk="0">
                <a:moveTo>
                  <a:pt x="9876" y="0"/>
                </a:moveTo>
                <a:cubicBezTo>
                  <a:pt x="14909" y="1061"/>
                  <a:pt x="18164" y="3091"/>
                  <a:pt x="18448" y="5345"/>
                </a:cubicBezTo>
                <a:cubicBezTo>
                  <a:pt x="18695" y="7304"/>
                  <a:pt x="16642" y="9198"/>
                  <a:pt x="12885" y="10477"/>
                </a:cubicBezTo>
                <a:cubicBezTo>
                  <a:pt x="8651" y="11730"/>
                  <a:pt x="7084" y="13955"/>
                  <a:pt x="9071" y="15894"/>
                </a:cubicBezTo>
                <a:cubicBezTo>
                  <a:pt x="10355" y="17147"/>
                  <a:pt x="13013" y="18098"/>
                  <a:pt x="16290" y="18479"/>
                </a:cubicBezTo>
                <a:cubicBezTo>
                  <a:pt x="17951" y="18702"/>
                  <a:pt x="19367" y="19144"/>
                  <a:pt x="20305" y="19731"/>
                </a:cubicBezTo>
                <a:cubicBezTo>
                  <a:pt x="21193" y="20288"/>
                  <a:pt x="21600" y="20944"/>
                  <a:pt x="21463" y="21600"/>
                </a:cubicBezTo>
                <a:lnTo>
                  <a:pt x="0" y="21600"/>
                </a:lnTo>
                <a:lnTo>
                  <a:pt x="0" y="1"/>
                </a:lnTo>
                <a:lnTo>
                  <a:pt x="9876" y="0"/>
                </a:lnTo>
                <a:close/>
              </a:path>
            </a:pathLst>
          </a:custGeom>
          <a:solidFill>
            <a:schemeClr val="accent3"/>
          </a:solidFill>
          <a:ln w="12700">
            <a:miter lim="400000"/>
          </a:ln>
          <a:effectLst>
            <a:outerShdw blurRad="914400" dist="25400" dir="5400000" rotWithShape="0">
              <a:srgbClr val="000000">
                <a:alpha val="50000"/>
              </a:srgbClr>
            </a:outerShdw>
          </a:effectLst>
        </p:spPr>
        <p:txBody>
          <a:bodyPr lIns="50800" tIns="50800" rIns="50800" bIns="50800" anchor="ctr"/>
          <a:lstStyle/>
          <a:p>
            <a:pPr marL="0" marR="0" lvl="0" indent="0" algn="ctr" defTabSz="8255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3000" b="1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Helvetica Neue"/>
              <a:sym typeface="Helvetica Neue"/>
            </a:endParaRPr>
          </a:p>
        </p:txBody>
      </p:sp>
      <p:sp>
        <p:nvSpPr>
          <p:cNvPr id="222" name="Shape">
            <a:extLst>
              <a:ext uri="{FF2B5EF4-FFF2-40B4-BE49-F238E27FC236}">
                <a16:creationId xmlns:a16="http://schemas.microsoft.com/office/drawing/2014/main" id="{A452EA82-20CC-F7B8-82FA-B96063636290}"/>
              </a:ext>
            </a:extLst>
          </p:cNvPr>
          <p:cNvSpPr/>
          <p:nvPr/>
        </p:nvSpPr>
        <p:spPr>
          <a:xfrm>
            <a:off x="14077382" y="-26393"/>
            <a:ext cx="10315136" cy="10264133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490" h="20992" extrusionOk="0">
                <a:moveTo>
                  <a:pt x="22" y="0"/>
                </a:moveTo>
                <a:cubicBezTo>
                  <a:pt x="-110" y="1123"/>
                  <a:pt x="362" y="2232"/>
                  <a:pt x="1268" y="2930"/>
                </a:cubicBezTo>
                <a:cubicBezTo>
                  <a:pt x="2187" y="3637"/>
                  <a:pt x="3418" y="3817"/>
                  <a:pt x="4507" y="3403"/>
                </a:cubicBezTo>
                <a:cubicBezTo>
                  <a:pt x="6055" y="2610"/>
                  <a:pt x="7961" y="3061"/>
                  <a:pt x="8970" y="4460"/>
                </a:cubicBezTo>
                <a:cubicBezTo>
                  <a:pt x="9809" y="5622"/>
                  <a:pt x="9807" y="7178"/>
                  <a:pt x="8965" y="8338"/>
                </a:cubicBezTo>
                <a:cubicBezTo>
                  <a:pt x="6771" y="11924"/>
                  <a:pt x="7613" y="16550"/>
                  <a:pt x="10936" y="19169"/>
                </a:cubicBezTo>
                <a:cubicBezTo>
                  <a:pt x="14018" y="21597"/>
                  <a:pt x="18405" y="21600"/>
                  <a:pt x="21490" y="19175"/>
                </a:cubicBezTo>
                <a:lnTo>
                  <a:pt x="21490" y="35"/>
                </a:lnTo>
                <a:lnTo>
                  <a:pt x="22" y="0"/>
                </a:lnTo>
                <a:close/>
              </a:path>
            </a:pathLst>
          </a:custGeom>
          <a:solidFill>
            <a:schemeClr val="accent3"/>
          </a:solidFill>
          <a:ln w="12700">
            <a:miter lim="400000"/>
          </a:ln>
          <a:effectLst>
            <a:outerShdw blurRad="914400" dist="25400" dir="5400000" rotWithShape="0">
              <a:srgbClr val="000000">
                <a:alpha val="50000"/>
              </a:srgbClr>
            </a:outerShdw>
          </a:effectLst>
        </p:spPr>
        <p:txBody>
          <a:bodyPr lIns="50800" tIns="50800" rIns="50800" bIns="50800" anchor="ctr"/>
          <a:lstStyle/>
          <a:p>
            <a:pPr marL="0" marR="0" lvl="0" indent="0" algn="ctr" defTabSz="8255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3000" b="1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Helvetica Neue"/>
              <a:sym typeface="Helvetica Neue"/>
            </a:endParaRPr>
          </a:p>
        </p:txBody>
      </p:sp>
      <p:sp>
        <p:nvSpPr>
          <p:cNvPr id="223" name="Circle">
            <a:extLst>
              <a:ext uri="{FF2B5EF4-FFF2-40B4-BE49-F238E27FC236}">
                <a16:creationId xmlns:a16="http://schemas.microsoft.com/office/drawing/2014/main" id="{8F80908D-4092-DC0C-66B2-810DC39B9FF5}"/>
              </a:ext>
            </a:extLst>
          </p:cNvPr>
          <p:cNvSpPr/>
          <p:nvPr/>
        </p:nvSpPr>
        <p:spPr>
          <a:xfrm>
            <a:off x="17006264" y="352354"/>
            <a:ext cx="494973" cy="494972"/>
          </a:xfrm>
          <a:prstGeom prst="ellipse">
            <a:avLst/>
          </a:prstGeom>
          <a:gradFill>
            <a:gsLst>
              <a:gs pos="0">
                <a:schemeClr val="accent2"/>
              </a:gs>
              <a:gs pos="100000">
                <a:schemeClr val="accent1"/>
              </a:gs>
            </a:gsLst>
            <a:lin ang="5400000"/>
          </a:gradFill>
          <a:ln w="12700">
            <a:miter lim="400000"/>
          </a:ln>
        </p:spPr>
        <p:txBody>
          <a:bodyPr lIns="0" tIns="0" rIns="0" bIns="0" anchor="ctr"/>
          <a:lstStyle/>
          <a:p>
            <a:pPr marL="0" marR="0" lvl="0" indent="0" algn="ctr" defTabSz="8255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 kumimoji="0" sz="32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Helvetica Neue Medium"/>
              <a:sym typeface="Helvetica Neue Medium"/>
            </a:endParaRPr>
          </a:p>
        </p:txBody>
      </p:sp>
      <p:sp>
        <p:nvSpPr>
          <p:cNvPr id="224" name="Circle">
            <a:extLst>
              <a:ext uri="{FF2B5EF4-FFF2-40B4-BE49-F238E27FC236}">
                <a16:creationId xmlns:a16="http://schemas.microsoft.com/office/drawing/2014/main" id="{3241EF05-D9C7-8861-9DE6-89EE04C671E0}"/>
              </a:ext>
            </a:extLst>
          </p:cNvPr>
          <p:cNvSpPr/>
          <p:nvPr/>
        </p:nvSpPr>
        <p:spPr>
          <a:xfrm>
            <a:off x="-564062" y="1321716"/>
            <a:ext cx="1150610" cy="1150611"/>
          </a:xfrm>
          <a:prstGeom prst="ellipse">
            <a:avLst/>
          </a:prstGeom>
          <a:gradFill>
            <a:gsLst>
              <a:gs pos="0">
                <a:schemeClr val="accent2"/>
              </a:gs>
              <a:gs pos="100000">
                <a:schemeClr val="accent1"/>
              </a:gs>
            </a:gsLst>
            <a:lin ang="5400000"/>
          </a:gradFill>
          <a:ln w="12700">
            <a:miter lim="400000"/>
          </a:ln>
        </p:spPr>
        <p:txBody>
          <a:bodyPr lIns="0" tIns="0" rIns="0" bIns="0" anchor="ctr"/>
          <a:lstStyle/>
          <a:p>
            <a:pPr marL="0" marR="0" lvl="0" indent="0" algn="ctr" defTabSz="8255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 kumimoji="0" sz="32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Helvetica Neue Medium"/>
              <a:sym typeface="Helvetica Neue Medium"/>
            </a:endParaRPr>
          </a:p>
        </p:txBody>
      </p:sp>
      <p:sp>
        <p:nvSpPr>
          <p:cNvPr id="225" name="TOPIC #1 - $100 ANSWER">
            <a:extLst>
              <a:ext uri="{FF2B5EF4-FFF2-40B4-BE49-F238E27FC236}">
                <a16:creationId xmlns:a16="http://schemas.microsoft.com/office/drawing/2014/main" id="{2E3E13BD-9906-CB97-61D3-F47744BAAF2E}"/>
              </a:ext>
            </a:extLst>
          </p:cNvPr>
          <p:cNvSpPr txBox="1"/>
          <p:nvPr/>
        </p:nvSpPr>
        <p:spPr>
          <a:xfrm>
            <a:off x="1318646" y="1076284"/>
            <a:ext cx="23992454" cy="164147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50800" tIns="50800" rIns="50800" bIns="50800" anchor="ctr">
            <a:spAutoFit/>
          </a:bodyPr>
          <a:lstStyle/>
          <a:p>
            <a:pPr marL="0" marR="0" lvl="0" indent="0" algn="l" defTabSz="8255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0000" b="0">
                <a:solidFill>
                  <a:srgbClr val="F6C543"/>
                </a:solidFill>
                <a:latin typeface="Impact"/>
                <a:ea typeface="Impact"/>
                <a:cs typeface="Impact"/>
                <a:sym typeface="Impact"/>
              </a:defRPr>
            </a:pPr>
            <a:r>
              <a:rPr kumimoji="0" lang="en-US" altLang="zh-CN" sz="10000" b="0" i="0" u="none" strike="noStrike" kern="0" cap="none" spc="0" normalizeH="0" baseline="0" noProof="0" dirty="0">
                <a:ln>
                  <a:noFill/>
                </a:ln>
                <a:solidFill>
                  <a:srgbClr val="F6C542"/>
                </a:solidFill>
                <a:effectLst/>
                <a:uLnTx/>
                <a:uFillTx/>
                <a:latin typeface="Impact"/>
                <a:sym typeface="Impact"/>
              </a:rPr>
              <a:t>UNIT #</a:t>
            </a:r>
            <a:r>
              <a:rPr kumimoji="0" lang="en-US" altLang="zh-CN" sz="10000" b="0" i="0" u="none" strike="noStrike" kern="0" cap="none" spc="0" normalizeH="0" baseline="0" noProof="0" dirty="0">
                <a:ln>
                  <a:noFill/>
                </a:ln>
                <a:solidFill>
                  <a:srgbClr val="F6C543"/>
                </a:solidFill>
                <a:effectLst/>
                <a:uLnTx/>
                <a:uFillTx/>
                <a:latin typeface="Impact"/>
                <a:sym typeface="Impact"/>
              </a:rPr>
              <a:t> </a:t>
            </a:r>
            <a:r>
              <a:rPr kumimoji="0" lang="en-US" altLang="zh-CN" sz="10000" b="0" i="0" u="none" strike="noStrike" kern="0" cap="none" spc="0" normalizeH="0" baseline="0" noProof="0" dirty="0">
                <a:ln>
                  <a:noFill/>
                </a:ln>
                <a:solidFill>
                  <a:srgbClr val="F6C542"/>
                </a:solidFill>
                <a:effectLst/>
                <a:uLnTx/>
                <a:uFillTx/>
                <a:latin typeface="Impact"/>
                <a:sym typeface="Impact"/>
              </a:rPr>
              <a:t>6 </a:t>
            </a:r>
            <a:r>
              <a:rPr kumimoji="0" lang="en-US" altLang="zh-CN" sz="100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Impact"/>
                <a:sym typeface="Impact"/>
              </a:rPr>
              <a:t>–</a:t>
            </a:r>
            <a:r>
              <a:rPr kumimoji="0" lang="zh-CN" altLang="en-US" sz="10000" b="0" i="0" u="none" strike="noStrike" kern="0" cap="none" spc="0" normalizeH="0" baseline="0" noProof="0" dirty="0">
                <a:ln>
                  <a:noFill/>
                </a:ln>
                <a:solidFill>
                  <a:srgbClr val="F6C543"/>
                </a:solidFill>
                <a:effectLst/>
                <a:uLnTx/>
                <a:uFillTx/>
                <a:latin typeface="华文楷体" panose="02010600040101010101" pitchFamily="2" charset="-122"/>
                <a:ea typeface="华文楷体" panose="02010600040101010101" pitchFamily="2" charset="-122"/>
                <a:sym typeface="Impact"/>
              </a:rPr>
              <a:t>剖视图</a:t>
            </a:r>
            <a:endParaRPr kumimoji="0" lang="zh-CN" altLang="en-US" sz="100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华文楷体" panose="02010600040101010101" pitchFamily="2" charset="-122"/>
              <a:ea typeface="华文楷体" panose="02010600040101010101" pitchFamily="2" charset="-122"/>
              <a:sym typeface="Impact"/>
            </a:endParaRPr>
          </a:p>
        </p:txBody>
      </p:sp>
      <p:sp>
        <p:nvSpPr>
          <p:cNvPr id="226" name="Shape">
            <a:extLst>
              <a:ext uri="{FF2B5EF4-FFF2-40B4-BE49-F238E27FC236}">
                <a16:creationId xmlns:a16="http://schemas.microsoft.com/office/drawing/2014/main" id="{F544DB80-CA8E-A27C-42C3-CA3809A4F7D6}"/>
              </a:ext>
            </a:extLst>
          </p:cNvPr>
          <p:cNvSpPr/>
          <p:nvPr/>
        </p:nvSpPr>
        <p:spPr>
          <a:xfrm>
            <a:off x="-306915" y="8239797"/>
            <a:ext cx="1046530" cy="104640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9679" h="20595" extrusionOk="0">
                <a:moveTo>
                  <a:pt x="9839" y="0"/>
                </a:moveTo>
                <a:cubicBezTo>
                  <a:pt x="7321" y="0"/>
                  <a:pt x="4802" y="1006"/>
                  <a:pt x="2881" y="3017"/>
                </a:cubicBezTo>
                <a:cubicBezTo>
                  <a:pt x="-961" y="7038"/>
                  <a:pt x="-961" y="13557"/>
                  <a:pt x="2881" y="17578"/>
                </a:cubicBezTo>
                <a:cubicBezTo>
                  <a:pt x="6724" y="21600"/>
                  <a:pt x="12954" y="21600"/>
                  <a:pt x="16797" y="17578"/>
                </a:cubicBezTo>
                <a:cubicBezTo>
                  <a:pt x="20639" y="13557"/>
                  <a:pt x="20639" y="7038"/>
                  <a:pt x="16797" y="3017"/>
                </a:cubicBezTo>
                <a:cubicBezTo>
                  <a:pt x="14876" y="1006"/>
                  <a:pt x="12357" y="0"/>
                  <a:pt x="9839" y="0"/>
                </a:cubicBezTo>
                <a:close/>
                <a:moveTo>
                  <a:pt x="9839" y="2649"/>
                </a:moveTo>
                <a:cubicBezTo>
                  <a:pt x="11709" y="2649"/>
                  <a:pt x="13580" y="3397"/>
                  <a:pt x="15007" y="4890"/>
                </a:cubicBezTo>
                <a:cubicBezTo>
                  <a:pt x="17861" y="7877"/>
                  <a:pt x="17861" y="12718"/>
                  <a:pt x="15007" y="15705"/>
                </a:cubicBezTo>
                <a:cubicBezTo>
                  <a:pt x="12153" y="18692"/>
                  <a:pt x="7525" y="18692"/>
                  <a:pt x="4671" y="15705"/>
                </a:cubicBezTo>
                <a:cubicBezTo>
                  <a:pt x="1817" y="12718"/>
                  <a:pt x="1817" y="7877"/>
                  <a:pt x="4671" y="4890"/>
                </a:cubicBezTo>
                <a:cubicBezTo>
                  <a:pt x="6098" y="3397"/>
                  <a:pt x="7969" y="2649"/>
                  <a:pt x="9839" y="2649"/>
                </a:cubicBezTo>
                <a:close/>
              </a:path>
            </a:pathLst>
          </a:custGeom>
          <a:gradFill>
            <a:gsLst>
              <a:gs pos="0">
                <a:schemeClr val="accent2"/>
              </a:gs>
              <a:gs pos="100000">
                <a:schemeClr val="accent1"/>
              </a:gs>
            </a:gsLst>
            <a:lin ang="5400000"/>
          </a:gradFill>
          <a:ln w="12700">
            <a:miter lim="400000"/>
          </a:ln>
        </p:spPr>
        <p:txBody>
          <a:bodyPr lIns="0" tIns="0" rIns="0" bIns="0" anchor="ctr"/>
          <a:lstStyle/>
          <a:p>
            <a:pPr marL="0" marR="0" lvl="0" indent="0" algn="ctr" defTabSz="8255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 kumimoji="0" sz="32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Helvetica Neue Medium"/>
              <a:sym typeface="Helvetica Neue Medium"/>
            </a:endParaRPr>
          </a:p>
        </p:txBody>
      </p:sp>
      <p:sp>
        <p:nvSpPr>
          <p:cNvPr id="227" name="Shape">
            <a:extLst>
              <a:ext uri="{FF2B5EF4-FFF2-40B4-BE49-F238E27FC236}">
                <a16:creationId xmlns:a16="http://schemas.microsoft.com/office/drawing/2014/main" id="{B6114116-54C5-7BFD-54A7-B19EA9B3EF9A}"/>
              </a:ext>
            </a:extLst>
          </p:cNvPr>
          <p:cNvSpPr/>
          <p:nvPr/>
        </p:nvSpPr>
        <p:spPr>
          <a:xfrm>
            <a:off x="19865947" y="2060686"/>
            <a:ext cx="2330506" cy="233022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9679" h="20595" extrusionOk="0">
                <a:moveTo>
                  <a:pt x="9839" y="0"/>
                </a:moveTo>
                <a:cubicBezTo>
                  <a:pt x="7321" y="0"/>
                  <a:pt x="4802" y="1006"/>
                  <a:pt x="2881" y="3017"/>
                </a:cubicBezTo>
                <a:cubicBezTo>
                  <a:pt x="-961" y="7038"/>
                  <a:pt x="-961" y="13557"/>
                  <a:pt x="2881" y="17578"/>
                </a:cubicBezTo>
                <a:cubicBezTo>
                  <a:pt x="6724" y="21600"/>
                  <a:pt x="12954" y="21600"/>
                  <a:pt x="16797" y="17578"/>
                </a:cubicBezTo>
                <a:cubicBezTo>
                  <a:pt x="20639" y="13557"/>
                  <a:pt x="20639" y="7038"/>
                  <a:pt x="16797" y="3017"/>
                </a:cubicBezTo>
                <a:cubicBezTo>
                  <a:pt x="14876" y="1006"/>
                  <a:pt x="12357" y="0"/>
                  <a:pt x="9839" y="0"/>
                </a:cubicBezTo>
                <a:close/>
                <a:moveTo>
                  <a:pt x="9839" y="2649"/>
                </a:moveTo>
                <a:cubicBezTo>
                  <a:pt x="11709" y="2649"/>
                  <a:pt x="13580" y="3397"/>
                  <a:pt x="15007" y="4890"/>
                </a:cubicBezTo>
                <a:cubicBezTo>
                  <a:pt x="17861" y="7877"/>
                  <a:pt x="17861" y="12718"/>
                  <a:pt x="15007" y="15705"/>
                </a:cubicBezTo>
                <a:cubicBezTo>
                  <a:pt x="12153" y="18692"/>
                  <a:pt x="7525" y="18692"/>
                  <a:pt x="4671" y="15705"/>
                </a:cubicBezTo>
                <a:cubicBezTo>
                  <a:pt x="1817" y="12718"/>
                  <a:pt x="1817" y="7877"/>
                  <a:pt x="4671" y="4890"/>
                </a:cubicBezTo>
                <a:cubicBezTo>
                  <a:pt x="6098" y="3397"/>
                  <a:pt x="7969" y="2649"/>
                  <a:pt x="9839" y="2649"/>
                </a:cubicBezTo>
                <a:close/>
              </a:path>
            </a:pathLst>
          </a:custGeom>
          <a:gradFill>
            <a:gsLst>
              <a:gs pos="0">
                <a:schemeClr val="accent2"/>
              </a:gs>
              <a:gs pos="100000">
                <a:schemeClr val="accent1"/>
              </a:gs>
            </a:gsLst>
            <a:lin ang="5400000"/>
          </a:gradFill>
          <a:ln w="12700">
            <a:miter lim="400000"/>
          </a:ln>
        </p:spPr>
        <p:txBody>
          <a:bodyPr lIns="0" tIns="0" rIns="0" bIns="0" anchor="ctr"/>
          <a:lstStyle/>
          <a:p>
            <a:pPr marL="0" marR="0" lvl="0" indent="0" algn="ctr" defTabSz="8255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 kumimoji="0" sz="32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Helvetica Neue Medium"/>
              <a:sym typeface="Helvetica Neue Medium"/>
            </a:endParaRPr>
          </a:p>
        </p:txBody>
      </p:sp>
      <p:sp>
        <p:nvSpPr>
          <p:cNvPr id="228" name="Rounded Rectangle">
            <a:extLst>
              <a:ext uri="{FF2B5EF4-FFF2-40B4-BE49-F238E27FC236}">
                <a16:creationId xmlns:a16="http://schemas.microsoft.com/office/drawing/2014/main" id="{EB57E991-0FD8-37F2-F6B2-8A54E6384F03}"/>
              </a:ext>
            </a:extLst>
          </p:cNvPr>
          <p:cNvSpPr/>
          <p:nvPr/>
        </p:nvSpPr>
        <p:spPr>
          <a:xfrm>
            <a:off x="1413182" y="3302000"/>
            <a:ext cx="21616294" cy="8897388"/>
          </a:xfrm>
          <a:prstGeom prst="roundRect">
            <a:avLst>
              <a:gd name="adj" fmla="val 2897"/>
            </a:avLst>
          </a:prstGeom>
          <a:solidFill>
            <a:schemeClr val="accent4"/>
          </a:solidFill>
          <a:ln w="12700">
            <a:miter lim="400000"/>
          </a:ln>
          <a:effectLst>
            <a:outerShdw blurRad="558800" dist="71163" dir="5400000" rotWithShape="0">
              <a:srgbClr val="000000">
                <a:alpha val="19617"/>
              </a:srgbClr>
            </a:outerShdw>
          </a:effectLst>
        </p:spPr>
        <p:txBody>
          <a:bodyPr lIns="0" tIns="0" rIns="0" bIns="0" anchor="ctr"/>
          <a:lstStyle/>
          <a:p>
            <a:pPr marL="0" marR="0" lvl="0" indent="0" algn="ctr" defTabSz="8255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 kumimoji="0" sz="32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Helvetica Neue Medium"/>
              <a:sym typeface="Helvetica Neue Medium"/>
            </a:endParaRP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C7830FB2-5701-9730-3396-2B193940C36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04672" y="2930510"/>
            <a:ext cx="18728063" cy="94168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70731212"/>
      </p:ext>
    </p:extLst>
  </p:cSld>
  <p:clrMapOvr>
    <a:masterClrMapping/>
  </p:clrMapOvr>
  <p:transition spd="med"/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3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B6D8D76-CE1D-6CC5-2BF4-5FB0C3009E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Shape">
            <a:extLst>
              <a:ext uri="{FF2B5EF4-FFF2-40B4-BE49-F238E27FC236}">
                <a16:creationId xmlns:a16="http://schemas.microsoft.com/office/drawing/2014/main" id="{AF27ECD6-F3A4-6CEF-28BC-724A29E5D71F}"/>
              </a:ext>
            </a:extLst>
          </p:cNvPr>
          <p:cNvSpPr/>
          <p:nvPr/>
        </p:nvSpPr>
        <p:spPr>
          <a:xfrm>
            <a:off x="6290541" y="12617233"/>
            <a:ext cx="2709718" cy="270939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9679" h="20595" extrusionOk="0">
                <a:moveTo>
                  <a:pt x="9839" y="0"/>
                </a:moveTo>
                <a:cubicBezTo>
                  <a:pt x="7321" y="0"/>
                  <a:pt x="4802" y="1006"/>
                  <a:pt x="2881" y="3017"/>
                </a:cubicBezTo>
                <a:cubicBezTo>
                  <a:pt x="-961" y="7038"/>
                  <a:pt x="-961" y="13557"/>
                  <a:pt x="2881" y="17578"/>
                </a:cubicBezTo>
                <a:cubicBezTo>
                  <a:pt x="6724" y="21600"/>
                  <a:pt x="12954" y="21600"/>
                  <a:pt x="16797" y="17578"/>
                </a:cubicBezTo>
                <a:cubicBezTo>
                  <a:pt x="20639" y="13557"/>
                  <a:pt x="20639" y="7038"/>
                  <a:pt x="16797" y="3017"/>
                </a:cubicBezTo>
                <a:cubicBezTo>
                  <a:pt x="14876" y="1006"/>
                  <a:pt x="12357" y="0"/>
                  <a:pt x="9839" y="0"/>
                </a:cubicBezTo>
                <a:close/>
                <a:moveTo>
                  <a:pt x="9839" y="2649"/>
                </a:moveTo>
                <a:cubicBezTo>
                  <a:pt x="11709" y="2649"/>
                  <a:pt x="13580" y="3397"/>
                  <a:pt x="15007" y="4890"/>
                </a:cubicBezTo>
                <a:cubicBezTo>
                  <a:pt x="17861" y="7877"/>
                  <a:pt x="17861" y="12718"/>
                  <a:pt x="15007" y="15705"/>
                </a:cubicBezTo>
                <a:cubicBezTo>
                  <a:pt x="12153" y="18692"/>
                  <a:pt x="7525" y="18692"/>
                  <a:pt x="4671" y="15705"/>
                </a:cubicBezTo>
                <a:cubicBezTo>
                  <a:pt x="1817" y="12718"/>
                  <a:pt x="1817" y="7877"/>
                  <a:pt x="4671" y="4890"/>
                </a:cubicBezTo>
                <a:cubicBezTo>
                  <a:pt x="6098" y="3397"/>
                  <a:pt x="7969" y="2649"/>
                  <a:pt x="9839" y="2649"/>
                </a:cubicBezTo>
                <a:close/>
              </a:path>
            </a:pathLst>
          </a:custGeom>
          <a:gradFill>
            <a:gsLst>
              <a:gs pos="0">
                <a:schemeClr val="accent2"/>
              </a:gs>
              <a:gs pos="100000">
                <a:schemeClr val="accent1"/>
              </a:gs>
            </a:gsLst>
            <a:lin ang="5400000"/>
          </a:gradFill>
          <a:ln w="12700">
            <a:miter lim="400000"/>
          </a:ln>
        </p:spPr>
        <p:txBody>
          <a:bodyPr lIns="0" tIns="0" rIns="0" bIns="0" anchor="ctr"/>
          <a:lstStyle/>
          <a:p>
            <a:pPr marL="0" marR="0" lvl="0" indent="0" algn="ctr" defTabSz="8255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 kumimoji="0" sz="32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Helvetica Neue Medium"/>
              <a:sym typeface="Helvetica Neue Medium"/>
            </a:endParaRPr>
          </a:p>
        </p:txBody>
      </p:sp>
      <p:sp>
        <p:nvSpPr>
          <p:cNvPr id="216" name="Shape">
            <a:extLst>
              <a:ext uri="{FF2B5EF4-FFF2-40B4-BE49-F238E27FC236}">
                <a16:creationId xmlns:a16="http://schemas.microsoft.com/office/drawing/2014/main" id="{CDE335FF-DFBD-4BA9-125B-AB4C3A73DA2A}"/>
              </a:ext>
            </a:extLst>
          </p:cNvPr>
          <p:cNvSpPr/>
          <p:nvPr/>
        </p:nvSpPr>
        <p:spPr>
          <a:xfrm>
            <a:off x="14339439" y="2620192"/>
            <a:ext cx="6322300" cy="632257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800" y="0"/>
                </a:moveTo>
                <a:cubicBezTo>
                  <a:pt x="10787" y="0"/>
                  <a:pt x="10773" y="1"/>
                  <a:pt x="10759" y="1"/>
                </a:cubicBezTo>
                <a:lnTo>
                  <a:pt x="1" y="10760"/>
                </a:lnTo>
                <a:cubicBezTo>
                  <a:pt x="0" y="10900"/>
                  <a:pt x="3" y="11040"/>
                  <a:pt x="8" y="11181"/>
                </a:cubicBezTo>
                <a:lnTo>
                  <a:pt x="11180" y="9"/>
                </a:lnTo>
                <a:cubicBezTo>
                  <a:pt x="11054" y="4"/>
                  <a:pt x="10927" y="0"/>
                  <a:pt x="10800" y="0"/>
                </a:cubicBezTo>
                <a:close/>
                <a:moveTo>
                  <a:pt x="10211" y="17"/>
                </a:moveTo>
                <a:cubicBezTo>
                  <a:pt x="10057" y="25"/>
                  <a:pt x="9903" y="36"/>
                  <a:pt x="9748" y="51"/>
                </a:cubicBezTo>
                <a:lnTo>
                  <a:pt x="50" y="9749"/>
                </a:lnTo>
                <a:cubicBezTo>
                  <a:pt x="35" y="9903"/>
                  <a:pt x="25" y="10057"/>
                  <a:pt x="16" y="10212"/>
                </a:cubicBezTo>
                <a:lnTo>
                  <a:pt x="10211" y="17"/>
                </a:lnTo>
                <a:close/>
                <a:moveTo>
                  <a:pt x="11683" y="38"/>
                </a:moveTo>
                <a:lnTo>
                  <a:pt x="38" y="11684"/>
                </a:lnTo>
                <a:cubicBezTo>
                  <a:pt x="48" y="11814"/>
                  <a:pt x="62" y="11944"/>
                  <a:pt x="78" y="12075"/>
                </a:cubicBezTo>
                <a:lnTo>
                  <a:pt x="12074" y="78"/>
                </a:lnTo>
                <a:cubicBezTo>
                  <a:pt x="11944" y="63"/>
                  <a:pt x="11814" y="49"/>
                  <a:pt x="11683" y="38"/>
                </a:cubicBezTo>
                <a:close/>
                <a:moveTo>
                  <a:pt x="9136" y="131"/>
                </a:moveTo>
                <a:cubicBezTo>
                  <a:pt x="8960" y="158"/>
                  <a:pt x="8786" y="190"/>
                  <a:pt x="8611" y="226"/>
                </a:cubicBezTo>
                <a:lnTo>
                  <a:pt x="226" y="8611"/>
                </a:lnTo>
                <a:cubicBezTo>
                  <a:pt x="190" y="8786"/>
                  <a:pt x="157" y="8961"/>
                  <a:pt x="130" y="9137"/>
                </a:cubicBezTo>
                <a:lnTo>
                  <a:pt x="9136" y="131"/>
                </a:lnTo>
                <a:close/>
                <a:moveTo>
                  <a:pt x="12541" y="143"/>
                </a:moveTo>
                <a:lnTo>
                  <a:pt x="143" y="12541"/>
                </a:lnTo>
                <a:cubicBezTo>
                  <a:pt x="163" y="12663"/>
                  <a:pt x="183" y="12785"/>
                  <a:pt x="207" y="12906"/>
                </a:cubicBezTo>
                <a:lnTo>
                  <a:pt x="12906" y="208"/>
                </a:lnTo>
                <a:cubicBezTo>
                  <a:pt x="12785" y="184"/>
                  <a:pt x="12663" y="163"/>
                  <a:pt x="12541" y="143"/>
                </a:cubicBezTo>
                <a:close/>
                <a:moveTo>
                  <a:pt x="13343" y="303"/>
                </a:moveTo>
                <a:lnTo>
                  <a:pt x="303" y="13343"/>
                </a:lnTo>
                <a:cubicBezTo>
                  <a:pt x="330" y="13456"/>
                  <a:pt x="361" y="13569"/>
                  <a:pt x="392" y="13682"/>
                </a:cubicBezTo>
                <a:lnTo>
                  <a:pt x="13682" y="393"/>
                </a:lnTo>
                <a:cubicBezTo>
                  <a:pt x="13569" y="362"/>
                  <a:pt x="13456" y="331"/>
                  <a:pt x="13343" y="303"/>
                </a:cubicBezTo>
                <a:close/>
                <a:moveTo>
                  <a:pt x="7909" y="395"/>
                </a:moveTo>
                <a:cubicBezTo>
                  <a:pt x="7701" y="452"/>
                  <a:pt x="7495" y="515"/>
                  <a:pt x="7290" y="585"/>
                </a:cubicBezTo>
                <a:lnTo>
                  <a:pt x="584" y="7290"/>
                </a:lnTo>
                <a:cubicBezTo>
                  <a:pt x="514" y="7495"/>
                  <a:pt x="452" y="7702"/>
                  <a:pt x="394" y="7909"/>
                </a:cubicBezTo>
                <a:lnTo>
                  <a:pt x="7909" y="395"/>
                </a:lnTo>
                <a:close/>
                <a:moveTo>
                  <a:pt x="14094" y="515"/>
                </a:moveTo>
                <a:lnTo>
                  <a:pt x="514" y="14094"/>
                </a:lnTo>
                <a:cubicBezTo>
                  <a:pt x="549" y="14202"/>
                  <a:pt x="583" y="14310"/>
                  <a:pt x="620" y="14417"/>
                </a:cubicBezTo>
                <a:lnTo>
                  <a:pt x="14417" y="621"/>
                </a:lnTo>
                <a:cubicBezTo>
                  <a:pt x="14310" y="583"/>
                  <a:pt x="14202" y="549"/>
                  <a:pt x="14094" y="515"/>
                </a:cubicBezTo>
                <a:close/>
                <a:moveTo>
                  <a:pt x="14804" y="767"/>
                </a:moveTo>
                <a:lnTo>
                  <a:pt x="767" y="14804"/>
                </a:lnTo>
                <a:cubicBezTo>
                  <a:pt x="807" y="14905"/>
                  <a:pt x="851" y="15004"/>
                  <a:pt x="894" y="15104"/>
                </a:cubicBezTo>
                <a:lnTo>
                  <a:pt x="15104" y="895"/>
                </a:lnTo>
                <a:cubicBezTo>
                  <a:pt x="15004" y="852"/>
                  <a:pt x="14905" y="807"/>
                  <a:pt x="14804" y="767"/>
                </a:cubicBezTo>
                <a:close/>
                <a:moveTo>
                  <a:pt x="6411" y="932"/>
                </a:moveTo>
                <a:cubicBezTo>
                  <a:pt x="6118" y="1062"/>
                  <a:pt x="5831" y="1206"/>
                  <a:pt x="5549" y="1363"/>
                </a:cubicBezTo>
                <a:lnTo>
                  <a:pt x="1362" y="5549"/>
                </a:lnTo>
                <a:cubicBezTo>
                  <a:pt x="1205" y="5832"/>
                  <a:pt x="1061" y="6119"/>
                  <a:pt x="931" y="6411"/>
                </a:cubicBezTo>
                <a:lnTo>
                  <a:pt x="6411" y="932"/>
                </a:lnTo>
                <a:close/>
                <a:moveTo>
                  <a:pt x="15470" y="1061"/>
                </a:moveTo>
                <a:lnTo>
                  <a:pt x="1060" y="15471"/>
                </a:lnTo>
                <a:cubicBezTo>
                  <a:pt x="1106" y="15567"/>
                  <a:pt x="1153" y="15664"/>
                  <a:pt x="1202" y="15759"/>
                </a:cubicBezTo>
                <a:lnTo>
                  <a:pt x="15759" y="1203"/>
                </a:lnTo>
                <a:cubicBezTo>
                  <a:pt x="15663" y="1153"/>
                  <a:pt x="15567" y="1107"/>
                  <a:pt x="15470" y="1061"/>
                </a:cubicBezTo>
                <a:close/>
                <a:moveTo>
                  <a:pt x="16103" y="1391"/>
                </a:moveTo>
                <a:lnTo>
                  <a:pt x="1391" y="16103"/>
                </a:lnTo>
                <a:cubicBezTo>
                  <a:pt x="1442" y="16194"/>
                  <a:pt x="1494" y="16285"/>
                  <a:pt x="1549" y="16375"/>
                </a:cubicBezTo>
                <a:lnTo>
                  <a:pt x="16375" y="1549"/>
                </a:lnTo>
                <a:cubicBezTo>
                  <a:pt x="16285" y="1495"/>
                  <a:pt x="16194" y="1442"/>
                  <a:pt x="16103" y="1391"/>
                </a:cubicBezTo>
                <a:close/>
                <a:moveTo>
                  <a:pt x="16703" y="1754"/>
                </a:moveTo>
                <a:lnTo>
                  <a:pt x="1753" y="16703"/>
                </a:lnTo>
                <a:cubicBezTo>
                  <a:pt x="1809" y="16788"/>
                  <a:pt x="1869" y="16872"/>
                  <a:pt x="1928" y="16956"/>
                </a:cubicBezTo>
                <a:lnTo>
                  <a:pt x="16956" y="1928"/>
                </a:lnTo>
                <a:cubicBezTo>
                  <a:pt x="16872" y="1869"/>
                  <a:pt x="16788" y="1810"/>
                  <a:pt x="16703" y="1754"/>
                </a:cubicBezTo>
                <a:close/>
                <a:moveTo>
                  <a:pt x="17267" y="2151"/>
                </a:moveTo>
                <a:lnTo>
                  <a:pt x="2151" y="17267"/>
                </a:lnTo>
                <a:cubicBezTo>
                  <a:pt x="2212" y="17349"/>
                  <a:pt x="2274" y="17430"/>
                  <a:pt x="2338" y="17510"/>
                </a:cubicBezTo>
                <a:lnTo>
                  <a:pt x="17510" y="2338"/>
                </a:lnTo>
                <a:cubicBezTo>
                  <a:pt x="17430" y="2275"/>
                  <a:pt x="17349" y="2212"/>
                  <a:pt x="17267" y="2151"/>
                </a:cubicBezTo>
                <a:close/>
                <a:moveTo>
                  <a:pt x="3805" y="2574"/>
                </a:moveTo>
                <a:cubicBezTo>
                  <a:pt x="3586" y="2761"/>
                  <a:pt x="3370" y="2956"/>
                  <a:pt x="3163" y="3163"/>
                </a:cubicBezTo>
                <a:cubicBezTo>
                  <a:pt x="2955" y="3371"/>
                  <a:pt x="2761" y="3586"/>
                  <a:pt x="2574" y="3806"/>
                </a:cubicBezTo>
                <a:lnTo>
                  <a:pt x="3805" y="2574"/>
                </a:lnTo>
                <a:close/>
                <a:moveTo>
                  <a:pt x="17801" y="2579"/>
                </a:moveTo>
                <a:lnTo>
                  <a:pt x="2579" y="17801"/>
                </a:lnTo>
                <a:cubicBezTo>
                  <a:pt x="2645" y="17878"/>
                  <a:pt x="2709" y="17957"/>
                  <a:pt x="2777" y="18032"/>
                </a:cubicBezTo>
                <a:lnTo>
                  <a:pt x="18032" y="2777"/>
                </a:lnTo>
                <a:cubicBezTo>
                  <a:pt x="17957" y="2709"/>
                  <a:pt x="17878" y="2645"/>
                  <a:pt x="17801" y="2579"/>
                </a:cubicBezTo>
                <a:close/>
                <a:moveTo>
                  <a:pt x="18304" y="3036"/>
                </a:moveTo>
                <a:lnTo>
                  <a:pt x="3036" y="18304"/>
                </a:lnTo>
                <a:cubicBezTo>
                  <a:pt x="3079" y="18349"/>
                  <a:pt x="3119" y="18394"/>
                  <a:pt x="3163" y="18438"/>
                </a:cubicBezTo>
                <a:cubicBezTo>
                  <a:pt x="3191" y="18466"/>
                  <a:pt x="3222" y="18492"/>
                  <a:pt x="3250" y="18521"/>
                </a:cubicBezTo>
                <a:lnTo>
                  <a:pt x="18521" y="3251"/>
                </a:lnTo>
                <a:cubicBezTo>
                  <a:pt x="18492" y="3222"/>
                  <a:pt x="18466" y="3192"/>
                  <a:pt x="18438" y="3163"/>
                </a:cubicBezTo>
                <a:cubicBezTo>
                  <a:pt x="18394" y="3119"/>
                  <a:pt x="18348" y="3079"/>
                  <a:pt x="18304" y="3036"/>
                </a:cubicBezTo>
                <a:close/>
                <a:moveTo>
                  <a:pt x="18781" y="3523"/>
                </a:moveTo>
                <a:lnTo>
                  <a:pt x="3522" y="18781"/>
                </a:lnTo>
                <a:cubicBezTo>
                  <a:pt x="3598" y="18850"/>
                  <a:pt x="3676" y="18915"/>
                  <a:pt x="3753" y="18982"/>
                </a:cubicBezTo>
                <a:lnTo>
                  <a:pt x="18982" y="3753"/>
                </a:lnTo>
                <a:cubicBezTo>
                  <a:pt x="18915" y="3676"/>
                  <a:pt x="18850" y="3598"/>
                  <a:pt x="18781" y="3523"/>
                </a:cubicBezTo>
                <a:close/>
                <a:moveTo>
                  <a:pt x="19224" y="4041"/>
                </a:moveTo>
                <a:lnTo>
                  <a:pt x="4041" y="19224"/>
                </a:lnTo>
                <a:cubicBezTo>
                  <a:pt x="4121" y="19289"/>
                  <a:pt x="4202" y="19350"/>
                  <a:pt x="4283" y="19412"/>
                </a:cubicBezTo>
                <a:lnTo>
                  <a:pt x="19412" y="4283"/>
                </a:lnTo>
                <a:cubicBezTo>
                  <a:pt x="19350" y="4202"/>
                  <a:pt x="19289" y="4121"/>
                  <a:pt x="19224" y="4041"/>
                </a:cubicBezTo>
                <a:close/>
                <a:moveTo>
                  <a:pt x="19637" y="4591"/>
                </a:moveTo>
                <a:lnTo>
                  <a:pt x="4591" y="19637"/>
                </a:lnTo>
                <a:cubicBezTo>
                  <a:pt x="4675" y="19696"/>
                  <a:pt x="4758" y="19757"/>
                  <a:pt x="4843" y="19813"/>
                </a:cubicBezTo>
                <a:lnTo>
                  <a:pt x="19813" y="4844"/>
                </a:lnTo>
                <a:cubicBezTo>
                  <a:pt x="19757" y="4758"/>
                  <a:pt x="19696" y="4675"/>
                  <a:pt x="19637" y="4591"/>
                </a:cubicBezTo>
                <a:close/>
                <a:moveTo>
                  <a:pt x="20019" y="5172"/>
                </a:moveTo>
                <a:lnTo>
                  <a:pt x="5172" y="20019"/>
                </a:lnTo>
                <a:cubicBezTo>
                  <a:pt x="5261" y="20073"/>
                  <a:pt x="5351" y="20126"/>
                  <a:pt x="5441" y="20178"/>
                </a:cubicBezTo>
                <a:lnTo>
                  <a:pt x="20178" y="5441"/>
                </a:lnTo>
                <a:cubicBezTo>
                  <a:pt x="20126" y="5351"/>
                  <a:pt x="20073" y="5261"/>
                  <a:pt x="20019" y="5172"/>
                </a:cubicBezTo>
                <a:close/>
                <a:moveTo>
                  <a:pt x="20369" y="5782"/>
                </a:moveTo>
                <a:lnTo>
                  <a:pt x="5782" y="20369"/>
                </a:lnTo>
                <a:cubicBezTo>
                  <a:pt x="5877" y="20419"/>
                  <a:pt x="5974" y="20463"/>
                  <a:pt x="6071" y="20510"/>
                </a:cubicBezTo>
                <a:lnTo>
                  <a:pt x="20510" y="6071"/>
                </a:lnTo>
                <a:cubicBezTo>
                  <a:pt x="20463" y="5975"/>
                  <a:pt x="20419" y="5878"/>
                  <a:pt x="20369" y="5782"/>
                </a:cubicBezTo>
                <a:close/>
                <a:moveTo>
                  <a:pt x="20679" y="6434"/>
                </a:moveTo>
                <a:lnTo>
                  <a:pt x="6434" y="20679"/>
                </a:lnTo>
                <a:cubicBezTo>
                  <a:pt x="6534" y="20723"/>
                  <a:pt x="6633" y="20769"/>
                  <a:pt x="6734" y="20809"/>
                </a:cubicBezTo>
                <a:lnTo>
                  <a:pt x="20809" y="6735"/>
                </a:lnTo>
                <a:cubicBezTo>
                  <a:pt x="20769" y="6634"/>
                  <a:pt x="20723" y="6534"/>
                  <a:pt x="20679" y="6434"/>
                </a:cubicBezTo>
                <a:close/>
                <a:moveTo>
                  <a:pt x="20956" y="7121"/>
                </a:moveTo>
                <a:lnTo>
                  <a:pt x="7120" y="20956"/>
                </a:lnTo>
                <a:cubicBezTo>
                  <a:pt x="7226" y="20994"/>
                  <a:pt x="7333" y="21030"/>
                  <a:pt x="7439" y="21065"/>
                </a:cubicBezTo>
                <a:lnTo>
                  <a:pt x="21065" y="7439"/>
                </a:lnTo>
                <a:cubicBezTo>
                  <a:pt x="21030" y="7333"/>
                  <a:pt x="20994" y="7226"/>
                  <a:pt x="20956" y="7121"/>
                </a:cubicBezTo>
                <a:close/>
                <a:moveTo>
                  <a:pt x="21190" y="7848"/>
                </a:moveTo>
                <a:lnTo>
                  <a:pt x="7848" y="21190"/>
                </a:lnTo>
                <a:cubicBezTo>
                  <a:pt x="7960" y="21221"/>
                  <a:pt x="8073" y="21252"/>
                  <a:pt x="8186" y="21280"/>
                </a:cubicBezTo>
                <a:lnTo>
                  <a:pt x="21280" y="8186"/>
                </a:lnTo>
                <a:cubicBezTo>
                  <a:pt x="21252" y="8073"/>
                  <a:pt x="21221" y="7960"/>
                  <a:pt x="21190" y="7848"/>
                </a:cubicBezTo>
                <a:close/>
                <a:moveTo>
                  <a:pt x="21378" y="8623"/>
                </a:moveTo>
                <a:lnTo>
                  <a:pt x="8623" y="21378"/>
                </a:lnTo>
                <a:cubicBezTo>
                  <a:pt x="8743" y="21402"/>
                  <a:pt x="8863" y="21424"/>
                  <a:pt x="8984" y="21445"/>
                </a:cubicBezTo>
                <a:lnTo>
                  <a:pt x="21445" y="8984"/>
                </a:lnTo>
                <a:cubicBezTo>
                  <a:pt x="21424" y="8864"/>
                  <a:pt x="21402" y="8743"/>
                  <a:pt x="21378" y="8623"/>
                </a:cubicBezTo>
                <a:close/>
                <a:moveTo>
                  <a:pt x="21514" y="9448"/>
                </a:moveTo>
                <a:lnTo>
                  <a:pt x="9447" y="21514"/>
                </a:lnTo>
                <a:cubicBezTo>
                  <a:pt x="9576" y="21530"/>
                  <a:pt x="9704" y="21546"/>
                  <a:pt x="9833" y="21557"/>
                </a:cubicBezTo>
                <a:lnTo>
                  <a:pt x="21557" y="9834"/>
                </a:lnTo>
                <a:cubicBezTo>
                  <a:pt x="21546" y="9705"/>
                  <a:pt x="21530" y="9576"/>
                  <a:pt x="21514" y="9448"/>
                </a:cubicBezTo>
                <a:close/>
                <a:moveTo>
                  <a:pt x="21590" y="10333"/>
                </a:moveTo>
                <a:lnTo>
                  <a:pt x="10332" y="21590"/>
                </a:lnTo>
                <a:cubicBezTo>
                  <a:pt x="10473" y="21596"/>
                  <a:pt x="10613" y="21599"/>
                  <a:pt x="10753" y="21600"/>
                </a:cubicBezTo>
                <a:lnTo>
                  <a:pt x="21600" y="10754"/>
                </a:lnTo>
                <a:cubicBezTo>
                  <a:pt x="21599" y="10613"/>
                  <a:pt x="21596" y="10473"/>
                  <a:pt x="21590" y="10333"/>
                </a:cubicBezTo>
                <a:close/>
                <a:moveTo>
                  <a:pt x="21590" y="11296"/>
                </a:moveTo>
                <a:lnTo>
                  <a:pt x="11295" y="21590"/>
                </a:lnTo>
                <a:cubicBezTo>
                  <a:pt x="11449" y="21583"/>
                  <a:pt x="11603" y="21572"/>
                  <a:pt x="11757" y="21558"/>
                </a:cubicBezTo>
                <a:lnTo>
                  <a:pt x="21558" y="11757"/>
                </a:lnTo>
                <a:cubicBezTo>
                  <a:pt x="21572" y="11603"/>
                  <a:pt x="21583" y="11450"/>
                  <a:pt x="21590" y="11296"/>
                </a:cubicBezTo>
                <a:close/>
                <a:moveTo>
                  <a:pt x="21489" y="12358"/>
                </a:moveTo>
                <a:lnTo>
                  <a:pt x="12358" y="21489"/>
                </a:lnTo>
                <a:cubicBezTo>
                  <a:pt x="12531" y="21464"/>
                  <a:pt x="12703" y="21434"/>
                  <a:pt x="12876" y="21400"/>
                </a:cubicBezTo>
                <a:lnTo>
                  <a:pt x="21400" y="12876"/>
                </a:lnTo>
                <a:cubicBezTo>
                  <a:pt x="21434" y="12704"/>
                  <a:pt x="21464" y="12531"/>
                  <a:pt x="21489" y="12358"/>
                </a:cubicBezTo>
                <a:close/>
                <a:moveTo>
                  <a:pt x="21239" y="13569"/>
                </a:moveTo>
                <a:lnTo>
                  <a:pt x="13569" y="21239"/>
                </a:lnTo>
                <a:cubicBezTo>
                  <a:pt x="13774" y="21185"/>
                  <a:pt x="13978" y="21125"/>
                  <a:pt x="14181" y="21058"/>
                </a:cubicBezTo>
                <a:lnTo>
                  <a:pt x="21058" y="14181"/>
                </a:lnTo>
                <a:cubicBezTo>
                  <a:pt x="21125" y="13978"/>
                  <a:pt x="21185" y="13774"/>
                  <a:pt x="21239" y="13569"/>
                </a:cubicBezTo>
                <a:close/>
                <a:moveTo>
                  <a:pt x="20736" y="15035"/>
                </a:moveTo>
                <a:lnTo>
                  <a:pt x="15035" y="20736"/>
                </a:lnTo>
                <a:cubicBezTo>
                  <a:pt x="15310" y="20619"/>
                  <a:pt x="15581" y="20493"/>
                  <a:pt x="15848" y="20352"/>
                </a:cubicBezTo>
                <a:lnTo>
                  <a:pt x="20352" y="15848"/>
                </a:lnTo>
                <a:cubicBezTo>
                  <a:pt x="20493" y="15581"/>
                  <a:pt x="20619" y="15310"/>
                  <a:pt x="20736" y="15035"/>
                </a:cubicBezTo>
                <a:close/>
                <a:moveTo>
                  <a:pt x="19400" y="17332"/>
                </a:moveTo>
                <a:lnTo>
                  <a:pt x="17332" y="19400"/>
                </a:lnTo>
                <a:cubicBezTo>
                  <a:pt x="17716" y="19108"/>
                  <a:pt x="18087" y="18789"/>
                  <a:pt x="18438" y="18438"/>
                </a:cubicBezTo>
                <a:cubicBezTo>
                  <a:pt x="18788" y="18087"/>
                  <a:pt x="19107" y="17716"/>
                  <a:pt x="19400" y="17332"/>
                </a:cubicBezTo>
                <a:close/>
              </a:path>
            </a:pathLst>
          </a:custGeom>
          <a:solidFill>
            <a:schemeClr val="accent4"/>
          </a:solidFill>
          <a:ln w="12700">
            <a:miter lim="400000"/>
          </a:ln>
        </p:spPr>
        <p:txBody>
          <a:bodyPr lIns="0" tIns="0" rIns="0" bIns="0" anchor="ctr"/>
          <a:lstStyle/>
          <a:p>
            <a:pPr marL="0" marR="0" lvl="0" indent="0" algn="ctr" defTabSz="8255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 kumimoji="0" sz="32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Helvetica Neue Medium"/>
              <a:sym typeface="Helvetica Neue Medium"/>
            </a:endParaRPr>
          </a:p>
        </p:txBody>
      </p:sp>
      <p:sp>
        <p:nvSpPr>
          <p:cNvPr id="217" name="Shape">
            <a:extLst>
              <a:ext uri="{FF2B5EF4-FFF2-40B4-BE49-F238E27FC236}">
                <a16:creationId xmlns:a16="http://schemas.microsoft.com/office/drawing/2014/main" id="{4864A265-7126-60D5-8EE7-1A64411ADB88}"/>
              </a:ext>
            </a:extLst>
          </p:cNvPr>
          <p:cNvSpPr/>
          <p:nvPr/>
        </p:nvSpPr>
        <p:spPr>
          <a:xfrm>
            <a:off x="5513585" y="9836851"/>
            <a:ext cx="2709536" cy="270965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800" y="0"/>
                </a:moveTo>
                <a:cubicBezTo>
                  <a:pt x="10787" y="0"/>
                  <a:pt x="10773" y="1"/>
                  <a:pt x="10759" y="1"/>
                </a:cubicBezTo>
                <a:lnTo>
                  <a:pt x="1" y="10760"/>
                </a:lnTo>
                <a:cubicBezTo>
                  <a:pt x="0" y="10900"/>
                  <a:pt x="3" y="11040"/>
                  <a:pt x="8" y="11181"/>
                </a:cubicBezTo>
                <a:lnTo>
                  <a:pt x="11180" y="9"/>
                </a:lnTo>
                <a:cubicBezTo>
                  <a:pt x="11054" y="4"/>
                  <a:pt x="10927" y="0"/>
                  <a:pt x="10800" y="0"/>
                </a:cubicBezTo>
                <a:close/>
                <a:moveTo>
                  <a:pt x="10211" y="17"/>
                </a:moveTo>
                <a:cubicBezTo>
                  <a:pt x="10057" y="25"/>
                  <a:pt x="9903" y="36"/>
                  <a:pt x="9748" y="51"/>
                </a:cubicBezTo>
                <a:lnTo>
                  <a:pt x="50" y="9749"/>
                </a:lnTo>
                <a:cubicBezTo>
                  <a:pt x="35" y="9903"/>
                  <a:pt x="25" y="10057"/>
                  <a:pt x="16" y="10212"/>
                </a:cubicBezTo>
                <a:lnTo>
                  <a:pt x="10211" y="17"/>
                </a:lnTo>
                <a:close/>
                <a:moveTo>
                  <a:pt x="11683" y="38"/>
                </a:moveTo>
                <a:lnTo>
                  <a:pt x="38" y="11684"/>
                </a:lnTo>
                <a:cubicBezTo>
                  <a:pt x="48" y="11814"/>
                  <a:pt x="62" y="11944"/>
                  <a:pt x="78" y="12075"/>
                </a:cubicBezTo>
                <a:lnTo>
                  <a:pt x="12074" y="78"/>
                </a:lnTo>
                <a:cubicBezTo>
                  <a:pt x="11944" y="63"/>
                  <a:pt x="11814" y="49"/>
                  <a:pt x="11683" y="38"/>
                </a:cubicBezTo>
                <a:close/>
                <a:moveTo>
                  <a:pt x="9136" y="131"/>
                </a:moveTo>
                <a:cubicBezTo>
                  <a:pt x="8960" y="158"/>
                  <a:pt x="8786" y="190"/>
                  <a:pt x="8611" y="226"/>
                </a:cubicBezTo>
                <a:lnTo>
                  <a:pt x="226" y="8611"/>
                </a:lnTo>
                <a:cubicBezTo>
                  <a:pt x="190" y="8786"/>
                  <a:pt x="157" y="8961"/>
                  <a:pt x="130" y="9137"/>
                </a:cubicBezTo>
                <a:lnTo>
                  <a:pt x="9136" y="131"/>
                </a:lnTo>
                <a:close/>
                <a:moveTo>
                  <a:pt x="12541" y="143"/>
                </a:moveTo>
                <a:lnTo>
                  <a:pt x="143" y="12541"/>
                </a:lnTo>
                <a:cubicBezTo>
                  <a:pt x="163" y="12663"/>
                  <a:pt x="183" y="12785"/>
                  <a:pt x="207" y="12906"/>
                </a:cubicBezTo>
                <a:lnTo>
                  <a:pt x="12906" y="208"/>
                </a:lnTo>
                <a:cubicBezTo>
                  <a:pt x="12785" y="184"/>
                  <a:pt x="12663" y="163"/>
                  <a:pt x="12541" y="143"/>
                </a:cubicBezTo>
                <a:close/>
                <a:moveTo>
                  <a:pt x="13343" y="303"/>
                </a:moveTo>
                <a:lnTo>
                  <a:pt x="303" y="13343"/>
                </a:lnTo>
                <a:cubicBezTo>
                  <a:pt x="330" y="13456"/>
                  <a:pt x="361" y="13569"/>
                  <a:pt x="392" y="13682"/>
                </a:cubicBezTo>
                <a:lnTo>
                  <a:pt x="13682" y="393"/>
                </a:lnTo>
                <a:cubicBezTo>
                  <a:pt x="13569" y="362"/>
                  <a:pt x="13456" y="331"/>
                  <a:pt x="13343" y="303"/>
                </a:cubicBezTo>
                <a:close/>
                <a:moveTo>
                  <a:pt x="7909" y="395"/>
                </a:moveTo>
                <a:cubicBezTo>
                  <a:pt x="7701" y="452"/>
                  <a:pt x="7495" y="515"/>
                  <a:pt x="7290" y="585"/>
                </a:cubicBezTo>
                <a:lnTo>
                  <a:pt x="584" y="7290"/>
                </a:lnTo>
                <a:cubicBezTo>
                  <a:pt x="514" y="7495"/>
                  <a:pt x="452" y="7702"/>
                  <a:pt x="394" y="7909"/>
                </a:cubicBezTo>
                <a:lnTo>
                  <a:pt x="7909" y="395"/>
                </a:lnTo>
                <a:close/>
                <a:moveTo>
                  <a:pt x="14094" y="515"/>
                </a:moveTo>
                <a:lnTo>
                  <a:pt x="514" y="14094"/>
                </a:lnTo>
                <a:cubicBezTo>
                  <a:pt x="549" y="14202"/>
                  <a:pt x="583" y="14310"/>
                  <a:pt x="620" y="14417"/>
                </a:cubicBezTo>
                <a:lnTo>
                  <a:pt x="14417" y="621"/>
                </a:lnTo>
                <a:cubicBezTo>
                  <a:pt x="14310" y="583"/>
                  <a:pt x="14202" y="549"/>
                  <a:pt x="14094" y="515"/>
                </a:cubicBezTo>
                <a:close/>
                <a:moveTo>
                  <a:pt x="14804" y="767"/>
                </a:moveTo>
                <a:lnTo>
                  <a:pt x="767" y="14804"/>
                </a:lnTo>
                <a:cubicBezTo>
                  <a:pt x="807" y="14905"/>
                  <a:pt x="851" y="15004"/>
                  <a:pt x="894" y="15104"/>
                </a:cubicBezTo>
                <a:lnTo>
                  <a:pt x="15104" y="895"/>
                </a:lnTo>
                <a:cubicBezTo>
                  <a:pt x="15004" y="852"/>
                  <a:pt x="14905" y="807"/>
                  <a:pt x="14804" y="767"/>
                </a:cubicBezTo>
                <a:close/>
                <a:moveTo>
                  <a:pt x="6411" y="932"/>
                </a:moveTo>
                <a:cubicBezTo>
                  <a:pt x="6118" y="1062"/>
                  <a:pt x="5831" y="1206"/>
                  <a:pt x="5549" y="1363"/>
                </a:cubicBezTo>
                <a:lnTo>
                  <a:pt x="1362" y="5549"/>
                </a:lnTo>
                <a:cubicBezTo>
                  <a:pt x="1205" y="5832"/>
                  <a:pt x="1061" y="6119"/>
                  <a:pt x="931" y="6411"/>
                </a:cubicBezTo>
                <a:lnTo>
                  <a:pt x="6411" y="932"/>
                </a:lnTo>
                <a:close/>
                <a:moveTo>
                  <a:pt x="15470" y="1061"/>
                </a:moveTo>
                <a:lnTo>
                  <a:pt x="1060" y="15471"/>
                </a:lnTo>
                <a:cubicBezTo>
                  <a:pt x="1106" y="15567"/>
                  <a:pt x="1153" y="15664"/>
                  <a:pt x="1202" y="15759"/>
                </a:cubicBezTo>
                <a:lnTo>
                  <a:pt x="15759" y="1203"/>
                </a:lnTo>
                <a:cubicBezTo>
                  <a:pt x="15663" y="1153"/>
                  <a:pt x="15567" y="1107"/>
                  <a:pt x="15470" y="1061"/>
                </a:cubicBezTo>
                <a:close/>
                <a:moveTo>
                  <a:pt x="16103" y="1391"/>
                </a:moveTo>
                <a:lnTo>
                  <a:pt x="1391" y="16103"/>
                </a:lnTo>
                <a:cubicBezTo>
                  <a:pt x="1442" y="16194"/>
                  <a:pt x="1494" y="16285"/>
                  <a:pt x="1548" y="16375"/>
                </a:cubicBezTo>
                <a:lnTo>
                  <a:pt x="16375" y="1549"/>
                </a:lnTo>
                <a:cubicBezTo>
                  <a:pt x="16285" y="1495"/>
                  <a:pt x="16194" y="1442"/>
                  <a:pt x="16103" y="1391"/>
                </a:cubicBezTo>
                <a:close/>
                <a:moveTo>
                  <a:pt x="16703" y="1754"/>
                </a:moveTo>
                <a:lnTo>
                  <a:pt x="1753" y="16703"/>
                </a:lnTo>
                <a:cubicBezTo>
                  <a:pt x="1809" y="16788"/>
                  <a:pt x="1869" y="16872"/>
                  <a:pt x="1928" y="16956"/>
                </a:cubicBezTo>
                <a:lnTo>
                  <a:pt x="16956" y="1928"/>
                </a:lnTo>
                <a:cubicBezTo>
                  <a:pt x="16872" y="1869"/>
                  <a:pt x="16788" y="1810"/>
                  <a:pt x="16703" y="1754"/>
                </a:cubicBezTo>
                <a:close/>
                <a:moveTo>
                  <a:pt x="17267" y="2151"/>
                </a:moveTo>
                <a:lnTo>
                  <a:pt x="2151" y="17267"/>
                </a:lnTo>
                <a:cubicBezTo>
                  <a:pt x="2212" y="17349"/>
                  <a:pt x="2274" y="17430"/>
                  <a:pt x="2338" y="17510"/>
                </a:cubicBezTo>
                <a:lnTo>
                  <a:pt x="17510" y="2338"/>
                </a:lnTo>
                <a:cubicBezTo>
                  <a:pt x="17430" y="2275"/>
                  <a:pt x="17349" y="2212"/>
                  <a:pt x="17267" y="2151"/>
                </a:cubicBezTo>
                <a:close/>
                <a:moveTo>
                  <a:pt x="3805" y="2574"/>
                </a:moveTo>
                <a:cubicBezTo>
                  <a:pt x="3586" y="2761"/>
                  <a:pt x="3370" y="2956"/>
                  <a:pt x="3163" y="3163"/>
                </a:cubicBezTo>
                <a:cubicBezTo>
                  <a:pt x="2955" y="3371"/>
                  <a:pt x="2761" y="3586"/>
                  <a:pt x="2574" y="3806"/>
                </a:cubicBezTo>
                <a:lnTo>
                  <a:pt x="3805" y="2574"/>
                </a:lnTo>
                <a:close/>
                <a:moveTo>
                  <a:pt x="17801" y="2579"/>
                </a:moveTo>
                <a:lnTo>
                  <a:pt x="2579" y="17801"/>
                </a:lnTo>
                <a:cubicBezTo>
                  <a:pt x="2645" y="17878"/>
                  <a:pt x="2709" y="17957"/>
                  <a:pt x="2777" y="18032"/>
                </a:cubicBezTo>
                <a:lnTo>
                  <a:pt x="18032" y="2777"/>
                </a:lnTo>
                <a:cubicBezTo>
                  <a:pt x="17957" y="2709"/>
                  <a:pt x="17878" y="2645"/>
                  <a:pt x="17801" y="2579"/>
                </a:cubicBezTo>
                <a:close/>
                <a:moveTo>
                  <a:pt x="18304" y="3036"/>
                </a:moveTo>
                <a:lnTo>
                  <a:pt x="3036" y="18304"/>
                </a:lnTo>
                <a:cubicBezTo>
                  <a:pt x="3079" y="18349"/>
                  <a:pt x="3119" y="18394"/>
                  <a:pt x="3163" y="18438"/>
                </a:cubicBezTo>
                <a:cubicBezTo>
                  <a:pt x="3191" y="18466"/>
                  <a:pt x="3222" y="18492"/>
                  <a:pt x="3250" y="18521"/>
                </a:cubicBezTo>
                <a:lnTo>
                  <a:pt x="18521" y="3251"/>
                </a:lnTo>
                <a:cubicBezTo>
                  <a:pt x="18492" y="3222"/>
                  <a:pt x="18466" y="3192"/>
                  <a:pt x="18438" y="3163"/>
                </a:cubicBezTo>
                <a:cubicBezTo>
                  <a:pt x="18394" y="3119"/>
                  <a:pt x="18348" y="3079"/>
                  <a:pt x="18304" y="3036"/>
                </a:cubicBezTo>
                <a:close/>
                <a:moveTo>
                  <a:pt x="18781" y="3523"/>
                </a:moveTo>
                <a:lnTo>
                  <a:pt x="3522" y="18781"/>
                </a:lnTo>
                <a:cubicBezTo>
                  <a:pt x="3598" y="18850"/>
                  <a:pt x="3676" y="18915"/>
                  <a:pt x="3753" y="18982"/>
                </a:cubicBezTo>
                <a:lnTo>
                  <a:pt x="18982" y="3753"/>
                </a:lnTo>
                <a:cubicBezTo>
                  <a:pt x="18915" y="3676"/>
                  <a:pt x="18850" y="3598"/>
                  <a:pt x="18781" y="3523"/>
                </a:cubicBezTo>
                <a:close/>
                <a:moveTo>
                  <a:pt x="19224" y="4041"/>
                </a:moveTo>
                <a:lnTo>
                  <a:pt x="4041" y="19224"/>
                </a:lnTo>
                <a:cubicBezTo>
                  <a:pt x="4121" y="19289"/>
                  <a:pt x="4202" y="19350"/>
                  <a:pt x="4283" y="19412"/>
                </a:cubicBezTo>
                <a:lnTo>
                  <a:pt x="19412" y="4283"/>
                </a:lnTo>
                <a:cubicBezTo>
                  <a:pt x="19350" y="4202"/>
                  <a:pt x="19289" y="4121"/>
                  <a:pt x="19224" y="4041"/>
                </a:cubicBezTo>
                <a:close/>
                <a:moveTo>
                  <a:pt x="19637" y="4591"/>
                </a:moveTo>
                <a:lnTo>
                  <a:pt x="4591" y="19637"/>
                </a:lnTo>
                <a:cubicBezTo>
                  <a:pt x="4675" y="19696"/>
                  <a:pt x="4758" y="19757"/>
                  <a:pt x="4843" y="19813"/>
                </a:cubicBezTo>
                <a:lnTo>
                  <a:pt x="19813" y="4844"/>
                </a:lnTo>
                <a:cubicBezTo>
                  <a:pt x="19757" y="4758"/>
                  <a:pt x="19696" y="4675"/>
                  <a:pt x="19637" y="4591"/>
                </a:cubicBezTo>
                <a:close/>
                <a:moveTo>
                  <a:pt x="20019" y="5172"/>
                </a:moveTo>
                <a:lnTo>
                  <a:pt x="5172" y="20019"/>
                </a:lnTo>
                <a:cubicBezTo>
                  <a:pt x="5261" y="20073"/>
                  <a:pt x="5351" y="20126"/>
                  <a:pt x="5441" y="20178"/>
                </a:cubicBezTo>
                <a:lnTo>
                  <a:pt x="20178" y="5441"/>
                </a:lnTo>
                <a:cubicBezTo>
                  <a:pt x="20126" y="5351"/>
                  <a:pt x="20073" y="5261"/>
                  <a:pt x="20019" y="5172"/>
                </a:cubicBezTo>
                <a:close/>
                <a:moveTo>
                  <a:pt x="20369" y="5782"/>
                </a:moveTo>
                <a:lnTo>
                  <a:pt x="5782" y="20369"/>
                </a:lnTo>
                <a:cubicBezTo>
                  <a:pt x="5877" y="20419"/>
                  <a:pt x="5974" y="20463"/>
                  <a:pt x="6071" y="20510"/>
                </a:cubicBezTo>
                <a:lnTo>
                  <a:pt x="20510" y="6071"/>
                </a:lnTo>
                <a:cubicBezTo>
                  <a:pt x="20463" y="5975"/>
                  <a:pt x="20419" y="5878"/>
                  <a:pt x="20369" y="5782"/>
                </a:cubicBezTo>
                <a:close/>
                <a:moveTo>
                  <a:pt x="20679" y="6434"/>
                </a:moveTo>
                <a:lnTo>
                  <a:pt x="6434" y="20679"/>
                </a:lnTo>
                <a:cubicBezTo>
                  <a:pt x="6534" y="20723"/>
                  <a:pt x="6633" y="20769"/>
                  <a:pt x="6734" y="20809"/>
                </a:cubicBezTo>
                <a:lnTo>
                  <a:pt x="20809" y="6735"/>
                </a:lnTo>
                <a:cubicBezTo>
                  <a:pt x="20769" y="6634"/>
                  <a:pt x="20723" y="6534"/>
                  <a:pt x="20679" y="6434"/>
                </a:cubicBezTo>
                <a:close/>
                <a:moveTo>
                  <a:pt x="20956" y="7121"/>
                </a:moveTo>
                <a:lnTo>
                  <a:pt x="7120" y="20956"/>
                </a:lnTo>
                <a:cubicBezTo>
                  <a:pt x="7226" y="20994"/>
                  <a:pt x="7333" y="21030"/>
                  <a:pt x="7439" y="21065"/>
                </a:cubicBezTo>
                <a:lnTo>
                  <a:pt x="21065" y="7439"/>
                </a:lnTo>
                <a:cubicBezTo>
                  <a:pt x="21030" y="7333"/>
                  <a:pt x="20994" y="7226"/>
                  <a:pt x="20956" y="7121"/>
                </a:cubicBezTo>
                <a:close/>
                <a:moveTo>
                  <a:pt x="21190" y="7848"/>
                </a:moveTo>
                <a:lnTo>
                  <a:pt x="7848" y="21190"/>
                </a:lnTo>
                <a:cubicBezTo>
                  <a:pt x="7960" y="21221"/>
                  <a:pt x="8073" y="21252"/>
                  <a:pt x="8186" y="21280"/>
                </a:cubicBezTo>
                <a:lnTo>
                  <a:pt x="21280" y="8186"/>
                </a:lnTo>
                <a:cubicBezTo>
                  <a:pt x="21252" y="8073"/>
                  <a:pt x="21221" y="7960"/>
                  <a:pt x="21190" y="7848"/>
                </a:cubicBezTo>
                <a:close/>
                <a:moveTo>
                  <a:pt x="21378" y="8623"/>
                </a:moveTo>
                <a:lnTo>
                  <a:pt x="8623" y="21378"/>
                </a:lnTo>
                <a:cubicBezTo>
                  <a:pt x="8743" y="21402"/>
                  <a:pt x="8863" y="21424"/>
                  <a:pt x="8984" y="21445"/>
                </a:cubicBezTo>
                <a:lnTo>
                  <a:pt x="21445" y="8984"/>
                </a:lnTo>
                <a:cubicBezTo>
                  <a:pt x="21424" y="8864"/>
                  <a:pt x="21402" y="8743"/>
                  <a:pt x="21378" y="8623"/>
                </a:cubicBezTo>
                <a:close/>
                <a:moveTo>
                  <a:pt x="21514" y="9448"/>
                </a:moveTo>
                <a:lnTo>
                  <a:pt x="9447" y="21514"/>
                </a:lnTo>
                <a:cubicBezTo>
                  <a:pt x="9576" y="21530"/>
                  <a:pt x="9704" y="21546"/>
                  <a:pt x="9833" y="21557"/>
                </a:cubicBezTo>
                <a:lnTo>
                  <a:pt x="21557" y="9834"/>
                </a:lnTo>
                <a:cubicBezTo>
                  <a:pt x="21546" y="9705"/>
                  <a:pt x="21530" y="9576"/>
                  <a:pt x="21514" y="9448"/>
                </a:cubicBezTo>
                <a:close/>
                <a:moveTo>
                  <a:pt x="21590" y="10333"/>
                </a:moveTo>
                <a:lnTo>
                  <a:pt x="10332" y="21590"/>
                </a:lnTo>
                <a:cubicBezTo>
                  <a:pt x="10473" y="21596"/>
                  <a:pt x="10613" y="21599"/>
                  <a:pt x="10753" y="21600"/>
                </a:cubicBezTo>
                <a:lnTo>
                  <a:pt x="21600" y="10754"/>
                </a:lnTo>
                <a:cubicBezTo>
                  <a:pt x="21599" y="10613"/>
                  <a:pt x="21596" y="10473"/>
                  <a:pt x="21590" y="10333"/>
                </a:cubicBezTo>
                <a:close/>
                <a:moveTo>
                  <a:pt x="21590" y="11296"/>
                </a:moveTo>
                <a:lnTo>
                  <a:pt x="11295" y="21590"/>
                </a:lnTo>
                <a:cubicBezTo>
                  <a:pt x="11449" y="21583"/>
                  <a:pt x="11603" y="21572"/>
                  <a:pt x="11757" y="21558"/>
                </a:cubicBezTo>
                <a:lnTo>
                  <a:pt x="21558" y="11757"/>
                </a:lnTo>
                <a:cubicBezTo>
                  <a:pt x="21572" y="11603"/>
                  <a:pt x="21583" y="11450"/>
                  <a:pt x="21590" y="11296"/>
                </a:cubicBezTo>
                <a:close/>
                <a:moveTo>
                  <a:pt x="21489" y="12358"/>
                </a:moveTo>
                <a:lnTo>
                  <a:pt x="12358" y="21489"/>
                </a:lnTo>
                <a:cubicBezTo>
                  <a:pt x="12531" y="21464"/>
                  <a:pt x="12703" y="21434"/>
                  <a:pt x="12876" y="21400"/>
                </a:cubicBezTo>
                <a:lnTo>
                  <a:pt x="21400" y="12876"/>
                </a:lnTo>
                <a:cubicBezTo>
                  <a:pt x="21434" y="12704"/>
                  <a:pt x="21464" y="12531"/>
                  <a:pt x="21489" y="12358"/>
                </a:cubicBezTo>
                <a:close/>
                <a:moveTo>
                  <a:pt x="21239" y="13569"/>
                </a:moveTo>
                <a:lnTo>
                  <a:pt x="13569" y="21239"/>
                </a:lnTo>
                <a:cubicBezTo>
                  <a:pt x="13774" y="21185"/>
                  <a:pt x="13978" y="21125"/>
                  <a:pt x="14181" y="21058"/>
                </a:cubicBezTo>
                <a:lnTo>
                  <a:pt x="21058" y="14181"/>
                </a:lnTo>
                <a:cubicBezTo>
                  <a:pt x="21125" y="13978"/>
                  <a:pt x="21185" y="13774"/>
                  <a:pt x="21239" y="13569"/>
                </a:cubicBezTo>
                <a:close/>
                <a:moveTo>
                  <a:pt x="20736" y="15035"/>
                </a:moveTo>
                <a:lnTo>
                  <a:pt x="15035" y="20736"/>
                </a:lnTo>
                <a:cubicBezTo>
                  <a:pt x="15310" y="20619"/>
                  <a:pt x="15581" y="20493"/>
                  <a:pt x="15848" y="20352"/>
                </a:cubicBezTo>
                <a:lnTo>
                  <a:pt x="20352" y="15848"/>
                </a:lnTo>
                <a:cubicBezTo>
                  <a:pt x="20493" y="15581"/>
                  <a:pt x="20619" y="15310"/>
                  <a:pt x="20736" y="15035"/>
                </a:cubicBezTo>
                <a:close/>
                <a:moveTo>
                  <a:pt x="19400" y="17332"/>
                </a:moveTo>
                <a:lnTo>
                  <a:pt x="17332" y="19400"/>
                </a:lnTo>
                <a:cubicBezTo>
                  <a:pt x="17716" y="19108"/>
                  <a:pt x="18087" y="18789"/>
                  <a:pt x="18438" y="18438"/>
                </a:cubicBezTo>
                <a:cubicBezTo>
                  <a:pt x="18788" y="18087"/>
                  <a:pt x="19107" y="17716"/>
                  <a:pt x="19400" y="17332"/>
                </a:cubicBezTo>
                <a:close/>
              </a:path>
            </a:pathLst>
          </a:custGeom>
          <a:solidFill>
            <a:schemeClr val="accent4"/>
          </a:solidFill>
          <a:ln w="12700">
            <a:miter lim="400000"/>
          </a:ln>
        </p:spPr>
        <p:txBody>
          <a:bodyPr lIns="0" tIns="0" rIns="0" bIns="0" anchor="ctr"/>
          <a:lstStyle/>
          <a:p>
            <a:pPr marL="0" marR="0" lvl="0" indent="0" algn="ctr" defTabSz="8255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 kumimoji="0" sz="32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Helvetica Neue Medium"/>
              <a:sym typeface="Helvetica Neue Medium"/>
            </a:endParaRPr>
          </a:p>
        </p:txBody>
      </p:sp>
      <p:sp>
        <p:nvSpPr>
          <p:cNvPr id="218" name="Shape">
            <a:extLst>
              <a:ext uri="{FF2B5EF4-FFF2-40B4-BE49-F238E27FC236}">
                <a16:creationId xmlns:a16="http://schemas.microsoft.com/office/drawing/2014/main" id="{36A13579-5FAF-6BC7-41DE-E323DC8960E6}"/>
              </a:ext>
            </a:extLst>
          </p:cNvPr>
          <p:cNvSpPr/>
          <p:nvPr/>
        </p:nvSpPr>
        <p:spPr>
          <a:xfrm>
            <a:off x="1688166" y="791392"/>
            <a:ext cx="7163901" cy="716420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800" y="0"/>
                </a:moveTo>
                <a:cubicBezTo>
                  <a:pt x="10787" y="0"/>
                  <a:pt x="10773" y="1"/>
                  <a:pt x="10759" y="1"/>
                </a:cubicBezTo>
                <a:lnTo>
                  <a:pt x="1" y="10760"/>
                </a:lnTo>
                <a:cubicBezTo>
                  <a:pt x="0" y="10900"/>
                  <a:pt x="3" y="11040"/>
                  <a:pt x="8" y="11181"/>
                </a:cubicBezTo>
                <a:lnTo>
                  <a:pt x="11180" y="9"/>
                </a:lnTo>
                <a:cubicBezTo>
                  <a:pt x="11054" y="4"/>
                  <a:pt x="10927" y="0"/>
                  <a:pt x="10800" y="0"/>
                </a:cubicBezTo>
                <a:close/>
                <a:moveTo>
                  <a:pt x="10211" y="17"/>
                </a:moveTo>
                <a:cubicBezTo>
                  <a:pt x="10057" y="25"/>
                  <a:pt x="9903" y="36"/>
                  <a:pt x="9748" y="51"/>
                </a:cubicBezTo>
                <a:lnTo>
                  <a:pt x="50" y="9749"/>
                </a:lnTo>
                <a:cubicBezTo>
                  <a:pt x="35" y="9903"/>
                  <a:pt x="25" y="10057"/>
                  <a:pt x="16" y="10212"/>
                </a:cubicBezTo>
                <a:lnTo>
                  <a:pt x="10211" y="17"/>
                </a:lnTo>
                <a:close/>
                <a:moveTo>
                  <a:pt x="11683" y="38"/>
                </a:moveTo>
                <a:lnTo>
                  <a:pt x="38" y="11684"/>
                </a:lnTo>
                <a:cubicBezTo>
                  <a:pt x="48" y="11814"/>
                  <a:pt x="62" y="11944"/>
                  <a:pt x="78" y="12075"/>
                </a:cubicBezTo>
                <a:lnTo>
                  <a:pt x="12074" y="78"/>
                </a:lnTo>
                <a:cubicBezTo>
                  <a:pt x="11944" y="63"/>
                  <a:pt x="11814" y="49"/>
                  <a:pt x="11683" y="38"/>
                </a:cubicBezTo>
                <a:close/>
                <a:moveTo>
                  <a:pt x="9136" y="131"/>
                </a:moveTo>
                <a:cubicBezTo>
                  <a:pt x="8960" y="158"/>
                  <a:pt x="8786" y="190"/>
                  <a:pt x="8611" y="226"/>
                </a:cubicBezTo>
                <a:lnTo>
                  <a:pt x="226" y="8611"/>
                </a:lnTo>
                <a:cubicBezTo>
                  <a:pt x="190" y="8786"/>
                  <a:pt x="157" y="8961"/>
                  <a:pt x="130" y="9137"/>
                </a:cubicBezTo>
                <a:lnTo>
                  <a:pt x="9136" y="131"/>
                </a:lnTo>
                <a:close/>
                <a:moveTo>
                  <a:pt x="12541" y="143"/>
                </a:moveTo>
                <a:lnTo>
                  <a:pt x="143" y="12541"/>
                </a:lnTo>
                <a:cubicBezTo>
                  <a:pt x="163" y="12663"/>
                  <a:pt x="183" y="12785"/>
                  <a:pt x="207" y="12906"/>
                </a:cubicBezTo>
                <a:lnTo>
                  <a:pt x="12906" y="208"/>
                </a:lnTo>
                <a:cubicBezTo>
                  <a:pt x="12785" y="184"/>
                  <a:pt x="12663" y="163"/>
                  <a:pt x="12541" y="143"/>
                </a:cubicBezTo>
                <a:close/>
                <a:moveTo>
                  <a:pt x="13343" y="303"/>
                </a:moveTo>
                <a:lnTo>
                  <a:pt x="303" y="13343"/>
                </a:lnTo>
                <a:cubicBezTo>
                  <a:pt x="330" y="13456"/>
                  <a:pt x="361" y="13569"/>
                  <a:pt x="392" y="13682"/>
                </a:cubicBezTo>
                <a:lnTo>
                  <a:pt x="13682" y="393"/>
                </a:lnTo>
                <a:cubicBezTo>
                  <a:pt x="13569" y="362"/>
                  <a:pt x="13456" y="331"/>
                  <a:pt x="13343" y="303"/>
                </a:cubicBezTo>
                <a:close/>
                <a:moveTo>
                  <a:pt x="7909" y="395"/>
                </a:moveTo>
                <a:cubicBezTo>
                  <a:pt x="7701" y="452"/>
                  <a:pt x="7495" y="515"/>
                  <a:pt x="7290" y="585"/>
                </a:cubicBezTo>
                <a:lnTo>
                  <a:pt x="584" y="7290"/>
                </a:lnTo>
                <a:cubicBezTo>
                  <a:pt x="514" y="7495"/>
                  <a:pt x="452" y="7702"/>
                  <a:pt x="394" y="7909"/>
                </a:cubicBezTo>
                <a:lnTo>
                  <a:pt x="7909" y="395"/>
                </a:lnTo>
                <a:close/>
                <a:moveTo>
                  <a:pt x="14094" y="515"/>
                </a:moveTo>
                <a:lnTo>
                  <a:pt x="514" y="14094"/>
                </a:lnTo>
                <a:cubicBezTo>
                  <a:pt x="549" y="14202"/>
                  <a:pt x="583" y="14310"/>
                  <a:pt x="620" y="14417"/>
                </a:cubicBezTo>
                <a:lnTo>
                  <a:pt x="14417" y="621"/>
                </a:lnTo>
                <a:cubicBezTo>
                  <a:pt x="14310" y="583"/>
                  <a:pt x="14202" y="549"/>
                  <a:pt x="14094" y="515"/>
                </a:cubicBezTo>
                <a:close/>
                <a:moveTo>
                  <a:pt x="14804" y="767"/>
                </a:moveTo>
                <a:lnTo>
                  <a:pt x="767" y="14804"/>
                </a:lnTo>
                <a:cubicBezTo>
                  <a:pt x="807" y="14905"/>
                  <a:pt x="851" y="15004"/>
                  <a:pt x="894" y="15104"/>
                </a:cubicBezTo>
                <a:lnTo>
                  <a:pt x="15104" y="895"/>
                </a:lnTo>
                <a:cubicBezTo>
                  <a:pt x="15004" y="852"/>
                  <a:pt x="14905" y="807"/>
                  <a:pt x="14804" y="767"/>
                </a:cubicBezTo>
                <a:close/>
                <a:moveTo>
                  <a:pt x="6411" y="932"/>
                </a:moveTo>
                <a:cubicBezTo>
                  <a:pt x="6118" y="1062"/>
                  <a:pt x="5831" y="1206"/>
                  <a:pt x="5549" y="1363"/>
                </a:cubicBezTo>
                <a:lnTo>
                  <a:pt x="1362" y="5549"/>
                </a:lnTo>
                <a:cubicBezTo>
                  <a:pt x="1205" y="5832"/>
                  <a:pt x="1061" y="6119"/>
                  <a:pt x="931" y="6411"/>
                </a:cubicBezTo>
                <a:lnTo>
                  <a:pt x="6411" y="932"/>
                </a:lnTo>
                <a:close/>
                <a:moveTo>
                  <a:pt x="15470" y="1061"/>
                </a:moveTo>
                <a:lnTo>
                  <a:pt x="1060" y="15471"/>
                </a:lnTo>
                <a:cubicBezTo>
                  <a:pt x="1106" y="15567"/>
                  <a:pt x="1153" y="15664"/>
                  <a:pt x="1202" y="15759"/>
                </a:cubicBezTo>
                <a:lnTo>
                  <a:pt x="15759" y="1203"/>
                </a:lnTo>
                <a:cubicBezTo>
                  <a:pt x="15663" y="1153"/>
                  <a:pt x="15567" y="1107"/>
                  <a:pt x="15470" y="1061"/>
                </a:cubicBezTo>
                <a:close/>
                <a:moveTo>
                  <a:pt x="16103" y="1391"/>
                </a:moveTo>
                <a:lnTo>
                  <a:pt x="1391" y="16103"/>
                </a:lnTo>
                <a:cubicBezTo>
                  <a:pt x="1442" y="16194"/>
                  <a:pt x="1494" y="16285"/>
                  <a:pt x="1548" y="16375"/>
                </a:cubicBezTo>
                <a:lnTo>
                  <a:pt x="16375" y="1549"/>
                </a:lnTo>
                <a:cubicBezTo>
                  <a:pt x="16285" y="1495"/>
                  <a:pt x="16194" y="1442"/>
                  <a:pt x="16103" y="1391"/>
                </a:cubicBezTo>
                <a:close/>
                <a:moveTo>
                  <a:pt x="16703" y="1754"/>
                </a:moveTo>
                <a:lnTo>
                  <a:pt x="1753" y="16703"/>
                </a:lnTo>
                <a:cubicBezTo>
                  <a:pt x="1809" y="16788"/>
                  <a:pt x="1869" y="16872"/>
                  <a:pt x="1928" y="16956"/>
                </a:cubicBezTo>
                <a:lnTo>
                  <a:pt x="16956" y="1928"/>
                </a:lnTo>
                <a:cubicBezTo>
                  <a:pt x="16872" y="1869"/>
                  <a:pt x="16788" y="1810"/>
                  <a:pt x="16703" y="1754"/>
                </a:cubicBezTo>
                <a:close/>
                <a:moveTo>
                  <a:pt x="17267" y="2151"/>
                </a:moveTo>
                <a:lnTo>
                  <a:pt x="2151" y="17267"/>
                </a:lnTo>
                <a:cubicBezTo>
                  <a:pt x="2212" y="17349"/>
                  <a:pt x="2274" y="17430"/>
                  <a:pt x="2338" y="17510"/>
                </a:cubicBezTo>
                <a:lnTo>
                  <a:pt x="17510" y="2338"/>
                </a:lnTo>
                <a:cubicBezTo>
                  <a:pt x="17430" y="2275"/>
                  <a:pt x="17349" y="2212"/>
                  <a:pt x="17267" y="2151"/>
                </a:cubicBezTo>
                <a:close/>
                <a:moveTo>
                  <a:pt x="3805" y="2574"/>
                </a:moveTo>
                <a:cubicBezTo>
                  <a:pt x="3586" y="2761"/>
                  <a:pt x="3370" y="2956"/>
                  <a:pt x="3163" y="3163"/>
                </a:cubicBezTo>
                <a:cubicBezTo>
                  <a:pt x="2955" y="3371"/>
                  <a:pt x="2761" y="3586"/>
                  <a:pt x="2574" y="3806"/>
                </a:cubicBezTo>
                <a:lnTo>
                  <a:pt x="3805" y="2574"/>
                </a:lnTo>
                <a:close/>
                <a:moveTo>
                  <a:pt x="17801" y="2579"/>
                </a:moveTo>
                <a:lnTo>
                  <a:pt x="2579" y="17801"/>
                </a:lnTo>
                <a:cubicBezTo>
                  <a:pt x="2645" y="17878"/>
                  <a:pt x="2709" y="17957"/>
                  <a:pt x="2777" y="18032"/>
                </a:cubicBezTo>
                <a:lnTo>
                  <a:pt x="18032" y="2777"/>
                </a:lnTo>
                <a:cubicBezTo>
                  <a:pt x="17957" y="2709"/>
                  <a:pt x="17878" y="2645"/>
                  <a:pt x="17801" y="2579"/>
                </a:cubicBezTo>
                <a:close/>
                <a:moveTo>
                  <a:pt x="18304" y="3036"/>
                </a:moveTo>
                <a:lnTo>
                  <a:pt x="3036" y="18304"/>
                </a:lnTo>
                <a:cubicBezTo>
                  <a:pt x="3079" y="18349"/>
                  <a:pt x="3119" y="18394"/>
                  <a:pt x="3163" y="18438"/>
                </a:cubicBezTo>
                <a:cubicBezTo>
                  <a:pt x="3191" y="18466"/>
                  <a:pt x="3222" y="18492"/>
                  <a:pt x="3250" y="18521"/>
                </a:cubicBezTo>
                <a:lnTo>
                  <a:pt x="18521" y="3251"/>
                </a:lnTo>
                <a:cubicBezTo>
                  <a:pt x="18492" y="3222"/>
                  <a:pt x="18466" y="3192"/>
                  <a:pt x="18438" y="3163"/>
                </a:cubicBezTo>
                <a:cubicBezTo>
                  <a:pt x="18394" y="3119"/>
                  <a:pt x="18348" y="3079"/>
                  <a:pt x="18304" y="3036"/>
                </a:cubicBezTo>
                <a:close/>
                <a:moveTo>
                  <a:pt x="18781" y="3523"/>
                </a:moveTo>
                <a:lnTo>
                  <a:pt x="3522" y="18781"/>
                </a:lnTo>
                <a:cubicBezTo>
                  <a:pt x="3598" y="18850"/>
                  <a:pt x="3676" y="18915"/>
                  <a:pt x="3753" y="18982"/>
                </a:cubicBezTo>
                <a:lnTo>
                  <a:pt x="18982" y="3753"/>
                </a:lnTo>
                <a:cubicBezTo>
                  <a:pt x="18915" y="3676"/>
                  <a:pt x="18850" y="3598"/>
                  <a:pt x="18781" y="3523"/>
                </a:cubicBezTo>
                <a:close/>
                <a:moveTo>
                  <a:pt x="19224" y="4041"/>
                </a:moveTo>
                <a:lnTo>
                  <a:pt x="4041" y="19224"/>
                </a:lnTo>
                <a:cubicBezTo>
                  <a:pt x="4121" y="19289"/>
                  <a:pt x="4202" y="19350"/>
                  <a:pt x="4283" y="19412"/>
                </a:cubicBezTo>
                <a:lnTo>
                  <a:pt x="19412" y="4283"/>
                </a:lnTo>
                <a:cubicBezTo>
                  <a:pt x="19350" y="4202"/>
                  <a:pt x="19289" y="4121"/>
                  <a:pt x="19224" y="4041"/>
                </a:cubicBezTo>
                <a:close/>
                <a:moveTo>
                  <a:pt x="19637" y="4591"/>
                </a:moveTo>
                <a:lnTo>
                  <a:pt x="4591" y="19637"/>
                </a:lnTo>
                <a:cubicBezTo>
                  <a:pt x="4675" y="19696"/>
                  <a:pt x="4758" y="19757"/>
                  <a:pt x="4843" y="19813"/>
                </a:cubicBezTo>
                <a:lnTo>
                  <a:pt x="19813" y="4844"/>
                </a:lnTo>
                <a:cubicBezTo>
                  <a:pt x="19757" y="4758"/>
                  <a:pt x="19696" y="4675"/>
                  <a:pt x="19637" y="4591"/>
                </a:cubicBezTo>
                <a:close/>
                <a:moveTo>
                  <a:pt x="20019" y="5172"/>
                </a:moveTo>
                <a:lnTo>
                  <a:pt x="5172" y="20019"/>
                </a:lnTo>
                <a:cubicBezTo>
                  <a:pt x="5261" y="20073"/>
                  <a:pt x="5351" y="20126"/>
                  <a:pt x="5441" y="20178"/>
                </a:cubicBezTo>
                <a:lnTo>
                  <a:pt x="20178" y="5441"/>
                </a:lnTo>
                <a:cubicBezTo>
                  <a:pt x="20126" y="5351"/>
                  <a:pt x="20073" y="5261"/>
                  <a:pt x="20019" y="5172"/>
                </a:cubicBezTo>
                <a:close/>
                <a:moveTo>
                  <a:pt x="20369" y="5782"/>
                </a:moveTo>
                <a:lnTo>
                  <a:pt x="5782" y="20369"/>
                </a:lnTo>
                <a:cubicBezTo>
                  <a:pt x="5877" y="20419"/>
                  <a:pt x="5974" y="20463"/>
                  <a:pt x="6071" y="20510"/>
                </a:cubicBezTo>
                <a:lnTo>
                  <a:pt x="20510" y="6071"/>
                </a:lnTo>
                <a:cubicBezTo>
                  <a:pt x="20463" y="5975"/>
                  <a:pt x="20419" y="5878"/>
                  <a:pt x="20369" y="5782"/>
                </a:cubicBezTo>
                <a:close/>
                <a:moveTo>
                  <a:pt x="20679" y="6434"/>
                </a:moveTo>
                <a:lnTo>
                  <a:pt x="6434" y="20679"/>
                </a:lnTo>
                <a:cubicBezTo>
                  <a:pt x="6534" y="20723"/>
                  <a:pt x="6633" y="20769"/>
                  <a:pt x="6734" y="20809"/>
                </a:cubicBezTo>
                <a:lnTo>
                  <a:pt x="20809" y="6735"/>
                </a:lnTo>
                <a:cubicBezTo>
                  <a:pt x="20769" y="6634"/>
                  <a:pt x="20723" y="6534"/>
                  <a:pt x="20679" y="6434"/>
                </a:cubicBezTo>
                <a:close/>
                <a:moveTo>
                  <a:pt x="20956" y="7121"/>
                </a:moveTo>
                <a:lnTo>
                  <a:pt x="7120" y="20956"/>
                </a:lnTo>
                <a:cubicBezTo>
                  <a:pt x="7226" y="20994"/>
                  <a:pt x="7333" y="21030"/>
                  <a:pt x="7439" y="21065"/>
                </a:cubicBezTo>
                <a:lnTo>
                  <a:pt x="21065" y="7439"/>
                </a:lnTo>
                <a:cubicBezTo>
                  <a:pt x="21030" y="7333"/>
                  <a:pt x="20994" y="7226"/>
                  <a:pt x="20956" y="7121"/>
                </a:cubicBezTo>
                <a:close/>
                <a:moveTo>
                  <a:pt x="21190" y="7848"/>
                </a:moveTo>
                <a:lnTo>
                  <a:pt x="7848" y="21190"/>
                </a:lnTo>
                <a:cubicBezTo>
                  <a:pt x="7960" y="21221"/>
                  <a:pt x="8073" y="21252"/>
                  <a:pt x="8186" y="21280"/>
                </a:cubicBezTo>
                <a:lnTo>
                  <a:pt x="21280" y="8186"/>
                </a:lnTo>
                <a:cubicBezTo>
                  <a:pt x="21252" y="8073"/>
                  <a:pt x="21221" y="7960"/>
                  <a:pt x="21190" y="7848"/>
                </a:cubicBezTo>
                <a:close/>
                <a:moveTo>
                  <a:pt x="21378" y="8623"/>
                </a:moveTo>
                <a:lnTo>
                  <a:pt x="8623" y="21378"/>
                </a:lnTo>
                <a:cubicBezTo>
                  <a:pt x="8743" y="21402"/>
                  <a:pt x="8863" y="21424"/>
                  <a:pt x="8984" y="21445"/>
                </a:cubicBezTo>
                <a:lnTo>
                  <a:pt x="21445" y="8984"/>
                </a:lnTo>
                <a:cubicBezTo>
                  <a:pt x="21424" y="8864"/>
                  <a:pt x="21402" y="8743"/>
                  <a:pt x="21378" y="8623"/>
                </a:cubicBezTo>
                <a:close/>
                <a:moveTo>
                  <a:pt x="21514" y="9448"/>
                </a:moveTo>
                <a:lnTo>
                  <a:pt x="9447" y="21514"/>
                </a:lnTo>
                <a:cubicBezTo>
                  <a:pt x="9576" y="21530"/>
                  <a:pt x="9704" y="21546"/>
                  <a:pt x="9833" y="21557"/>
                </a:cubicBezTo>
                <a:lnTo>
                  <a:pt x="21557" y="9834"/>
                </a:lnTo>
                <a:cubicBezTo>
                  <a:pt x="21546" y="9705"/>
                  <a:pt x="21530" y="9576"/>
                  <a:pt x="21514" y="9448"/>
                </a:cubicBezTo>
                <a:close/>
                <a:moveTo>
                  <a:pt x="21590" y="10333"/>
                </a:moveTo>
                <a:lnTo>
                  <a:pt x="10332" y="21590"/>
                </a:lnTo>
                <a:cubicBezTo>
                  <a:pt x="10473" y="21596"/>
                  <a:pt x="10613" y="21599"/>
                  <a:pt x="10753" y="21600"/>
                </a:cubicBezTo>
                <a:lnTo>
                  <a:pt x="21600" y="10754"/>
                </a:lnTo>
                <a:cubicBezTo>
                  <a:pt x="21599" y="10613"/>
                  <a:pt x="21596" y="10473"/>
                  <a:pt x="21590" y="10333"/>
                </a:cubicBezTo>
                <a:close/>
                <a:moveTo>
                  <a:pt x="21590" y="11296"/>
                </a:moveTo>
                <a:lnTo>
                  <a:pt x="11295" y="21590"/>
                </a:lnTo>
                <a:cubicBezTo>
                  <a:pt x="11449" y="21583"/>
                  <a:pt x="11603" y="21572"/>
                  <a:pt x="11757" y="21558"/>
                </a:cubicBezTo>
                <a:lnTo>
                  <a:pt x="21558" y="11757"/>
                </a:lnTo>
                <a:cubicBezTo>
                  <a:pt x="21572" y="11603"/>
                  <a:pt x="21583" y="11450"/>
                  <a:pt x="21590" y="11296"/>
                </a:cubicBezTo>
                <a:close/>
                <a:moveTo>
                  <a:pt x="21489" y="12358"/>
                </a:moveTo>
                <a:lnTo>
                  <a:pt x="12358" y="21489"/>
                </a:lnTo>
                <a:cubicBezTo>
                  <a:pt x="12531" y="21464"/>
                  <a:pt x="12703" y="21434"/>
                  <a:pt x="12876" y="21400"/>
                </a:cubicBezTo>
                <a:lnTo>
                  <a:pt x="21400" y="12876"/>
                </a:lnTo>
                <a:cubicBezTo>
                  <a:pt x="21434" y="12704"/>
                  <a:pt x="21464" y="12531"/>
                  <a:pt x="21489" y="12358"/>
                </a:cubicBezTo>
                <a:close/>
                <a:moveTo>
                  <a:pt x="21239" y="13569"/>
                </a:moveTo>
                <a:lnTo>
                  <a:pt x="13569" y="21239"/>
                </a:lnTo>
                <a:cubicBezTo>
                  <a:pt x="13774" y="21185"/>
                  <a:pt x="13978" y="21125"/>
                  <a:pt x="14181" y="21058"/>
                </a:cubicBezTo>
                <a:lnTo>
                  <a:pt x="21058" y="14181"/>
                </a:lnTo>
                <a:cubicBezTo>
                  <a:pt x="21125" y="13978"/>
                  <a:pt x="21185" y="13774"/>
                  <a:pt x="21239" y="13569"/>
                </a:cubicBezTo>
                <a:close/>
                <a:moveTo>
                  <a:pt x="20736" y="15035"/>
                </a:moveTo>
                <a:lnTo>
                  <a:pt x="15035" y="20736"/>
                </a:lnTo>
                <a:cubicBezTo>
                  <a:pt x="15310" y="20619"/>
                  <a:pt x="15581" y="20493"/>
                  <a:pt x="15848" y="20352"/>
                </a:cubicBezTo>
                <a:lnTo>
                  <a:pt x="20352" y="15848"/>
                </a:lnTo>
                <a:cubicBezTo>
                  <a:pt x="20493" y="15581"/>
                  <a:pt x="20619" y="15310"/>
                  <a:pt x="20736" y="15035"/>
                </a:cubicBezTo>
                <a:close/>
                <a:moveTo>
                  <a:pt x="19400" y="17332"/>
                </a:moveTo>
                <a:lnTo>
                  <a:pt x="17332" y="19400"/>
                </a:lnTo>
                <a:cubicBezTo>
                  <a:pt x="17716" y="19108"/>
                  <a:pt x="18087" y="18789"/>
                  <a:pt x="18438" y="18438"/>
                </a:cubicBezTo>
                <a:cubicBezTo>
                  <a:pt x="18788" y="18087"/>
                  <a:pt x="19107" y="17716"/>
                  <a:pt x="19400" y="17332"/>
                </a:cubicBezTo>
                <a:close/>
              </a:path>
            </a:pathLst>
          </a:custGeom>
          <a:solidFill>
            <a:schemeClr val="accent4"/>
          </a:solidFill>
          <a:ln w="12700">
            <a:miter lim="400000"/>
          </a:ln>
        </p:spPr>
        <p:txBody>
          <a:bodyPr lIns="0" tIns="0" rIns="0" bIns="0" anchor="ctr"/>
          <a:lstStyle/>
          <a:p>
            <a:pPr marL="0" marR="0" lvl="0" indent="0" algn="ctr" defTabSz="8255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 kumimoji="0" sz="32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Helvetica Neue Medium"/>
              <a:sym typeface="Helvetica Neue Medium"/>
            </a:endParaRPr>
          </a:p>
        </p:txBody>
      </p:sp>
      <p:sp>
        <p:nvSpPr>
          <p:cNvPr id="219" name="Shape">
            <a:extLst>
              <a:ext uri="{FF2B5EF4-FFF2-40B4-BE49-F238E27FC236}">
                <a16:creationId xmlns:a16="http://schemas.microsoft.com/office/drawing/2014/main" id="{68B1CDF8-43FF-9A46-1061-268B856B444C}"/>
              </a:ext>
            </a:extLst>
          </p:cNvPr>
          <p:cNvSpPr/>
          <p:nvPr/>
        </p:nvSpPr>
        <p:spPr>
          <a:xfrm>
            <a:off x="11727838" y="12253507"/>
            <a:ext cx="4276957" cy="427713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800" y="0"/>
                </a:moveTo>
                <a:cubicBezTo>
                  <a:pt x="10787" y="0"/>
                  <a:pt x="10773" y="1"/>
                  <a:pt x="10759" y="1"/>
                </a:cubicBezTo>
                <a:lnTo>
                  <a:pt x="1" y="10760"/>
                </a:lnTo>
                <a:cubicBezTo>
                  <a:pt x="0" y="10900"/>
                  <a:pt x="3" y="11040"/>
                  <a:pt x="8" y="11181"/>
                </a:cubicBezTo>
                <a:lnTo>
                  <a:pt x="11180" y="9"/>
                </a:lnTo>
                <a:cubicBezTo>
                  <a:pt x="11054" y="4"/>
                  <a:pt x="10927" y="0"/>
                  <a:pt x="10800" y="0"/>
                </a:cubicBezTo>
                <a:close/>
                <a:moveTo>
                  <a:pt x="10211" y="17"/>
                </a:moveTo>
                <a:cubicBezTo>
                  <a:pt x="10057" y="25"/>
                  <a:pt x="9903" y="36"/>
                  <a:pt x="9748" y="51"/>
                </a:cubicBezTo>
                <a:lnTo>
                  <a:pt x="50" y="9749"/>
                </a:lnTo>
                <a:cubicBezTo>
                  <a:pt x="35" y="9903"/>
                  <a:pt x="25" y="10057"/>
                  <a:pt x="16" y="10212"/>
                </a:cubicBezTo>
                <a:lnTo>
                  <a:pt x="10211" y="17"/>
                </a:lnTo>
                <a:close/>
                <a:moveTo>
                  <a:pt x="11683" y="38"/>
                </a:moveTo>
                <a:lnTo>
                  <a:pt x="38" y="11684"/>
                </a:lnTo>
                <a:cubicBezTo>
                  <a:pt x="48" y="11814"/>
                  <a:pt x="62" y="11944"/>
                  <a:pt x="78" y="12075"/>
                </a:cubicBezTo>
                <a:lnTo>
                  <a:pt x="12074" y="78"/>
                </a:lnTo>
                <a:cubicBezTo>
                  <a:pt x="11944" y="63"/>
                  <a:pt x="11814" y="49"/>
                  <a:pt x="11683" y="38"/>
                </a:cubicBezTo>
                <a:close/>
                <a:moveTo>
                  <a:pt x="9136" y="131"/>
                </a:moveTo>
                <a:cubicBezTo>
                  <a:pt x="8960" y="158"/>
                  <a:pt x="8786" y="190"/>
                  <a:pt x="8611" y="226"/>
                </a:cubicBezTo>
                <a:lnTo>
                  <a:pt x="226" y="8611"/>
                </a:lnTo>
                <a:cubicBezTo>
                  <a:pt x="190" y="8786"/>
                  <a:pt x="157" y="8961"/>
                  <a:pt x="130" y="9137"/>
                </a:cubicBezTo>
                <a:lnTo>
                  <a:pt x="9136" y="131"/>
                </a:lnTo>
                <a:close/>
                <a:moveTo>
                  <a:pt x="12541" y="143"/>
                </a:moveTo>
                <a:lnTo>
                  <a:pt x="143" y="12541"/>
                </a:lnTo>
                <a:cubicBezTo>
                  <a:pt x="163" y="12663"/>
                  <a:pt x="183" y="12785"/>
                  <a:pt x="207" y="12906"/>
                </a:cubicBezTo>
                <a:lnTo>
                  <a:pt x="12906" y="208"/>
                </a:lnTo>
                <a:cubicBezTo>
                  <a:pt x="12785" y="184"/>
                  <a:pt x="12663" y="163"/>
                  <a:pt x="12541" y="143"/>
                </a:cubicBezTo>
                <a:close/>
                <a:moveTo>
                  <a:pt x="13343" y="303"/>
                </a:moveTo>
                <a:lnTo>
                  <a:pt x="303" y="13343"/>
                </a:lnTo>
                <a:cubicBezTo>
                  <a:pt x="330" y="13456"/>
                  <a:pt x="361" y="13569"/>
                  <a:pt x="392" y="13682"/>
                </a:cubicBezTo>
                <a:lnTo>
                  <a:pt x="13682" y="393"/>
                </a:lnTo>
                <a:cubicBezTo>
                  <a:pt x="13569" y="362"/>
                  <a:pt x="13456" y="331"/>
                  <a:pt x="13343" y="303"/>
                </a:cubicBezTo>
                <a:close/>
                <a:moveTo>
                  <a:pt x="7909" y="395"/>
                </a:moveTo>
                <a:cubicBezTo>
                  <a:pt x="7701" y="452"/>
                  <a:pt x="7495" y="515"/>
                  <a:pt x="7290" y="585"/>
                </a:cubicBezTo>
                <a:lnTo>
                  <a:pt x="584" y="7290"/>
                </a:lnTo>
                <a:cubicBezTo>
                  <a:pt x="514" y="7495"/>
                  <a:pt x="452" y="7702"/>
                  <a:pt x="394" y="7909"/>
                </a:cubicBezTo>
                <a:lnTo>
                  <a:pt x="7909" y="395"/>
                </a:lnTo>
                <a:close/>
                <a:moveTo>
                  <a:pt x="14094" y="515"/>
                </a:moveTo>
                <a:lnTo>
                  <a:pt x="514" y="14094"/>
                </a:lnTo>
                <a:cubicBezTo>
                  <a:pt x="549" y="14202"/>
                  <a:pt x="583" y="14310"/>
                  <a:pt x="620" y="14417"/>
                </a:cubicBezTo>
                <a:lnTo>
                  <a:pt x="14417" y="621"/>
                </a:lnTo>
                <a:cubicBezTo>
                  <a:pt x="14310" y="583"/>
                  <a:pt x="14202" y="549"/>
                  <a:pt x="14094" y="515"/>
                </a:cubicBezTo>
                <a:close/>
                <a:moveTo>
                  <a:pt x="14804" y="767"/>
                </a:moveTo>
                <a:lnTo>
                  <a:pt x="767" y="14804"/>
                </a:lnTo>
                <a:cubicBezTo>
                  <a:pt x="807" y="14905"/>
                  <a:pt x="851" y="15004"/>
                  <a:pt x="894" y="15104"/>
                </a:cubicBezTo>
                <a:lnTo>
                  <a:pt x="15104" y="895"/>
                </a:lnTo>
                <a:cubicBezTo>
                  <a:pt x="15004" y="852"/>
                  <a:pt x="14905" y="807"/>
                  <a:pt x="14804" y="767"/>
                </a:cubicBezTo>
                <a:close/>
                <a:moveTo>
                  <a:pt x="6411" y="932"/>
                </a:moveTo>
                <a:cubicBezTo>
                  <a:pt x="6118" y="1062"/>
                  <a:pt x="5831" y="1206"/>
                  <a:pt x="5549" y="1363"/>
                </a:cubicBezTo>
                <a:lnTo>
                  <a:pt x="1362" y="5549"/>
                </a:lnTo>
                <a:cubicBezTo>
                  <a:pt x="1205" y="5832"/>
                  <a:pt x="1061" y="6119"/>
                  <a:pt x="931" y="6411"/>
                </a:cubicBezTo>
                <a:lnTo>
                  <a:pt x="6411" y="932"/>
                </a:lnTo>
                <a:close/>
                <a:moveTo>
                  <a:pt x="15470" y="1061"/>
                </a:moveTo>
                <a:lnTo>
                  <a:pt x="1060" y="15471"/>
                </a:lnTo>
                <a:cubicBezTo>
                  <a:pt x="1106" y="15567"/>
                  <a:pt x="1153" y="15664"/>
                  <a:pt x="1202" y="15759"/>
                </a:cubicBezTo>
                <a:lnTo>
                  <a:pt x="15759" y="1203"/>
                </a:lnTo>
                <a:cubicBezTo>
                  <a:pt x="15663" y="1153"/>
                  <a:pt x="15567" y="1107"/>
                  <a:pt x="15470" y="1061"/>
                </a:cubicBezTo>
                <a:close/>
                <a:moveTo>
                  <a:pt x="16103" y="1391"/>
                </a:moveTo>
                <a:lnTo>
                  <a:pt x="1391" y="16103"/>
                </a:lnTo>
                <a:cubicBezTo>
                  <a:pt x="1442" y="16194"/>
                  <a:pt x="1494" y="16285"/>
                  <a:pt x="1549" y="16375"/>
                </a:cubicBezTo>
                <a:lnTo>
                  <a:pt x="16375" y="1549"/>
                </a:lnTo>
                <a:cubicBezTo>
                  <a:pt x="16285" y="1495"/>
                  <a:pt x="16194" y="1442"/>
                  <a:pt x="16103" y="1391"/>
                </a:cubicBezTo>
                <a:close/>
                <a:moveTo>
                  <a:pt x="16703" y="1754"/>
                </a:moveTo>
                <a:lnTo>
                  <a:pt x="1753" y="16703"/>
                </a:lnTo>
                <a:cubicBezTo>
                  <a:pt x="1809" y="16788"/>
                  <a:pt x="1869" y="16872"/>
                  <a:pt x="1928" y="16956"/>
                </a:cubicBezTo>
                <a:lnTo>
                  <a:pt x="16956" y="1928"/>
                </a:lnTo>
                <a:cubicBezTo>
                  <a:pt x="16872" y="1869"/>
                  <a:pt x="16788" y="1810"/>
                  <a:pt x="16703" y="1754"/>
                </a:cubicBezTo>
                <a:close/>
                <a:moveTo>
                  <a:pt x="17267" y="2151"/>
                </a:moveTo>
                <a:lnTo>
                  <a:pt x="2151" y="17267"/>
                </a:lnTo>
                <a:cubicBezTo>
                  <a:pt x="2212" y="17349"/>
                  <a:pt x="2274" y="17430"/>
                  <a:pt x="2338" y="17510"/>
                </a:cubicBezTo>
                <a:lnTo>
                  <a:pt x="17510" y="2338"/>
                </a:lnTo>
                <a:cubicBezTo>
                  <a:pt x="17430" y="2275"/>
                  <a:pt x="17349" y="2212"/>
                  <a:pt x="17267" y="2151"/>
                </a:cubicBezTo>
                <a:close/>
                <a:moveTo>
                  <a:pt x="3805" y="2574"/>
                </a:moveTo>
                <a:cubicBezTo>
                  <a:pt x="3586" y="2761"/>
                  <a:pt x="3370" y="2956"/>
                  <a:pt x="3163" y="3163"/>
                </a:cubicBezTo>
                <a:cubicBezTo>
                  <a:pt x="2955" y="3371"/>
                  <a:pt x="2761" y="3586"/>
                  <a:pt x="2574" y="3806"/>
                </a:cubicBezTo>
                <a:lnTo>
                  <a:pt x="3805" y="2574"/>
                </a:lnTo>
                <a:close/>
                <a:moveTo>
                  <a:pt x="17801" y="2579"/>
                </a:moveTo>
                <a:lnTo>
                  <a:pt x="2579" y="17801"/>
                </a:lnTo>
                <a:cubicBezTo>
                  <a:pt x="2645" y="17878"/>
                  <a:pt x="2709" y="17957"/>
                  <a:pt x="2777" y="18032"/>
                </a:cubicBezTo>
                <a:lnTo>
                  <a:pt x="18032" y="2777"/>
                </a:lnTo>
                <a:cubicBezTo>
                  <a:pt x="17957" y="2709"/>
                  <a:pt x="17878" y="2645"/>
                  <a:pt x="17801" y="2579"/>
                </a:cubicBezTo>
                <a:close/>
                <a:moveTo>
                  <a:pt x="18304" y="3036"/>
                </a:moveTo>
                <a:lnTo>
                  <a:pt x="3036" y="18304"/>
                </a:lnTo>
                <a:cubicBezTo>
                  <a:pt x="3079" y="18349"/>
                  <a:pt x="3119" y="18394"/>
                  <a:pt x="3163" y="18438"/>
                </a:cubicBezTo>
                <a:cubicBezTo>
                  <a:pt x="3191" y="18466"/>
                  <a:pt x="3222" y="18492"/>
                  <a:pt x="3250" y="18521"/>
                </a:cubicBezTo>
                <a:lnTo>
                  <a:pt x="18521" y="3251"/>
                </a:lnTo>
                <a:cubicBezTo>
                  <a:pt x="18492" y="3222"/>
                  <a:pt x="18466" y="3192"/>
                  <a:pt x="18438" y="3163"/>
                </a:cubicBezTo>
                <a:cubicBezTo>
                  <a:pt x="18394" y="3119"/>
                  <a:pt x="18348" y="3079"/>
                  <a:pt x="18304" y="3036"/>
                </a:cubicBezTo>
                <a:close/>
                <a:moveTo>
                  <a:pt x="18781" y="3523"/>
                </a:moveTo>
                <a:lnTo>
                  <a:pt x="3522" y="18781"/>
                </a:lnTo>
                <a:cubicBezTo>
                  <a:pt x="3598" y="18850"/>
                  <a:pt x="3676" y="18915"/>
                  <a:pt x="3753" y="18982"/>
                </a:cubicBezTo>
                <a:lnTo>
                  <a:pt x="18982" y="3753"/>
                </a:lnTo>
                <a:cubicBezTo>
                  <a:pt x="18915" y="3676"/>
                  <a:pt x="18850" y="3598"/>
                  <a:pt x="18781" y="3523"/>
                </a:cubicBezTo>
                <a:close/>
                <a:moveTo>
                  <a:pt x="19224" y="4041"/>
                </a:moveTo>
                <a:lnTo>
                  <a:pt x="4041" y="19224"/>
                </a:lnTo>
                <a:cubicBezTo>
                  <a:pt x="4121" y="19289"/>
                  <a:pt x="4202" y="19350"/>
                  <a:pt x="4283" y="19412"/>
                </a:cubicBezTo>
                <a:lnTo>
                  <a:pt x="19412" y="4283"/>
                </a:lnTo>
                <a:cubicBezTo>
                  <a:pt x="19350" y="4202"/>
                  <a:pt x="19289" y="4121"/>
                  <a:pt x="19224" y="4041"/>
                </a:cubicBezTo>
                <a:close/>
                <a:moveTo>
                  <a:pt x="19637" y="4591"/>
                </a:moveTo>
                <a:lnTo>
                  <a:pt x="4591" y="19637"/>
                </a:lnTo>
                <a:cubicBezTo>
                  <a:pt x="4675" y="19696"/>
                  <a:pt x="4758" y="19757"/>
                  <a:pt x="4843" y="19813"/>
                </a:cubicBezTo>
                <a:lnTo>
                  <a:pt x="19813" y="4844"/>
                </a:lnTo>
                <a:cubicBezTo>
                  <a:pt x="19757" y="4758"/>
                  <a:pt x="19696" y="4675"/>
                  <a:pt x="19637" y="4591"/>
                </a:cubicBezTo>
                <a:close/>
                <a:moveTo>
                  <a:pt x="20019" y="5172"/>
                </a:moveTo>
                <a:lnTo>
                  <a:pt x="5172" y="20019"/>
                </a:lnTo>
                <a:cubicBezTo>
                  <a:pt x="5261" y="20073"/>
                  <a:pt x="5351" y="20126"/>
                  <a:pt x="5441" y="20178"/>
                </a:cubicBezTo>
                <a:lnTo>
                  <a:pt x="20178" y="5441"/>
                </a:lnTo>
                <a:cubicBezTo>
                  <a:pt x="20126" y="5351"/>
                  <a:pt x="20073" y="5261"/>
                  <a:pt x="20019" y="5172"/>
                </a:cubicBezTo>
                <a:close/>
                <a:moveTo>
                  <a:pt x="20369" y="5782"/>
                </a:moveTo>
                <a:lnTo>
                  <a:pt x="5782" y="20369"/>
                </a:lnTo>
                <a:cubicBezTo>
                  <a:pt x="5877" y="20419"/>
                  <a:pt x="5974" y="20463"/>
                  <a:pt x="6071" y="20510"/>
                </a:cubicBezTo>
                <a:lnTo>
                  <a:pt x="20510" y="6071"/>
                </a:lnTo>
                <a:cubicBezTo>
                  <a:pt x="20463" y="5975"/>
                  <a:pt x="20419" y="5878"/>
                  <a:pt x="20369" y="5782"/>
                </a:cubicBezTo>
                <a:close/>
                <a:moveTo>
                  <a:pt x="20679" y="6434"/>
                </a:moveTo>
                <a:lnTo>
                  <a:pt x="6434" y="20679"/>
                </a:lnTo>
                <a:cubicBezTo>
                  <a:pt x="6534" y="20723"/>
                  <a:pt x="6633" y="20769"/>
                  <a:pt x="6734" y="20809"/>
                </a:cubicBezTo>
                <a:lnTo>
                  <a:pt x="20809" y="6735"/>
                </a:lnTo>
                <a:cubicBezTo>
                  <a:pt x="20769" y="6634"/>
                  <a:pt x="20723" y="6534"/>
                  <a:pt x="20679" y="6434"/>
                </a:cubicBezTo>
                <a:close/>
                <a:moveTo>
                  <a:pt x="20956" y="7121"/>
                </a:moveTo>
                <a:lnTo>
                  <a:pt x="7120" y="20956"/>
                </a:lnTo>
                <a:cubicBezTo>
                  <a:pt x="7226" y="20994"/>
                  <a:pt x="7333" y="21030"/>
                  <a:pt x="7439" y="21065"/>
                </a:cubicBezTo>
                <a:lnTo>
                  <a:pt x="21065" y="7439"/>
                </a:lnTo>
                <a:cubicBezTo>
                  <a:pt x="21030" y="7333"/>
                  <a:pt x="20994" y="7226"/>
                  <a:pt x="20956" y="7121"/>
                </a:cubicBezTo>
                <a:close/>
                <a:moveTo>
                  <a:pt x="21190" y="7848"/>
                </a:moveTo>
                <a:lnTo>
                  <a:pt x="7848" y="21190"/>
                </a:lnTo>
                <a:cubicBezTo>
                  <a:pt x="7960" y="21221"/>
                  <a:pt x="8073" y="21252"/>
                  <a:pt x="8186" y="21280"/>
                </a:cubicBezTo>
                <a:lnTo>
                  <a:pt x="21280" y="8186"/>
                </a:lnTo>
                <a:cubicBezTo>
                  <a:pt x="21252" y="8073"/>
                  <a:pt x="21221" y="7960"/>
                  <a:pt x="21190" y="7848"/>
                </a:cubicBezTo>
                <a:close/>
                <a:moveTo>
                  <a:pt x="21378" y="8623"/>
                </a:moveTo>
                <a:lnTo>
                  <a:pt x="8623" y="21378"/>
                </a:lnTo>
                <a:cubicBezTo>
                  <a:pt x="8743" y="21402"/>
                  <a:pt x="8863" y="21424"/>
                  <a:pt x="8984" y="21445"/>
                </a:cubicBezTo>
                <a:lnTo>
                  <a:pt x="21445" y="8984"/>
                </a:lnTo>
                <a:cubicBezTo>
                  <a:pt x="21424" y="8864"/>
                  <a:pt x="21402" y="8743"/>
                  <a:pt x="21378" y="8623"/>
                </a:cubicBezTo>
                <a:close/>
                <a:moveTo>
                  <a:pt x="21514" y="9448"/>
                </a:moveTo>
                <a:lnTo>
                  <a:pt x="9447" y="21514"/>
                </a:lnTo>
                <a:cubicBezTo>
                  <a:pt x="9576" y="21530"/>
                  <a:pt x="9704" y="21546"/>
                  <a:pt x="9833" y="21557"/>
                </a:cubicBezTo>
                <a:lnTo>
                  <a:pt x="21557" y="9834"/>
                </a:lnTo>
                <a:cubicBezTo>
                  <a:pt x="21546" y="9705"/>
                  <a:pt x="21530" y="9576"/>
                  <a:pt x="21514" y="9448"/>
                </a:cubicBezTo>
                <a:close/>
                <a:moveTo>
                  <a:pt x="21590" y="10333"/>
                </a:moveTo>
                <a:lnTo>
                  <a:pt x="10332" y="21590"/>
                </a:lnTo>
                <a:cubicBezTo>
                  <a:pt x="10473" y="21596"/>
                  <a:pt x="10613" y="21599"/>
                  <a:pt x="10753" y="21600"/>
                </a:cubicBezTo>
                <a:lnTo>
                  <a:pt x="21600" y="10754"/>
                </a:lnTo>
                <a:cubicBezTo>
                  <a:pt x="21599" y="10613"/>
                  <a:pt x="21596" y="10473"/>
                  <a:pt x="21590" y="10333"/>
                </a:cubicBezTo>
                <a:close/>
                <a:moveTo>
                  <a:pt x="21590" y="11296"/>
                </a:moveTo>
                <a:lnTo>
                  <a:pt x="11295" y="21590"/>
                </a:lnTo>
                <a:cubicBezTo>
                  <a:pt x="11449" y="21583"/>
                  <a:pt x="11603" y="21572"/>
                  <a:pt x="11757" y="21558"/>
                </a:cubicBezTo>
                <a:lnTo>
                  <a:pt x="21558" y="11757"/>
                </a:lnTo>
                <a:cubicBezTo>
                  <a:pt x="21572" y="11603"/>
                  <a:pt x="21583" y="11450"/>
                  <a:pt x="21590" y="11296"/>
                </a:cubicBezTo>
                <a:close/>
                <a:moveTo>
                  <a:pt x="21489" y="12358"/>
                </a:moveTo>
                <a:lnTo>
                  <a:pt x="12358" y="21489"/>
                </a:lnTo>
                <a:cubicBezTo>
                  <a:pt x="12531" y="21464"/>
                  <a:pt x="12703" y="21434"/>
                  <a:pt x="12876" y="21400"/>
                </a:cubicBezTo>
                <a:lnTo>
                  <a:pt x="21400" y="12876"/>
                </a:lnTo>
                <a:cubicBezTo>
                  <a:pt x="21434" y="12704"/>
                  <a:pt x="21464" y="12531"/>
                  <a:pt x="21489" y="12358"/>
                </a:cubicBezTo>
                <a:close/>
                <a:moveTo>
                  <a:pt x="21239" y="13569"/>
                </a:moveTo>
                <a:lnTo>
                  <a:pt x="13569" y="21239"/>
                </a:lnTo>
                <a:cubicBezTo>
                  <a:pt x="13774" y="21185"/>
                  <a:pt x="13978" y="21125"/>
                  <a:pt x="14181" y="21058"/>
                </a:cubicBezTo>
                <a:lnTo>
                  <a:pt x="21058" y="14181"/>
                </a:lnTo>
                <a:cubicBezTo>
                  <a:pt x="21125" y="13978"/>
                  <a:pt x="21185" y="13774"/>
                  <a:pt x="21239" y="13569"/>
                </a:cubicBezTo>
                <a:close/>
                <a:moveTo>
                  <a:pt x="20736" y="15035"/>
                </a:moveTo>
                <a:lnTo>
                  <a:pt x="15035" y="20736"/>
                </a:lnTo>
                <a:cubicBezTo>
                  <a:pt x="15310" y="20619"/>
                  <a:pt x="15581" y="20493"/>
                  <a:pt x="15848" y="20352"/>
                </a:cubicBezTo>
                <a:lnTo>
                  <a:pt x="20352" y="15848"/>
                </a:lnTo>
                <a:cubicBezTo>
                  <a:pt x="20493" y="15581"/>
                  <a:pt x="20619" y="15310"/>
                  <a:pt x="20736" y="15035"/>
                </a:cubicBezTo>
                <a:close/>
                <a:moveTo>
                  <a:pt x="19400" y="17332"/>
                </a:moveTo>
                <a:lnTo>
                  <a:pt x="17332" y="19400"/>
                </a:lnTo>
                <a:cubicBezTo>
                  <a:pt x="17716" y="19108"/>
                  <a:pt x="18087" y="18789"/>
                  <a:pt x="18438" y="18438"/>
                </a:cubicBezTo>
                <a:cubicBezTo>
                  <a:pt x="18788" y="18087"/>
                  <a:pt x="19107" y="17716"/>
                  <a:pt x="19400" y="17332"/>
                </a:cubicBezTo>
                <a:close/>
              </a:path>
            </a:pathLst>
          </a:custGeom>
          <a:solidFill>
            <a:schemeClr val="accent4"/>
          </a:solidFill>
          <a:ln w="12700">
            <a:miter lim="400000"/>
          </a:ln>
        </p:spPr>
        <p:txBody>
          <a:bodyPr lIns="0" tIns="0" rIns="0" bIns="0" anchor="ctr"/>
          <a:lstStyle/>
          <a:p>
            <a:pPr marL="0" marR="0" lvl="0" indent="0" algn="ctr" defTabSz="8255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 kumimoji="0" sz="32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Helvetica Neue Medium"/>
              <a:sym typeface="Helvetica Neue Medium"/>
            </a:endParaRPr>
          </a:p>
        </p:txBody>
      </p:sp>
      <p:sp>
        <p:nvSpPr>
          <p:cNvPr id="220" name="Shape">
            <a:extLst>
              <a:ext uri="{FF2B5EF4-FFF2-40B4-BE49-F238E27FC236}">
                <a16:creationId xmlns:a16="http://schemas.microsoft.com/office/drawing/2014/main" id="{B2C2A733-59D1-983E-D8EA-9CBE40593B32}"/>
              </a:ext>
            </a:extLst>
          </p:cNvPr>
          <p:cNvSpPr/>
          <p:nvPr/>
        </p:nvSpPr>
        <p:spPr>
          <a:xfrm>
            <a:off x="22467966" y="8316507"/>
            <a:ext cx="4276957" cy="427713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800" y="0"/>
                </a:moveTo>
                <a:cubicBezTo>
                  <a:pt x="10787" y="0"/>
                  <a:pt x="10773" y="1"/>
                  <a:pt x="10759" y="1"/>
                </a:cubicBezTo>
                <a:lnTo>
                  <a:pt x="1" y="10760"/>
                </a:lnTo>
                <a:cubicBezTo>
                  <a:pt x="0" y="10900"/>
                  <a:pt x="3" y="11040"/>
                  <a:pt x="8" y="11181"/>
                </a:cubicBezTo>
                <a:lnTo>
                  <a:pt x="11180" y="9"/>
                </a:lnTo>
                <a:cubicBezTo>
                  <a:pt x="11054" y="4"/>
                  <a:pt x="10927" y="0"/>
                  <a:pt x="10800" y="0"/>
                </a:cubicBezTo>
                <a:close/>
                <a:moveTo>
                  <a:pt x="10211" y="17"/>
                </a:moveTo>
                <a:cubicBezTo>
                  <a:pt x="10057" y="25"/>
                  <a:pt x="9903" y="36"/>
                  <a:pt x="9748" y="51"/>
                </a:cubicBezTo>
                <a:lnTo>
                  <a:pt x="50" y="9749"/>
                </a:lnTo>
                <a:cubicBezTo>
                  <a:pt x="35" y="9903"/>
                  <a:pt x="25" y="10057"/>
                  <a:pt x="16" y="10212"/>
                </a:cubicBezTo>
                <a:lnTo>
                  <a:pt x="10211" y="17"/>
                </a:lnTo>
                <a:close/>
                <a:moveTo>
                  <a:pt x="11683" y="38"/>
                </a:moveTo>
                <a:lnTo>
                  <a:pt x="38" y="11684"/>
                </a:lnTo>
                <a:cubicBezTo>
                  <a:pt x="48" y="11814"/>
                  <a:pt x="62" y="11944"/>
                  <a:pt x="78" y="12075"/>
                </a:cubicBezTo>
                <a:lnTo>
                  <a:pt x="12074" y="78"/>
                </a:lnTo>
                <a:cubicBezTo>
                  <a:pt x="11944" y="63"/>
                  <a:pt x="11814" y="49"/>
                  <a:pt x="11683" y="38"/>
                </a:cubicBezTo>
                <a:close/>
                <a:moveTo>
                  <a:pt x="9136" y="131"/>
                </a:moveTo>
                <a:cubicBezTo>
                  <a:pt x="8960" y="158"/>
                  <a:pt x="8786" y="190"/>
                  <a:pt x="8611" y="226"/>
                </a:cubicBezTo>
                <a:lnTo>
                  <a:pt x="226" y="8611"/>
                </a:lnTo>
                <a:cubicBezTo>
                  <a:pt x="190" y="8786"/>
                  <a:pt x="157" y="8961"/>
                  <a:pt x="130" y="9137"/>
                </a:cubicBezTo>
                <a:lnTo>
                  <a:pt x="9136" y="131"/>
                </a:lnTo>
                <a:close/>
                <a:moveTo>
                  <a:pt x="12541" y="143"/>
                </a:moveTo>
                <a:lnTo>
                  <a:pt x="143" y="12541"/>
                </a:lnTo>
                <a:cubicBezTo>
                  <a:pt x="163" y="12663"/>
                  <a:pt x="183" y="12785"/>
                  <a:pt x="207" y="12906"/>
                </a:cubicBezTo>
                <a:lnTo>
                  <a:pt x="12906" y="208"/>
                </a:lnTo>
                <a:cubicBezTo>
                  <a:pt x="12785" y="184"/>
                  <a:pt x="12663" y="163"/>
                  <a:pt x="12541" y="143"/>
                </a:cubicBezTo>
                <a:close/>
                <a:moveTo>
                  <a:pt x="13343" y="303"/>
                </a:moveTo>
                <a:lnTo>
                  <a:pt x="303" y="13343"/>
                </a:lnTo>
                <a:cubicBezTo>
                  <a:pt x="330" y="13456"/>
                  <a:pt x="361" y="13569"/>
                  <a:pt x="392" y="13682"/>
                </a:cubicBezTo>
                <a:lnTo>
                  <a:pt x="13682" y="393"/>
                </a:lnTo>
                <a:cubicBezTo>
                  <a:pt x="13569" y="362"/>
                  <a:pt x="13456" y="331"/>
                  <a:pt x="13343" y="303"/>
                </a:cubicBezTo>
                <a:close/>
                <a:moveTo>
                  <a:pt x="7909" y="395"/>
                </a:moveTo>
                <a:cubicBezTo>
                  <a:pt x="7701" y="452"/>
                  <a:pt x="7495" y="515"/>
                  <a:pt x="7290" y="585"/>
                </a:cubicBezTo>
                <a:lnTo>
                  <a:pt x="584" y="7290"/>
                </a:lnTo>
                <a:cubicBezTo>
                  <a:pt x="514" y="7495"/>
                  <a:pt x="452" y="7702"/>
                  <a:pt x="394" y="7909"/>
                </a:cubicBezTo>
                <a:lnTo>
                  <a:pt x="7909" y="395"/>
                </a:lnTo>
                <a:close/>
                <a:moveTo>
                  <a:pt x="14094" y="515"/>
                </a:moveTo>
                <a:lnTo>
                  <a:pt x="514" y="14094"/>
                </a:lnTo>
                <a:cubicBezTo>
                  <a:pt x="549" y="14202"/>
                  <a:pt x="583" y="14310"/>
                  <a:pt x="620" y="14417"/>
                </a:cubicBezTo>
                <a:lnTo>
                  <a:pt x="14417" y="621"/>
                </a:lnTo>
                <a:cubicBezTo>
                  <a:pt x="14310" y="583"/>
                  <a:pt x="14202" y="549"/>
                  <a:pt x="14094" y="515"/>
                </a:cubicBezTo>
                <a:close/>
                <a:moveTo>
                  <a:pt x="14804" y="767"/>
                </a:moveTo>
                <a:lnTo>
                  <a:pt x="767" y="14804"/>
                </a:lnTo>
                <a:cubicBezTo>
                  <a:pt x="807" y="14905"/>
                  <a:pt x="851" y="15004"/>
                  <a:pt x="894" y="15104"/>
                </a:cubicBezTo>
                <a:lnTo>
                  <a:pt x="15104" y="895"/>
                </a:lnTo>
                <a:cubicBezTo>
                  <a:pt x="15004" y="852"/>
                  <a:pt x="14905" y="807"/>
                  <a:pt x="14804" y="767"/>
                </a:cubicBezTo>
                <a:close/>
                <a:moveTo>
                  <a:pt x="6411" y="932"/>
                </a:moveTo>
                <a:cubicBezTo>
                  <a:pt x="6118" y="1062"/>
                  <a:pt x="5831" y="1206"/>
                  <a:pt x="5549" y="1363"/>
                </a:cubicBezTo>
                <a:lnTo>
                  <a:pt x="1362" y="5549"/>
                </a:lnTo>
                <a:cubicBezTo>
                  <a:pt x="1205" y="5832"/>
                  <a:pt x="1061" y="6119"/>
                  <a:pt x="931" y="6411"/>
                </a:cubicBezTo>
                <a:lnTo>
                  <a:pt x="6411" y="932"/>
                </a:lnTo>
                <a:close/>
                <a:moveTo>
                  <a:pt x="15470" y="1061"/>
                </a:moveTo>
                <a:lnTo>
                  <a:pt x="1060" y="15471"/>
                </a:lnTo>
                <a:cubicBezTo>
                  <a:pt x="1106" y="15567"/>
                  <a:pt x="1153" y="15664"/>
                  <a:pt x="1202" y="15759"/>
                </a:cubicBezTo>
                <a:lnTo>
                  <a:pt x="15759" y="1203"/>
                </a:lnTo>
                <a:cubicBezTo>
                  <a:pt x="15663" y="1153"/>
                  <a:pt x="15567" y="1107"/>
                  <a:pt x="15470" y="1061"/>
                </a:cubicBezTo>
                <a:close/>
                <a:moveTo>
                  <a:pt x="16103" y="1391"/>
                </a:moveTo>
                <a:lnTo>
                  <a:pt x="1391" y="16103"/>
                </a:lnTo>
                <a:cubicBezTo>
                  <a:pt x="1442" y="16194"/>
                  <a:pt x="1494" y="16285"/>
                  <a:pt x="1549" y="16375"/>
                </a:cubicBezTo>
                <a:lnTo>
                  <a:pt x="16375" y="1549"/>
                </a:lnTo>
                <a:cubicBezTo>
                  <a:pt x="16285" y="1495"/>
                  <a:pt x="16194" y="1442"/>
                  <a:pt x="16103" y="1391"/>
                </a:cubicBezTo>
                <a:close/>
                <a:moveTo>
                  <a:pt x="16703" y="1754"/>
                </a:moveTo>
                <a:lnTo>
                  <a:pt x="1753" y="16703"/>
                </a:lnTo>
                <a:cubicBezTo>
                  <a:pt x="1809" y="16788"/>
                  <a:pt x="1869" y="16872"/>
                  <a:pt x="1928" y="16956"/>
                </a:cubicBezTo>
                <a:lnTo>
                  <a:pt x="16956" y="1928"/>
                </a:lnTo>
                <a:cubicBezTo>
                  <a:pt x="16872" y="1869"/>
                  <a:pt x="16788" y="1810"/>
                  <a:pt x="16703" y="1754"/>
                </a:cubicBezTo>
                <a:close/>
                <a:moveTo>
                  <a:pt x="17267" y="2151"/>
                </a:moveTo>
                <a:lnTo>
                  <a:pt x="2151" y="17267"/>
                </a:lnTo>
                <a:cubicBezTo>
                  <a:pt x="2212" y="17349"/>
                  <a:pt x="2274" y="17430"/>
                  <a:pt x="2338" y="17510"/>
                </a:cubicBezTo>
                <a:lnTo>
                  <a:pt x="17510" y="2338"/>
                </a:lnTo>
                <a:cubicBezTo>
                  <a:pt x="17430" y="2275"/>
                  <a:pt x="17349" y="2212"/>
                  <a:pt x="17267" y="2151"/>
                </a:cubicBezTo>
                <a:close/>
                <a:moveTo>
                  <a:pt x="3805" y="2574"/>
                </a:moveTo>
                <a:cubicBezTo>
                  <a:pt x="3586" y="2761"/>
                  <a:pt x="3370" y="2956"/>
                  <a:pt x="3163" y="3163"/>
                </a:cubicBezTo>
                <a:cubicBezTo>
                  <a:pt x="2955" y="3371"/>
                  <a:pt x="2761" y="3586"/>
                  <a:pt x="2574" y="3806"/>
                </a:cubicBezTo>
                <a:lnTo>
                  <a:pt x="3805" y="2574"/>
                </a:lnTo>
                <a:close/>
                <a:moveTo>
                  <a:pt x="17801" y="2579"/>
                </a:moveTo>
                <a:lnTo>
                  <a:pt x="2579" y="17801"/>
                </a:lnTo>
                <a:cubicBezTo>
                  <a:pt x="2645" y="17878"/>
                  <a:pt x="2709" y="17957"/>
                  <a:pt x="2777" y="18032"/>
                </a:cubicBezTo>
                <a:lnTo>
                  <a:pt x="18032" y="2777"/>
                </a:lnTo>
                <a:cubicBezTo>
                  <a:pt x="17957" y="2709"/>
                  <a:pt x="17878" y="2645"/>
                  <a:pt x="17801" y="2579"/>
                </a:cubicBezTo>
                <a:close/>
                <a:moveTo>
                  <a:pt x="18304" y="3036"/>
                </a:moveTo>
                <a:lnTo>
                  <a:pt x="3036" y="18304"/>
                </a:lnTo>
                <a:cubicBezTo>
                  <a:pt x="3079" y="18349"/>
                  <a:pt x="3119" y="18394"/>
                  <a:pt x="3163" y="18438"/>
                </a:cubicBezTo>
                <a:cubicBezTo>
                  <a:pt x="3191" y="18466"/>
                  <a:pt x="3222" y="18492"/>
                  <a:pt x="3250" y="18521"/>
                </a:cubicBezTo>
                <a:lnTo>
                  <a:pt x="18521" y="3251"/>
                </a:lnTo>
                <a:cubicBezTo>
                  <a:pt x="18492" y="3222"/>
                  <a:pt x="18466" y="3192"/>
                  <a:pt x="18438" y="3163"/>
                </a:cubicBezTo>
                <a:cubicBezTo>
                  <a:pt x="18394" y="3119"/>
                  <a:pt x="18348" y="3079"/>
                  <a:pt x="18304" y="3036"/>
                </a:cubicBezTo>
                <a:close/>
                <a:moveTo>
                  <a:pt x="18781" y="3523"/>
                </a:moveTo>
                <a:lnTo>
                  <a:pt x="3522" y="18781"/>
                </a:lnTo>
                <a:cubicBezTo>
                  <a:pt x="3598" y="18850"/>
                  <a:pt x="3676" y="18915"/>
                  <a:pt x="3753" y="18982"/>
                </a:cubicBezTo>
                <a:lnTo>
                  <a:pt x="18982" y="3753"/>
                </a:lnTo>
                <a:cubicBezTo>
                  <a:pt x="18915" y="3676"/>
                  <a:pt x="18850" y="3598"/>
                  <a:pt x="18781" y="3523"/>
                </a:cubicBezTo>
                <a:close/>
                <a:moveTo>
                  <a:pt x="19224" y="4041"/>
                </a:moveTo>
                <a:lnTo>
                  <a:pt x="4041" y="19224"/>
                </a:lnTo>
                <a:cubicBezTo>
                  <a:pt x="4121" y="19289"/>
                  <a:pt x="4202" y="19350"/>
                  <a:pt x="4283" y="19412"/>
                </a:cubicBezTo>
                <a:lnTo>
                  <a:pt x="19412" y="4283"/>
                </a:lnTo>
                <a:cubicBezTo>
                  <a:pt x="19350" y="4202"/>
                  <a:pt x="19289" y="4121"/>
                  <a:pt x="19224" y="4041"/>
                </a:cubicBezTo>
                <a:close/>
                <a:moveTo>
                  <a:pt x="19637" y="4591"/>
                </a:moveTo>
                <a:lnTo>
                  <a:pt x="4591" y="19637"/>
                </a:lnTo>
                <a:cubicBezTo>
                  <a:pt x="4675" y="19696"/>
                  <a:pt x="4758" y="19757"/>
                  <a:pt x="4843" y="19813"/>
                </a:cubicBezTo>
                <a:lnTo>
                  <a:pt x="19813" y="4844"/>
                </a:lnTo>
                <a:cubicBezTo>
                  <a:pt x="19757" y="4758"/>
                  <a:pt x="19696" y="4675"/>
                  <a:pt x="19637" y="4591"/>
                </a:cubicBezTo>
                <a:close/>
                <a:moveTo>
                  <a:pt x="20019" y="5172"/>
                </a:moveTo>
                <a:lnTo>
                  <a:pt x="5172" y="20019"/>
                </a:lnTo>
                <a:cubicBezTo>
                  <a:pt x="5261" y="20073"/>
                  <a:pt x="5351" y="20126"/>
                  <a:pt x="5441" y="20178"/>
                </a:cubicBezTo>
                <a:lnTo>
                  <a:pt x="20178" y="5441"/>
                </a:lnTo>
                <a:cubicBezTo>
                  <a:pt x="20126" y="5351"/>
                  <a:pt x="20073" y="5261"/>
                  <a:pt x="20019" y="5172"/>
                </a:cubicBezTo>
                <a:close/>
                <a:moveTo>
                  <a:pt x="20369" y="5782"/>
                </a:moveTo>
                <a:lnTo>
                  <a:pt x="5782" y="20369"/>
                </a:lnTo>
                <a:cubicBezTo>
                  <a:pt x="5877" y="20419"/>
                  <a:pt x="5974" y="20463"/>
                  <a:pt x="6071" y="20510"/>
                </a:cubicBezTo>
                <a:lnTo>
                  <a:pt x="20510" y="6071"/>
                </a:lnTo>
                <a:cubicBezTo>
                  <a:pt x="20463" y="5975"/>
                  <a:pt x="20419" y="5878"/>
                  <a:pt x="20369" y="5782"/>
                </a:cubicBezTo>
                <a:close/>
                <a:moveTo>
                  <a:pt x="20679" y="6434"/>
                </a:moveTo>
                <a:lnTo>
                  <a:pt x="6434" y="20679"/>
                </a:lnTo>
                <a:cubicBezTo>
                  <a:pt x="6534" y="20723"/>
                  <a:pt x="6633" y="20769"/>
                  <a:pt x="6734" y="20809"/>
                </a:cubicBezTo>
                <a:lnTo>
                  <a:pt x="20809" y="6735"/>
                </a:lnTo>
                <a:cubicBezTo>
                  <a:pt x="20769" y="6634"/>
                  <a:pt x="20723" y="6534"/>
                  <a:pt x="20679" y="6434"/>
                </a:cubicBezTo>
                <a:close/>
                <a:moveTo>
                  <a:pt x="20956" y="7121"/>
                </a:moveTo>
                <a:lnTo>
                  <a:pt x="7120" y="20956"/>
                </a:lnTo>
                <a:cubicBezTo>
                  <a:pt x="7226" y="20994"/>
                  <a:pt x="7333" y="21030"/>
                  <a:pt x="7439" y="21065"/>
                </a:cubicBezTo>
                <a:lnTo>
                  <a:pt x="21065" y="7439"/>
                </a:lnTo>
                <a:cubicBezTo>
                  <a:pt x="21030" y="7333"/>
                  <a:pt x="20994" y="7226"/>
                  <a:pt x="20956" y="7121"/>
                </a:cubicBezTo>
                <a:close/>
                <a:moveTo>
                  <a:pt x="21190" y="7848"/>
                </a:moveTo>
                <a:lnTo>
                  <a:pt x="7848" y="21190"/>
                </a:lnTo>
                <a:cubicBezTo>
                  <a:pt x="7960" y="21221"/>
                  <a:pt x="8073" y="21252"/>
                  <a:pt x="8186" y="21280"/>
                </a:cubicBezTo>
                <a:lnTo>
                  <a:pt x="21280" y="8186"/>
                </a:lnTo>
                <a:cubicBezTo>
                  <a:pt x="21252" y="8073"/>
                  <a:pt x="21221" y="7960"/>
                  <a:pt x="21190" y="7848"/>
                </a:cubicBezTo>
                <a:close/>
                <a:moveTo>
                  <a:pt x="21378" y="8623"/>
                </a:moveTo>
                <a:lnTo>
                  <a:pt x="8623" y="21378"/>
                </a:lnTo>
                <a:cubicBezTo>
                  <a:pt x="8743" y="21402"/>
                  <a:pt x="8863" y="21424"/>
                  <a:pt x="8984" y="21445"/>
                </a:cubicBezTo>
                <a:lnTo>
                  <a:pt x="21445" y="8984"/>
                </a:lnTo>
                <a:cubicBezTo>
                  <a:pt x="21424" y="8864"/>
                  <a:pt x="21402" y="8743"/>
                  <a:pt x="21378" y="8623"/>
                </a:cubicBezTo>
                <a:close/>
                <a:moveTo>
                  <a:pt x="21514" y="9448"/>
                </a:moveTo>
                <a:lnTo>
                  <a:pt x="9447" y="21514"/>
                </a:lnTo>
                <a:cubicBezTo>
                  <a:pt x="9576" y="21530"/>
                  <a:pt x="9704" y="21546"/>
                  <a:pt x="9833" y="21557"/>
                </a:cubicBezTo>
                <a:lnTo>
                  <a:pt x="21557" y="9834"/>
                </a:lnTo>
                <a:cubicBezTo>
                  <a:pt x="21546" y="9705"/>
                  <a:pt x="21530" y="9576"/>
                  <a:pt x="21514" y="9448"/>
                </a:cubicBezTo>
                <a:close/>
                <a:moveTo>
                  <a:pt x="21590" y="10333"/>
                </a:moveTo>
                <a:lnTo>
                  <a:pt x="10332" y="21590"/>
                </a:lnTo>
                <a:cubicBezTo>
                  <a:pt x="10473" y="21596"/>
                  <a:pt x="10613" y="21599"/>
                  <a:pt x="10753" y="21600"/>
                </a:cubicBezTo>
                <a:lnTo>
                  <a:pt x="21600" y="10754"/>
                </a:lnTo>
                <a:cubicBezTo>
                  <a:pt x="21599" y="10613"/>
                  <a:pt x="21596" y="10473"/>
                  <a:pt x="21590" y="10333"/>
                </a:cubicBezTo>
                <a:close/>
                <a:moveTo>
                  <a:pt x="21590" y="11296"/>
                </a:moveTo>
                <a:lnTo>
                  <a:pt x="11295" y="21590"/>
                </a:lnTo>
                <a:cubicBezTo>
                  <a:pt x="11449" y="21583"/>
                  <a:pt x="11603" y="21572"/>
                  <a:pt x="11757" y="21558"/>
                </a:cubicBezTo>
                <a:lnTo>
                  <a:pt x="21558" y="11757"/>
                </a:lnTo>
                <a:cubicBezTo>
                  <a:pt x="21572" y="11603"/>
                  <a:pt x="21583" y="11450"/>
                  <a:pt x="21590" y="11296"/>
                </a:cubicBezTo>
                <a:close/>
                <a:moveTo>
                  <a:pt x="21489" y="12358"/>
                </a:moveTo>
                <a:lnTo>
                  <a:pt x="12358" y="21489"/>
                </a:lnTo>
                <a:cubicBezTo>
                  <a:pt x="12531" y="21464"/>
                  <a:pt x="12703" y="21434"/>
                  <a:pt x="12876" y="21400"/>
                </a:cubicBezTo>
                <a:lnTo>
                  <a:pt x="21400" y="12876"/>
                </a:lnTo>
                <a:cubicBezTo>
                  <a:pt x="21434" y="12704"/>
                  <a:pt x="21464" y="12531"/>
                  <a:pt x="21489" y="12358"/>
                </a:cubicBezTo>
                <a:close/>
                <a:moveTo>
                  <a:pt x="21239" y="13569"/>
                </a:moveTo>
                <a:lnTo>
                  <a:pt x="13569" y="21239"/>
                </a:lnTo>
                <a:cubicBezTo>
                  <a:pt x="13774" y="21185"/>
                  <a:pt x="13978" y="21125"/>
                  <a:pt x="14181" y="21058"/>
                </a:cubicBezTo>
                <a:lnTo>
                  <a:pt x="21058" y="14181"/>
                </a:lnTo>
                <a:cubicBezTo>
                  <a:pt x="21125" y="13978"/>
                  <a:pt x="21185" y="13774"/>
                  <a:pt x="21239" y="13569"/>
                </a:cubicBezTo>
                <a:close/>
                <a:moveTo>
                  <a:pt x="20736" y="15035"/>
                </a:moveTo>
                <a:lnTo>
                  <a:pt x="15035" y="20736"/>
                </a:lnTo>
                <a:cubicBezTo>
                  <a:pt x="15310" y="20619"/>
                  <a:pt x="15581" y="20493"/>
                  <a:pt x="15848" y="20352"/>
                </a:cubicBezTo>
                <a:lnTo>
                  <a:pt x="20352" y="15848"/>
                </a:lnTo>
                <a:cubicBezTo>
                  <a:pt x="20493" y="15581"/>
                  <a:pt x="20619" y="15310"/>
                  <a:pt x="20736" y="15035"/>
                </a:cubicBezTo>
                <a:close/>
                <a:moveTo>
                  <a:pt x="19400" y="17332"/>
                </a:moveTo>
                <a:lnTo>
                  <a:pt x="17332" y="19400"/>
                </a:lnTo>
                <a:cubicBezTo>
                  <a:pt x="17716" y="19108"/>
                  <a:pt x="18087" y="18789"/>
                  <a:pt x="18438" y="18438"/>
                </a:cubicBezTo>
                <a:cubicBezTo>
                  <a:pt x="18788" y="18087"/>
                  <a:pt x="19107" y="17716"/>
                  <a:pt x="19400" y="17332"/>
                </a:cubicBezTo>
                <a:close/>
              </a:path>
            </a:pathLst>
          </a:custGeom>
          <a:solidFill>
            <a:schemeClr val="accent4"/>
          </a:solidFill>
          <a:ln w="12700">
            <a:miter lim="400000"/>
          </a:ln>
        </p:spPr>
        <p:txBody>
          <a:bodyPr lIns="0" tIns="0" rIns="0" bIns="0" anchor="ctr"/>
          <a:lstStyle/>
          <a:p>
            <a:pPr marL="0" marR="0" lvl="0" indent="0" algn="ctr" defTabSz="8255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 kumimoji="0" sz="32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Helvetica Neue Medium"/>
              <a:sym typeface="Helvetica Neue Medium"/>
            </a:endParaRPr>
          </a:p>
        </p:txBody>
      </p:sp>
      <p:sp>
        <p:nvSpPr>
          <p:cNvPr id="221" name="Shape">
            <a:extLst>
              <a:ext uri="{FF2B5EF4-FFF2-40B4-BE49-F238E27FC236}">
                <a16:creationId xmlns:a16="http://schemas.microsoft.com/office/drawing/2014/main" id="{BAC673C5-9E86-8928-A1F9-72B3DC4BAA5E}"/>
              </a:ext>
            </a:extLst>
          </p:cNvPr>
          <p:cNvSpPr/>
          <p:nvPr/>
        </p:nvSpPr>
        <p:spPr>
          <a:xfrm>
            <a:off x="-9782" y="-14685"/>
            <a:ext cx="5401449" cy="1371951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489" h="21600" extrusionOk="0">
                <a:moveTo>
                  <a:pt x="9876" y="0"/>
                </a:moveTo>
                <a:cubicBezTo>
                  <a:pt x="14909" y="1061"/>
                  <a:pt x="18164" y="3091"/>
                  <a:pt x="18448" y="5345"/>
                </a:cubicBezTo>
                <a:cubicBezTo>
                  <a:pt x="18695" y="7304"/>
                  <a:pt x="16642" y="9198"/>
                  <a:pt x="12885" y="10477"/>
                </a:cubicBezTo>
                <a:cubicBezTo>
                  <a:pt x="8651" y="11730"/>
                  <a:pt x="7084" y="13955"/>
                  <a:pt x="9071" y="15894"/>
                </a:cubicBezTo>
                <a:cubicBezTo>
                  <a:pt x="10355" y="17147"/>
                  <a:pt x="13013" y="18098"/>
                  <a:pt x="16290" y="18479"/>
                </a:cubicBezTo>
                <a:cubicBezTo>
                  <a:pt x="17951" y="18702"/>
                  <a:pt x="19367" y="19144"/>
                  <a:pt x="20305" y="19731"/>
                </a:cubicBezTo>
                <a:cubicBezTo>
                  <a:pt x="21193" y="20288"/>
                  <a:pt x="21600" y="20944"/>
                  <a:pt x="21463" y="21600"/>
                </a:cubicBezTo>
                <a:lnTo>
                  <a:pt x="0" y="21600"/>
                </a:lnTo>
                <a:lnTo>
                  <a:pt x="0" y="1"/>
                </a:lnTo>
                <a:lnTo>
                  <a:pt x="9876" y="0"/>
                </a:lnTo>
                <a:close/>
              </a:path>
            </a:pathLst>
          </a:custGeom>
          <a:solidFill>
            <a:schemeClr val="accent3"/>
          </a:solidFill>
          <a:ln w="12700">
            <a:miter lim="400000"/>
          </a:ln>
          <a:effectLst>
            <a:outerShdw blurRad="914400" dist="25400" dir="5400000" rotWithShape="0">
              <a:srgbClr val="000000">
                <a:alpha val="50000"/>
              </a:srgbClr>
            </a:outerShdw>
          </a:effectLst>
        </p:spPr>
        <p:txBody>
          <a:bodyPr lIns="50800" tIns="50800" rIns="50800" bIns="50800" anchor="ctr"/>
          <a:lstStyle/>
          <a:p>
            <a:pPr marL="0" marR="0" lvl="0" indent="0" algn="ctr" defTabSz="8255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3000" b="1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Helvetica Neue"/>
              <a:sym typeface="Helvetica Neue"/>
            </a:endParaRPr>
          </a:p>
        </p:txBody>
      </p:sp>
      <p:sp>
        <p:nvSpPr>
          <p:cNvPr id="222" name="Shape">
            <a:extLst>
              <a:ext uri="{FF2B5EF4-FFF2-40B4-BE49-F238E27FC236}">
                <a16:creationId xmlns:a16="http://schemas.microsoft.com/office/drawing/2014/main" id="{F73A4867-E213-118F-1B18-3F46CAF7A6BE}"/>
              </a:ext>
            </a:extLst>
          </p:cNvPr>
          <p:cNvSpPr/>
          <p:nvPr/>
        </p:nvSpPr>
        <p:spPr>
          <a:xfrm>
            <a:off x="14077382" y="-26393"/>
            <a:ext cx="10315136" cy="10264133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490" h="20992" extrusionOk="0">
                <a:moveTo>
                  <a:pt x="22" y="0"/>
                </a:moveTo>
                <a:cubicBezTo>
                  <a:pt x="-110" y="1123"/>
                  <a:pt x="362" y="2232"/>
                  <a:pt x="1268" y="2930"/>
                </a:cubicBezTo>
                <a:cubicBezTo>
                  <a:pt x="2187" y="3637"/>
                  <a:pt x="3418" y="3817"/>
                  <a:pt x="4507" y="3403"/>
                </a:cubicBezTo>
                <a:cubicBezTo>
                  <a:pt x="6055" y="2610"/>
                  <a:pt x="7961" y="3061"/>
                  <a:pt x="8970" y="4460"/>
                </a:cubicBezTo>
                <a:cubicBezTo>
                  <a:pt x="9809" y="5622"/>
                  <a:pt x="9807" y="7178"/>
                  <a:pt x="8965" y="8338"/>
                </a:cubicBezTo>
                <a:cubicBezTo>
                  <a:pt x="6771" y="11924"/>
                  <a:pt x="7613" y="16550"/>
                  <a:pt x="10936" y="19169"/>
                </a:cubicBezTo>
                <a:cubicBezTo>
                  <a:pt x="14018" y="21597"/>
                  <a:pt x="18405" y="21600"/>
                  <a:pt x="21490" y="19175"/>
                </a:cubicBezTo>
                <a:lnTo>
                  <a:pt x="21490" y="35"/>
                </a:lnTo>
                <a:lnTo>
                  <a:pt x="22" y="0"/>
                </a:lnTo>
                <a:close/>
              </a:path>
            </a:pathLst>
          </a:custGeom>
          <a:solidFill>
            <a:schemeClr val="accent3"/>
          </a:solidFill>
          <a:ln w="12700">
            <a:miter lim="400000"/>
          </a:ln>
          <a:effectLst>
            <a:outerShdw blurRad="914400" dist="25400" dir="5400000" rotWithShape="0">
              <a:srgbClr val="000000">
                <a:alpha val="50000"/>
              </a:srgbClr>
            </a:outerShdw>
          </a:effectLst>
        </p:spPr>
        <p:txBody>
          <a:bodyPr lIns="50800" tIns="50800" rIns="50800" bIns="50800" anchor="ctr"/>
          <a:lstStyle/>
          <a:p>
            <a:pPr marL="0" marR="0" lvl="0" indent="0" algn="ctr" defTabSz="8255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3000" b="1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Helvetica Neue"/>
              <a:sym typeface="Helvetica Neue"/>
            </a:endParaRPr>
          </a:p>
        </p:txBody>
      </p:sp>
      <p:sp>
        <p:nvSpPr>
          <p:cNvPr id="223" name="Circle">
            <a:extLst>
              <a:ext uri="{FF2B5EF4-FFF2-40B4-BE49-F238E27FC236}">
                <a16:creationId xmlns:a16="http://schemas.microsoft.com/office/drawing/2014/main" id="{5C6F7A31-50ED-BA57-6594-97DB6886EE2C}"/>
              </a:ext>
            </a:extLst>
          </p:cNvPr>
          <p:cNvSpPr/>
          <p:nvPr/>
        </p:nvSpPr>
        <p:spPr>
          <a:xfrm>
            <a:off x="17006264" y="352354"/>
            <a:ext cx="494973" cy="494972"/>
          </a:xfrm>
          <a:prstGeom prst="ellipse">
            <a:avLst/>
          </a:prstGeom>
          <a:gradFill>
            <a:gsLst>
              <a:gs pos="0">
                <a:schemeClr val="accent2"/>
              </a:gs>
              <a:gs pos="100000">
                <a:schemeClr val="accent1"/>
              </a:gs>
            </a:gsLst>
            <a:lin ang="5400000"/>
          </a:gradFill>
          <a:ln w="12700">
            <a:miter lim="400000"/>
          </a:ln>
        </p:spPr>
        <p:txBody>
          <a:bodyPr lIns="0" tIns="0" rIns="0" bIns="0" anchor="ctr"/>
          <a:lstStyle/>
          <a:p>
            <a:pPr marL="0" marR="0" lvl="0" indent="0" algn="ctr" defTabSz="8255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 kumimoji="0" sz="32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Helvetica Neue Medium"/>
              <a:sym typeface="Helvetica Neue Medium"/>
            </a:endParaRPr>
          </a:p>
        </p:txBody>
      </p:sp>
      <p:sp>
        <p:nvSpPr>
          <p:cNvPr id="224" name="Circle">
            <a:extLst>
              <a:ext uri="{FF2B5EF4-FFF2-40B4-BE49-F238E27FC236}">
                <a16:creationId xmlns:a16="http://schemas.microsoft.com/office/drawing/2014/main" id="{309A5253-E5AF-C24C-B2ED-2D16E66B328E}"/>
              </a:ext>
            </a:extLst>
          </p:cNvPr>
          <p:cNvSpPr/>
          <p:nvPr/>
        </p:nvSpPr>
        <p:spPr>
          <a:xfrm>
            <a:off x="-564062" y="1321716"/>
            <a:ext cx="1150610" cy="1150611"/>
          </a:xfrm>
          <a:prstGeom prst="ellipse">
            <a:avLst/>
          </a:prstGeom>
          <a:gradFill>
            <a:gsLst>
              <a:gs pos="0">
                <a:schemeClr val="accent2"/>
              </a:gs>
              <a:gs pos="100000">
                <a:schemeClr val="accent1"/>
              </a:gs>
            </a:gsLst>
            <a:lin ang="5400000"/>
          </a:gradFill>
          <a:ln w="12700">
            <a:miter lim="400000"/>
          </a:ln>
        </p:spPr>
        <p:txBody>
          <a:bodyPr lIns="0" tIns="0" rIns="0" bIns="0" anchor="ctr"/>
          <a:lstStyle/>
          <a:p>
            <a:pPr marL="0" marR="0" lvl="0" indent="0" algn="ctr" defTabSz="8255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 kumimoji="0" sz="32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Helvetica Neue Medium"/>
              <a:sym typeface="Helvetica Neue Medium"/>
            </a:endParaRPr>
          </a:p>
        </p:txBody>
      </p:sp>
      <p:sp>
        <p:nvSpPr>
          <p:cNvPr id="225" name="TOPIC #1 - $100 ANSWER">
            <a:extLst>
              <a:ext uri="{FF2B5EF4-FFF2-40B4-BE49-F238E27FC236}">
                <a16:creationId xmlns:a16="http://schemas.microsoft.com/office/drawing/2014/main" id="{09A34BA0-1578-0E69-E159-D345153637A4}"/>
              </a:ext>
            </a:extLst>
          </p:cNvPr>
          <p:cNvSpPr txBox="1"/>
          <p:nvPr/>
        </p:nvSpPr>
        <p:spPr>
          <a:xfrm>
            <a:off x="1318646" y="1076284"/>
            <a:ext cx="23992454" cy="164147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50800" tIns="50800" rIns="50800" bIns="50800" anchor="ctr">
            <a:spAutoFit/>
          </a:bodyPr>
          <a:lstStyle/>
          <a:p>
            <a:pPr marL="0" marR="0" lvl="0" indent="0" algn="l" defTabSz="8255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0000" b="0">
                <a:solidFill>
                  <a:srgbClr val="F6C543"/>
                </a:solidFill>
                <a:latin typeface="Impact"/>
                <a:ea typeface="Impact"/>
                <a:cs typeface="Impact"/>
                <a:sym typeface="Impact"/>
              </a:defRPr>
            </a:pPr>
            <a:r>
              <a:rPr kumimoji="0" lang="en-US" altLang="zh-CN" sz="10000" b="0" i="0" u="none" strike="noStrike" kern="0" cap="none" spc="0" normalizeH="0" baseline="0" noProof="0" dirty="0">
                <a:ln>
                  <a:noFill/>
                </a:ln>
                <a:solidFill>
                  <a:srgbClr val="F6C542"/>
                </a:solidFill>
                <a:effectLst/>
                <a:uLnTx/>
                <a:uFillTx/>
                <a:latin typeface="Impact"/>
                <a:sym typeface="Impact"/>
              </a:rPr>
              <a:t>UNIT #</a:t>
            </a:r>
            <a:r>
              <a:rPr kumimoji="0" lang="en-US" altLang="zh-CN" sz="10000" b="0" i="0" u="none" strike="noStrike" kern="0" cap="none" spc="0" normalizeH="0" baseline="0" noProof="0" dirty="0">
                <a:ln>
                  <a:noFill/>
                </a:ln>
                <a:solidFill>
                  <a:srgbClr val="F6C543"/>
                </a:solidFill>
                <a:effectLst/>
                <a:uLnTx/>
                <a:uFillTx/>
                <a:latin typeface="Impact"/>
                <a:sym typeface="Impact"/>
              </a:rPr>
              <a:t> </a:t>
            </a:r>
            <a:r>
              <a:rPr kumimoji="0" lang="en-US" altLang="zh-CN" sz="10000" b="0" i="0" u="none" strike="noStrike" kern="0" cap="none" spc="0" normalizeH="0" baseline="0" noProof="0" dirty="0">
                <a:ln>
                  <a:noFill/>
                </a:ln>
                <a:solidFill>
                  <a:srgbClr val="F6C542"/>
                </a:solidFill>
                <a:effectLst/>
                <a:uLnTx/>
                <a:uFillTx/>
                <a:latin typeface="Impact"/>
                <a:sym typeface="Impact"/>
              </a:rPr>
              <a:t>6 </a:t>
            </a:r>
            <a:r>
              <a:rPr kumimoji="0" lang="en-US" altLang="zh-CN" sz="100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Impact"/>
                <a:sym typeface="Impact"/>
              </a:rPr>
              <a:t>–</a:t>
            </a:r>
            <a:r>
              <a:rPr kumimoji="0" lang="zh-CN" altLang="en-US" sz="10000" b="0" i="0" u="none" strike="noStrike" kern="0" cap="none" spc="0" normalizeH="0" baseline="0" noProof="0" dirty="0">
                <a:ln>
                  <a:noFill/>
                </a:ln>
                <a:solidFill>
                  <a:srgbClr val="F6C543"/>
                </a:solidFill>
                <a:effectLst/>
                <a:uLnTx/>
                <a:uFillTx/>
                <a:latin typeface="华文楷体" panose="02010600040101010101" pitchFamily="2" charset="-122"/>
                <a:ea typeface="华文楷体" panose="02010600040101010101" pitchFamily="2" charset="-122"/>
                <a:sym typeface="Impact"/>
              </a:rPr>
              <a:t>剖视图</a:t>
            </a:r>
            <a:endParaRPr kumimoji="0" lang="zh-CN" altLang="en-US" sz="100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华文楷体" panose="02010600040101010101" pitchFamily="2" charset="-122"/>
              <a:ea typeface="华文楷体" panose="02010600040101010101" pitchFamily="2" charset="-122"/>
              <a:sym typeface="Impact"/>
            </a:endParaRPr>
          </a:p>
        </p:txBody>
      </p:sp>
      <p:sp>
        <p:nvSpPr>
          <p:cNvPr id="226" name="Shape">
            <a:extLst>
              <a:ext uri="{FF2B5EF4-FFF2-40B4-BE49-F238E27FC236}">
                <a16:creationId xmlns:a16="http://schemas.microsoft.com/office/drawing/2014/main" id="{4E6765EE-2CBC-22AE-8DBD-9D6C29C3140D}"/>
              </a:ext>
            </a:extLst>
          </p:cNvPr>
          <p:cNvSpPr/>
          <p:nvPr/>
        </p:nvSpPr>
        <p:spPr>
          <a:xfrm>
            <a:off x="-306915" y="8239797"/>
            <a:ext cx="1046530" cy="104640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9679" h="20595" extrusionOk="0">
                <a:moveTo>
                  <a:pt x="9839" y="0"/>
                </a:moveTo>
                <a:cubicBezTo>
                  <a:pt x="7321" y="0"/>
                  <a:pt x="4802" y="1006"/>
                  <a:pt x="2881" y="3017"/>
                </a:cubicBezTo>
                <a:cubicBezTo>
                  <a:pt x="-961" y="7038"/>
                  <a:pt x="-961" y="13557"/>
                  <a:pt x="2881" y="17578"/>
                </a:cubicBezTo>
                <a:cubicBezTo>
                  <a:pt x="6724" y="21600"/>
                  <a:pt x="12954" y="21600"/>
                  <a:pt x="16797" y="17578"/>
                </a:cubicBezTo>
                <a:cubicBezTo>
                  <a:pt x="20639" y="13557"/>
                  <a:pt x="20639" y="7038"/>
                  <a:pt x="16797" y="3017"/>
                </a:cubicBezTo>
                <a:cubicBezTo>
                  <a:pt x="14876" y="1006"/>
                  <a:pt x="12357" y="0"/>
                  <a:pt x="9839" y="0"/>
                </a:cubicBezTo>
                <a:close/>
                <a:moveTo>
                  <a:pt x="9839" y="2649"/>
                </a:moveTo>
                <a:cubicBezTo>
                  <a:pt x="11709" y="2649"/>
                  <a:pt x="13580" y="3397"/>
                  <a:pt x="15007" y="4890"/>
                </a:cubicBezTo>
                <a:cubicBezTo>
                  <a:pt x="17861" y="7877"/>
                  <a:pt x="17861" y="12718"/>
                  <a:pt x="15007" y="15705"/>
                </a:cubicBezTo>
                <a:cubicBezTo>
                  <a:pt x="12153" y="18692"/>
                  <a:pt x="7525" y="18692"/>
                  <a:pt x="4671" y="15705"/>
                </a:cubicBezTo>
                <a:cubicBezTo>
                  <a:pt x="1817" y="12718"/>
                  <a:pt x="1817" y="7877"/>
                  <a:pt x="4671" y="4890"/>
                </a:cubicBezTo>
                <a:cubicBezTo>
                  <a:pt x="6098" y="3397"/>
                  <a:pt x="7969" y="2649"/>
                  <a:pt x="9839" y="2649"/>
                </a:cubicBezTo>
                <a:close/>
              </a:path>
            </a:pathLst>
          </a:custGeom>
          <a:gradFill>
            <a:gsLst>
              <a:gs pos="0">
                <a:schemeClr val="accent2"/>
              </a:gs>
              <a:gs pos="100000">
                <a:schemeClr val="accent1"/>
              </a:gs>
            </a:gsLst>
            <a:lin ang="5400000"/>
          </a:gradFill>
          <a:ln w="12700">
            <a:miter lim="400000"/>
          </a:ln>
        </p:spPr>
        <p:txBody>
          <a:bodyPr lIns="0" tIns="0" rIns="0" bIns="0" anchor="ctr"/>
          <a:lstStyle/>
          <a:p>
            <a:pPr marL="0" marR="0" lvl="0" indent="0" algn="ctr" defTabSz="8255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 kumimoji="0" sz="32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Helvetica Neue Medium"/>
              <a:sym typeface="Helvetica Neue Medium"/>
            </a:endParaRPr>
          </a:p>
        </p:txBody>
      </p:sp>
      <p:sp>
        <p:nvSpPr>
          <p:cNvPr id="227" name="Shape">
            <a:extLst>
              <a:ext uri="{FF2B5EF4-FFF2-40B4-BE49-F238E27FC236}">
                <a16:creationId xmlns:a16="http://schemas.microsoft.com/office/drawing/2014/main" id="{A4DF2FCD-1FE8-249E-39E9-82BF91CB1EF8}"/>
              </a:ext>
            </a:extLst>
          </p:cNvPr>
          <p:cNvSpPr/>
          <p:nvPr/>
        </p:nvSpPr>
        <p:spPr>
          <a:xfrm>
            <a:off x="19865947" y="2060686"/>
            <a:ext cx="2330506" cy="233022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9679" h="20595" extrusionOk="0">
                <a:moveTo>
                  <a:pt x="9839" y="0"/>
                </a:moveTo>
                <a:cubicBezTo>
                  <a:pt x="7321" y="0"/>
                  <a:pt x="4802" y="1006"/>
                  <a:pt x="2881" y="3017"/>
                </a:cubicBezTo>
                <a:cubicBezTo>
                  <a:pt x="-961" y="7038"/>
                  <a:pt x="-961" y="13557"/>
                  <a:pt x="2881" y="17578"/>
                </a:cubicBezTo>
                <a:cubicBezTo>
                  <a:pt x="6724" y="21600"/>
                  <a:pt x="12954" y="21600"/>
                  <a:pt x="16797" y="17578"/>
                </a:cubicBezTo>
                <a:cubicBezTo>
                  <a:pt x="20639" y="13557"/>
                  <a:pt x="20639" y="7038"/>
                  <a:pt x="16797" y="3017"/>
                </a:cubicBezTo>
                <a:cubicBezTo>
                  <a:pt x="14876" y="1006"/>
                  <a:pt x="12357" y="0"/>
                  <a:pt x="9839" y="0"/>
                </a:cubicBezTo>
                <a:close/>
                <a:moveTo>
                  <a:pt x="9839" y="2649"/>
                </a:moveTo>
                <a:cubicBezTo>
                  <a:pt x="11709" y="2649"/>
                  <a:pt x="13580" y="3397"/>
                  <a:pt x="15007" y="4890"/>
                </a:cubicBezTo>
                <a:cubicBezTo>
                  <a:pt x="17861" y="7877"/>
                  <a:pt x="17861" y="12718"/>
                  <a:pt x="15007" y="15705"/>
                </a:cubicBezTo>
                <a:cubicBezTo>
                  <a:pt x="12153" y="18692"/>
                  <a:pt x="7525" y="18692"/>
                  <a:pt x="4671" y="15705"/>
                </a:cubicBezTo>
                <a:cubicBezTo>
                  <a:pt x="1817" y="12718"/>
                  <a:pt x="1817" y="7877"/>
                  <a:pt x="4671" y="4890"/>
                </a:cubicBezTo>
                <a:cubicBezTo>
                  <a:pt x="6098" y="3397"/>
                  <a:pt x="7969" y="2649"/>
                  <a:pt x="9839" y="2649"/>
                </a:cubicBezTo>
                <a:close/>
              </a:path>
            </a:pathLst>
          </a:custGeom>
          <a:gradFill>
            <a:gsLst>
              <a:gs pos="0">
                <a:schemeClr val="accent2"/>
              </a:gs>
              <a:gs pos="100000">
                <a:schemeClr val="accent1"/>
              </a:gs>
            </a:gsLst>
            <a:lin ang="5400000"/>
          </a:gradFill>
          <a:ln w="12700">
            <a:miter lim="400000"/>
          </a:ln>
        </p:spPr>
        <p:txBody>
          <a:bodyPr lIns="0" tIns="0" rIns="0" bIns="0" anchor="ctr"/>
          <a:lstStyle/>
          <a:p>
            <a:pPr marL="0" marR="0" lvl="0" indent="0" algn="ctr" defTabSz="8255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 kumimoji="0" sz="32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Helvetica Neue Medium"/>
              <a:sym typeface="Helvetica Neue Medium"/>
            </a:endParaRPr>
          </a:p>
        </p:txBody>
      </p:sp>
      <p:sp>
        <p:nvSpPr>
          <p:cNvPr id="228" name="Rounded Rectangle">
            <a:extLst>
              <a:ext uri="{FF2B5EF4-FFF2-40B4-BE49-F238E27FC236}">
                <a16:creationId xmlns:a16="http://schemas.microsoft.com/office/drawing/2014/main" id="{077B7088-E261-D0D5-768A-ED0436DC03A6}"/>
              </a:ext>
            </a:extLst>
          </p:cNvPr>
          <p:cNvSpPr/>
          <p:nvPr/>
        </p:nvSpPr>
        <p:spPr>
          <a:xfrm>
            <a:off x="1413182" y="3302000"/>
            <a:ext cx="21616294" cy="8897388"/>
          </a:xfrm>
          <a:prstGeom prst="roundRect">
            <a:avLst>
              <a:gd name="adj" fmla="val 2897"/>
            </a:avLst>
          </a:prstGeom>
          <a:solidFill>
            <a:schemeClr val="accent4"/>
          </a:solidFill>
          <a:ln w="12700">
            <a:miter lim="400000"/>
          </a:ln>
          <a:effectLst>
            <a:outerShdw blurRad="558800" dist="71163" dir="5400000" rotWithShape="0">
              <a:srgbClr val="000000">
                <a:alpha val="19617"/>
              </a:srgbClr>
            </a:outerShdw>
          </a:effectLst>
        </p:spPr>
        <p:txBody>
          <a:bodyPr lIns="0" tIns="0" rIns="0" bIns="0" anchor="ctr"/>
          <a:lstStyle/>
          <a:p>
            <a:pPr marL="0" marR="0" lvl="0" indent="0" algn="ctr" defTabSz="8255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 kumimoji="0" sz="32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Helvetica Neue Medium"/>
              <a:sym typeface="Helvetica Neue Medium"/>
            </a:endParaRP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08C7AB53-E924-DEBA-91C6-3F80448991B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45842" y="2946717"/>
            <a:ext cx="19517309" cy="95196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24653933"/>
      </p:ext>
    </p:extLst>
  </p:cSld>
  <p:clrMapOvr>
    <a:masterClrMapping/>
  </p:clrMapOvr>
  <p:transition spd="med"/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3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D543A41-6B35-5C90-AF1A-3F8941A301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Shape">
            <a:extLst>
              <a:ext uri="{FF2B5EF4-FFF2-40B4-BE49-F238E27FC236}">
                <a16:creationId xmlns:a16="http://schemas.microsoft.com/office/drawing/2014/main" id="{FE6C9C50-0D45-F7F2-C0B5-FF57A02BE97E}"/>
              </a:ext>
            </a:extLst>
          </p:cNvPr>
          <p:cNvSpPr/>
          <p:nvPr/>
        </p:nvSpPr>
        <p:spPr>
          <a:xfrm>
            <a:off x="6290541" y="12617233"/>
            <a:ext cx="2709718" cy="270939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9679" h="20595" extrusionOk="0">
                <a:moveTo>
                  <a:pt x="9839" y="0"/>
                </a:moveTo>
                <a:cubicBezTo>
                  <a:pt x="7321" y="0"/>
                  <a:pt x="4802" y="1006"/>
                  <a:pt x="2881" y="3017"/>
                </a:cubicBezTo>
                <a:cubicBezTo>
                  <a:pt x="-961" y="7038"/>
                  <a:pt x="-961" y="13557"/>
                  <a:pt x="2881" y="17578"/>
                </a:cubicBezTo>
                <a:cubicBezTo>
                  <a:pt x="6724" y="21600"/>
                  <a:pt x="12954" y="21600"/>
                  <a:pt x="16797" y="17578"/>
                </a:cubicBezTo>
                <a:cubicBezTo>
                  <a:pt x="20639" y="13557"/>
                  <a:pt x="20639" y="7038"/>
                  <a:pt x="16797" y="3017"/>
                </a:cubicBezTo>
                <a:cubicBezTo>
                  <a:pt x="14876" y="1006"/>
                  <a:pt x="12357" y="0"/>
                  <a:pt x="9839" y="0"/>
                </a:cubicBezTo>
                <a:close/>
                <a:moveTo>
                  <a:pt x="9839" y="2649"/>
                </a:moveTo>
                <a:cubicBezTo>
                  <a:pt x="11709" y="2649"/>
                  <a:pt x="13580" y="3397"/>
                  <a:pt x="15007" y="4890"/>
                </a:cubicBezTo>
                <a:cubicBezTo>
                  <a:pt x="17861" y="7877"/>
                  <a:pt x="17861" y="12718"/>
                  <a:pt x="15007" y="15705"/>
                </a:cubicBezTo>
                <a:cubicBezTo>
                  <a:pt x="12153" y="18692"/>
                  <a:pt x="7525" y="18692"/>
                  <a:pt x="4671" y="15705"/>
                </a:cubicBezTo>
                <a:cubicBezTo>
                  <a:pt x="1817" y="12718"/>
                  <a:pt x="1817" y="7877"/>
                  <a:pt x="4671" y="4890"/>
                </a:cubicBezTo>
                <a:cubicBezTo>
                  <a:pt x="6098" y="3397"/>
                  <a:pt x="7969" y="2649"/>
                  <a:pt x="9839" y="2649"/>
                </a:cubicBezTo>
                <a:close/>
              </a:path>
            </a:pathLst>
          </a:custGeom>
          <a:gradFill>
            <a:gsLst>
              <a:gs pos="0">
                <a:schemeClr val="accent2"/>
              </a:gs>
              <a:gs pos="100000">
                <a:schemeClr val="accent1"/>
              </a:gs>
            </a:gsLst>
            <a:lin ang="5400000"/>
          </a:gradFill>
          <a:ln w="12700">
            <a:miter lim="400000"/>
          </a:ln>
        </p:spPr>
        <p:txBody>
          <a:bodyPr lIns="0" tIns="0" rIns="0" bIns="0" anchor="ctr"/>
          <a:lstStyle/>
          <a:p>
            <a:pPr marL="0" marR="0" lvl="0" indent="0" algn="ctr" defTabSz="8255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 kumimoji="0" sz="32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Helvetica Neue Medium"/>
              <a:sym typeface="Helvetica Neue Medium"/>
            </a:endParaRPr>
          </a:p>
        </p:txBody>
      </p:sp>
      <p:sp>
        <p:nvSpPr>
          <p:cNvPr id="216" name="Shape">
            <a:extLst>
              <a:ext uri="{FF2B5EF4-FFF2-40B4-BE49-F238E27FC236}">
                <a16:creationId xmlns:a16="http://schemas.microsoft.com/office/drawing/2014/main" id="{1172B473-A7C4-1502-DF65-063D930F7CFE}"/>
              </a:ext>
            </a:extLst>
          </p:cNvPr>
          <p:cNvSpPr/>
          <p:nvPr/>
        </p:nvSpPr>
        <p:spPr>
          <a:xfrm>
            <a:off x="14339439" y="2620192"/>
            <a:ext cx="6322300" cy="632257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800" y="0"/>
                </a:moveTo>
                <a:cubicBezTo>
                  <a:pt x="10787" y="0"/>
                  <a:pt x="10773" y="1"/>
                  <a:pt x="10759" y="1"/>
                </a:cubicBezTo>
                <a:lnTo>
                  <a:pt x="1" y="10760"/>
                </a:lnTo>
                <a:cubicBezTo>
                  <a:pt x="0" y="10900"/>
                  <a:pt x="3" y="11040"/>
                  <a:pt x="8" y="11181"/>
                </a:cubicBezTo>
                <a:lnTo>
                  <a:pt x="11180" y="9"/>
                </a:lnTo>
                <a:cubicBezTo>
                  <a:pt x="11054" y="4"/>
                  <a:pt x="10927" y="0"/>
                  <a:pt x="10800" y="0"/>
                </a:cubicBezTo>
                <a:close/>
                <a:moveTo>
                  <a:pt x="10211" y="17"/>
                </a:moveTo>
                <a:cubicBezTo>
                  <a:pt x="10057" y="25"/>
                  <a:pt x="9903" y="36"/>
                  <a:pt x="9748" y="51"/>
                </a:cubicBezTo>
                <a:lnTo>
                  <a:pt x="50" y="9749"/>
                </a:lnTo>
                <a:cubicBezTo>
                  <a:pt x="35" y="9903"/>
                  <a:pt x="25" y="10057"/>
                  <a:pt x="16" y="10212"/>
                </a:cubicBezTo>
                <a:lnTo>
                  <a:pt x="10211" y="17"/>
                </a:lnTo>
                <a:close/>
                <a:moveTo>
                  <a:pt x="11683" y="38"/>
                </a:moveTo>
                <a:lnTo>
                  <a:pt x="38" y="11684"/>
                </a:lnTo>
                <a:cubicBezTo>
                  <a:pt x="48" y="11814"/>
                  <a:pt x="62" y="11944"/>
                  <a:pt x="78" y="12075"/>
                </a:cubicBezTo>
                <a:lnTo>
                  <a:pt x="12074" y="78"/>
                </a:lnTo>
                <a:cubicBezTo>
                  <a:pt x="11944" y="63"/>
                  <a:pt x="11814" y="49"/>
                  <a:pt x="11683" y="38"/>
                </a:cubicBezTo>
                <a:close/>
                <a:moveTo>
                  <a:pt x="9136" y="131"/>
                </a:moveTo>
                <a:cubicBezTo>
                  <a:pt x="8960" y="158"/>
                  <a:pt x="8786" y="190"/>
                  <a:pt x="8611" y="226"/>
                </a:cubicBezTo>
                <a:lnTo>
                  <a:pt x="226" y="8611"/>
                </a:lnTo>
                <a:cubicBezTo>
                  <a:pt x="190" y="8786"/>
                  <a:pt x="157" y="8961"/>
                  <a:pt x="130" y="9137"/>
                </a:cubicBezTo>
                <a:lnTo>
                  <a:pt x="9136" y="131"/>
                </a:lnTo>
                <a:close/>
                <a:moveTo>
                  <a:pt x="12541" y="143"/>
                </a:moveTo>
                <a:lnTo>
                  <a:pt x="143" y="12541"/>
                </a:lnTo>
                <a:cubicBezTo>
                  <a:pt x="163" y="12663"/>
                  <a:pt x="183" y="12785"/>
                  <a:pt x="207" y="12906"/>
                </a:cubicBezTo>
                <a:lnTo>
                  <a:pt x="12906" y="208"/>
                </a:lnTo>
                <a:cubicBezTo>
                  <a:pt x="12785" y="184"/>
                  <a:pt x="12663" y="163"/>
                  <a:pt x="12541" y="143"/>
                </a:cubicBezTo>
                <a:close/>
                <a:moveTo>
                  <a:pt x="13343" y="303"/>
                </a:moveTo>
                <a:lnTo>
                  <a:pt x="303" y="13343"/>
                </a:lnTo>
                <a:cubicBezTo>
                  <a:pt x="330" y="13456"/>
                  <a:pt x="361" y="13569"/>
                  <a:pt x="392" y="13682"/>
                </a:cubicBezTo>
                <a:lnTo>
                  <a:pt x="13682" y="393"/>
                </a:lnTo>
                <a:cubicBezTo>
                  <a:pt x="13569" y="362"/>
                  <a:pt x="13456" y="331"/>
                  <a:pt x="13343" y="303"/>
                </a:cubicBezTo>
                <a:close/>
                <a:moveTo>
                  <a:pt x="7909" y="395"/>
                </a:moveTo>
                <a:cubicBezTo>
                  <a:pt x="7701" y="452"/>
                  <a:pt x="7495" y="515"/>
                  <a:pt x="7290" y="585"/>
                </a:cubicBezTo>
                <a:lnTo>
                  <a:pt x="584" y="7290"/>
                </a:lnTo>
                <a:cubicBezTo>
                  <a:pt x="514" y="7495"/>
                  <a:pt x="452" y="7702"/>
                  <a:pt x="394" y="7909"/>
                </a:cubicBezTo>
                <a:lnTo>
                  <a:pt x="7909" y="395"/>
                </a:lnTo>
                <a:close/>
                <a:moveTo>
                  <a:pt x="14094" y="515"/>
                </a:moveTo>
                <a:lnTo>
                  <a:pt x="514" y="14094"/>
                </a:lnTo>
                <a:cubicBezTo>
                  <a:pt x="549" y="14202"/>
                  <a:pt x="583" y="14310"/>
                  <a:pt x="620" y="14417"/>
                </a:cubicBezTo>
                <a:lnTo>
                  <a:pt x="14417" y="621"/>
                </a:lnTo>
                <a:cubicBezTo>
                  <a:pt x="14310" y="583"/>
                  <a:pt x="14202" y="549"/>
                  <a:pt x="14094" y="515"/>
                </a:cubicBezTo>
                <a:close/>
                <a:moveTo>
                  <a:pt x="14804" y="767"/>
                </a:moveTo>
                <a:lnTo>
                  <a:pt x="767" y="14804"/>
                </a:lnTo>
                <a:cubicBezTo>
                  <a:pt x="807" y="14905"/>
                  <a:pt x="851" y="15004"/>
                  <a:pt x="894" y="15104"/>
                </a:cubicBezTo>
                <a:lnTo>
                  <a:pt x="15104" y="895"/>
                </a:lnTo>
                <a:cubicBezTo>
                  <a:pt x="15004" y="852"/>
                  <a:pt x="14905" y="807"/>
                  <a:pt x="14804" y="767"/>
                </a:cubicBezTo>
                <a:close/>
                <a:moveTo>
                  <a:pt x="6411" y="932"/>
                </a:moveTo>
                <a:cubicBezTo>
                  <a:pt x="6118" y="1062"/>
                  <a:pt x="5831" y="1206"/>
                  <a:pt x="5549" y="1363"/>
                </a:cubicBezTo>
                <a:lnTo>
                  <a:pt x="1362" y="5549"/>
                </a:lnTo>
                <a:cubicBezTo>
                  <a:pt x="1205" y="5832"/>
                  <a:pt x="1061" y="6119"/>
                  <a:pt x="931" y="6411"/>
                </a:cubicBezTo>
                <a:lnTo>
                  <a:pt x="6411" y="932"/>
                </a:lnTo>
                <a:close/>
                <a:moveTo>
                  <a:pt x="15470" y="1061"/>
                </a:moveTo>
                <a:lnTo>
                  <a:pt x="1060" y="15471"/>
                </a:lnTo>
                <a:cubicBezTo>
                  <a:pt x="1106" y="15567"/>
                  <a:pt x="1153" y="15664"/>
                  <a:pt x="1202" y="15759"/>
                </a:cubicBezTo>
                <a:lnTo>
                  <a:pt x="15759" y="1203"/>
                </a:lnTo>
                <a:cubicBezTo>
                  <a:pt x="15663" y="1153"/>
                  <a:pt x="15567" y="1107"/>
                  <a:pt x="15470" y="1061"/>
                </a:cubicBezTo>
                <a:close/>
                <a:moveTo>
                  <a:pt x="16103" y="1391"/>
                </a:moveTo>
                <a:lnTo>
                  <a:pt x="1391" y="16103"/>
                </a:lnTo>
                <a:cubicBezTo>
                  <a:pt x="1442" y="16194"/>
                  <a:pt x="1494" y="16285"/>
                  <a:pt x="1549" y="16375"/>
                </a:cubicBezTo>
                <a:lnTo>
                  <a:pt x="16375" y="1549"/>
                </a:lnTo>
                <a:cubicBezTo>
                  <a:pt x="16285" y="1495"/>
                  <a:pt x="16194" y="1442"/>
                  <a:pt x="16103" y="1391"/>
                </a:cubicBezTo>
                <a:close/>
                <a:moveTo>
                  <a:pt x="16703" y="1754"/>
                </a:moveTo>
                <a:lnTo>
                  <a:pt x="1753" y="16703"/>
                </a:lnTo>
                <a:cubicBezTo>
                  <a:pt x="1809" y="16788"/>
                  <a:pt x="1869" y="16872"/>
                  <a:pt x="1928" y="16956"/>
                </a:cubicBezTo>
                <a:lnTo>
                  <a:pt x="16956" y="1928"/>
                </a:lnTo>
                <a:cubicBezTo>
                  <a:pt x="16872" y="1869"/>
                  <a:pt x="16788" y="1810"/>
                  <a:pt x="16703" y="1754"/>
                </a:cubicBezTo>
                <a:close/>
                <a:moveTo>
                  <a:pt x="17267" y="2151"/>
                </a:moveTo>
                <a:lnTo>
                  <a:pt x="2151" y="17267"/>
                </a:lnTo>
                <a:cubicBezTo>
                  <a:pt x="2212" y="17349"/>
                  <a:pt x="2274" y="17430"/>
                  <a:pt x="2338" y="17510"/>
                </a:cubicBezTo>
                <a:lnTo>
                  <a:pt x="17510" y="2338"/>
                </a:lnTo>
                <a:cubicBezTo>
                  <a:pt x="17430" y="2275"/>
                  <a:pt x="17349" y="2212"/>
                  <a:pt x="17267" y="2151"/>
                </a:cubicBezTo>
                <a:close/>
                <a:moveTo>
                  <a:pt x="3805" y="2574"/>
                </a:moveTo>
                <a:cubicBezTo>
                  <a:pt x="3586" y="2761"/>
                  <a:pt x="3370" y="2956"/>
                  <a:pt x="3163" y="3163"/>
                </a:cubicBezTo>
                <a:cubicBezTo>
                  <a:pt x="2955" y="3371"/>
                  <a:pt x="2761" y="3586"/>
                  <a:pt x="2574" y="3806"/>
                </a:cubicBezTo>
                <a:lnTo>
                  <a:pt x="3805" y="2574"/>
                </a:lnTo>
                <a:close/>
                <a:moveTo>
                  <a:pt x="17801" y="2579"/>
                </a:moveTo>
                <a:lnTo>
                  <a:pt x="2579" y="17801"/>
                </a:lnTo>
                <a:cubicBezTo>
                  <a:pt x="2645" y="17878"/>
                  <a:pt x="2709" y="17957"/>
                  <a:pt x="2777" y="18032"/>
                </a:cubicBezTo>
                <a:lnTo>
                  <a:pt x="18032" y="2777"/>
                </a:lnTo>
                <a:cubicBezTo>
                  <a:pt x="17957" y="2709"/>
                  <a:pt x="17878" y="2645"/>
                  <a:pt x="17801" y="2579"/>
                </a:cubicBezTo>
                <a:close/>
                <a:moveTo>
                  <a:pt x="18304" y="3036"/>
                </a:moveTo>
                <a:lnTo>
                  <a:pt x="3036" y="18304"/>
                </a:lnTo>
                <a:cubicBezTo>
                  <a:pt x="3079" y="18349"/>
                  <a:pt x="3119" y="18394"/>
                  <a:pt x="3163" y="18438"/>
                </a:cubicBezTo>
                <a:cubicBezTo>
                  <a:pt x="3191" y="18466"/>
                  <a:pt x="3222" y="18492"/>
                  <a:pt x="3250" y="18521"/>
                </a:cubicBezTo>
                <a:lnTo>
                  <a:pt x="18521" y="3251"/>
                </a:lnTo>
                <a:cubicBezTo>
                  <a:pt x="18492" y="3222"/>
                  <a:pt x="18466" y="3192"/>
                  <a:pt x="18438" y="3163"/>
                </a:cubicBezTo>
                <a:cubicBezTo>
                  <a:pt x="18394" y="3119"/>
                  <a:pt x="18348" y="3079"/>
                  <a:pt x="18304" y="3036"/>
                </a:cubicBezTo>
                <a:close/>
                <a:moveTo>
                  <a:pt x="18781" y="3523"/>
                </a:moveTo>
                <a:lnTo>
                  <a:pt x="3522" y="18781"/>
                </a:lnTo>
                <a:cubicBezTo>
                  <a:pt x="3598" y="18850"/>
                  <a:pt x="3676" y="18915"/>
                  <a:pt x="3753" y="18982"/>
                </a:cubicBezTo>
                <a:lnTo>
                  <a:pt x="18982" y="3753"/>
                </a:lnTo>
                <a:cubicBezTo>
                  <a:pt x="18915" y="3676"/>
                  <a:pt x="18850" y="3598"/>
                  <a:pt x="18781" y="3523"/>
                </a:cubicBezTo>
                <a:close/>
                <a:moveTo>
                  <a:pt x="19224" y="4041"/>
                </a:moveTo>
                <a:lnTo>
                  <a:pt x="4041" y="19224"/>
                </a:lnTo>
                <a:cubicBezTo>
                  <a:pt x="4121" y="19289"/>
                  <a:pt x="4202" y="19350"/>
                  <a:pt x="4283" y="19412"/>
                </a:cubicBezTo>
                <a:lnTo>
                  <a:pt x="19412" y="4283"/>
                </a:lnTo>
                <a:cubicBezTo>
                  <a:pt x="19350" y="4202"/>
                  <a:pt x="19289" y="4121"/>
                  <a:pt x="19224" y="4041"/>
                </a:cubicBezTo>
                <a:close/>
                <a:moveTo>
                  <a:pt x="19637" y="4591"/>
                </a:moveTo>
                <a:lnTo>
                  <a:pt x="4591" y="19637"/>
                </a:lnTo>
                <a:cubicBezTo>
                  <a:pt x="4675" y="19696"/>
                  <a:pt x="4758" y="19757"/>
                  <a:pt x="4843" y="19813"/>
                </a:cubicBezTo>
                <a:lnTo>
                  <a:pt x="19813" y="4844"/>
                </a:lnTo>
                <a:cubicBezTo>
                  <a:pt x="19757" y="4758"/>
                  <a:pt x="19696" y="4675"/>
                  <a:pt x="19637" y="4591"/>
                </a:cubicBezTo>
                <a:close/>
                <a:moveTo>
                  <a:pt x="20019" y="5172"/>
                </a:moveTo>
                <a:lnTo>
                  <a:pt x="5172" y="20019"/>
                </a:lnTo>
                <a:cubicBezTo>
                  <a:pt x="5261" y="20073"/>
                  <a:pt x="5351" y="20126"/>
                  <a:pt x="5441" y="20178"/>
                </a:cubicBezTo>
                <a:lnTo>
                  <a:pt x="20178" y="5441"/>
                </a:lnTo>
                <a:cubicBezTo>
                  <a:pt x="20126" y="5351"/>
                  <a:pt x="20073" y="5261"/>
                  <a:pt x="20019" y="5172"/>
                </a:cubicBezTo>
                <a:close/>
                <a:moveTo>
                  <a:pt x="20369" y="5782"/>
                </a:moveTo>
                <a:lnTo>
                  <a:pt x="5782" y="20369"/>
                </a:lnTo>
                <a:cubicBezTo>
                  <a:pt x="5877" y="20419"/>
                  <a:pt x="5974" y="20463"/>
                  <a:pt x="6071" y="20510"/>
                </a:cubicBezTo>
                <a:lnTo>
                  <a:pt x="20510" y="6071"/>
                </a:lnTo>
                <a:cubicBezTo>
                  <a:pt x="20463" y="5975"/>
                  <a:pt x="20419" y="5878"/>
                  <a:pt x="20369" y="5782"/>
                </a:cubicBezTo>
                <a:close/>
                <a:moveTo>
                  <a:pt x="20679" y="6434"/>
                </a:moveTo>
                <a:lnTo>
                  <a:pt x="6434" y="20679"/>
                </a:lnTo>
                <a:cubicBezTo>
                  <a:pt x="6534" y="20723"/>
                  <a:pt x="6633" y="20769"/>
                  <a:pt x="6734" y="20809"/>
                </a:cubicBezTo>
                <a:lnTo>
                  <a:pt x="20809" y="6735"/>
                </a:lnTo>
                <a:cubicBezTo>
                  <a:pt x="20769" y="6634"/>
                  <a:pt x="20723" y="6534"/>
                  <a:pt x="20679" y="6434"/>
                </a:cubicBezTo>
                <a:close/>
                <a:moveTo>
                  <a:pt x="20956" y="7121"/>
                </a:moveTo>
                <a:lnTo>
                  <a:pt x="7120" y="20956"/>
                </a:lnTo>
                <a:cubicBezTo>
                  <a:pt x="7226" y="20994"/>
                  <a:pt x="7333" y="21030"/>
                  <a:pt x="7439" y="21065"/>
                </a:cubicBezTo>
                <a:lnTo>
                  <a:pt x="21065" y="7439"/>
                </a:lnTo>
                <a:cubicBezTo>
                  <a:pt x="21030" y="7333"/>
                  <a:pt x="20994" y="7226"/>
                  <a:pt x="20956" y="7121"/>
                </a:cubicBezTo>
                <a:close/>
                <a:moveTo>
                  <a:pt x="21190" y="7848"/>
                </a:moveTo>
                <a:lnTo>
                  <a:pt x="7848" y="21190"/>
                </a:lnTo>
                <a:cubicBezTo>
                  <a:pt x="7960" y="21221"/>
                  <a:pt x="8073" y="21252"/>
                  <a:pt x="8186" y="21280"/>
                </a:cubicBezTo>
                <a:lnTo>
                  <a:pt x="21280" y="8186"/>
                </a:lnTo>
                <a:cubicBezTo>
                  <a:pt x="21252" y="8073"/>
                  <a:pt x="21221" y="7960"/>
                  <a:pt x="21190" y="7848"/>
                </a:cubicBezTo>
                <a:close/>
                <a:moveTo>
                  <a:pt x="21378" y="8623"/>
                </a:moveTo>
                <a:lnTo>
                  <a:pt x="8623" y="21378"/>
                </a:lnTo>
                <a:cubicBezTo>
                  <a:pt x="8743" y="21402"/>
                  <a:pt x="8863" y="21424"/>
                  <a:pt x="8984" y="21445"/>
                </a:cubicBezTo>
                <a:lnTo>
                  <a:pt x="21445" y="8984"/>
                </a:lnTo>
                <a:cubicBezTo>
                  <a:pt x="21424" y="8864"/>
                  <a:pt x="21402" y="8743"/>
                  <a:pt x="21378" y="8623"/>
                </a:cubicBezTo>
                <a:close/>
                <a:moveTo>
                  <a:pt x="21514" y="9448"/>
                </a:moveTo>
                <a:lnTo>
                  <a:pt x="9447" y="21514"/>
                </a:lnTo>
                <a:cubicBezTo>
                  <a:pt x="9576" y="21530"/>
                  <a:pt x="9704" y="21546"/>
                  <a:pt x="9833" y="21557"/>
                </a:cubicBezTo>
                <a:lnTo>
                  <a:pt x="21557" y="9834"/>
                </a:lnTo>
                <a:cubicBezTo>
                  <a:pt x="21546" y="9705"/>
                  <a:pt x="21530" y="9576"/>
                  <a:pt x="21514" y="9448"/>
                </a:cubicBezTo>
                <a:close/>
                <a:moveTo>
                  <a:pt x="21590" y="10333"/>
                </a:moveTo>
                <a:lnTo>
                  <a:pt x="10332" y="21590"/>
                </a:lnTo>
                <a:cubicBezTo>
                  <a:pt x="10473" y="21596"/>
                  <a:pt x="10613" y="21599"/>
                  <a:pt x="10753" y="21600"/>
                </a:cubicBezTo>
                <a:lnTo>
                  <a:pt x="21600" y="10754"/>
                </a:lnTo>
                <a:cubicBezTo>
                  <a:pt x="21599" y="10613"/>
                  <a:pt x="21596" y="10473"/>
                  <a:pt x="21590" y="10333"/>
                </a:cubicBezTo>
                <a:close/>
                <a:moveTo>
                  <a:pt x="21590" y="11296"/>
                </a:moveTo>
                <a:lnTo>
                  <a:pt x="11295" y="21590"/>
                </a:lnTo>
                <a:cubicBezTo>
                  <a:pt x="11449" y="21583"/>
                  <a:pt x="11603" y="21572"/>
                  <a:pt x="11757" y="21558"/>
                </a:cubicBezTo>
                <a:lnTo>
                  <a:pt x="21558" y="11757"/>
                </a:lnTo>
                <a:cubicBezTo>
                  <a:pt x="21572" y="11603"/>
                  <a:pt x="21583" y="11450"/>
                  <a:pt x="21590" y="11296"/>
                </a:cubicBezTo>
                <a:close/>
                <a:moveTo>
                  <a:pt x="21489" y="12358"/>
                </a:moveTo>
                <a:lnTo>
                  <a:pt x="12358" y="21489"/>
                </a:lnTo>
                <a:cubicBezTo>
                  <a:pt x="12531" y="21464"/>
                  <a:pt x="12703" y="21434"/>
                  <a:pt x="12876" y="21400"/>
                </a:cubicBezTo>
                <a:lnTo>
                  <a:pt x="21400" y="12876"/>
                </a:lnTo>
                <a:cubicBezTo>
                  <a:pt x="21434" y="12704"/>
                  <a:pt x="21464" y="12531"/>
                  <a:pt x="21489" y="12358"/>
                </a:cubicBezTo>
                <a:close/>
                <a:moveTo>
                  <a:pt x="21239" y="13569"/>
                </a:moveTo>
                <a:lnTo>
                  <a:pt x="13569" y="21239"/>
                </a:lnTo>
                <a:cubicBezTo>
                  <a:pt x="13774" y="21185"/>
                  <a:pt x="13978" y="21125"/>
                  <a:pt x="14181" y="21058"/>
                </a:cubicBezTo>
                <a:lnTo>
                  <a:pt x="21058" y="14181"/>
                </a:lnTo>
                <a:cubicBezTo>
                  <a:pt x="21125" y="13978"/>
                  <a:pt x="21185" y="13774"/>
                  <a:pt x="21239" y="13569"/>
                </a:cubicBezTo>
                <a:close/>
                <a:moveTo>
                  <a:pt x="20736" y="15035"/>
                </a:moveTo>
                <a:lnTo>
                  <a:pt x="15035" y="20736"/>
                </a:lnTo>
                <a:cubicBezTo>
                  <a:pt x="15310" y="20619"/>
                  <a:pt x="15581" y="20493"/>
                  <a:pt x="15848" y="20352"/>
                </a:cubicBezTo>
                <a:lnTo>
                  <a:pt x="20352" y="15848"/>
                </a:lnTo>
                <a:cubicBezTo>
                  <a:pt x="20493" y="15581"/>
                  <a:pt x="20619" y="15310"/>
                  <a:pt x="20736" y="15035"/>
                </a:cubicBezTo>
                <a:close/>
                <a:moveTo>
                  <a:pt x="19400" y="17332"/>
                </a:moveTo>
                <a:lnTo>
                  <a:pt x="17332" y="19400"/>
                </a:lnTo>
                <a:cubicBezTo>
                  <a:pt x="17716" y="19108"/>
                  <a:pt x="18087" y="18789"/>
                  <a:pt x="18438" y="18438"/>
                </a:cubicBezTo>
                <a:cubicBezTo>
                  <a:pt x="18788" y="18087"/>
                  <a:pt x="19107" y="17716"/>
                  <a:pt x="19400" y="17332"/>
                </a:cubicBezTo>
                <a:close/>
              </a:path>
            </a:pathLst>
          </a:custGeom>
          <a:solidFill>
            <a:schemeClr val="accent4"/>
          </a:solidFill>
          <a:ln w="12700">
            <a:miter lim="400000"/>
          </a:ln>
        </p:spPr>
        <p:txBody>
          <a:bodyPr lIns="0" tIns="0" rIns="0" bIns="0" anchor="ctr"/>
          <a:lstStyle/>
          <a:p>
            <a:pPr marL="0" marR="0" lvl="0" indent="0" algn="ctr" defTabSz="8255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 kumimoji="0" sz="32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Helvetica Neue Medium"/>
              <a:sym typeface="Helvetica Neue Medium"/>
            </a:endParaRPr>
          </a:p>
        </p:txBody>
      </p:sp>
      <p:sp>
        <p:nvSpPr>
          <p:cNvPr id="217" name="Shape">
            <a:extLst>
              <a:ext uri="{FF2B5EF4-FFF2-40B4-BE49-F238E27FC236}">
                <a16:creationId xmlns:a16="http://schemas.microsoft.com/office/drawing/2014/main" id="{53CEA464-7E47-67BF-E344-B01BDD7A0679}"/>
              </a:ext>
            </a:extLst>
          </p:cNvPr>
          <p:cNvSpPr/>
          <p:nvPr/>
        </p:nvSpPr>
        <p:spPr>
          <a:xfrm>
            <a:off x="5513585" y="9836851"/>
            <a:ext cx="2709536" cy="270965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800" y="0"/>
                </a:moveTo>
                <a:cubicBezTo>
                  <a:pt x="10787" y="0"/>
                  <a:pt x="10773" y="1"/>
                  <a:pt x="10759" y="1"/>
                </a:cubicBezTo>
                <a:lnTo>
                  <a:pt x="1" y="10760"/>
                </a:lnTo>
                <a:cubicBezTo>
                  <a:pt x="0" y="10900"/>
                  <a:pt x="3" y="11040"/>
                  <a:pt x="8" y="11181"/>
                </a:cubicBezTo>
                <a:lnTo>
                  <a:pt x="11180" y="9"/>
                </a:lnTo>
                <a:cubicBezTo>
                  <a:pt x="11054" y="4"/>
                  <a:pt x="10927" y="0"/>
                  <a:pt x="10800" y="0"/>
                </a:cubicBezTo>
                <a:close/>
                <a:moveTo>
                  <a:pt x="10211" y="17"/>
                </a:moveTo>
                <a:cubicBezTo>
                  <a:pt x="10057" y="25"/>
                  <a:pt x="9903" y="36"/>
                  <a:pt x="9748" y="51"/>
                </a:cubicBezTo>
                <a:lnTo>
                  <a:pt x="50" y="9749"/>
                </a:lnTo>
                <a:cubicBezTo>
                  <a:pt x="35" y="9903"/>
                  <a:pt x="25" y="10057"/>
                  <a:pt x="16" y="10212"/>
                </a:cubicBezTo>
                <a:lnTo>
                  <a:pt x="10211" y="17"/>
                </a:lnTo>
                <a:close/>
                <a:moveTo>
                  <a:pt x="11683" y="38"/>
                </a:moveTo>
                <a:lnTo>
                  <a:pt x="38" y="11684"/>
                </a:lnTo>
                <a:cubicBezTo>
                  <a:pt x="48" y="11814"/>
                  <a:pt x="62" y="11944"/>
                  <a:pt x="78" y="12075"/>
                </a:cubicBezTo>
                <a:lnTo>
                  <a:pt x="12074" y="78"/>
                </a:lnTo>
                <a:cubicBezTo>
                  <a:pt x="11944" y="63"/>
                  <a:pt x="11814" y="49"/>
                  <a:pt x="11683" y="38"/>
                </a:cubicBezTo>
                <a:close/>
                <a:moveTo>
                  <a:pt x="9136" y="131"/>
                </a:moveTo>
                <a:cubicBezTo>
                  <a:pt x="8960" y="158"/>
                  <a:pt x="8786" y="190"/>
                  <a:pt x="8611" y="226"/>
                </a:cubicBezTo>
                <a:lnTo>
                  <a:pt x="226" y="8611"/>
                </a:lnTo>
                <a:cubicBezTo>
                  <a:pt x="190" y="8786"/>
                  <a:pt x="157" y="8961"/>
                  <a:pt x="130" y="9137"/>
                </a:cubicBezTo>
                <a:lnTo>
                  <a:pt x="9136" y="131"/>
                </a:lnTo>
                <a:close/>
                <a:moveTo>
                  <a:pt x="12541" y="143"/>
                </a:moveTo>
                <a:lnTo>
                  <a:pt x="143" y="12541"/>
                </a:lnTo>
                <a:cubicBezTo>
                  <a:pt x="163" y="12663"/>
                  <a:pt x="183" y="12785"/>
                  <a:pt x="207" y="12906"/>
                </a:cubicBezTo>
                <a:lnTo>
                  <a:pt x="12906" y="208"/>
                </a:lnTo>
                <a:cubicBezTo>
                  <a:pt x="12785" y="184"/>
                  <a:pt x="12663" y="163"/>
                  <a:pt x="12541" y="143"/>
                </a:cubicBezTo>
                <a:close/>
                <a:moveTo>
                  <a:pt x="13343" y="303"/>
                </a:moveTo>
                <a:lnTo>
                  <a:pt x="303" y="13343"/>
                </a:lnTo>
                <a:cubicBezTo>
                  <a:pt x="330" y="13456"/>
                  <a:pt x="361" y="13569"/>
                  <a:pt x="392" y="13682"/>
                </a:cubicBezTo>
                <a:lnTo>
                  <a:pt x="13682" y="393"/>
                </a:lnTo>
                <a:cubicBezTo>
                  <a:pt x="13569" y="362"/>
                  <a:pt x="13456" y="331"/>
                  <a:pt x="13343" y="303"/>
                </a:cubicBezTo>
                <a:close/>
                <a:moveTo>
                  <a:pt x="7909" y="395"/>
                </a:moveTo>
                <a:cubicBezTo>
                  <a:pt x="7701" y="452"/>
                  <a:pt x="7495" y="515"/>
                  <a:pt x="7290" y="585"/>
                </a:cubicBezTo>
                <a:lnTo>
                  <a:pt x="584" y="7290"/>
                </a:lnTo>
                <a:cubicBezTo>
                  <a:pt x="514" y="7495"/>
                  <a:pt x="452" y="7702"/>
                  <a:pt x="394" y="7909"/>
                </a:cubicBezTo>
                <a:lnTo>
                  <a:pt x="7909" y="395"/>
                </a:lnTo>
                <a:close/>
                <a:moveTo>
                  <a:pt x="14094" y="515"/>
                </a:moveTo>
                <a:lnTo>
                  <a:pt x="514" y="14094"/>
                </a:lnTo>
                <a:cubicBezTo>
                  <a:pt x="549" y="14202"/>
                  <a:pt x="583" y="14310"/>
                  <a:pt x="620" y="14417"/>
                </a:cubicBezTo>
                <a:lnTo>
                  <a:pt x="14417" y="621"/>
                </a:lnTo>
                <a:cubicBezTo>
                  <a:pt x="14310" y="583"/>
                  <a:pt x="14202" y="549"/>
                  <a:pt x="14094" y="515"/>
                </a:cubicBezTo>
                <a:close/>
                <a:moveTo>
                  <a:pt x="14804" y="767"/>
                </a:moveTo>
                <a:lnTo>
                  <a:pt x="767" y="14804"/>
                </a:lnTo>
                <a:cubicBezTo>
                  <a:pt x="807" y="14905"/>
                  <a:pt x="851" y="15004"/>
                  <a:pt x="894" y="15104"/>
                </a:cubicBezTo>
                <a:lnTo>
                  <a:pt x="15104" y="895"/>
                </a:lnTo>
                <a:cubicBezTo>
                  <a:pt x="15004" y="852"/>
                  <a:pt x="14905" y="807"/>
                  <a:pt x="14804" y="767"/>
                </a:cubicBezTo>
                <a:close/>
                <a:moveTo>
                  <a:pt x="6411" y="932"/>
                </a:moveTo>
                <a:cubicBezTo>
                  <a:pt x="6118" y="1062"/>
                  <a:pt x="5831" y="1206"/>
                  <a:pt x="5549" y="1363"/>
                </a:cubicBezTo>
                <a:lnTo>
                  <a:pt x="1362" y="5549"/>
                </a:lnTo>
                <a:cubicBezTo>
                  <a:pt x="1205" y="5832"/>
                  <a:pt x="1061" y="6119"/>
                  <a:pt x="931" y="6411"/>
                </a:cubicBezTo>
                <a:lnTo>
                  <a:pt x="6411" y="932"/>
                </a:lnTo>
                <a:close/>
                <a:moveTo>
                  <a:pt x="15470" y="1061"/>
                </a:moveTo>
                <a:lnTo>
                  <a:pt x="1060" y="15471"/>
                </a:lnTo>
                <a:cubicBezTo>
                  <a:pt x="1106" y="15567"/>
                  <a:pt x="1153" y="15664"/>
                  <a:pt x="1202" y="15759"/>
                </a:cubicBezTo>
                <a:lnTo>
                  <a:pt x="15759" y="1203"/>
                </a:lnTo>
                <a:cubicBezTo>
                  <a:pt x="15663" y="1153"/>
                  <a:pt x="15567" y="1107"/>
                  <a:pt x="15470" y="1061"/>
                </a:cubicBezTo>
                <a:close/>
                <a:moveTo>
                  <a:pt x="16103" y="1391"/>
                </a:moveTo>
                <a:lnTo>
                  <a:pt x="1391" y="16103"/>
                </a:lnTo>
                <a:cubicBezTo>
                  <a:pt x="1442" y="16194"/>
                  <a:pt x="1494" y="16285"/>
                  <a:pt x="1548" y="16375"/>
                </a:cubicBezTo>
                <a:lnTo>
                  <a:pt x="16375" y="1549"/>
                </a:lnTo>
                <a:cubicBezTo>
                  <a:pt x="16285" y="1495"/>
                  <a:pt x="16194" y="1442"/>
                  <a:pt x="16103" y="1391"/>
                </a:cubicBezTo>
                <a:close/>
                <a:moveTo>
                  <a:pt x="16703" y="1754"/>
                </a:moveTo>
                <a:lnTo>
                  <a:pt x="1753" y="16703"/>
                </a:lnTo>
                <a:cubicBezTo>
                  <a:pt x="1809" y="16788"/>
                  <a:pt x="1869" y="16872"/>
                  <a:pt x="1928" y="16956"/>
                </a:cubicBezTo>
                <a:lnTo>
                  <a:pt x="16956" y="1928"/>
                </a:lnTo>
                <a:cubicBezTo>
                  <a:pt x="16872" y="1869"/>
                  <a:pt x="16788" y="1810"/>
                  <a:pt x="16703" y="1754"/>
                </a:cubicBezTo>
                <a:close/>
                <a:moveTo>
                  <a:pt x="17267" y="2151"/>
                </a:moveTo>
                <a:lnTo>
                  <a:pt x="2151" y="17267"/>
                </a:lnTo>
                <a:cubicBezTo>
                  <a:pt x="2212" y="17349"/>
                  <a:pt x="2274" y="17430"/>
                  <a:pt x="2338" y="17510"/>
                </a:cubicBezTo>
                <a:lnTo>
                  <a:pt x="17510" y="2338"/>
                </a:lnTo>
                <a:cubicBezTo>
                  <a:pt x="17430" y="2275"/>
                  <a:pt x="17349" y="2212"/>
                  <a:pt x="17267" y="2151"/>
                </a:cubicBezTo>
                <a:close/>
                <a:moveTo>
                  <a:pt x="3805" y="2574"/>
                </a:moveTo>
                <a:cubicBezTo>
                  <a:pt x="3586" y="2761"/>
                  <a:pt x="3370" y="2956"/>
                  <a:pt x="3163" y="3163"/>
                </a:cubicBezTo>
                <a:cubicBezTo>
                  <a:pt x="2955" y="3371"/>
                  <a:pt x="2761" y="3586"/>
                  <a:pt x="2574" y="3806"/>
                </a:cubicBezTo>
                <a:lnTo>
                  <a:pt x="3805" y="2574"/>
                </a:lnTo>
                <a:close/>
                <a:moveTo>
                  <a:pt x="17801" y="2579"/>
                </a:moveTo>
                <a:lnTo>
                  <a:pt x="2579" y="17801"/>
                </a:lnTo>
                <a:cubicBezTo>
                  <a:pt x="2645" y="17878"/>
                  <a:pt x="2709" y="17957"/>
                  <a:pt x="2777" y="18032"/>
                </a:cubicBezTo>
                <a:lnTo>
                  <a:pt x="18032" y="2777"/>
                </a:lnTo>
                <a:cubicBezTo>
                  <a:pt x="17957" y="2709"/>
                  <a:pt x="17878" y="2645"/>
                  <a:pt x="17801" y="2579"/>
                </a:cubicBezTo>
                <a:close/>
                <a:moveTo>
                  <a:pt x="18304" y="3036"/>
                </a:moveTo>
                <a:lnTo>
                  <a:pt x="3036" y="18304"/>
                </a:lnTo>
                <a:cubicBezTo>
                  <a:pt x="3079" y="18349"/>
                  <a:pt x="3119" y="18394"/>
                  <a:pt x="3163" y="18438"/>
                </a:cubicBezTo>
                <a:cubicBezTo>
                  <a:pt x="3191" y="18466"/>
                  <a:pt x="3222" y="18492"/>
                  <a:pt x="3250" y="18521"/>
                </a:cubicBezTo>
                <a:lnTo>
                  <a:pt x="18521" y="3251"/>
                </a:lnTo>
                <a:cubicBezTo>
                  <a:pt x="18492" y="3222"/>
                  <a:pt x="18466" y="3192"/>
                  <a:pt x="18438" y="3163"/>
                </a:cubicBezTo>
                <a:cubicBezTo>
                  <a:pt x="18394" y="3119"/>
                  <a:pt x="18348" y="3079"/>
                  <a:pt x="18304" y="3036"/>
                </a:cubicBezTo>
                <a:close/>
                <a:moveTo>
                  <a:pt x="18781" y="3523"/>
                </a:moveTo>
                <a:lnTo>
                  <a:pt x="3522" y="18781"/>
                </a:lnTo>
                <a:cubicBezTo>
                  <a:pt x="3598" y="18850"/>
                  <a:pt x="3676" y="18915"/>
                  <a:pt x="3753" y="18982"/>
                </a:cubicBezTo>
                <a:lnTo>
                  <a:pt x="18982" y="3753"/>
                </a:lnTo>
                <a:cubicBezTo>
                  <a:pt x="18915" y="3676"/>
                  <a:pt x="18850" y="3598"/>
                  <a:pt x="18781" y="3523"/>
                </a:cubicBezTo>
                <a:close/>
                <a:moveTo>
                  <a:pt x="19224" y="4041"/>
                </a:moveTo>
                <a:lnTo>
                  <a:pt x="4041" y="19224"/>
                </a:lnTo>
                <a:cubicBezTo>
                  <a:pt x="4121" y="19289"/>
                  <a:pt x="4202" y="19350"/>
                  <a:pt x="4283" y="19412"/>
                </a:cubicBezTo>
                <a:lnTo>
                  <a:pt x="19412" y="4283"/>
                </a:lnTo>
                <a:cubicBezTo>
                  <a:pt x="19350" y="4202"/>
                  <a:pt x="19289" y="4121"/>
                  <a:pt x="19224" y="4041"/>
                </a:cubicBezTo>
                <a:close/>
                <a:moveTo>
                  <a:pt x="19637" y="4591"/>
                </a:moveTo>
                <a:lnTo>
                  <a:pt x="4591" y="19637"/>
                </a:lnTo>
                <a:cubicBezTo>
                  <a:pt x="4675" y="19696"/>
                  <a:pt x="4758" y="19757"/>
                  <a:pt x="4843" y="19813"/>
                </a:cubicBezTo>
                <a:lnTo>
                  <a:pt x="19813" y="4844"/>
                </a:lnTo>
                <a:cubicBezTo>
                  <a:pt x="19757" y="4758"/>
                  <a:pt x="19696" y="4675"/>
                  <a:pt x="19637" y="4591"/>
                </a:cubicBezTo>
                <a:close/>
                <a:moveTo>
                  <a:pt x="20019" y="5172"/>
                </a:moveTo>
                <a:lnTo>
                  <a:pt x="5172" y="20019"/>
                </a:lnTo>
                <a:cubicBezTo>
                  <a:pt x="5261" y="20073"/>
                  <a:pt x="5351" y="20126"/>
                  <a:pt x="5441" y="20178"/>
                </a:cubicBezTo>
                <a:lnTo>
                  <a:pt x="20178" y="5441"/>
                </a:lnTo>
                <a:cubicBezTo>
                  <a:pt x="20126" y="5351"/>
                  <a:pt x="20073" y="5261"/>
                  <a:pt x="20019" y="5172"/>
                </a:cubicBezTo>
                <a:close/>
                <a:moveTo>
                  <a:pt x="20369" y="5782"/>
                </a:moveTo>
                <a:lnTo>
                  <a:pt x="5782" y="20369"/>
                </a:lnTo>
                <a:cubicBezTo>
                  <a:pt x="5877" y="20419"/>
                  <a:pt x="5974" y="20463"/>
                  <a:pt x="6071" y="20510"/>
                </a:cubicBezTo>
                <a:lnTo>
                  <a:pt x="20510" y="6071"/>
                </a:lnTo>
                <a:cubicBezTo>
                  <a:pt x="20463" y="5975"/>
                  <a:pt x="20419" y="5878"/>
                  <a:pt x="20369" y="5782"/>
                </a:cubicBezTo>
                <a:close/>
                <a:moveTo>
                  <a:pt x="20679" y="6434"/>
                </a:moveTo>
                <a:lnTo>
                  <a:pt x="6434" y="20679"/>
                </a:lnTo>
                <a:cubicBezTo>
                  <a:pt x="6534" y="20723"/>
                  <a:pt x="6633" y="20769"/>
                  <a:pt x="6734" y="20809"/>
                </a:cubicBezTo>
                <a:lnTo>
                  <a:pt x="20809" y="6735"/>
                </a:lnTo>
                <a:cubicBezTo>
                  <a:pt x="20769" y="6634"/>
                  <a:pt x="20723" y="6534"/>
                  <a:pt x="20679" y="6434"/>
                </a:cubicBezTo>
                <a:close/>
                <a:moveTo>
                  <a:pt x="20956" y="7121"/>
                </a:moveTo>
                <a:lnTo>
                  <a:pt x="7120" y="20956"/>
                </a:lnTo>
                <a:cubicBezTo>
                  <a:pt x="7226" y="20994"/>
                  <a:pt x="7333" y="21030"/>
                  <a:pt x="7439" y="21065"/>
                </a:cubicBezTo>
                <a:lnTo>
                  <a:pt x="21065" y="7439"/>
                </a:lnTo>
                <a:cubicBezTo>
                  <a:pt x="21030" y="7333"/>
                  <a:pt x="20994" y="7226"/>
                  <a:pt x="20956" y="7121"/>
                </a:cubicBezTo>
                <a:close/>
                <a:moveTo>
                  <a:pt x="21190" y="7848"/>
                </a:moveTo>
                <a:lnTo>
                  <a:pt x="7848" y="21190"/>
                </a:lnTo>
                <a:cubicBezTo>
                  <a:pt x="7960" y="21221"/>
                  <a:pt x="8073" y="21252"/>
                  <a:pt x="8186" y="21280"/>
                </a:cubicBezTo>
                <a:lnTo>
                  <a:pt x="21280" y="8186"/>
                </a:lnTo>
                <a:cubicBezTo>
                  <a:pt x="21252" y="8073"/>
                  <a:pt x="21221" y="7960"/>
                  <a:pt x="21190" y="7848"/>
                </a:cubicBezTo>
                <a:close/>
                <a:moveTo>
                  <a:pt x="21378" y="8623"/>
                </a:moveTo>
                <a:lnTo>
                  <a:pt x="8623" y="21378"/>
                </a:lnTo>
                <a:cubicBezTo>
                  <a:pt x="8743" y="21402"/>
                  <a:pt x="8863" y="21424"/>
                  <a:pt x="8984" y="21445"/>
                </a:cubicBezTo>
                <a:lnTo>
                  <a:pt x="21445" y="8984"/>
                </a:lnTo>
                <a:cubicBezTo>
                  <a:pt x="21424" y="8864"/>
                  <a:pt x="21402" y="8743"/>
                  <a:pt x="21378" y="8623"/>
                </a:cubicBezTo>
                <a:close/>
                <a:moveTo>
                  <a:pt x="21514" y="9448"/>
                </a:moveTo>
                <a:lnTo>
                  <a:pt x="9447" y="21514"/>
                </a:lnTo>
                <a:cubicBezTo>
                  <a:pt x="9576" y="21530"/>
                  <a:pt x="9704" y="21546"/>
                  <a:pt x="9833" y="21557"/>
                </a:cubicBezTo>
                <a:lnTo>
                  <a:pt x="21557" y="9834"/>
                </a:lnTo>
                <a:cubicBezTo>
                  <a:pt x="21546" y="9705"/>
                  <a:pt x="21530" y="9576"/>
                  <a:pt x="21514" y="9448"/>
                </a:cubicBezTo>
                <a:close/>
                <a:moveTo>
                  <a:pt x="21590" y="10333"/>
                </a:moveTo>
                <a:lnTo>
                  <a:pt x="10332" y="21590"/>
                </a:lnTo>
                <a:cubicBezTo>
                  <a:pt x="10473" y="21596"/>
                  <a:pt x="10613" y="21599"/>
                  <a:pt x="10753" y="21600"/>
                </a:cubicBezTo>
                <a:lnTo>
                  <a:pt x="21600" y="10754"/>
                </a:lnTo>
                <a:cubicBezTo>
                  <a:pt x="21599" y="10613"/>
                  <a:pt x="21596" y="10473"/>
                  <a:pt x="21590" y="10333"/>
                </a:cubicBezTo>
                <a:close/>
                <a:moveTo>
                  <a:pt x="21590" y="11296"/>
                </a:moveTo>
                <a:lnTo>
                  <a:pt x="11295" y="21590"/>
                </a:lnTo>
                <a:cubicBezTo>
                  <a:pt x="11449" y="21583"/>
                  <a:pt x="11603" y="21572"/>
                  <a:pt x="11757" y="21558"/>
                </a:cubicBezTo>
                <a:lnTo>
                  <a:pt x="21558" y="11757"/>
                </a:lnTo>
                <a:cubicBezTo>
                  <a:pt x="21572" y="11603"/>
                  <a:pt x="21583" y="11450"/>
                  <a:pt x="21590" y="11296"/>
                </a:cubicBezTo>
                <a:close/>
                <a:moveTo>
                  <a:pt x="21489" y="12358"/>
                </a:moveTo>
                <a:lnTo>
                  <a:pt x="12358" y="21489"/>
                </a:lnTo>
                <a:cubicBezTo>
                  <a:pt x="12531" y="21464"/>
                  <a:pt x="12703" y="21434"/>
                  <a:pt x="12876" y="21400"/>
                </a:cubicBezTo>
                <a:lnTo>
                  <a:pt x="21400" y="12876"/>
                </a:lnTo>
                <a:cubicBezTo>
                  <a:pt x="21434" y="12704"/>
                  <a:pt x="21464" y="12531"/>
                  <a:pt x="21489" y="12358"/>
                </a:cubicBezTo>
                <a:close/>
                <a:moveTo>
                  <a:pt x="21239" y="13569"/>
                </a:moveTo>
                <a:lnTo>
                  <a:pt x="13569" y="21239"/>
                </a:lnTo>
                <a:cubicBezTo>
                  <a:pt x="13774" y="21185"/>
                  <a:pt x="13978" y="21125"/>
                  <a:pt x="14181" y="21058"/>
                </a:cubicBezTo>
                <a:lnTo>
                  <a:pt x="21058" y="14181"/>
                </a:lnTo>
                <a:cubicBezTo>
                  <a:pt x="21125" y="13978"/>
                  <a:pt x="21185" y="13774"/>
                  <a:pt x="21239" y="13569"/>
                </a:cubicBezTo>
                <a:close/>
                <a:moveTo>
                  <a:pt x="20736" y="15035"/>
                </a:moveTo>
                <a:lnTo>
                  <a:pt x="15035" y="20736"/>
                </a:lnTo>
                <a:cubicBezTo>
                  <a:pt x="15310" y="20619"/>
                  <a:pt x="15581" y="20493"/>
                  <a:pt x="15848" y="20352"/>
                </a:cubicBezTo>
                <a:lnTo>
                  <a:pt x="20352" y="15848"/>
                </a:lnTo>
                <a:cubicBezTo>
                  <a:pt x="20493" y="15581"/>
                  <a:pt x="20619" y="15310"/>
                  <a:pt x="20736" y="15035"/>
                </a:cubicBezTo>
                <a:close/>
                <a:moveTo>
                  <a:pt x="19400" y="17332"/>
                </a:moveTo>
                <a:lnTo>
                  <a:pt x="17332" y="19400"/>
                </a:lnTo>
                <a:cubicBezTo>
                  <a:pt x="17716" y="19108"/>
                  <a:pt x="18087" y="18789"/>
                  <a:pt x="18438" y="18438"/>
                </a:cubicBezTo>
                <a:cubicBezTo>
                  <a:pt x="18788" y="18087"/>
                  <a:pt x="19107" y="17716"/>
                  <a:pt x="19400" y="17332"/>
                </a:cubicBezTo>
                <a:close/>
              </a:path>
            </a:pathLst>
          </a:custGeom>
          <a:solidFill>
            <a:schemeClr val="accent4"/>
          </a:solidFill>
          <a:ln w="12700">
            <a:miter lim="400000"/>
          </a:ln>
        </p:spPr>
        <p:txBody>
          <a:bodyPr lIns="0" tIns="0" rIns="0" bIns="0" anchor="ctr"/>
          <a:lstStyle/>
          <a:p>
            <a:pPr marL="0" marR="0" lvl="0" indent="0" algn="ctr" defTabSz="8255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 kumimoji="0" sz="32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Helvetica Neue Medium"/>
              <a:sym typeface="Helvetica Neue Medium"/>
            </a:endParaRPr>
          </a:p>
        </p:txBody>
      </p:sp>
      <p:sp>
        <p:nvSpPr>
          <p:cNvPr id="218" name="Shape">
            <a:extLst>
              <a:ext uri="{FF2B5EF4-FFF2-40B4-BE49-F238E27FC236}">
                <a16:creationId xmlns:a16="http://schemas.microsoft.com/office/drawing/2014/main" id="{82DC6B22-3605-6805-6E3C-FBA5AE054AC8}"/>
              </a:ext>
            </a:extLst>
          </p:cNvPr>
          <p:cNvSpPr/>
          <p:nvPr/>
        </p:nvSpPr>
        <p:spPr>
          <a:xfrm>
            <a:off x="1688166" y="791392"/>
            <a:ext cx="7163901" cy="716420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800" y="0"/>
                </a:moveTo>
                <a:cubicBezTo>
                  <a:pt x="10787" y="0"/>
                  <a:pt x="10773" y="1"/>
                  <a:pt x="10759" y="1"/>
                </a:cubicBezTo>
                <a:lnTo>
                  <a:pt x="1" y="10760"/>
                </a:lnTo>
                <a:cubicBezTo>
                  <a:pt x="0" y="10900"/>
                  <a:pt x="3" y="11040"/>
                  <a:pt x="8" y="11181"/>
                </a:cubicBezTo>
                <a:lnTo>
                  <a:pt x="11180" y="9"/>
                </a:lnTo>
                <a:cubicBezTo>
                  <a:pt x="11054" y="4"/>
                  <a:pt x="10927" y="0"/>
                  <a:pt x="10800" y="0"/>
                </a:cubicBezTo>
                <a:close/>
                <a:moveTo>
                  <a:pt x="10211" y="17"/>
                </a:moveTo>
                <a:cubicBezTo>
                  <a:pt x="10057" y="25"/>
                  <a:pt x="9903" y="36"/>
                  <a:pt x="9748" y="51"/>
                </a:cubicBezTo>
                <a:lnTo>
                  <a:pt x="50" y="9749"/>
                </a:lnTo>
                <a:cubicBezTo>
                  <a:pt x="35" y="9903"/>
                  <a:pt x="25" y="10057"/>
                  <a:pt x="16" y="10212"/>
                </a:cubicBezTo>
                <a:lnTo>
                  <a:pt x="10211" y="17"/>
                </a:lnTo>
                <a:close/>
                <a:moveTo>
                  <a:pt x="11683" y="38"/>
                </a:moveTo>
                <a:lnTo>
                  <a:pt x="38" y="11684"/>
                </a:lnTo>
                <a:cubicBezTo>
                  <a:pt x="48" y="11814"/>
                  <a:pt x="62" y="11944"/>
                  <a:pt x="78" y="12075"/>
                </a:cubicBezTo>
                <a:lnTo>
                  <a:pt x="12074" y="78"/>
                </a:lnTo>
                <a:cubicBezTo>
                  <a:pt x="11944" y="63"/>
                  <a:pt x="11814" y="49"/>
                  <a:pt x="11683" y="38"/>
                </a:cubicBezTo>
                <a:close/>
                <a:moveTo>
                  <a:pt x="9136" y="131"/>
                </a:moveTo>
                <a:cubicBezTo>
                  <a:pt x="8960" y="158"/>
                  <a:pt x="8786" y="190"/>
                  <a:pt x="8611" y="226"/>
                </a:cubicBezTo>
                <a:lnTo>
                  <a:pt x="226" y="8611"/>
                </a:lnTo>
                <a:cubicBezTo>
                  <a:pt x="190" y="8786"/>
                  <a:pt x="157" y="8961"/>
                  <a:pt x="130" y="9137"/>
                </a:cubicBezTo>
                <a:lnTo>
                  <a:pt x="9136" y="131"/>
                </a:lnTo>
                <a:close/>
                <a:moveTo>
                  <a:pt x="12541" y="143"/>
                </a:moveTo>
                <a:lnTo>
                  <a:pt x="143" y="12541"/>
                </a:lnTo>
                <a:cubicBezTo>
                  <a:pt x="163" y="12663"/>
                  <a:pt x="183" y="12785"/>
                  <a:pt x="207" y="12906"/>
                </a:cubicBezTo>
                <a:lnTo>
                  <a:pt x="12906" y="208"/>
                </a:lnTo>
                <a:cubicBezTo>
                  <a:pt x="12785" y="184"/>
                  <a:pt x="12663" y="163"/>
                  <a:pt x="12541" y="143"/>
                </a:cubicBezTo>
                <a:close/>
                <a:moveTo>
                  <a:pt x="13343" y="303"/>
                </a:moveTo>
                <a:lnTo>
                  <a:pt x="303" y="13343"/>
                </a:lnTo>
                <a:cubicBezTo>
                  <a:pt x="330" y="13456"/>
                  <a:pt x="361" y="13569"/>
                  <a:pt x="392" y="13682"/>
                </a:cubicBezTo>
                <a:lnTo>
                  <a:pt x="13682" y="393"/>
                </a:lnTo>
                <a:cubicBezTo>
                  <a:pt x="13569" y="362"/>
                  <a:pt x="13456" y="331"/>
                  <a:pt x="13343" y="303"/>
                </a:cubicBezTo>
                <a:close/>
                <a:moveTo>
                  <a:pt x="7909" y="395"/>
                </a:moveTo>
                <a:cubicBezTo>
                  <a:pt x="7701" y="452"/>
                  <a:pt x="7495" y="515"/>
                  <a:pt x="7290" y="585"/>
                </a:cubicBezTo>
                <a:lnTo>
                  <a:pt x="584" y="7290"/>
                </a:lnTo>
                <a:cubicBezTo>
                  <a:pt x="514" y="7495"/>
                  <a:pt x="452" y="7702"/>
                  <a:pt x="394" y="7909"/>
                </a:cubicBezTo>
                <a:lnTo>
                  <a:pt x="7909" y="395"/>
                </a:lnTo>
                <a:close/>
                <a:moveTo>
                  <a:pt x="14094" y="515"/>
                </a:moveTo>
                <a:lnTo>
                  <a:pt x="514" y="14094"/>
                </a:lnTo>
                <a:cubicBezTo>
                  <a:pt x="549" y="14202"/>
                  <a:pt x="583" y="14310"/>
                  <a:pt x="620" y="14417"/>
                </a:cubicBezTo>
                <a:lnTo>
                  <a:pt x="14417" y="621"/>
                </a:lnTo>
                <a:cubicBezTo>
                  <a:pt x="14310" y="583"/>
                  <a:pt x="14202" y="549"/>
                  <a:pt x="14094" y="515"/>
                </a:cubicBezTo>
                <a:close/>
                <a:moveTo>
                  <a:pt x="14804" y="767"/>
                </a:moveTo>
                <a:lnTo>
                  <a:pt x="767" y="14804"/>
                </a:lnTo>
                <a:cubicBezTo>
                  <a:pt x="807" y="14905"/>
                  <a:pt x="851" y="15004"/>
                  <a:pt x="894" y="15104"/>
                </a:cubicBezTo>
                <a:lnTo>
                  <a:pt x="15104" y="895"/>
                </a:lnTo>
                <a:cubicBezTo>
                  <a:pt x="15004" y="852"/>
                  <a:pt x="14905" y="807"/>
                  <a:pt x="14804" y="767"/>
                </a:cubicBezTo>
                <a:close/>
                <a:moveTo>
                  <a:pt x="6411" y="932"/>
                </a:moveTo>
                <a:cubicBezTo>
                  <a:pt x="6118" y="1062"/>
                  <a:pt x="5831" y="1206"/>
                  <a:pt x="5549" y="1363"/>
                </a:cubicBezTo>
                <a:lnTo>
                  <a:pt x="1362" y="5549"/>
                </a:lnTo>
                <a:cubicBezTo>
                  <a:pt x="1205" y="5832"/>
                  <a:pt x="1061" y="6119"/>
                  <a:pt x="931" y="6411"/>
                </a:cubicBezTo>
                <a:lnTo>
                  <a:pt x="6411" y="932"/>
                </a:lnTo>
                <a:close/>
                <a:moveTo>
                  <a:pt x="15470" y="1061"/>
                </a:moveTo>
                <a:lnTo>
                  <a:pt x="1060" y="15471"/>
                </a:lnTo>
                <a:cubicBezTo>
                  <a:pt x="1106" y="15567"/>
                  <a:pt x="1153" y="15664"/>
                  <a:pt x="1202" y="15759"/>
                </a:cubicBezTo>
                <a:lnTo>
                  <a:pt x="15759" y="1203"/>
                </a:lnTo>
                <a:cubicBezTo>
                  <a:pt x="15663" y="1153"/>
                  <a:pt x="15567" y="1107"/>
                  <a:pt x="15470" y="1061"/>
                </a:cubicBezTo>
                <a:close/>
                <a:moveTo>
                  <a:pt x="16103" y="1391"/>
                </a:moveTo>
                <a:lnTo>
                  <a:pt x="1391" y="16103"/>
                </a:lnTo>
                <a:cubicBezTo>
                  <a:pt x="1442" y="16194"/>
                  <a:pt x="1494" y="16285"/>
                  <a:pt x="1548" y="16375"/>
                </a:cubicBezTo>
                <a:lnTo>
                  <a:pt x="16375" y="1549"/>
                </a:lnTo>
                <a:cubicBezTo>
                  <a:pt x="16285" y="1495"/>
                  <a:pt x="16194" y="1442"/>
                  <a:pt x="16103" y="1391"/>
                </a:cubicBezTo>
                <a:close/>
                <a:moveTo>
                  <a:pt x="16703" y="1754"/>
                </a:moveTo>
                <a:lnTo>
                  <a:pt x="1753" y="16703"/>
                </a:lnTo>
                <a:cubicBezTo>
                  <a:pt x="1809" y="16788"/>
                  <a:pt x="1869" y="16872"/>
                  <a:pt x="1928" y="16956"/>
                </a:cubicBezTo>
                <a:lnTo>
                  <a:pt x="16956" y="1928"/>
                </a:lnTo>
                <a:cubicBezTo>
                  <a:pt x="16872" y="1869"/>
                  <a:pt x="16788" y="1810"/>
                  <a:pt x="16703" y="1754"/>
                </a:cubicBezTo>
                <a:close/>
                <a:moveTo>
                  <a:pt x="17267" y="2151"/>
                </a:moveTo>
                <a:lnTo>
                  <a:pt x="2151" y="17267"/>
                </a:lnTo>
                <a:cubicBezTo>
                  <a:pt x="2212" y="17349"/>
                  <a:pt x="2274" y="17430"/>
                  <a:pt x="2338" y="17510"/>
                </a:cubicBezTo>
                <a:lnTo>
                  <a:pt x="17510" y="2338"/>
                </a:lnTo>
                <a:cubicBezTo>
                  <a:pt x="17430" y="2275"/>
                  <a:pt x="17349" y="2212"/>
                  <a:pt x="17267" y="2151"/>
                </a:cubicBezTo>
                <a:close/>
                <a:moveTo>
                  <a:pt x="3805" y="2574"/>
                </a:moveTo>
                <a:cubicBezTo>
                  <a:pt x="3586" y="2761"/>
                  <a:pt x="3370" y="2956"/>
                  <a:pt x="3163" y="3163"/>
                </a:cubicBezTo>
                <a:cubicBezTo>
                  <a:pt x="2955" y="3371"/>
                  <a:pt x="2761" y="3586"/>
                  <a:pt x="2574" y="3806"/>
                </a:cubicBezTo>
                <a:lnTo>
                  <a:pt x="3805" y="2574"/>
                </a:lnTo>
                <a:close/>
                <a:moveTo>
                  <a:pt x="17801" y="2579"/>
                </a:moveTo>
                <a:lnTo>
                  <a:pt x="2579" y="17801"/>
                </a:lnTo>
                <a:cubicBezTo>
                  <a:pt x="2645" y="17878"/>
                  <a:pt x="2709" y="17957"/>
                  <a:pt x="2777" y="18032"/>
                </a:cubicBezTo>
                <a:lnTo>
                  <a:pt x="18032" y="2777"/>
                </a:lnTo>
                <a:cubicBezTo>
                  <a:pt x="17957" y="2709"/>
                  <a:pt x="17878" y="2645"/>
                  <a:pt x="17801" y="2579"/>
                </a:cubicBezTo>
                <a:close/>
                <a:moveTo>
                  <a:pt x="18304" y="3036"/>
                </a:moveTo>
                <a:lnTo>
                  <a:pt x="3036" y="18304"/>
                </a:lnTo>
                <a:cubicBezTo>
                  <a:pt x="3079" y="18349"/>
                  <a:pt x="3119" y="18394"/>
                  <a:pt x="3163" y="18438"/>
                </a:cubicBezTo>
                <a:cubicBezTo>
                  <a:pt x="3191" y="18466"/>
                  <a:pt x="3222" y="18492"/>
                  <a:pt x="3250" y="18521"/>
                </a:cubicBezTo>
                <a:lnTo>
                  <a:pt x="18521" y="3251"/>
                </a:lnTo>
                <a:cubicBezTo>
                  <a:pt x="18492" y="3222"/>
                  <a:pt x="18466" y="3192"/>
                  <a:pt x="18438" y="3163"/>
                </a:cubicBezTo>
                <a:cubicBezTo>
                  <a:pt x="18394" y="3119"/>
                  <a:pt x="18348" y="3079"/>
                  <a:pt x="18304" y="3036"/>
                </a:cubicBezTo>
                <a:close/>
                <a:moveTo>
                  <a:pt x="18781" y="3523"/>
                </a:moveTo>
                <a:lnTo>
                  <a:pt x="3522" y="18781"/>
                </a:lnTo>
                <a:cubicBezTo>
                  <a:pt x="3598" y="18850"/>
                  <a:pt x="3676" y="18915"/>
                  <a:pt x="3753" y="18982"/>
                </a:cubicBezTo>
                <a:lnTo>
                  <a:pt x="18982" y="3753"/>
                </a:lnTo>
                <a:cubicBezTo>
                  <a:pt x="18915" y="3676"/>
                  <a:pt x="18850" y="3598"/>
                  <a:pt x="18781" y="3523"/>
                </a:cubicBezTo>
                <a:close/>
                <a:moveTo>
                  <a:pt x="19224" y="4041"/>
                </a:moveTo>
                <a:lnTo>
                  <a:pt x="4041" y="19224"/>
                </a:lnTo>
                <a:cubicBezTo>
                  <a:pt x="4121" y="19289"/>
                  <a:pt x="4202" y="19350"/>
                  <a:pt x="4283" y="19412"/>
                </a:cubicBezTo>
                <a:lnTo>
                  <a:pt x="19412" y="4283"/>
                </a:lnTo>
                <a:cubicBezTo>
                  <a:pt x="19350" y="4202"/>
                  <a:pt x="19289" y="4121"/>
                  <a:pt x="19224" y="4041"/>
                </a:cubicBezTo>
                <a:close/>
                <a:moveTo>
                  <a:pt x="19637" y="4591"/>
                </a:moveTo>
                <a:lnTo>
                  <a:pt x="4591" y="19637"/>
                </a:lnTo>
                <a:cubicBezTo>
                  <a:pt x="4675" y="19696"/>
                  <a:pt x="4758" y="19757"/>
                  <a:pt x="4843" y="19813"/>
                </a:cubicBezTo>
                <a:lnTo>
                  <a:pt x="19813" y="4844"/>
                </a:lnTo>
                <a:cubicBezTo>
                  <a:pt x="19757" y="4758"/>
                  <a:pt x="19696" y="4675"/>
                  <a:pt x="19637" y="4591"/>
                </a:cubicBezTo>
                <a:close/>
                <a:moveTo>
                  <a:pt x="20019" y="5172"/>
                </a:moveTo>
                <a:lnTo>
                  <a:pt x="5172" y="20019"/>
                </a:lnTo>
                <a:cubicBezTo>
                  <a:pt x="5261" y="20073"/>
                  <a:pt x="5351" y="20126"/>
                  <a:pt x="5441" y="20178"/>
                </a:cubicBezTo>
                <a:lnTo>
                  <a:pt x="20178" y="5441"/>
                </a:lnTo>
                <a:cubicBezTo>
                  <a:pt x="20126" y="5351"/>
                  <a:pt x="20073" y="5261"/>
                  <a:pt x="20019" y="5172"/>
                </a:cubicBezTo>
                <a:close/>
                <a:moveTo>
                  <a:pt x="20369" y="5782"/>
                </a:moveTo>
                <a:lnTo>
                  <a:pt x="5782" y="20369"/>
                </a:lnTo>
                <a:cubicBezTo>
                  <a:pt x="5877" y="20419"/>
                  <a:pt x="5974" y="20463"/>
                  <a:pt x="6071" y="20510"/>
                </a:cubicBezTo>
                <a:lnTo>
                  <a:pt x="20510" y="6071"/>
                </a:lnTo>
                <a:cubicBezTo>
                  <a:pt x="20463" y="5975"/>
                  <a:pt x="20419" y="5878"/>
                  <a:pt x="20369" y="5782"/>
                </a:cubicBezTo>
                <a:close/>
                <a:moveTo>
                  <a:pt x="20679" y="6434"/>
                </a:moveTo>
                <a:lnTo>
                  <a:pt x="6434" y="20679"/>
                </a:lnTo>
                <a:cubicBezTo>
                  <a:pt x="6534" y="20723"/>
                  <a:pt x="6633" y="20769"/>
                  <a:pt x="6734" y="20809"/>
                </a:cubicBezTo>
                <a:lnTo>
                  <a:pt x="20809" y="6735"/>
                </a:lnTo>
                <a:cubicBezTo>
                  <a:pt x="20769" y="6634"/>
                  <a:pt x="20723" y="6534"/>
                  <a:pt x="20679" y="6434"/>
                </a:cubicBezTo>
                <a:close/>
                <a:moveTo>
                  <a:pt x="20956" y="7121"/>
                </a:moveTo>
                <a:lnTo>
                  <a:pt x="7120" y="20956"/>
                </a:lnTo>
                <a:cubicBezTo>
                  <a:pt x="7226" y="20994"/>
                  <a:pt x="7333" y="21030"/>
                  <a:pt x="7439" y="21065"/>
                </a:cubicBezTo>
                <a:lnTo>
                  <a:pt x="21065" y="7439"/>
                </a:lnTo>
                <a:cubicBezTo>
                  <a:pt x="21030" y="7333"/>
                  <a:pt x="20994" y="7226"/>
                  <a:pt x="20956" y="7121"/>
                </a:cubicBezTo>
                <a:close/>
                <a:moveTo>
                  <a:pt x="21190" y="7848"/>
                </a:moveTo>
                <a:lnTo>
                  <a:pt x="7848" y="21190"/>
                </a:lnTo>
                <a:cubicBezTo>
                  <a:pt x="7960" y="21221"/>
                  <a:pt x="8073" y="21252"/>
                  <a:pt x="8186" y="21280"/>
                </a:cubicBezTo>
                <a:lnTo>
                  <a:pt x="21280" y="8186"/>
                </a:lnTo>
                <a:cubicBezTo>
                  <a:pt x="21252" y="8073"/>
                  <a:pt x="21221" y="7960"/>
                  <a:pt x="21190" y="7848"/>
                </a:cubicBezTo>
                <a:close/>
                <a:moveTo>
                  <a:pt x="21378" y="8623"/>
                </a:moveTo>
                <a:lnTo>
                  <a:pt x="8623" y="21378"/>
                </a:lnTo>
                <a:cubicBezTo>
                  <a:pt x="8743" y="21402"/>
                  <a:pt x="8863" y="21424"/>
                  <a:pt x="8984" y="21445"/>
                </a:cubicBezTo>
                <a:lnTo>
                  <a:pt x="21445" y="8984"/>
                </a:lnTo>
                <a:cubicBezTo>
                  <a:pt x="21424" y="8864"/>
                  <a:pt x="21402" y="8743"/>
                  <a:pt x="21378" y="8623"/>
                </a:cubicBezTo>
                <a:close/>
                <a:moveTo>
                  <a:pt x="21514" y="9448"/>
                </a:moveTo>
                <a:lnTo>
                  <a:pt x="9447" y="21514"/>
                </a:lnTo>
                <a:cubicBezTo>
                  <a:pt x="9576" y="21530"/>
                  <a:pt x="9704" y="21546"/>
                  <a:pt x="9833" y="21557"/>
                </a:cubicBezTo>
                <a:lnTo>
                  <a:pt x="21557" y="9834"/>
                </a:lnTo>
                <a:cubicBezTo>
                  <a:pt x="21546" y="9705"/>
                  <a:pt x="21530" y="9576"/>
                  <a:pt x="21514" y="9448"/>
                </a:cubicBezTo>
                <a:close/>
                <a:moveTo>
                  <a:pt x="21590" y="10333"/>
                </a:moveTo>
                <a:lnTo>
                  <a:pt x="10332" y="21590"/>
                </a:lnTo>
                <a:cubicBezTo>
                  <a:pt x="10473" y="21596"/>
                  <a:pt x="10613" y="21599"/>
                  <a:pt x="10753" y="21600"/>
                </a:cubicBezTo>
                <a:lnTo>
                  <a:pt x="21600" y="10754"/>
                </a:lnTo>
                <a:cubicBezTo>
                  <a:pt x="21599" y="10613"/>
                  <a:pt x="21596" y="10473"/>
                  <a:pt x="21590" y="10333"/>
                </a:cubicBezTo>
                <a:close/>
                <a:moveTo>
                  <a:pt x="21590" y="11296"/>
                </a:moveTo>
                <a:lnTo>
                  <a:pt x="11295" y="21590"/>
                </a:lnTo>
                <a:cubicBezTo>
                  <a:pt x="11449" y="21583"/>
                  <a:pt x="11603" y="21572"/>
                  <a:pt x="11757" y="21558"/>
                </a:cubicBezTo>
                <a:lnTo>
                  <a:pt x="21558" y="11757"/>
                </a:lnTo>
                <a:cubicBezTo>
                  <a:pt x="21572" y="11603"/>
                  <a:pt x="21583" y="11450"/>
                  <a:pt x="21590" y="11296"/>
                </a:cubicBezTo>
                <a:close/>
                <a:moveTo>
                  <a:pt x="21489" y="12358"/>
                </a:moveTo>
                <a:lnTo>
                  <a:pt x="12358" y="21489"/>
                </a:lnTo>
                <a:cubicBezTo>
                  <a:pt x="12531" y="21464"/>
                  <a:pt x="12703" y="21434"/>
                  <a:pt x="12876" y="21400"/>
                </a:cubicBezTo>
                <a:lnTo>
                  <a:pt x="21400" y="12876"/>
                </a:lnTo>
                <a:cubicBezTo>
                  <a:pt x="21434" y="12704"/>
                  <a:pt x="21464" y="12531"/>
                  <a:pt x="21489" y="12358"/>
                </a:cubicBezTo>
                <a:close/>
                <a:moveTo>
                  <a:pt x="21239" y="13569"/>
                </a:moveTo>
                <a:lnTo>
                  <a:pt x="13569" y="21239"/>
                </a:lnTo>
                <a:cubicBezTo>
                  <a:pt x="13774" y="21185"/>
                  <a:pt x="13978" y="21125"/>
                  <a:pt x="14181" y="21058"/>
                </a:cubicBezTo>
                <a:lnTo>
                  <a:pt x="21058" y="14181"/>
                </a:lnTo>
                <a:cubicBezTo>
                  <a:pt x="21125" y="13978"/>
                  <a:pt x="21185" y="13774"/>
                  <a:pt x="21239" y="13569"/>
                </a:cubicBezTo>
                <a:close/>
                <a:moveTo>
                  <a:pt x="20736" y="15035"/>
                </a:moveTo>
                <a:lnTo>
                  <a:pt x="15035" y="20736"/>
                </a:lnTo>
                <a:cubicBezTo>
                  <a:pt x="15310" y="20619"/>
                  <a:pt x="15581" y="20493"/>
                  <a:pt x="15848" y="20352"/>
                </a:cubicBezTo>
                <a:lnTo>
                  <a:pt x="20352" y="15848"/>
                </a:lnTo>
                <a:cubicBezTo>
                  <a:pt x="20493" y="15581"/>
                  <a:pt x="20619" y="15310"/>
                  <a:pt x="20736" y="15035"/>
                </a:cubicBezTo>
                <a:close/>
                <a:moveTo>
                  <a:pt x="19400" y="17332"/>
                </a:moveTo>
                <a:lnTo>
                  <a:pt x="17332" y="19400"/>
                </a:lnTo>
                <a:cubicBezTo>
                  <a:pt x="17716" y="19108"/>
                  <a:pt x="18087" y="18789"/>
                  <a:pt x="18438" y="18438"/>
                </a:cubicBezTo>
                <a:cubicBezTo>
                  <a:pt x="18788" y="18087"/>
                  <a:pt x="19107" y="17716"/>
                  <a:pt x="19400" y="17332"/>
                </a:cubicBezTo>
                <a:close/>
              </a:path>
            </a:pathLst>
          </a:custGeom>
          <a:solidFill>
            <a:schemeClr val="accent4"/>
          </a:solidFill>
          <a:ln w="12700">
            <a:miter lim="400000"/>
          </a:ln>
        </p:spPr>
        <p:txBody>
          <a:bodyPr lIns="0" tIns="0" rIns="0" bIns="0" anchor="ctr"/>
          <a:lstStyle/>
          <a:p>
            <a:pPr marL="0" marR="0" lvl="0" indent="0" algn="ctr" defTabSz="8255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 kumimoji="0" sz="32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Helvetica Neue Medium"/>
              <a:sym typeface="Helvetica Neue Medium"/>
            </a:endParaRPr>
          </a:p>
        </p:txBody>
      </p:sp>
      <p:sp>
        <p:nvSpPr>
          <p:cNvPr id="219" name="Shape">
            <a:extLst>
              <a:ext uri="{FF2B5EF4-FFF2-40B4-BE49-F238E27FC236}">
                <a16:creationId xmlns:a16="http://schemas.microsoft.com/office/drawing/2014/main" id="{B48FDBF2-9989-F9C4-A9EA-3A7C3FD9EB92}"/>
              </a:ext>
            </a:extLst>
          </p:cNvPr>
          <p:cNvSpPr/>
          <p:nvPr/>
        </p:nvSpPr>
        <p:spPr>
          <a:xfrm>
            <a:off x="11727838" y="12253507"/>
            <a:ext cx="4276957" cy="427713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800" y="0"/>
                </a:moveTo>
                <a:cubicBezTo>
                  <a:pt x="10787" y="0"/>
                  <a:pt x="10773" y="1"/>
                  <a:pt x="10759" y="1"/>
                </a:cubicBezTo>
                <a:lnTo>
                  <a:pt x="1" y="10760"/>
                </a:lnTo>
                <a:cubicBezTo>
                  <a:pt x="0" y="10900"/>
                  <a:pt x="3" y="11040"/>
                  <a:pt x="8" y="11181"/>
                </a:cubicBezTo>
                <a:lnTo>
                  <a:pt x="11180" y="9"/>
                </a:lnTo>
                <a:cubicBezTo>
                  <a:pt x="11054" y="4"/>
                  <a:pt x="10927" y="0"/>
                  <a:pt x="10800" y="0"/>
                </a:cubicBezTo>
                <a:close/>
                <a:moveTo>
                  <a:pt x="10211" y="17"/>
                </a:moveTo>
                <a:cubicBezTo>
                  <a:pt x="10057" y="25"/>
                  <a:pt x="9903" y="36"/>
                  <a:pt x="9748" y="51"/>
                </a:cubicBezTo>
                <a:lnTo>
                  <a:pt x="50" y="9749"/>
                </a:lnTo>
                <a:cubicBezTo>
                  <a:pt x="35" y="9903"/>
                  <a:pt x="25" y="10057"/>
                  <a:pt x="16" y="10212"/>
                </a:cubicBezTo>
                <a:lnTo>
                  <a:pt x="10211" y="17"/>
                </a:lnTo>
                <a:close/>
                <a:moveTo>
                  <a:pt x="11683" y="38"/>
                </a:moveTo>
                <a:lnTo>
                  <a:pt x="38" y="11684"/>
                </a:lnTo>
                <a:cubicBezTo>
                  <a:pt x="48" y="11814"/>
                  <a:pt x="62" y="11944"/>
                  <a:pt x="78" y="12075"/>
                </a:cubicBezTo>
                <a:lnTo>
                  <a:pt x="12074" y="78"/>
                </a:lnTo>
                <a:cubicBezTo>
                  <a:pt x="11944" y="63"/>
                  <a:pt x="11814" y="49"/>
                  <a:pt x="11683" y="38"/>
                </a:cubicBezTo>
                <a:close/>
                <a:moveTo>
                  <a:pt x="9136" y="131"/>
                </a:moveTo>
                <a:cubicBezTo>
                  <a:pt x="8960" y="158"/>
                  <a:pt x="8786" y="190"/>
                  <a:pt x="8611" y="226"/>
                </a:cubicBezTo>
                <a:lnTo>
                  <a:pt x="226" y="8611"/>
                </a:lnTo>
                <a:cubicBezTo>
                  <a:pt x="190" y="8786"/>
                  <a:pt x="157" y="8961"/>
                  <a:pt x="130" y="9137"/>
                </a:cubicBezTo>
                <a:lnTo>
                  <a:pt x="9136" y="131"/>
                </a:lnTo>
                <a:close/>
                <a:moveTo>
                  <a:pt x="12541" y="143"/>
                </a:moveTo>
                <a:lnTo>
                  <a:pt x="143" y="12541"/>
                </a:lnTo>
                <a:cubicBezTo>
                  <a:pt x="163" y="12663"/>
                  <a:pt x="183" y="12785"/>
                  <a:pt x="207" y="12906"/>
                </a:cubicBezTo>
                <a:lnTo>
                  <a:pt x="12906" y="208"/>
                </a:lnTo>
                <a:cubicBezTo>
                  <a:pt x="12785" y="184"/>
                  <a:pt x="12663" y="163"/>
                  <a:pt x="12541" y="143"/>
                </a:cubicBezTo>
                <a:close/>
                <a:moveTo>
                  <a:pt x="13343" y="303"/>
                </a:moveTo>
                <a:lnTo>
                  <a:pt x="303" y="13343"/>
                </a:lnTo>
                <a:cubicBezTo>
                  <a:pt x="330" y="13456"/>
                  <a:pt x="361" y="13569"/>
                  <a:pt x="392" y="13682"/>
                </a:cubicBezTo>
                <a:lnTo>
                  <a:pt x="13682" y="393"/>
                </a:lnTo>
                <a:cubicBezTo>
                  <a:pt x="13569" y="362"/>
                  <a:pt x="13456" y="331"/>
                  <a:pt x="13343" y="303"/>
                </a:cubicBezTo>
                <a:close/>
                <a:moveTo>
                  <a:pt x="7909" y="395"/>
                </a:moveTo>
                <a:cubicBezTo>
                  <a:pt x="7701" y="452"/>
                  <a:pt x="7495" y="515"/>
                  <a:pt x="7290" y="585"/>
                </a:cubicBezTo>
                <a:lnTo>
                  <a:pt x="584" y="7290"/>
                </a:lnTo>
                <a:cubicBezTo>
                  <a:pt x="514" y="7495"/>
                  <a:pt x="452" y="7702"/>
                  <a:pt x="394" y="7909"/>
                </a:cubicBezTo>
                <a:lnTo>
                  <a:pt x="7909" y="395"/>
                </a:lnTo>
                <a:close/>
                <a:moveTo>
                  <a:pt x="14094" y="515"/>
                </a:moveTo>
                <a:lnTo>
                  <a:pt x="514" y="14094"/>
                </a:lnTo>
                <a:cubicBezTo>
                  <a:pt x="549" y="14202"/>
                  <a:pt x="583" y="14310"/>
                  <a:pt x="620" y="14417"/>
                </a:cubicBezTo>
                <a:lnTo>
                  <a:pt x="14417" y="621"/>
                </a:lnTo>
                <a:cubicBezTo>
                  <a:pt x="14310" y="583"/>
                  <a:pt x="14202" y="549"/>
                  <a:pt x="14094" y="515"/>
                </a:cubicBezTo>
                <a:close/>
                <a:moveTo>
                  <a:pt x="14804" y="767"/>
                </a:moveTo>
                <a:lnTo>
                  <a:pt x="767" y="14804"/>
                </a:lnTo>
                <a:cubicBezTo>
                  <a:pt x="807" y="14905"/>
                  <a:pt x="851" y="15004"/>
                  <a:pt x="894" y="15104"/>
                </a:cubicBezTo>
                <a:lnTo>
                  <a:pt x="15104" y="895"/>
                </a:lnTo>
                <a:cubicBezTo>
                  <a:pt x="15004" y="852"/>
                  <a:pt x="14905" y="807"/>
                  <a:pt x="14804" y="767"/>
                </a:cubicBezTo>
                <a:close/>
                <a:moveTo>
                  <a:pt x="6411" y="932"/>
                </a:moveTo>
                <a:cubicBezTo>
                  <a:pt x="6118" y="1062"/>
                  <a:pt x="5831" y="1206"/>
                  <a:pt x="5549" y="1363"/>
                </a:cubicBezTo>
                <a:lnTo>
                  <a:pt x="1362" y="5549"/>
                </a:lnTo>
                <a:cubicBezTo>
                  <a:pt x="1205" y="5832"/>
                  <a:pt x="1061" y="6119"/>
                  <a:pt x="931" y="6411"/>
                </a:cubicBezTo>
                <a:lnTo>
                  <a:pt x="6411" y="932"/>
                </a:lnTo>
                <a:close/>
                <a:moveTo>
                  <a:pt x="15470" y="1061"/>
                </a:moveTo>
                <a:lnTo>
                  <a:pt x="1060" y="15471"/>
                </a:lnTo>
                <a:cubicBezTo>
                  <a:pt x="1106" y="15567"/>
                  <a:pt x="1153" y="15664"/>
                  <a:pt x="1202" y="15759"/>
                </a:cubicBezTo>
                <a:lnTo>
                  <a:pt x="15759" y="1203"/>
                </a:lnTo>
                <a:cubicBezTo>
                  <a:pt x="15663" y="1153"/>
                  <a:pt x="15567" y="1107"/>
                  <a:pt x="15470" y="1061"/>
                </a:cubicBezTo>
                <a:close/>
                <a:moveTo>
                  <a:pt x="16103" y="1391"/>
                </a:moveTo>
                <a:lnTo>
                  <a:pt x="1391" y="16103"/>
                </a:lnTo>
                <a:cubicBezTo>
                  <a:pt x="1442" y="16194"/>
                  <a:pt x="1494" y="16285"/>
                  <a:pt x="1549" y="16375"/>
                </a:cubicBezTo>
                <a:lnTo>
                  <a:pt x="16375" y="1549"/>
                </a:lnTo>
                <a:cubicBezTo>
                  <a:pt x="16285" y="1495"/>
                  <a:pt x="16194" y="1442"/>
                  <a:pt x="16103" y="1391"/>
                </a:cubicBezTo>
                <a:close/>
                <a:moveTo>
                  <a:pt x="16703" y="1754"/>
                </a:moveTo>
                <a:lnTo>
                  <a:pt x="1753" y="16703"/>
                </a:lnTo>
                <a:cubicBezTo>
                  <a:pt x="1809" y="16788"/>
                  <a:pt x="1869" y="16872"/>
                  <a:pt x="1928" y="16956"/>
                </a:cubicBezTo>
                <a:lnTo>
                  <a:pt x="16956" y="1928"/>
                </a:lnTo>
                <a:cubicBezTo>
                  <a:pt x="16872" y="1869"/>
                  <a:pt x="16788" y="1810"/>
                  <a:pt x="16703" y="1754"/>
                </a:cubicBezTo>
                <a:close/>
                <a:moveTo>
                  <a:pt x="17267" y="2151"/>
                </a:moveTo>
                <a:lnTo>
                  <a:pt x="2151" y="17267"/>
                </a:lnTo>
                <a:cubicBezTo>
                  <a:pt x="2212" y="17349"/>
                  <a:pt x="2274" y="17430"/>
                  <a:pt x="2338" y="17510"/>
                </a:cubicBezTo>
                <a:lnTo>
                  <a:pt x="17510" y="2338"/>
                </a:lnTo>
                <a:cubicBezTo>
                  <a:pt x="17430" y="2275"/>
                  <a:pt x="17349" y="2212"/>
                  <a:pt x="17267" y="2151"/>
                </a:cubicBezTo>
                <a:close/>
                <a:moveTo>
                  <a:pt x="3805" y="2574"/>
                </a:moveTo>
                <a:cubicBezTo>
                  <a:pt x="3586" y="2761"/>
                  <a:pt x="3370" y="2956"/>
                  <a:pt x="3163" y="3163"/>
                </a:cubicBezTo>
                <a:cubicBezTo>
                  <a:pt x="2955" y="3371"/>
                  <a:pt x="2761" y="3586"/>
                  <a:pt x="2574" y="3806"/>
                </a:cubicBezTo>
                <a:lnTo>
                  <a:pt x="3805" y="2574"/>
                </a:lnTo>
                <a:close/>
                <a:moveTo>
                  <a:pt x="17801" y="2579"/>
                </a:moveTo>
                <a:lnTo>
                  <a:pt x="2579" y="17801"/>
                </a:lnTo>
                <a:cubicBezTo>
                  <a:pt x="2645" y="17878"/>
                  <a:pt x="2709" y="17957"/>
                  <a:pt x="2777" y="18032"/>
                </a:cubicBezTo>
                <a:lnTo>
                  <a:pt x="18032" y="2777"/>
                </a:lnTo>
                <a:cubicBezTo>
                  <a:pt x="17957" y="2709"/>
                  <a:pt x="17878" y="2645"/>
                  <a:pt x="17801" y="2579"/>
                </a:cubicBezTo>
                <a:close/>
                <a:moveTo>
                  <a:pt x="18304" y="3036"/>
                </a:moveTo>
                <a:lnTo>
                  <a:pt x="3036" y="18304"/>
                </a:lnTo>
                <a:cubicBezTo>
                  <a:pt x="3079" y="18349"/>
                  <a:pt x="3119" y="18394"/>
                  <a:pt x="3163" y="18438"/>
                </a:cubicBezTo>
                <a:cubicBezTo>
                  <a:pt x="3191" y="18466"/>
                  <a:pt x="3222" y="18492"/>
                  <a:pt x="3250" y="18521"/>
                </a:cubicBezTo>
                <a:lnTo>
                  <a:pt x="18521" y="3251"/>
                </a:lnTo>
                <a:cubicBezTo>
                  <a:pt x="18492" y="3222"/>
                  <a:pt x="18466" y="3192"/>
                  <a:pt x="18438" y="3163"/>
                </a:cubicBezTo>
                <a:cubicBezTo>
                  <a:pt x="18394" y="3119"/>
                  <a:pt x="18348" y="3079"/>
                  <a:pt x="18304" y="3036"/>
                </a:cubicBezTo>
                <a:close/>
                <a:moveTo>
                  <a:pt x="18781" y="3523"/>
                </a:moveTo>
                <a:lnTo>
                  <a:pt x="3522" y="18781"/>
                </a:lnTo>
                <a:cubicBezTo>
                  <a:pt x="3598" y="18850"/>
                  <a:pt x="3676" y="18915"/>
                  <a:pt x="3753" y="18982"/>
                </a:cubicBezTo>
                <a:lnTo>
                  <a:pt x="18982" y="3753"/>
                </a:lnTo>
                <a:cubicBezTo>
                  <a:pt x="18915" y="3676"/>
                  <a:pt x="18850" y="3598"/>
                  <a:pt x="18781" y="3523"/>
                </a:cubicBezTo>
                <a:close/>
                <a:moveTo>
                  <a:pt x="19224" y="4041"/>
                </a:moveTo>
                <a:lnTo>
                  <a:pt x="4041" y="19224"/>
                </a:lnTo>
                <a:cubicBezTo>
                  <a:pt x="4121" y="19289"/>
                  <a:pt x="4202" y="19350"/>
                  <a:pt x="4283" y="19412"/>
                </a:cubicBezTo>
                <a:lnTo>
                  <a:pt x="19412" y="4283"/>
                </a:lnTo>
                <a:cubicBezTo>
                  <a:pt x="19350" y="4202"/>
                  <a:pt x="19289" y="4121"/>
                  <a:pt x="19224" y="4041"/>
                </a:cubicBezTo>
                <a:close/>
                <a:moveTo>
                  <a:pt x="19637" y="4591"/>
                </a:moveTo>
                <a:lnTo>
                  <a:pt x="4591" y="19637"/>
                </a:lnTo>
                <a:cubicBezTo>
                  <a:pt x="4675" y="19696"/>
                  <a:pt x="4758" y="19757"/>
                  <a:pt x="4843" y="19813"/>
                </a:cubicBezTo>
                <a:lnTo>
                  <a:pt x="19813" y="4844"/>
                </a:lnTo>
                <a:cubicBezTo>
                  <a:pt x="19757" y="4758"/>
                  <a:pt x="19696" y="4675"/>
                  <a:pt x="19637" y="4591"/>
                </a:cubicBezTo>
                <a:close/>
                <a:moveTo>
                  <a:pt x="20019" y="5172"/>
                </a:moveTo>
                <a:lnTo>
                  <a:pt x="5172" y="20019"/>
                </a:lnTo>
                <a:cubicBezTo>
                  <a:pt x="5261" y="20073"/>
                  <a:pt x="5351" y="20126"/>
                  <a:pt x="5441" y="20178"/>
                </a:cubicBezTo>
                <a:lnTo>
                  <a:pt x="20178" y="5441"/>
                </a:lnTo>
                <a:cubicBezTo>
                  <a:pt x="20126" y="5351"/>
                  <a:pt x="20073" y="5261"/>
                  <a:pt x="20019" y="5172"/>
                </a:cubicBezTo>
                <a:close/>
                <a:moveTo>
                  <a:pt x="20369" y="5782"/>
                </a:moveTo>
                <a:lnTo>
                  <a:pt x="5782" y="20369"/>
                </a:lnTo>
                <a:cubicBezTo>
                  <a:pt x="5877" y="20419"/>
                  <a:pt x="5974" y="20463"/>
                  <a:pt x="6071" y="20510"/>
                </a:cubicBezTo>
                <a:lnTo>
                  <a:pt x="20510" y="6071"/>
                </a:lnTo>
                <a:cubicBezTo>
                  <a:pt x="20463" y="5975"/>
                  <a:pt x="20419" y="5878"/>
                  <a:pt x="20369" y="5782"/>
                </a:cubicBezTo>
                <a:close/>
                <a:moveTo>
                  <a:pt x="20679" y="6434"/>
                </a:moveTo>
                <a:lnTo>
                  <a:pt x="6434" y="20679"/>
                </a:lnTo>
                <a:cubicBezTo>
                  <a:pt x="6534" y="20723"/>
                  <a:pt x="6633" y="20769"/>
                  <a:pt x="6734" y="20809"/>
                </a:cubicBezTo>
                <a:lnTo>
                  <a:pt x="20809" y="6735"/>
                </a:lnTo>
                <a:cubicBezTo>
                  <a:pt x="20769" y="6634"/>
                  <a:pt x="20723" y="6534"/>
                  <a:pt x="20679" y="6434"/>
                </a:cubicBezTo>
                <a:close/>
                <a:moveTo>
                  <a:pt x="20956" y="7121"/>
                </a:moveTo>
                <a:lnTo>
                  <a:pt x="7120" y="20956"/>
                </a:lnTo>
                <a:cubicBezTo>
                  <a:pt x="7226" y="20994"/>
                  <a:pt x="7333" y="21030"/>
                  <a:pt x="7439" y="21065"/>
                </a:cubicBezTo>
                <a:lnTo>
                  <a:pt x="21065" y="7439"/>
                </a:lnTo>
                <a:cubicBezTo>
                  <a:pt x="21030" y="7333"/>
                  <a:pt x="20994" y="7226"/>
                  <a:pt x="20956" y="7121"/>
                </a:cubicBezTo>
                <a:close/>
                <a:moveTo>
                  <a:pt x="21190" y="7848"/>
                </a:moveTo>
                <a:lnTo>
                  <a:pt x="7848" y="21190"/>
                </a:lnTo>
                <a:cubicBezTo>
                  <a:pt x="7960" y="21221"/>
                  <a:pt x="8073" y="21252"/>
                  <a:pt x="8186" y="21280"/>
                </a:cubicBezTo>
                <a:lnTo>
                  <a:pt x="21280" y="8186"/>
                </a:lnTo>
                <a:cubicBezTo>
                  <a:pt x="21252" y="8073"/>
                  <a:pt x="21221" y="7960"/>
                  <a:pt x="21190" y="7848"/>
                </a:cubicBezTo>
                <a:close/>
                <a:moveTo>
                  <a:pt x="21378" y="8623"/>
                </a:moveTo>
                <a:lnTo>
                  <a:pt x="8623" y="21378"/>
                </a:lnTo>
                <a:cubicBezTo>
                  <a:pt x="8743" y="21402"/>
                  <a:pt x="8863" y="21424"/>
                  <a:pt x="8984" y="21445"/>
                </a:cubicBezTo>
                <a:lnTo>
                  <a:pt x="21445" y="8984"/>
                </a:lnTo>
                <a:cubicBezTo>
                  <a:pt x="21424" y="8864"/>
                  <a:pt x="21402" y="8743"/>
                  <a:pt x="21378" y="8623"/>
                </a:cubicBezTo>
                <a:close/>
                <a:moveTo>
                  <a:pt x="21514" y="9448"/>
                </a:moveTo>
                <a:lnTo>
                  <a:pt x="9447" y="21514"/>
                </a:lnTo>
                <a:cubicBezTo>
                  <a:pt x="9576" y="21530"/>
                  <a:pt x="9704" y="21546"/>
                  <a:pt x="9833" y="21557"/>
                </a:cubicBezTo>
                <a:lnTo>
                  <a:pt x="21557" y="9834"/>
                </a:lnTo>
                <a:cubicBezTo>
                  <a:pt x="21546" y="9705"/>
                  <a:pt x="21530" y="9576"/>
                  <a:pt x="21514" y="9448"/>
                </a:cubicBezTo>
                <a:close/>
                <a:moveTo>
                  <a:pt x="21590" y="10333"/>
                </a:moveTo>
                <a:lnTo>
                  <a:pt x="10332" y="21590"/>
                </a:lnTo>
                <a:cubicBezTo>
                  <a:pt x="10473" y="21596"/>
                  <a:pt x="10613" y="21599"/>
                  <a:pt x="10753" y="21600"/>
                </a:cubicBezTo>
                <a:lnTo>
                  <a:pt x="21600" y="10754"/>
                </a:lnTo>
                <a:cubicBezTo>
                  <a:pt x="21599" y="10613"/>
                  <a:pt x="21596" y="10473"/>
                  <a:pt x="21590" y="10333"/>
                </a:cubicBezTo>
                <a:close/>
                <a:moveTo>
                  <a:pt x="21590" y="11296"/>
                </a:moveTo>
                <a:lnTo>
                  <a:pt x="11295" y="21590"/>
                </a:lnTo>
                <a:cubicBezTo>
                  <a:pt x="11449" y="21583"/>
                  <a:pt x="11603" y="21572"/>
                  <a:pt x="11757" y="21558"/>
                </a:cubicBezTo>
                <a:lnTo>
                  <a:pt x="21558" y="11757"/>
                </a:lnTo>
                <a:cubicBezTo>
                  <a:pt x="21572" y="11603"/>
                  <a:pt x="21583" y="11450"/>
                  <a:pt x="21590" y="11296"/>
                </a:cubicBezTo>
                <a:close/>
                <a:moveTo>
                  <a:pt x="21489" y="12358"/>
                </a:moveTo>
                <a:lnTo>
                  <a:pt x="12358" y="21489"/>
                </a:lnTo>
                <a:cubicBezTo>
                  <a:pt x="12531" y="21464"/>
                  <a:pt x="12703" y="21434"/>
                  <a:pt x="12876" y="21400"/>
                </a:cubicBezTo>
                <a:lnTo>
                  <a:pt x="21400" y="12876"/>
                </a:lnTo>
                <a:cubicBezTo>
                  <a:pt x="21434" y="12704"/>
                  <a:pt x="21464" y="12531"/>
                  <a:pt x="21489" y="12358"/>
                </a:cubicBezTo>
                <a:close/>
                <a:moveTo>
                  <a:pt x="21239" y="13569"/>
                </a:moveTo>
                <a:lnTo>
                  <a:pt x="13569" y="21239"/>
                </a:lnTo>
                <a:cubicBezTo>
                  <a:pt x="13774" y="21185"/>
                  <a:pt x="13978" y="21125"/>
                  <a:pt x="14181" y="21058"/>
                </a:cubicBezTo>
                <a:lnTo>
                  <a:pt x="21058" y="14181"/>
                </a:lnTo>
                <a:cubicBezTo>
                  <a:pt x="21125" y="13978"/>
                  <a:pt x="21185" y="13774"/>
                  <a:pt x="21239" y="13569"/>
                </a:cubicBezTo>
                <a:close/>
                <a:moveTo>
                  <a:pt x="20736" y="15035"/>
                </a:moveTo>
                <a:lnTo>
                  <a:pt x="15035" y="20736"/>
                </a:lnTo>
                <a:cubicBezTo>
                  <a:pt x="15310" y="20619"/>
                  <a:pt x="15581" y="20493"/>
                  <a:pt x="15848" y="20352"/>
                </a:cubicBezTo>
                <a:lnTo>
                  <a:pt x="20352" y="15848"/>
                </a:lnTo>
                <a:cubicBezTo>
                  <a:pt x="20493" y="15581"/>
                  <a:pt x="20619" y="15310"/>
                  <a:pt x="20736" y="15035"/>
                </a:cubicBezTo>
                <a:close/>
                <a:moveTo>
                  <a:pt x="19400" y="17332"/>
                </a:moveTo>
                <a:lnTo>
                  <a:pt x="17332" y="19400"/>
                </a:lnTo>
                <a:cubicBezTo>
                  <a:pt x="17716" y="19108"/>
                  <a:pt x="18087" y="18789"/>
                  <a:pt x="18438" y="18438"/>
                </a:cubicBezTo>
                <a:cubicBezTo>
                  <a:pt x="18788" y="18087"/>
                  <a:pt x="19107" y="17716"/>
                  <a:pt x="19400" y="17332"/>
                </a:cubicBezTo>
                <a:close/>
              </a:path>
            </a:pathLst>
          </a:custGeom>
          <a:solidFill>
            <a:schemeClr val="accent4"/>
          </a:solidFill>
          <a:ln w="12700">
            <a:miter lim="400000"/>
          </a:ln>
        </p:spPr>
        <p:txBody>
          <a:bodyPr lIns="0" tIns="0" rIns="0" bIns="0" anchor="ctr"/>
          <a:lstStyle/>
          <a:p>
            <a:pPr marL="0" marR="0" lvl="0" indent="0" algn="ctr" defTabSz="8255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 kumimoji="0" sz="32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Helvetica Neue Medium"/>
              <a:sym typeface="Helvetica Neue Medium"/>
            </a:endParaRPr>
          </a:p>
        </p:txBody>
      </p:sp>
      <p:sp>
        <p:nvSpPr>
          <p:cNvPr id="220" name="Shape">
            <a:extLst>
              <a:ext uri="{FF2B5EF4-FFF2-40B4-BE49-F238E27FC236}">
                <a16:creationId xmlns:a16="http://schemas.microsoft.com/office/drawing/2014/main" id="{4062DCD4-D09D-7ECE-43F5-4EBAE3595CD8}"/>
              </a:ext>
            </a:extLst>
          </p:cNvPr>
          <p:cNvSpPr/>
          <p:nvPr/>
        </p:nvSpPr>
        <p:spPr>
          <a:xfrm>
            <a:off x="22467966" y="8316507"/>
            <a:ext cx="4276957" cy="427713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800" y="0"/>
                </a:moveTo>
                <a:cubicBezTo>
                  <a:pt x="10787" y="0"/>
                  <a:pt x="10773" y="1"/>
                  <a:pt x="10759" y="1"/>
                </a:cubicBezTo>
                <a:lnTo>
                  <a:pt x="1" y="10760"/>
                </a:lnTo>
                <a:cubicBezTo>
                  <a:pt x="0" y="10900"/>
                  <a:pt x="3" y="11040"/>
                  <a:pt x="8" y="11181"/>
                </a:cubicBezTo>
                <a:lnTo>
                  <a:pt x="11180" y="9"/>
                </a:lnTo>
                <a:cubicBezTo>
                  <a:pt x="11054" y="4"/>
                  <a:pt x="10927" y="0"/>
                  <a:pt x="10800" y="0"/>
                </a:cubicBezTo>
                <a:close/>
                <a:moveTo>
                  <a:pt x="10211" y="17"/>
                </a:moveTo>
                <a:cubicBezTo>
                  <a:pt x="10057" y="25"/>
                  <a:pt x="9903" y="36"/>
                  <a:pt x="9748" y="51"/>
                </a:cubicBezTo>
                <a:lnTo>
                  <a:pt x="50" y="9749"/>
                </a:lnTo>
                <a:cubicBezTo>
                  <a:pt x="35" y="9903"/>
                  <a:pt x="25" y="10057"/>
                  <a:pt x="16" y="10212"/>
                </a:cubicBezTo>
                <a:lnTo>
                  <a:pt x="10211" y="17"/>
                </a:lnTo>
                <a:close/>
                <a:moveTo>
                  <a:pt x="11683" y="38"/>
                </a:moveTo>
                <a:lnTo>
                  <a:pt x="38" y="11684"/>
                </a:lnTo>
                <a:cubicBezTo>
                  <a:pt x="48" y="11814"/>
                  <a:pt x="62" y="11944"/>
                  <a:pt x="78" y="12075"/>
                </a:cubicBezTo>
                <a:lnTo>
                  <a:pt x="12074" y="78"/>
                </a:lnTo>
                <a:cubicBezTo>
                  <a:pt x="11944" y="63"/>
                  <a:pt x="11814" y="49"/>
                  <a:pt x="11683" y="38"/>
                </a:cubicBezTo>
                <a:close/>
                <a:moveTo>
                  <a:pt x="9136" y="131"/>
                </a:moveTo>
                <a:cubicBezTo>
                  <a:pt x="8960" y="158"/>
                  <a:pt x="8786" y="190"/>
                  <a:pt x="8611" y="226"/>
                </a:cubicBezTo>
                <a:lnTo>
                  <a:pt x="226" y="8611"/>
                </a:lnTo>
                <a:cubicBezTo>
                  <a:pt x="190" y="8786"/>
                  <a:pt x="157" y="8961"/>
                  <a:pt x="130" y="9137"/>
                </a:cubicBezTo>
                <a:lnTo>
                  <a:pt x="9136" y="131"/>
                </a:lnTo>
                <a:close/>
                <a:moveTo>
                  <a:pt x="12541" y="143"/>
                </a:moveTo>
                <a:lnTo>
                  <a:pt x="143" y="12541"/>
                </a:lnTo>
                <a:cubicBezTo>
                  <a:pt x="163" y="12663"/>
                  <a:pt x="183" y="12785"/>
                  <a:pt x="207" y="12906"/>
                </a:cubicBezTo>
                <a:lnTo>
                  <a:pt x="12906" y="208"/>
                </a:lnTo>
                <a:cubicBezTo>
                  <a:pt x="12785" y="184"/>
                  <a:pt x="12663" y="163"/>
                  <a:pt x="12541" y="143"/>
                </a:cubicBezTo>
                <a:close/>
                <a:moveTo>
                  <a:pt x="13343" y="303"/>
                </a:moveTo>
                <a:lnTo>
                  <a:pt x="303" y="13343"/>
                </a:lnTo>
                <a:cubicBezTo>
                  <a:pt x="330" y="13456"/>
                  <a:pt x="361" y="13569"/>
                  <a:pt x="392" y="13682"/>
                </a:cubicBezTo>
                <a:lnTo>
                  <a:pt x="13682" y="393"/>
                </a:lnTo>
                <a:cubicBezTo>
                  <a:pt x="13569" y="362"/>
                  <a:pt x="13456" y="331"/>
                  <a:pt x="13343" y="303"/>
                </a:cubicBezTo>
                <a:close/>
                <a:moveTo>
                  <a:pt x="7909" y="395"/>
                </a:moveTo>
                <a:cubicBezTo>
                  <a:pt x="7701" y="452"/>
                  <a:pt x="7495" y="515"/>
                  <a:pt x="7290" y="585"/>
                </a:cubicBezTo>
                <a:lnTo>
                  <a:pt x="584" y="7290"/>
                </a:lnTo>
                <a:cubicBezTo>
                  <a:pt x="514" y="7495"/>
                  <a:pt x="452" y="7702"/>
                  <a:pt x="394" y="7909"/>
                </a:cubicBezTo>
                <a:lnTo>
                  <a:pt x="7909" y="395"/>
                </a:lnTo>
                <a:close/>
                <a:moveTo>
                  <a:pt x="14094" y="515"/>
                </a:moveTo>
                <a:lnTo>
                  <a:pt x="514" y="14094"/>
                </a:lnTo>
                <a:cubicBezTo>
                  <a:pt x="549" y="14202"/>
                  <a:pt x="583" y="14310"/>
                  <a:pt x="620" y="14417"/>
                </a:cubicBezTo>
                <a:lnTo>
                  <a:pt x="14417" y="621"/>
                </a:lnTo>
                <a:cubicBezTo>
                  <a:pt x="14310" y="583"/>
                  <a:pt x="14202" y="549"/>
                  <a:pt x="14094" y="515"/>
                </a:cubicBezTo>
                <a:close/>
                <a:moveTo>
                  <a:pt x="14804" y="767"/>
                </a:moveTo>
                <a:lnTo>
                  <a:pt x="767" y="14804"/>
                </a:lnTo>
                <a:cubicBezTo>
                  <a:pt x="807" y="14905"/>
                  <a:pt x="851" y="15004"/>
                  <a:pt x="894" y="15104"/>
                </a:cubicBezTo>
                <a:lnTo>
                  <a:pt x="15104" y="895"/>
                </a:lnTo>
                <a:cubicBezTo>
                  <a:pt x="15004" y="852"/>
                  <a:pt x="14905" y="807"/>
                  <a:pt x="14804" y="767"/>
                </a:cubicBezTo>
                <a:close/>
                <a:moveTo>
                  <a:pt x="6411" y="932"/>
                </a:moveTo>
                <a:cubicBezTo>
                  <a:pt x="6118" y="1062"/>
                  <a:pt x="5831" y="1206"/>
                  <a:pt x="5549" y="1363"/>
                </a:cubicBezTo>
                <a:lnTo>
                  <a:pt x="1362" y="5549"/>
                </a:lnTo>
                <a:cubicBezTo>
                  <a:pt x="1205" y="5832"/>
                  <a:pt x="1061" y="6119"/>
                  <a:pt x="931" y="6411"/>
                </a:cubicBezTo>
                <a:lnTo>
                  <a:pt x="6411" y="932"/>
                </a:lnTo>
                <a:close/>
                <a:moveTo>
                  <a:pt x="15470" y="1061"/>
                </a:moveTo>
                <a:lnTo>
                  <a:pt x="1060" y="15471"/>
                </a:lnTo>
                <a:cubicBezTo>
                  <a:pt x="1106" y="15567"/>
                  <a:pt x="1153" y="15664"/>
                  <a:pt x="1202" y="15759"/>
                </a:cubicBezTo>
                <a:lnTo>
                  <a:pt x="15759" y="1203"/>
                </a:lnTo>
                <a:cubicBezTo>
                  <a:pt x="15663" y="1153"/>
                  <a:pt x="15567" y="1107"/>
                  <a:pt x="15470" y="1061"/>
                </a:cubicBezTo>
                <a:close/>
                <a:moveTo>
                  <a:pt x="16103" y="1391"/>
                </a:moveTo>
                <a:lnTo>
                  <a:pt x="1391" y="16103"/>
                </a:lnTo>
                <a:cubicBezTo>
                  <a:pt x="1442" y="16194"/>
                  <a:pt x="1494" y="16285"/>
                  <a:pt x="1549" y="16375"/>
                </a:cubicBezTo>
                <a:lnTo>
                  <a:pt x="16375" y="1549"/>
                </a:lnTo>
                <a:cubicBezTo>
                  <a:pt x="16285" y="1495"/>
                  <a:pt x="16194" y="1442"/>
                  <a:pt x="16103" y="1391"/>
                </a:cubicBezTo>
                <a:close/>
                <a:moveTo>
                  <a:pt x="16703" y="1754"/>
                </a:moveTo>
                <a:lnTo>
                  <a:pt x="1753" y="16703"/>
                </a:lnTo>
                <a:cubicBezTo>
                  <a:pt x="1809" y="16788"/>
                  <a:pt x="1869" y="16872"/>
                  <a:pt x="1928" y="16956"/>
                </a:cubicBezTo>
                <a:lnTo>
                  <a:pt x="16956" y="1928"/>
                </a:lnTo>
                <a:cubicBezTo>
                  <a:pt x="16872" y="1869"/>
                  <a:pt x="16788" y="1810"/>
                  <a:pt x="16703" y="1754"/>
                </a:cubicBezTo>
                <a:close/>
                <a:moveTo>
                  <a:pt x="17267" y="2151"/>
                </a:moveTo>
                <a:lnTo>
                  <a:pt x="2151" y="17267"/>
                </a:lnTo>
                <a:cubicBezTo>
                  <a:pt x="2212" y="17349"/>
                  <a:pt x="2274" y="17430"/>
                  <a:pt x="2338" y="17510"/>
                </a:cubicBezTo>
                <a:lnTo>
                  <a:pt x="17510" y="2338"/>
                </a:lnTo>
                <a:cubicBezTo>
                  <a:pt x="17430" y="2275"/>
                  <a:pt x="17349" y="2212"/>
                  <a:pt x="17267" y="2151"/>
                </a:cubicBezTo>
                <a:close/>
                <a:moveTo>
                  <a:pt x="3805" y="2574"/>
                </a:moveTo>
                <a:cubicBezTo>
                  <a:pt x="3586" y="2761"/>
                  <a:pt x="3370" y="2956"/>
                  <a:pt x="3163" y="3163"/>
                </a:cubicBezTo>
                <a:cubicBezTo>
                  <a:pt x="2955" y="3371"/>
                  <a:pt x="2761" y="3586"/>
                  <a:pt x="2574" y="3806"/>
                </a:cubicBezTo>
                <a:lnTo>
                  <a:pt x="3805" y="2574"/>
                </a:lnTo>
                <a:close/>
                <a:moveTo>
                  <a:pt x="17801" y="2579"/>
                </a:moveTo>
                <a:lnTo>
                  <a:pt x="2579" y="17801"/>
                </a:lnTo>
                <a:cubicBezTo>
                  <a:pt x="2645" y="17878"/>
                  <a:pt x="2709" y="17957"/>
                  <a:pt x="2777" y="18032"/>
                </a:cubicBezTo>
                <a:lnTo>
                  <a:pt x="18032" y="2777"/>
                </a:lnTo>
                <a:cubicBezTo>
                  <a:pt x="17957" y="2709"/>
                  <a:pt x="17878" y="2645"/>
                  <a:pt x="17801" y="2579"/>
                </a:cubicBezTo>
                <a:close/>
                <a:moveTo>
                  <a:pt x="18304" y="3036"/>
                </a:moveTo>
                <a:lnTo>
                  <a:pt x="3036" y="18304"/>
                </a:lnTo>
                <a:cubicBezTo>
                  <a:pt x="3079" y="18349"/>
                  <a:pt x="3119" y="18394"/>
                  <a:pt x="3163" y="18438"/>
                </a:cubicBezTo>
                <a:cubicBezTo>
                  <a:pt x="3191" y="18466"/>
                  <a:pt x="3222" y="18492"/>
                  <a:pt x="3250" y="18521"/>
                </a:cubicBezTo>
                <a:lnTo>
                  <a:pt x="18521" y="3251"/>
                </a:lnTo>
                <a:cubicBezTo>
                  <a:pt x="18492" y="3222"/>
                  <a:pt x="18466" y="3192"/>
                  <a:pt x="18438" y="3163"/>
                </a:cubicBezTo>
                <a:cubicBezTo>
                  <a:pt x="18394" y="3119"/>
                  <a:pt x="18348" y="3079"/>
                  <a:pt x="18304" y="3036"/>
                </a:cubicBezTo>
                <a:close/>
                <a:moveTo>
                  <a:pt x="18781" y="3523"/>
                </a:moveTo>
                <a:lnTo>
                  <a:pt x="3522" y="18781"/>
                </a:lnTo>
                <a:cubicBezTo>
                  <a:pt x="3598" y="18850"/>
                  <a:pt x="3676" y="18915"/>
                  <a:pt x="3753" y="18982"/>
                </a:cubicBezTo>
                <a:lnTo>
                  <a:pt x="18982" y="3753"/>
                </a:lnTo>
                <a:cubicBezTo>
                  <a:pt x="18915" y="3676"/>
                  <a:pt x="18850" y="3598"/>
                  <a:pt x="18781" y="3523"/>
                </a:cubicBezTo>
                <a:close/>
                <a:moveTo>
                  <a:pt x="19224" y="4041"/>
                </a:moveTo>
                <a:lnTo>
                  <a:pt x="4041" y="19224"/>
                </a:lnTo>
                <a:cubicBezTo>
                  <a:pt x="4121" y="19289"/>
                  <a:pt x="4202" y="19350"/>
                  <a:pt x="4283" y="19412"/>
                </a:cubicBezTo>
                <a:lnTo>
                  <a:pt x="19412" y="4283"/>
                </a:lnTo>
                <a:cubicBezTo>
                  <a:pt x="19350" y="4202"/>
                  <a:pt x="19289" y="4121"/>
                  <a:pt x="19224" y="4041"/>
                </a:cubicBezTo>
                <a:close/>
                <a:moveTo>
                  <a:pt x="19637" y="4591"/>
                </a:moveTo>
                <a:lnTo>
                  <a:pt x="4591" y="19637"/>
                </a:lnTo>
                <a:cubicBezTo>
                  <a:pt x="4675" y="19696"/>
                  <a:pt x="4758" y="19757"/>
                  <a:pt x="4843" y="19813"/>
                </a:cubicBezTo>
                <a:lnTo>
                  <a:pt x="19813" y="4844"/>
                </a:lnTo>
                <a:cubicBezTo>
                  <a:pt x="19757" y="4758"/>
                  <a:pt x="19696" y="4675"/>
                  <a:pt x="19637" y="4591"/>
                </a:cubicBezTo>
                <a:close/>
                <a:moveTo>
                  <a:pt x="20019" y="5172"/>
                </a:moveTo>
                <a:lnTo>
                  <a:pt x="5172" y="20019"/>
                </a:lnTo>
                <a:cubicBezTo>
                  <a:pt x="5261" y="20073"/>
                  <a:pt x="5351" y="20126"/>
                  <a:pt x="5441" y="20178"/>
                </a:cubicBezTo>
                <a:lnTo>
                  <a:pt x="20178" y="5441"/>
                </a:lnTo>
                <a:cubicBezTo>
                  <a:pt x="20126" y="5351"/>
                  <a:pt x="20073" y="5261"/>
                  <a:pt x="20019" y="5172"/>
                </a:cubicBezTo>
                <a:close/>
                <a:moveTo>
                  <a:pt x="20369" y="5782"/>
                </a:moveTo>
                <a:lnTo>
                  <a:pt x="5782" y="20369"/>
                </a:lnTo>
                <a:cubicBezTo>
                  <a:pt x="5877" y="20419"/>
                  <a:pt x="5974" y="20463"/>
                  <a:pt x="6071" y="20510"/>
                </a:cubicBezTo>
                <a:lnTo>
                  <a:pt x="20510" y="6071"/>
                </a:lnTo>
                <a:cubicBezTo>
                  <a:pt x="20463" y="5975"/>
                  <a:pt x="20419" y="5878"/>
                  <a:pt x="20369" y="5782"/>
                </a:cubicBezTo>
                <a:close/>
                <a:moveTo>
                  <a:pt x="20679" y="6434"/>
                </a:moveTo>
                <a:lnTo>
                  <a:pt x="6434" y="20679"/>
                </a:lnTo>
                <a:cubicBezTo>
                  <a:pt x="6534" y="20723"/>
                  <a:pt x="6633" y="20769"/>
                  <a:pt x="6734" y="20809"/>
                </a:cubicBezTo>
                <a:lnTo>
                  <a:pt x="20809" y="6735"/>
                </a:lnTo>
                <a:cubicBezTo>
                  <a:pt x="20769" y="6634"/>
                  <a:pt x="20723" y="6534"/>
                  <a:pt x="20679" y="6434"/>
                </a:cubicBezTo>
                <a:close/>
                <a:moveTo>
                  <a:pt x="20956" y="7121"/>
                </a:moveTo>
                <a:lnTo>
                  <a:pt x="7120" y="20956"/>
                </a:lnTo>
                <a:cubicBezTo>
                  <a:pt x="7226" y="20994"/>
                  <a:pt x="7333" y="21030"/>
                  <a:pt x="7439" y="21065"/>
                </a:cubicBezTo>
                <a:lnTo>
                  <a:pt x="21065" y="7439"/>
                </a:lnTo>
                <a:cubicBezTo>
                  <a:pt x="21030" y="7333"/>
                  <a:pt x="20994" y="7226"/>
                  <a:pt x="20956" y="7121"/>
                </a:cubicBezTo>
                <a:close/>
                <a:moveTo>
                  <a:pt x="21190" y="7848"/>
                </a:moveTo>
                <a:lnTo>
                  <a:pt x="7848" y="21190"/>
                </a:lnTo>
                <a:cubicBezTo>
                  <a:pt x="7960" y="21221"/>
                  <a:pt x="8073" y="21252"/>
                  <a:pt x="8186" y="21280"/>
                </a:cubicBezTo>
                <a:lnTo>
                  <a:pt x="21280" y="8186"/>
                </a:lnTo>
                <a:cubicBezTo>
                  <a:pt x="21252" y="8073"/>
                  <a:pt x="21221" y="7960"/>
                  <a:pt x="21190" y="7848"/>
                </a:cubicBezTo>
                <a:close/>
                <a:moveTo>
                  <a:pt x="21378" y="8623"/>
                </a:moveTo>
                <a:lnTo>
                  <a:pt x="8623" y="21378"/>
                </a:lnTo>
                <a:cubicBezTo>
                  <a:pt x="8743" y="21402"/>
                  <a:pt x="8863" y="21424"/>
                  <a:pt x="8984" y="21445"/>
                </a:cubicBezTo>
                <a:lnTo>
                  <a:pt x="21445" y="8984"/>
                </a:lnTo>
                <a:cubicBezTo>
                  <a:pt x="21424" y="8864"/>
                  <a:pt x="21402" y="8743"/>
                  <a:pt x="21378" y="8623"/>
                </a:cubicBezTo>
                <a:close/>
                <a:moveTo>
                  <a:pt x="21514" y="9448"/>
                </a:moveTo>
                <a:lnTo>
                  <a:pt x="9447" y="21514"/>
                </a:lnTo>
                <a:cubicBezTo>
                  <a:pt x="9576" y="21530"/>
                  <a:pt x="9704" y="21546"/>
                  <a:pt x="9833" y="21557"/>
                </a:cubicBezTo>
                <a:lnTo>
                  <a:pt x="21557" y="9834"/>
                </a:lnTo>
                <a:cubicBezTo>
                  <a:pt x="21546" y="9705"/>
                  <a:pt x="21530" y="9576"/>
                  <a:pt x="21514" y="9448"/>
                </a:cubicBezTo>
                <a:close/>
                <a:moveTo>
                  <a:pt x="21590" y="10333"/>
                </a:moveTo>
                <a:lnTo>
                  <a:pt x="10332" y="21590"/>
                </a:lnTo>
                <a:cubicBezTo>
                  <a:pt x="10473" y="21596"/>
                  <a:pt x="10613" y="21599"/>
                  <a:pt x="10753" y="21600"/>
                </a:cubicBezTo>
                <a:lnTo>
                  <a:pt x="21600" y="10754"/>
                </a:lnTo>
                <a:cubicBezTo>
                  <a:pt x="21599" y="10613"/>
                  <a:pt x="21596" y="10473"/>
                  <a:pt x="21590" y="10333"/>
                </a:cubicBezTo>
                <a:close/>
                <a:moveTo>
                  <a:pt x="21590" y="11296"/>
                </a:moveTo>
                <a:lnTo>
                  <a:pt x="11295" y="21590"/>
                </a:lnTo>
                <a:cubicBezTo>
                  <a:pt x="11449" y="21583"/>
                  <a:pt x="11603" y="21572"/>
                  <a:pt x="11757" y="21558"/>
                </a:cubicBezTo>
                <a:lnTo>
                  <a:pt x="21558" y="11757"/>
                </a:lnTo>
                <a:cubicBezTo>
                  <a:pt x="21572" y="11603"/>
                  <a:pt x="21583" y="11450"/>
                  <a:pt x="21590" y="11296"/>
                </a:cubicBezTo>
                <a:close/>
                <a:moveTo>
                  <a:pt x="21489" y="12358"/>
                </a:moveTo>
                <a:lnTo>
                  <a:pt x="12358" y="21489"/>
                </a:lnTo>
                <a:cubicBezTo>
                  <a:pt x="12531" y="21464"/>
                  <a:pt x="12703" y="21434"/>
                  <a:pt x="12876" y="21400"/>
                </a:cubicBezTo>
                <a:lnTo>
                  <a:pt x="21400" y="12876"/>
                </a:lnTo>
                <a:cubicBezTo>
                  <a:pt x="21434" y="12704"/>
                  <a:pt x="21464" y="12531"/>
                  <a:pt x="21489" y="12358"/>
                </a:cubicBezTo>
                <a:close/>
                <a:moveTo>
                  <a:pt x="21239" y="13569"/>
                </a:moveTo>
                <a:lnTo>
                  <a:pt x="13569" y="21239"/>
                </a:lnTo>
                <a:cubicBezTo>
                  <a:pt x="13774" y="21185"/>
                  <a:pt x="13978" y="21125"/>
                  <a:pt x="14181" y="21058"/>
                </a:cubicBezTo>
                <a:lnTo>
                  <a:pt x="21058" y="14181"/>
                </a:lnTo>
                <a:cubicBezTo>
                  <a:pt x="21125" y="13978"/>
                  <a:pt x="21185" y="13774"/>
                  <a:pt x="21239" y="13569"/>
                </a:cubicBezTo>
                <a:close/>
                <a:moveTo>
                  <a:pt x="20736" y="15035"/>
                </a:moveTo>
                <a:lnTo>
                  <a:pt x="15035" y="20736"/>
                </a:lnTo>
                <a:cubicBezTo>
                  <a:pt x="15310" y="20619"/>
                  <a:pt x="15581" y="20493"/>
                  <a:pt x="15848" y="20352"/>
                </a:cubicBezTo>
                <a:lnTo>
                  <a:pt x="20352" y="15848"/>
                </a:lnTo>
                <a:cubicBezTo>
                  <a:pt x="20493" y="15581"/>
                  <a:pt x="20619" y="15310"/>
                  <a:pt x="20736" y="15035"/>
                </a:cubicBezTo>
                <a:close/>
                <a:moveTo>
                  <a:pt x="19400" y="17332"/>
                </a:moveTo>
                <a:lnTo>
                  <a:pt x="17332" y="19400"/>
                </a:lnTo>
                <a:cubicBezTo>
                  <a:pt x="17716" y="19108"/>
                  <a:pt x="18087" y="18789"/>
                  <a:pt x="18438" y="18438"/>
                </a:cubicBezTo>
                <a:cubicBezTo>
                  <a:pt x="18788" y="18087"/>
                  <a:pt x="19107" y="17716"/>
                  <a:pt x="19400" y="17332"/>
                </a:cubicBezTo>
                <a:close/>
              </a:path>
            </a:pathLst>
          </a:custGeom>
          <a:solidFill>
            <a:schemeClr val="accent4"/>
          </a:solidFill>
          <a:ln w="12700">
            <a:miter lim="400000"/>
          </a:ln>
        </p:spPr>
        <p:txBody>
          <a:bodyPr lIns="0" tIns="0" rIns="0" bIns="0" anchor="ctr"/>
          <a:lstStyle/>
          <a:p>
            <a:pPr marL="0" marR="0" lvl="0" indent="0" algn="ctr" defTabSz="8255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 kumimoji="0" sz="32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Helvetica Neue Medium"/>
              <a:sym typeface="Helvetica Neue Medium"/>
            </a:endParaRPr>
          </a:p>
        </p:txBody>
      </p:sp>
      <p:sp>
        <p:nvSpPr>
          <p:cNvPr id="221" name="Shape">
            <a:extLst>
              <a:ext uri="{FF2B5EF4-FFF2-40B4-BE49-F238E27FC236}">
                <a16:creationId xmlns:a16="http://schemas.microsoft.com/office/drawing/2014/main" id="{8E9BE95D-0D08-5776-4858-EF6A4C385520}"/>
              </a:ext>
            </a:extLst>
          </p:cNvPr>
          <p:cNvSpPr/>
          <p:nvPr/>
        </p:nvSpPr>
        <p:spPr>
          <a:xfrm>
            <a:off x="-9782" y="-14685"/>
            <a:ext cx="5401449" cy="1371951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489" h="21600" extrusionOk="0">
                <a:moveTo>
                  <a:pt x="9876" y="0"/>
                </a:moveTo>
                <a:cubicBezTo>
                  <a:pt x="14909" y="1061"/>
                  <a:pt x="18164" y="3091"/>
                  <a:pt x="18448" y="5345"/>
                </a:cubicBezTo>
                <a:cubicBezTo>
                  <a:pt x="18695" y="7304"/>
                  <a:pt x="16642" y="9198"/>
                  <a:pt x="12885" y="10477"/>
                </a:cubicBezTo>
                <a:cubicBezTo>
                  <a:pt x="8651" y="11730"/>
                  <a:pt x="7084" y="13955"/>
                  <a:pt x="9071" y="15894"/>
                </a:cubicBezTo>
                <a:cubicBezTo>
                  <a:pt x="10355" y="17147"/>
                  <a:pt x="13013" y="18098"/>
                  <a:pt x="16290" y="18479"/>
                </a:cubicBezTo>
                <a:cubicBezTo>
                  <a:pt x="17951" y="18702"/>
                  <a:pt x="19367" y="19144"/>
                  <a:pt x="20305" y="19731"/>
                </a:cubicBezTo>
                <a:cubicBezTo>
                  <a:pt x="21193" y="20288"/>
                  <a:pt x="21600" y="20944"/>
                  <a:pt x="21463" y="21600"/>
                </a:cubicBezTo>
                <a:lnTo>
                  <a:pt x="0" y="21600"/>
                </a:lnTo>
                <a:lnTo>
                  <a:pt x="0" y="1"/>
                </a:lnTo>
                <a:lnTo>
                  <a:pt x="9876" y="0"/>
                </a:lnTo>
                <a:close/>
              </a:path>
            </a:pathLst>
          </a:custGeom>
          <a:solidFill>
            <a:schemeClr val="accent3"/>
          </a:solidFill>
          <a:ln w="12700">
            <a:miter lim="400000"/>
          </a:ln>
          <a:effectLst>
            <a:outerShdw blurRad="914400" dist="25400" dir="5400000" rotWithShape="0">
              <a:srgbClr val="000000">
                <a:alpha val="50000"/>
              </a:srgbClr>
            </a:outerShdw>
          </a:effectLst>
        </p:spPr>
        <p:txBody>
          <a:bodyPr lIns="50800" tIns="50800" rIns="50800" bIns="50800" anchor="ctr"/>
          <a:lstStyle/>
          <a:p>
            <a:pPr marL="0" marR="0" lvl="0" indent="0" algn="ctr" defTabSz="8255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3000" b="1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Helvetica Neue"/>
              <a:sym typeface="Helvetica Neue"/>
            </a:endParaRPr>
          </a:p>
        </p:txBody>
      </p:sp>
      <p:sp>
        <p:nvSpPr>
          <p:cNvPr id="222" name="Shape">
            <a:extLst>
              <a:ext uri="{FF2B5EF4-FFF2-40B4-BE49-F238E27FC236}">
                <a16:creationId xmlns:a16="http://schemas.microsoft.com/office/drawing/2014/main" id="{D5C67AEF-94F1-0CD9-3EF5-8C3F5F51CE3D}"/>
              </a:ext>
            </a:extLst>
          </p:cNvPr>
          <p:cNvSpPr/>
          <p:nvPr/>
        </p:nvSpPr>
        <p:spPr>
          <a:xfrm>
            <a:off x="14077382" y="-26393"/>
            <a:ext cx="10315136" cy="10264133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490" h="20992" extrusionOk="0">
                <a:moveTo>
                  <a:pt x="22" y="0"/>
                </a:moveTo>
                <a:cubicBezTo>
                  <a:pt x="-110" y="1123"/>
                  <a:pt x="362" y="2232"/>
                  <a:pt x="1268" y="2930"/>
                </a:cubicBezTo>
                <a:cubicBezTo>
                  <a:pt x="2187" y="3637"/>
                  <a:pt x="3418" y="3817"/>
                  <a:pt x="4507" y="3403"/>
                </a:cubicBezTo>
                <a:cubicBezTo>
                  <a:pt x="6055" y="2610"/>
                  <a:pt x="7961" y="3061"/>
                  <a:pt x="8970" y="4460"/>
                </a:cubicBezTo>
                <a:cubicBezTo>
                  <a:pt x="9809" y="5622"/>
                  <a:pt x="9807" y="7178"/>
                  <a:pt x="8965" y="8338"/>
                </a:cubicBezTo>
                <a:cubicBezTo>
                  <a:pt x="6771" y="11924"/>
                  <a:pt x="7613" y="16550"/>
                  <a:pt x="10936" y="19169"/>
                </a:cubicBezTo>
                <a:cubicBezTo>
                  <a:pt x="14018" y="21597"/>
                  <a:pt x="18405" y="21600"/>
                  <a:pt x="21490" y="19175"/>
                </a:cubicBezTo>
                <a:lnTo>
                  <a:pt x="21490" y="35"/>
                </a:lnTo>
                <a:lnTo>
                  <a:pt x="22" y="0"/>
                </a:lnTo>
                <a:close/>
              </a:path>
            </a:pathLst>
          </a:custGeom>
          <a:solidFill>
            <a:schemeClr val="accent3"/>
          </a:solidFill>
          <a:ln w="12700">
            <a:miter lim="400000"/>
          </a:ln>
          <a:effectLst>
            <a:outerShdw blurRad="914400" dist="25400" dir="5400000" rotWithShape="0">
              <a:srgbClr val="000000">
                <a:alpha val="50000"/>
              </a:srgbClr>
            </a:outerShdw>
          </a:effectLst>
        </p:spPr>
        <p:txBody>
          <a:bodyPr lIns="50800" tIns="50800" rIns="50800" bIns="50800" anchor="ctr"/>
          <a:lstStyle/>
          <a:p>
            <a:pPr marL="0" marR="0" lvl="0" indent="0" algn="ctr" defTabSz="8255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3000" b="1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Helvetica Neue"/>
              <a:sym typeface="Helvetica Neue"/>
            </a:endParaRPr>
          </a:p>
        </p:txBody>
      </p:sp>
      <p:sp>
        <p:nvSpPr>
          <p:cNvPr id="223" name="Circle">
            <a:extLst>
              <a:ext uri="{FF2B5EF4-FFF2-40B4-BE49-F238E27FC236}">
                <a16:creationId xmlns:a16="http://schemas.microsoft.com/office/drawing/2014/main" id="{5B212E0C-3585-CEDA-F341-2CE529462825}"/>
              </a:ext>
            </a:extLst>
          </p:cNvPr>
          <p:cNvSpPr/>
          <p:nvPr/>
        </p:nvSpPr>
        <p:spPr>
          <a:xfrm>
            <a:off x="17006264" y="352354"/>
            <a:ext cx="494973" cy="494972"/>
          </a:xfrm>
          <a:prstGeom prst="ellipse">
            <a:avLst/>
          </a:prstGeom>
          <a:gradFill>
            <a:gsLst>
              <a:gs pos="0">
                <a:schemeClr val="accent2"/>
              </a:gs>
              <a:gs pos="100000">
                <a:schemeClr val="accent1"/>
              </a:gs>
            </a:gsLst>
            <a:lin ang="5400000"/>
          </a:gradFill>
          <a:ln w="12700">
            <a:miter lim="400000"/>
          </a:ln>
        </p:spPr>
        <p:txBody>
          <a:bodyPr lIns="0" tIns="0" rIns="0" bIns="0" anchor="ctr"/>
          <a:lstStyle/>
          <a:p>
            <a:pPr marL="0" marR="0" lvl="0" indent="0" algn="ctr" defTabSz="8255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 kumimoji="0" sz="32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Helvetica Neue Medium"/>
              <a:sym typeface="Helvetica Neue Medium"/>
            </a:endParaRPr>
          </a:p>
        </p:txBody>
      </p:sp>
      <p:sp>
        <p:nvSpPr>
          <p:cNvPr id="224" name="Circle">
            <a:extLst>
              <a:ext uri="{FF2B5EF4-FFF2-40B4-BE49-F238E27FC236}">
                <a16:creationId xmlns:a16="http://schemas.microsoft.com/office/drawing/2014/main" id="{DF3AD74A-7F0D-1A0A-0399-A78C4FDD2142}"/>
              </a:ext>
            </a:extLst>
          </p:cNvPr>
          <p:cNvSpPr/>
          <p:nvPr/>
        </p:nvSpPr>
        <p:spPr>
          <a:xfrm>
            <a:off x="-564062" y="1321716"/>
            <a:ext cx="1150610" cy="1150611"/>
          </a:xfrm>
          <a:prstGeom prst="ellipse">
            <a:avLst/>
          </a:prstGeom>
          <a:gradFill>
            <a:gsLst>
              <a:gs pos="0">
                <a:schemeClr val="accent2"/>
              </a:gs>
              <a:gs pos="100000">
                <a:schemeClr val="accent1"/>
              </a:gs>
            </a:gsLst>
            <a:lin ang="5400000"/>
          </a:gradFill>
          <a:ln w="12700">
            <a:miter lim="400000"/>
          </a:ln>
        </p:spPr>
        <p:txBody>
          <a:bodyPr lIns="0" tIns="0" rIns="0" bIns="0" anchor="ctr"/>
          <a:lstStyle/>
          <a:p>
            <a:pPr marL="0" marR="0" lvl="0" indent="0" algn="ctr" defTabSz="8255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 kumimoji="0" sz="32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Helvetica Neue Medium"/>
              <a:sym typeface="Helvetica Neue Medium"/>
            </a:endParaRPr>
          </a:p>
        </p:txBody>
      </p:sp>
      <p:sp>
        <p:nvSpPr>
          <p:cNvPr id="225" name="TOPIC #1 - $100 ANSWER">
            <a:extLst>
              <a:ext uri="{FF2B5EF4-FFF2-40B4-BE49-F238E27FC236}">
                <a16:creationId xmlns:a16="http://schemas.microsoft.com/office/drawing/2014/main" id="{B33B4349-9E16-F4A9-C5F3-F63474AC3469}"/>
              </a:ext>
            </a:extLst>
          </p:cNvPr>
          <p:cNvSpPr txBox="1"/>
          <p:nvPr/>
        </p:nvSpPr>
        <p:spPr>
          <a:xfrm>
            <a:off x="1318646" y="1076284"/>
            <a:ext cx="23992454" cy="164147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50800" tIns="50800" rIns="50800" bIns="50800" anchor="ctr">
            <a:spAutoFit/>
          </a:bodyPr>
          <a:lstStyle/>
          <a:p>
            <a:pPr marL="0" marR="0" lvl="0" indent="0" algn="l" defTabSz="8255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0000" b="0">
                <a:solidFill>
                  <a:srgbClr val="F6C543"/>
                </a:solidFill>
                <a:latin typeface="Impact"/>
                <a:ea typeface="Impact"/>
                <a:cs typeface="Impact"/>
                <a:sym typeface="Impact"/>
              </a:defRPr>
            </a:pPr>
            <a:r>
              <a:rPr kumimoji="0" lang="en-US" altLang="zh-CN" sz="10000" b="0" i="0" u="none" strike="noStrike" kern="0" cap="none" spc="0" normalizeH="0" baseline="0" noProof="0" dirty="0">
                <a:ln>
                  <a:noFill/>
                </a:ln>
                <a:solidFill>
                  <a:srgbClr val="F6C542"/>
                </a:solidFill>
                <a:effectLst/>
                <a:uLnTx/>
                <a:uFillTx/>
                <a:latin typeface="Impact"/>
                <a:sym typeface="Impact"/>
              </a:rPr>
              <a:t>UNIT #</a:t>
            </a:r>
            <a:r>
              <a:rPr kumimoji="0" lang="en-US" altLang="zh-CN" sz="10000" b="0" i="0" u="none" strike="noStrike" kern="0" cap="none" spc="0" normalizeH="0" baseline="0" noProof="0" dirty="0">
                <a:ln>
                  <a:noFill/>
                </a:ln>
                <a:solidFill>
                  <a:srgbClr val="F6C543"/>
                </a:solidFill>
                <a:effectLst/>
                <a:uLnTx/>
                <a:uFillTx/>
                <a:latin typeface="Impact"/>
                <a:sym typeface="Impact"/>
              </a:rPr>
              <a:t> </a:t>
            </a:r>
            <a:r>
              <a:rPr kumimoji="0" lang="en-US" altLang="zh-CN" sz="10000" b="0" i="0" u="none" strike="noStrike" kern="0" cap="none" spc="0" normalizeH="0" baseline="0" noProof="0" dirty="0">
                <a:ln>
                  <a:noFill/>
                </a:ln>
                <a:solidFill>
                  <a:srgbClr val="F6C542"/>
                </a:solidFill>
                <a:effectLst/>
                <a:uLnTx/>
                <a:uFillTx/>
                <a:latin typeface="Impact"/>
                <a:sym typeface="Impact"/>
              </a:rPr>
              <a:t>6 </a:t>
            </a:r>
            <a:r>
              <a:rPr kumimoji="0" lang="en-US" altLang="zh-CN" sz="100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Impact"/>
                <a:sym typeface="Impact"/>
              </a:rPr>
              <a:t>–</a:t>
            </a:r>
            <a:r>
              <a:rPr kumimoji="0" lang="zh-CN" altLang="en-US" sz="10000" b="0" i="0" u="none" strike="noStrike" kern="0" cap="none" spc="0" normalizeH="0" baseline="0" noProof="0" dirty="0">
                <a:ln>
                  <a:noFill/>
                </a:ln>
                <a:solidFill>
                  <a:srgbClr val="F6C543"/>
                </a:solidFill>
                <a:effectLst/>
                <a:uLnTx/>
                <a:uFillTx/>
                <a:latin typeface="华文楷体" panose="02010600040101010101" pitchFamily="2" charset="-122"/>
                <a:ea typeface="华文楷体" panose="02010600040101010101" pitchFamily="2" charset="-122"/>
                <a:sym typeface="Impact"/>
              </a:rPr>
              <a:t>剖视图</a:t>
            </a:r>
            <a:endParaRPr kumimoji="0" lang="zh-CN" altLang="en-US" sz="100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华文楷体" panose="02010600040101010101" pitchFamily="2" charset="-122"/>
              <a:ea typeface="华文楷体" panose="02010600040101010101" pitchFamily="2" charset="-122"/>
              <a:sym typeface="Impact"/>
            </a:endParaRPr>
          </a:p>
        </p:txBody>
      </p:sp>
      <p:sp>
        <p:nvSpPr>
          <p:cNvPr id="226" name="Shape">
            <a:extLst>
              <a:ext uri="{FF2B5EF4-FFF2-40B4-BE49-F238E27FC236}">
                <a16:creationId xmlns:a16="http://schemas.microsoft.com/office/drawing/2014/main" id="{3633473C-F684-0AA8-93A9-5276720A4DCB}"/>
              </a:ext>
            </a:extLst>
          </p:cNvPr>
          <p:cNvSpPr/>
          <p:nvPr/>
        </p:nvSpPr>
        <p:spPr>
          <a:xfrm>
            <a:off x="-306915" y="8239797"/>
            <a:ext cx="1046530" cy="104640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9679" h="20595" extrusionOk="0">
                <a:moveTo>
                  <a:pt x="9839" y="0"/>
                </a:moveTo>
                <a:cubicBezTo>
                  <a:pt x="7321" y="0"/>
                  <a:pt x="4802" y="1006"/>
                  <a:pt x="2881" y="3017"/>
                </a:cubicBezTo>
                <a:cubicBezTo>
                  <a:pt x="-961" y="7038"/>
                  <a:pt x="-961" y="13557"/>
                  <a:pt x="2881" y="17578"/>
                </a:cubicBezTo>
                <a:cubicBezTo>
                  <a:pt x="6724" y="21600"/>
                  <a:pt x="12954" y="21600"/>
                  <a:pt x="16797" y="17578"/>
                </a:cubicBezTo>
                <a:cubicBezTo>
                  <a:pt x="20639" y="13557"/>
                  <a:pt x="20639" y="7038"/>
                  <a:pt x="16797" y="3017"/>
                </a:cubicBezTo>
                <a:cubicBezTo>
                  <a:pt x="14876" y="1006"/>
                  <a:pt x="12357" y="0"/>
                  <a:pt x="9839" y="0"/>
                </a:cubicBezTo>
                <a:close/>
                <a:moveTo>
                  <a:pt x="9839" y="2649"/>
                </a:moveTo>
                <a:cubicBezTo>
                  <a:pt x="11709" y="2649"/>
                  <a:pt x="13580" y="3397"/>
                  <a:pt x="15007" y="4890"/>
                </a:cubicBezTo>
                <a:cubicBezTo>
                  <a:pt x="17861" y="7877"/>
                  <a:pt x="17861" y="12718"/>
                  <a:pt x="15007" y="15705"/>
                </a:cubicBezTo>
                <a:cubicBezTo>
                  <a:pt x="12153" y="18692"/>
                  <a:pt x="7525" y="18692"/>
                  <a:pt x="4671" y="15705"/>
                </a:cubicBezTo>
                <a:cubicBezTo>
                  <a:pt x="1817" y="12718"/>
                  <a:pt x="1817" y="7877"/>
                  <a:pt x="4671" y="4890"/>
                </a:cubicBezTo>
                <a:cubicBezTo>
                  <a:pt x="6098" y="3397"/>
                  <a:pt x="7969" y="2649"/>
                  <a:pt x="9839" y="2649"/>
                </a:cubicBezTo>
                <a:close/>
              </a:path>
            </a:pathLst>
          </a:custGeom>
          <a:gradFill>
            <a:gsLst>
              <a:gs pos="0">
                <a:schemeClr val="accent2"/>
              </a:gs>
              <a:gs pos="100000">
                <a:schemeClr val="accent1"/>
              </a:gs>
            </a:gsLst>
            <a:lin ang="5400000"/>
          </a:gradFill>
          <a:ln w="12700">
            <a:miter lim="400000"/>
          </a:ln>
        </p:spPr>
        <p:txBody>
          <a:bodyPr lIns="0" tIns="0" rIns="0" bIns="0" anchor="ctr"/>
          <a:lstStyle/>
          <a:p>
            <a:pPr marL="0" marR="0" lvl="0" indent="0" algn="ctr" defTabSz="8255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 kumimoji="0" sz="32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Helvetica Neue Medium"/>
              <a:sym typeface="Helvetica Neue Medium"/>
            </a:endParaRPr>
          </a:p>
        </p:txBody>
      </p:sp>
      <p:sp>
        <p:nvSpPr>
          <p:cNvPr id="227" name="Shape">
            <a:extLst>
              <a:ext uri="{FF2B5EF4-FFF2-40B4-BE49-F238E27FC236}">
                <a16:creationId xmlns:a16="http://schemas.microsoft.com/office/drawing/2014/main" id="{71FD7B3D-D6BB-54D0-544C-F7DD6BDB8EC3}"/>
              </a:ext>
            </a:extLst>
          </p:cNvPr>
          <p:cNvSpPr/>
          <p:nvPr/>
        </p:nvSpPr>
        <p:spPr>
          <a:xfrm>
            <a:off x="19865947" y="2060686"/>
            <a:ext cx="2330506" cy="233022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9679" h="20595" extrusionOk="0">
                <a:moveTo>
                  <a:pt x="9839" y="0"/>
                </a:moveTo>
                <a:cubicBezTo>
                  <a:pt x="7321" y="0"/>
                  <a:pt x="4802" y="1006"/>
                  <a:pt x="2881" y="3017"/>
                </a:cubicBezTo>
                <a:cubicBezTo>
                  <a:pt x="-961" y="7038"/>
                  <a:pt x="-961" y="13557"/>
                  <a:pt x="2881" y="17578"/>
                </a:cubicBezTo>
                <a:cubicBezTo>
                  <a:pt x="6724" y="21600"/>
                  <a:pt x="12954" y="21600"/>
                  <a:pt x="16797" y="17578"/>
                </a:cubicBezTo>
                <a:cubicBezTo>
                  <a:pt x="20639" y="13557"/>
                  <a:pt x="20639" y="7038"/>
                  <a:pt x="16797" y="3017"/>
                </a:cubicBezTo>
                <a:cubicBezTo>
                  <a:pt x="14876" y="1006"/>
                  <a:pt x="12357" y="0"/>
                  <a:pt x="9839" y="0"/>
                </a:cubicBezTo>
                <a:close/>
                <a:moveTo>
                  <a:pt x="9839" y="2649"/>
                </a:moveTo>
                <a:cubicBezTo>
                  <a:pt x="11709" y="2649"/>
                  <a:pt x="13580" y="3397"/>
                  <a:pt x="15007" y="4890"/>
                </a:cubicBezTo>
                <a:cubicBezTo>
                  <a:pt x="17861" y="7877"/>
                  <a:pt x="17861" y="12718"/>
                  <a:pt x="15007" y="15705"/>
                </a:cubicBezTo>
                <a:cubicBezTo>
                  <a:pt x="12153" y="18692"/>
                  <a:pt x="7525" y="18692"/>
                  <a:pt x="4671" y="15705"/>
                </a:cubicBezTo>
                <a:cubicBezTo>
                  <a:pt x="1817" y="12718"/>
                  <a:pt x="1817" y="7877"/>
                  <a:pt x="4671" y="4890"/>
                </a:cubicBezTo>
                <a:cubicBezTo>
                  <a:pt x="6098" y="3397"/>
                  <a:pt x="7969" y="2649"/>
                  <a:pt x="9839" y="2649"/>
                </a:cubicBezTo>
                <a:close/>
              </a:path>
            </a:pathLst>
          </a:custGeom>
          <a:gradFill>
            <a:gsLst>
              <a:gs pos="0">
                <a:schemeClr val="accent2"/>
              </a:gs>
              <a:gs pos="100000">
                <a:schemeClr val="accent1"/>
              </a:gs>
            </a:gsLst>
            <a:lin ang="5400000"/>
          </a:gradFill>
          <a:ln w="12700">
            <a:miter lim="400000"/>
          </a:ln>
        </p:spPr>
        <p:txBody>
          <a:bodyPr lIns="0" tIns="0" rIns="0" bIns="0" anchor="ctr"/>
          <a:lstStyle/>
          <a:p>
            <a:pPr marL="0" marR="0" lvl="0" indent="0" algn="ctr" defTabSz="8255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 kumimoji="0" sz="32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Helvetica Neue Medium"/>
              <a:sym typeface="Helvetica Neue Medium"/>
            </a:endParaRPr>
          </a:p>
        </p:txBody>
      </p:sp>
      <p:sp>
        <p:nvSpPr>
          <p:cNvPr id="228" name="Rounded Rectangle">
            <a:extLst>
              <a:ext uri="{FF2B5EF4-FFF2-40B4-BE49-F238E27FC236}">
                <a16:creationId xmlns:a16="http://schemas.microsoft.com/office/drawing/2014/main" id="{58A04D6F-4CF4-81BB-59DD-1DC746F08BEB}"/>
              </a:ext>
            </a:extLst>
          </p:cNvPr>
          <p:cNvSpPr/>
          <p:nvPr/>
        </p:nvSpPr>
        <p:spPr>
          <a:xfrm>
            <a:off x="1413182" y="3302000"/>
            <a:ext cx="21616294" cy="8897388"/>
          </a:xfrm>
          <a:prstGeom prst="roundRect">
            <a:avLst>
              <a:gd name="adj" fmla="val 2897"/>
            </a:avLst>
          </a:prstGeom>
          <a:solidFill>
            <a:schemeClr val="accent4"/>
          </a:solidFill>
          <a:ln w="12700">
            <a:miter lim="400000"/>
          </a:ln>
          <a:effectLst>
            <a:outerShdw blurRad="558800" dist="71163" dir="5400000" rotWithShape="0">
              <a:srgbClr val="000000">
                <a:alpha val="19617"/>
              </a:srgbClr>
            </a:outerShdw>
          </a:effectLst>
        </p:spPr>
        <p:txBody>
          <a:bodyPr lIns="0" tIns="0" rIns="0" bIns="0" anchor="ctr"/>
          <a:lstStyle/>
          <a:p>
            <a:pPr marL="0" marR="0" lvl="0" indent="0" algn="ctr" defTabSz="8255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 kumimoji="0" sz="32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Helvetica Neue Medium"/>
              <a:sym typeface="Helvetica Neue Medium"/>
            </a:endParaRP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19560714-2549-1713-E6A1-B1F54DD999D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37563" y="3598684"/>
            <a:ext cx="19758890" cy="82125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73195991"/>
      </p:ext>
    </p:extLst>
  </p:cSld>
  <p:clrMapOvr>
    <a:masterClrMapping/>
  </p:clrMapOvr>
  <p:transition spd="med"/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3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353742D-746E-CCEF-0EE7-7859F288E1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Shape">
            <a:extLst>
              <a:ext uri="{FF2B5EF4-FFF2-40B4-BE49-F238E27FC236}">
                <a16:creationId xmlns:a16="http://schemas.microsoft.com/office/drawing/2014/main" id="{56111D44-9FBD-9174-2E12-0E42F0CEBC1F}"/>
              </a:ext>
            </a:extLst>
          </p:cNvPr>
          <p:cNvSpPr/>
          <p:nvPr/>
        </p:nvSpPr>
        <p:spPr>
          <a:xfrm>
            <a:off x="6290541" y="12617233"/>
            <a:ext cx="2709718" cy="270939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9679" h="20595" extrusionOk="0">
                <a:moveTo>
                  <a:pt x="9839" y="0"/>
                </a:moveTo>
                <a:cubicBezTo>
                  <a:pt x="7321" y="0"/>
                  <a:pt x="4802" y="1006"/>
                  <a:pt x="2881" y="3017"/>
                </a:cubicBezTo>
                <a:cubicBezTo>
                  <a:pt x="-961" y="7038"/>
                  <a:pt x="-961" y="13557"/>
                  <a:pt x="2881" y="17578"/>
                </a:cubicBezTo>
                <a:cubicBezTo>
                  <a:pt x="6724" y="21600"/>
                  <a:pt x="12954" y="21600"/>
                  <a:pt x="16797" y="17578"/>
                </a:cubicBezTo>
                <a:cubicBezTo>
                  <a:pt x="20639" y="13557"/>
                  <a:pt x="20639" y="7038"/>
                  <a:pt x="16797" y="3017"/>
                </a:cubicBezTo>
                <a:cubicBezTo>
                  <a:pt x="14876" y="1006"/>
                  <a:pt x="12357" y="0"/>
                  <a:pt x="9839" y="0"/>
                </a:cubicBezTo>
                <a:close/>
                <a:moveTo>
                  <a:pt x="9839" y="2649"/>
                </a:moveTo>
                <a:cubicBezTo>
                  <a:pt x="11709" y="2649"/>
                  <a:pt x="13580" y="3397"/>
                  <a:pt x="15007" y="4890"/>
                </a:cubicBezTo>
                <a:cubicBezTo>
                  <a:pt x="17861" y="7877"/>
                  <a:pt x="17861" y="12718"/>
                  <a:pt x="15007" y="15705"/>
                </a:cubicBezTo>
                <a:cubicBezTo>
                  <a:pt x="12153" y="18692"/>
                  <a:pt x="7525" y="18692"/>
                  <a:pt x="4671" y="15705"/>
                </a:cubicBezTo>
                <a:cubicBezTo>
                  <a:pt x="1817" y="12718"/>
                  <a:pt x="1817" y="7877"/>
                  <a:pt x="4671" y="4890"/>
                </a:cubicBezTo>
                <a:cubicBezTo>
                  <a:pt x="6098" y="3397"/>
                  <a:pt x="7969" y="2649"/>
                  <a:pt x="9839" y="2649"/>
                </a:cubicBezTo>
                <a:close/>
              </a:path>
            </a:pathLst>
          </a:custGeom>
          <a:gradFill>
            <a:gsLst>
              <a:gs pos="0">
                <a:schemeClr val="accent2"/>
              </a:gs>
              <a:gs pos="100000">
                <a:schemeClr val="accent1"/>
              </a:gs>
            </a:gsLst>
            <a:lin ang="5400000"/>
          </a:gradFill>
          <a:ln w="12700">
            <a:miter lim="400000"/>
          </a:ln>
        </p:spPr>
        <p:txBody>
          <a:bodyPr lIns="0" tIns="0" rIns="0" bIns="0" anchor="ctr"/>
          <a:lstStyle/>
          <a:p>
            <a:pPr marL="0" marR="0" lvl="0" indent="0" algn="ctr" defTabSz="8255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 kumimoji="0" sz="32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Helvetica Neue Medium"/>
              <a:sym typeface="Helvetica Neue Medium"/>
            </a:endParaRPr>
          </a:p>
        </p:txBody>
      </p:sp>
      <p:sp>
        <p:nvSpPr>
          <p:cNvPr id="216" name="Shape">
            <a:extLst>
              <a:ext uri="{FF2B5EF4-FFF2-40B4-BE49-F238E27FC236}">
                <a16:creationId xmlns:a16="http://schemas.microsoft.com/office/drawing/2014/main" id="{E7F45496-6BBB-D0EC-AA8A-C89249976434}"/>
              </a:ext>
            </a:extLst>
          </p:cNvPr>
          <p:cNvSpPr/>
          <p:nvPr/>
        </p:nvSpPr>
        <p:spPr>
          <a:xfrm>
            <a:off x="14339439" y="2620192"/>
            <a:ext cx="6322300" cy="632257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800" y="0"/>
                </a:moveTo>
                <a:cubicBezTo>
                  <a:pt x="10787" y="0"/>
                  <a:pt x="10773" y="1"/>
                  <a:pt x="10759" y="1"/>
                </a:cubicBezTo>
                <a:lnTo>
                  <a:pt x="1" y="10760"/>
                </a:lnTo>
                <a:cubicBezTo>
                  <a:pt x="0" y="10900"/>
                  <a:pt x="3" y="11040"/>
                  <a:pt x="8" y="11181"/>
                </a:cubicBezTo>
                <a:lnTo>
                  <a:pt x="11180" y="9"/>
                </a:lnTo>
                <a:cubicBezTo>
                  <a:pt x="11054" y="4"/>
                  <a:pt x="10927" y="0"/>
                  <a:pt x="10800" y="0"/>
                </a:cubicBezTo>
                <a:close/>
                <a:moveTo>
                  <a:pt x="10211" y="17"/>
                </a:moveTo>
                <a:cubicBezTo>
                  <a:pt x="10057" y="25"/>
                  <a:pt x="9903" y="36"/>
                  <a:pt x="9748" y="51"/>
                </a:cubicBezTo>
                <a:lnTo>
                  <a:pt x="50" y="9749"/>
                </a:lnTo>
                <a:cubicBezTo>
                  <a:pt x="35" y="9903"/>
                  <a:pt x="25" y="10057"/>
                  <a:pt x="16" y="10212"/>
                </a:cubicBezTo>
                <a:lnTo>
                  <a:pt x="10211" y="17"/>
                </a:lnTo>
                <a:close/>
                <a:moveTo>
                  <a:pt x="11683" y="38"/>
                </a:moveTo>
                <a:lnTo>
                  <a:pt x="38" y="11684"/>
                </a:lnTo>
                <a:cubicBezTo>
                  <a:pt x="48" y="11814"/>
                  <a:pt x="62" y="11944"/>
                  <a:pt x="78" y="12075"/>
                </a:cubicBezTo>
                <a:lnTo>
                  <a:pt x="12074" y="78"/>
                </a:lnTo>
                <a:cubicBezTo>
                  <a:pt x="11944" y="63"/>
                  <a:pt x="11814" y="49"/>
                  <a:pt x="11683" y="38"/>
                </a:cubicBezTo>
                <a:close/>
                <a:moveTo>
                  <a:pt x="9136" y="131"/>
                </a:moveTo>
                <a:cubicBezTo>
                  <a:pt x="8960" y="158"/>
                  <a:pt x="8786" y="190"/>
                  <a:pt x="8611" y="226"/>
                </a:cubicBezTo>
                <a:lnTo>
                  <a:pt x="226" y="8611"/>
                </a:lnTo>
                <a:cubicBezTo>
                  <a:pt x="190" y="8786"/>
                  <a:pt x="157" y="8961"/>
                  <a:pt x="130" y="9137"/>
                </a:cubicBezTo>
                <a:lnTo>
                  <a:pt x="9136" y="131"/>
                </a:lnTo>
                <a:close/>
                <a:moveTo>
                  <a:pt x="12541" y="143"/>
                </a:moveTo>
                <a:lnTo>
                  <a:pt x="143" y="12541"/>
                </a:lnTo>
                <a:cubicBezTo>
                  <a:pt x="163" y="12663"/>
                  <a:pt x="183" y="12785"/>
                  <a:pt x="207" y="12906"/>
                </a:cubicBezTo>
                <a:lnTo>
                  <a:pt x="12906" y="208"/>
                </a:lnTo>
                <a:cubicBezTo>
                  <a:pt x="12785" y="184"/>
                  <a:pt x="12663" y="163"/>
                  <a:pt x="12541" y="143"/>
                </a:cubicBezTo>
                <a:close/>
                <a:moveTo>
                  <a:pt x="13343" y="303"/>
                </a:moveTo>
                <a:lnTo>
                  <a:pt x="303" y="13343"/>
                </a:lnTo>
                <a:cubicBezTo>
                  <a:pt x="330" y="13456"/>
                  <a:pt x="361" y="13569"/>
                  <a:pt x="392" y="13682"/>
                </a:cubicBezTo>
                <a:lnTo>
                  <a:pt x="13682" y="393"/>
                </a:lnTo>
                <a:cubicBezTo>
                  <a:pt x="13569" y="362"/>
                  <a:pt x="13456" y="331"/>
                  <a:pt x="13343" y="303"/>
                </a:cubicBezTo>
                <a:close/>
                <a:moveTo>
                  <a:pt x="7909" y="395"/>
                </a:moveTo>
                <a:cubicBezTo>
                  <a:pt x="7701" y="452"/>
                  <a:pt x="7495" y="515"/>
                  <a:pt x="7290" y="585"/>
                </a:cubicBezTo>
                <a:lnTo>
                  <a:pt x="584" y="7290"/>
                </a:lnTo>
                <a:cubicBezTo>
                  <a:pt x="514" y="7495"/>
                  <a:pt x="452" y="7702"/>
                  <a:pt x="394" y="7909"/>
                </a:cubicBezTo>
                <a:lnTo>
                  <a:pt x="7909" y="395"/>
                </a:lnTo>
                <a:close/>
                <a:moveTo>
                  <a:pt x="14094" y="515"/>
                </a:moveTo>
                <a:lnTo>
                  <a:pt x="514" y="14094"/>
                </a:lnTo>
                <a:cubicBezTo>
                  <a:pt x="549" y="14202"/>
                  <a:pt x="583" y="14310"/>
                  <a:pt x="620" y="14417"/>
                </a:cubicBezTo>
                <a:lnTo>
                  <a:pt x="14417" y="621"/>
                </a:lnTo>
                <a:cubicBezTo>
                  <a:pt x="14310" y="583"/>
                  <a:pt x="14202" y="549"/>
                  <a:pt x="14094" y="515"/>
                </a:cubicBezTo>
                <a:close/>
                <a:moveTo>
                  <a:pt x="14804" y="767"/>
                </a:moveTo>
                <a:lnTo>
                  <a:pt x="767" y="14804"/>
                </a:lnTo>
                <a:cubicBezTo>
                  <a:pt x="807" y="14905"/>
                  <a:pt x="851" y="15004"/>
                  <a:pt x="894" y="15104"/>
                </a:cubicBezTo>
                <a:lnTo>
                  <a:pt x="15104" y="895"/>
                </a:lnTo>
                <a:cubicBezTo>
                  <a:pt x="15004" y="852"/>
                  <a:pt x="14905" y="807"/>
                  <a:pt x="14804" y="767"/>
                </a:cubicBezTo>
                <a:close/>
                <a:moveTo>
                  <a:pt x="6411" y="932"/>
                </a:moveTo>
                <a:cubicBezTo>
                  <a:pt x="6118" y="1062"/>
                  <a:pt x="5831" y="1206"/>
                  <a:pt x="5549" y="1363"/>
                </a:cubicBezTo>
                <a:lnTo>
                  <a:pt x="1362" y="5549"/>
                </a:lnTo>
                <a:cubicBezTo>
                  <a:pt x="1205" y="5832"/>
                  <a:pt x="1061" y="6119"/>
                  <a:pt x="931" y="6411"/>
                </a:cubicBezTo>
                <a:lnTo>
                  <a:pt x="6411" y="932"/>
                </a:lnTo>
                <a:close/>
                <a:moveTo>
                  <a:pt x="15470" y="1061"/>
                </a:moveTo>
                <a:lnTo>
                  <a:pt x="1060" y="15471"/>
                </a:lnTo>
                <a:cubicBezTo>
                  <a:pt x="1106" y="15567"/>
                  <a:pt x="1153" y="15664"/>
                  <a:pt x="1202" y="15759"/>
                </a:cubicBezTo>
                <a:lnTo>
                  <a:pt x="15759" y="1203"/>
                </a:lnTo>
                <a:cubicBezTo>
                  <a:pt x="15663" y="1153"/>
                  <a:pt x="15567" y="1107"/>
                  <a:pt x="15470" y="1061"/>
                </a:cubicBezTo>
                <a:close/>
                <a:moveTo>
                  <a:pt x="16103" y="1391"/>
                </a:moveTo>
                <a:lnTo>
                  <a:pt x="1391" y="16103"/>
                </a:lnTo>
                <a:cubicBezTo>
                  <a:pt x="1442" y="16194"/>
                  <a:pt x="1494" y="16285"/>
                  <a:pt x="1549" y="16375"/>
                </a:cubicBezTo>
                <a:lnTo>
                  <a:pt x="16375" y="1549"/>
                </a:lnTo>
                <a:cubicBezTo>
                  <a:pt x="16285" y="1495"/>
                  <a:pt x="16194" y="1442"/>
                  <a:pt x="16103" y="1391"/>
                </a:cubicBezTo>
                <a:close/>
                <a:moveTo>
                  <a:pt x="16703" y="1754"/>
                </a:moveTo>
                <a:lnTo>
                  <a:pt x="1753" y="16703"/>
                </a:lnTo>
                <a:cubicBezTo>
                  <a:pt x="1809" y="16788"/>
                  <a:pt x="1869" y="16872"/>
                  <a:pt x="1928" y="16956"/>
                </a:cubicBezTo>
                <a:lnTo>
                  <a:pt x="16956" y="1928"/>
                </a:lnTo>
                <a:cubicBezTo>
                  <a:pt x="16872" y="1869"/>
                  <a:pt x="16788" y="1810"/>
                  <a:pt x="16703" y="1754"/>
                </a:cubicBezTo>
                <a:close/>
                <a:moveTo>
                  <a:pt x="17267" y="2151"/>
                </a:moveTo>
                <a:lnTo>
                  <a:pt x="2151" y="17267"/>
                </a:lnTo>
                <a:cubicBezTo>
                  <a:pt x="2212" y="17349"/>
                  <a:pt x="2274" y="17430"/>
                  <a:pt x="2338" y="17510"/>
                </a:cubicBezTo>
                <a:lnTo>
                  <a:pt x="17510" y="2338"/>
                </a:lnTo>
                <a:cubicBezTo>
                  <a:pt x="17430" y="2275"/>
                  <a:pt x="17349" y="2212"/>
                  <a:pt x="17267" y="2151"/>
                </a:cubicBezTo>
                <a:close/>
                <a:moveTo>
                  <a:pt x="3805" y="2574"/>
                </a:moveTo>
                <a:cubicBezTo>
                  <a:pt x="3586" y="2761"/>
                  <a:pt x="3370" y="2956"/>
                  <a:pt x="3163" y="3163"/>
                </a:cubicBezTo>
                <a:cubicBezTo>
                  <a:pt x="2955" y="3371"/>
                  <a:pt x="2761" y="3586"/>
                  <a:pt x="2574" y="3806"/>
                </a:cubicBezTo>
                <a:lnTo>
                  <a:pt x="3805" y="2574"/>
                </a:lnTo>
                <a:close/>
                <a:moveTo>
                  <a:pt x="17801" y="2579"/>
                </a:moveTo>
                <a:lnTo>
                  <a:pt x="2579" y="17801"/>
                </a:lnTo>
                <a:cubicBezTo>
                  <a:pt x="2645" y="17878"/>
                  <a:pt x="2709" y="17957"/>
                  <a:pt x="2777" y="18032"/>
                </a:cubicBezTo>
                <a:lnTo>
                  <a:pt x="18032" y="2777"/>
                </a:lnTo>
                <a:cubicBezTo>
                  <a:pt x="17957" y="2709"/>
                  <a:pt x="17878" y="2645"/>
                  <a:pt x="17801" y="2579"/>
                </a:cubicBezTo>
                <a:close/>
                <a:moveTo>
                  <a:pt x="18304" y="3036"/>
                </a:moveTo>
                <a:lnTo>
                  <a:pt x="3036" y="18304"/>
                </a:lnTo>
                <a:cubicBezTo>
                  <a:pt x="3079" y="18349"/>
                  <a:pt x="3119" y="18394"/>
                  <a:pt x="3163" y="18438"/>
                </a:cubicBezTo>
                <a:cubicBezTo>
                  <a:pt x="3191" y="18466"/>
                  <a:pt x="3222" y="18492"/>
                  <a:pt x="3250" y="18521"/>
                </a:cubicBezTo>
                <a:lnTo>
                  <a:pt x="18521" y="3251"/>
                </a:lnTo>
                <a:cubicBezTo>
                  <a:pt x="18492" y="3222"/>
                  <a:pt x="18466" y="3192"/>
                  <a:pt x="18438" y="3163"/>
                </a:cubicBezTo>
                <a:cubicBezTo>
                  <a:pt x="18394" y="3119"/>
                  <a:pt x="18348" y="3079"/>
                  <a:pt x="18304" y="3036"/>
                </a:cubicBezTo>
                <a:close/>
                <a:moveTo>
                  <a:pt x="18781" y="3523"/>
                </a:moveTo>
                <a:lnTo>
                  <a:pt x="3522" y="18781"/>
                </a:lnTo>
                <a:cubicBezTo>
                  <a:pt x="3598" y="18850"/>
                  <a:pt x="3676" y="18915"/>
                  <a:pt x="3753" y="18982"/>
                </a:cubicBezTo>
                <a:lnTo>
                  <a:pt x="18982" y="3753"/>
                </a:lnTo>
                <a:cubicBezTo>
                  <a:pt x="18915" y="3676"/>
                  <a:pt x="18850" y="3598"/>
                  <a:pt x="18781" y="3523"/>
                </a:cubicBezTo>
                <a:close/>
                <a:moveTo>
                  <a:pt x="19224" y="4041"/>
                </a:moveTo>
                <a:lnTo>
                  <a:pt x="4041" y="19224"/>
                </a:lnTo>
                <a:cubicBezTo>
                  <a:pt x="4121" y="19289"/>
                  <a:pt x="4202" y="19350"/>
                  <a:pt x="4283" y="19412"/>
                </a:cubicBezTo>
                <a:lnTo>
                  <a:pt x="19412" y="4283"/>
                </a:lnTo>
                <a:cubicBezTo>
                  <a:pt x="19350" y="4202"/>
                  <a:pt x="19289" y="4121"/>
                  <a:pt x="19224" y="4041"/>
                </a:cubicBezTo>
                <a:close/>
                <a:moveTo>
                  <a:pt x="19637" y="4591"/>
                </a:moveTo>
                <a:lnTo>
                  <a:pt x="4591" y="19637"/>
                </a:lnTo>
                <a:cubicBezTo>
                  <a:pt x="4675" y="19696"/>
                  <a:pt x="4758" y="19757"/>
                  <a:pt x="4843" y="19813"/>
                </a:cubicBezTo>
                <a:lnTo>
                  <a:pt x="19813" y="4844"/>
                </a:lnTo>
                <a:cubicBezTo>
                  <a:pt x="19757" y="4758"/>
                  <a:pt x="19696" y="4675"/>
                  <a:pt x="19637" y="4591"/>
                </a:cubicBezTo>
                <a:close/>
                <a:moveTo>
                  <a:pt x="20019" y="5172"/>
                </a:moveTo>
                <a:lnTo>
                  <a:pt x="5172" y="20019"/>
                </a:lnTo>
                <a:cubicBezTo>
                  <a:pt x="5261" y="20073"/>
                  <a:pt x="5351" y="20126"/>
                  <a:pt x="5441" y="20178"/>
                </a:cubicBezTo>
                <a:lnTo>
                  <a:pt x="20178" y="5441"/>
                </a:lnTo>
                <a:cubicBezTo>
                  <a:pt x="20126" y="5351"/>
                  <a:pt x="20073" y="5261"/>
                  <a:pt x="20019" y="5172"/>
                </a:cubicBezTo>
                <a:close/>
                <a:moveTo>
                  <a:pt x="20369" y="5782"/>
                </a:moveTo>
                <a:lnTo>
                  <a:pt x="5782" y="20369"/>
                </a:lnTo>
                <a:cubicBezTo>
                  <a:pt x="5877" y="20419"/>
                  <a:pt x="5974" y="20463"/>
                  <a:pt x="6071" y="20510"/>
                </a:cubicBezTo>
                <a:lnTo>
                  <a:pt x="20510" y="6071"/>
                </a:lnTo>
                <a:cubicBezTo>
                  <a:pt x="20463" y="5975"/>
                  <a:pt x="20419" y="5878"/>
                  <a:pt x="20369" y="5782"/>
                </a:cubicBezTo>
                <a:close/>
                <a:moveTo>
                  <a:pt x="20679" y="6434"/>
                </a:moveTo>
                <a:lnTo>
                  <a:pt x="6434" y="20679"/>
                </a:lnTo>
                <a:cubicBezTo>
                  <a:pt x="6534" y="20723"/>
                  <a:pt x="6633" y="20769"/>
                  <a:pt x="6734" y="20809"/>
                </a:cubicBezTo>
                <a:lnTo>
                  <a:pt x="20809" y="6735"/>
                </a:lnTo>
                <a:cubicBezTo>
                  <a:pt x="20769" y="6634"/>
                  <a:pt x="20723" y="6534"/>
                  <a:pt x="20679" y="6434"/>
                </a:cubicBezTo>
                <a:close/>
                <a:moveTo>
                  <a:pt x="20956" y="7121"/>
                </a:moveTo>
                <a:lnTo>
                  <a:pt x="7120" y="20956"/>
                </a:lnTo>
                <a:cubicBezTo>
                  <a:pt x="7226" y="20994"/>
                  <a:pt x="7333" y="21030"/>
                  <a:pt x="7439" y="21065"/>
                </a:cubicBezTo>
                <a:lnTo>
                  <a:pt x="21065" y="7439"/>
                </a:lnTo>
                <a:cubicBezTo>
                  <a:pt x="21030" y="7333"/>
                  <a:pt x="20994" y="7226"/>
                  <a:pt x="20956" y="7121"/>
                </a:cubicBezTo>
                <a:close/>
                <a:moveTo>
                  <a:pt x="21190" y="7848"/>
                </a:moveTo>
                <a:lnTo>
                  <a:pt x="7848" y="21190"/>
                </a:lnTo>
                <a:cubicBezTo>
                  <a:pt x="7960" y="21221"/>
                  <a:pt x="8073" y="21252"/>
                  <a:pt x="8186" y="21280"/>
                </a:cubicBezTo>
                <a:lnTo>
                  <a:pt x="21280" y="8186"/>
                </a:lnTo>
                <a:cubicBezTo>
                  <a:pt x="21252" y="8073"/>
                  <a:pt x="21221" y="7960"/>
                  <a:pt x="21190" y="7848"/>
                </a:cubicBezTo>
                <a:close/>
                <a:moveTo>
                  <a:pt x="21378" y="8623"/>
                </a:moveTo>
                <a:lnTo>
                  <a:pt x="8623" y="21378"/>
                </a:lnTo>
                <a:cubicBezTo>
                  <a:pt x="8743" y="21402"/>
                  <a:pt x="8863" y="21424"/>
                  <a:pt x="8984" y="21445"/>
                </a:cubicBezTo>
                <a:lnTo>
                  <a:pt x="21445" y="8984"/>
                </a:lnTo>
                <a:cubicBezTo>
                  <a:pt x="21424" y="8864"/>
                  <a:pt x="21402" y="8743"/>
                  <a:pt x="21378" y="8623"/>
                </a:cubicBezTo>
                <a:close/>
                <a:moveTo>
                  <a:pt x="21514" y="9448"/>
                </a:moveTo>
                <a:lnTo>
                  <a:pt x="9447" y="21514"/>
                </a:lnTo>
                <a:cubicBezTo>
                  <a:pt x="9576" y="21530"/>
                  <a:pt x="9704" y="21546"/>
                  <a:pt x="9833" y="21557"/>
                </a:cubicBezTo>
                <a:lnTo>
                  <a:pt x="21557" y="9834"/>
                </a:lnTo>
                <a:cubicBezTo>
                  <a:pt x="21546" y="9705"/>
                  <a:pt x="21530" y="9576"/>
                  <a:pt x="21514" y="9448"/>
                </a:cubicBezTo>
                <a:close/>
                <a:moveTo>
                  <a:pt x="21590" y="10333"/>
                </a:moveTo>
                <a:lnTo>
                  <a:pt x="10332" y="21590"/>
                </a:lnTo>
                <a:cubicBezTo>
                  <a:pt x="10473" y="21596"/>
                  <a:pt x="10613" y="21599"/>
                  <a:pt x="10753" y="21600"/>
                </a:cubicBezTo>
                <a:lnTo>
                  <a:pt x="21600" y="10754"/>
                </a:lnTo>
                <a:cubicBezTo>
                  <a:pt x="21599" y="10613"/>
                  <a:pt x="21596" y="10473"/>
                  <a:pt x="21590" y="10333"/>
                </a:cubicBezTo>
                <a:close/>
                <a:moveTo>
                  <a:pt x="21590" y="11296"/>
                </a:moveTo>
                <a:lnTo>
                  <a:pt x="11295" y="21590"/>
                </a:lnTo>
                <a:cubicBezTo>
                  <a:pt x="11449" y="21583"/>
                  <a:pt x="11603" y="21572"/>
                  <a:pt x="11757" y="21558"/>
                </a:cubicBezTo>
                <a:lnTo>
                  <a:pt x="21558" y="11757"/>
                </a:lnTo>
                <a:cubicBezTo>
                  <a:pt x="21572" y="11603"/>
                  <a:pt x="21583" y="11450"/>
                  <a:pt x="21590" y="11296"/>
                </a:cubicBezTo>
                <a:close/>
                <a:moveTo>
                  <a:pt x="21489" y="12358"/>
                </a:moveTo>
                <a:lnTo>
                  <a:pt x="12358" y="21489"/>
                </a:lnTo>
                <a:cubicBezTo>
                  <a:pt x="12531" y="21464"/>
                  <a:pt x="12703" y="21434"/>
                  <a:pt x="12876" y="21400"/>
                </a:cubicBezTo>
                <a:lnTo>
                  <a:pt x="21400" y="12876"/>
                </a:lnTo>
                <a:cubicBezTo>
                  <a:pt x="21434" y="12704"/>
                  <a:pt x="21464" y="12531"/>
                  <a:pt x="21489" y="12358"/>
                </a:cubicBezTo>
                <a:close/>
                <a:moveTo>
                  <a:pt x="21239" y="13569"/>
                </a:moveTo>
                <a:lnTo>
                  <a:pt x="13569" y="21239"/>
                </a:lnTo>
                <a:cubicBezTo>
                  <a:pt x="13774" y="21185"/>
                  <a:pt x="13978" y="21125"/>
                  <a:pt x="14181" y="21058"/>
                </a:cubicBezTo>
                <a:lnTo>
                  <a:pt x="21058" y="14181"/>
                </a:lnTo>
                <a:cubicBezTo>
                  <a:pt x="21125" y="13978"/>
                  <a:pt x="21185" y="13774"/>
                  <a:pt x="21239" y="13569"/>
                </a:cubicBezTo>
                <a:close/>
                <a:moveTo>
                  <a:pt x="20736" y="15035"/>
                </a:moveTo>
                <a:lnTo>
                  <a:pt x="15035" y="20736"/>
                </a:lnTo>
                <a:cubicBezTo>
                  <a:pt x="15310" y="20619"/>
                  <a:pt x="15581" y="20493"/>
                  <a:pt x="15848" y="20352"/>
                </a:cubicBezTo>
                <a:lnTo>
                  <a:pt x="20352" y="15848"/>
                </a:lnTo>
                <a:cubicBezTo>
                  <a:pt x="20493" y="15581"/>
                  <a:pt x="20619" y="15310"/>
                  <a:pt x="20736" y="15035"/>
                </a:cubicBezTo>
                <a:close/>
                <a:moveTo>
                  <a:pt x="19400" y="17332"/>
                </a:moveTo>
                <a:lnTo>
                  <a:pt x="17332" y="19400"/>
                </a:lnTo>
                <a:cubicBezTo>
                  <a:pt x="17716" y="19108"/>
                  <a:pt x="18087" y="18789"/>
                  <a:pt x="18438" y="18438"/>
                </a:cubicBezTo>
                <a:cubicBezTo>
                  <a:pt x="18788" y="18087"/>
                  <a:pt x="19107" y="17716"/>
                  <a:pt x="19400" y="17332"/>
                </a:cubicBezTo>
                <a:close/>
              </a:path>
            </a:pathLst>
          </a:custGeom>
          <a:solidFill>
            <a:schemeClr val="accent4"/>
          </a:solidFill>
          <a:ln w="12700">
            <a:miter lim="400000"/>
          </a:ln>
        </p:spPr>
        <p:txBody>
          <a:bodyPr lIns="0" tIns="0" rIns="0" bIns="0" anchor="ctr"/>
          <a:lstStyle/>
          <a:p>
            <a:pPr marL="0" marR="0" lvl="0" indent="0" algn="ctr" defTabSz="8255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 kumimoji="0" sz="32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Helvetica Neue Medium"/>
              <a:sym typeface="Helvetica Neue Medium"/>
            </a:endParaRPr>
          </a:p>
        </p:txBody>
      </p:sp>
      <p:sp>
        <p:nvSpPr>
          <p:cNvPr id="217" name="Shape">
            <a:extLst>
              <a:ext uri="{FF2B5EF4-FFF2-40B4-BE49-F238E27FC236}">
                <a16:creationId xmlns:a16="http://schemas.microsoft.com/office/drawing/2014/main" id="{1BB686A2-2A80-3286-F36F-6587AA01C20E}"/>
              </a:ext>
            </a:extLst>
          </p:cNvPr>
          <p:cNvSpPr/>
          <p:nvPr/>
        </p:nvSpPr>
        <p:spPr>
          <a:xfrm>
            <a:off x="5513585" y="9836851"/>
            <a:ext cx="2709536" cy="270965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800" y="0"/>
                </a:moveTo>
                <a:cubicBezTo>
                  <a:pt x="10787" y="0"/>
                  <a:pt x="10773" y="1"/>
                  <a:pt x="10759" y="1"/>
                </a:cubicBezTo>
                <a:lnTo>
                  <a:pt x="1" y="10760"/>
                </a:lnTo>
                <a:cubicBezTo>
                  <a:pt x="0" y="10900"/>
                  <a:pt x="3" y="11040"/>
                  <a:pt x="8" y="11181"/>
                </a:cubicBezTo>
                <a:lnTo>
                  <a:pt x="11180" y="9"/>
                </a:lnTo>
                <a:cubicBezTo>
                  <a:pt x="11054" y="4"/>
                  <a:pt x="10927" y="0"/>
                  <a:pt x="10800" y="0"/>
                </a:cubicBezTo>
                <a:close/>
                <a:moveTo>
                  <a:pt x="10211" y="17"/>
                </a:moveTo>
                <a:cubicBezTo>
                  <a:pt x="10057" y="25"/>
                  <a:pt x="9903" y="36"/>
                  <a:pt x="9748" y="51"/>
                </a:cubicBezTo>
                <a:lnTo>
                  <a:pt x="50" y="9749"/>
                </a:lnTo>
                <a:cubicBezTo>
                  <a:pt x="35" y="9903"/>
                  <a:pt x="25" y="10057"/>
                  <a:pt x="16" y="10212"/>
                </a:cubicBezTo>
                <a:lnTo>
                  <a:pt x="10211" y="17"/>
                </a:lnTo>
                <a:close/>
                <a:moveTo>
                  <a:pt x="11683" y="38"/>
                </a:moveTo>
                <a:lnTo>
                  <a:pt x="38" y="11684"/>
                </a:lnTo>
                <a:cubicBezTo>
                  <a:pt x="48" y="11814"/>
                  <a:pt x="62" y="11944"/>
                  <a:pt x="78" y="12075"/>
                </a:cubicBezTo>
                <a:lnTo>
                  <a:pt x="12074" y="78"/>
                </a:lnTo>
                <a:cubicBezTo>
                  <a:pt x="11944" y="63"/>
                  <a:pt x="11814" y="49"/>
                  <a:pt x="11683" y="38"/>
                </a:cubicBezTo>
                <a:close/>
                <a:moveTo>
                  <a:pt x="9136" y="131"/>
                </a:moveTo>
                <a:cubicBezTo>
                  <a:pt x="8960" y="158"/>
                  <a:pt x="8786" y="190"/>
                  <a:pt x="8611" y="226"/>
                </a:cubicBezTo>
                <a:lnTo>
                  <a:pt x="226" y="8611"/>
                </a:lnTo>
                <a:cubicBezTo>
                  <a:pt x="190" y="8786"/>
                  <a:pt x="157" y="8961"/>
                  <a:pt x="130" y="9137"/>
                </a:cubicBezTo>
                <a:lnTo>
                  <a:pt x="9136" y="131"/>
                </a:lnTo>
                <a:close/>
                <a:moveTo>
                  <a:pt x="12541" y="143"/>
                </a:moveTo>
                <a:lnTo>
                  <a:pt x="143" y="12541"/>
                </a:lnTo>
                <a:cubicBezTo>
                  <a:pt x="163" y="12663"/>
                  <a:pt x="183" y="12785"/>
                  <a:pt x="207" y="12906"/>
                </a:cubicBezTo>
                <a:lnTo>
                  <a:pt x="12906" y="208"/>
                </a:lnTo>
                <a:cubicBezTo>
                  <a:pt x="12785" y="184"/>
                  <a:pt x="12663" y="163"/>
                  <a:pt x="12541" y="143"/>
                </a:cubicBezTo>
                <a:close/>
                <a:moveTo>
                  <a:pt x="13343" y="303"/>
                </a:moveTo>
                <a:lnTo>
                  <a:pt x="303" y="13343"/>
                </a:lnTo>
                <a:cubicBezTo>
                  <a:pt x="330" y="13456"/>
                  <a:pt x="361" y="13569"/>
                  <a:pt x="392" y="13682"/>
                </a:cubicBezTo>
                <a:lnTo>
                  <a:pt x="13682" y="393"/>
                </a:lnTo>
                <a:cubicBezTo>
                  <a:pt x="13569" y="362"/>
                  <a:pt x="13456" y="331"/>
                  <a:pt x="13343" y="303"/>
                </a:cubicBezTo>
                <a:close/>
                <a:moveTo>
                  <a:pt x="7909" y="395"/>
                </a:moveTo>
                <a:cubicBezTo>
                  <a:pt x="7701" y="452"/>
                  <a:pt x="7495" y="515"/>
                  <a:pt x="7290" y="585"/>
                </a:cubicBezTo>
                <a:lnTo>
                  <a:pt x="584" y="7290"/>
                </a:lnTo>
                <a:cubicBezTo>
                  <a:pt x="514" y="7495"/>
                  <a:pt x="452" y="7702"/>
                  <a:pt x="394" y="7909"/>
                </a:cubicBezTo>
                <a:lnTo>
                  <a:pt x="7909" y="395"/>
                </a:lnTo>
                <a:close/>
                <a:moveTo>
                  <a:pt x="14094" y="515"/>
                </a:moveTo>
                <a:lnTo>
                  <a:pt x="514" y="14094"/>
                </a:lnTo>
                <a:cubicBezTo>
                  <a:pt x="549" y="14202"/>
                  <a:pt x="583" y="14310"/>
                  <a:pt x="620" y="14417"/>
                </a:cubicBezTo>
                <a:lnTo>
                  <a:pt x="14417" y="621"/>
                </a:lnTo>
                <a:cubicBezTo>
                  <a:pt x="14310" y="583"/>
                  <a:pt x="14202" y="549"/>
                  <a:pt x="14094" y="515"/>
                </a:cubicBezTo>
                <a:close/>
                <a:moveTo>
                  <a:pt x="14804" y="767"/>
                </a:moveTo>
                <a:lnTo>
                  <a:pt x="767" y="14804"/>
                </a:lnTo>
                <a:cubicBezTo>
                  <a:pt x="807" y="14905"/>
                  <a:pt x="851" y="15004"/>
                  <a:pt x="894" y="15104"/>
                </a:cubicBezTo>
                <a:lnTo>
                  <a:pt x="15104" y="895"/>
                </a:lnTo>
                <a:cubicBezTo>
                  <a:pt x="15004" y="852"/>
                  <a:pt x="14905" y="807"/>
                  <a:pt x="14804" y="767"/>
                </a:cubicBezTo>
                <a:close/>
                <a:moveTo>
                  <a:pt x="6411" y="932"/>
                </a:moveTo>
                <a:cubicBezTo>
                  <a:pt x="6118" y="1062"/>
                  <a:pt x="5831" y="1206"/>
                  <a:pt x="5549" y="1363"/>
                </a:cubicBezTo>
                <a:lnTo>
                  <a:pt x="1362" y="5549"/>
                </a:lnTo>
                <a:cubicBezTo>
                  <a:pt x="1205" y="5832"/>
                  <a:pt x="1061" y="6119"/>
                  <a:pt x="931" y="6411"/>
                </a:cubicBezTo>
                <a:lnTo>
                  <a:pt x="6411" y="932"/>
                </a:lnTo>
                <a:close/>
                <a:moveTo>
                  <a:pt x="15470" y="1061"/>
                </a:moveTo>
                <a:lnTo>
                  <a:pt x="1060" y="15471"/>
                </a:lnTo>
                <a:cubicBezTo>
                  <a:pt x="1106" y="15567"/>
                  <a:pt x="1153" y="15664"/>
                  <a:pt x="1202" y="15759"/>
                </a:cubicBezTo>
                <a:lnTo>
                  <a:pt x="15759" y="1203"/>
                </a:lnTo>
                <a:cubicBezTo>
                  <a:pt x="15663" y="1153"/>
                  <a:pt x="15567" y="1107"/>
                  <a:pt x="15470" y="1061"/>
                </a:cubicBezTo>
                <a:close/>
                <a:moveTo>
                  <a:pt x="16103" y="1391"/>
                </a:moveTo>
                <a:lnTo>
                  <a:pt x="1391" y="16103"/>
                </a:lnTo>
                <a:cubicBezTo>
                  <a:pt x="1442" y="16194"/>
                  <a:pt x="1494" y="16285"/>
                  <a:pt x="1548" y="16375"/>
                </a:cubicBezTo>
                <a:lnTo>
                  <a:pt x="16375" y="1549"/>
                </a:lnTo>
                <a:cubicBezTo>
                  <a:pt x="16285" y="1495"/>
                  <a:pt x="16194" y="1442"/>
                  <a:pt x="16103" y="1391"/>
                </a:cubicBezTo>
                <a:close/>
                <a:moveTo>
                  <a:pt x="16703" y="1754"/>
                </a:moveTo>
                <a:lnTo>
                  <a:pt x="1753" y="16703"/>
                </a:lnTo>
                <a:cubicBezTo>
                  <a:pt x="1809" y="16788"/>
                  <a:pt x="1869" y="16872"/>
                  <a:pt x="1928" y="16956"/>
                </a:cubicBezTo>
                <a:lnTo>
                  <a:pt x="16956" y="1928"/>
                </a:lnTo>
                <a:cubicBezTo>
                  <a:pt x="16872" y="1869"/>
                  <a:pt x="16788" y="1810"/>
                  <a:pt x="16703" y="1754"/>
                </a:cubicBezTo>
                <a:close/>
                <a:moveTo>
                  <a:pt x="17267" y="2151"/>
                </a:moveTo>
                <a:lnTo>
                  <a:pt x="2151" y="17267"/>
                </a:lnTo>
                <a:cubicBezTo>
                  <a:pt x="2212" y="17349"/>
                  <a:pt x="2274" y="17430"/>
                  <a:pt x="2338" y="17510"/>
                </a:cubicBezTo>
                <a:lnTo>
                  <a:pt x="17510" y="2338"/>
                </a:lnTo>
                <a:cubicBezTo>
                  <a:pt x="17430" y="2275"/>
                  <a:pt x="17349" y="2212"/>
                  <a:pt x="17267" y="2151"/>
                </a:cubicBezTo>
                <a:close/>
                <a:moveTo>
                  <a:pt x="3805" y="2574"/>
                </a:moveTo>
                <a:cubicBezTo>
                  <a:pt x="3586" y="2761"/>
                  <a:pt x="3370" y="2956"/>
                  <a:pt x="3163" y="3163"/>
                </a:cubicBezTo>
                <a:cubicBezTo>
                  <a:pt x="2955" y="3371"/>
                  <a:pt x="2761" y="3586"/>
                  <a:pt x="2574" y="3806"/>
                </a:cubicBezTo>
                <a:lnTo>
                  <a:pt x="3805" y="2574"/>
                </a:lnTo>
                <a:close/>
                <a:moveTo>
                  <a:pt x="17801" y="2579"/>
                </a:moveTo>
                <a:lnTo>
                  <a:pt x="2579" y="17801"/>
                </a:lnTo>
                <a:cubicBezTo>
                  <a:pt x="2645" y="17878"/>
                  <a:pt x="2709" y="17957"/>
                  <a:pt x="2777" y="18032"/>
                </a:cubicBezTo>
                <a:lnTo>
                  <a:pt x="18032" y="2777"/>
                </a:lnTo>
                <a:cubicBezTo>
                  <a:pt x="17957" y="2709"/>
                  <a:pt x="17878" y="2645"/>
                  <a:pt x="17801" y="2579"/>
                </a:cubicBezTo>
                <a:close/>
                <a:moveTo>
                  <a:pt x="18304" y="3036"/>
                </a:moveTo>
                <a:lnTo>
                  <a:pt x="3036" y="18304"/>
                </a:lnTo>
                <a:cubicBezTo>
                  <a:pt x="3079" y="18349"/>
                  <a:pt x="3119" y="18394"/>
                  <a:pt x="3163" y="18438"/>
                </a:cubicBezTo>
                <a:cubicBezTo>
                  <a:pt x="3191" y="18466"/>
                  <a:pt x="3222" y="18492"/>
                  <a:pt x="3250" y="18521"/>
                </a:cubicBezTo>
                <a:lnTo>
                  <a:pt x="18521" y="3251"/>
                </a:lnTo>
                <a:cubicBezTo>
                  <a:pt x="18492" y="3222"/>
                  <a:pt x="18466" y="3192"/>
                  <a:pt x="18438" y="3163"/>
                </a:cubicBezTo>
                <a:cubicBezTo>
                  <a:pt x="18394" y="3119"/>
                  <a:pt x="18348" y="3079"/>
                  <a:pt x="18304" y="3036"/>
                </a:cubicBezTo>
                <a:close/>
                <a:moveTo>
                  <a:pt x="18781" y="3523"/>
                </a:moveTo>
                <a:lnTo>
                  <a:pt x="3522" y="18781"/>
                </a:lnTo>
                <a:cubicBezTo>
                  <a:pt x="3598" y="18850"/>
                  <a:pt x="3676" y="18915"/>
                  <a:pt x="3753" y="18982"/>
                </a:cubicBezTo>
                <a:lnTo>
                  <a:pt x="18982" y="3753"/>
                </a:lnTo>
                <a:cubicBezTo>
                  <a:pt x="18915" y="3676"/>
                  <a:pt x="18850" y="3598"/>
                  <a:pt x="18781" y="3523"/>
                </a:cubicBezTo>
                <a:close/>
                <a:moveTo>
                  <a:pt x="19224" y="4041"/>
                </a:moveTo>
                <a:lnTo>
                  <a:pt x="4041" y="19224"/>
                </a:lnTo>
                <a:cubicBezTo>
                  <a:pt x="4121" y="19289"/>
                  <a:pt x="4202" y="19350"/>
                  <a:pt x="4283" y="19412"/>
                </a:cubicBezTo>
                <a:lnTo>
                  <a:pt x="19412" y="4283"/>
                </a:lnTo>
                <a:cubicBezTo>
                  <a:pt x="19350" y="4202"/>
                  <a:pt x="19289" y="4121"/>
                  <a:pt x="19224" y="4041"/>
                </a:cubicBezTo>
                <a:close/>
                <a:moveTo>
                  <a:pt x="19637" y="4591"/>
                </a:moveTo>
                <a:lnTo>
                  <a:pt x="4591" y="19637"/>
                </a:lnTo>
                <a:cubicBezTo>
                  <a:pt x="4675" y="19696"/>
                  <a:pt x="4758" y="19757"/>
                  <a:pt x="4843" y="19813"/>
                </a:cubicBezTo>
                <a:lnTo>
                  <a:pt x="19813" y="4844"/>
                </a:lnTo>
                <a:cubicBezTo>
                  <a:pt x="19757" y="4758"/>
                  <a:pt x="19696" y="4675"/>
                  <a:pt x="19637" y="4591"/>
                </a:cubicBezTo>
                <a:close/>
                <a:moveTo>
                  <a:pt x="20019" y="5172"/>
                </a:moveTo>
                <a:lnTo>
                  <a:pt x="5172" y="20019"/>
                </a:lnTo>
                <a:cubicBezTo>
                  <a:pt x="5261" y="20073"/>
                  <a:pt x="5351" y="20126"/>
                  <a:pt x="5441" y="20178"/>
                </a:cubicBezTo>
                <a:lnTo>
                  <a:pt x="20178" y="5441"/>
                </a:lnTo>
                <a:cubicBezTo>
                  <a:pt x="20126" y="5351"/>
                  <a:pt x="20073" y="5261"/>
                  <a:pt x="20019" y="5172"/>
                </a:cubicBezTo>
                <a:close/>
                <a:moveTo>
                  <a:pt x="20369" y="5782"/>
                </a:moveTo>
                <a:lnTo>
                  <a:pt x="5782" y="20369"/>
                </a:lnTo>
                <a:cubicBezTo>
                  <a:pt x="5877" y="20419"/>
                  <a:pt x="5974" y="20463"/>
                  <a:pt x="6071" y="20510"/>
                </a:cubicBezTo>
                <a:lnTo>
                  <a:pt x="20510" y="6071"/>
                </a:lnTo>
                <a:cubicBezTo>
                  <a:pt x="20463" y="5975"/>
                  <a:pt x="20419" y="5878"/>
                  <a:pt x="20369" y="5782"/>
                </a:cubicBezTo>
                <a:close/>
                <a:moveTo>
                  <a:pt x="20679" y="6434"/>
                </a:moveTo>
                <a:lnTo>
                  <a:pt x="6434" y="20679"/>
                </a:lnTo>
                <a:cubicBezTo>
                  <a:pt x="6534" y="20723"/>
                  <a:pt x="6633" y="20769"/>
                  <a:pt x="6734" y="20809"/>
                </a:cubicBezTo>
                <a:lnTo>
                  <a:pt x="20809" y="6735"/>
                </a:lnTo>
                <a:cubicBezTo>
                  <a:pt x="20769" y="6634"/>
                  <a:pt x="20723" y="6534"/>
                  <a:pt x="20679" y="6434"/>
                </a:cubicBezTo>
                <a:close/>
                <a:moveTo>
                  <a:pt x="20956" y="7121"/>
                </a:moveTo>
                <a:lnTo>
                  <a:pt x="7120" y="20956"/>
                </a:lnTo>
                <a:cubicBezTo>
                  <a:pt x="7226" y="20994"/>
                  <a:pt x="7333" y="21030"/>
                  <a:pt x="7439" y="21065"/>
                </a:cubicBezTo>
                <a:lnTo>
                  <a:pt x="21065" y="7439"/>
                </a:lnTo>
                <a:cubicBezTo>
                  <a:pt x="21030" y="7333"/>
                  <a:pt x="20994" y="7226"/>
                  <a:pt x="20956" y="7121"/>
                </a:cubicBezTo>
                <a:close/>
                <a:moveTo>
                  <a:pt x="21190" y="7848"/>
                </a:moveTo>
                <a:lnTo>
                  <a:pt x="7848" y="21190"/>
                </a:lnTo>
                <a:cubicBezTo>
                  <a:pt x="7960" y="21221"/>
                  <a:pt x="8073" y="21252"/>
                  <a:pt x="8186" y="21280"/>
                </a:cubicBezTo>
                <a:lnTo>
                  <a:pt x="21280" y="8186"/>
                </a:lnTo>
                <a:cubicBezTo>
                  <a:pt x="21252" y="8073"/>
                  <a:pt x="21221" y="7960"/>
                  <a:pt x="21190" y="7848"/>
                </a:cubicBezTo>
                <a:close/>
                <a:moveTo>
                  <a:pt x="21378" y="8623"/>
                </a:moveTo>
                <a:lnTo>
                  <a:pt x="8623" y="21378"/>
                </a:lnTo>
                <a:cubicBezTo>
                  <a:pt x="8743" y="21402"/>
                  <a:pt x="8863" y="21424"/>
                  <a:pt x="8984" y="21445"/>
                </a:cubicBezTo>
                <a:lnTo>
                  <a:pt x="21445" y="8984"/>
                </a:lnTo>
                <a:cubicBezTo>
                  <a:pt x="21424" y="8864"/>
                  <a:pt x="21402" y="8743"/>
                  <a:pt x="21378" y="8623"/>
                </a:cubicBezTo>
                <a:close/>
                <a:moveTo>
                  <a:pt x="21514" y="9448"/>
                </a:moveTo>
                <a:lnTo>
                  <a:pt x="9447" y="21514"/>
                </a:lnTo>
                <a:cubicBezTo>
                  <a:pt x="9576" y="21530"/>
                  <a:pt x="9704" y="21546"/>
                  <a:pt x="9833" y="21557"/>
                </a:cubicBezTo>
                <a:lnTo>
                  <a:pt x="21557" y="9834"/>
                </a:lnTo>
                <a:cubicBezTo>
                  <a:pt x="21546" y="9705"/>
                  <a:pt x="21530" y="9576"/>
                  <a:pt x="21514" y="9448"/>
                </a:cubicBezTo>
                <a:close/>
                <a:moveTo>
                  <a:pt x="21590" y="10333"/>
                </a:moveTo>
                <a:lnTo>
                  <a:pt x="10332" y="21590"/>
                </a:lnTo>
                <a:cubicBezTo>
                  <a:pt x="10473" y="21596"/>
                  <a:pt x="10613" y="21599"/>
                  <a:pt x="10753" y="21600"/>
                </a:cubicBezTo>
                <a:lnTo>
                  <a:pt x="21600" y="10754"/>
                </a:lnTo>
                <a:cubicBezTo>
                  <a:pt x="21599" y="10613"/>
                  <a:pt x="21596" y="10473"/>
                  <a:pt x="21590" y="10333"/>
                </a:cubicBezTo>
                <a:close/>
                <a:moveTo>
                  <a:pt x="21590" y="11296"/>
                </a:moveTo>
                <a:lnTo>
                  <a:pt x="11295" y="21590"/>
                </a:lnTo>
                <a:cubicBezTo>
                  <a:pt x="11449" y="21583"/>
                  <a:pt x="11603" y="21572"/>
                  <a:pt x="11757" y="21558"/>
                </a:cubicBezTo>
                <a:lnTo>
                  <a:pt x="21558" y="11757"/>
                </a:lnTo>
                <a:cubicBezTo>
                  <a:pt x="21572" y="11603"/>
                  <a:pt x="21583" y="11450"/>
                  <a:pt x="21590" y="11296"/>
                </a:cubicBezTo>
                <a:close/>
                <a:moveTo>
                  <a:pt x="21489" y="12358"/>
                </a:moveTo>
                <a:lnTo>
                  <a:pt x="12358" y="21489"/>
                </a:lnTo>
                <a:cubicBezTo>
                  <a:pt x="12531" y="21464"/>
                  <a:pt x="12703" y="21434"/>
                  <a:pt x="12876" y="21400"/>
                </a:cubicBezTo>
                <a:lnTo>
                  <a:pt x="21400" y="12876"/>
                </a:lnTo>
                <a:cubicBezTo>
                  <a:pt x="21434" y="12704"/>
                  <a:pt x="21464" y="12531"/>
                  <a:pt x="21489" y="12358"/>
                </a:cubicBezTo>
                <a:close/>
                <a:moveTo>
                  <a:pt x="21239" y="13569"/>
                </a:moveTo>
                <a:lnTo>
                  <a:pt x="13569" y="21239"/>
                </a:lnTo>
                <a:cubicBezTo>
                  <a:pt x="13774" y="21185"/>
                  <a:pt x="13978" y="21125"/>
                  <a:pt x="14181" y="21058"/>
                </a:cubicBezTo>
                <a:lnTo>
                  <a:pt x="21058" y="14181"/>
                </a:lnTo>
                <a:cubicBezTo>
                  <a:pt x="21125" y="13978"/>
                  <a:pt x="21185" y="13774"/>
                  <a:pt x="21239" y="13569"/>
                </a:cubicBezTo>
                <a:close/>
                <a:moveTo>
                  <a:pt x="20736" y="15035"/>
                </a:moveTo>
                <a:lnTo>
                  <a:pt x="15035" y="20736"/>
                </a:lnTo>
                <a:cubicBezTo>
                  <a:pt x="15310" y="20619"/>
                  <a:pt x="15581" y="20493"/>
                  <a:pt x="15848" y="20352"/>
                </a:cubicBezTo>
                <a:lnTo>
                  <a:pt x="20352" y="15848"/>
                </a:lnTo>
                <a:cubicBezTo>
                  <a:pt x="20493" y="15581"/>
                  <a:pt x="20619" y="15310"/>
                  <a:pt x="20736" y="15035"/>
                </a:cubicBezTo>
                <a:close/>
                <a:moveTo>
                  <a:pt x="19400" y="17332"/>
                </a:moveTo>
                <a:lnTo>
                  <a:pt x="17332" y="19400"/>
                </a:lnTo>
                <a:cubicBezTo>
                  <a:pt x="17716" y="19108"/>
                  <a:pt x="18087" y="18789"/>
                  <a:pt x="18438" y="18438"/>
                </a:cubicBezTo>
                <a:cubicBezTo>
                  <a:pt x="18788" y="18087"/>
                  <a:pt x="19107" y="17716"/>
                  <a:pt x="19400" y="17332"/>
                </a:cubicBezTo>
                <a:close/>
              </a:path>
            </a:pathLst>
          </a:custGeom>
          <a:solidFill>
            <a:schemeClr val="accent4"/>
          </a:solidFill>
          <a:ln w="12700">
            <a:miter lim="400000"/>
          </a:ln>
        </p:spPr>
        <p:txBody>
          <a:bodyPr lIns="0" tIns="0" rIns="0" bIns="0" anchor="ctr"/>
          <a:lstStyle/>
          <a:p>
            <a:pPr marL="0" marR="0" lvl="0" indent="0" algn="ctr" defTabSz="8255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 kumimoji="0" sz="32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Helvetica Neue Medium"/>
              <a:sym typeface="Helvetica Neue Medium"/>
            </a:endParaRPr>
          </a:p>
        </p:txBody>
      </p:sp>
      <p:sp>
        <p:nvSpPr>
          <p:cNvPr id="218" name="Shape">
            <a:extLst>
              <a:ext uri="{FF2B5EF4-FFF2-40B4-BE49-F238E27FC236}">
                <a16:creationId xmlns:a16="http://schemas.microsoft.com/office/drawing/2014/main" id="{6192C256-E58A-52A6-5020-41D31F26972D}"/>
              </a:ext>
            </a:extLst>
          </p:cNvPr>
          <p:cNvSpPr/>
          <p:nvPr/>
        </p:nvSpPr>
        <p:spPr>
          <a:xfrm>
            <a:off x="1688166" y="791392"/>
            <a:ext cx="7163901" cy="716420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800" y="0"/>
                </a:moveTo>
                <a:cubicBezTo>
                  <a:pt x="10787" y="0"/>
                  <a:pt x="10773" y="1"/>
                  <a:pt x="10759" y="1"/>
                </a:cubicBezTo>
                <a:lnTo>
                  <a:pt x="1" y="10760"/>
                </a:lnTo>
                <a:cubicBezTo>
                  <a:pt x="0" y="10900"/>
                  <a:pt x="3" y="11040"/>
                  <a:pt x="8" y="11181"/>
                </a:cubicBezTo>
                <a:lnTo>
                  <a:pt x="11180" y="9"/>
                </a:lnTo>
                <a:cubicBezTo>
                  <a:pt x="11054" y="4"/>
                  <a:pt x="10927" y="0"/>
                  <a:pt x="10800" y="0"/>
                </a:cubicBezTo>
                <a:close/>
                <a:moveTo>
                  <a:pt x="10211" y="17"/>
                </a:moveTo>
                <a:cubicBezTo>
                  <a:pt x="10057" y="25"/>
                  <a:pt x="9903" y="36"/>
                  <a:pt x="9748" y="51"/>
                </a:cubicBezTo>
                <a:lnTo>
                  <a:pt x="50" y="9749"/>
                </a:lnTo>
                <a:cubicBezTo>
                  <a:pt x="35" y="9903"/>
                  <a:pt x="25" y="10057"/>
                  <a:pt x="16" y="10212"/>
                </a:cubicBezTo>
                <a:lnTo>
                  <a:pt x="10211" y="17"/>
                </a:lnTo>
                <a:close/>
                <a:moveTo>
                  <a:pt x="11683" y="38"/>
                </a:moveTo>
                <a:lnTo>
                  <a:pt x="38" y="11684"/>
                </a:lnTo>
                <a:cubicBezTo>
                  <a:pt x="48" y="11814"/>
                  <a:pt x="62" y="11944"/>
                  <a:pt x="78" y="12075"/>
                </a:cubicBezTo>
                <a:lnTo>
                  <a:pt x="12074" y="78"/>
                </a:lnTo>
                <a:cubicBezTo>
                  <a:pt x="11944" y="63"/>
                  <a:pt x="11814" y="49"/>
                  <a:pt x="11683" y="38"/>
                </a:cubicBezTo>
                <a:close/>
                <a:moveTo>
                  <a:pt x="9136" y="131"/>
                </a:moveTo>
                <a:cubicBezTo>
                  <a:pt x="8960" y="158"/>
                  <a:pt x="8786" y="190"/>
                  <a:pt x="8611" y="226"/>
                </a:cubicBezTo>
                <a:lnTo>
                  <a:pt x="226" y="8611"/>
                </a:lnTo>
                <a:cubicBezTo>
                  <a:pt x="190" y="8786"/>
                  <a:pt x="157" y="8961"/>
                  <a:pt x="130" y="9137"/>
                </a:cubicBezTo>
                <a:lnTo>
                  <a:pt x="9136" y="131"/>
                </a:lnTo>
                <a:close/>
                <a:moveTo>
                  <a:pt x="12541" y="143"/>
                </a:moveTo>
                <a:lnTo>
                  <a:pt x="143" y="12541"/>
                </a:lnTo>
                <a:cubicBezTo>
                  <a:pt x="163" y="12663"/>
                  <a:pt x="183" y="12785"/>
                  <a:pt x="207" y="12906"/>
                </a:cubicBezTo>
                <a:lnTo>
                  <a:pt x="12906" y="208"/>
                </a:lnTo>
                <a:cubicBezTo>
                  <a:pt x="12785" y="184"/>
                  <a:pt x="12663" y="163"/>
                  <a:pt x="12541" y="143"/>
                </a:cubicBezTo>
                <a:close/>
                <a:moveTo>
                  <a:pt x="13343" y="303"/>
                </a:moveTo>
                <a:lnTo>
                  <a:pt x="303" y="13343"/>
                </a:lnTo>
                <a:cubicBezTo>
                  <a:pt x="330" y="13456"/>
                  <a:pt x="361" y="13569"/>
                  <a:pt x="392" y="13682"/>
                </a:cubicBezTo>
                <a:lnTo>
                  <a:pt x="13682" y="393"/>
                </a:lnTo>
                <a:cubicBezTo>
                  <a:pt x="13569" y="362"/>
                  <a:pt x="13456" y="331"/>
                  <a:pt x="13343" y="303"/>
                </a:cubicBezTo>
                <a:close/>
                <a:moveTo>
                  <a:pt x="7909" y="395"/>
                </a:moveTo>
                <a:cubicBezTo>
                  <a:pt x="7701" y="452"/>
                  <a:pt x="7495" y="515"/>
                  <a:pt x="7290" y="585"/>
                </a:cubicBezTo>
                <a:lnTo>
                  <a:pt x="584" y="7290"/>
                </a:lnTo>
                <a:cubicBezTo>
                  <a:pt x="514" y="7495"/>
                  <a:pt x="452" y="7702"/>
                  <a:pt x="394" y="7909"/>
                </a:cubicBezTo>
                <a:lnTo>
                  <a:pt x="7909" y="395"/>
                </a:lnTo>
                <a:close/>
                <a:moveTo>
                  <a:pt x="14094" y="515"/>
                </a:moveTo>
                <a:lnTo>
                  <a:pt x="514" y="14094"/>
                </a:lnTo>
                <a:cubicBezTo>
                  <a:pt x="549" y="14202"/>
                  <a:pt x="583" y="14310"/>
                  <a:pt x="620" y="14417"/>
                </a:cubicBezTo>
                <a:lnTo>
                  <a:pt x="14417" y="621"/>
                </a:lnTo>
                <a:cubicBezTo>
                  <a:pt x="14310" y="583"/>
                  <a:pt x="14202" y="549"/>
                  <a:pt x="14094" y="515"/>
                </a:cubicBezTo>
                <a:close/>
                <a:moveTo>
                  <a:pt x="14804" y="767"/>
                </a:moveTo>
                <a:lnTo>
                  <a:pt x="767" y="14804"/>
                </a:lnTo>
                <a:cubicBezTo>
                  <a:pt x="807" y="14905"/>
                  <a:pt x="851" y="15004"/>
                  <a:pt x="894" y="15104"/>
                </a:cubicBezTo>
                <a:lnTo>
                  <a:pt x="15104" y="895"/>
                </a:lnTo>
                <a:cubicBezTo>
                  <a:pt x="15004" y="852"/>
                  <a:pt x="14905" y="807"/>
                  <a:pt x="14804" y="767"/>
                </a:cubicBezTo>
                <a:close/>
                <a:moveTo>
                  <a:pt x="6411" y="932"/>
                </a:moveTo>
                <a:cubicBezTo>
                  <a:pt x="6118" y="1062"/>
                  <a:pt x="5831" y="1206"/>
                  <a:pt x="5549" y="1363"/>
                </a:cubicBezTo>
                <a:lnTo>
                  <a:pt x="1362" y="5549"/>
                </a:lnTo>
                <a:cubicBezTo>
                  <a:pt x="1205" y="5832"/>
                  <a:pt x="1061" y="6119"/>
                  <a:pt x="931" y="6411"/>
                </a:cubicBezTo>
                <a:lnTo>
                  <a:pt x="6411" y="932"/>
                </a:lnTo>
                <a:close/>
                <a:moveTo>
                  <a:pt x="15470" y="1061"/>
                </a:moveTo>
                <a:lnTo>
                  <a:pt x="1060" y="15471"/>
                </a:lnTo>
                <a:cubicBezTo>
                  <a:pt x="1106" y="15567"/>
                  <a:pt x="1153" y="15664"/>
                  <a:pt x="1202" y="15759"/>
                </a:cubicBezTo>
                <a:lnTo>
                  <a:pt x="15759" y="1203"/>
                </a:lnTo>
                <a:cubicBezTo>
                  <a:pt x="15663" y="1153"/>
                  <a:pt x="15567" y="1107"/>
                  <a:pt x="15470" y="1061"/>
                </a:cubicBezTo>
                <a:close/>
                <a:moveTo>
                  <a:pt x="16103" y="1391"/>
                </a:moveTo>
                <a:lnTo>
                  <a:pt x="1391" y="16103"/>
                </a:lnTo>
                <a:cubicBezTo>
                  <a:pt x="1442" y="16194"/>
                  <a:pt x="1494" y="16285"/>
                  <a:pt x="1548" y="16375"/>
                </a:cubicBezTo>
                <a:lnTo>
                  <a:pt x="16375" y="1549"/>
                </a:lnTo>
                <a:cubicBezTo>
                  <a:pt x="16285" y="1495"/>
                  <a:pt x="16194" y="1442"/>
                  <a:pt x="16103" y="1391"/>
                </a:cubicBezTo>
                <a:close/>
                <a:moveTo>
                  <a:pt x="16703" y="1754"/>
                </a:moveTo>
                <a:lnTo>
                  <a:pt x="1753" y="16703"/>
                </a:lnTo>
                <a:cubicBezTo>
                  <a:pt x="1809" y="16788"/>
                  <a:pt x="1869" y="16872"/>
                  <a:pt x="1928" y="16956"/>
                </a:cubicBezTo>
                <a:lnTo>
                  <a:pt x="16956" y="1928"/>
                </a:lnTo>
                <a:cubicBezTo>
                  <a:pt x="16872" y="1869"/>
                  <a:pt x="16788" y="1810"/>
                  <a:pt x="16703" y="1754"/>
                </a:cubicBezTo>
                <a:close/>
                <a:moveTo>
                  <a:pt x="17267" y="2151"/>
                </a:moveTo>
                <a:lnTo>
                  <a:pt x="2151" y="17267"/>
                </a:lnTo>
                <a:cubicBezTo>
                  <a:pt x="2212" y="17349"/>
                  <a:pt x="2274" y="17430"/>
                  <a:pt x="2338" y="17510"/>
                </a:cubicBezTo>
                <a:lnTo>
                  <a:pt x="17510" y="2338"/>
                </a:lnTo>
                <a:cubicBezTo>
                  <a:pt x="17430" y="2275"/>
                  <a:pt x="17349" y="2212"/>
                  <a:pt x="17267" y="2151"/>
                </a:cubicBezTo>
                <a:close/>
                <a:moveTo>
                  <a:pt x="3805" y="2574"/>
                </a:moveTo>
                <a:cubicBezTo>
                  <a:pt x="3586" y="2761"/>
                  <a:pt x="3370" y="2956"/>
                  <a:pt x="3163" y="3163"/>
                </a:cubicBezTo>
                <a:cubicBezTo>
                  <a:pt x="2955" y="3371"/>
                  <a:pt x="2761" y="3586"/>
                  <a:pt x="2574" y="3806"/>
                </a:cubicBezTo>
                <a:lnTo>
                  <a:pt x="3805" y="2574"/>
                </a:lnTo>
                <a:close/>
                <a:moveTo>
                  <a:pt x="17801" y="2579"/>
                </a:moveTo>
                <a:lnTo>
                  <a:pt x="2579" y="17801"/>
                </a:lnTo>
                <a:cubicBezTo>
                  <a:pt x="2645" y="17878"/>
                  <a:pt x="2709" y="17957"/>
                  <a:pt x="2777" y="18032"/>
                </a:cubicBezTo>
                <a:lnTo>
                  <a:pt x="18032" y="2777"/>
                </a:lnTo>
                <a:cubicBezTo>
                  <a:pt x="17957" y="2709"/>
                  <a:pt x="17878" y="2645"/>
                  <a:pt x="17801" y="2579"/>
                </a:cubicBezTo>
                <a:close/>
                <a:moveTo>
                  <a:pt x="18304" y="3036"/>
                </a:moveTo>
                <a:lnTo>
                  <a:pt x="3036" y="18304"/>
                </a:lnTo>
                <a:cubicBezTo>
                  <a:pt x="3079" y="18349"/>
                  <a:pt x="3119" y="18394"/>
                  <a:pt x="3163" y="18438"/>
                </a:cubicBezTo>
                <a:cubicBezTo>
                  <a:pt x="3191" y="18466"/>
                  <a:pt x="3222" y="18492"/>
                  <a:pt x="3250" y="18521"/>
                </a:cubicBezTo>
                <a:lnTo>
                  <a:pt x="18521" y="3251"/>
                </a:lnTo>
                <a:cubicBezTo>
                  <a:pt x="18492" y="3222"/>
                  <a:pt x="18466" y="3192"/>
                  <a:pt x="18438" y="3163"/>
                </a:cubicBezTo>
                <a:cubicBezTo>
                  <a:pt x="18394" y="3119"/>
                  <a:pt x="18348" y="3079"/>
                  <a:pt x="18304" y="3036"/>
                </a:cubicBezTo>
                <a:close/>
                <a:moveTo>
                  <a:pt x="18781" y="3523"/>
                </a:moveTo>
                <a:lnTo>
                  <a:pt x="3522" y="18781"/>
                </a:lnTo>
                <a:cubicBezTo>
                  <a:pt x="3598" y="18850"/>
                  <a:pt x="3676" y="18915"/>
                  <a:pt x="3753" y="18982"/>
                </a:cubicBezTo>
                <a:lnTo>
                  <a:pt x="18982" y="3753"/>
                </a:lnTo>
                <a:cubicBezTo>
                  <a:pt x="18915" y="3676"/>
                  <a:pt x="18850" y="3598"/>
                  <a:pt x="18781" y="3523"/>
                </a:cubicBezTo>
                <a:close/>
                <a:moveTo>
                  <a:pt x="19224" y="4041"/>
                </a:moveTo>
                <a:lnTo>
                  <a:pt x="4041" y="19224"/>
                </a:lnTo>
                <a:cubicBezTo>
                  <a:pt x="4121" y="19289"/>
                  <a:pt x="4202" y="19350"/>
                  <a:pt x="4283" y="19412"/>
                </a:cubicBezTo>
                <a:lnTo>
                  <a:pt x="19412" y="4283"/>
                </a:lnTo>
                <a:cubicBezTo>
                  <a:pt x="19350" y="4202"/>
                  <a:pt x="19289" y="4121"/>
                  <a:pt x="19224" y="4041"/>
                </a:cubicBezTo>
                <a:close/>
                <a:moveTo>
                  <a:pt x="19637" y="4591"/>
                </a:moveTo>
                <a:lnTo>
                  <a:pt x="4591" y="19637"/>
                </a:lnTo>
                <a:cubicBezTo>
                  <a:pt x="4675" y="19696"/>
                  <a:pt x="4758" y="19757"/>
                  <a:pt x="4843" y="19813"/>
                </a:cubicBezTo>
                <a:lnTo>
                  <a:pt x="19813" y="4844"/>
                </a:lnTo>
                <a:cubicBezTo>
                  <a:pt x="19757" y="4758"/>
                  <a:pt x="19696" y="4675"/>
                  <a:pt x="19637" y="4591"/>
                </a:cubicBezTo>
                <a:close/>
                <a:moveTo>
                  <a:pt x="20019" y="5172"/>
                </a:moveTo>
                <a:lnTo>
                  <a:pt x="5172" y="20019"/>
                </a:lnTo>
                <a:cubicBezTo>
                  <a:pt x="5261" y="20073"/>
                  <a:pt x="5351" y="20126"/>
                  <a:pt x="5441" y="20178"/>
                </a:cubicBezTo>
                <a:lnTo>
                  <a:pt x="20178" y="5441"/>
                </a:lnTo>
                <a:cubicBezTo>
                  <a:pt x="20126" y="5351"/>
                  <a:pt x="20073" y="5261"/>
                  <a:pt x="20019" y="5172"/>
                </a:cubicBezTo>
                <a:close/>
                <a:moveTo>
                  <a:pt x="20369" y="5782"/>
                </a:moveTo>
                <a:lnTo>
                  <a:pt x="5782" y="20369"/>
                </a:lnTo>
                <a:cubicBezTo>
                  <a:pt x="5877" y="20419"/>
                  <a:pt x="5974" y="20463"/>
                  <a:pt x="6071" y="20510"/>
                </a:cubicBezTo>
                <a:lnTo>
                  <a:pt x="20510" y="6071"/>
                </a:lnTo>
                <a:cubicBezTo>
                  <a:pt x="20463" y="5975"/>
                  <a:pt x="20419" y="5878"/>
                  <a:pt x="20369" y="5782"/>
                </a:cubicBezTo>
                <a:close/>
                <a:moveTo>
                  <a:pt x="20679" y="6434"/>
                </a:moveTo>
                <a:lnTo>
                  <a:pt x="6434" y="20679"/>
                </a:lnTo>
                <a:cubicBezTo>
                  <a:pt x="6534" y="20723"/>
                  <a:pt x="6633" y="20769"/>
                  <a:pt x="6734" y="20809"/>
                </a:cubicBezTo>
                <a:lnTo>
                  <a:pt x="20809" y="6735"/>
                </a:lnTo>
                <a:cubicBezTo>
                  <a:pt x="20769" y="6634"/>
                  <a:pt x="20723" y="6534"/>
                  <a:pt x="20679" y="6434"/>
                </a:cubicBezTo>
                <a:close/>
                <a:moveTo>
                  <a:pt x="20956" y="7121"/>
                </a:moveTo>
                <a:lnTo>
                  <a:pt x="7120" y="20956"/>
                </a:lnTo>
                <a:cubicBezTo>
                  <a:pt x="7226" y="20994"/>
                  <a:pt x="7333" y="21030"/>
                  <a:pt x="7439" y="21065"/>
                </a:cubicBezTo>
                <a:lnTo>
                  <a:pt x="21065" y="7439"/>
                </a:lnTo>
                <a:cubicBezTo>
                  <a:pt x="21030" y="7333"/>
                  <a:pt x="20994" y="7226"/>
                  <a:pt x="20956" y="7121"/>
                </a:cubicBezTo>
                <a:close/>
                <a:moveTo>
                  <a:pt x="21190" y="7848"/>
                </a:moveTo>
                <a:lnTo>
                  <a:pt x="7848" y="21190"/>
                </a:lnTo>
                <a:cubicBezTo>
                  <a:pt x="7960" y="21221"/>
                  <a:pt x="8073" y="21252"/>
                  <a:pt x="8186" y="21280"/>
                </a:cubicBezTo>
                <a:lnTo>
                  <a:pt x="21280" y="8186"/>
                </a:lnTo>
                <a:cubicBezTo>
                  <a:pt x="21252" y="8073"/>
                  <a:pt x="21221" y="7960"/>
                  <a:pt x="21190" y="7848"/>
                </a:cubicBezTo>
                <a:close/>
                <a:moveTo>
                  <a:pt x="21378" y="8623"/>
                </a:moveTo>
                <a:lnTo>
                  <a:pt x="8623" y="21378"/>
                </a:lnTo>
                <a:cubicBezTo>
                  <a:pt x="8743" y="21402"/>
                  <a:pt x="8863" y="21424"/>
                  <a:pt x="8984" y="21445"/>
                </a:cubicBezTo>
                <a:lnTo>
                  <a:pt x="21445" y="8984"/>
                </a:lnTo>
                <a:cubicBezTo>
                  <a:pt x="21424" y="8864"/>
                  <a:pt x="21402" y="8743"/>
                  <a:pt x="21378" y="8623"/>
                </a:cubicBezTo>
                <a:close/>
                <a:moveTo>
                  <a:pt x="21514" y="9448"/>
                </a:moveTo>
                <a:lnTo>
                  <a:pt x="9447" y="21514"/>
                </a:lnTo>
                <a:cubicBezTo>
                  <a:pt x="9576" y="21530"/>
                  <a:pt x="9704" y="21546"/>
                  <a:pt x="9833" y="21557"/>
                </a:cubicBezTo>
                <a:lnTo>
                  <a:pt x="21557" y="9834"/>
                </a:lnTo>
                <a:cubicBezTo>
                  <a:pt x="21546" y="9705"/>
                  <a:pt x="21530" y="9576"/>
                  <a:pt x="21514" y="9448"/>
                </a:cubicBezTo>
                <a:close/>
                <a:moveTo>
                  <a:pt x="21590" y="10333"/>
                </a:moveTo>
                <a:lnTo>
                  <a:pt x="10332" y="21590"/>
                </a:lnTo>
                <a:cubicBezTo>
                  <a:pt x="10473" y="21596"/>
                  <a:pt x="10613" y="21599"/>
                  <a:pt x="10753" y="21600"/>
                </a:cubicBezTo>
                <a:lnTo>
                  <a:pt x="21600" y="10754"/>
                </a:lnTo>
                <a:cubicBezTo>
                  <a:pt x="21599" y="10613"/>
                  <a:pt x="21596" y="10473"/>
                  <a:pt x="21590" y="10333"/>
                </a:cubicBezTo>
                <a:close/>
                <a:moveTo>
                  <a:pt x="21590" y="11296"/>
                </a:moveTo>
                <a:lnTo>
                  <a:pt x="11295" y="21590"/>
                </a:lnTo>
                <a:cubicBezTo>
                  <a:pt x="11449" y="21583"/>
                  <a:pt x="11603" y="21572"/>
                  <a:pt x="11757" y="21558"/>
                </a:cubicBezTo>
                <a:lnTo>
                  <a:pt x="21558" y="11757"/>
                </a:lnTo>
                <a:cubicBezTo>
                  <a:pt x="21572" y="11603"/>
                  <a:pt x="21583" y="11450"/>
                  <a:pt x="21590" y="11296"/>
                </a:cubicBezTo>
                <a:close/>
                <a:moveTo>
                  <a:pt x="21489" y="12358"/>
                </a:moveTo>
                <a:lnTo>
                  <a:pt x="12358" y="21489"/>
                </a:lnTo>
                <a:cubicBezTo>
                  <a:pt x="12531" y="21464"/>
                  <a:pt x="12703" y="21434"/>
                  <a:pt x="12876" y="21400"/>
                </a:cubicBezTo>
                <a:lnTo>
                  <a:pt x="21400" y="12876"/>
                </a:lnTo>
                <a:cubicBezTo>
                  <a:pt x="21434" y="12704"/>
                  <a:pt x="21464" y="12531"/>
                  <a:pt x="21489" y="12358"/>
                </a:cubicBezTo>
                <a:close/>
                <a:moveTo>
                  <a:pt x="21239" y="13569"/>
                </a:moveTo>
                <a:lnTo>
                  <a:pt x="13569" y="21239"/>
                </a:lnTo>
                <a:cubicBezTo>
                  <a:pt x="13774" y="21185"/>
                  <a:pt x="13978" y="21125"/>
                  <a:pt x="14181" y="21058"/>
                </a:cubicBezTo>
                <a:lnTo>
                  <a:pt x="21058" y="14181"/>
                </a:lnTo>
                <a:cubicBezTo>
                  <a:pt x="21125" y="13978"/>
                  <a:pt x="21185" y="13774"/>
                  <a:pt x="21239" y="13569"/>
                </a:cubicBezTo>
                <a:close/>
                <a:moveTo>
                  <a:pt x="20736" y="15035"/>
                </a:moveTo>
                <a:lnTo>
                  <a:pt x="15035" y="20736"/>
                </a:lnTo>
                <a:cubicBezTo>
                  <a:pt x="15310" y="20619"/>
                  <a:pt x="15581" y="20493"/>
                  <a:pt x="15848" y="20352"/>
                </a:cubicBezTo>
                <a:lnTo>
                  <a:pt x="20352" y="15848"/>
                </a:lnTo>
                <a:cubicBezTo>
                  <a:pt x="20493" y="15581"/>
                  <a:pt x="20619" y="15310"/>
                  <a:pt x="20736" y="15035"/>
                </a:cubicBezTo>
                <a:close/>
                <a:moveTo>
                  <a:pt x="19400" y="17332"/>
                </a:moveTo>
                <a:lnTo>
                  <a:pt x="17332" y="19400"/>
                </a:lnTo>
                <a:cubicBezTo>
                  <a:pt x="17716" y="19108"/>
                  <a:pt x="18087" y="18789"/>
                  <a:pt x="18438" y="18438"/>
                </a:cubicBezTo>
                <a:cubicBezTo>
                  <a:pt x="18788" y="18087"/>
                  <a:pt x="19107" y="17716"/>
                  <a:pt x="19400" y="17332"/>
                </a:cubicBezTo>
                <a:close/>
              </a:path>
            </a:pathLst>
          </a:custGeom>
          <a:solidFill>
            <a:schemeClr val="accent4"/>
          </a:solidFill>
          <a:ln w="12700">
            <a:miter lim="400000"/>
          </a:ln>
        </p:spPr>
        <p:txBody>
          <a:bodyPr lIns="0" tIns="0" rIns="0" bIns="0" anchor="ctr"/>
          <a:lstStyle/>
          <a:p>
            <a:pPr marL="0" marR="0" lvl="0" indent="0" algn="ctr" defTabSz="8255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 kumimoji="0" sz="32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Helvetica Neue Medium"/>
              <a:sym typeface="Helvetica Neue Medium"/>
            </a:endParaRPr>
          </a:p>
        </p:txBody>
      </p:sp>
      <p:sp>
        <p:nvSpPr>
          <p:cNvPr id="219" name="Shape">
            <a:extLst>
              <a:ext uri="{FF2B5EF4-FFF2-40B4-BE49-F238E27FC236}">
                <a16:creationId xmlns:a16="http://schemas.microsoft.com/office/drawing/2014/main" id="{CA4D5E87-95B8-FC58-311F-610CA4069478}"/>
              </a:ext>
            </a:extLst>
          </p:cNvPr>
          <p:cNvSpPr/>
          <p:nvPr/>
        </p:nvSpPr>
        <p:spPr>
          <a:xfrm>
            <a:off x="11727838" y="12253507"/>
            <a:ext cx="4276957" cy="427713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800" y="0"/>
                </a:moveTo>
                <a:cubicBezTo>
                  <a:pt x="10787" y="0"/>
                  <a:pt x="10773" y="1"/>
                  <a:pt x="10759" y="1"/>
                </a:cubicBezTo>
                <a:lnTo>
                  <a:pt x="1" y="10760"/>
                </a:lnTo>
                <a:cubicBezTo>
                  <a:pt x="0" y="10900"/>
                  <a:pt x="3" y="11040"/>
                  <a:pt x="8" y="11181"/>
                </a:cubicBezTo>
                <a:lnTo>
                  <a:pt x="11180" y="9"/>
                </a:lnTo>
                <a:cubicBezTo>
                  <a:pt x="11054" y="4"/>
                  <a:pt x="10927" y="0"/>
                  <a:pt x="10800" y="0"/>
                </a:cubicBezTo>
                <a:close/>
                <a:moveTo>
                  <a:pt x="10211" y="17"/>
                </a:moveTo>
                <a:cubicBezTo>
                  <a:pt x="10057" y="25"/>
                  <a:pt x="9903" y="36"/>
                  <a:pt x="9748" y="51"/>
                </a:cubicBezTo>
                <a:lnTo>
                  <a:pt x="50" y="9749"/>
                </a:lnTo>
                <a:cubicBezTo>
                  <a:pt x="35" y="9903"/>
                  <a:pt x="25" y="10057"/>
                  <a:pt x="16" y="10212"/>
                </a:cubicBezTo>
                <a:lnTo>
                  <a:pt x="10211" y="17"/>
                </a:lnTo>
                <a:close/>
                <a:moveTo>
                  <a:pt x="11683" y="38"/>
                </a:moveTo>
                <a:lnTo>
                  <a:pt x="38" y="11684"/>
                </a:lnTo>
                <a:cubicBezTo>
                  <a:pt x="48" y="11814"/>
                  <a:pt x="62" y="11944"/>
                  <a:pt x="78" y="12075"/>
                </a:cubicBezTo>
                <a:lnTo>
                  <a:pt x="12074" y="78"/>
                </a:lnTo>
                <a:cubicBezTo>
                  <a:pt x="11944" y="63"/>
                  <a:pt x="11814" y="49"/>
                  <a:pt x="11683" y="38"/>
                </a:cubicBezTo>
                <a:close/>
                <a:moveTo>
                  <a:pt x="9136" y="131"/>
                </a:moveTo>
                <a:cubicBezTo>
                  <a:pt x="8960" y="158"/>
                  <a:pt x="8786" y="190"/>
                  <a:pt x="8611" y="226"/>
                </a:cubicBezTo>
                <a:lnTo>
                  <a:pt x="226" y="8611"/>
                </a:lnTo>
                <a:cubicBezTo>
                  <a:pt x="190" y="8786"/>
                  <a:pt x="157" y="8961"/>
                  <a:pt x="130" y="9137"/>
                </a:cubicBezTo>
                <a:lnTo>
                  <a:pt x="9136" y="131"/>
                </a:lnTo>
                <a:close/>
                <a:moveTo>
                  <a:pt x="12541" y="143"/>
                </a:moveTo>
                <a:lnTo>
                  <a:pt x="143" y="12541"/>
                </a:lnTo>
                <a:cubicBezTo>
                  <a:pt x="163" y="12663"/>
                  <a:pt x="183" y="12785"/>
                  <a:pt x="207" y="12906"/>
                </a:cubicBezTo>
                <a:lnTo>
                  <a:pt x="12906" y="208"/>
                </a:lnTo>
                <a:cubicBezTo>
                  <a:pt x="12785" y="184"/>
                  <a:pt x="12663" y="163"/>
                  <a:pt x="12541" y="143"/>
                </a:cubicBezTo>
                <a:close/>
                <a:moveTo>
                  <a:pt x="13343" y="303"/>
                </a:moveTo>
                <a:lnTo>
                  <a:pt x="303" y="13343"/>
                </a:lnTo>
                <a:cubicBezTo>
                  <a:pt x="330" y="13456"/>
                  <a:pt x="361" y="13569"/>
                  <a:pt x="392" y="13682"/>
                </a:cubicBezTo>
                <a:lnTo>
                  <a:pt x="13682" y="393"/>
                </a:lnTo>
                <a:cubicBezTo>
                  <a:pt x="13569" y="362"/>
                  <a:pt x="13456" y="331"/>
                  <a:pt x="13343" y="303"/>
                </a:cubicBezTo>
                <a:close/>
                <a:moveTo>
                  <a:pt x="7909" y="395"/>
                </a:moveTo>
                <a:cubicBezTo>
                  <a:pt x="7701" y="452"/>
                  <a:pt x="7495" y="515"/>
                  <a:pt x="7290" y="585"/>
                </a:cubicBezTo>
                <a:lnTo>
                  <a:pt x="584" y="7290"/>
                </a:lnTo>
                <a:cubicBezTo>
                  <a:pt x="514" y="7495"/>
                  <a:pt x="452" y="7702"/>
                  <a:pt x="394" y="7909"/>
                </a:cubicBezTo>
                <a:lnTo>
                  <a:pt x="7909" y="395"/>
                </a:lnTo>
                <a:close/>
                <a:moveTo>
                  <a:pt x="14094" y="515"/>
                </a:moveTo>
                <a:lnTo>
                  <a:pt x="514" y="14094"/>
                </a:lnTo>
                <a:cubicBezTo>
                  <a:pt x="549" y="14202"/>
                  <a:pt x="583" y="14310"/>
                  <a:pt x="620" y="14417"/>
                </a:cubicBezTo>
                <a:lnTo>
                  <a:pt x="14417" y="621"/>
                </a:lnTo>
                <a:cubicBezTo>
                  <a:pt x="14310" y="583"/>
                  <a:pt x="14202" y="549"/>
                  <a:pt x="14094" y="515"/>
                </a:cubicBezTo>
                <a:close/>
                <a:moveTo>
                  <a:pt x="14804" y="767"/>
                </a:moveTo>
                <a:lnTo>
                  <a:pt x="767" y="14804"/>
                </a:lnTo>
                <a:cubicBezTo>
                  <a:pt x="807" y="14905"/>
                  <a:pt x="851" y="15004"/>
                  <a:pt x="894" y="15104"/>
                </a:cubicBezTo>
                <a:lnTo>
                  <a:pt x="15104" y="895"/>
                </a:lnTo>
                <a:cubicBezTo>
                  <a:pt x="15004" y="852"/>
                  <a:pt x="14905" y="807"/>
                  <a:pt x="14804" y="767"/>
                </a:cubicBezTo>
                <a:close/>
                <a:moveTo>
                  <a:pt x="6411" y="932"/>
                </a:moveTo>
                <a:cubicBezTo>
                  <a:pt x="6118" y="1062"/>
                  <a:pt x="5831" y="1206"/>
                  <a:pt x="5549" y="1363"/>
                </a:cubicBezTo>
                <a:lnTo>
                  <a:pt x="1362" y="5549"/>
                </a:lnTo>
                <a:cubicBezTo>
                  <a:pt x="1205" y="5832"/>
                  <a:pt x="1061" y="6119"/>
                  <a:pt x="931" y="6411"/>
                </a:cubicBezTo>
                <a:lnTo>
                  <a:pt x="6411" y="932"/>
                </a:lnTo>
                <a:close/>
                <a:moveTo>
                  <a:pt x="15470" y="1061"/>
                </a:moveTo>
                <a:lnTo>
                  <a:pt x="1060" y="15471"/>
                </a:lnTo>
                <a:cubicBezTo>
                  <a:pt x="1106" y="15567"/>
                  <a:pt x="1153" y="15664"/>
                  <a:pt x="1202" y="15759"/>
                </a:cubicBezTo>
                <a:lnTo>
                  <a:pt x="15759" y="1203"/>
                </a:lnTo>
                <a:cubicBezTo>
                  <a:pt x="15663" y="1153"/>
                  <a:pt x="15567" y="1107"/>
                  <a:pt x="15470" y="1061"/>
                </a:cubicBezTo>
                <a:close/>
                <a:moveTo>
                  <a:pt x="16103" y="1391"/>
                </a:moveTo>
                <a:lnTo>
                  <a:pt x="1391" y="16103"/>
                </a:lnTo>
                <a:cubicBezTo>
                  <a:pt x="1442" y="16194"/>
                  <a:pt x="1494" y="16285"/>
                  <a:pt x="1549" y="16375"/>
                </a:cubicBezTo>
                <a:lnTo>
                  <a:pt x="16375" y="1549"/>
                </a:lnTo>
                <a:cubicBezTo>
                  <a:pt x="16285" y="1495"/>
                  <a:pt x="16194" y="1442"/>
                  <a:pt x="16103" y="1391"/>
                </a:cubicBezTo>
                <a:close/>
                <a:moveTo>
                  <a:pt x="16703" y="1754"/>
                </a:moveTo>
                <a:lnTo>
                  <a:pt x="1753" y="16703"/>
                </a:lnTo>
                <a:cubicBezTo>
                  <a:pt x="1809" y="16788"/>
                  <a:pt x="1869" y="16872"/>
                  <a:pt x="1928" y="16956"/>
                </a:cubicBezTo>
                <a:lnTo>
                  <a:pt x="16956" y="1928"/>
                </a:lnTo>
                <a:cubicBezTo>
                  <a:pt x="16872" y="1869"/>
                  <a:pt x="16788" y="1810"/>
                  <a:pt x="16703" y="1754"/>
                </a:cubicBezTo>
                <a:close/>
                <a:moveTo>
                  <a:pt x="17267" y="2151"/>
                </a:moveTo>
                <a:lnTo>
                  <a:pt x="2151" y="17267"/>
                </a:lnTo>
                <a:cubicBezTo>
                  <a:pt x="2212" y="17349"/>
                  <a:pt x="2274" y="17430"/>
                  <a:pt x="2338" y="17510"/>
                </a:cubicBezTo>
                <a:lnTo>
                  <a:pt x="17510" y="2338"/>
                </a:lnTo>
                <a:cubicBezTo>
                  <a:pt x="17430" y="2275"/>
                  <a:pt x="17349" y="2212"/>
                  <a:pt x="17267" y="2151"/>
                </a:cubicBezTo>
                <a:close/>
                <a:moveTo>
                  <a:pt x="3805" y="2574"/>
                </a:moveTo>
                <a:cubicBezTo>
                  <a:pt x="3586" y="2761"/>
                  <a:pt x="3370" y="2956"/>
                  <a:pt x="3163" y="3163"/>
                </a:cubicBezTo>
                <a:cubicBezTo>
                  <a:pt x="2955" y="3371"/>
                  <a:pt x="2761" y="3586"/>
                  <a:pt x="2574" y="3806"/>
                </a:cubicBezTo>
                <a:lnTo>
                  <a:pt x="3805" y="2574"/>
                </a:lnTo>
                <a:close/>
                <a:moveTo>
                  <a:pt x="17801" y="2579"/>
                </a:moveTo>
                <a:lnTo>
                  <a:pt x="2579" y="17801"/>
                </a:lnTo>
                <a:cubicBezTo>
                  <a:pt x="2645" y="17878"/>
                  <a:pt x="2709" y="17957"/>
                  <a:pt x="2777" y="18032"/>
                </a:cubicBezTo>
                <a:lnTo>
                  <a:pt x="18032" y="2777"/>
                </a:lnTo>
                <a:cubicBezTo>
                  <a:pt x="17957" y="2709"/>
                  <a:pt x="17878" y="2645"/>
                  <a:pt x="17801" y="2579"/>
                </a:cubicBezTo>
                <a:close/>
                <a:moveTo>
                  <a:pt x="18304" y="3036"/>
                </a:moveTo>
                <a:lnTo>
                  <a:pt x="3036" y="18304"/>
                </a:lnTo>
                <a:cubicBezTo>
                  <a:pt x="3079" y="18349"/>
                  <a:pt x="3119" y="18394"/>
                  <a:pt x="3163" y="18438"/>
                </a:cubicBezTo>
                <a:cubicBezTo>
                  <a:pt x="3191" y="18466"/>
                  <a:pt x="3222" y="18492"/>
                  <a:pt x="3250" y="18521"/>
                </a:cubicBezTo>
                <a:lnTo>
                  <a:pt x="18521" y="3251"/>
                </a:lnTo>
                <a:cubicBezTo>
                  <a:pt x="18492" y="3222"/>
                  <a:pt x="18466" y="3192"/>
                  <a:pt x="18438" y="3163"/>
                </a:cubicBezTo>
                <a:cubicBezTo>
                  <a:pt x="18394" y="3119"/>
                  <a:pt x="18348" y="3079"/>
                  <a:pt x="18304" y="3036"/>
                </a:cubicBezTo>
                <a:close/>
                <a:moveTo>
                  <a:pt x="18781" y="3523"/>
                </a:moveTo>
                <a:lnTo>
                  <a:pt x="3522" y="18781"/>
                </a:lnTo>
                <a:cubicBezTo>
                  <a:pt x="3598" y="18850"/>
                  <a:pt x="3676" y="18915"/>
                  <a:pt x="3753" y="18982"/>
                </a:cubicBezTo>
                <a:lnTo>
                  <a:pt x="18982" y="3753"/>
                </a:lnTo>
                <a:cubicBezTo>
                  <a:pt x="18915" y="3676"/>
                  <a:pt x="18850" y="3598"/>
                  <a:pt x="18781" y="3523"/>
                </a:cubicBezTo>
                <a:close/>
                <a:moveTo>
                  <a:pt x="19224" y="4041"/>
                </a:moveTo>
                <a:lnTo>
                  <a:pt x="4041" y="19224"/>
                </a:lnTo>
                <a:cubicBezTo>
                  <a:pt x="4121" y="19289"/>
                  <a:pt x="4202" y="19350"/>
                  <a:pt x="4283" y="19412"/>
                </a:cubicBezTo>
                <a:lnTo>
                  <a:pt x="19412" y="4283"/>
                </a:lnTo>
                <a:cubicBezTo>
                  <a:pt x="19350" y="4202"/>
                  <a:pt x="19289" y="4121"/>
                  <a:pt x="19224" y="4041"/>
                </a:cubicBezTo>
                <a:close/>
                <a:moveTo>
                  <a:pt x="19637" y="4591"/>
                </a:moveTo>
                <a:lnTo>
                  <a:pt x="4591" y="19637"/>
                </a:lnTo>
                <a:cubicBezTo>
                  <a:pt x="4675" y="19696"/>
                  <a:pt x="4758" y="19757"/>
                  <a:pt x="4843" y="19813"/>
                </a:cubicBezTo>
                <a:lnTo>
                  <a:pt x="19813" y="4844"/>
                </a:lnTo>
                <a:cubicBezTo>
                  <a:pt x="19757" y="4758"/>
                  <a:pt x="19696" y="4675"/>
                  <a:pt x="19637" y="4591"/>
                </a:cubicBezTo>
                <a:close/>
                <a:moveTo>
                  <a:pt x="20019" y="5172"/>
                </a:moveTo>
                <a:lnTo>
                  <a:pt x="5172" y="20019"/>
                </a:lnTo>
                <a:cubicBezTo>
                  <a:pt x="5261" y="20073"/>
                  <a:pt x="5351" y="20126"/>
                  <a:pt x="5441" y="20178"/>
                </a:cubicBezTo>
                <a:lnTo>
                  <a:pt x="20178" y="5441"/>
                </a:lnTo>
                <a:cubicBezTo>
                  <a:pt x="20126" y="5351"/>
                  <a:pt x="20073" y="5261"/>
                  <a:pt x="20019" y="5172"/>
                </a:cubicBezTo>
                <a:close/>
                <a:moveTo>
                  <a:pt x="20369" y="5782"/>
                </a:moveTo>
                <a:lnTo>
                  <a:pt x="5782" y="20369"/>
                </a:lnTo>
                <a:cubicBezTo>
                  <a:pt x="5877" y="20419"/>
                  <a:pt x="5974" y="20463"/>
                  <a:pt x="6071" y="20510"/>
                </a:cubicBezTo>
                <a:lnTo>
                  <a:pt x="20510" y="6071"/>
                </a:lnTo>
                <a:cubicBezTo>
                  <a:pt x="20463" y="5975"/>
                  <a:pt x="20419" y="5878"/>
                  <a:pt x="20369" y="5782"/>
                </a:cubicBezTo>
                <a:close/>
                <a:moveTo>
                  <a:pt x="20679" y="6434"/>
                </a:moveTo>
                <a:lnTo>
                  <a:pt x="6434" y="20679"/>
                </a:lnTo>
                <a:cubicBezTo>
                  <a:pt x="6534" y="20723"/>
                  <a:pt x="6633" y="20769"/>
                  <a:pt x="6734" y="20809"/>
                </a:cubicBezTo>
                <a:lnTo>
                  <a:pt x="20809" y="6735"/>
                </a:lnTo>
                <a:cubicBezTo>
                  <a:pt x="20769" y="6634"/>
                  <a:pt x="20723" y="6534"/>
                  <a:pt x="20679" y="6434"/>
                </a:cubicBezTo>
                <a:close/>
                <a:moveTo>
                  <a:pt x="20956" y="7121"/>
                </a:moveTo>
                <a:lnTo>
                  <a:pt x="7120" y="20956"/>
                </a:lnTo>
                <a:cubicBezTo>
                  <a:pt x="7226" y="20994"/>
                  <a:pt x="7333" y="21030"/>
                  <a:pt x="7439" y="21065"/>
                </a:cubicBezTo>
                <a:lnTo>
                  <a:pt x="21065" y="7439"/>
                </a:lnTo>
                <a:cubicBezTo>
                  <a:pt x="21030" y="7333"/>
                  <a:pt x="20994" y="7226"/>
                  <a:pt x="20956" y="7121"/>
                </a:cubicBezTo>
                <a:close/>
                <a:moveTo>
                  <a:pt x="21190" y="7848"/>
                </a:moveTo>
                <a:lnTo>
                  <a:pt x="7848" y="21190"/>
                </a:lnTo>
                <a:cubicBezTo>
                  <a:pt x="7960" y="21221"/>
                  <a:pt x="8073" y="21252"/>
                  <a:pt x="8186" y="21280"/>
                </a:cubicBezTo>
                <a:lnTo>
                  <a:pt x="21280" y="8186"/>
                </a:lnTo>
                <a:cubicBezTo>
                  <a:pt x="21252" y="8073"/>
                  <a:pt x="21221" y="7960"/>
                  <a:pt x="21190" y="7848"/>
                </a:cubicBezTo>
                <a:close/>
                <a:moveTo>
                  <a:pt x="21378" y="8623"/>
                </a:moveTo>
                <a:lnTo>
                  <a:pt x="8623" y="21378"/>
                </a:lnTo>
                <a:cubicBezTo>
                  <a:pt x="8743" y="21402"/>
                  <a:pt x="8863" y="21424"/>
                  <a:pt x="8984" y="21445"/>
                </a:cubicBezTo>
                <a:lnTo>
                  <a:pt x="21445" y="8984"/>
                </a:lnTo>
                <a:cubicBezTo>
                  <a:pt x="21424" y="8864"/>
                  <a:pt x="21402" y="8743"/>
                  <a:pt x="21378" y="8623"/>
                </a:cubicBezTo>
                <a:close/>
                <a:moveTo>
                  <a:pt x="21514" y="9448"/>
                </a:moveTo>
                <a:lnTo>
                  <a:pt x="9447" y="21514"/>
                </a:lnTo>
                <a:cubicBezTo>
                  <a:pt x="9576" y="21530"/>
                  <a:pt x="9704" y="21546"/>
                  <a:pt x="9833" y="21557"/>
                </a:cubicBezTo>
                <a:lnTo>
                  <a:pt x="21557" y="9834"/>
                </a:lnTo>
                <a:cubicBezTo>
                  <a:pt x="21546" y="9705"/>
                  <a:pt x="21530" y="9576"/>
                  <a:pt x="21514" y="9448"/>
                </a:cubicBezTo>
                <a:close/>
                <a:moveTo>
                  <a:pt x="21590" y="10333"/>
                </a:moveTo>
                <a:lnTo>
                  <a:pt x="10332" y="21590"/>
                </a:lnTo>
                <a:cubicBezTo>
                  <a:pt x="10473" y="21596"/>
                  <a:pt x="10613" y="21599"/>
                  <a:pt x="10753" y="21600"/>
                </a:cubicBezTo>
                <a:lnTo>
                  <a:pt x="21600" y="10754"/>
                </a:lnTo>
                <a:cubicBezTo>
                  <a:pt x="21599" y="10613"/>
                  <a:pt x="21596" y="10473"/>
                  <a:pt x="21590" y="10333"/>
                </a:cubicBezTo>
                <a:close/>
                <a:moveTo>
                  <a:pt x="21590" y="11296"/>
                </a:moveTo>
                <a:lnTo>
                  <a:pt x="11295" y="21590"/>
                </a:lnTo>
                <a:cubicBezTo>
                  <a:pt x="11449" y="21583"/>
                  <a:pt x="11603" y="21572"/>
                  <a:pt x="11757" y="21558"/>
                </a:cubicBezTo>
                <a:lnTo>
                  <a:pt x="21558" y="11757"/>
                </a:lnTo>
                <a:cubicBezTo>
                  <a:pt x="21572" y="11603"/>
                  <a:pt x="21583" y="11450"/>
                  <a:pt x="21590" y="11296"/>
                </a:cubicBezTo>
                <a:close/>
                <a:moveTo>
                  <a:pt x="21489" y="12358"/>
                </a:moveTo>
                <a:lnTo>
                  <a:pt x="12358" y="21489"/>
                </a:lnTo>
                <a:cubicBezTo>
                  <a:pt x="12531" y="21464"/>
                  <a:pt x="12703" y="21434"/>
                  <a:pt x="12876" y="21400"/>
                </a:cubicBezTo>
                <a:lnTo>
                  <a:pt x="21400" y="12876"/>
                </a:lnTo>
                <a:cubicBezTo>
                  <a:pt x="21434" y="12704"/>
                  <a:pt x="21464" y="12531"/>
                  <a:pt x="21489" y="12358"/>
                </a:cubicBezTo>
                <a:close/>
                <a:moveTo>
                  <a:pt x="21239" y="13569"/>
                </a:moveTo>
                <a:lnTo>
                  <a:pt x="13569" y="21239"/>
                </a:lnTo>
                <a:cubicBezTo>
                  <a:pt x="13774" y="21185"/>
                  <a:pt x="13978" y="21125"/>
                  <a:pt x="14181" y="21058"/>
                </a:cubicBezTo>
                <a:lnTo>
                  <a:pt x="21058" y="14181"/>
                </a:lnTo>
                <a:cubicBezTo>
                  <a:pt x="21125" y="13978"/>
                  <a:pt x="21185" y="13774"/>
                  <a:pt x="21239" y="13569"/>
                </a:cubicBezTo>
                <a:close/>
                <a:moveTo>
                  <a:pt x="20736" y="15035"/>
                </a:moveTo>
                <a:lnTo>
                  <a:pt x="15035" y="20736"/>
                </a:lnTo>
                <a:cubicBezTo>
                  <a:pt x="15310" y="20619"/>
                  <a:pt x="15581" y="20493"/>
                  <a:pt x="15848" y="20352"/>
                </a:cubicBezTo>
                <a:lnTo>
                  <a:pt x="20352" y="15848"/>
                </a:lnTo>
                <a:cubicBezTo>
                  <a:pt x="20493" y="15581"/>
                  <a:pt x="20619" y="15310"/>
                  <a:pt x="20736" y="15035"/>
                </a:cubicBezTo>
                <a:close/>
                <a:moveTo>
                  <a:pt x="19400" y="17332"/>
                </a:moveTo>
                <a:lnTo>
                  <a:pt x="17332" y="19400"/>
                </a:lnTo>
                <a:cubicBezTo>
                  <a:pt x="17716" y="19108"/>
                  <a:pt x="18087" y="18789"/>
                  <a:pt x="18438" y="18438"/>
                </a:cubicBezTo>
                <a:cubicBezTo>
                  <a:pt x="18788" y="18087"/>
                  <a:pt x="19107" y="17716"/>
                  <a:pt x="19400" y="17332"/>
                </a:cubicBezTo>
                <a:close/>
              </a:path>
            </a:pathLst>
          </a:custGeom>
          <a:solidFill>
            <a:schemeClr val="accent4"/>
          </a:solidFill>
          <a:ln w="12700">
            <a:miter lim="400000"/>
          </a:ln>
        </p:spPr>
        <p:txBody>
          <a:bodyPr lIns="0" tIns="0" rIns="0" bIns="0" anchor="ctr"/>
          <a:lstStyle/>
          <a:p>
            <a:pPr marL="0" marR="0" lvl="0" indent="0" algn="ctr" defTabSz="8255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 kumimoji="0" sz="32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Helvetica Neue Medium"/>
              <a:sym typeface="Helvetica Neue Medium"/>
            </a:endParaRPr>
          </a:p>
        </p:txBody>
      </p:sp>
      <p:sp>
        <p:nvSpPr>
          <p:cNvPr id="220" name="Shape">
            <a:extLst>
              <a:ext uri="{FF2B5EF4-FFF2-40B4-BE49-F238E27FC236}">
                <a16:creationId xmlns:a16="http://schemas.microsoft.com/office/drawing/2014/main" id="{E04C1A99-378A-567D-D687-A4440705F88C}"/>
              </a:ext>
            </a:extLst>
          </p:cNvPr>
          <p:cNvSpPr/>
          <p:nvPr/>
        </p:nvSpPr>
        <p:spPr>
          <a:xfrm>
            <a:off x="22467966" y="8316507"/>
            <a:ext cx="4276957" cy="427713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800" y="0"/>
                </a:moveTo>
                <a:cubicBezTo>
                  <a:pt x="10787" y="0"/>
                  <a:pt x="10773" y="1"/>
                  <a:pt x="10759" y="1"/>
                </a:cubicBezTo>
                <a:lnTo>
                  <a:pt x="1" y="10760"/>
                </a:lnTo>
                <a:cubicBezTo>
                  <a:pt x="0" y="10900"/>
                  <a:pt x="3" y="11040"/>
                  <a:pt x="8" y="11181"/>
                </a:cubicBezTo>
                <a:lnTo>
                  <a:pt x="11180" y="9"/>
                </a:lnTo>
                <a:cubicBezTo>
                  <a:pt x="11054" y="4"/>
                  <a:pt x="10927" y="0"/>
                  <a:pt x="10800" y="0"/>
                </a:cubicBezTo>
                <a:close/>
                <a:moveTo>
                  <a:pt x="10211" y="17"/>
                </a:moveTo>
                <a:cubicBezTo>
                  <a:pt x="10057" y="25"/>
                  <a:pt x="9903" y="36"/>
                  <a:pt x="9748" y="51"/>
                </a:cubicBezTo>
                <a:lnTo>
                  <a:pt x="50" y="9749"/>
                </a:lnTo>
                <a:cubicBezTo>
                  <a:pt x="35" y="9903"/>
                  <a:pt x="25" y="10057"/>
                  <a:pt x="16" y="10212"/>
                </a:cubicBezTo>
                <a:lnTo>
                  <a:pt x="10211" y="17"/>
                </a:lnTo>
                <a:close/>
                <a:moveTo>
                  <a:pt x="11683" y="38"/>
                </a:moveTo>
                <a:lnTo>
                  <a:pt x="38" y="11684"/>
                </a:lnTo>
                <a:cubicBezTo>
                  <a:pt x="48" y="11814"/>
                  <a:pt x="62" y="11944"/>
                  <a:pt x="78" y="12075"/>
                </a:cubicBezTo>
                <a:lnTo>
                  <a:pt x="12074" y="78"/>
                </a:lnTo>
                <a:cubicBezTo>
                  <a:pt x="11944" y="63"/>
                  <a:pt x="11814" y="49"/>
                  <a:pt x="11683" y="38"/>
                </a:cubicBezTo>
                <a:close/>
                <a:moveTo>
                  <a:pt x="9136" y="131"/>
                </a:moveTo>
                <a:cubicBezTo>
                  <a:pt x="8960" y="158"/>
                  <a:pt x="8786" y="190"/>
                  <a:pt x="8611" y="226"/>
                </a:cubicBezTo>
                <a:lnTo>
                  <a:pt x="226" y="8611"/>
                </a:lnTo>
                <a:cubicBezTo>
                  <a:pt x="190" y="8786"/>
                  <a:pt x="157" y="8961"/>
                  <a:pt x="130" y="9137"/>
                </a:cubicBezTo>
                <a:lnTo>
                  <a:pt x="9136" y="131"/>
                </a:lnTo>
                <a:close/>
                <a:moveTo>
                  <a:pt x="12541" y="143"/>
                </a:moveTo>
                <a:lnTo>
                  <a:pt x="143" y="12541"/>
                </a:lnTo>
                <a:cubicBezTo>
                  <a:pt x="163" y="12663"/>
                  <a:pt x="183" y="12785"/>
                  <a:pt x="207" y="12906"/>
                </a:cubicBezTo>
                <a:lnTo>
                  <a:pt x="12906" y="208"/>
                </a:lnTo>
                <a:cubicBezTo>
                  <a:pt x="12785" y="184"/>
                  <a:pt x="12663" y="163"/>
                  <a:pt x="12541" y="143"/>
                </a:cubicBezTo>
                <a:close/>
                <a:moveTo>
                  <a:pt x="13343" y="303"/>
                </a:moveTo>
                <a:lnTo>
                  <a:pt x="303" y="13343"/>
                </a:lnTo>
                <a:cubicBezTo>
                  <a:pt x="330" y="13456"/>
                  <a:pt x="361" y="13569"/>
                  <a:pt x="392" y="13682"/>
                </a:cubicBezTo>
                <a:lnTo>
                  <a:pt x="13682" y="393"/>
                </a:lnTo>
                <a:cubicBezTo>
                  <a:pt x="13569" y="362"/>
                  <a:pt x="13456" y="331"/>
                  <a:pt x="13343" y="303"/>
                </a:cubicBezTo>
                <a:close/>
                <a:moveTo>
                  <a:pt x="7909" y="395"/>
                </a:moveTo>
                <a:cubicBezTo>
                  <a:pt x="7701" y="452"/>
                  <a:pt x="7495" y="515"/>
                  <a:pt x="7290" y="585"/>
                </a:cubicBezTo>
                <a:lnTo>
                  <a:pt x="584" y="7290"/>
                </a:lnTo>
                <a:cubicBezTo>
                  <a:pt x="514" y="7495"/>
                  <a:pt x="452" y="7702"/>
                  <a:pt x="394" y="7909"/>
                </a:cubicBezTo>
                <a:lnTo>
                  <a:pt x="7909" y="395"/>
                </a:lnTo>
                <a:close/>
                <a:moveTo>
                  <a:pt x="14094" y="515"/>
                </a:moveTo>
                <a:lnTo>
                  <a:pt x="514" y="14094"/>
                </a:lnTo>
                <a:cubicBezTo>
                  <a:pt x="549" y="14202"/>
                  <a:pt x="583" y="14310"/>
                  <a:pt x="620" y="14417"/>
                </a:cubicBezTo>
                <a:lnTo>
                  <a:pt x="14417" y="621"/>
                </a:lnTo>
                <a:cubicBezTo>
                  <a:pt x="14310" y="583"/>
                  <a:pt x="14202" y="549"/>
                  <a:pt x="14094" y="515"/>
                </a:cubicBezTo>
                <a:close/>
                <a:moveTo>
                  <a:pt x="14804" y="767"/>
                </a:moveTo>
                <a:lnTo>
                  <a:pt x="767" y="14804"/>
                </a:lnTo>
                <a:cubicBezTo>
                  <a:pt x="807" y="14905"/>
                  <a:pt x="851" y="15004"/>
                  <a:pt x="894" y="15104"/>
                </a:cubicBezTo>
                <a:lnTo>
                  <a:pt x="15104" y="895"/>
                </a:lnTo>
                <a:cubicBezTo>
                  <a:pt x="15004" y="852"/>
                  <a:pt x="14905" y="807"/>
                  <a:pt x="14804" y="767"/>
                </a:cubicBezTo>
                <a:close/>
                <a:moveTo>
                  <a:pt x="6411" y="932"/>
                </a:moveTo>
                <a:cubicBezTo>
                  <a:pt x="6118" y="1062"/>
                  <a:pt x="5831" y="1206"/>
                  <a:pt x="5549" y="1363"/>
                </a:cubicBezTo>
                <a:lnTo>
                  <a:pt x="1362" y="5549"/>
                </a:lnTo>
                <a:cubicBezTo>
                  <a:pt x="1205" y="5832"/>
                  <a:pt x="1061" y="6119"/>
                  <a:pt x="931" y="6411"/>
                </a:cubicBezTo>
                <a:lnTo>
                  <a:pt x="6411" y="932"/>
                </a:lnTo>
                <a:close/>
                <a:moveTo>
                  <a:pt x="15470" y="1061"/>
                </a:moveTo>
                <a:lnTo>
                  <a:pt x="1060" y="15471"/>
                </a:lnTo>
                <a:cubicBezTo>
                  <a:pt x="1106" y="15567"/>
                  <a:pt x="1153" y="15664"/>
                  <a:pt x="1202" y="15759"/>
                </a:cubicBezTo>
                <a:lnTo>
                  <a:pt x="15759" y="1203"/>
                </a:lnTo>
                <a:cubicBezTo>
                  <a:pt x="15663" y="1153"/>
                  <a:pt x="15567" y="1107"/>
                  <a:pt x="15470" y="1061"/>
                </a:cubicBezTo>
                <a:close/>
                <a:moveTo>
                  <a:pt x="16103" y="1391"/>
                </a:moveTo>
                <a:lnTo>
                  <a:pt x="1391" y="16103"/>
                </a:lnTo>
                <a:cubicBezTo>
                  <a:pt x="1442" y="16194"/>
                  <a:pt x="1494" y="16285"/>
                  <a:pt x="1549" y="16375"/>
                </a:cubicBezTo>
                <a:lnTo>
                  <a:pt x="16375" y="1549"/>
                </a:lnTo>
                <a:cubicBezTo>
                  <a:pt x="16285" y="1495"/>
                  <a:pt x="16194" y="1442"/>
                  <a:pt x="16103" y="1391"/>
                </a:cubicBezTo>
                <a:close/>
                <a:moveTo>
                  <a:pt x="16703" y="1754"/>
                </a:moveTo>
                <a:lnTo>
                  <a:pt x="1753" y="16703"/>
                </a:lnTo>
                <a:cubicBezTo>
                  <a:pt x="1809" y="16788"/>
                  <a:pt x="1869" y="16872"/>
                  <a:pt x="1928" y="16956"/>
                </a:cubicBezTo>
                <a:lnTo>
                  <a:pt x="16956" y="1928"/>
                </a:lnTo>
                <a:cubicBezTo>
                  <a:pt x="16872" y="1869"/>
                  <a:pt x="16788" y="1810"/>
                  <a:pt x="16703" y="1754"/>
                </a:cubicBezTo>
                <a:close/>
                <a:moveTo>
                  <a:pt x="17267" y="2151"/>
                </a:moveTo>
                <a:lnTo>
                  <a:pt x="2151" y="17267"/>
                </a:lnTo>
                <a:cubicBezTo>
                  <a:pt x="2212" y="17349"/>
                  <a:pt x="2274" y="17430"/>
                  <a:pt x="2338" y="17510"/>
                </a:cubicBezTo>
                <a:lnTo>
                  <a:pt x="17510" y="2338"/>
                </a:lnTo>
                <a:cubicBezTo>
                  <a:pt x="17430" y="2275"/>
                  <a:pt x="17349" y="2212"/>
                  <a:pt x="17267" y="2151"/>
                </a:cubicBezTo>
                <a:close/>
                <a:moveTo>
                  <a:pt x="3805" y="2574"/>
                </a:moveTo>
                <a:cubicBezTo>
                  <a:pt x="3586" y="2761"/>
                  <a:pt x="3370" y="2956"/>
                  <a:pt x="3163" y="3163"/>
                </a:cubicBezTo>
                <a:cubicBezTo>
                  <a:pt x="2955" y="3371"/>
                  <a:pt x="2761" y="3586"/>
                  <a:pt x="2574" y="3806"/>
                </a:cubicBezTo>
                <a:lnTo>
                  <a:pt x="3805" y="2574"/>
                </a:lnTo>
                <a:close/>
                <a:moveTo>
                  <a:pt x="17801" y="2579"/>
                </a:moveTo>
                <a:lnTo>
                  <a:pt x="2579" y="17801"/>
                </a:lnTo>
                <a:cubicBezTo>
                  <a:pt x="2645" y="17878"/>
                  <a:pt x="2709" y="17957"/>
                  <a:pt x="2777" y="18032"/>
                </a:cubicBezTo>
                <a:lnTo>
                  <a:pt x="18032" y="2777"/>
                </a:lnTo>
                <a:cubicBezTo>
                  <a:pt x="17957" y="2709"/>
                  <a:pt x="17878" y="2645"/>
                  <a:pt x="17801" y="2579"/>
                </a:cubicBezTo>
                <a:close/>
                <a:moveTo>
                  <a:pt x="18304" y="3036"/>
                </a:moveTo>
                <a:lnTo>
                  <a:pt x="3036" y="18304"/>
                </a:lnTo>
                <a:cubicBezTo>
                  <a:pt x="3079" y="18349"/>
                  <a:pt x="3119" y="18394"/>
                  <a:pt x="3163" y="18438"/>
                </a:cubicBezTo>
                <a:cubicBezTo>
                  <a:pt x="3191" y="18466"/>
                  <a:pt x="3222" y="18492"/>
                  <a:pt x="3250" y="18521"/>
                </a:cubicBezTo>
                <a:lnTo>
                  <a:pt x="18521" y="3251"/>
                </a:lnTo>
                <a:cubicBezTo>
                  <a:pt x="18492" y="3222"/>
                  <a:pt x="18466" y="3192"/>
                  <a:pt x="18438" y="3163"/>
                </a:cubicBezTo>
                <a:cubicBezTo>
                  <a:pt x="18394" y="3119"/>
                  <a:pt x="18348" y="3079"/>
                  <a:pt x="18304" y="3036"/>
                </a:cubicBezTo>
                <a:close/>
                <a:moveTo>
                  <a:pt x="18781" y="3523"/>
                </a:moveTo>
                <a:lnTo>
                  <a:pt x="3522" y="18781"/>
                </a:lnTo>
                <a:cubicBezTo>
                  <a:pt x="3598" y="18850"/>
                  <a:pt x="3676" y="18915"/>
                  <a:pt x="3753" y="18982"/>
                </a:cubicBezTo>
                <a:lnTo>
                  <a:pt x="18982" y="3753"/>
                </a:lnTo>
                <a:cubicBezTo>
                  <a:pt x="18915" y="3676"/>
                  <a:pt x="18850" y="3598"/>
                  <a:pt x="18781" y="3523"/>
                </a:cubicBezTo>
                <a:close/>
                <a:moveTo>
                  <a:pt x="19224" y="4041"/>
                </a:moveTo>
                <a:lnTo>
                  <a:pt x="4041" y="19224"/>
                </a:lnTo>
                <a:cubicBezTo>
                  <a:pt x="4121" y="19289"/>
                  <a:pt x="4202" y="19350"/>
                  <a:pt x="4283" y="19412"/>
                </a:cubicBezTo>
                <a:lnTo>
                  <a:pt x="19412" y="4283"/>
                </a:lnTo>
                <a:cubicBezTo>
                  <a:pt x="19350" y="4202"/>
                  <a:pt x="19289" y="4121"/>
                  <a:pt x="19224" y="4041"/>
                </a:cubicBezTo>
                <a:close/>
                <a:moveTo>
                  <a:pt x="19637" y="4591"/>
                </a:moveTo>
                <a:lnTo>
                  <a:pt x="4591" y="19637"/>
                </a:lnTo>
                <a:cubicBezTo>
                  <a:pt x="4675" y="19696"/>
                  <a:pt x="4758" y="19757"/>
                  <a:pt x="4843" y="19813"/>
                </a:cubicBezTo>
                <a:lnTo>
                  <a:pt x="19813" y="4844"/>
                </a:lnTo>
                <a:cubicBezTo>
                  <a:pt x="19757" y="4758"/>
                  <a:pt x="19696" y="4675"/>
                  <a:pt x="19637" y="4591"/>
                </a:cubicBezTo>
                <a:close/>
                <a:moveTo>
                  <a:pt x="20019" y="5172"/>
                </a:moveTo>
                <a:lnTo>
                  <a:pt x="5172" y="20019"/>
                </a:lnTo>
                <a:cubicBezTo>
                  <a:pt x="5261" y="20073"/>
                  <a:pt x="5351" y="20126"/>
                  <a:pt x="5441" y="20178"/>
                </a:cubicBezTo>
                <a:lnTo>
                  <a:pt x="20178" y="5441"/>
                </a:lnTo>
                <a:cubicBezTo>
                  <a:pt x="20126" y="5351"/>
                  <a:pt x="20073" y="5261"/>
                  <a:pt x="20019" y="5172"/>
                </a:cubicBezTo>
                <a:close/>
                <a:moveTo>
                  <a:pt x="20369" y="5782"/>
                </a:moveTo>
                <a:lnTo>
                  <a:pt x="5782" y="20369"/>
                </a:lnTo>
                <a:cubicBezTo>
                  <a:pt x="5877" y="20419"/>
                  <a:pt x="5974" y="20463"/>
                  <a:pt x="6071" y="20510"/>
                </a:cubicBezTo>
                <a:lnTo>
                  <a:pt x="20510" y="6071"/>
                </a:lnTo>
                <a:cubicBezTo>
                  <a:pt x="20463" y="5975"/>
                  <a:pt x="20419" y="5878"/>
                  <a:pt x="20369" y="5782"/>
                </a:cubicBezTo>
                <a:close/>
                <a:moveTo>
                  <a:pt x="20679" y="6434"/>
                </a:moveTo>
                <a:lnTo>
                  <a:pt x="6434" y="20679"/>
                </a:lnTo>
                <a:cubicBezTo>
                  <a:pt x="6534" y="20723"/>
                  <a:pt x="6633" y="20769"/>
                  <a:pt x="6734" y="20809"/>
                </a:cubicBezTo>
                <a:lnTo>
                  <a:pt x="20809" y="6735"/>
                </a:lnTo>
                <a:cubicBezTo>
                  <a:pt x="20769" y="6634"/>
                  <a:pt x="20723" y="6534"/>
                  <a:pt x="20679" y="6434"/>
                </a:cubicBezTo>
                <a:close/>
                <a:moveTo>
                  <a:pt x="20956" y="7121"/>
                </a:moveTo>
                <a:lnTo>
                  <a:pt x="7120" y="20956"/>
                </a:lnTo>
                <a:cubicBezTo>
                  <a:pt x="7226" y="20994"/>
                  <a:pt x="7333" y="21030"/>
                  <a:pt x="7439" y="21065"/>
                </a:cubicBezTo>
                <a:lnTo>
                  <a:pt x="21065" y="7439"/>
                </a:lnTo>
                <a:cubicBezTo>
                  <a:pt x="21030" y="7333"/>
                  <a:pt x="20994" y="7226"/>
                  <a:pt x="20956" y="7121"/>
                </a:cubicBezTo>
                <a:close/>
                <a:moveTo>
                  <a:pt x="21190" y="7848"/>
                </a:moveTo>
                <a:lnTo>
                  <a:pt x="7848" y="21190"/>
                </a:lnTo>
                <a:cubicBezTo>
                  <a:pt x="7960" y="21221"/>
                  <a:pt x="8073" y="21252"/>
                  <a:pt x="8186" y="21280"/>
                </a:cubicBezTo>
                <a:lnTo>
                  <a:pt x="21280" y="8186"/>
                </a:lnTo>
                <a:cubicBezTo>
                  <a:pt x="21252" y="8073"/>
                  <a:pt x="21221" y="7960"/>
                  <a:pt x="21190" y="7848"/>
                </a:cubicBezTo>
                <a:close/>
                <a:moveTo>
                  <a:pt x="21378" y="8623"/>
                </a:moveTo>
                <a:lnTo>
                  <a:pt x="8623" y="21378"/>
                </a:lnTo>
                <a:cubicBezTo>
                  <a:pt x="8743" y="21402"/>
                  <a:pt x="8863" y="21424"/>
                  <a:pt x="8984" y="21445"/>
                </a:cubicBezTo>
                <a:lnTo>
                  <a:pt x="21445" y="8984"/>
                </a:lnTo>
                <a:cubicBezTo>
                  <a:pt x="21424" y="8864"/>
                  <a:pt x="21402" y="8743"/>
                  <a:pt x="21378" y="8623"/>
                </a:cubicBezTo>
                <a:close/>
                <a:moveTo>
                  <a:pt x="21514" y="9448"/>
                </a:moveTo>
                <a:lnTo>
                  <a:pt x="9447" y="21514"/>
                </a:lnTo>
                <a:cubicBezTo>
                  <a:pt x="9576" y="21530"/>
                  <a:pt x="9704" y="21546"/>
                  <a:pt x="9833" y="21557"/>
                </a:cubicBezTo>
                <a:lnTo>
                  <a:pt x="21557" y="9834"/>
                </a:lnTo>
                <a:cubicBezTo>
                  <a:pt x="21546" y="9705"/>
                  <a:pt x="21530" y="9576"/>
                  <a:pt x="21514" y="9448"/>
                </a:cubicBezTo>
                <a:close/>
                <a:moveTo>
                  <a:pt x="21590" y="10333"/>
                </a:moveTo>
                <a:lnTo>
                  <a:pt x="10332" y="21590"/>
                </a:lnTo>
                <a:cubicBezTo>
                  <a:pt x="10473" y="21596"/>
                  <a:pt x="10613" y="21599"/>
                  <a:pt x="10753" y="21600"/>
                </a:cubicBezTo>
                <a:lnTo>
                  <a:pt x="21600" y="10754"/>
                </a:lnTo>
                <a:cubicBezTo>
                  <a:pt x="21599" y="10613"/>
                  <a:pt x="21596" y="10473"/>
                  <a:pt x="21590" y="10333"/>
                </a:cubicBezTo>
                <a:close/>
                <a:moveTo>
                  <a:pt x="21590" y="11296"/>
                </a:moveTo>
                <a:lnTo>
                  <a:pt x="11295" y="21590"/>
                </a:lnTo>
                <a:cubicBezTo>
                  <a:pt x="11449" y="21583"/>
                  <a:pt x="11603" y="21572"/>
                  <a:pt x="11757" y="21558"/>
                </a:cubicBezTo>
                <a:lnTo>
                  <a:pt x="21558" y="11757"/>
                </a:lnTo>
                <a:cubicBezTo>
                  <a:pt x="21572" y="11603"/>
                  <a:pt x="21583" y="11450"/>
                  <a:pt x="21590" y="11296"/>
                </a:cubicBezTo>
                <a:close/>
                <a:moveTo>
                  <a:pt x="21489" y="12358"/>
                </a:moveTo>
                <a:lnTo>
                  <a:pt x="12358" y="21489"/>
                </a:lnTo>
                <a:cubicBezTo>
                  <a:pt x="12531" y="21464"/>
                  <a:pt x="12703" y="21434"/>
                  <a:pt x="12876" y="21400"/>
                </a:cubicBezTo>
                <a:lnTo>
                  <a:pt x="21400" y="12876"/>
                </a:lnTo>
                <a:cubicBezTo>
                  <a:pt x="21434" y="12704"/>
                  <a:pt x="21464" y="12531"/>
                  <a:pt x="21489" y="12358"/>
                </a:cubicBezTo>
                <a:close/>
                <a:moveTo>
                  <a:pt x="21239" y="13569"/>
                </a:moveTo>
                <a:lnTo>
                  <a:pt x="13569" y="21239"/>
                </a:lnTo>
                <a:cubicBezTo>
                  <a:pt x="13774" y="21185"/>
                  <a:pt x="13978" y="21125"/>
                  <a:pt x="14181" y="21058"/>
                </a:cubicBezTo>
                <a:lnTo>
                  <a:pt x="21058" y="14181"/>
                </a:lnTo>
                <a:cubicBezTo>
                  <a:pt x="21125" y="13978"/>
                  <a:pt x="21185" y="13774"/>
                  <a:pt x="21239" y="13569"/>
                </a:cubicBezTo>
                <a:close/>
                <a:moveTo>
                  <a:pt x="20736" y="15035"/>
                </a:moveTo>
                <a:lnTo>
                  <a:pt x="15035" y="20736"/>
                </a:lnTo>
                <a:cubicBezTo>
                  <a:pt x="15310" y="20619"/>
                  <a:pt x="15581" y="20493"/>
                  <a:pt x="15848" y="20352"/>
                </a:cubicBezTo>
                <a:lnTo>
                  <a:pt x="20352" y="15848"/>
                </a:lnTo>
                <a:cubicBezTo>
                  <a:pt x="20493" y="15581"/>
                  <a:pt x="20619" y="15310"/>
                  <a:pt x="20736" y="15035"/>
                </a:cubicBezTo>
                <a:close/>
                <a:moveTo>
                  <a:pt x="19400" y="17332"/>
                </a:moveTo>
                <a:lnTo>
                  <a:pt x="17332" y="19400"/>
                </a:lnTo>
                <a:cubicBezTo>
                  <a:pt x="17716" y="19108"/>
                  <a:pt x="18087" y="18789"/>
                  <a:pt x="18438" y="18438"/>
                </a:cubicBezTo>
                <a:cubicBezTo>
                  <a:pt x="18788" y="18087"/>
                  <a:pt x="19107" y="17716"/>
                  <a:pt x="19400" y="17332"/>
                </a:cubicBezTo>
                <a:close/>
              </a:path>
            </a:pathLst>
          </a:custGeom>
          <a:solidFill>
            <a:schemeClr val="accent4"/>
          </a:solidFill>
          <a:ln w="12700">
            <a:miter lim="400000"/>
          </a:ln>
        </p:spPr>
        <p:txBody>
          <a:bodyPr lIns="0" tIns="0" rIns="0" bIns="0" anchor="ctr"/>
          <a:lstStyle/>
          <a:p>
            <a:pPr marL="0" marR="0" lvl="0" indent="0" algn="ctr" defTabSz="8255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 kumimoji="0" sz="32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Helvetica Neue Medium"/>
              <a:sym typeface="Helvetica Neue Medium"/>
            </a:endParaRPr>
          </a:p>
        </p:txBody>
      </p:sp>
      <p:sp>
        <p:nvSpPr>
          <p:cNvPr id="221" name="Shape">
            <a:extLst>
              <a:ext uri="{FF2B5EF4-FFF2-40B4-BE49-F238E27FC236}">
                <a16:creationId xmlns:a16="http://schemas.microsoft.com/office/drawing/2014/main" id="{9FDA9C72-2C98-760B-C8B5-53C577E2A618}"/>
              </a:ext>
            </a:extLst>
          </p:cNvPr>
          <p:cNvSpPr/>
          <p:nvPr/>
        </p:nvSpPr>
        <p:spPr>
          <a:xfrm>
            <a:off x="-9782" y="-14685"/>
            <a:ext cx="5401449" cy="1371951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489" h="21600" extrusionOk="0">
                <a:moveTo>
                  <a:pt x="9876" y="0"/>
                </a:moveTo>
                <a:cubicBezTo>
                  <a:pt x="14909" y="1061"/>
                  <a:pt x="18164" y="3091"/>
                  <a:pt x="18448" y="5345"/>
                </a:cubicBezTo>
                <a:cubicBezTo>
                  <a:pt x="18695" y="7304"/>
                  <a:pt x="16642" y="9198"/>
                  <a:pt x="12885" y="10477"/>
                </a:cubicBezTo>
                <a:cubicBezTo>
                  <a:pt x="8651" y="11730"/>
                  <a:pt x="7084" y="13955"/>
                  <a:pt x="9071" y="15894"/>
                </a:cubicBezTo>
                <a:cubicBezTo>
                  <a:pt x="10355" y="17147"/>
                  <a:pt x="13013" y="18098"/>
                  <a:pt x="16290" y="18479"/>
                </a:cubicBezTo>
                <a:cubicBezTo>
                  <a:pt x="17951" y="18702"/>
                  <a:pt x="19367" y="19144"/>
                  <a:pt x="20305" y="19731"/>
                </a:cubicBezTo>
                <a:cubicBezTo>
                  <a:pt x="21193" y="20288"/>
                  <a:pt x="21600" y="20944"/>
                  <a:pt x="21463" y="21600"/>
                </a:cubicBezTo>
                <a:lnTo>
                  <a:pt x="0" y="21600"/>
                </a:lnTo>
                <a:lnTo>
                  <a:pt x="0" y="1"/>
                </a:lnTo>
                <a:lnTo>
                  <a:pt x="9876" y="0"/>
                </a:lnTo>
                <a:close/>
              </a:path>
            </a:pathLst>
          </a:custGeom>
          <a:solidFill>
            <a:schemeClr val="accent3"/>
          </a:solidFill>
          <a:ln w="12700">
            <a:miter lim="400000"/>
          </a:ln>
          <a:effectLst>
            <a:outerShdw blurRad="914400" dist="25400" dir="5400000" rotWithShape="0">
              <a:srgbClr val="000000">
                <a:alpha val="50000"/>
              </a:srgbClr>
            </a:outerShdw>
          </a:effectLst>
        </p:spPr>
        <p:txBody>
          <a:bodyPr lIns="50800" tIns="50800" rIns="50800" bIns="50800" anchor="ctr"/>
          <a:lstStyle/>
          <a:p>
            <a:pPr marL="0" marR="0" lvl="0" indent="0" algn="ctr" defTabSz="8255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3000" b="1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Helvetica Neue"/>
              <a:sym typeface="Helvetica Neue"/>
            </a:endParaRPr>
          </a:p>
        </p:txBody>
      </p:sp>
      <p:sp>
        <p:nvSpPr>
          <p:cNvPr id="222" name="Shape">
            <a:extLst>
              <a:ext uri="{FF2B5EF4-FFF2-40B4-BE49-F238E27FC236}">
                <a16:creationId xmlns:a16="http://schemas.microsoft.com/office/drawing/2014/main" id="{D483D000-CF12-6DC6-3AEE-A626B87C4050}"/>
              </a:ext>
            </a:extLst>
          </p:cNvPr>
          <p:cNvSpPr/>
          <p:nvPr/>
        </p:nvSpPr>
        <p:spPr>
          <a:xfrm>
            <a:off x="14077382" y="-26393"/>
            <a:ext cx="10315136" cy="10264133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490" h="20992" extrusionOk="0">
                <a:moveTo>
                  <a:pt x="22" y="0"/>
                </a:moveTo>
                <a:cubicBezTo>
                  <a:pt x="-110" y="1123"/>
                  <a:pt x="362" y="2232"/>
                  <a:pt x="1268" y="2930"/>
                </a:cubicBezTo>
                <a:cubicBezTo>
                  <a:pt x="2187" y="3637"/>
                  <a:pt x="3418" y="3817"/>
                  <a:pt x="4507" y="3403"/>
                </a:cubicBezTo>
                <a:cubicBezTo>
                  <a:pt x="6055" y="2610"/>
                  <a:pt x="7961" y="3061"/>
                  <a:pt x="8970" y="4460"/>
                </a:cubicBezTo>
                <a:cubicBezTo>
                  <a:pt x="9809" y="5622"/>
                  <a:pt x="9807" y="7178"/>
                  <a:pt x="8965" y="8338"/>
                </a:cubicBezTo>
                <a:cubicBezTo>
                  <a:pt x="6771" y="11924"/>
                  <a:pt x="7613" y="16550"/>
                  <a:pt x="10936" y="19169"/>
                </a:cubicBezTo>
                <a:cubicBezTo>
                  <a:pt x="14018" y="21597"/>
                  <a:pt x="18405" y="21600"/>
                  <a:pt x="21490" y="19175"/>
                </a:cubicBezTo>
                <a:lnTo>
                  <a:pt x="21490" y="35"/>
                </a:lnTo>
                <a:lnTo>
                  <a:pt x="22" y="0"/>
                </a:lnTo>
                <a:close/>
              </a:path>
            </a:pathLst>
          </a:custGeom>
          <a:solidFill>
            <a:schemeClr val="accent3"/>
          </a:solidFill>
          <a:ln w="12700">
            <a:miter lim="400000"/>
          </a:ln>
          <a:effectLst>
            <a:outerShdw blurRad="914400" dist="25400" dir="5400000" rotWithShape="0">
              <a:srgbClr val="000000">
                <a:alpha val="50000"/>
              </a:srgbClr>
            </a:outerShdw>
          </a:effectLst>
        </p:spPr>
        <p:txBody>
          <a:bodyPr lIns="50800" tIns="50800" rIns="50800" bIns="50800" anchor="ctr"/>
          <a:lstStyle/>
          <a:p>
            <a:pPr marL="0" marR="0" lvl="0" indent="0" algn="ctr" defTabSz="8255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3000" b="1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Helvetica Neue"/>
              <a:sym typeface="Helvetica Neue"/>
            </a:endParaRPr>
          </a:p>
        </p:txBody>
      </p:sp>
      <p:sp>
        <p:nvSpPr>
          <p:cNvPr id="223" name="Circle">
            <a:extLst>
              <a:ext uri="{FF2B5EF4-FFF2-40B4-BE49-F238E27FC236}">
                <a16:creationId xmlns:a16="http://schemas.microsoft.com/office/drawing/2014/main" id="{31F254E9-6939-C58E-777A-20E0236DAC88}"/>
              </a:ext>
            </a:extLst>
          </p:cNvPr>
          <p:cNvSpPr/>
          <p:nvPr/>
        </p:nvSpPr>
        <p:spPr>
          <a:xfrm>
            <a:off x="17006264" y="352354"/>
            <a:ext cx="494973" cy="494972"/>
          </a:xfrm>
          <a:prstGeom prst="ellipse">
            <a:avLst/>
          </a:prstGeom>
          <a:gradFill>
            <a:gsLst>
              <a:gs pos="0">
                <a:schemeClr val="accent2"/>
              </a:gs>
              <a:gs pos="100000">
                <a:schemeClr val="accent1"/>
              </a:gs>
            </a:gsLst>
            <a:lin ang="5400000"/>
          </a:gradFill>
          <a:ln w="12700">
            <a:miter lim="400000"/>
          </a:ln>
        </p:spPr>
        <p:txBody>
          <a:bodyPr lIns="0" tIns="0" rIns="0" bIns="0" anchor="ctr"/>
          <a:lstStyle/>
          <a:p>
            <a:pPr marL="0" marR="0" lvl="0" indent="0" algn="ctr" defTabSz="8255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 kumimoji="0" sz="32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Helvetica Neue Medium"/>
              <a:sym typeface="Helvetica Neue Medium"/>
            </a:endParaRPr>
          </a:p>
        </p:txBody>
      </p:sp>
      <p:sp>
        <p:nvSpPr>
          <p:cNvPr id="224" name="Circle">
            <a:extLst>
              <a:ext uri="{FF2B5EF4-FFF2-40B4-BE49-F238E27FC236}">
                <a16:creationId xmlns:a16="http://schemas.microsoft.com/office/drawing/2014/main" id="{2E7D644A-5A57-D0F1-5507-4F1C1716EEB8}"/>
              </a:ext>
            </a:extLst>
          </p:cNvPr>
          <p:cNvSpPr/>
          <p:nvPr/>
        </p:nvSpPr>
        <p:spPr>
          <a:xfrm>
            <a:off x="-564062" y="1321716"/>
            <a:ext cx="1150610" cy="1150611"/>
          </a:xfrm>
          <a:prstGeom prst="ellipse">
            <a:avLst/>
          </a:prstGeom>
          <a:gradFill>
            <a:gsLst>
              <a:gs pos="0">
                <a:schemeClr val="accent2"/>
              </a:gs>
              <a:gs pos="100000">
                <a:schemeClr val="accent1"/>
              </a:gs>
            </a:gsLst>
            <a:lin ang="5400000"/>
          </a:gradFill>
          <a:ln w="12700">
            <a:miter lim="400000"/>
          </a:ln>
        </p:spPr>
        <p:txBody>
          <a:bodyPr lIns="0" tIns="0" rIns="0" bIns="0" anchor="ctr"/>
          <a:lstStyle/>
          <a:p>
            <a:pPr marL="0" marR="0" lvl="0" indent="0" algn="ctr" defTabSz="8255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 kumimoji="0" sz="32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Helvetica Neue Medium"/>
              <a:sym typeface="Helvetica Neue Medium"/>
            </a:endParaRPr>
          </a:p>
        </p:txBody>
      </p:sp>
      <p:sp>
        <p:nvSpPr>
          <p:cNvPr id="225" name="TOPIC #1 - $100 ANSWER">
            <a:extLst>
              <a:ext uri="{FF2B5EF4-FFF2-40B4-BE49-F238E27FC236}">
                <a16:creationId xmlns:a16="http://schemas.microsoft.com/office/drawing/2014/main" id="{6F6E128C-B1F7-0454-6488-4A786C1AA2D8}"/>
              </a:ext>
            </a:extLst>
          </p:cNvPr>
          <p:cNvSpPr txBox="1"/>
          <p:nvPr/>
        </p:nvSpPr>
        <p:spPr>
          <a:xfrm>
            <a:off x="1318646" y="1076284"/>
            <a:ext cx="23992454" cy="164147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50800" tIns="50800" rIns="50800" bIns="50800" anchor="ctr">
            <a:spAutoFit/>
          </a:bodyPr>
          <a:lstStyle/>
          <a:p>
            <a:pPr marL="0" marR="0" lvl="0" indent="0" algn="l" defTabSz="8255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0000" b="0">
                <a:solidFill>
                  <a:srgbClr val="F6C543"/>
                </a:solidFill>
                <a:latin typeface="Impact"/>
                <a:ea typeface="Impact"/>
                <a:cs typeface="Impact"/>
                <a:sym typeface="Impact"/>
              </a:defRPr>
            </a:pPr>
            <a:r>
              <a:rPr kumimoji="0" lang="en-US" altLang="zh-CN" sz="10000" b="0" i="0" u="none" strike="noStrike" kern="0" cap="none" spc="0" normalizeH="0" baseline="0" noProof="0" dirty="0">
                <a:ln>
                  <a:noFill/>
                </a:ln>
                <a:solidFill>
                  <a:srgbClr val="F6C542"/>
                </a:solidFill>
                <a:effectLst/>
                <a:uLnTx/>
                <a:uFillTx/>
                <a:latin typeface="Impact"/>
                <a:sym typeface="Impact"/>
              </a:rPr>
              <a:t>UNIT #</a:t>
            </a:r>
            <a:r>
              <a:rPr kumimoji="0" lang="en-US" altLang="zh-CN" sz="10000" b="0" i="0" u="none" strike="noStrike" kern="0" cap="none" spc="0" normalizeH="0" baseline="0" noProof="0" dirty="0">
                <a:ln>
                  <a:noFill/>
                </a:ln>
                <a:solidFill>
                  <a:srgbClr val="F6C543"/>
                </a:solidFill>
                <a:effectLst/>
                <a:uLnTx/>
                <a:uFillTx/>
                <a:latin typeface="Impact"/>
                <a:sym typeface="Impact"/>
              </a:rPr>
              <a:t> </a:t>
            </a:r>
            <a:r>
              <a:rPr kumimoji="0" lang="en-US" altLang="zh-CN" sz="10000" b="0" i="0" u="none" strike="noStrike" kern="0" cap="none" spc="0" normalizeH="0" baseline="0" noProof="0" dirty="0">
                <a:ln>
                  <a:noFill/>
                </a:ln>
                <a:solidFill>
                  <a:srgbClr val="F6C542"/>
                </a:solidFill>
                <a:effectLst/>
                <a:uLnTx/>
                <a:uFillTx/>
                <a:latin typeface="Impact"/>
                <a:sym typeface="Impact"/>
              </a:rPr>
              <a:t>6 </a:t>
            </a:r>
            <a:r>
              <a:rPr kumimoji="0" lang="en-US" altLang="zh-CN" sz="100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Impact"/>
                <a:sym typeface="Impact"/>
              </a:rPr>
              <a:t>–</a:t>
            </a:r>
            <a:r>
              <a:rPr kumimoji="0" lang="zh-CN" altLang="en-US" sz="10000" b="0" i="0" u="none" strike="noStrike" kern="0" cap="none" spc="0" normalizeH="0" baseline="0" noProof="0" dirty="0">
                <a:ln>
                  <a:noFill/>
                </a:ln>
                <a:solidFill>
                  <a:srgbClr val="F6C543"/>
                </a:solidFill>
                <a:effectLst/>
                <a:uLnTx/>
                <a:uFillTx/>
                <a:latin typeface="华文楷体" panose="02010600040101010101" pitchFamily="2" charset="-122"/>
                <a:ea typeface="华文楷体" panose="02010600040101010101" pitchFamily="2" charset="-122"/>
                <a:sym typeface="Impact"/>
              </a:rPr>
              <a:t>剖视图</a:t>
            </a:r>
            <a:endParaRPr kumimoji="0" lang="zh-CN" altLang="en-US" sz="100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华文楷体" panose="02010600040101010101" pitchFamily="2" charset="-122"/>
              <a:ea typeface="华文楷体" panose="02010600040101010101" pitchFamily="2" charset="-122"/>
              <a:sym typeface="Impact"/>
            </a:endParaRPr>
          </a:p>
        </p:txBody>
      </p:sp>
      <p:sp>
        <p:nvSpPr>
          <p:cNvPr id="226" name="Shape">
            <a:extLst>
              <a:ext uri="{FF2B5EF4-FFF2-40B4-BE49-F238E27FC236}">
                <a16:creationId xmlns:a16="http://schemas.microsoft.com/office/drawing/2014/main" id="{9952BD91-F030-6DA4-F62A-B22CC84EED23}"/>
              </a:ext>
            </a:extLst>
          </p:cNvPr>
          <p:cNvSpPr/>
          <p:nvPr/>
        </p:nvSpPr>
        <p:spPr>
          <a:xfrm>
            <a:off x="-306915" y="8239797"/>
            <a:ext cx="1046530" cy="104640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9679" h="20595" extrusionOk="0">
                <a:moveTo>
                  <a:pt x="9839" y="0"/>
                </a:moveTo>
                <a:cubicBezTo>
                  <a:pt x="7321" y="0"/>
                  <a:pt x="4802" y="1006"/>
                  <a:pt x="2881" y="3017"/>
                </a:cubicBezTo>
                <a:cubicBezTo>
                  <a:pt x="-961" y="7038"/>
                  <a:pt x="-961" y="13557"/>
                  <a:pt x="2881" y="17578"/>
                </a:cubicBezTo>
                <a:cubicBezTo>
                  <a:pt x="6724" y="21600"/>
                  <a:pt x="12954" y="21600"/>
                  <a:pt x="16797" y="17578"/>
                </a:cubicBezTo>
                <a:cubicBezTo>
                  <a:pt x="20639" y="13557"/>
                  <a:pt x="20639" y="7038"/>
                  <a:pt x="16797" y="3017"/>
                </a:cubicBezTo>
                <a:cubicBezTo>
                  <a:pt x="14876" y="1006"/>
                  <a:pt x="12357" y="0"/>
                  <a:pt x="9839" y="0"/>
                </a:cubicBezTo>
                <a:close/>
                <a:moveTo>
                  <a:pt x="9839" y="2649"/>
                </a:moveTo>
                <a:cubicBezTo>
                  <a:pt x="11709" y="2649"/>
                  <a:pt x="13580" y="3397"/>
                  <a:pt x="15007" y="4890"/>
                </a:cubicBezTo>
                <a:cubicBezTo>
                  <a:pt x="17861" y="7877"/>
                  <a:pt x="17861" y="12718"/>
                  <a:pt x="15007" y="15705"/>
                </a:cubicBezTo>
                <a:cubicBezTo>
                  <a:pt x="12153" y="18692"/>
                  <a:pt x="7525" y="18692"/>
                  <a:pt x="4671" y="15705"/>
                </a:cubicBezTo>
                <a:cubicBezTo>
                  <a:pt x="1817" y="12718"/>
                  <a:pt x="1817" y="7877"/>
                  <a:pt x="4671" y="4890"/>
                </a:cubicBezTo>
                <a:cubicBezTo>
                  <a:pt x="6098" y="3397"/>
                  <a:pt x="7969" y="2649"/>
                  <a:pt x="9839" y="2649"/>
                </a:cubicBezTo>
                <a:close/>
              </a:path>
            </a:pathLst>
          </a:custGeom>
          <a:gradFill>
            <a:gsLst>
              <a:gs pos="0">
                <a:schemeClr val="accent2"/>
              </a:gs>
              <a:gs pos="100000">
                <a:schemeClr val="accent1"/>
              </a:gs>
            </a:gsLst>
            <a:lin ang="5400000"/>
          </a:gradFill>
          <a:ln w="12700">
            <a:miter lim="400000"/>
          </a:ln>
        </p:spPr>
        <p:txBody>
          <a:bodyPr lIns="0" tIns="0" rIns="0" bIns="0" anchor="ctr"/>
          <a:lstStyle/>
          <a:p>
            <a:pPr marL="0" marR="0" lvl="0" indent="0" algn="ctr" defTabSz="8255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 kumimoji="0" sz="32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Helvetica Neue Medium"/>
              <a:sym typeface="Helvetica Neue Medium"/>
            </a:endParaRPr>
          </a:p>
        </p:txBody>
      </p:sp>
      <p:sp>
        <p:nvSpPr>
          <p:cNvPr id="227" name="Shape">
            <a:extLst>
              <a:ext uri="{FF2B5EF4-FFF2-40B4-BE49-F238E27FC236}">
                <a16:creationId xmlns:a16="http://schemas.microsoft.com/office/drawing/2014/main" id="{C7036A05-FBA2-EBCE-3311-CBB5E80DC6F9}"/>
              </a:ext>
            </a:extLst>
          </p:cNvPr>
          <p:cNvSpPr/>
          <p:nvPr/>
        </p:nvSpPr>
        <p:spPr>
          <a:xfrm>
            <a:off x="19865947" y="2060686"/>
            <a:ext cx="2330506" cy="233022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9679" h="20595" extrusionOk="0">
                <a:moveTo>
                  <a:pt x="9839" y="0"/>
                </a:moveTo>
                <a:cubicBezTo>
                  <a:pt x="7321" y="0"/>
                  <a:pt x="4802" y="1006"/>
                  <a:pt x="2881" y="3017"/>
                </a:cubicBezTo>
                <a:cubicBezTo>
                  <a:pt x="-961" y="7038"/>
                  <a:pt x="-961" y="13557"/>
                  <a:pt x="2881" y="17578"/>
                </a:cubicBezTo>
                <a:cubicBezTo>
                  <a:pt x="6724" y="21600"/>
                  <a:pt x="12954" y="21600"/>
                  <a:pt x="16797" y="17578"/>
                </a:cubicBezTo>
                <a:cubicBezTo>
                  <a:pt x="20639" y="13557"/>
                  <a:pt x="20639" y="7038"/>
                  <a:pt x="16797" y="3017"/>
                </a:cubicBezTo>
                <a:cubicBezTo>
                  <a:pt x="14876" y="1006"/>
                  <a:pt x="12357" y="0"/>
                  <a:pt x="9839" y="0"/>
                </a:cubicBezTo>
                <a:close/>
                <a:moveTo>
                  <a:pt x="9839" y="2649"/>
                </a:moveTo>
                <a:cubicBezTo>
                  <a:pt x="11709" y="2649"/>
                  <a:pt x="13580" y="3397"/>
                  <a:pt x="15007" y="4890"/>
                </a:cubicBezTo>
                <a:cubicBezTo>
                  <a:pt x="17861" y="7877"/>
                  <a:pt x="17861" y="12718"/>
                  <a:pt x="15007" y="15705"/>
                </a:cubicBezTo>
                <a:cubicBezTo>
                  <a:pt x="12153" y="18692"/>
                  <a:pt x="7525" y="18692"/>
                  <a:pt x="4671" y="15705"/>
                </a:cubicBezTo>
                <a:cubicBezTo>
                  <a:pt x="1817" y="12718"/>
                  <a:pt x="1817" y="7877"/>
                  <a:pt x="4671" y="4890"/>
                </a:cubicBezTo>
                <a:cubicBezTo>
                  <a:pt x="6098" y="3397"/>
                  <a:pt x="7969" y="2649"/>
                  <a:pt x="9839" y="2649"/>
                </a:cubicBezTo>
                <a:close/>
              </a:path>
            </a:pathLst>
          </a:custGeom>
          <a:gradFill>
            <a:gsLst>
              <a:gs pos="0">
                <a:schemeClr val="accent2"/>
              </a:gs>
              <a:gs pos="100000">
                <a:schemeClr val="accent1"/>
              </a:gs>
            </a:gsLst>
            <a:lin ang="5400000"/>
          </a:gradFill>
          <a:ln w="12700">
            <a:miter lim="400000"/>
          </a:ln>
        </p:spPr>
        <p:txBody>
          <a:bodyPr lIns="0" tIns="0" rIns="0" bIns="0" anchor="ctr"/>
          <a:lstStyle/>
          <a:p>
            <a:pPr marL="0" marR="0" lvl="0" indent="0" algn="ctr" defTabSz="8255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 kumimoji="0" sz="32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Helvetica Neue Medium"/>
              <a:sym typeface="Helvetica Neue Medium"/>
            </a:endParaRPr>
          </a:p>
        </p:txBody>
      </p:sp>
      <p:sp>
        <p:nvSpPr>
          <p:cNvPr id="228" name="Rounded Rectangle">
            <a:extLst>
              <a:ext uri="{FF2B5EF4-FFF2-40B4-BE49-F238E27FC236}">
                <a16:creationId xmlns:a16="http://schemas.microsoft.com/office/drawing/2014/main" id="{055FD860-4F82-8BC4-698F-431EA845062B}"/>
              </a:ext>
            </a:extLst>
          </p:cNvPr>
          <p:cNvSpPr/>
          <p:nvPr/>
        </p:nvSpPr>
        <p:spPr>
          <a:xfrm>
            <a:off x="1413182" y="3302000"/>
            <a:ext cx="21616294" cy="8897388"/>
          </a:xfrm>
          <a:prstGeom prst="roundRect">
            <a:avLst>
              <a:gd name="adj" fmla="val 2897"/>
            </a:avLst>
          </a:prstGeom>
          <a:solidFill>
            <a:schemeClr val="accent4"/>
          </a:solidFill>
          <a:ln w="12700">
            <a:miter lim="400000"/>
          </a:ln>
          <a:effectLst>
            <a:outerShdw blurRad="558800" dist="71163" dir="5400000" rotWithShape="0">
              <a:srgbClr val="000000">
                <a:alpha val="19617"/>
              </a:srgbClr>
            </a:outerShdw>
          </a:effectLst>
        </p:spPr>
        <p:txBody>
          <a:bodyPr lIns="0" tIns="0" rIns="0" bIns="0" anchor="ctr"/>
          <a:lstStyle/>
          <a:p>
            <a:pPr marL="0" marR="0" lvl="0" indent="0" algn="ctr" defTabSz="8255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 kumimoji="0" sz="32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Helvetica Neue Medium"/>
              <a:sym typeface="Helvetica Neue Medium"/>
            </a:endParaRP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B815C9B3-AA16-252E-D7EC-BF865F51252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89674" y="2742037"/>
            <a:ext cx="18232025" cy="99491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90958097"/>
      </p:ext>
    </p:extLst>
  </p:cSld>
  <p:clrMapOvr>
    <a:masterClrMapping/>
  </p:clrMapOvr>
  <p:transition spd="med"/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3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1B9C339-CDAB-4EFD-C1E7-ABD8A54308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Shape">
            <a:extLst>
              <a:ext uri="{FF2B5EF4-FFF2-40B4-BE49-F238E27FC236}">
                <a16:creationId xmlns:a16="http://schemas.microsoft.com/office/drawing/2014/main" id="{10D0571E-539E-27A9-4C91-EAF11E6312F7}"/>
              </a:ext>
            </a:extLst>
          </p:cNvPr>
          <p:cNvSpPr/>
          <p:nvPr/>
        </p:nvSpPr>
        <p:spPr>
          <a:xfrm>
            <a:off x="6290541" y="12617233"/>
            <a:ext cx="2709718" cy="270939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9679" h="20595" extrusionOk="0">
                <a:moveTo>
                  <a:pt x="9839" y="0"/>
                </a:moveTo>
                <a:cubicBezTo>
                  <a:pt x="7321" y="0"/>
                  <a:pt x="4802" y="1006"/>
                  <a:pt x="2881" y="3017"/>
                </a:cubicBezTo>
                <a:cubicBezTo>
                  <a:pt x="-961" y="7038"/>
                  <a:pt x="-961" y="13557"/>
                  <a:pt x="2881" y="17578"/>
                </a:cubicBezTo>
                <a:cubicBezTo>
                  <a:pt x="6724" y="21600"/>
                  <a:pt x="12954" y="21600"/>
                  <a:pt x="16797" y="17578"/>
                </a:cubicBezTo>
                <a:cubicBezTo>
                  <a:pt x="20639" y="13557"/>
                  <a:pt x="20639" y="7038"/>
                  <a:pt x="16797" y="3017"/>
                </a:cubicBezTo>
                <a:cubicBezTo>
                  <a:pt x="14876" y="1006"/>
                  <a:pt x="12357" y="0"/>
                  <a:pt x="9839" y="0"/>
                </a:cubicBezTo>
                <a:close/>
                <a:moveTo>
                  <a:pt x="9839" y="2649"/>
                </a:moveTo>
                <a:cubicBezTo>
                  <a:pt x="11709" y="2649"/>
                  <a:pt x="13580" y="3397"/>
                  <a:pt x="15007" y="4890"/>
                </a:cubicBezTo>
                <a:cubicBezTo>
                  <a:pt x="17861" y="7877"/>
                  <a:pt x="17861" y="12718"/>
                  <a:pt x="15007" y="15705"/>
                </a:cubicBezTo>
                <a:cubicBezTo>
                  <a:pt x="12153" y="18692"/>
                  <a:pt x="7525" y="18692"/>
                  <a:pt x="4671" y="15705"/>
                </a:cubicBezTo>
                <a:cubicBezTo>
                  <a:pt x="1817" y="12718"/>
                  <a:pt x="1817" y="7877"/>
                  <a:pt x="4671" y="4890"/>
                </a:cubicBezTo>
                <a:cubicBezTo>
                  <a:pt x="6098" y="3397"/>
                  <a:pt x="7969" y="2649"/>
                  <a:pt x="9839" y="2649"/>
                </a:cubicBezTo>
                <a:close/>
              </a:path>
            </a:pathLst>
          </a:custGeom>
          <a:gradFill>
            <a:gsLst>
              <a:gs pos="0">
                <a:schemeClr val="accent2"/>
              </a:gs>
              <a:gs pos="100000">
                <a:schemeClr val="accent1"/>
              </a:gs>
            </a:gsLst>
            <a:lin ang="5400000"/>
          </a:gradFill>
          <a:ln w="12700">
            <a:miter lim="400000"/>
          </a:ln>
        </p:spPr>
        <p:txBody>
          <a:bodyPr lIns="0" tIns="0" rIns="0" bIns="0" anchor="ctr"/>
          <a:lstStyle/>
          <a:p>
            <a:pPr marL="0" marR="0" lvl="0" indent="0" algn="ctr" defTabSz="8255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 kumimoji="0" sz="32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Helvetica Neue Medium"/>
              <a:sym typeface="Helvetica Neue Medium"/>
            </a:endParaRPr>
          </a:p>
        </p:txBody>
      </p:sp>
      <p:sp>
        <p:nvSpPr>
          <p:cNvPr id="216" name="Shape">
            <a:extLst>
              <a:ext uri="{FF2B5EF4-FFF2-40B4-BE49-F238E27FC236}">
                <a16:creationId xmlns:a16="http://schemas.microsoft.com/office/drawing/2014/main" id="{30C616DD-C76B-86C8-4ED5-095EEBDFBFCF}"/>
              </a:ext>
            </a:extLst>
          </p:cNvPr>
          <p:cNvSpPr/>
          <p:nvPr/>
        </p:nvSpPr>
        <p:spPr>
          <a:xfrm>
            <a:off x="14339439" y="2620192"/>
            <a:ext cx="6322300" cy="632257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800" y="0"/>
                </a:moveTo>
                <a:cubicBezTo>
                  <a:pt x="10787" y="0"/>
                  <a:pt x="10773" y="1"/>
                  <a:pt x="10759" y="1"/>
                </a:cubicBezTo>
                <a:lnTo>
                  <a:pt x="1" y="10760"/>
                </a:lnTo>
                <a:cubicBezTo>
                  <a:pt x="0" y="10900"/>
                  <a:pt x="3" y="11040"/>
                  <a:pt x="8" y="11181"/>
                </a:cubicBezTo>
                <a:lnTo>
                  <a:pt x="11180" y="9"/>
                </a:lnTo>
                <a:cubicBezTo>
                  <a:pt x="11054" y="4"/>
                  <a:pt x="10927" y="0"/>
                  <a:pt x="10800" y="0"/>
                </a:cubicBezTo>
                <a:close/>
                <a:moveTo>
                  <a:pt x="10211" y="17"/>
                </a:moveTo>
                <a:cubicBezTo>
                  <a:pt x="10057" y="25"/>
                  <a:pt x="9903" y="36"/>
                  <a:pt x="9748" y="51"/>
                </a:cubicBezTo>
                <a:lnTo>
                  <a:pt x="50" y="9749"/>
                </a:lnTo>
                <a:cubicBezTo>
                  <a:pt x="35" y="9903"/>
                  <a:pt x="25" y="10057"/>
                  <a:pt x="16" y="10212"/>
                </a:cubicBezTo>
                <a:lnTo>
                  <a:pt x="10211" y="17"/>
                </a:lnTo>
                <a:close/>
                <a:moveTo>
                  <a:pt x="11683" y="38"/>
                </a:moveTo>
                <a:lnTo>
                  <a:pt x="38" y="11684"/>
                </a:lnTo>
                <a:cubicBezTo>
                  <a:pt x="48" y="11814"/>
                  <a:pt x="62" y="11944"/>
                  <a:pt x="78" y="12075"/>
                </a:cubicBezTo>
                <a:lnTo>
                  <a:pt x="12074" y="78"/>
                </a:lnTo>
                <a:cubicBezTo>
                  <a:pt x="11944" y="63"/>
                  <a:pt x="11814" y="49"/>
                  <a:pt x="11683" y="38"/>
                </a:cubicBezTo>
                <a:close/>
                <a:moveTo>
                  <a:pt x="9136" y="131"/>
                </a:moveTo>
                <a:cubicBezTo>
                  <a:pt x="8960" y="158"/>
                  <a:pt x="8786" y="190"/>
                  <a:pt x="8611" y="226"/>
                </a:cubicBezTo>
                <a:lnTo>
                  <a:pt x="226" y="8611"/>
                </a:lnTo>
                <a:cubicBezTo>
                  <a:pt x="190" y="8786"/>
                  <a:pt x="157" y="8961"/>
                  <a:pt x="130" y="9137"/>
                </a:cubicBezTo>
                <a:lnTo>
                  <a:pt x="9136" y="131"/>
                </a:lnTo>
                <a:close/>
                <a:moveTo>
                  <a:pt x="12541" y="143"/>
                </a:moveTo>
                <a:lnTo>
                  <a:pt x="143" y="12541"/>
                </a:lnTo>
                <a:cubicBezTo>
                  <a:pt x="163" y="12663"/>
                  <a:pt x="183" y="12785"/>
                  <a:pt x="207" y="12906"/>
                </a:cubicBezTo>
                <a:lnTo>
                  <a:pt x="12906" y="208"/>
                </a:lnTo>
                <a:cubicBezTo>
                  <a:pt x="12785" y="184"/>
                  <a:pt x="12663" y="163"/>
                  <a:pt x="12541" y="143"/>
                </a:cubicBezTo>
                <a:close/>
                <a:moveTo>
                  <a:pt x="13343" y="303"/>
                </a:moveTo>
                <a:lnTo>
                  <a:pt x="303" y="13343"/>
                </a:lnTo>
                <a:cubicBezTo>
                  <a:pt x="330" y="13456"/>
                  <a:pt x="361" y="13569"/>
                  <a:pt x="392" y="13682"/>
                </a:cubicBezTo>
                <a:lnTo>
                  <a:pt x="13682" y="393"/>
                </a:lnTo>
                <a:cubicBezTo>
                  <a:pt x="13569" y="362"/>
                  <a:pt x="13456" y="331"/>
                  <a:pt x="13343" y="303"/>
                </a:cubicBezTo>
                <a:close/>
                <a:moveTo>
                  <a:pt x="7909" y="395"/>
                </a:moveTo>
                <a:cubicBezTo>
                  <a:pt x="7701" y="452"/>
                  <a:pt x="7495" y="515"/>
                  <a:pt x="7290" y="585"/>
                </a:cubicBezTo>
                <a:lnTo>
                  <a:pt x="584" y="7290"/>
                </a:lnTo>
                <a:cubicBezTo>
                  <a:pt x="514" y="7495"/>
                  <a:pt x="452" y="7702"/>
                  <a:pt x="394" y="7909"/>
                </a:cubicBezTo>
                <a:lnTo>
                  <a:pt x="7909" y="395"/>
                </a:lnTo>
                <a:close/>
                <a:moveTo>
                  <a:pt x="14094" y="515"/>
                </a:moveTo>
                <a:lnTo>
                  <a:pt x="514" y="14094"/>
                </a:lnTo>
                <a:cubicBezTo>
                  <a:pt x="549" y="14202"/>
                  <a:pt x="583" y="14310"/>
                  <a:pt x="620" y="14417"/>
                </a:cubicBezTo>
                <a:lnTo>
                  <a:pt x="14417" y="621"/>
                </a:lnTo>
                <a:cubicBezTo>
                  <a:pt x="14310" y="583"/>
                  <a:pt x="14202" y="549"/>
                  <a:pt x="14094" y="515"/>
                </a:cubicBezTo>
                <a:close/>
                <a:moveTo>
                  <a:pt x="14804" y="767"/>
                </a:moveTo>
                <a:lnTo>
                  <a:pt x="767" y="14804"/>
                </a:lnTo>
                <a:cubicBezTo>
                  <a:pt x="807" y="14905"/>
                  <a:pt x="851" y="15004"/>
                  <a:pt x="894" y="15104"/>
                </a:cubicBezTo>
                <a:lnTo>
                  <a:pt x="15104" y="895"/>
                </a:lnTo>
                <a:cubicBezTo>
                  <a:pt x="15004" y="852"/>
                  <a:pt x="14905" y="807"/>
                  <a:pt x="14804" y="767"/>
                </a:cubicBezTo>
                <a:close/>
                <a:moveTo>
                  <a:pt x="6411" y="932"/>
                </a:moveTo>
                <a:cubicBezTo>
                  <a:pt x="6118" y="1062"/>
                  <a:pt x="5831" y="1206"/>
                  <a:pt x="5549" y="1363"/>
                </a:cubicBezTo>
                <a:lnTo>
                  <a:pt x="1362" y="5549"/>
                </a:lnTo>
                <a:cubicBezTo>
                  <a:pt x="1205" y="5832"/>
                  <a:pt x="1061" y="6119"/>
                  <a:pt x="931" y="6411"/>
                </a:cubicBezTo>
                <a:lnTo>
                  <a:pt x="6411" y="932"/>
                </a:lnTo>
                <a:close/>
                <a:moveTo>
                  <a:pt x="15470" y="1061"/>
                </a:moveTo>
                <a:lnTo>
                  <a:pt x="1060" y="15471"/>
                </a:lnTo>
                <a:cubicBezTo>
                  <a:pt x="1106" y="15567"/>
                  <a:pt x="1153" y="15664"/>
                  <a:pt x="1202" y="15759"/>
                </a:cubicBezTo>
                <a:lnTo>
                  <a:pt x="15759" y="1203"/>
                </a:lnTo>
                <a:cubicBezTo>
                  <a:pt x="15663" y="1153"/>
                  <a:pt x="15567" y="1107"/>
                  <a:pt x="15470" y="1061"/>
                </a:cubicBezTo>
                <a:close/>
                <a:moveTo>
                  <a:pt x="16103" y="1391"/>
                </a:moveTo>
                <a:lnTo>
                  <a:pt x="1391" y="16103"/>
                </a:lnTo>
                <a:cubicBezTo>
                  <a:pt x="1442" y="16194"/>
                  <a:pt x="1494" y="16285"/>
                  <a:pt x="1549" y="16375"/>
                </a:cubicBezTo>
                <a:lnTo>
                  <a:pt x="16375" y="1549"/>
                </a:lnTo>
                <a:cubicBezTo>
                  <a:pt x="16285" y="1495"/>
                  <a:pt x="16194" y="1442"/>
                  <a:pt x="16103" y="1391"/>
                </a:cubicBezTo>
                <a:close/>
                <a:moveTo>
                  <a:pt x="16703" y="1754"/>
                </a:moveTo>
                <a:lnTo>
                  <a:pt x="1753" y="16703"/>
                </a:lnTo>
                <a:cubicBezTo>
                  <a:pt x="1809" y="16788"/>
                  <a:pt x="1869" y="16872"/>
                  <a:pt x="1928" y="16956"/>
                </a:cubicBezTo>
                <a:lnTo>
                  <a:pt x="16956" y="1928"/>
                </a:lnTo>
                <a:cubicBezTo>
                  <a:pt x="16872" y="1869"/>
                  <a:pt x="16788" y="1810"/>
                  <a:pt x="16703" y="1754"/>
                </a:cubicBezTo>
                <a:close/>
                <a:moveTo>
                  <a:pt x="17267" y="2151"/>
                </a:moveTo>
                <a:lnTo>
                  <a:pt x="2151" y="17267"/>
                </a:lnTo>
                <a:cubicBezTo>
                  <a:pt x="2212" y="17349"/>
                  <a:pt x="2274" y="17430"/>
                  <a:pt x="2338" y="17510"/>
                </a:cubicBezTo>
                <a:lnTo>
                  <a:pt x="17510" y="2338"/>
                </a:lnTo>
                <a:cubicBezTo>
                  <a:pt x="17430" y="2275"/>
                  <a:pt x="17349" y="2212"/>
                  <a:pt x="17267" y="2151"/>
                </a:cubicBezTo>
                <a:close/>
                <a:moveTo>
                  <a:pt x="3805" y="2574"/>
                </a:moveTo>
                <a:cubicBezTo>
                  <a:pt x="3586" y="2761"/>
                  <a:pt x="3370" y="2956"/>
                  <a:pt x="3163" y="3163"/>
                </a:cubicBezTo>
                <a:cubicBezTo>
                  <a:pt x="2955" y="3371"/>
                  <a:pt x="2761" y="3586"/>
                  <a:pt x="2574" y="3806"/>
                </a:cubicBezTo>
                <a:lnTo>
                  <a:pt x="3805" y="2574"/>
                </a:lnTo>
                <a:close/>
                <a:moveTo>
                  <a:pt x="17801" y="2579"/>
                </a:moveTo>
                <a:lnTo>
                  <a:pt x="2579" y="17801"/>
                </a:lnTo>
                <a:cubicBezTo>
                  <a:pt x="2645" y="17878"/>
                  <a:pt x="2709" y="17957"/>
                  <a:pt x="2777" y="18032"/>
                </a:cubicBezTo>
                <a:lnTo>
                  <a:pt x="18032" y="2777"/>
                </a:lnTo>
                <a:cubicBezTo>
                  <a:pt x="17957" y="2709"/>
                  <a:pt x="17878" y="2645"/>
                  <a:pt x="17801" y="2579"/>
                </a:cubicBezTo>
                <a:close/>
                <a:moveTo>
                  <a:pt x="18304" y="3036"/>
                </a:moveTo>
                <a:lnTo>
                  <a:pt x="3036" y="18304"/>
                </a:lnTo>
                <a:cubicBezTo>
                  <a:pt x="3079" y="18349"/>
                  <a:pt x="3119" y="18394"/>
                  <a:pt x="3163" y="18438"/>
                </a:cubicBezTo>
                <a:cubicBezTo>
                  <a:pt x="3191" y="18466"/>
                  <a:pt x="3222" y="18492"/>
                  <a:pt x="3250" y="18521"/>
                </a:cubicBezTo>
                <a:lnTo>
                  <a:pt x="18521" y="3251"/>
                </a:lnTo>
                <a:cubicBezTo>
                  <a:pt x="18492" y="3222"/>
                  <a:pt x="18466" y="3192"/>
                  <a:pt x="18438" y="3163"/>
                </a:cubicBezTo>
                <a:cubicBezTo>
                  <a:pt x="18394" y="3119"/>
                  <a:pt x="18348" y="3079"/>
                  <a:pt x="18304" y="3036"/>
                </a:cubicBezTo>
                <a:close/>
                <a:moveTo>
                  <a:pt x="18781" y="3523"/>
                </a:moveTo>
                <a:lnTo>
                  <a:pt x="3522" y="18781"/>
                </a:lnTo>
                <a:cubicBezTo>
                  <a:pt x="3598" y="18850"/>
                  <a:pt x="3676" y="18915"/>
                  <a:pt x="3753" y="18982"/>
                </a:cubicBezTo>
                <a:lnTo>
                  <a:pt x="18982" y="3753"/>
                </a:lnTo>
                <a:cubicBezTo>
                  <a:pt x="18915" y="3676"/>
                  <a:pt x="18850" y="3598"/>
                  <a:pt x="18781" y="3523"/>
                </a:cubicBezTo>
                <a:close/>
                <a:moveTo>
                  <a:pt x="19224" y="4041"/>
                </a:moveTo>
                <a:lnTo>
                  <a:pt x="4041" y="19224"/>
                </a:lnTo>
                <a:cubicBezTo>
                  <a:pt x="4121" y="19289"/>
                  <a:pt x="4202" y="19350"/>
                  <a:pt x="4283" y="19412"/>
                </a:cubicBezTo>
                <a:lnTo>
                  <a:pt x="19412" y="4283"/>
                </a:lnTo>
                <a:cubicBezTo>
                  <a:pt x="19350" y="4202"/>
                  <a:pt x="19289" y="4121"/>
                  <a:pt x="19224" y="4041"/>
                </a:cubicBezTo>
                <a:close/>
                <a:moveTo>
                  <a:pt x="19637" y="4591"/>
                </a:moveTo>
                <a:lnTo>
                  <a:pt x="4591" y="19637"/>
                </a:lnTo>
                <a:cubicBezTo>
                  <a:pt x="4675" y="19696"/>
                  <a:pt x="4758" y="19757"/>
                  <a:pt x="4843" y="19813"/>
                </a:cubicBezTo>
                <a:lnTo>
                  <a:pt x="19813" y="4844"/>
                </a:lnTo>
                <a:cubicBezTo>
                  <a:pt x="19757" y="4758"/>
                  <a:pt x="19696" y="4675"/>
                  <a:pt x="19637" y="4591"/>
                </a:cubicBezTo>
                <a:close/>
                <a:moveTo>
                  <a:pt x="20019" y="5172"/>
                </a:moveTo>
                <a:lnTo>
                  <a:pt x="5172" y="20019"/>
                </a:lnTo>
                <a:cubicBezTo>
                  <a:pt x="5261" y="20073"/>
                  <a:pt x="5351" y="20126"/>
                  <a:pt x="5441" y="20178"/>
                </a:cubicBezTo>
                <a:lnTo>
                  <a:pt x="20178" y="5441"/>
                </a:lnTo>
                <a:cubicBezTo>
                  <a:pt x="20126" y="5351"/>
                  <a:pt x="20073" y="5261"/>
                  <a:pt x="20019" y="5172"/>
                </a:cubicBezTo>
                <a:close/>
                <a:moveTo>
                  <a:pt x="20369" y="5782"/>
                </a:moveTo>
                <a:lnTo>
                  <a:pt x="5782" y="20369"/>
                </a:lnTo>
                <a:cubicBezTo>
                  <a:pt x="5877" y="20419"/>
                  <a:pt x="5974" y="20463"/>
                  <a:pt x="6071" y="20510"/>
                </a:cubicBezTo>
                <a:lnTo>
                  <a:pt x="20510" y="6071"/>
                </a:lnTo>
                <a:cubicBezTo>
                  <a:pt x="20463" y="5975"/>
                  <a:pt x="20419" y="5878"/>
                  <a:pt x="20369" y="5782"/>
                </a:cubicBezTo>
                <a:close/>
                <a:moveTo>
                  <a:pt x="20679" y="6434"/>
                </a:moveTo>
                <a:lnTo>
                  <a:pt x="6434" y="20679"/>
                </a:lnTo>
                <a:cubicBezTo>
                  <a:pt x="6534" y="20723"/>
                  <a:pt x="6633" y="20769"/>
                  <a:pt x="6734" y="20809"/>
                </a:cubicBezTo>
                <a:lnTo>
                  <a:pt x="20809" y="6735"/>
                </a:lnTo>
                <a:cubicBezTo>
                  <a:pt x="20769" y="6634"/>
                  <a:pt x="20723" y="6534"/>
                  <a:pt x="20679" y="6434"/>
                </a:cubicBezTo>
                <a:close/>
                <a:moveTo>
                  <a:pt x="20956" y="7121"/>
                </a:moveTo>
                <a:lnTo>
                  <a:pt x="7120" y="20956"/>
                </a:lnTo>
                <a:cubicBezTo>
                  <a:pt x="7226" y="20994"/>
                  <a:pt x="7333" y="21030"/>
                  <a:pt x="7439" y="21065"/>
                </a:cubicBezTo>
                <a:lnTo>
                  <a:pt x="21065" y="7439"/>
                </a:lnTo>
                <a:cubicBezTo>
                  <a:pt x="21030" y="7333"/>
                  <a:pt x="20994" y="7226"/>
                  <a:pt x="20956" y="7121"/>
                </a:cubicBezTo>
                <a:close/>
                <a:moveTo>
                  <a:pt x="21190" y="7848"/>
                </a:moveTo>
                <a:lnTo>
                  <a:pt x="7848" y="21190"/>
                </a:lnTo>
                <a:cubicBezTo>
                  <a:pt x="7960" y="21221"/>
                  <a:pt x="8073" y="21252"/>
                  <a:pt x="8186" y="21280"/>
                </a:cubicBezTo>
                <a:lnTo>
                  <a:pt x="21280" y="8186"/>
                </a:lnTo>
                <a:cubicBezTo>
                  <a:pt x="21252" y="8073"/>
                  <a:pt x="21221" y="7960"/>
                  <a:pt x="21190" y="7848"/>
                </a:cubicBezTo>
                <a:close/>
                <a:moveTo>
                  <a:pt x="21378" y="8623"/>
                </a:moveTo>
                <a:lnTo>
                  <a:pt x="8623" y="21378"/>
                </a:lnTo>
                <a:cubicBezTo>
                  <a:pt x="8743" y="21402"/>
                  <a:pt x="8863" y="21424"/>
                  <a:pt x="8984" y="21445"/>
                </a:cubicBezTo>
                <a:lnTo>
                  <a:pt x="21445" y="8984"/>
                </a:lnTo>
                <a:cubicBezTo>
                  <a:pt x="21424" y="8864"/>
                  <a:pt x="21402" y="8743"/>
                  <a:pt x="21378" y="8623"/>
                </a:cubicBezTo>
                <a:close/>
                <a:moveTo>
                  <a:pt x="21514" y="9448"/>
                </a:moveTo>
                <a:lnTo>
                  <a:pt x="9447" y="21514"/>
                </a:lnTo>
                <a:cubicBezTo>
                  <a:pt x="9576" y="21530"/>
                  <a:pt x="9704" y="21546"/>
                  <a:pt x="9833" y="21557"/>
                </a:cubicBezTo>
                <a:lnTo>
                  <a:pt x="21557" y="9834"/>
                </a:lnTo>
                <a:cubicBezTo>
                  <a:pt x="21546" y="9705"/>
                  <a:pt x="21530" y="9576"/>
                  <a:pt x="21514" y="9448"/>
                </a:cubicBezTo>
                <a:close/>
                <a:moveTo>
                  <a:pt x="21590" y="10333"/>
                </a:moveTo>
                <a:lnTo>
                  <a:pt x="10332" y="21590"/>
                </a:lnTo>
                <a:cubicBezTo>
                  <a:pt x="10473" y="21596"/>
                  <a:pt x="10613" y="21599"/>
                  <a:pt x="10753" y="21600"/>
                </a:cubicBezTo>
                <a:lnTo>
                  <a:pt x="21600" y="10754"/>
                </a:lnTo>
                <a:cubicBezTo>
                  <a:pt x="21599" y="10613"/>
                  <a:pt x="21596" y="10473"/>
                  <a:pt x="21590" y="10333"/>
                </a:cubicBezTo>
                <a:close/>
                <a:moveTo>
                  <a:pt x="21590" y="11296"/>
                </a:moveTo>
                <a:lnTo>
                  <a:pt x="11295" y="21590"/>
                </a:lnTo>
                <a:cubicBezTo>
                  <a:pt x="11449" y="21583"/>
                  <a:pt x="11603" y="21572"/>
                  <a:pt x="11757" y="21558"/>
                </a:cubicBezTo>
                <a:lnTo>
                  <a:pt x="21558" y="11757"/>
                </a:lnTo>
                <a:cubicBezTo>
                  <a:pt x="21572" y="11603"/>
                  <a:pt x="21583" y="11450"/>
                  <a:pt x="21590" y="11296"/>
                </a:cubicBezTo>
                <a:close/>
                <a:moveTo>
                  <a:pt x="21489" y="12358"/>
                </a:moveTo>
                <a:lnTo>
                  <a:pt x="12358" y="21489"/>
                </a:lnTo>
                <a:cubicBezTo>
                  <a:pt x="12531" y="21464"/>
                  <a:pt x="12703" y="21434"/>
                  <a:pt x="12876" y="21400"/>
                </a:cubicBezTo>
                <a:lnTo>
                  <a:pt x="21400" y="12876"/>
                </a:lnTo>
                <a:cubicBezTo>
                  <a:pt x="21434" y="12704"/>
                  <a:pt x="21464" y="12531"/>
                  <a:pt x="21489" y="12358"/>
                </a:cubicBezTo>
                <a:close/>
                <a:moveTo>
                  <a:pt x="21239" y="13569"/>
                </a:moveTo>
                <a:lnTo>
                  <a:pt x="13569" y="21239"/>
                </a:lnTo>
                <a:cubicBezTo>
                  <a:pt x="13774" y="21185"/>
                  <a:pt x="13978" y="21125"/>
                  <a:pt x="14181" y="21058"/>
                </a:cubicBezTo>
                <a:lnTo>
                  <a:pt x="21058" y="14181"/>
                </a:lnTo>
                <a:cubicBezTo>
                  <a:pt x="21125" y="13978"/>
                  <a:pt x="21185" y="13774"/>
                  <a:pt x="21239" y="13569"/>
                </a:cubicBezTo>
                <a:close/>
                <a:moveTo>
                  <a:pt x="20736" y="15035"/>
                </a:moveTo>
                <a:lnTo>
                  <a:pt x="15035" y="20736"/>
                </a:lnTo>
                <a:cubicBezTo>
                  <a:pt x="15310" y="20619"/>
                  <a:pt x="15581" y="20493"/>
                  <a:pt x="15848" y="20352"/>
                </a:cubicBezTo>
                <a:lnTo>
                  <a:pt x="20352" y="15848"/>
                </a:lnTo>
                <a:cubicBezTo>
                  <a:pt x="20493" y="15581"/>
                  <a:pt x="20619" y="15310"/>
                  <a:pt x="20736" y="15035"/>
                </a:cubicBezTo>
                <a:close/>
                <a:moveTo>
                  <a:pt x="19400" y="17332"/>
                </a:moveTo>
                <a:lnTo>
                  <a:pt x="17332" y="19400"/>
                </a:lnTo>
                <a:cubicBezTo>
                  <a:pt x="17716" y="19108"/>
                  <a:pt x="18087" y="18789"/>
                  <a:pt x="18438" y="18438"/>
                </a:cubicBezTo>
                <a:cubicBezTo>
                  <a:pt x="18788" y="18087"/>
                  <a:pt x="19107" y="17716"/>
                  <a:pt x="19400" y="17332"/>
                </a:cubicBezTo>
                <a:close/>
              </a:path>
            </a:pathLst>
          </a:custGeom>
          <a:solidFill>
            <a:schemeClr val="accent4"/>
          </a:solidFill>
          <a:ln w="12700">
            <a:miter lim="400000"/>
          </a:ln>
        </p:spPr>
        <p:txBody>
          <a:bodyPr lIns="0" tIns="0" rIns="0" bIns="0" anchor="ctr"/>
          <a:lstStyle/>
          <a:p>
            <a:pPr marL="0" marR="0" lvl="0" indent="0" algn="ctr" defTabSz="8255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 kumimoji="0" sz="32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Helvetica Neue Medium"/>
              <a:sym typeface="Helvetica Neue Medium"/>
            </a:endParaRPr>
          </a:p>
        </p:txBody>
      </p:sp>
      <p:sp>
        <p:nvSpPr>
          <p:cNvPr id="217" name="Shape">
            <a:extLst>
              <a:ext uri="{FF2B5EF4-FFF2-40B4-BE49-F238E27FC236}">
                <a16:creationId xmlns:a16="http://schemas.microsoft.com/office/drawing/2014/main" id="{8BC6BFFE-894C-BB14-F86B-CDFDB6E730A0}"/>
              </a:ext>
            </a:extLst>
          </p:cNvPr>
          <p:cNvSpPr/>
          <p:nvPr/>
        </p:nvSpPr>
        <p:spPr>
          <a:xfrm>
            <a:off x="5513585" y="9836851"/>
            <a:ext cx="2709536" cy="270965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800" y="0"/>
                </a:moveTo>
                <a:cubicBezTo>
                  <a:pt x="10787" y="0"/>
                  <a:pt x="10773" y="1"/>
                  <a:pt x="10759" y="1"/>
                </a:cubicBezTo>
                <a:lnTo>
                  <a:pt x="1" y="10760"/>
                </a:lnTo>
                <a:cubicBezTo>
                  <a:pt x="0" y="10900"/>
                  <a:pt x="3" y="11040"/>
                  <a:pt x="8" y="11181"/>
                </a:cubicBezTo>
                <a:lnTo>
                  <a:pt x="11180" y="9"/>
                </a:lnTo>
                <a:cubicBezTo>
                  <a:pt x="11054" y="4"/>
                  <a:pt x="10927" y="0"/>
                  <a:pt x="10800" y="0"/>
                </a:cubicBezTo>
                <a:close/>
                <a:moveTo>
                  <a:pt x="10211" y="17"/>
                </a:moveTo>
                <a:cubicBezTo>
                  <a:pt x="10057" y="25"/>
                  <a:pt x="9903" y="36"/>
                  <a:pt x="9748" y="51"/>
                </a:cubicBezTo>
                <a:lnTo>
                  <a:pt x="50" y="9749"/>
                </a:lnTo>
                <a:cubicBezTo>
                  <a:pt x="35" y="9903"/>
                  <a:pt x="25" y="10057"/>
                  <a:pt x="16" y="10212"/>
                </a:cubicBezTo>
                <a:lnTo>
                  <a:pt x="10211" y="17"/>
                </a:lnTo>
                <a:close/>
                <a:moveTo>
                  <a:pt x="11683" y="38"/>
                </a:moveTo>
                <a:lnTo>
                  <a:pt x="38" y="11684"/>
                </a:lnTo>
                <a:cubicBezTo>
                  <a:pt x="48" y="11814"/>
                  <a:pt x="62" y="11944"/>
                  <a:pt x="78" y="12075"/>
                </a:cubicBezTo>
                <a:lnTo>
                  <a:pt x="12074" y="78"/>
                </a:lnTo>
                <a:cubicBezTo>
                  <a:pt x="11944" y="63"/>
                  <a:pt x="11814" y="49"/>
                  <a:pt x="11683" y="38"/>
                </a:cubicBezTo>
                <a:close/>
                <a:moveTo>
                  <a:pt x="9136" y="131"/>
                </a:moveTo>
                <a:cubicBezTo>
                  <a:pt x="8960" y="158"/>
                  <a:pt x="8786" y="190"/>
                  <a:pt x="8611" y="226"/>
                </a:cubicBezTo>
                <a:lnTo>
                  <a:pt x="226" y="8611"/>
                </a:lnTo>
                <a:cubicBezTo>
                  <a:pt x="190" y="8786"/>
                  <a:pt x="157" y="8961"/>
                  <a:pt x="130" y="9137"/>
                </a:cubicBezTo>
                <a:lnTo>
                  <a:pt x="9136" y="131"/>
                </a:lnTo>
                <a:close/>
                <a:moveTo>
                  <a:pt x="12541" y="143"/>
                </a:moveTo>
                <a:lnTo>
                  <a:pt x="143" y="12541"/>
                </a:lnTo>
                <a:cubicBezTo>
                  <a:pt x="163" y="12663"/>
                  <a:pt x="183" y="12785"/>
                  <a:pt x="207" y="12906"/>
                </a:cubicBezTo>
                <a:lnTo>
                  <a:pt x="12906" y="208"/>
                </a:lnTo>
                <a:cubicBezTo>
                  <a:pt x="12785" y="184"/>
                  <a:pt x="12663" y="163"/>
                  <a:pt x="12541" y="143"/>
                </a:cubicBezTo>
                <a:close/>
                <a:moveTo>
                  <a:pt x="13343" y="303"/>
                </a:moveTo>
                <a:lnTo>
                  <a:pt x="303" y="13343"/>
                </a:lnTo>
                <a:cubicBezTo>
                  <a:pt x="330" y="13456"/>
                  <a:pt x="361" y="13569"/>
                  <a:pt x="392" y="13682"/>
                </a:cubicBezTo>
                <a:lnTo>
                  <a:pt x="13682" y="393"/>
                </a:lnTo>
                <a:cubicBezTo>
                  <a:pt x="13569" y="362"/>
                  <a:pt x="13456" y="331"/>
                  <a:pt x="13343" y="303"/>
                </a:cubicBezTo>
                <a:close/>
                <a:moveTo>
                  <a:pt x="7909" y="395"/>
                </a:moveTo>
                <a:cubicBezTo>
                  <a:pt x="7701" y="452"/>
                  <a:pt x="7495" y="515"/>
                  <a:pt x="7290" y="585"/>
                </a:cubicBezTo>
                <a:lnTo>
                  <a:pt x="584" y="7290"/>
                </a:lnTo>
                <a:cubicBezTo>
                  <a:pt x="514" y="7495"/>
                  <a:pt x="452" y="7702"/>
                  <a:pt x="394" y="7909"/>
                </a:cubicBezTo>
                <a:lnTo>
                  <a:pt x="7909" y="395"/>
                </a:lnTo>
                <a:close/>
                <a:moveTo>
                  <a:pt x="14094" y="515"/>
                </a:moveTo>
                <a:lnTo>
                  <a:pt x="514" y="14094"/>
                </a:lnTo>
                <a:cubicBezTo>
                  <a:pt x="549" y="14202"/>
                  <a:pt x="583" y="14310"/>
                  <a:pt x="620" y="14417"/>
                </a:cubicBezTo>
                <a:lnTo>
                  <a:pt x="14417" y="621"/>
                </a:lnTo>
                <a:cubicBezTo>
                  <a:pt x="14310" y="583"/>
                  <a:pt x="14202" y="549"/>
                  <a:pt x="14094" y="515"/>
                </a:cubicBezTo>
                <a:close/>
                <a:moveTo>
                  <a:pt x="14804" y="767"/>
                </a:moveTo>
                <a:lnTo>
                  <a:pt x="767" y="14804"/>
                </a:lnTo>
                <a:cubicBezTo>
                  <a:pt x="807" y="14905"/>
                  <a:pt x="851" y="15004"/>
                  <a:pt x="894" y="15104"/>
                </a:cubicBezTo>
                <a:lnTo>
                  <a:pt x="15104" y="895"/>
                </a:lnTo>
                <a:cubicBezTo>
                  <a:pt x="15004" y="852"/>
                  <a:pt x="14905" y="807"/>
                  <a:pt x="14804" y="767"/>
                </a:cubicBezTo>
                <a:close/>
                <a:moveTo>
                  <a:pt x="6411" y="932"/>
                </a:moveTo>
                <a:cubicBezTo>
                  <a:pt x="6118" y="1062"/>
                  <a:pt x="5831" y="1206"/>
                  <a:pt x="5549" y="1363"/>
                </a:cubicBezTo>
                <a:lnTo>
                  <a:pt x="1362" y="5549"/>
                </a:lnTo>
                <a:cubicBezTo>
                  <a:pt x="1205" y="5832"/>
                  <a:pt x="1061" y="6119"/>
                  <a:pt x="931" y="6411"/>
                </a:cubicBezTo>
                <a:lnTo>
                  <a:pt x="6411" y="932"/>
                </a:lnTo>
                <a:close/>
                <a:moveTo>
                  <a:pt x="15470" y="1061"/>
                </a:moveTo>
                <a:lnTo>
                  <a:pt x="1060" y="15471"/>
                </a:lnTo>
                <a:cubicBezTo>
                  <a:pt x="1106" y="15567"/>
                  <a:pt x="1153" y="15664"/>
                  <a:pt x="1202" y="15759"/>
                </a:cubicBezTo>
                <a:lnTo>
                  <a:pt x="15759" y="1203"/>
                </a:lnTo>
                <a:cubicBezTo>
                  <a:pt x="15663" y="1153"/>
                  <a:pt x="15567" y="1107"/>
                  <a:pt x="15470" y="1061"/>
                </a:cubicBezTo>
                <a:close/>
                <a:moveTo>
                  <a:pt x="16103" y="1391"/>
                </a:moveTo>
                <a:lnTo>
                  <a:pt x="1391" y="16103"/>
                </a:lnTo>
                <a:cubicBezTo>
                  <a:pt x="1442" y="16194"/>
                  <a:pt x="1494" y="16285"/>
                  <a:pt x="1548" y="16375"/>
                </a:cubicBezTo>
                <a:lnTo>
                  <a:pt x="16375" y="1549"/>
                </a:lnTo>
                <a:cubicBezTo>
                  <a:pt x="16285" y="1495"/>
                  <a:pt x="16194" y="1442"/>
                  <a:pt x="16103" y="1391"/>
                </a:cubicBezTo>
                <a:close/>
                <a:moveTo>
                  <a:pt x="16703" y="1754"/>
                </a:moveTo>
                <a:lnTo>
                  <a:pt x="1753" y="16703"/>
                </a:lnTo>
                <a:cubicBezTo>
                  <a:pt x="1809" y="16788"/>
                  <a:pt x="1869" y="16872"/>
                  <a:pt x="1928" y="16956"/>
                </a:cubicBezTo>
                <a:lnTo>
                  <a:pt x="16956" y="1928"/>
                </a:lnTo>
                <a:cubicBezTo>
                  <a:pt x="16872" y="1869"/>
                  <a:pt x="16788" y="1810"/>
                  <a:pt x="16703" y="1754"/>
                </a:cubicBezTo>
                <a:close/>
                <a:moveTo>
                  <a:pt x="17267" y="2151"/>
                </a:moveTo>
                <a:lnTo>
                  <a:pt x="2151" y="17267"/>
                </a:lnTo>
                <a:cubicBezTo>
                  <a:pt x="2212" y="17349"/>
                  <a:pt x="2274" y="17430"/>
                  <a:pt x="2338" y="17510"/>
                </a:cubicBezTo>
                <a:lnTo>
                  <a:pt x="17510" y="2338"/>
                </a:lnTo>
                <a:cubicBezTo>
                  <a:pt x="17430" y="2275"/>
                  <a:pt x="17349" y="2212"/>
                  <a:pt x="17267" y="2151"/>
                </a:cubicBezTo>
                <a:close/>
                <a:moveTo>
                  <a:pt x="3805" y="2574"/>
                </a:moveTo>
                <a:cubicBezTo>
                  <a:pt x="3586" y="2761"/>
                  <a:pt x="3370" y="2956"/>
                  <a:pt x="3163" y="3163"/>
                </a:cubicBezTo>
                <a:cubicBezTo>
                  <a:pt x="2955" y="3371"/>
                  <a:pt x="2761" y="3586"/>
                  <a:pt x="2574" y="3806"/>
                </a:cubicBezTo>
                <a:lnTo>
                  <a:pt x="3805" y="2574"/>
                </a:lnTo>
                <a:close/>
                <a:moveTo>
                  <a:pt x="17801" y="2579"/>
                </a:moveTo>
                <a:lnTo>
                  <a:pt x="2579" y="17801"/>
                </a:lnTo>
                <a:cubicBezTo>
                  <a:pt x="2645" y="17878"/>
                  <a:pt x="2709" y="17957"/>
                  <a:pt x="2777" y="18032"/>
                </a:cubicBezTo>
                <a:lnTo>
                  <a:pt x="18032" y="2777"/>
                </a:lnTo>
                <a:cubicBezTo>
                  <a:pt x="17957" y="2709"/>
                  <a:pt x="17878" y="2645"/>
                  <a:pt x="17801" y="2579"/>
                </a:cubicBezTo>
                <a:close/>
                <a:moveTo>
                  <a:pt x="18304" y="3036"/>
                </a:moveTo>
                <a:lnTo>
                  <a:pt x="3036" y="18304"/>
                </a:lnTo>
                <a:cubicBezTo>
                  <a:pt x="3079" y="18349"/>
                  <a:pt x="3119" y="18394"/>
                  <a:pt x="3163" y="18438"/>
                </a:cubicBezTo>
                <a:cubicBezTo>
                  <a:pt x="3191" y="18466"/>
                  <a:pt x="3222" y="18492"/>
                  <a:pt x="3250" y="18521"/>
                </a:cubicBezTo>
                <a:lnTo>
                  <a:pt x="18521" y="3251"/>
                </a:lnTo>
                <a:cubicBezTo>
                  <a:pt x="18492" y="3222"/>
                  <a:pt x="18466" y="3192"/>
                  <a:pt x="18438" y="3163"/>
                </a:cubicBezTo>
                <a:cubicBezTo>
                  <a:pt x="18394" y="3119"/>
                  <a:pt x="18348" y="3079"/>
                  <a:pt x="18304" y="3036"/>
                </a:cubicBezTo>
                <a:close/>
                <a:moveTo>
                  <a:pt x="18781" y="3523"/>
                </a:moveTo>
                <a:lnTo>
                  <a:pt x="3522" y="18781"/>
                </a:lnTo>
                <a:cubicBezTo>
                  <a:pt x="3598" y="18850"/>
                  <a:pt x="3676" y="18915"/>
                  <a:pt x="3753" y="18982"/>
                </a:cubicBezTo>
                <a:lnTo>
                  <a:pt x="18982" y="3753"/>
                </a:lnTo>
                <a:cubicBezTo>
                  <a:pt x="18915" y="3676"/>
                  <a:pt x="18850" y="3598"/>
                  <a:pt x="18781" y="3523"/>
                </a:cubicBezTo>
                <a:close/>
                <a:moveTo>
                  <a:pt x="19224" y="4041"/>
                </a:moveTo>
                <a:lnTo>
                  <a:pt x="4041" y="19224"/>
                </a:lnTo>
                <a:cubicBezTo>
                  <a:pt x="4121" y="19289"/>
                  <a:pt x="4202" y="19350"/>
                  <a:pt x="4283" y="19412"/>
                </a:cubicBezTo>
                <a:lnTo>
                  <a:pt x="19412" y="4283"/>
                </a:lnTo>
                <a:cubicBezTo>
                  <a:pt x="19350" y="4202"/>
                  <a:pt x="19289" y="4121"/>
                  <a:pt x="19224" y="4041"/>
                </a:cubicBezTo>
                <a:close/>
                <a:moveTo>
                  <a:pt x="19637" y="4591"/>
                </a:moveTo>
                <a:lnTo>
                  <a:pt x="4591" y="19637"/>
                </a:lnTo>
                <a:cubicBezTo>
                  <a:pt x="4675" y="19696"/>
                  <a:pt x="4758" y="19757"/>
                  <a:pt x="4843" y="19813"/>
                </a:cubicBezTo>
                <a:lnTo>
                  <a:pt x="19813" y="4844"/>
                </a:lnTo>
                <a:cubicBezTo>
                  <a:pt x="19757" y="4758"/>
                  <a:pt x="19696" y="4675"/>
                  <a:pt x="19637" y="4591"/>
                </a:cubicBezTo>
                <a:close/>
                <a:moveTo>
                  <a:pt x="20019" y="5172"/>
                </a:moveTo>
                <a:lnTo>
                  <a:pt x="5172" y="20019"/>
                </a:lnTo>
                <a:cubicBezTo>
                  <a:pt x="5261" y="20073"/>
                  <a:pt x="5351" y="20126"/>
                  <a:pt x="5441" y="20178"/>
                </a:cubicBezTo>
                <a:lnTo>
                  <a:pt x="20178" y="5441"/>
                </a:lnTo>
                <a:cubicBezTo>
                  <a:pt x="20126" y="5351"/>
                  <a:pt x="20073" y="5261"/>
                  <a:pt x="20019" y="5172"/>
                </a:cubicBezTo>
                <a:close/>
                <a:moveTo>
                  <a:pt x="20369" y="5782"/>
                </a:moveTo>
                <a:lnTo>
                  <a:pt x="5782" y="20369"/>
                </a:lnTo>
                <a:cubicBezTo>
                  <a:pt x="5877" y="20419"/>
                  <a:pt x="5974" y="20463"/>
                  <a:pt x="6071" y="20510"/>
                </a:cubicBezTo>
                <a:lnTo>
                  <a:pt x="20510" y="6071"/>
                </a:lnTo>
                <a:cubicBezTo>
                  <a:pt x="20463" y="5975"/>
                  <a:pt x="20419" y="5878"/>
                  <a:pt x="20369" y="5782"/>
                </a:cubicBezTo>
                <a:close/>
                <a:moveTo>
                  <a:pt x="20679" y="6434"/>
                </a:moveTo>
                <a:lnTo>
                  <a:pt x="6434" y="20679"/>
                </a:lnTo>
                <a:cubicBezTo>
                  <a:pt x="6534" y="20723"/>
                  <a:pt x="6633" y="20769"/>
                  <a:pt x="6734" y="20809"/>
                </a:cubicBezTo>
                <a:lnTo>
                  <a:pt x="20809" y="6735"/>
                </a:lnTo>
                <a:cubicBezTo>
                  <a:pt x="20769" y="6634"/>
                  <a:pt x="20723" y="6534"/>
                  <a:pt x="20679" y="6434"/>
                </a:cubicBezTo>
                <a:close/>
                <a:moveTo>
                  <a:pt x="20956" y="7121"/>
                </a:moveTo>
                <a:lnTo>
                  <a:pt x="7120" y="20956"/>
                </a:lnTo>
                <a:cubicBezTo>
                  <a:pt x="7226" y="20994"/>
                  <a:pt x="7333" y="21030"/>
                  <a:pt x="7439" y="21065"/>
                </a:cubicBezTo>
                <a:lnTo>
                  <a:pt x="21065" y="7439"/>
                </a:lnTo>
                <a:cubicBezTo>
                  <a:pt x="21030" y="7333"/>
                  <a:pt x="20994" y="7226"/>
                  <a:pt x="20956" y="7121"/>
                </a:cubicBezTo>
                <a:close/>
                <a:moveTo>
                  <a:pt x="21190" y="7848"/>
                </a:moveTo>
                <a:lnTo>
                  <a:pt x="7848" y="21190"/>
                </a:lnTo>
                <a:cubicBezTo>
                  <a:pt x="7960" y="21221"/>
                  <a:pt x="8073" y="21252"/>
                  <a:pt x="8186" y="21280"/>
                </a:cubicBezTo>
                <a:lnTo>
                  <a:pt x="21280" y="8186"/>
                </a:lnTo>
                <a:cubicBezTo>
                  <a:pt x="21252" y="8073"/>
                  <a:pt x="21221" y="7960"/>
                  <a:pt x="21190" y="7848"/>
                </a:cubicBezTo>
                <a:close/>
                <a:moveTo>
                  <a:pt x="21378" y="8623"/>
                </a:moveTo>
                <a:lnTo>
                  <a:pt x="8623" y="21378"/>
                </a:lnTo>
                <a:cubicBezTo>
                  <a:pt x="8743" y="21402"/>
                  <a:pt x="8863" y="21424"/>
                  <a:pt x="8984" y="21445"/>
                </a:cubicBezTo>
                <a:lnTo>
                  <a:pt x="21445" y="8984"/>
                </a:lnTo>
                <a:cubicBezTo>
                  <a:pt x="21424" y="8864"/>
                  <a:pt x="21402" y="8743"/>
                  <a:pt x="21378" y="8623"/>
                </a:cubicBezTo>
                <a:close/>
                <a:moveTo>
                  <a:pt x="21514" y="9448"/>
                </a:moveTo>
                <a:lnTo>
                  <a:pt x="9447" y="21514"/>
                </a:lnTo>
                <a:cubicBezTo>
                  <a:pt x="9576" y="21530"/>
                  <a:pt x="9704" y="21546"/>
                  <a:pt x="9833" y="21557"/>
                </a:cubicBezTo>
                <a:lnTo>
                  <a:pt x="21557" y="9834"/>
                </a:lnTo>
                <a:cubicBezTo>
                  <a:pt x="21546" y="9705"/>
                  <a:pt x="21530" y="9576"/>
                  <a:pt x="21514" y="9448"/>
                </a:cubicBezTo>
                <a:close/>
                <a:moveTo>
                  <a:pt x="21590" y="10333"/>
                </a:moveTo>
                <a:lnTo>
                  <a:pt x="10332" y="21590"/>
                </a:lnTo>
                <a:cubicBezTo>
                  <a:pt x="10473" y="21596"/>
                  <a:pt x="10613" y="21599"/>
                  <a:pt x="10753" y="21600"/>
                </a:cubicBezTo>
                <a:lnTo>
                  <a:pt x="21600" y="10754"/>
                </a:lnTo>
                <a:cubicBezTo>
                  <a:pt x="21599" y="10613"/>
                  <a:pt x="21596" y="10473"/>
                  <a:pt x="21590" y="10333"/>
                </a:cubicBezTo>
                <a:close/>
                <a:moveTo>
                  <a:pt x="21590" y="11296"/>
                </a:moveTo>
                <a:lnTo>
                  <a:pt x="11295" y="21590"/>
                </a:lnTo>
                <a:cubicBezTo>
                  <a:pt x="11449" y="21583"/>
                  <a:pt x="11603" y="21572"/>
                  <a:pt x="11757" y="21558"/>
                </a:cubicBezTo>
                <a:lnTo>
                  <a:pt x="21558" y="11757"/>
                </a:lnTo>
                <a:cubicBezTo>
                  <a:pt x="21572" y="11603"/>
                  <a:pt x="21583" y="11450"/>
                  <a:pt x="21590" y="11296"/>
                </a:cubicBezTo>
                <a:close/>
                <a:moveTo>
                  <a:pt x="21489" y="12358"/>
                </a:moveTo>
                <a:lnTo>
                  <a:pt x="12358" y="21489"/>
                </a:lnTo>
                <a:cubicBezTo>
                  <a:pt x="12531" y="21464"/>
                  <a:pt x="12703" y="21434"/>
                  <a:pt x="12876" y="21400"/>
                </a:cubicBezTo>
                <a:lnTo>
                  <a:pt x="21400" y="12876"/>
                </a:lnTo>
                <a:cubicBezTo>
                  <a:pt x="21434" y="12704"/>
                  <a:pt x="21464" y="12531"/>
                  <a:pt x="21489" y="12358"/>
                </a:cubicBezTo>
                <a:close/>
                <a:moveTo>
                  <a:pt x="21239" y="13569"/>
                </a:moveTo>
                <a:lnTo>
                  <a:pt x="13569" y="21239"/>
                </a:lnTo>
                <a:cubicBezTo>
                  <a:pt x="13774" y="21185"/>
                  <a:pt x="13978" y="21125"/>
                  <a:pt x="14181" y="21058"/>
                </a:cubicBezTo>
                <a:lnTo>
                  <a:pt x="21058" y="14181"/>
                </a:lnTo>
                <a:cubicBezTo>
                  <a:pt x="21125" y="13978"/>
                  <a:pt x="21185" y="13774"/>
                  <a:pt x="21239" y="13569"/>
                </a:cubicBezTo>
                <a:close/>
                <a:moveTo>
                  <a:pt x="20736" y="15035"/>
                </a:moveTo>
                <a:lnTo>
                  <a:pt x="15035" y="20736"/>
                </a:lnTo>
                <a:cubicBezTo>
                  <a:pt x="15310" y="20619"/>
                  <a:pt x="15581" y="20493"/>
                  <a:pt x="15848" y="20352"/>
                </a:cubicBezTo>
                <a:lnTo>
                  <a:pt x="20352" y="15848"/>
                </a:lnTo>
                <a:cubicBezTo>
                  <a:pt x="20493" y="15581"/>
                  <a:pt x="20619" y="15310"/>
                  <a:pt x="20736" y="15035"/>
                </a:cubicBezTo>
                <a:close/>
                <a:moveTo>
                  <a:pt x="19400" y="17332"/>
                </a:moveTo>
                <a:lnTo>
                  <a:pt x="17332" y="19400"/>
                </a:lnTo>
                <a:cubicBezTo>
                  <a:pt x="17716" y="19108"/>
                  <a:pt x="18087" y="18789"/>
                  <a:pt x="18438" y="18438"/>
                </a:cubicBezTo>
                <a:cubicBezTo>
                  <a:pt x="18788" y="18087"/>
                  <a:pt x="19107" y="17716"/>
                  <a:pt x="19400" y="17332"/>
                </a:cubicBezTo>
                <a:close/>
              </a:path>
            </a:pathLst>
          </a:custGeom>
          <a:solidFill>
            <a:schemeClr val="accent4"/>
          </a:solidFill>
          <a:ln w="12700">
            <a:miter lim="400000"/>
          </a:ln>
        </p:spPr>
        <p:txBody>
          <a:bodyPr lIns="0" tIns="0" rIns="0" bIns="0" anchor="ctr"/>
          <a:lstStyle/>
          <a:p>
            <a:pPr marL="0" marR="0" lvl="0" indent="0" algn="ctr" defTabSz="8255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 kumimoji="0" sz="32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Helvetica Neue Medium"/>
              <a:sym typeface="Helvetica Neue Medium"/>
            </a:endParaRPr>
          </a:p>
        </p:txBody>
      </p:sp>
      <p:sp>
        <p:nvSpPr>
          <p:cNvPr id="218" name="Shape">
            <a:extLst>
              <a:ext uri="{FF2B5EF4-FFF2-40B4-BE49-F238E27FC236}">
                <a16:creationId xmlns:a16="http://schemas.microsoft.com/office/drawing/2014/main" id="{813AF676-C2CC-6B59-DF0D-4613DCEF39A0}"/>
              </a:ext>
            </a:extLst>
          </p:cNvPr>
          <p:cNvSpPr/>
          <p:nvPr/>
        </p:nvSpPr>
        <p:spPr>
          <a:xfrm>
            <a:off x="1688166" y="791392"/>
            <a:ext cx="7163901" cy="716420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800" y="0"/>
                </a:moveTo>
                <a:cubicBezTo>
                  <a:pt x="10787" y="0"/>
                  <a:pt x="10773" y="1"/>
                  <a:pt x="10759" y="1"/>
                </a:cubicBezTo>
                <a:lnTo>
                  <a:pt x="1" y="10760"/>
                </a:lnTo>
                <a:cubicBezTo>
                  <a:pt x="0" y="10900"/>
                  <a:pt x="3" y="11040"/>
                  <a:pt x="8" y="11181"/>
                </a:cubicBezTo>
                <a:lnTo>
                  <a:pt x="11180" y="9"/>
                </a:lnTo>
                <a:cubicBezTo>
                  <a:pt x="11054" y="4"/>
                  <a:pt x="10927" y="0"/>
                  <a:pt x="10800" y="0"/>
                </a:cubicBezTo>
                <a:close/>
                <a:moveTo>
                  <a:pt x="10211" y="17"/>
                </a:moveTo>
                <a:cubicBezTo>
                  <a:pt x="10057" y="25"/>
                  <a:pt x="9903" y="36"/>
                  <a:pt x="9748" y="51"/>
                </a:cubicBezTo>
                <a:lnTo>
                  <a:pt x="50" y="9749"/>
                </a:lnTo>
                <a:cubicBezTo>
                  <a:pt x="35" y="9903"/>
                  <a:pt x="25" y="10057"/>
                  <a:pt x="16" y="10212"/>
                </a:cubicBezTo>
                <a:lnTo>
                  <a:pt x="10211" y="17"/>
                </a:lnTo>
                <a:close/>
                <a:moveTo>
                  <a:pt x="11683" y="38"/>
                </a:moveTo>
                <a:lnTo>
                  <a:pt x="38" y="11684"/>
                </a:lnTo>
                <a:cubicBezTo>
                  <a:pt x="48" y="11814"/>
                  <a:pt x="62" y="11944"/>
                  <a:pt x="78" y="12075"/>
                </a:cubicBezTo>
                <a:lnTo>
                  <a:pt x="12074" y="78"/>
                </a:lnTo>
                <a:cubicBezTo>
                  <a:pt x="11944" y="63"/>
                  <a:pt x="11814" y="49"/>
                  <a:pt x="11683" y="38"/>
                </a:cubicBezTo>
                <a:close/>
                <a:moveTo>
                  <a:pt x="9136" y="131"/>
                </a:moveTo>
                <a:cubicBezTo>
                  <a:pt x="8960" y="158"/>
                  <a:pt x="8786" y="190"/>
                  <a:pt x="8611" y="226"/>
                </a:cubicBezTo>
                <a:lnTo>
                  <a:pt x="226" y="8611"/>
                </a:lnTo>
                <a:cubicBezTo>
                  <a:pt x="190" y="8786"/>
                  <a:pt x="157" y="8961"/>
                  <a:pt x="130" y="9137"/>
                </a:cubicBezTo>
                <a:lnTo>
                  <a:pt x="9136" y="131"/>
                </a:lnTo>
                <a:close/>
                <a:moveTo>
                  <a:pt x="12541" y="143"/>
                </a:moveTo>
                <a:lnTo>
                  <a:pt x="143" y="12541"/>
                </a:lnTo>
                <a:cubicBezTo>
                  <a:pt x="163" y="12663"/>
                  <a:pt x="183" y="12785"/>
                  <a:pt x="207" y="12906"/>
                </a:cubicBezTo>
                <a:lnTo>
                  <a:pt x="12906" y="208"/>
                </a:lnTo>
                <a:cubicBezTo>
                  <a:pt x="12785" y="184"/>
                  <a:pt x="12663" y="163"/>
                  <a:pt x="12541" y="143"/>
                </a:cubicBezTo>
                <a:close/>
                <a:moveTo>
                  <a:pt x="13343" y="303"/>
                </a:moveTo>
                <a:lnTo>
                  <a:pt x="303" y="13343"/>
                </a:lnTo>
                <a:cubicBezTo>
                  <a:pt x="330" y="13456"/>
                  <a:pt x="361" y="13569"/>
                  <a:pt x="392" y="13682"/>
                </a:cubicBezTo>
                <a:lnTo>
                  <a:pt x="13682" y="393"/>
                </a:lnTo>
                <a:cubicBezTo>
                  <a:pt x="13569" y="362"/>
                  <a:pt x="13456" y="331"/>
                  <a:pt x="13343" y="303"/>
                </a:cubicBezTo>
                <a:close/>
                <a:moveTo>
                  <a:pt x="7909" y="395"/>
                </a:moveTo>
                <a:cubicBezTo>
                  <a:pt x="7701" y="452"/>
                  <a:pt x="7495" y="515"/>
                  <a:pt x="7290" y="585"/>
                </a:cubicBezTo>
                <a:lnTo>
                  <a:pt x="584" y="7290"/>
                </a:lnTo>
                <a:cubicBezTo>
                  <a:pt x="514" y="7495"/>
                  <a:pt x="452" y="7702"/>
                  <a:pt x="394" y="7909"/>
                </a:cubicBezTo>
                <a:lnTo>
                  <a:pt x="7909" y="395"/>
                </a:lnTo>
                <a:close/>
                <a:moveTo>
                  <a:pt x="14094" y="515"/>
                </a:moveTo>
                <a:lnTo>
                  <a:pt x="514" y="14094"/>
                </a:lnTo>
                <a:cubicBezTo>
                  <a:pt x="549" y="14202"/>
                  <a:pt x="583" y="14310"/>
                  <a:pt x="620" y="14417"/>
                </a:cubicBezTo>
                <a:lnTo>
                  <a:pt x="14417" y="621"/>
                </a:lnTo>
                <a:cubicBezTo>
                  <a:pt x="14310" y="583"/>
                  <a:pt x="14202" y="549"/>
                  <a:pt x="14094" y="515"/>
                </a:cubicBezTo>
                <a:close/>
                <a:moveTo>
                  <a:pt x="14804" y="767"/>
                </a:moveTo>
                <a:lnTo>
                  <a:pt x="767" y="14804"/>
                </a:lnTo>
                <a:cubicBezTo>
                  <a:pt x="807" y="14905"/>
                  <a:pt x="851" y="15004"/>
                  <a:pt x="894" y="15104"/>
                </a:cubicBezTo>
                <a:lnTo>
                  <a:pt x="15104" y="895"/>
                </a:lnTo>
                <a:cubicBezTo>
                  <a:pt x="15004" y="852"/>
                  <a:pt x="14905" y="807"/>
                  <a:pt x="14804" y="767"/>
                </a:cubicBezTo>
                <a:close/>
                <a:moveTo>
                  <a:pt x="6411" y="932"/>
                </a:moveTo>
                <a:cubicBezTo>
                  <a:pt x="6118" y="1062"/>
                  <a:pt x="5831" y="1206"/>
                  <a:pt x="5549" y="1363"/>
                </a:cubicBezTo>
                <a:lnTo>
                  <a:pt x="1362" y="5549"/>
                </a:lnTo>
                <a:cubicBezTo>
                  <a:pt x="1205" y="5832"/>
                  <a:pt x="1061" y="6119"/>
                  <a:pt x="931" y="6411"/>
                </a:cubicBezTo>
                <a:lnTo>
                  <a:pt x="6411" y="932"/>
                </a:lnTo>
                <a:close/>
                <a:moveTo>
                  <a:pt x="15470" y="1061"/>
                </a:moveTo>
                <a:lnTo>
                  <a:pt x="1060" y="15471"/>
                </a:lnTo>
                <a:cubicBezTo>
                  <a:pt x="1106" y="15567"/>
                  <a:pt x="1153" y="15664"/>
                  <a:pt x="1202" y="15759"/>
                </a:cubicBezTo>
                <a:lnTo>
                  <a:pt x="15759" y="1203"/>
                </a:lnTo>
                <a:cubicBezTo>
                  <a:pt x="15663" y="1153"/>
                  <a:pt x="15567" y="1107"/>
                  <a:pt x="15470" y="1061"/>
                </a:cubicBezTo>
                <a:close/>
                <a:moveTo>
                  <a:pt x="16103" y="1391"/>
                </a:moveTo>
                <a:lnTo>
                  <a:pt x="1391" y="16103"/>
                </a:lnTo>
                <a:cubicBezTo>
                  <a:pt x="1442" y="16194"/>
                  <a:pt x="1494" y="16285"/>
                  <a:pt x="1548" y="16375"/>
                </a:cubicBezTo>
                <a:lnTo>
                  <a:pt x="16375" y="1549"/>
                </a:lnTo>
                <a:cubicBezTo>
                  <a:pt x="16285" y="1495"/>
                  <a:pt x="16194" y="1442"/>
                  <a:pt x="16103" y="1391"/>
                </a:cubicBezTo>
                <a:close/>
                <a:moveTo>
                  <a:pt x="16703" y="1754"/>
                </a:moveTo>
                <a:lnTo>
                  <a:pt x="1753" y="16703"/>
                </a:lnTo>
                <a:cubicBezTo>
                  <a:pt x="1809" y="16788"/>
                  <a:pt x="1869" y="16872"/>
                  <a:pt x="1928" y="16956"/>
                </a:cubicBezTo>
                <a:lnTo>
                  <a:pt x="16956" y="1928"/>
                </a:lnTo>
                <a:cubicBezTo>
                  <a:pt x="16872" y="1869"/>
                  <a:pt x="16788" y="1810"/>
                  <a:pt x="16703" y="1754"/>
                </a:cubicBezTo>
                <a:close/>
                <a:moveTo>
                  <a:pt x="17267" y="2151"/>
                </a:moveTo>
                <a:lnTo>
                  <a:pt x="2151" y="17267"/>
                </a:lnTo>
                <a:cubicBezTo>
                  <a:pt x="2212" y="17349"/>
                  <a:pt x="2274" y="17430"/>
                  <a:pt x="2338" y="17510"/>
                </a:cubicBezTo>
                <a:lnTo>
                  <a:pt x="17510" y="2338"/>
                </a:lnTo>
                <a:cubicBezTo>
                  <a:pt x="17430" y="2275"/>
                  <a:pt x="17349" y="2212"/>
                  <a:pt x="17267" y="2151"/>
                </a:cubicBezTo>
                <a:close/>
                <a:moveTo>
                  <a:pt x="3805" y="2574"/>
                </a:moveTo>
                <a:cubicBezTo>
                  <a:pt x="3586" y="2761"/>
                  <a:pt x="3370" y="2956"/>
                  <a:pt x="3163" y="3163"/>
                </a:cubicBezTo>
                <a:cubicBezTo>
                  <a:pt x="2955" y="3371"/>
                  <a:pt x="2761" y="3586"/>
                  <a:pt x="2574" y="3806"/>
                </a:cubicBezTo>
                <a:lnTo>
                  <a:pt x="3805" y="2574"/>
                </a:lnTo>
                <a:close/>
                <a:moveTo>
                  <a:pt x="17801" y="2579"/>
                </a:moveTo>
                <a:lnTo>
                  <a:pt x="2579" y="17801"/>
                </a:lnTo>
                <a:cubicBezTo>
                  <a:pt x="2645" y="17878"/>
                  <a:pt x="2709" y="17957"/>
                  <a:pt x="2777" y="18032"/>
                </a:cubicBezTo>
                <a:lnTo>
                  <a:pt x="18032" y="2777"/>
                </a:lnTo>
                <a:cubicBezTo>
                  <a:pt x="17957" y="2709"/>
                  <a:pt x="17878" y="2645"/>
                  <a:pt x="17801" y="2579"/>
                </a:cubicBezTo>
                <a:close/>
                <a:moveTo>
                  <a:pt x="18304" y="3036"/>
                </a:moveTo>
                <a:lnTo>
                  <a:pt x="3036" y="18304"/>
                </a:lnTo>
                <a:cubicBezTo>
                  <a:pt x="3079" y="18349"/>
                  <a:pt x="3119" y="18394"/>
                  <a:pt x="3163" y="18438"/>
                </a:cubicBezTo>
                <a:cubicBezTo>
                  <a:pt x="3191" y="18466"/>
                  <a:pt x="3222" y="18492"/>
                  <a:pt x="3250" y="18521"/>
                </a:cubicBezTo>
                <a:lnTo>
                  <a:pt x="18521" y="3251"/>
                </a:lnTo>
                <a:cubicBezTo>
                  <a:pt x="18492" y="3222"/>
                  <a:pt x="18466" y="3192"/>
                  <a:pt x="18438" y="3163"/>
                </a:cubicBezTo>
                <a:cubicBezTo>
                  <a:pt x="18394" y="3119"/>
                  <a:pt x="18348" y="3079"/>
                  <a:pt x="18304" y="3036"/>
                </a:cubicBezTo>
                <a:close/>
                <a:moveTo>
                  <a:pt x="18781" y="3523"/>
                </a:moveTo>
                <a:lnTo>
                  <a:pt x="3522" y="18781"/>
                </a:lnTo>
                <a:cubicBezTo>
                  <a:pt x="3598" y="18850"/>
                  <a:pt x="3676" y="18915"/>
                  <a:pt x="3753" y="18982"/>
                </a:cubicBezTo>
                <a:lnTo>
                  <a:pt x="18982" y="3753"/>
                </a:lnTo>
                <a:cubicBezTo>
                  <a:pt x="18915" y="3676"/>
                  <a:pt x="18850" y="3598"/>
                  <a:pt x="18781" y="3523"/>
                </a:cubicBezTo>
                <a:close/>
                <a:moveTo>
                  <a:pt x="19224" y="4041"/>
                </a:moveTo>
                <a:lnTo>
                  <a:pt x="4041" y="19224"/>
                </a:lnTo>
                <a:cubicBezTo>
                  <a:pt x="4121" y="19289"/>
                  <a:pt x="4202" y="19350"/>
                  <a:pt x="4283" y="19412"/>
                </a:cubicBezTo>
                <a:lnTo>
                  <a:pt x="19412" y="4283"/>
                </a:lnTo>
                <a:cubicBezTo>
                  <a:pt x="19350" y="4202"/>
                  <a:pt x="19289" y="4121"/>
                  <a:pt x="19224" y="4041"/>
                </a:cubicBezTo>
                <a:close/>
                <a:moveTo>
                  <a:pt x="19637" y="4591"/>
                </a:moveTo>
                <a:lnTo>
                  <a:pt x="4591" y="19637"/>
                </a:lnTo>
                <a:cubicBezTo>
                  <a:pt x="4675" y="19696"/>
                  <a:pt x="4758" y="19757"/>
                  <a:pt x="4843" y="19813"/>
                </a:cubicBezTo>
                <a:lnTo>
                  <a:pt x="19813" y="4844"/>
                </a:lnTo>
                <a:cubicBezTo>
                  <a:pt x="19757" y="4758"/>
                  <a:pt x="19696" y="4675"/>
                  <a:pt x="19637" y="4591"/>
                </a:cubicBezTo>
                <a:close/>
                <a:moveTo>
                  <a:pt x="20019" y="5172"/>
                </a:moveTo>
                <a:lnTo>
                  <a:pt x="5172" y="20019"/>
                </a:lnTo>
                <a:cubicBezTo>
                  <a:pt x="5261" y="20073"/>
                  <a:pt x="5351" y="20126"/>
                  <a:pt x="5441" y="20178"/>
                </a:cubicBezTo>
                <a:lnTo>
                  <a:pt x="20178" y="5441"/>
                </a:lnTo>
                <a:cubicBezTo>
                  <a:pt x="20126" y="5351"/>
                  <a:pt x="20073" y="5261"/>
                  <a:pt x="20019" y="5172"/>
                </a:cubicBezTo>
                <a:close/>
                <a:moveTo>
                  <a:pt x="20369" y="5782"/>
                </a:moveTo>
                <a:lnTo>
                  <a:pt x="5782" y="20369"/>
                </a:lnTo>
                <a:cubicBezTo>
                  <a:pt x="5877" y="20419"/>
                  <a:pt x="5974" y="20463"/>
                  <a:pt x="6071" y="20510"/>
                </a:cubicBezTo>
                <a:lnTo>
                  <a:pt x="20510" y="6071"/>
                </a:lnTo>
                <a:cubicBezTo>
                  <a:pt x="20463" y="5975"/>
                  <a:pt x="20419" y="5878"/>
                  <a:pt x="20369" y="5782"/>
                </a:cubicBezTo>
                <a:close/>
                <a:moveTo>
                  <a:pt x="20679" y="6434"/>
                </a:moveTo>
                <a:lnTo>
                  <a:pt x="6434" y="20679"/>
                </a:lnTo>
                <a:cubicBezTo>
                  <a:pt x="6534" y="20723"/>
                  <a:pt x="6633" y="20769"/>
                  <a:pt x="6734" y="20809"/>
                </a:cubicBezTo>
                <a:lnTo>
                  <a:pt x="20809" y="6735"/>
                </a:lnTo>
                <a:cubicBezTo>
                  <a:pt x="20769" y="6634"/>
                  <a:pt x="20723" y="6534"/>
                  <a:pt x="20679" y="6434"/>
                </a:cubicBezTo>
                <a:close/>
                <a:moveTo>
                  <a:pt x="20956" y="7121"/>
                </a:moveTo>
                <a:lnTo>
                  <a:pt x="7120" y="20956"/>
                </a:lnTo>
                <a:cubicBezTo>
                  <a:pt x="7226" y="20994"/>
                  <a:pt x="7333" y="21030"/>
                  <a:pt x="7439" y="21065"/>
                </a:cubicBezTo>
                <a:lnTo>
                  <a:pt x="21065" y="7439"/>
                </a:lnTo>
                <a:cubicBezTo>
                  <a:pt x="21030" y="7333"/>
                  <a:pt x="20994" y="7226"/>
                  <a:pt x="20956" y="7121"/>
                </a:cubicBezTo>
                <a:close/>
                <a:moveTo>
                  <a:pt x="21190" y="7848"/>
                </a:moveTo>
                <a:lnTo>
                  <a:pt x="7848" y="21190"/>
                </a:lnTo>
                <a:cubicBezTo>
                  <a:pt x="7960" y="21221"/>
                  <a:pt x="8073" y="21252"/>
                  <a:pt x="8186" y="21280"/>
                </a:cubicBezTo>
                <a:lnTo>
                  <a:pt x="21280" y="8186"/>
                </a:lnTo>
                <a:cubicBezTo>
                  <a:pt x="21252" y="8073"/>
                  <a:pt x="21221" y="7960"/>
                  <a:pt x="21190" y="7848"/>
                </a:cubicBezTo>
                <a:close/>
                <a:moveTo>
                  <a:pt x="21378" y="8623"/>
                </a:moveTo>
                <a:lnTo>
                  <a:pt x="8623" y="21378"/>
                </a:lnTo>
                <a:cubicBezTo>
                  <a:pt x="8743" y="21402"/>
                  <a:pt x="8863" y="21424"/>
                  <a:pt x="8984" y="21445"/>
                </a:cubicBezTo>
                <a:lnTo>
                  <a:pt x="21445" y="8984"/>
                </a:lnTo>
                <a:cubicBezTo>
                  <a:pt x="21424" y="8864"/>
                  <a:pt x="21402" y="8743"/>
                  <a:pt x="21378" y="8623"/>
                </a:cubicBezTo>
                <a:close/>
                <a:moveTo>
                  <a:pt x="21514" y="9448"/>
                </a:moveTo>
                <a:lnTo>
                  <a:pt x="9447" y="21514"/>
                </a:lnTo>
                <a:cubicBezTo>
                  <a:pt x="9576" y="21530"/>
                  <a:pt x="9704" y="21546"/>
                  <a:pt x="9833" y="21557"/>
                </a:cubicBezTo>
                <a:lnTo>
                  <a:pt x="21557" y="9834"/>
                </a:lnTo>
                <a:cubicBezTo>
                  <a:pt x="21546" y="9705"/>
                  <a:pt x="21530" y="9576"/>
                  <a:pt x="21514" y="9448"/>
                </a:cubicBezTo>
                <a:close/>
                <a:moveTo>
                  <a:pt x="21590" y="10333"/>
                </a:moveTo>
                <a:lnTo>
                  <a:pt x="10332" y="21590"/>
                </a:lnTo>
                <a:cubicBezTo>
                  <a:pt x="10473" y="21596"/>
                  <a:pt x="10613" y="21599"/>
                  <a:pt x="10753" y="21600"/>
                </a:cubicBezTo>
                <a:lnTo>
                  <a:pt x="21600" y="10754"/>
                </a:lnTo>
                <a:cubicBezTo>
                  <a:pt x="21599" y="10613"/>
                  <a:pt x="21596" y="10473"/>
                  <a:pt x="21590" y="10333"/>
                </a:cubicBezTo>
                <a:close/>
                <a:moveTo>
                  <a:pt x="21590" y="11296"/>
                </a:moveTo>
                <a:lnTo>
                  <a:pt x="11295" y="21590"/>
                </a:lnTo>
                <a:cubicBezTo>
                  <a:pt x="11449" y="21583"/>
                  <a:pt x="11603" y="21572"/>
                  <a:pt x="11757" y="21558"/>
                </a:cubicBezTo>
                <a:lnTo>
                  <a:pt x="21558" y="11757"/>
                </a:lnTo>
                <a:cubicBezTo>
                  <a:pt x="21572" y="11603"/>
                  <a:pt x="21583" y="11450"/>
                  <a:pt x="21590" y="11296"/>
                </a:cubicBezTo>
                <a:close/>
                <a:moveTo>
                  <a:pt x="21489" y="12358"/>
                </a:moveTo>
                <a:lnTo>
                  <a:pt x="12358" y="21489"/>
                </a:lnTo>
                <a:cubicBezTo>
                  <a:pt x="12531" y="21464"/>
                  <a:pt x="12703" y="21434"/>
                  <a:pt x="12876" y="21400"/>
                </a:cubicBezTo>
                <a:lnTo>
                  <a:pt x="21400" y="12876"/>
                </a:lnTo>
                <a:cubicBezTo>
                  <a:pt x="21434" y="12704"/>
                  <a:pt x="21464" y="12531"/>
                  <a:pt x="21489" y="12358"/>
                </a:cubicBezTo>
                <a:close/>
                <a:moveTo>
                  <a:pt x="21239" y="13569"/>
                </a:moveTo>
                <a:lnTo>
                  <a:pt x="13569" y="21239"/>
                </a:lnTo>
                <a:cubicBezTo>
                  <a:pt x="13774" y="21185"/>
                  <a:pt x="13978" y="21125"/>
                  <a:pt x="14181" y="21058"/>
                </a:cubicBezTo>
                <a:lnTo>
                  <a:pt x="21058" y="14181"/>
                </a:lnTo>
                <a:cubicBezTo>
                  <a:pt x="21125" y="13978"/>
                  <a:pt x="21185" y="13774"/>
                  <a:pt x="21239" y="13569"/>
                </a:cubicBezTo>
                <a:close/>
                <a:moveTo>
                  <a:pt x="20736" y="15035"/>
                </a:moveTo>
                <a:lnTo>
                  <a:pt x="15035" y="20736"/>
                </a:lnTo>
                <a:cubicBezTo>
                  <a:pt x="15310" y="20619"/>
                  <a:pt x="15581" y="20493"/>
                  <a:pt x="15848" y="20352"/>
                </a:cubicBezTo>
                <a:lnTo>
                  <a:pt x="20352" y="15848"/>
                </a:lnTo>
                <a:cubicBezTo>
                  <a:pt x="20493" y="15581"/>
                  <a:pt x="20619" y="15310"/>
                  <a:pt x="20736" y="15035"/>
                </a:cubicBezTo>
                <a:close/>
                <a:moveTo>
                  <a:pt x="19400" y="17332"/>
                </a:moveTo>
                <a:lnTo>
                  <a:pt x="17332" y="19400"/>
                </a:lnTo>
                <a:cubicBezTo>
                  <a:pt x="17716" y="19108"/>
                  <a:pt x="18087" y="18789"/>
                  <a:pt x="18438" y="18438"/>
                </a:cubicBezTo>
                <a:cubicBezTo>
                  <a:pt x="18788" y="18087"/>
                  <a:pt x="19107" y="17716"/>
                  <a:pt x="19400" y="17332"/>
                </a:cubicBezTo>
                <a:close/>
              </a:path>
            </a:pathLst>
          </a:custGeom>
          <a:solidFill>
            <a:schemeClr val="accent4"/>
          </a:solidFill>
          <a:ln w="12700">
            <a:miter lim="400000"/>
          </a:ln>
        </p:spPr>
        <p:txBody>
          <a:bodyPr lIns="0" tIns="0" rIns="0" bIns="0" anchor="ctr"/>
          <a:lstStyle/>
          <a:p>
            <a:pPr marL="0" marR="0" lvl="0" indent="0" algn="ctr" defTabSz="8255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 kumimoji="0" sz="32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Helvetica Neue Medium"/>
              <a:sym typeface="Helvetica Neue Medium"/>
            </a:endParaRPr>
          </a:p>
        </p:txBody>
      </p:sp>
      <p:sp>
        <p:nvSpPr>
          <p:cNvPr id="219" name="Shape">
            <a:extLst>
              <a:ext uri="{FF2B5EF4-FFF2-40B4-BE49-F238E27FC236}">
                <a16:creationId xmlns:a16="http://schemas.microsoft.com/office/drawing/2014/main" id="{1BB95594-A403-7BA4-51D3-83555C2A2A00}"/>
              </a:ext>
            </a:extLst>
          </p:cNvPr>
          <p:cNvSpPr/>
          <p:nvPr/>
        </p:nvSpPr>
        <p:spPr>
          <a:xfrm>
            <a:off x="11727838" y="12253507"/>
            <a:ext cx="4276957" cy="427713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800" y="0"/>
                </a:moveTo>
                <a:cubicBezTo>
                  <a:pt x="10787" y="0"/>
                  <a:pt x="10773" y="1"/>
                  <a:pt x="10759" y="1"/>
                </a:cubicBezTo>
                <a:lnTo>
                  <a:pt x="1" y="10760"/>
                </a:lnTo>
                <a:cubicBezTo>
                  <a:pt x="0" y="10900"/>
                  <a:pt x="3" y="11040"/>
                  <a:pt x="8" y="11181"/>
                </a:cubicBezTo>
                <a:lnTo>
                  <a:pt x="11180" y="9"/>
                </a:lnTo>
                <a:cubicBezTo>
                  <a:pt x="11054" y="4"/>
                  <a:pt x="10927" y="0"/>
                  <a:pt x="10800" y="0"/>
                </a:cubicBezTo>
                <a:close/>
                <a:moveTo>
                  <a:pt x="10211" y="17"/>
                </a:moveTo>
                <a:cubicBezTo>
                  <a:pt x="10057" y="25"/>
                  <a:pt x="9903" y="36"/>
                  <a:pt x="9748" y="51"/>
                </a:cubicBezTo>
                <a:lnTo>
                  <a:pt x="50" y="9749"/>
                </a:lnTo>
                <a:cubicBezTo>
                  <a:pt x="35" y="9903"/>
                  <a:pt x="25" y="10057"/>
                  <a:pt x="16" y="10212"/>
                </a:cubicBezTo>
                <a:lnTo>
                  <a:pt x="10211" y="17"/>
                </a:lnTo>
                <a:close/>
                <a:moveTo>
                  <a:pt x="11683" y="38"/>
                </a:moveTo>
                <a:lnTo>
                  <a:pt x="38" y="11684"/>
                </a:lnTo>
                <a:cubicBezTo>
                  <a:pt x="48" y="11814"/>
                  <a:pt x="62" y="11944"/>
                  <a:pt x="78" y="12075"/>
                </a:cubicBezTo>
                <a:lnTo>
                  <a:pt x="12074" y="78"/>
                </a:lnTo>
                <a:cubicBezTo>
                  <a:pt x="11944" y="63"/>
                  <a:pt x="11814" y="49"/>
                  <a:pt x="11683" y="38"/>
                </a:cubicBezTo>
                <a:close/>
                <a:moveTo>
                  <a:pt x="9136" y="131"/>
                </a:moveTo>
                <a:cubicBezTo>
                  <a:pt x="8960" y="158"/>
                  <a:pt x="8786" y="190"/>
                  <a:pt x="8611" y="226"/>
                </a:cubicBezTo>
                <a:lnTo>
                  <a:pt x="226" y="8611"/>
                </a:lnTo>
                <a:cubicBezTo>
                  <a:pt x="190" y="8786"/>
                  <a:pt x="157" y="8961"/>
                  <a:pt x="130" y="9137"/>
                </a:cubicBezTo>
                <a:lnTo>
                  <a:pt x="9136" y="131"/>
                </a:lnTo>
                <a:close/>
                <a:moveTo>
                  <a:pt x="12541" y="143"/>
                </a:moveTo>
                <a:lnTo>
                  <a:pt x="143" y="12541"/>
                </a:lnTo>
                <a:cubicBezTo>
                  <a:pt x="163" y="12663"/>
                  <a:pt x="183" y="12785"/>
                  <a:pt x="207" y="12906"/>
                </a:cubicBezTo>
                <a:lnTo>
                  <a:pt x="12906" y="208"/>
                </a:lnTo>
                <a:cubicBezTo>
                  <a:pt x="12785" y="184"/>
                  <a:pt x="12663" y="163"/>
                  <a:pt x="12541" y="143"/>
                </a:cubicBezTo>
                <a:close/>
                <a:moveTo>
                  <a:pt x="13343" y="303"/>
                </a:moveTo>
                <a:lnTo>
                  <a:pt x="303" y="13343"/>
                </a:lnTo>
                <a:cubicBezTo>
                  <a:pt x="330" y="13456"/>
                  <a:pt x="361" y="13569"/>
                  <a:pt x="392" y="13682"/>
                </a:cubicBezTo>
                <a:lnTo>
                  <a:pt x="13682" y="393"/>
                </a:lnTo>
                <a:cubicBezTo>
                  <a:pt x="13569" y="362"/>
                  <a:pt x="13456" y="331"/>
                  <a:pt x="13343" y="303"/>
                </a:cubicBezTo>
                <a:close/>
                <a:moveTo>
                  <a:pt x="7909" y="395"/>
                </a:moveTo>
                <a:cubicBezTo>
                  <a:pt x="7701" y="452"/>
                  <a:pt x="7495" y="515"/>
                  <a:pt x="7290" y="585"/>
                </a:cubicBezTo>
                <a:lnTo>
                  <a:pt x="584" y="7290"/>
                </a:lnTo>
                <a:cubicBezTo>
                  <a:pt x="514" y="7495"/>
                  <a:pt x="452" y="7702"/>
                  <a:pt x="394" y="7909"/>
                </a:cubicBezTo>
                <a:lnTo>
                  <a:pt x="7909" y="395"/>
                </a:lnTo>
                <a:close/>
                <a:moveTo>
                  <a:pt x="14094" y="515"/>
                </a:moveTo>
                <a:lnTo>
                  <a:pt x="514" y="14094"/>
                </a:lnTo>
                <a:cubicBezTo>
                  <a:pt x="549" y="14202"/>
                  <a:pt x="583" y="14310"/>
                  <a:pt x="620" y="14417"/>
                </a:cubicBezTo>
                <a:lnTo>
                  <a:pt x="14417" y="621"/>
                </a:lnTo>
                <a:cubicBezTo>
                  <a:pt x="14310" y="583"/>
                  <a:pt x="14202" y="549"/>
                  <a:pt x="14094" y="515"/>
                </a:cubicBezTo>
                <a:close/>
                <a:moveTo>
                  <a:pt x="14804" y="767"/>
                </a:moveTo>
                <a:lnTo>
                  <a:pt x="767" y="14804"/>
                </a:lnTo>
                <a:cubicBezTo>
                  <a:pt x="807" y="14905"/>
                  <a:pt x="851" y="15004"/>
                  <a:pt x="894" y="15104"/>
                </a:cubicBezTo>
                <a:lnTo>
                  <a:pt x="15104" y="895"/>
                </a:lnTo>
                <a:cubicBezTo>
                  <a:pt x="15004" y="852"/>
                  <a:pt x="14905" y="807"/>
                  <a:pt x="14804" y="767"/>
                </a:cubicBezTo>
                <a:close/>
                <a:moveTo>
                  <a:pt x="6411" y="932"/>
                </a:moveTo>
                <a:cubicBezTo>
                  <a:pt x="6118" y="1062"/>
                  <a:pt x="5831" y="1206"/>
                  <a:pt x="5549" y="1363"/>
                </a:cubicBezTo>
                <a:lnTo>
                  <a:pt x="1362" y="5549"/>
                </a:lnTo>
                <a:cubicBezTo>
                  <a:pt x="1205" y="5832"/>
                  <a:pt x="1061" y="6119"/>
                  <a:pt x="931" y="6411"/>
                </a:cubicBezTo>
                <a:lnTo>
                  <a:pt x="6411" y="932"/>
                </a:lnTo>
                <a:close/>
                <a:moveTo>
                  <a:pt x="15470" y="1061"/>
                </a:moveTo>
                <a:lnTo>
                  <a:pt x="1060" y="15471"/>
                </a:lnTo>
                <a:cubicBezTo>
                  <a:pt x="1106" y="15567"/>
                  <a:pt x="1153" y="15664"/>
                  <a:pt x="1202" y="15759"/>
                </a:cubicBezTo>
                <a:lnTo>
                  <a:pt x="15759" y="1203"/>
                </a:lnTo>
                <a:cubicBezTo>
                  <a:pt x="15663" y="1153"/>
                  <a:pt x="15567" y="1107"/>
                  <a:pt x="15470" y="1061"/>
                </a:cubicBezTo>
                <a:close/>
                <a:moveTo>
                  <a:pt x="16103" y="1391"/>
                </a:moveTo>
                <a:lnTo>
                  <a:pt x="1391" y="16103"/>
                </a:lnTo>
                <a:cubicBezTo>
                  <a:pt x="1442" y="16194"/>
                  <a:pt x="1494" y="16285"/>
                  <a:pt x="1549" y="16375"/>
                </a:cubicBezTo>
                <a:lnTo>
                  <a:pt x="16375" y="1549"/>
                </a:lnTo>
                <a:cubicBezTo>
                  <a:pt x="16285" y="1495"/>
                  <a:pt x="16194" y="1442"/>
                  <a:pt x="16103" y="1391"/>
                </a:cubicBezTo>
                <a:close/>
                <a:moveTo>
                  <a:pt x="16703" y="1754"/>
                </a:moveTo>
                <a:lnTo>
                  <a:pt x="1753" y="16703"/>
                </a:lnTo>
                <a:cubicBezTo>
                  <a:pt x="1809" y="16788"/>
                  <a:pt x="1869" y="16872"/>
                  <a:pt x="1928" y="16956"/>
                </a:cubicBezTo>
                <a:lnTo>
                  <a:pt x="16956" y="1928"/>
                </a:lnTo>
                <a:cubicBezTo>
                  <a:pt x="16872" y="1869"/>
                  <a:pt x="16788" y="1810"/>
                  <a:pt x="16703" y="1754"/>
                </a:cubicBezTo>
                <a:close/>
                <a:moveTo>
                  <a:pt x="17267" y="2151"/>
                </a:moveTo>
                <a:lnTo>
                  <a:pt x="2151" y="17267"/>
                </a:lnTo>
                <a:cubicBezTo>
                  <a:pt x="2212" y="17349"/>
                  <a:pt x="2274" y="17430"/>
                  <a:pt x="2338" y="17510"/>
                </a:cubicBezTo>
                <a:lnTo>
                  <a:pt x="17510" y="2338"/>
                </a:lnTo>
                <a:cubicBezTo>
                  <a:pt x="17430" y="2275"/>
                  <a:pt x="17349" y="2212"/>
                  <a:pt x="17267" y="2151"/>
                </a:cubicBezTo>
                <a:close/>
                <a:moveTo>
                  <a:pt x="3805" y="2574"/>
                </a:moveTo>
                <a:cubicBezTo>
                  <a:pt x="3586" y="2761"/>
                  <a:pt x="3370" y="2956"/>
                  <a:pt x="3163" y="3163"/>
                </a:cubicBezTo>
                <a:cubicBezTo>
                  <a:pt x="2955" y="3371"/>
                  <a:pt x="2761" y="3586"/>
                  <a:pt x="2574" y="3806"/>
                </a:cubicBezTo>
                <a:lnTo>
                  <a:pt x="3805" y="2574"/>
                </a:lnTo>
                <a:close/>
                <a:moveTo>
                  <a:pt x="17801" y="2579"/>
                </a:moveTo>
                <a:lnTo>
                  <a:pt x="2579" y="17801"/>
                </a:lnTo>
                <a:cubicBezTo>
                  <a:pt x="2645" y="17878"/>
                  <a:pt x="2709" y="17957"/>
                  <a:pt x="2777" y="18032"/>
                </a:cubicBezTo>
                <a:lnTo>
                  <a:pt x="18032" y="2777"/>
                </a:lnTo>
                <a:cubicBezTo>
                  <a:pt x="17957" y="2709"/>
                  <a:pt x="17878" y="2645"/>
                  <a:pt x="17801" y="2579"/>
                </a:cubicBezTo>
                <a:close/>
                <a:moveTo>
                  <a:pt x="18304" y="3036"/>
                </a:moveTo>
                <a:lnTo>
                  <a:pt x="3036" y="18304"/>
                </a:lnTo>
                <a:cubicBezTo>
                  <a:pt x="3079" y="18349"/>
                  <a:pt x="3119" y="18394"/>
                  <a:pt x="3163" y="18438"/>
                </a:cubicBezTo>
                <a:cubicBezTo>
                  <a:pt x="3191" y="18466"/>
                  <a:pt x="3222" y="18492"/>
                  <a:pt x="3250" y="18521"/>
                </a:cubicBezTo>
                <a:lnTo>
                  <a:pt x="18521" y="3251"/>
                </a:lnTo>
                <a:cubicBezTo>
                  <a:pt x="18492" y="3222"/>
                  <a:pt x="18466" y="3192"/>
                  <a:pt x="18438" y="3163"/>
                </a:cubicBezTo>
                <a:cubicBezTo>
                  <a:pt x="18394" y="3119"/>
                  <a:pt x="18348" y="3079"/>
                  <a:pt x="18304" y="3036"/>
                </a:cubicBezTo>
                <a:close/>
                <a:moveTo>
                  <a:pt x="18781" y="3523"/>
                </a:moveTo>
                <a:lnTo>
                  <a:pt x="3522" y="18781"/>
                </a:lnTo>
                <a:cubicBezTo>
                  <a:pt x="3598" y="18850"/>
                  <a:pt x="3676" y="18915"/>
                  <a:pt x="3753" y="18982"/>
                </a:cubicBezTo>
                <a:lnTo>
                  <a:pt x="18982" y="3753"/>
                </a:lnTo>
                <a:cubicBezTo>
                  <a:pt x="18915" y="3676"/>
                  <a:pt x="18850" y="3598"/>
                  <a:pt x="18781" y="3523"/>
                </a:cubicBezTo>
                <a:close/>
                <a:moveTo>
                  <a:pt x="19224" y="4041"/>
                </a:moveTo>
                <a:lnTo>
                  <a:pt x="4041" y="19224"/>
                </a:lnTo>
                <a:cubicBezTo>
                  <a:pt x="4121" y="19289"/>
                  <a:pt x="4202" y="19350"/>
                  <a:pt x="4283" y="19412"/>
                </a:cubicBezTo>
                <a:lnTo>
                  <a:pt x="19412" y="4283"/>
                </a:lnTo>
                <a:cubicBezTo>
                  <a:pt x="19350" y="4202"/>
                  <a:pt x="19289" y="4121"/>
                  <a:pt x="19224" y="4041"/>
                </a:cubicBezTo>
                <a:close/>
                <a:moveTo>
                  <a:pt x="19637" y="4591"/>
                </a:moveTo>
                <a:lnTo>
                  <a:pt x="4591" y="19637"/>
                </a:lnTo>
                <a:cubicBezTo>
                  <a:pt x="4675" y="19696"/>
                  <a:pt x="4758" y="19757"/>
                  <a:pt x="4843" y="19813"/>
                </a:cubicBezTo>
                <a:lnTo>
                  <a:pt x="19813" y="4844"/>
                </a:lnTo>
                <a:cubicBezTo>
                  <a:pt x="19757" y="4758"/>
                  <a:pt x="19696" y="4675"/>
                  <a:pt x="19637" y="4591"/>
                </a:cubicBezTo>
                <a:close/>
                <a:moveTo>
                  <a:pt x="20019" y="5172"/>
                </a:moveTo>
                <a:lnTo>
                  <a:pt x="5172" y="20019"/>
                </a:lnTo>
                <a:cubicBezTo>
                  <a:pt x="5261" y="20073"/>
                  <a:pt x="5351" y="20126"/>
                  <a:pt x="5441" y="20178"/>
                </a:cubicBezTo>
                <a:lnTo>
                  <a:pt x="20178" y="5441"/>
                </a:lnTo>
                <a:cubicBezTo>
                  <a:pt x="20126" y="5351"/>
                  <a:pt x="20073" y="5261"/>
                  <a:pt x="20019" y="5172"/>
                </a:cubicBezTo>
                <a:close/>
                <a:moveTo>
                  <a:pt x="20369" y="5782"/>
                </a:moveTo>
                <a:lnTo>
                  <a:pt x="5782" y="20369"/>
                </a:lnTo>
                <a:cubicBezTo>
                  <a:pt x="5877" y="20419"/>
                  <a:pt x="5974" y="20463"/>
                  <a:pt x="6071" y="20510"/>
                </a:cubicBezTo>
                <a:lnTo>
                  <a:pt x="20510" y="6071"/>
                </a:lnTo>
                <a:cubicBezTo>
                  <a:pt x="20463" y="5975"/>
                  <a:pt x="20419" y="5878"/>
                  <a:pt x="20369" y="5782"/>
                </a:cubicBezTo>
                <a:close/>
                <a:moveTo>
                  <a:pt x="20679" y="6434"/>
                </a:moveTo>
                <a:lnTo>
                  <a:pt x="6434" y="20679"/>
                </a:lnTo>
                <a:cubicBezTo>
                  <a:pt x="6534" y="20723"/>
                  <a:pt x="6633" y="20769"/>
                  <a:pt x="6734" y="20809"/>
                </a:cubicBezTo>
                <a:lnTo>
                  <a:pt x="20809" y="6735"/>
                </a:lnTo>
                <a:cubicBezTo>
                  <a:pt x="20769" y="6634"/>
                  <a:pt x="20723" y="6534"/>
                  <a:pt x="20679" y="6434"/>
                </a:cubicBezTo>
                <a:close/>
                <a:moveTo>
                  <a:pt x="20956" y="7121"/>
                </a:moveTo>
                <a:lnTo>
                  <a:pt x="7120" y="20956"/>
                </a:lnTo>
                <a:cubicBezTo>
                  <a:pt x="7226" y="20994"/>
                  <a:pt x="7333" y="21030"/>
                  <a:pt x="7439" y="21065"/>
                </a:cubicBezTo>
                <a:lnTo>
                  <a:pt x="21065" y="7439"/>
                </a:lnTo>
                <a:cubicBezTo>
                  <a:pt x="21030" y="7333"/>
                  <a:pt x="20994" y="7226"/>
                  <a:pt x="20956" y="7121"/>
                </a:cubicBezTo>
                <a:close/>
                <a:moveTo>
                  <a:pt x="21190" y="7848"/>
                </a:moveTo>
                <a:lnTo>
                  <a:pt x="7848" y="21190"/>
                </a:lnTo>
                <a:cubicBezTo>
                  <a:pt x="7960" y="21221"/>
                  <a:pt x="8073" y="21252"/>
                  <a:pt x="8186" y="21280"/>
                </a:cubicBezTo>
                <a:lnTo>
                  <a:pt x="21280" y="8186"/>
                </a:lnTo>
                <a:cubicBezTo>
                  <a:pt x="21252" y="8073"/>
                  <a:pt x="21221" y="7960"/>
                  <a:pt x="21190" y="7848"/>
                </a:cubicBezTo>
                <a:close/>
                <a:moveTo>
                  <a:pt x="21378" y="8623"/>
                </a:moveTo>
                <a:lnTo>
                  <a:pt x="8623" y="21378"/>
                </a:lnTo>
                <a:cubicBezTo>
                  <a:pt x="8743" y="21402"/>
                  <a:pt x="8863" y="21424"/>
                  <a:pt x="8984" y="21445"/>
                </a:cubicBezTo>
                <a:lnTo>
                  <a:pt x="21445" y="8984"/>
                </a:lnTo>
                <a:cubicBezTo>
                  <a:pt x="21424" y="8864"/>
                  <a:pt x="21402" y="8743"/>
                  <a:pt x="21378" y="8623"/>
                </a:cubicBezTo>
                <a:close/>
                <a:moveTo>
                  <a:pt x="21514" y="9448"/>
                </a:moveTo>
                <a:lnTo>
                  <a:pt x="9447" y="21514"/>
                </a:lnTo>
                <a:cubicBezTo>
                  <a:pt x="9576" y="21530"/>
                  <a:pt x="9704" y="21546"/>
                  <a:pt x="9833" y="21557"/>
                </a:cubicBezTo>
                <a:lnTo>
                  <a:pt x="21557" y="9834"/>
                </a:lnTo>
                <a:cubicBezTo>
                  <a:pt x="21546" y="9705"/>
                  <a:pt x="21530" y="9576"/>
                  <a:pt x="21514" y="9448"/>
                </a:cubicBezTo>
                <a:close/>
                <a:moveTo>
                  <a:pt x="21590" y="10333"/>
                </a:moveTo>
                <a:lnTo>
                  <a:pt x="10332" y="21590"/>
                </a:lnTo>
                <a:cubicBezTo>
                  <a:pt x="10473" y="21596"/>
                  <a:pt x="10613" y="21599"/>
                  <a:pt x="10753" y="21600"/>
                </a:cubicBezTo>
                <a:lnTo>
                  <a:pt x="21600" y="10754"/>
                </a:lnTo>
                <a:cubicBezTo>
                  <a:pt x="21599" y="10613"/>
                  <a:pt x="21596" y="10473"/>
                  <a:pt x="21590" y="10333"/>
                </a:cubicBezTo>
                <a:close/>
                <a:moveTo>
                  <a:pt x="21590" y="11296"/>
                </a:moveTo>
                <a:lnTo>
                  <a:pt x="11295" y="21590"/>
                </a:lnTo>
                <a:cubicBezTo>
                  <a:pt x="11449" y="21583"/>
                  <a:pt x="11603" y="21572"/>
                  <a:pt x="11757" y="21558"/>
                </a:cubicBezTo>
                <a:lnTo>
                  <a:pt x="21558" y="11757"/>
                </a:lnTo>
                <a:cubicBezTo>
                  <a:pt x="21572" y="11603"/>
                  <a:pt x="21583" y="11450"/>
                  <a:pt x="21590" y="11296"/>
                </a:cubicBezTo>
                <a:close/>
                <a:moveTo>
                  <a:pt x="21489" y="12358"/>
                </a:moveTo>
                <a:lnTo>
                  <a:pt x="12358" y="21489"/>
                </a:lnTo>
                <a:cubicBezTo>
                  <a:pt x="12531" y="21464"/>
                  <a:pt x="12703" y="21434"/>
                  <a:pt x="12876" y="21400"/>
                </a:cubicBezTo>
                <a:lnTo>
                  <a:pt x="21400" y="12876"/>
                </a:lnTo>
                <a:cubicBezTo>
                  <a:pt x="21434" y="12704"/>
                  <a:pt x="21464" y="12531"/>
                  <a:pt x="21489" y="12358"/>
                </a:cubicBezTo>
                <a:close/>
                <a:moveTo>
                  <a:pt x="21239" y="13569"/>
                </a:moveTo>
                <a:lnTo>
                  <a:pt x="13569" y="21239"/>
                </a:lnTo>
                <a:cubicBezTo>
                  <a:pt x="13774" y="21185"/>
                  <a:pt x="13978" y="21125"/>
                  <a:pt x="14181" y="21058"/>
                </a:cubicBezTo>
                <a:lnTo>
                  <a:pt x="21058" y="14181"/>
                </a:lnTo>
                <a:cubicBezTo>
                  <a:pt x="21125" y="13978"/>
                  <a:pt x="21185" y="13774"/>
                  <a:pt x="21239" y="13569"/>
                </a:cubicBezTo>
                <a:close/>
                <a:moveTo>
                  <a:pt x="20736" y="15035"/>
                </a:moveTo>
                <a:lnTo>
                  <a:pt x="15035" y="20736"/>
                </a:lnTo>
                <a:cubicBezTo>
                  <a:pt x="15310" y="20619"/>
                  <a:pt x="15581" y="20493"/>
                  <a:pt x="15848" y="20352"/>
                </a:cubicBezTo>
                <a:lnTo>
                  <a:pt x="20352" y="15848"/>
                </a:lnTo>
                <a:cubicBezTo>
                  <a:pt x="20493" y="15581"/>
                  <a:pt x="20619" y="15310"/>
                  <a:pt x="20736" y="15035"/>
                </a:cubicBezTo>
                <a:close/>
                <a:moveTo>
                  <a:pt x="19400" y="17332"/>
                </a:moveTo>
                <a:lnTo>
                  <a:pt x="17332" y="19400"/>
                </a:lnTo>
                <a:cubicBezTo>
                  <a:pt x="17716" y="19108"/>
                  <a:pt x="18087" y="18789"/>
                  <a:pt x="18438" y="18438"/>
                </a:cubicBezTo>
                <a:cubicBezTo>
                  <a:pt x="18788" y="18087"/>
                  <a:pt x="19107" y="17716"/>
                  <a:pt x="19400" y="17332"/>
                </a:cubicBezTo>
                <a:close/>
              </a:path>
            </a:pathLst>
          </a:custGeom>
          <a:solidFill>
            <a:schemeClr val="accent4"/>
          </a:solidFill>
          <a:ln w="12700">
            <a:miter lim="400000"/>
          </a:ln>
        </p:spPr>
        <p:txBody>
          <a:bodyPr lIns="0" tIns="0" rIns="0" bIns="0" anchor="ctr"/>
          <a:lstStyle/>
          <a:p>
            <a:pPr marL="0" marR="0" lvl="0" indent="0" algn="ctr" defTabSz="8255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 kumimoji="0" sz="32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Helvetica Neue Medium"/>
              <a:sym typeface="Helvetica Neue Medium"/>
            </a:endParaRPr>
          </a:p>
        </p:txBody>
      </p:sp>
      <p:sp>
        <p:nvSpPr>
          <p:cNvPr id="220" name="Shape">
            <a:extLst>
              <a:ext uri="{FF2B5EF4-FFF2-40B4-BE49-F238E27FC236}">
                <a16:creationId xmlns:a16="http://schemas.microsoft.com/office/drawing/2014/main" id="{15130F54-A021-E290-B784-64C47E25FFA0}"/>
              </a:ext>
            </a:extLst>
          </p:cNvPr>
          <p:cNvSpPr/>
          <p:nvPr/>
        </p:nvSpPr>
        <p:spPr>
          <a:xfrm>
            <a:off x="22467966" y="8316507"/>
            <a:ext cx="4276957" cy="427713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800" y="0"/>
                </a:moveTo>
                <a:cubicBezTo>
                  <a:pt x="10787" y="0"/>
                  <a:pt x="10773" y="1"/>
                  <a:pt x="10759" y="1"/>
                </a:cubicBezTo>
                <a:lnTo>
                  <a:pt x="1" y="10760"/>
                </a:lnTo>
                <a:cubicBezTo>
                  <a:pt x="0" y="10900"/>
                  <a:pt x="3" y="11040"/>
                  <a:pt x="8" y="11181"/>
                </a:cubicBezTo>
                <a:lnTo>
                  <a:pt x="11180" y="9"/>
                </a:lnTo>
                <a:cubicBezTo>
                  <a:pt x="11054" y="4"/>
                  <a:pt x="10927" y="0"/>
                  <a:pt x="10800" y="0"/>
                </a:cubicBezTo>
                <a:close/>
                <a:moveTo>
                  <a:pt x="10211" y="17"/>
                </a:moveTo>
                <a:cubicBezTo>
                  <a:pt x="10057" y="25"/>
                  <a:pt x="9903" y="36"/>
                  <a:pt x="9748" y="51"/>
                </a:cubicBezTo>
                <a:lnTo>
                  <a:pt x="50" y="9749"/>
                </a:lnTo>
                <a:cubicBezTo>
                  <a:pt x="35" y="9903"/>
                  <a:pt x="25" y="10057"/>
                  <a:pt x="16" y="10212"/>
                </a:cubicBezTo>
                <a:lnTo>
                  <a:pt x="10211" y="17"/>
                </a:lnTo>
                <a:close/>
                <a:moveTo>
                  <a:pt x="11683" y="38"/>
                </a:moveTo>
                <a:lnTo>
                  <a:pt x="38" y="11684"/>
                </a:lnTo>
                <a:cubicBezTo>
                  <a:pt x="48" y="11814"/>
                  <a:pt x="62" y="11944"/>
                  <a:pt x="78" y="12075"/>
                </a:cubicBezTo>
                <a:lnTo>
                  <a:pt x="12074" y="78"/>
                </a:lnTo>
                <a:cubicBezTo>
                  <a:pt x="11944" y="63"/>
                  <a:pt x="11814" y="49"/>
                  <a:pt x="11683" y="38"/>
                </a:cubicBezTo>
                <a:close/>
                <a:moveTo>
                  <a:pt x="9136" y="131"/>
                </a:moveTo>
                <a:cubicBezTo>
                  <a:pt x="8960" y="158"/>
                  <a:pt x="8786" y="190"/>
                  <a:pt x="8611" y="226"/>
                </a:cubicBezTo>
                <a:lnTo>
                  <a:pt x="226" y="8611"/>
                </a:lnTo>
                <a:cubicBezTo>
                  <a:pt x="190" y="8786"/>
                  <a:pt x="157" y="8961"/>
                  <a:pt x="130" y="9137"/>
                </a:cubicBezTo>
                <a:lnTo>
                  <a:pt x="9136" y="131"/>
                </a:lnTo>
                <a:close/>
                <a:moveTo>
                  <a:pt x="12541" y="143"/>
                </a:moveTo>
                <a:lnTo>
                  <a:pt x="143" y="12541"/>
                </a:lnTo>
                <a:cubicBezTo>
                  <a:pt x="163" y="12663"/>
                  <a:pt x="183" y="12785"/>
                  <a:pt x="207" y="12906"/>
                </a:cubicBezTo>
                <a:lnTo>
                  <a:pt x="12906" y="208"/>
                </a:lnTo>
                <a:cubicBezTo>
                  <a:pt x="12785" y="184"/>
                  <a:pt x="12663" y="163"/>
                  <a:pt x="12541" y="143"/>
                </a:cubicBezTo>
                <a:close/>
                <a:moveTo>
                  <a:pt x="13343" y="303"/>
                </a:moveTo>
                <a:lnTo>
                  <a:pt x="303" y="13343"/>
                </a:lnTo>
                <a:cubicBezTo>
                  <a:pt x="330" y="13456"/>
                  <a:pt x="361" y="13569"/>
                  <a:pt x="392" y="13682"/>
                </a:cubicBezTo>
                <a:lnTo>
                  <a:pt x="13682" y="393"/>
                </a:lnTo>
                <a:cubicBezTo>
                  <a:pt x="13569" y="362"/>
                  <a:pt x="13456" y="331"/>
                  <a:pt x="13343" y="303"/>
                </a:cubicBezTo>
                <a:close/>
                <a:moveTo>
                  <a:pt x="7909" y="395"/>
                </a:moveTo>
                <a:cubicBezTo>
                  <a:pt x="7701" y="452"/>
                  <a:pt x="7495" y="515"/>
                  <a:pt x="7290" y="585"/>
                </a:cubicBezTo>
                <a:lnTo>
                  <a:pt x="584" y="7290"/>
                </a:lnTo>
                <a:cubicBezTo>
                  <a:pt x="514" y="7495"/>
                  <a:pt x="452" y="7702"/>
                  <a:pt x="394" y="7909"/>
                </a:cubicBezTo>
                <a:lnTo>
                  <a:pt x="7909" y="395"/>
                </a:lnTo>
                <a:close/>
                <a:moveTo>
                  <a:pt x="14094" y="515"/>
                </a:moveTo>
                <a:lnTo>
                  <a:pt x="514" y="14094"/>
                </a:lnTo>
                <a:cubicBezTo>
                  <a:pt x="549" y="14202"/>
                  <a:pt x="583" y="14310"/>
                  <a:pt x="620" y="14417"/>
                </a:cubicBezTo>
                <a:lnTo>
                  <a:pt x="14417" y="621"/>
                </a:lnTo>
                <a:cubicBezTo>
                  <a:pt x="14310" y="583"/>
                  <a:pt x="14202" y="549"/>
                  <a:pt x="14094" y="515"/>
                </a:cubicBezTo>
                <a:close/>
                <a:moveTo>
                  <a:pt x="14804" y="767"/>
                </a:moveTo>
                <a:lnTo>
                  <a:pt x="767" y="14804"/>
                </a:lnTo>
                <a:cubicBezTo>
                  <a:pt x="807" y="14905"/>
                  <a:pt x="851" y="15004"/>
                  <a:pt x="894" y="15104"/>
                </a:cubicBezTo>
                <a:lnTo>
                  <a:pt x="15104" y="895"/>
                </a:lnTo>
                <a:cubicBezTo>
                  <a:pt x="15004" y="852"/>
                  <a:pt x="14905" y="807"/>
                  <a:pt x="14804" y="767"/>
                </a:cubicBezTo>
                <a:close/>
                <a:moveTo>
                  <a:pt x="6411" y="932"/>
                </a:moveTo>
                <a:cubicBezTo>
                  <a:pt x="6118" y="1062"/>
                  <a:pt x="5831" y="1206"/>
                  <a:pt x="5549" y="1363"/>
                </a:cubicBezTo>
                <a:lnTo>
                  <a:pt x="1362" y="5549"/>
                </a:lnTo>
                <a:cubicBezTo>
                  <a:pt x="1205" y="5832"/>
                  <a:pt x="1061" y="6119"/>
                  <a:pt x="931" y="6411"/>
                </a:cubicBezTo>
                <a:lnTo>
                  <a:pt x="6411" y="932"/>
                </a:lnTo>
                <a:close/>
                <a:moveTo>
                  <a:pt x="15470" y="1061"/>
                </a:moveTo>
                <a:lnTo>
                  <a:pt x="1060" y="15471"/>
                </a:lnTo>
                <a:cubicBezTo>
                  <a:pt x="1106" y="15567"/>
                  <a:pt x="1153" y="15664"/>
                  <a:pt x="1202" y="15759"/>
                </a:cubicBezTo>
                <a:lnTo>
                  <a:pt x="15759" y="1203"/>
                </a:lnTo>
                <a:cubicBezTo>
                  <a:pt x="15663" y="1153"/>
                  <a:pt x="15567" y="1107"/>
                  <a:pt x="15470" y="1061"/>
                </a:cubicBezTo>
                <a:close/>
                <a:moveTo>
                  <a:pt x="16103" y="1391"/>
                </a:moveTo>
                <a:lnTo>
                  <a:pt x="1391" y="16103"/>
                </a:lnTo>
                <a:cubicBezTo>
                  <a:pt x="1442" y="16194"/>
                  <a:pt x="1494" y="16285"/>
                  <a:pt x="1549" y="16375"/>
                </a:cubicBezTo>
                <a:lnTo>
                  <a:pt x="16375" y="1549"/>
                </a:lnTo>
                <a:cubicBezTo>
                  <a:pt x="16285" y="1495"/>
                  <a:pt x="16194" y="1442"/>
                  <a:pt x="16103" y="1391"/>
                </a:cubicBezTo>
                <a:close/>
                <a:moveTo>
                  <a:pt x="16703" y="1754"/>
                </a:moveTo>
                <a:lnTo>
                  <a:pt x="1753" y="16703"/>
                </a:lnTo>
                <a:cubicBezTo>
                  <a:pt x="1809" y="16788"/>
                  <a:pt x="1869" y="16872"/>
                  <a:pt x="1928" y="16956"/>
                </a:cubicBezTo>
                <a:lnTo>
                  <a:pt x="16956" y="1928"/>
                </a:lnTo>
                <a:cubicBezTo>
                  <a:pt x="16872" y="1869"/>
                  <a:pt x="16788" y="1810"/>
                  <a:pt x="16703" y="1754"/>
                </a:cubicBezTo>
                <a:close/>
                <a:moveTo>
                  <a:pt x="17267" y="2151"/>
                </a:moveTo>
                <a:lnTo>
                  <a:pt x="2151" y="17267"/>
                </a:lnTo>
                <a:cubicBezTo>
                  <a:pt x="2212" y="17349"/>
                  <a:pt x="2274" y="17430"/>
                  <a:pt x="2338" y="17510"/>
                </a:cubicBezTo>
                <a:lnTo>
                  <a:pt x="17510" y="2338"/>
                </a:lnTo>
                <a:cubicBezTo>
                  <a:pt x="17430" y="2275"/>
                  <a:pt x="17349" y="2212"/>
                  <a:pt x="17267" y="2151"/>
                </a:cubicBezTo>
                <a:close/>
                <a:moveTo>
                  <a:pt x="3805" y="2574"/>
                </a:moveTo>
                <a:cubicBezTo>
                  <a:pt x="3586" y="2761"/>
                  <a:pt x="3370" y="2956"/>
                  <a:pt x="3163" y="3163"/>
                </a:cubicBezTo>
                <a:cubicBezTo>
                  <a:pt x="2955" y="3371"/>
                  <a:pt x="2761" y="3586"/>
                  <a:pt x="2574" y="3806"/>
                </a:cubicBezTo>
                <a:lnTo>
                  <a:pt x="3805" y="2574"/>
                </a:lnTo>
                <a:close/>
                <a:moveTo>
                  <a:pt x="17801" y="2579"/>
                </a:moveTo>
                <a:lnTo>
                  <a:pt x="2579" y="17801"/>
                </a:lnTo>
                <a:cubicBezTo>
                  <a:pt x="2645" y="17878"/>
                  <a:pt x="2709" y="17957"/>
                  <a:pt x="2777" y="18032"/>
                </a:cubicBezTo>
                <a:lnTo>
                  <a:pt x="18032" y="2777"/>
                </a:lnTo>
                <a:cubicBezTo>
                  <a:pt x="17957" y="2709"/>
                  <a:pt x="17878" y="2645"/>
                  <a:pt x="17801" y="2579"/>
                </a:cubicBezTo>
                <a:close/>
                <a:moveTo>
                  <a:pt x="18304" y="3036"/>
                </a:moveTo>
                <a:lnTo>
                  <a:pt x="3036" y="18304"/>
                </a:lnTo>
                <a:cubicBezTo>
                  <a:pt x="3079" y="18349"/>
                  <a:pt x="3119" y="18394"/>
                  <a:pt x="3163" y="18438"/>
                </a:cubicBezTo>
                <a:cubicBezTo>
                  <a:pt x="3191" y="18466"/>
                  <a:pt x="3222" y="18492"/>
                  <a:pt x="3250" y="18521"/>
                </a:cubicBezTo>
                <a:lnTo>
                  <a:pt x="18521" y="3251"/>
                </a:lnTo>
                <a:cubicBezTo>
                  <a:pt x="18492" y="3222"/>
                  <a:pt x="18466" y="3192"/>
                  <a:pt x="18438" y="3163"/>
                </a:cubicBezTo>
                <a:cubicBezTo>
                  <a:pt x="18394" y="3119"/>
                  <a:pt x="18348" y="3079"/>
                  <a:pt x="18304" y="3036"/>
                </a:cubicBezTo>
                <a:close/>
                <a:moveTo>
                  <a:pt x="18781" y="3523"/>
                </a:moveTo>
                <a:lnTo>
                  <a:pt x="3522" y="18781"/>
                </a:lnTo>
                <a:cubicBezTo>
                  <a:pt x="3598" y="18850"/>
                  <a:pt x="3676" y="18915"/>
                  <a:pt x="3753" y="18982"/>
                </a:cubicBezTo>
                <a:lnTo>
                  <a:pt x="18982" y="3753"/>
                </a:lnTo>
                <a:cubicBezTo>
                  <a:pt x="18915" y="3676"/>
                  <a:pt x="18850" y="3598"/>
                  <a:pt x="18781" y="3523"/>
                </a:cubicBezTo>
                <a:close/>
                <a:moveTo>
                  <a:pt x="19224" y="4041"/>
                </a:moveTo>
                <a:lnTo>
                  <a:pt x="4041" y="19224"/>
                </a:lnTo>
                <a:cubicBezTo>
                  <a:pt x="4121" y="19289"/>
                  <a:pt x="4202" y="19350"/>
                  <a:pt x="4283" y="19412"/>
                </a:cubicBezTo>
                <a:lnTo>
                  <a:pt x="19412" y="4283"/>
                </a:lnTo>
                <a:cubicBezTo>
                  <a:pt x="19350" y="4202"/>
                  <a:pt x="19289" y="4121"/>
                  <a:pt x="19224" y="4041"/>
                </a:cubicBezTo>
                <a:close/>
                <a:moveTo>
                  <a:pt x="19637" y="4591"/>
                </a:moveTo>
                <a:lnTo>
                  <a:pt x="4591" y="19637"/>
                </a:lnTo>
                <a:cubicBezTo>
                  <a:pt x="4675" y="19696"/>
                  <a:pt x="4758" y="19757"/>
                  <a:pt x="4843" y="19813"/>
                </a:cubicBezTo>
                <a:lnTo>
                  <a:pt x="19813" y="4844"/>
                </a:lnTo>
                <a:cubicBezTo>
                  <a:pt x="19757" y="4758"/>
                  <a:pt x="19696" y="4675"/>
                  <a:pt x="19637" y="4591"/>
                </a:cubicBezTo>
                <a:close/>
                <a:moveTo>
                  <a:pt x="20019" y="5172"/>
                </a:moveTo>
                <a:lnTo>
                  <a:pt x="5172" y="20019"/>
                </a:lnTo>
                <a:cubicBezTo>
                  <a:pt x="5261" y="20073"/>
                  <a:pt x="5351" y="20126"/>
                  <a:pt x="5441" y="20178"/>
                </a:cubicBezTo>
                <a:lnTo>
                  <a:pt x="20178" y="5441"/>
                </a:lnTo>
                <a:cubicBezTo>
                  <a:pt x="20126" y="5351"/>
                  <a:pt x="20073" y="5261"/>
                  <a:pt x="20019" y="5172"/>
                </a:cubicBezTo>
                <a:close/>
                <a:moveTo>
                  <a:pt x="20369" y="5782"/>
                </a:moveTo>
                <a:lnTo>
                  <a:pt x="5782" y="20369"/>
                </a:lnTo>
                <a:cubicBezTo>
                  <a:pt x="5877" y="20419"/>
                  <a:pt x="5974" y="20463"/>
                  <a:pt x="6071" y="20510"/>
                </a:cubicBezTo>
                <a:lnTo>
                  <a:pt x="20510" y="6071"/>
                </a:lnTo>
                <a:cubicBezTo>
                  <a:pt x="20463" y="5975"/>
                  <a:pt x="20419" y="5878"/>
                  <a:pt x="20369" y="5782"/>
                </a:cubicBezTo>
                <a:close/>
                <a:moveTo>
                  <a:pt x="20679" y="6434"/>
                </a:moveTo>
                <a:lnTo>
                  <a:pt x="6434" y="20679"/>
                </a:lnTo>
                <a:cubicBezTo>
                  <a:pt x="6534" y="20723"/>
                  <a:pt x="6633" y="20769"/>
                  <a:pt x="6734" y="20809"/>
                </a:cubicBezTo>
                <a:lnTo>
                  <a:pt x="20809" y="6735"/>
                </a:lnTo>
                <a:cubicBezTo>
                  <a:pt x="20769" y="6634"/>
                  <a:pt x="20723" y="6534"/>
                  <a:pt x="20679" y="6434"/>
                </a:cubicBezTo>
                <a:close/>
                <a:moveTo>
                  <a:pt x="20956" y="7121"/>
                </a:moveTo>
                <a:lnTo>
                  <a:pt x="7120" y="20956"/>
                </a:lnTo>
                <a:cubicBezTo>
                  <a:pt x="7226" y="20994"/>
                  <a:pt x="7333" y="21030"/>
                  <a:pt x="7439" y="21065"/>
                </a:cubicBezTo>
                <a:lnTo>
                  <a:pt x="21065" y="7439"/>
                </a:lnTo>
                <a:cubicBezTo>
                  <a:pt x="21030" y="7333"/>
                  <a:pt x="20994" y="7226"/>
                  <a:pt x="20956" y="7121"/>
                </a:cubicBezTo>
                <a:close/>
                <a:moveTo>
                  <a:pt x="21190" y="7848"/>
                </a:moveTo>
                <a:lnTo>
                  <a:pt x="7848" y="21190"/>
                </a:lnTo>
                <a:cubicBezTo>
                  <a:pt x="7960" y="21221"/>
                  <a:pt x="8073" y="21252"/>
                  <a:pt x="8186" y="21280"/>
                </a:cubicBezTo>
                <a:lnTo>
                  <a:pt x="21280" y="8186"/>
                </a:lnTo>
                <a:cubicBezTo>
                  <a:pt x="21252" y="8073"/>
                  <a:pt x="21221" y="7960"/>
                  <a:pt x="21190" y="7848"/>
                </a:cubicBezTo>
                <a:close/>
                <a:moveTo>
                  <a:pt x="21378" y="8623"/>
                </a:moveTo>
                <a:lnTo>
                  <a:pt x="8623" y="21378"/>
                </a:lnTo>
                <a:cubicBezTo>
                  <a:pt x="8743" y="21402"/>
                  <a:pt x="8863" y="21424"/>
                  <a:pt x="8984" y="21445"/>
                </a:cubicBezTo>
                <a:lnTo>
                  <a:pt x="21445" y="8984"/>
                </a:lnTo>
                <a:cubicBezTo>
                  <a:pt x="21424" y="8864"/>
                  <a:pt x="21402" y="8743"/>
                  <a:pt x="21378" y="8623"/>
                </a:cubicBezTo>
                <a:close/>
                <a:moveTo>
                  <a:pt x="21514" y="9448"/>
                </a:moveTo>
                <a:lnTo>
                  <a:pt x="9447" y="21514"/>
                </a:lnTo>
                <a:cubicBezTo>
                  <a:pt x="9576" y="21530"/>
                  <a:pt x="9704" y="21546"/>
                  <a:pt x="9833" y="21557"/>
                </a:cubicBezTo>
                <a:lnTo>
                  <a:pt x="21557" y="9834"/>
                </a:lnTo>
                <a:cubicBezTo>
                  <a:pt x="21546" y="9705"/>
                  <a:pt x="21530" y="9576"/>
                  <a:pt x="21514" y="9448"/>
                </a:cubicBezTo>
                <a:close/>
                <a:moveTo>
                  <a:pt x="21590" y="10333"/>
                </a:moveTo>
                <a:lnTo>
                  <a:pt x="10332" y="21590"/>
                </a:lnTo>
                <a:cubicBezTo>
                  <a:pt x="10473" y="21596"/>
                  <a:pt x="10613" y="21599"/>
                  <a:pt x="10753" y="21600"/>
                </a:cubicBezTo>
                <a:lnTo>
                  <a:pt x="21600" y="10754"/>
                </a:lnTo>
                <a:cubicBezTo>
                  <a:pt x="21599" y="10613"/>
                  <a:pt x="21596" y="10473"/>
                  <a:pt x="21590" y="10333"/>
                </a:cubicBezTo>
                <a:close/>
                <a:moveTo>
                  <a:pt x="21590" y="11296"/>
                </a:moveTo>
                <a:lnTo>
                  <a:pt x="11295" y="21590"/>
                </a:lnTo>
                <a:cubicBezTo>
                  <a:pt x="11449" y="21583"/>
                  <a:pt x="11603" y="21572"/>
                  <a:pt x="11757" y="21558"/>
                </a:cubicBezTo>
                <a:lnTo>
                  <a:pt x="21558" y="11757"/>
                </a:lnTo>
                <a:cubicBezTo>
                  <a:pt x="21572" y="11603"/>
                  <a:pt x="21583" y="11450"/>
                  <a:pt x="21590" y="11296"/>
                </a:cubicBezTo>
                <a:close/>
                <a:moveTo>
                  <a:pt x="21489" y="12358"/>
                </a:moveTo>
                <a:lnTo>
                  <a:pt x="12358" y="21489"/>
                </a:lnTo>
                <a:cubicBezTo>
                  <a:pt x="12531" y="21464"/>
                  <a:pt x="12703" y="21434"/>
                  <a:pt x="12876" y="21400"/>
                </a:cubicBezTo>
                <a:lnTo>
                  <a:pt x="21400" y="12876"/>
                </a:lnTo>
                <a:cubicBezTo>
                  <a:pt x="21434" y="12704"/>
                  <a:pt x="21464" y="12531"/>
                  <a:pt x="21489" y="12358"/>
                </a:cubicBezTo>
                <a:close/>
                <a:moveTo>
                  <a:pt x="21239" y="13569"/>
                </a:moveTo>
                <a:lnTo>
                  <a:pt x="13569" y="21239"/>
                </a:lnTo>
                <a:cubicBezTo>
                  <a:pt x="13774" y="21185"/>
                  <a:pt x="13978" y="21125"/>
                  <a:pt x="14181" y="21058"/>
                </a:cubicBezTo>
                <a:lnTo>
                  <a:pt x="21058" y="14181"/>
                </a:lnTo>
                <a:cubicBezTo>
                  <a:pt x="21125" y="13978"/>
                  <a:pt x="21185" y="13774"/>
                  <a:pt x="21239" y="13569"/>
                </a:cubicBezTo>
                <a:close/>
                <a:moveTo>
                  <a:pt x="20736" y="15035"/>
                </a:moveTo>
                <a:lnTo>
                  <a:pt x="15035" y="20736"/>
                </a:lnTo>
                <a:cubicBezTo>
                  <a:pt x="15310" y="20619"/>
                  <a:pt x="15581" y="20493"/>
                  <a:pt x="15848" y="20352"/>
                </a:cubicBezTo>
                <a:lnTo>
                  <a:pt x="20352" y="15848"/>
                </a:lnTo>
                <a:cubicBezTo>
                  <a:pt x="20493" y="15581"/>
                  <a:pt x="20619" y="15310"/>
                  <a:pt x="20736" y="15035"/>
                </a:cubicBezTo>
                <a:close/>
                <a:moveTo>
                  <a:pt x="19400" y="17332"/>
                </a:moveTo>
                <a:lnTo>
                  <a:pt x="17332" y="19400"/>
                </a:lnTo>
                <a:cubicBezTo>
                  <a:pt x="17716" y="19108"/>
                  <a:pt x="18087" y="18789"/>
                  <a:pt x="18438" y="18438"/>
                </a:cubicBezTo>
                <a:cubicBezTo>
                  <a:pt x="18788" y="18087"/>
                  <a:pt x="19107" y="17716"/>
                  <a:pt x="19400" y="17332"/>
                </a:cubicBezTo>
                <a:close/>
              </a:path>
            </a:pathLst>
          </a:custGeom>
          <a:solidFill>
            <a:schemeClr val="accent4"/>
          </a:solidFill>
          <a:ln w="12700">
            <a:miter lim="400000"/>
          </a:ln>
        </p:spPr>
        <p:txBody>
          <a:bodyPr lIns="0" tIns="0" rIns="0" bIns="0" anchor="ctr"/>
          <a:lstStyle/>
          <a:p>
            <a:pPr marL="0" marR="0" lvl="0" indent="0" algn="ctr" defTabSz="8255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 kumimoji="0" sz="32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Helvetica Neue Medium"/>
              <a:sym typeface="Helvetica Neue Medium"/>
            </a:endParaRPr>
          </a:p>
        </p:txBody>
      </p:sp>
      <p:sp>
        <p:nvSpPr>
          <p:cNvPr id="221" name="Shape">
            <a:extLst>
              <a:ext uri="{FF2B5EF4-FFF2-40B4-BE49-F238E27FC236}">
                <a16:creationId xmlns:a16="http://schemas.microsoft.com/office/drawing/2014/main" id="{F51A6390-B4C2-5B81-4001-A99E938E0926}"/>
              </a:ext>
            </a:extLst>
          </p:cNvPr>
          <p:cNvSpPr/>
          <p:nvPr/>
        </p:nvSpPr>
        <p:spPr>
          <a:xfrm>
            <a:off x="-9782" y="-14685"/>
            <a:ext cx="5401449" cy="1371951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489" h="21600" extrusionOk="0">
                <a:moveTo>
                  <a:pt x="9876" y="0"/>
                </a:moveTo>
                <a:cubicBezTo>
                  <a:pt x="14909" y="1061"/>
                  <a:pt x="18164" y="3091"/>
                  <a:pt x="18448" y="5345"/>
                </a:cubicBezTo>
                <a:cubicBezTo>
                  <a:pt x="18695" y="7304"/>
                  <a:pt x="16642" y="9198"/>
                  <a:pt x="12885" y="10477"/>
                </a:cubicBezTo>
                <a:cubicBezTo>
                  <a:pt x="8651" y="11730"/>
                  <a:pt x="7084" y="13955"/>
                  <a:pt x="9071" y="15894"/>
                </a:cubicBezTo>
                <a:cubicBezTo>
                  <a:pt x="10355" y="17147"/>
                  <a:pt x="13013" y="18098"/>
                  <a:pt x="16290" y="18479"/>
                </a:cubicBezTo>
                <a:cubicBezTo>
                  <a:pt x="17951" y="18702"/>
                  <a:pt x="19367" y="19144"/>
                  <a:pt x="20305" y="19731"/>
                </a:cubicBezTo>
                <a:cubicBezTo>
                  <a:pt x="21193" y="20288"/>
                  <a:pt x="21600" y="20944"/>
                  <a:pt x="21463" y="21600"/>
                </a:cubicBezTo>
                <a:lnTo>
                  <a:pt x="0" y="21600"/>
                </a:lnTo>
                <a:lnTo>
                  <a:pt x="0" y="1"/>
                </a:lnTo>
                <a:lnTo>
                  <a:pt x="9876" y="0"/>
                </a:lnTo>
                <a:close/>
              </a:path>
            </a:pathLst>
          </a:custGeom>
          <a:solidFill>
            <a:schemeClr val="accent3"/>
          </a:solidFill>
          <a:ln w="12700">
            <a:miter lim="400000"/>
          </a:ln>
          <a:effectLst>
            <a:outerShdw blurRad="914400" dist="25400" dir="5400000" rotWithShape="0">
              <a:srgbClr val="000000">
                <a:alpha val="50000"/>
              </a:srgbClr>
            </a:outerShdw>
          </a:effectLst>
        </p:spPr>
        <p:txBody>
          <a:bodyPr lIns="50800" tIns="50800" rIns="50800" bIns="50800" anchor="ctr"/>
          <a:lstStyle/>
          <a:p>
            <a:pPr marL="0" marR="0" lvl="0" indent="0" algn="ctr" defTabSz="8255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3000" b="1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Helvetica Neue"/>
              <a:sym typeface="Helvetica Neue"/>
            </a:endParaRPr>
          </a:p>
        </p:txBody>
      </p:sp>
      <p:sp>
        <p:nvSpPr>
          <p:cNvPr id="222" name="Shape">
            <a:extLst>
              <a:ext uri="{FF2B5EF4-FFF2-40B4-BE49-F238E27FC236}">
                <a16:creationId xmlns:a16="http://schemas.microsoft.com/office/drawing/2014/main" id="{C89FF518-599F-5A43-D861-D38B1DD891D4}"/>
              </a:ext>
            </a:extLst>
          </p:cNvPr>
          <p:cNvSpPr/>
          <p:nvPr/>
        </p:nvSpPr>
        <p:spPr>
          <a:xfrm>
            <a:off x="14077382" y="-26393"/>
            <a:ext cx="10315136" cy="10264133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490" h="20992" extrusionOk="0">
                <a:moveTo>
                  <a:pt x="22" y="0"/>
                </a:moveTo>
                <a:cubicBezTo>
                  <a:pt x="-110" y="1123"/>
                  <a:pt x="362" y="2232"/>
                  <a:pt x="1268" y="2930"/>
                </a:cubicBezTo>
                <a:cubicBezTo>
                  <a:pt x="2187" y="3637"/>
                  <a:pt x="3418" y="3817"/>
                  <a:pt x="4507" y="3403"/>
                </a:cubicBezTo>
                <a:cubicBezTo>
                  <a:pt x="6055" y="2610"/>
                  <a:pt x="7961" y="3061"/>
                  <a:pt x="8970" y="4460"/>
                </a:cubicBezTo>
                <a:cubicBezTo>
                  <a:pt x="9809" y="5622"/>
                  <a:pt x="9807" y="7178"/>
                  <a:pt x="8965" y="8338"/>
                </a:cubicBezTo>
                <a:cubicBezTo>
                  <a:pt x="6771" y="11924"/>
                  <a:pt x="7613" y="16550"/>
                  <a:pt x="10936" y="19169"/>
                </a:cubicBezTo>
                <a:cubicBezTo>
                  <a:pt x="14018" y="21597"/>
                  <a:pt x="18405" y="21600"/>
                  <a:pt x="21490" y="19175"/>
                </a:cubicBezTo>
                <a:lnTo>
                  <a:pt x="21490" y="35"/>
                </a:lnTo>
                <a:lnTo>
                  <a:pt x="22" y="0"/>
                </a:lnTo>
                <a:close/>
              </a:path>
            </a:pathLst>
          </a:custGeom>
          <a:solidFill>
            <a:schemeClr val="accent3"/>
          </a:solidFill>
          <a:ln w="12700">
            <a:miter lim="400000"/>
          </a:ln>
          <a:effectLst>
            <a:outerShdw blurRad="914400" dist="25400" dir="5400000" rotWithShape="0">
              <a:srgbClr val="000000">
                <a:alpha val="50000"/>
              </a:srgbClr>
            </a:outerShdw>
          </a:effectLst>
        </p:spPr>
        <p:txBody>
          <a:bodyPr lIns="50800" tIns="50800" rIns="50800" bIns="50800" anchor="ctr"/>
          <a:lstStyle/>
          <a:p>
            <a:pPr marL="0" marR="0" lvl="0" indent="0" algn="ctr" defTabSz="8255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3000" b="1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Helvetica Neue"/>
              <a:sym typeface="Helvetica Neue"/>
            </a:endParaRPr>
          </a:p>
        </p:txBody>
      </p:sp>
      <p:sp>
        <p:nvSpPr>
          <p:cNvPr id="223" name="Circle">
            <a:extLst>
              <a:ext uri="{FF2B5EF4-FFF2-40B4-BE49-F238E27FC236}">
                <a16:creationId xmlns:a16="http://schemas.microsoft.com/office/drawing/2014/main" id="{D7C5DDFA-7C48-22CD-EFAA-696B532282A4}"/>
              </a:ext>
            </a:extLst>
          </p:cNvPr>
          <p:cNvSpPr/>
          <p:nvPr/>
        </p:nvSpPr>
        <p:spPr>
          <a:xfrm>
            <a:off x="17006264" y="352354"/>
            <a:ext cx="494973" cy="494972"/>
          </a:xfrm>
          <a:prstGeom prst="ellipse">
            <a:avLst/>
          </a:prstGeom>
          <a:gradFill>
            <a:gsLst>
              <a:gs pos="0">
                <a:schemeClr val="accent2"/>
              </a:gs>
              <a:gs pos="100000">
                <a:schemeClr val="accent1"/>
              </a:gs>
            </a:gsLst>
            <a:lin ang="5400000"/>
          </a:gradFill>
          <a:ln w="12700">
            <a:miter lim="400000"/>
          </a:ln>
        </p:spPr>
        <p:txBody>
          <a:bodyPr lIns="0" tIns="0" rIns="0" bIns="0" anchor="ctr"/>
          <a:lstStyle/>
          <a:p>
            <a:pPr marL="0" marR="0" lvl="0" indent="0" algn="ctr" defTabSz="8255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 kumimoji="0" sz="32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Helvetica Neue Medium"/>
              <a:sym typeface="Helvetica Neue Medium"/>
            </a:endParaRPr>
          </a:p>
        </p:txBody>
      </p:sp>
      <p:sp>
        <p:nvSpPr>
          <p:cNvPr id="224" name="Circle">
            <a:extLst>
              <a:ext uri="{FF2B5EF4-FFF2-40B4-BE49-F238E27FC236}">
                <a16:creationId xmlns:a16="http://schemas.microsoft.com/office/drawing/2014/main" id="{611038AB-B284-B519-A6A3-103868BCB31D}"/>
              </a:ext>
            </a:extLst>
          </p:cNvPr>
          <p:cNvSpPr/>
          <p:nvPr/>
        </p:nvSpPr>
        <p:spPr>
          <a:xfrm>
            <a:off x="-564062" y="1321716"/>
            <a:ext cx="1150610" cy="1150611"/>
          </a:xfrm>
          <a:prstGeom prst="ellipse">
            <a:avLst/>
          </a:prstGeom>
          <a:gradFill>
            <a:gsLst>
              <a:gs pos="0">
                <a:schemeClr val="accent2"/>
              </a:gs>
              <a:gs pos="100000">
                <a:schemeClr val="accent1"/>
              </a:gs>
            </a:gsLst>
            <a:lin ang="5400000"/>
          </a:gradFill>
          <a:ln w="12700">
            <a:miter lim="400000"/>
          </a:ln>
        </p:spPr>
        <p:txBody>
          <a:bodyPr lIns="0" tIns="0" rIns="0" bIns="0" anchor="ctr"/>
          <a:lstStyle/>
          <a:p>
            <a:pPr marL="0" marR="0" lvl="0" indent="0" algn="ctr" defTabSz="8255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 kumimoji="0" sz="32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Helvetica Neue Medium"/>
              <a:sym typeface="Helvetica Neue Medium"/>
            </a:endParaRPr>
          </a:p>
        </p:txBody>
      </p:sp>
      <p:sp>
        <p:nvSpPr>
          <p:cNvPr id="225" name="TOPIC #1 - $100 ANSWER">
            <a:extLst>
              <a:ext uri="{FF2B5EF4-FFF2-40B4-BE49-F238E27FC236}">
                <a16:creationId xmlns:a16="http://schemas.microsoft.com/office/drawing/2014/main" id="{A35B47F0-D8B5-2EC9-E1CE-3CFEFCFD7809}"/>
              </a:ext>
            </a:extLst>
          </p:cNvPr>
          <p:cNvSpPr txBox="1"/>
          <p:nvPr/>
        </p:nvSpPr>
        <p:spPr>
          <a:xfrm>
            <a:off x="1318646" y="1076284"/>
            <a:ext cx="23992454" cy="164147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50800" tIns="50800" rIns="50800" bIns="50800" anchor="ctr">
            <a:spAutoFit/>
          </a:bodyPr>
          <a:lstStyle/>
          <a:p>
            <a:pPr marL="0" marR="0" lvl="0" indent="0" algn="l" defTabSz="8255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0000" b="0">
                <a:solidFill>
                  <a:srgbClr val="F6C543"/>
                </a:solidFill>
                <a:latin typeface="Impact"/>
                <a:ea typeface="Impact"/>
                <a:cs typeface="Impact"/>
                <a:sym typeface="Impact"/>
              </a:defRPr>
            </a:pPr>
            <a:r>
              <a:rPr kumimoji="0" lang="en-US" altLang="zh-CN" sz="10000" b="0" i="0" u="none" strike="noStrike" kern="0" cap="none" spc="0" normalizeH="0" baseline="0" noProof="0" dirty="0">
                <a:ln>
                  <a:noFill/>
                </a:ln>
                <a:solidFill>
                  <a:srgbClr val="F6C542"/>
                </a:solidFill>
                <a:effectLst/>
                <a:uLnTx/>
                <a:uFillTx/>
                <a:latin typeface="Impact"/>
                <a:sym typeface="Impact"/>
              </a:rPr>
              <a:t>UNIT #</a:t>
            </a:r>
            <a:r>
              <a:rPr kumimoji="0" lang="en-US" altLang="zh-CN" sz="10000" b="0" i="0" u="none" strike="noStrike" kern="0" cap="none" spc="0" normalizeH="0" baseline="0" noProof="0" dirty="0">
                <a:ln>
                  <a:noFill/>
                </a:ln>
                <a:solidFill>
                  <a:srgbClr val="F6C543"/>
                </a:solidFill>
                <a:effectLst/>
                <a:uLnTx/>
                <a:uFillTx/>
                <a:latin typeface="Impact"/>
                <a:sym typeface="Impact"/>
              </a:rPr>
              <a:t> </a:t>
            </a:r>
            <a:r>
              <a:rPr kumimoji="0" lang="en-US" altLang="zh-CN" sz="10000" b="0" i="0" u="none" strike="noStrike" kern="0" cap="none" spc="0" normalizeH="0" baseline="0" noProof="0" dirty="0">
                <a:ln>
                  <a:noFill/>
                </a:ln>
                <a:solidFill>
                  <a:srgbClr val="F6C542"/>
                </a:solidFill>
                <a:effectLst/>
                <a:uLnTx/>
                <a:uFillTx/>
                <a:latin typeface="Impact"/>
                <a:sym typeface="Impact"/>
              </a:rPr>
              <a:t>6 </a:t>
            </a:r>
            <a:r>
              <a:rPr kumimoji="0" lang="en-US" altLang="zh-CN" sz="100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Impact"/>
                <a:sym typeface="Impact"/>
              </a:rPr>
              <a:t>–</a:t>
            </a:r>
            <a:r>
              <a:rPr kumimoji="0" lang="zh-CN" altLang="en-US" sz="10000" b="0" i="0" u="none" strike="noStrike" kern="0" cap="none" spc="0" normalizeH="0" baseline="0" noProof="0" dirty="0">
                <a:ln>
                  <a:noFill/>
                </a:ln>
                <a:solidFill>
                  <a:srgbClr val="F6C543"/>
                </a:solidFill>
                <a:effectLst/>
                <a:uLnTx/>
                <a:uFillTx/>
                <a:latin typeface="华文楷体" panose="02010600040101010101" pitchFamily="2" charset="-122"/>
                <a:ea typeface="华文楷体" panose="02010600040101010101" pitchFamily="2" charset="-122"/>
                <a:sym typeface="Impact"/>
              </a:rPr>
              <a:t>剖视图</a:t>
            </a:r>
            <a:endParaRPr kumimoji="0" lang="zh-CN" altLang="en-US" sz="100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华文楷体" panose="02010600040101010101" pitchFamily="2" charset="-122"/>
              <a:ea typeface="华文楷体" panose="02010600040101010101" pitchFamily="2" charset="-122"/>
              <a:sym typeface="Impact"/>
            </a:endParaRPr>
          </a:p>
        </p:txBody>
      </p:sp>
      <p:sp>
        <p:nvSpPr>
          <p:cNvPr id="226" name="Shape">
            <a:extLst>
              <a:ext uri="{FF2B5EF4-FFF2-40B4-BE49-F238E27FC236}">
                <a16:creationId xmlns:a16="http://schemas.microsoft.com/office/drawing/2014/main" id="{4E1F99EE-9744-15AA-D581-5243D43376BE}"/>
              </a:ext>
            </a:extLst>
          </p:cNvPr>
          <p:cNvSpPr/>
          <p:nvPr/>
        </p:nvSpPr>
        <p:spPr>
          <a:xfrm>
            <a:off x="-306915" y="8239797"/>
            <a:ext cx="1046530" cy="104640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9679" h="20595" extrusionOk="0">
                <a:moveTo>
                  <a:pt x="9839" y="0"/>
                </a:moveTo>
                <a:cubicBezTo>
                  <a:pt x="7321" y="0"/>
                  <a:pt x="4802" y="1006"/>
                  <a:pt x="2881" y="3017"/>
                </a:cubicBezTo>
                <a:cubicBezTo>
                  <a:pt x="-961" y="7038"/>
                  <a:pt x="-961" y="13557"/>
                  <a:pt x="2881" y="17578"/>
                </a:cubicBezTo>
                <a:cubicBezTo>
                  <a:pt x="6724" y="21600"/>
                  <a:pt x="12954" y="21600"/>
                  <a:pt x="16797" y="17578"/>
                </a:cubicBezTo>
                <a:cubicBezTo>
                  <a:pt x="20639" y="13557"/>
                  <a:pt x="20639" y="7038"/>
                  <a:pt x="16797" y="3017"/>
                </a:cubicBezTo>
                <a:cubicBezTo>
                  <a:pt x="14876" y="1006"/>
                  <a:pt x="12357" y="0"/>
                  <a:pt x="9839" y="0"/>
                </a:cubicBezTo>
                <a:close/>
                <a:moveTo>
                  <a:pt x="9839" y="2649"/>
                </a:moveTo>
                <a:cubicBezTo>
                  <a:pt x="11709" y="2649"/>
                  <a:pt x="13580" y="3397"/>
                  <a:pt x="15007" y="4890"/>
                </a:cubicBezTo>
                <a:cubicBezTo>
                  <a:pt x="17861" y="7877"/>
                  <a:pt x="17861" y="12718"/>
                  <a:pt x="15007" y="15705"/>
                </a:cubicBezTo>
                <a:cubicBezTo>
                  <a:pt x="12153" y="18692"/>
                  <a:pt x="7525" y="18692"/>
                  <a:pt x="4671" y="15705"/>
                </a:cubicBezTo>
                <a:cubicBezTo>
                  <a:pt x="1817" y="12718"/>
                  <a:pt x="1817" y="7877"/>
                  <a:pt x="4671" y="4890"/>
                </a:cubicBezTo>
                <a:cubicBezTo>
                  <a:pt x="6098" y="3397"/>
                  <a:pt x="7969" y="2649"/>
                  <a:pt x="9839" y="2649"/>
                </a:cubicBezTo>
                <a:close/>
              </a:path>
            </a:pathLst>
          </a:custGeom>
          <a:gradFill>
            <a:gsLst>
              <a:gs pos="0">
                <a:schemeClr val="accent2"/>
              </a:gs>
              <a:gs pos="100000">
                <a:schemeClr val="accent1"/>
              </a:gs>
            </a:gsLst>
            <a:lin ang="5400000"/>
          </a:gradFill>
          <a:ln w="12700">
            <a:miter lim="400000"/>
          </a:ln>
        </p:spPr>
        <p:txBody>
          <a:bodyPr lIns="0" tIns="0" rIns="0" bIns="0" anchor="ctr"/>
          <a:lstStyle/>
          <a:p>
            <a:pPr marL="0" marR="0" lvl="0" indent="0" algn="ctr" defTabSz="8255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 kumimoji="0" sz="32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Helvetica Neue Medium"/>
              <a:sym typeface="Helvetica Neue Medium"/>
            </a:endParaRPr>
          </a:p>
        </p:txBody>
      </p:sp>
      <p:sp>
        <p:nvSpPr>
          <p:cNvPr id="227" name="Shape">
            <a:extLst>
              <a:ext uri="{FF2B5EF4-FFF2-40B4-BE49-F238E27FC236}">
                <a16:creationId xmlns:a16="http://schemas.microsoft.com/office/drawing/2014/main" id="{1A4EA89A-00BA-A591-4715-C7612CA69D8A}"/>
              </a:ext>
            </a:extLst>
          </p:cNvPr>
          <p:cNvSpPr/>
          <p:nvPr/>
        </p:nvSpPr>
        <p:spPr>
          <a:xfrm>
            <a:off x="19865947" y="2060686"/>
            <a:ext cx="2330506" cy="233022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9679" h="20595" extrusionOk="0">
                <a:moveTo>
                  <a:pt x="9839" y="0"/>
                </a:moveTo>
                <a:cubicBezTo>
                  <a:pt x="7321" y="0"/>
                  <a:pt x="4802" y="1006"/>
                  <a:pt x="2881" y="3017"/>
                </a:cubicBezTo>
                <a:cubicBezTo>
                  <a:pt x="-961" y="7038"/>
                  <a:pt x="-961" y="13557"/>
                  <a:pt x="2881" y="17578"/>
                </a:cubicBezTo>
                <a:cubicBezTo>
                  <a:pt x="6724" y="21600"/>
                  <a:pt x="12954" y="21600"/>
                  <a:pt x="16797" y="17578"/>
                </a:cubicBezTo>
                <a:cubicBezTo>
                  <a:pt x="20639" y="13557"/>
                  <a:pt x="20639" y="7038"/>
                  <a:pt x="16797" y="3017"/>
                </a:cubicBezTo>
                <a:cubicBezTo>
                  <a:pt x="14876" y="1006"/>
                  <a:pt x="12357" y="0"/>
                  <a:pt x="9839" y="0"/>
                </a:cubicBezTo>
                <a:close/>
                <a:moveTo>
                  <a:pt x="9839" y="2649"/>
                </a:moveTo>
                <a:cubicBezTo>
                  <a:pt x="11709" y="2649"/>
                  <a:pt x="13580" y="3397"/>
                  <a:pt x="15007" y="4890"/>
                </a:cubicBezTo>
                <a:cubicBezTo>
                  <a:pt x="17861" y="7877"/>
                  <a:pt x="17861" y="12718"/>
                  <a:pt x="15007" y="15705"/>
                </a:cubicBezTo>
                <a:cubicBezTo>
                  <a:pt x="12153" y="18692"/>
                  <a:pt x="7525" y="18692"/>
                  <a:pt x="4671" y="15705"/>
                </a:cubicBezTo>
                <a:cubicBezTo>
                  <a:pt x="1817" y="12718"/>
                  <a:pt x="1817" y="7877"/>
                  <a:pt x="4671" y="4890"/>
                </a:cubicBezTo>
                <a:cubicBezTo>
                  <a:pt x="6098" y="3397"/>
                  <a:pt x="7969" y="2649"/>
                  <a:pt x="9839" y="2649"/>
                </a:cubicBezTo>
                <a:close/>
              </a:path>
            </a:pathLst>
          </a:custGeom>
          <a:gradFill>
            <a:gsLst>
              <a:gs pos="0">
                <a:schemeClr val="accent2"/>
              </a:gs>
              <a:gs pos="100000">
                <a:schemeClr val="accent1"/>
              </a:gs>
            </a:gsLst>
            <a:lin ang="5400000"/>
          </a:gradFill>
          <a:ln w="12700">
            <a:miter lim="400000"/>
          </a:ln>
        </p:spPr>
        <p:txBody>
          <a:bodyPr lIns="0" tIns="0" rIns="0" bIns="0" anchor="ctr"/>
          <a:lstStyle/>
          <a:p>
            <a:pPr marL="0" marR="0" lvl="0" indent="0" algn="ctr" defTabSz="8255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 kumimoji="0" sz="32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Helvetica Neue Medium"/>
              <a:sym typeface="Helvetica Neue Medium"/>
            </a:endParaRPr>
          </a:p>
        </p:txBody>
      </p:sp>
      <p:sp>
        <p:nvSpPr>
          <p:cNvPr id="228" name="Rounded Rectangle">
            <a:extLst>
              <a:ext uri="{FF2B5EF4-FFF2-40B4-BE49-F238E27FC236}">
                <a16:creationId xmlns:a16="http://schemas.microsoft.com/office/drawing/2014/main" id="{4EAB1421-0A02-AF5F-7304-D9FCFC734FAD}"/>
              </a:ext>
            </a:extLst>
          </p:cNvPr>
          <p:cNvSpPr/>
          <p:nvPr/>
        </p:nvSpPr>
        <p:spPr>
          <a:xfrm>
            <a:off x="1413182" y="3302000"/>
            <a:ext cx="21616294" cy="8897388"/>
          </a:xfrm>
          <a:prstGeom prst="roundRect">
            <a:avLst>
              <a:gd name="adj" fmla="val 2897"/>
            </a:avLst>
          </a:prstGeom>
          <a:solidFill>
            <a:schemeClr val="accent4"/>
          </a:solidFill>
          <a:ln w="12700">
            <a:miter lim="400000"/>
          </a:ln>
          <a:effectLst>
            <a:outerShdw blurRad="558800" dist="71163" dir="5400000" rotWithShape="0">
              <a:srgbClr val="000000">
                <a:alpha val="19617"/>
              </a:srgbClr>
            </a:outerShdw>
          </a:effectLst>
        </p:spPr>
        <p:txBody>
          <a:bodyPr lIns="0" tIns="0" rIns="0" bIns="0" anchor="ctr"/>
          <a:lstStyle/>
          <a:p>
            <a:pPr marL="0" marR="0" lvl="0" indent="0" algn="ctr" defTabSz="8255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 kumimoji="0" sz="32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Helvetica Neue Medium"/>
              <a:sym typeface="Helvetica Neue Medium"/>
            </a:endParaRP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5D517DE1-66F5-0297-1C41-6477B306C18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87547" y="3540553"/>
            <a:ext cx="20182371" cy="87129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86841281"/>
      </p:ext>
    </p:extLst>
  </p:cSld>
  <p:clrMapOvr>
    <a:masterClrMapping/>
  </p:clrMapOvr>
  <p:transition spd="med"/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3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C6664BC-4C1C-2C9C-1D04-204B9E2595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Shape">
            <a:extLst>
              <a:ext uri="{FF2B5EF4-FFF2-40B4-BE49-F238E27FC236}">
                <a16:creationId xmlns:a16="http://schemas.microsoft.com/office/drawing/2014/main" id="{81943FA6-A908-813D-3961-E90082CF5027}"/>
              </a:ext>
            </a:extLst>
          </p:cNvPr>
          <p:cNvSpPr/>
          <p:nvPr/>
        </p:nvSpPr>
        <p:spPr>
          <a:xfrm>
            <a:off x="6290541" y="12617233"/>
            <a:ext cx="2709718" cy="270939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9679" h="20595" extrusionOk="0">
                <a:moveTo>
                  <a:pt x="9839" y="0"/>
                </a:moveTo>
                <a:cubicBezTo>
                  <a:pt x="7321" y="0"/>
                  <a:pt x="4802" y="1006"/>
                  <a:pt x="2881" y="3017"/>
                </a:cubicBezTo>
                <a:cubicBezTo>
                  <a:pt x="-961" y="7038"/>
                  <a:pt x="-961" y="13557"/>
                  <a:pt x="2881" y="17578"/>
                </a:cubicBezTo>
                <a:cubicBezTo>
                  <a:pt x="6724" y="21600"/>
                  <a:pt x="12954" y="21600"/>
                  <a:pt x="16797" y="17578"/>
                </a:cubicBezTo>
                <a:cubicBezTo>
                  <a:pt x="20639" y="13557"/>
                  <a:pt x="20639" y="7038"/>
                  <a:pt x="16797" y="3017"/>
                </a:cubicBezTo>
                <a:cubicBezTo>
                  <a:pt x="14876" y="1006"/>
                  <a:pt x="12357" y="0"/>
                  <a:pt x="9839" y="0"/>
                </a:cubicBezTo>
                <a:close/>
                <a:moveTo>
                  <a:pt x="9839" y="2649"/>
                </a:moveTo>
                <a:cubicBezTo>
                  <a:pt x="11709" y="2649"/>
                  <a:pt x="13580" y="3397"/>
                  <a:pt x="15007" y="4890"/>
                </a:cubicBezTo>
                <a:cubicBezTo>
                  <a:pt x="17861" y="7877"/>
                  <a:pt x="17861" y="12718"/>
                  <a:pt x="15007" y="15705"/>
                </a:cubicBezTo>
                <a:cubicBezTo>
                  <a:pt x="12153" y="18692"/>
                  <a:pt x="7525" y="18692"/>
                  <a:pt x="4671" y="15705"/>
                </a:cubicBezTo>
                <a:cubicBezTo>
                  <a:pt x="1817" y="12718"/>
                  <a:pt x="1817" y="7877"/>
                  <a:pt x="4671" y="4890"/>
                </a:cubicBezTo>
                <a:cubicBezTo>
                  <a:pt x="6098" y="3397"/>
                  <a:pt x="7969" y="2649"/>
                  <a:pt x="9839" y="2649"/>
                </a:cubicBezTo>
                <a:close/>
              </a:path>
            </a:pathLst>
          </a:custGeom>
          <a:gradFill>
            <a:gsLst>
              <a:gs pos="0">
                <a:schemeClr val="accent2"/>
              </a:gs>
              <a:gs pos="100000">
                <a:schemeClr val="accent1"/>
              </a:gs>
            </a:gsLst>
            <a:lin ang="5400000"/>
          </a:gradFill>
          <a:ln w="12700">
            <a:miter lim="400000"/>
          </a:ln>
        </p:spPr>
        <p:txBody>
          <a:bodyPr lIns="0" tIns="0" rIns="0" bIns="0" anchor="ctr"/>
          <a:lstStyle/>
          <a:p>
            <a:pPr marL="0" marR="0" lvl="0" indent="0" algn="ctr" defTabSz="8255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 kumimoji="0" sz="32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Helvetica Neue Medium"/>
              <a:sym typeface="Helvetica Neue Medium"/>
            </a:endParaRPr>
          </a:p>
        </p:txBody>
      </p:sp>
      <p:sp>
        <p:nvSpPr>
          <p:cNvPr id="216" name="Shape">
            <a:extLst>
              <a:ext uri="{FF2B5EF4-FFF2-40B4-BE49-F238E27FC236}">
                <a16:creationId xmlns:a16="http://schemas.microsoft.com/office/drawing/2014/main" id="{EDBAA535-5294-05BF-A73F-FE4CA4E23787}"/>
              </a:ext>
            </a:extLst>
          </p:cNvPr>
          <p:cNvSpPr/>
          <p:nvPr/>
        </p:nvSpPr>
        <p:spPr>
          <a:xfrm>
            <a:off x="14339439" y="2620192"/>
            <a:ext cx="6322300" cy="632257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800" y="0"/>
                </a:moveTo>
                <a:cubicBezTo>
                  <a:pt x="10787" y="0"/>
                  <a:pt x="10773" y="1"/>
                  <a:pt x="10759" y="1"/>
                </a:cubicBezTo>
                <a:lnTo>
                  <a:pt x="1" y="10760"/>
                </a:lnTo>
                <a:cubicBezTo>
                  <a:pt x="0" y="10900"/>
                  <a:pt x="3" y="11040"/>
                  <a:pt x="8" y="11181"/>
                </a:cubicBezTo>
                <a:lnTo>
                  <a:pt x="11180" y="9"/>
                </a:lnTo>
                <a:cubicBezTo>
                  <a:pt x="11054" y="4"/>
                  <a:pt x="10927" y="0"/>
                  <a:pt x="10800" y="0"/>
                </a:cubicBezTo>
                <a:close/>
                <a:moveTo>
                  <a:pt x="10211" y="17"/>
                </a:moveTo>
                <a:cubicBezTo>
                  <a:pt x="10057" y="25"/>
                  <a:pt x="9903" y="36"/>
                  <a:pt x="9748" y="51"/>
                </a:cubicBezTo>
                <a:lnTo>
                  <a:pt x="50" y="9749"/>
                </a:lnTo>
                <a:cubicBezTo>
                  <a:pt x="35" y="9903"/>
                  <a:pt x="25" y="10057"/>
                  <a:pt x="16" y="10212"/>
                </a:cubicBezTo>
                <a:lnTo>
                  <a:pt x="10211" y="17"/>
                </a:lnTo>
                <a:close/>
                <a:moveTo>
                  <a:pt x="11683" y="38"/>
                </a:moveTo>
                <a:lnTo>
                  <a:pt x="38" y="11684"/>
                </a:lnTo>
                <a:cubicBezTo>
                  <a:pt x="48" y="11814"/>
                  <a:pt x="62" y="11944"/>
                  <a:pt x="78" y="12075"/>
                </a:cubicBezTo>
                <a:lnTo>
                  <a:pt x="12074" y="78"/>
                </a:lnTo>
                <a:cubicBezTo>
                  <a:pt x="11944" y="63"/>
                  <a:pt x="11814" y="49"/>
                  <a:pt x="11683" y="38"/>
                </a:cubicBezTo>
                <a:close/>
                <a:moveTo>
                  <a:pt x="9136" y="131"/>
                </a:moveTo>
                <a:cubicBezTo>
                  <a:pt x="8960" y="158"/>
                  <a:pt x="8786" y="190"/>
                  <a:pt x="8611" y="226"/>
                </a:cubicBezTo>
                <a:lnTo>
                  <a:pt x="226" y="8611"/>
                </a:lnTo>
                <a:cubicBezTo>
                  <a:pt x="190" y="8786"/>
                  <a:pt x="157" y="8961"/>
                  <a:pt x="130" y="9137"/>
                </a:cubicBezTo>
                <a:lnTo>
                  <a:pt x="9136" y="131"/>
                </a:lnTo>
                <a:close/>
                <a:moveTo>
                  <a:pt x="12541" y="143"/>
                </a:moveTo>
                <a:lnTo>
                  <a:pt x="143" y="12541"/>
                </a:lnTo>
                <a:cubicBezTo>
                  <a:pt x="163" y="12663"/>
                  <a:pt x="183" y="12785"/>
                  <a:pt x="207" y="12906"/>
                </a:cubicBezTo>
                <a:lnTo>
                  <a:pt x="12906" y="208"/>
                </a:lnTo>
                <a:cubicBezTo>
                  <a:pt x="12785" y="184"/>
                  <a:pt x="12663" y="163"/>
                  <a:pt x="12541" y="143"/>
                </a:cubicBezTo>
                <a:close/>
                <a:moveTo>
                  <a:pt x="13343" y="303"/>
                </a:moveTo>
                <a:lnTo>
                  <a:pt x="303" y="13343"/>
                </a:lnTo>
                <a:cubicBezTo>
                  <a:pt x="330" y="13456"/>
                  <a:pt x="361" y="13569"/>
                  <a:pt x="392" y="13682"/>
                </a:cubicBezTo>
                <a:lnTo>
                  <a:pt x="13682" y="393"/>
                </a:lnTo>
                <a:cubicBezTo>
                  <a:pt x="13569" y="362"/>
                  <a:pt x="13456" y="331"/>
                  <a:pt x="13343" y="303"/>
                </a:cubicBezTo>
                <a:close/>
                <a:moveTo>
                  <a:pt x="7909" y="395"/>
                </a:moveTo>
                <a:cubicBezTo>
                  <a:pt x="7701" y="452"/>
                  <a:pt x="7495" y="515"/>
                  <a:pt x="7290" y="585"/>
                </a:cubicBezTo>
                <a:lnTo>
                  <a:pt x="584" y="7290"/>
                </a:lnTo>
                <a:cubicBezTo>
                  <a:pt x="514" y="7495"/>
                  <a:pt x="452" y="7702"/>
                  <a:pt x="394" y="7909"/>
                </a:cubicBezTo>
                <a:lnTo>
                  <a:pt x="7909" y="395"/>
                </a:lnTo>
                <a:close/>
                <a:moveTo>
                  <a:pt x="14094" y="515"/>
                </a:moveTo>
                <a:lnTo>
                  <a:pt x="514" y="14094"/>
                </a:lnTo>
                <a:cubicBezTo>
                  <a:pt x="549" y="14202"/>
                  <a:pt x="583" y="14310"/>
                  <a:pt x="620" y="14417"/>
                </a:cubicBezTo>
                <a:lnTo>
                  <a:pt x="14417" y="621"/>
                </a:lnTo>
                <a:cubicBezTo>
                  <a:pt x="14310" y="583"/>
                  <a:pt x="14202" y="549"/>
                  <a:pt x="14094" y="515"/>
                </a:cubicBezTo>
                <a:close/>
                <a:moveTo>
                  <a:pt x="14804" y="767"/>
                </a:moveTo>
                <a:lnTo>
                  <a:pt x="767" y="14804"/>
                </a:lnTo>
                <a:cubicBezTo>
                  <a:pt x="807" y="14905"/>
                  <a:pt x="851" y="15004"/>
                  <a:pt x="894" y="15104"/>
                </a:cubicBezTo>
                <a:lnTo>
                  <a:pt x="15104" y="895"/>
                </a:lnTo>
                <a:cubicBezTo>
                  <a:pt x="15004" y="852"/>
                  <a:pt x="14905" y="807"/>
                  <a:pt x="14804" y="767"/>
                </a:cubicBezTo>
                <a:close/>
                <a:moveTo>
                  <a:pt x="6411" y="932"/>
                </a:moveTo>
                <a:cubicBezTo>
                  <a:pt x="6118" y="1062"/>
                  <a:pt x="5831" y="1206"/>
                  <a:pt x="5549" y="1363"/>
                </a:cubicBezTo>
                <a:lnTo>
                  <a:pt x="1362" y="5549"/>
                </a:lnTo>
                <a:cubicBezTo>
                  <a:pt x="1205" y="5832"/>
                  <a:pt x="1061" y="6119"/>
                  <a:pt x="931" y="6411"/>
                </a:cubicBezTo>
                <a:lnTo>
                  <a:pt x="6411" y="932"/>
                </a:lnTo>
                <a:close/>
                <a:moveTo>
                  <a:pt x="15470" y="1061"/>
                </a:moveTo>
                <a:lnTo>
                  <a:pt x="1060" y="15471"/>
                </a:lnTo>
                <a:cubicBezTo>
                  <a:pt x="1106" y="15567"/>
                  <a:pt x="1153" y="15664"/>
                  <a:pt x="1202" y="15759"/>
                </a:cubicBezTo>
                <a:lnTo>
                  <a:pt x="15759" y="1203"/>
                </a:lnTo>
                <a:cubicBezTo>
                  <a:pt x="15663" y="1153"/>
                  <a:pt x="15567" y="1107"/>
                  <a:pt x="15470" y="1061"/>
                </a:cubicBezTo>
                <a:close/>
                <a:moveTo>
                  <a:pt x="16103" y="1391"/>
                </a:moveTo>
                <a:lnTo>
                  <a:pt x="1391" y="16103"/>
                </a:lnTo>
                <a:cubicBezTo>
                  <a:pt x="1442" y="16194"/>
                  <a:pt x="1494" y="16285"/>
                  <a:pt x="1549" y="16375"/>
                </a:cubicBezTo>
                <a:lnTo>
                  <a:pt x="16375" y="1549"/>
                </a:lnTo>
                <a:cubicBezTo>
                  <a:pt x="16285" y="1495"/>
                  <a:pt x="16194" y="1442"/>
                  <a:pt x="16103" y="1391"/>
                </a:cubicBezTo>
                <a:close/>
                <a:moveTo>
                  <a:pt x="16703" y="1754"/>
                </a:moveTo>
                <a:lnTo>
                  <a:pt x="1753" y="16703"/>
                </a:lnTo>
                <a:cubicBezTo>
                  <a:pt x="1809" y="16788"/>
                  <a:pt x="1869" y="16872"/>
                  <a:pt x="1928" y="16956"/>
                </a:cubicBezTo>
                <a:lnTo>
                  <a:pt x="16956" y="1928"/>
                </a:lnTo>
                <a:cubicBezTo>
                  <a:pt x="16872" y="1869"/>
                  <a:pt x="16788" y="1810"/>
                  <a:pt x="16703" y="1754"/>
                </a:cubicBezTo>
                <a:close/>
                <a:moveTo>
                  <a:pt x="17267" y="2151"/>
                </a:moveTo>
                <a:lnTo>
                  <a:pt x="2151" y="17267"/>
                </a:lnTo>
                <a:cubicBezTo>
                  <a:pt x="2212" y="17349"/>
                  <a:pt x="2274" y="17430"/>
                  <a:pt x="2338" y="17510"/>
                </a:cubicBezTo>
                <a:lnTo>
                  <a:pt x="17510" y="2338"/>
                </a:lnTo>
                <a:cubicBezTo>
                  <a:pt x="17430" y="2275"/>
                  <a:pt x="17349" y="2212"/>
                  <a:pt x="17267" y="2151"/>
                </a:cubicBezTo>
                <a:close/>
                <a:moveTo>
                  <a:pt x="3805" y="2574"/>
                </a:moveTo>
                <a:cubicBezTo>
                  <a:pt x="3586" y="2761"/>
                  <a:pt x="3370" y="2956"/>
                  <a:pt x="3163" y="3163"/>
                </a:cubicBezTo>
                <a:cubicBezTo>
                  <a:pt x="2955" y="3371"/>
                  <a:pt x="2761" y="3586"/>
                  <a:pt x="2574" y="3806"/>
                </a:cubicBezTo>
                <a:lnTo>
                  <a:pt x="3805" y="2574"/>
                </a:lnTo>
                <a:close/>
                <a:moveTo>
                  <a:pt x="17801" y="2579"/>
                </a:moveTo>
                <a:lnTo>
                  <a:pt x="2579" y="17801"/>
                </a:lnTo>
                <a:cubicBezTo>
                  <a:pt x="2645" y="17878"/>
                  <a:pt x="2709" y="17957"/>
                  <a:pt x="2777" y="18032"/>
                </a:cubicBezTo>
                <a:lnTo>
                  <a:pt x="18032" y="2777"/>
                </a:lnTo>
                <a:cubicBezTo>
                  <a:pt x="17957" y="2709"/>
                  <a:pt x="17878" y="2645"/>
                  <a:pt x="17801" y="2579"/>
                </a:cubicBezTo>
                <a:close/>
                <a:moveTo>
                  <a:pt x="18304" y="3036"/>
                </a:moveTo>
                <a:lnTo>
                  <a:pt x="3036" y="18304"/>
                </a:lnTo>
                <a:cubicBezTo>
                  <a:pt x="3079" y="18349"/>
                  <a:pt x="3119" y="18394"/>
                  <a:pt x="3163" y="18438"/>
                </a:cubicBezTo>
                <a:cubicBezTo>
                  <a:pt x="3191" y="18466"/>
                  <a:pt x="3222" y="18492"/>
                  <a:pt x="3250" y="18521"/>
                </a:cubicBezTo>
                <a:lnTo>
                  <a:pt x="18521" y="3251"/>
                </a:lnTo>
                <a:cubicBezTo>
                  <a:pt x="18492" y="3222"/>
                  <a:pt x="18466" y="3192"/>
                  <a:pt x="18438" y="3163"/>
                </a:cubicBezTo>
                <a:cubicBezTo>
                  <a:pt x="18394" y="3119"/>
                  <a:pt x="18348" y="3079"/>
                  <a:pt x="18304" y="3036"/>
                </a:cubicBezTo>
                <a:close/>
                <a:moveTo>
                  <a:pt x="18781" y="3523"/>
                </a:moveTo>
                <a:lnTo>
                  <a:pt x="3522" y="18781"/>
                </a:lnTo>
                <a:cubicBezTo>
                  <a:pt x="3598" y="18850"/>
                  <a:pt x="3676" y="18915"/>
                  <a:pt x="3753" y="18982"/>
                </a:cubicBezTo>
                <a:lnTo>
                  <a:pt x="18982" y="3753"/>
                </a:lnTo>
                <a:cubicBezTo>
                  <a:pt x="18915" y="3676"/>
                  <a:pt x="18850" y="3598"/>
                  <a:pt x="18781" y="3523"/>
                </a:cubicBezTo>
                <a:close/>
                <a:moveTo>
                  <a:pt x="19224" y="4041"/>
                </a:moveTo>
                <a:lnTo>
                  <a:pt x="4041" y="19224"/>
                </a:lnTo>
                <a:cubicBezTo>
                  <a:pt x="4121" y="19289"/>
                  <a:pt x="4202" y="19350"/>
                  <a:pt x="4283" y="19412"/>
                </a:cubicBezTo>
                <a:lnTo>
                  <a:pt x="19412" y="4283"/>
                </a:lnTo>
                <a:cubicBezTo>
                  <a:pt x="19350" y="4202"/>
                  <a:pt x="19289" y="4121"/>
                  <a:pt x="19224" y="4041"/>
                </a:cubicBezTo>
                <a:close/>
                <a:moveTo>
                  <a:pt x="19637" y="4591"/>
                </a:moveTo>
                <a:lnTo>
                  <a:pt x="4591" y="19637"/>
                </a:lnTo>
                <a:cubicBezTo>
                  <a:pt x="4675" y="19696"/>
                  <a:pt x="4758" y="19757"/>
                  <a:pt x="4843" y="19813"/>
                </a:cubicBezTo>
                <a:lnTo>
                  <a:pt x="19813" y="4844"/>
                </a:lnTo>
                <a:cubicBezTo>
                  <a:pt x="19757" y="4758"/>
                  <a:pt x="19696" y="4675"/>
                  <a:pt x="19637" y="4591"/>
                </a:cubicBezTo>
                <a:close/>
                <a:moveTo>
                  <a:pt x="20019" y="5172"/>
                </a:moveTo>
                <a:lnTo>
                  <a:pt x="5172" y="20019"/>
                </a:lnTo>
                <a:cubicBezTo>
                  <a:pt x="5261" y="20073"/>
                  <a:pt x="5351" y="20126"/>
                  <a:pt x="5441" y="20178"/>
                </a:cubicBezTo>
                <a:lnTo>
                  <a:pt x="20178" y="5441"/>
                </a:lnTo>
                <a:cubicBezTo>
                  <a:pt x="20126" y="5351"/>
                  <a:pt x="20073" y="5261"/>
                  <a:pt x="20019" y="5172"/>
                </a:cubicBezTo>
                <a:close/>
                <a:moveTo>
                  <a:pt x="20369" y="5782"/>
                </a:moveTo>
                <a:lnTo>
                  <a:pt x="5782" y="20369"/>
                </a:lnTo>
                <a:cubicBezTo>
                  <a:pt x="5877" y="20419"/>
                  <a:pt x="5974" y="20463"/>
                  <a:pt x="6071" y="20510"/>
                </a:cubicBezTo>
                <a:lnTo>
                  <a:pt x="20510" y="6071"/>
                </a:lnTo>
                <a:cubicBezTo>
                  <a:pt x="20463" y="5975"/>
                  <a:pt x="20419" y="5878"/>
                  <a:pt x="20369" y="5782"/>
                </a:cubicBezTo>
                <a:close/>
                <a:moveTo>
                  <a:pt x="20679" y="6434"/>
                </a:moveTo>
                <a:lnTo>
                  <a:pt x="6434" y="20679"/>
                </a:lnTo>
                <a:cubicBezTo>
                  <a:pt x="6534" y="20723"/>
                  <a:pt x="6633" y="20769"/>
                  <a:pt x="6734" y="20809"/>
                </a:cubicBezTo>
                <a:lnTo>
                  <a:pt x="20809" y="6735"/>
                </a:lnTo>
                <a:cubicBezTo>
                  <a:pt x="20769" y="6634"/>
                  <a:pt x="20723" y="6534"/>
                  <a:pt x="20679" y="6434"/>
                </a:cubicBezTo>
                <a:close/>
                <a:moveTo>
                  <a:pt x="20956" y="7121"/>
                </a:moveTo>
                <a:lnTo>
                  <a:pt x="7120" y="20956"/>
                </a:lnTo>
                <a:cubicBezTo>
                  <a:pt x="7226" y="20994"/>
                  <a:pt x="7333" y="21030"/>
                  <a:pt x="7439" y="21065"/>
                </a:cubicBezTo>
                <a:lnTo>
                  <a:pt x="21065" y="7439"/>
                </a:lnTo>
                <a:cubicBezTo>
                  <a:pt x="21030" y="7333"/>
                  <a:pt x="20994" y="7226"/>
                  <a:pt x="20956" y="7121"/>
                </a:cubicBezTo>
                <a:close/>
                <a:moveTo>
                  <a:pt x="21190" y="7848"/>
                </a:moveTo>
                <a:lnTo>
                  <a:pt x="7848" y="21190"/>
                </a:lnTo>
                <a:cubicBezTo>
                  <a:pt x="7960" y="21221"/>
                  <a:pt x="8073" y="21252"/>
                  <a:pt x="8186" y="21280"/>
                </a:cubicBezTo>
                <a:lnTo>
                  <a:pt x="21280" y="8186"/>
                </a:lnTo>
                <a:cubicBezTo>
                  <a:pt x="21252" y="8073"/>
                  <a:pt x="21221" y="7960"/>
                  <a:pt x="21190" y="7848"/>
                </a:cubicBezTo>
                <a:close/>
                <a:moveTo>
                  <a:pt x="21378" y="8623"/>
                </a:moveTo>
                <a:lnTo>
                  <a:pt x="8623" y="21378"/>
                </a:lnTo>
                <a:cubicBezTo>
                  <a:pt x="8743" y="21402"/>
                  <a:pt x="8863" y="21424"/>
                  <a:pt x="8984" y="21445"/>
                </a:cubicBezTo>
                <a:lnTo>
                  <a:pt x="21445" y="8984"/>
                </a:lnTo>
                <a:cubicBezTo>
                  <a:pt x="21424" y="8864"/>
                  <a:pt x="21402" y="8743"/>
                  <a:pt x="21378" y="8623"/>
                </a:cubicBezTo>
                <a:close/>
                <a:moveTo>
                  <a:pt x="21514" y="9448"/>
                </a:moveTo>
                <a:lnTo>
                  <a:pt x="9447" y="21514"/>
                </a:lnTo>
                <a:cubicBezTo>
                  <a:pt x="9576" y="21530"/>
                  <a:pt x="9704" y="21546"/>
                  <a:pt x="9833" y="21557"/>
                </a:cubicBezTo>
                <a:lnTo>
                  <a:pt x="21557" y="9834"/>
                </a:lnTo>
                <a:cubicBezTo>
                  <a:pt x="21546" y="9705"/>
                  <a:pt x="21530" y="9576"/>
                  <a:pt x="21514" y="9448"/>
                </a:cubicBezTo>
                <a:close/>
                <a:moveTo>
                  <a:pt x="21590" y="10333"/>
                </a:moveTo>
                <a:lnTo>
                  <a:pt x="10332" y="21590"/>
                </a:lnTo>
                <a:cubicBezTo>
                  <a:pt x="10473" y="21596"/>
                  <a:pt x="10613" y="21599"/>
                  <a:pt x="10753" y="21600"/>
                </a:cubicBezTo>
                <a:lnTo>
                  <a:pt x="21600" y="10754"/>
                </a:lnTo>
                <a:cubicBezTo>
                  <a:pt x="21599" y="10613"/>
                  <a:pt x="21596" y="10473"/>
                  <a:pt x="21590" y="10333"/>
                </a:cubicBezTo>
                <a:close/>
                <a:moveTo>
                  <a:pt x="21590" y="11296"/>
                </a:moveTo>
                <a:lnTo>
                  <a:pt x="11295" y="21590"/>
                </a:lnTo>
                <a:cubicBezTo>
                  <a:pt x="11449" y="21583"/>
                  <a:pt x="11603" y="21572"/>
                  <a:pt x="11757" y="21558"/>
                </a:cubicBezTo>
                <a:lnTo>
                  <a:pt x="21558" y="11757"/>
                </a:lnTo>
                <a:cubicBezTo>
                  <a:pt x="21572" y="11603"/>
                  <a:pt x="21583" y="11450"/>
                  <a:pt x="21590" y="11296"/>
                </a:cubicBezTo>
                <a:close/>
                <a:moveTo>
                  <a:pt x="21489" y="12358"/>
                </a:moveTo>
                <a:lnTo>
                  <a:pt x="12358" y="21489"/>
                </a:lnTo>
                <a:cubicBezTo>
                  <a:pt x="12531" y="21464"/>
                  <a:pt x="12703" y="21434"/>
                  <a:pt x="12876" y="21400"/>
                </a:cubicBezTo>
                <a:lnTo>
                  <a:pt x="21400" y="12876"/>
                </a:lnTo>
                <a:cubicBezTo>
                  <a:pt x="21434" y="12704"/>
                  <a:pt x="21464" y="12531"/>
                  <a:pt x="21489" y="12358"/>
                </a:cubicBezTo>
                <a:close/>
                <a:moveTo>
                  <a:pt x="21239" y="13569"/>
                </a:moveTo>
                <a:lnTo>
                  <a:pt x="13569" y="21239"/>
                </a:lnTo>
                <a:cubicBezTo>
                  <a:pt x="13774" y="21185"/>
                  <a:pt x="13978" y="21125"/>
                  <a:pt x="14181" y="21058"/>
                </a:cubicBezTo>
                <a:lnTo>
                  <a:pt x="21058" y="14181"/>
                </a:lnTo>
                <a:cubicBezTo>
                  <a:pt x="21125" y="13978"/>
                  <a:pt x="21185" y="13774"/>
                  <a:pt x="21239" y="13569"/>
                </a:cubicBezTo>
                <a:close/>
                <a:moveTo>
                  <a:pt x="20736" y="15035"/>
                </a:moveTo>
                <a:lnTo>
                  <a:pt x="15035" y="20736"/>
                </a:lnTo>
                <a:cubicBezTo>
                  <a:pt x="15310" y="20619"/>
                  <a:pt x="15581" y="20493"/>
                  <a:pt x="15848" y="20352"/>
                </a:cubicBezTo>
                <a:lnTo>
                  <a:pt x="20352" y="15848"/>
                </a:lnTo>
                <a:cubicBezTo>
                  <a:pt x="20493" y="15581"/>
                  <a:pt x="20619" y="15310"/>
                  <a:pt x="20736" y="15035"/>
                </a:cubicBezTo>
                <a:close/>
                <a:moveTo>
                  <a:pt x="19400" y="17332"/>
                </a:moveTo>
                <a:lnTo>
                  <a:pt x="17332" y="19400"/>
                </a:lnTo>
                <a:cubicBezTo>
                  <a:pt x="17716" y="19108"/>
                  <a:pt x="18087" y="18789"/>
                  <a:pt x="18438" y="18438"/>
                </a:cubicBezTo>
                <a:cubicBezTo>
                  <a:pt x="18788" y="18087"/>
                  <a:pt x="19107" y="17716"/>
                  <a:pt x="19400" y="17332"/>
                </a:cubicBezTo>
                <a:close/>
              </a:path>
            </a:pathLst>
          </a:custGeom>
          <a:solidFill>
            <a:schemeClr val="accent4"/>
          </a:solidFill>
          <a:ln w="12700">
            <a:miter lim="400000"/>
          </a:ln>
        </p:spPr>
        <p:txBody>
          <a:bodyPr lIns="0" tIns="0" rIns="0" bIns="0" anchor="ctr"/>
          <a:lstStyle/>
          <a:p>
            <a:pPr marL="0" marR="0" lvl="0" indent="0" algn="ctr" defTabSz="8255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 kumimoji="0" sz="32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Helvetica Neue Medium"/>
              <a:sym typeface="Helvetica Neue Medium"/>
            </a:endParaRPr>
          </a:p>
        </p:txBody>
      </p:sp>
      <p:sp>
        <p:nvSpPr>
          <p:cNvPr id="217" name="Shape">
            <a:extLst>
              <a:ext uri="{FF2B5EF4-FFF2-40B4-BE49-F238E27FC236}">
                <a16:creationId xmlns:a16="http://schemas.microsoft.com/office/drawing/2014/main" id="{81B28012-7546-0C62-4646-71F638E8520E}"/>
              </a:ext>
            </a:extLst>
          </p:cNvPr>
          <p:cNvSpPr/>
          <p:nvPr/>
        </p:nvSpPr>
        <p:spPr>
          <a:xfrm>
            <a:off x="5513585" y="9836851"/>
            <a:ext cx="2709536" cy="270965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800" y="0"/>
                </a:moveTo>
                <a:cubicBezTo>
                  <a:pt x="10787" y="0"/>
                  <a:pt x="10773" y="1"/>
                  <a:pt x="10759" y="1"/>
                </a:cubicBezTo>
                <a:lnTo>
                  <a:pt x="1" y="10760"/>
                </a:lnTo>
                <a:cubicBezTo>
                  <a:pt x="0" y="10900"/>
                  <a:pt x="3" y="11040"/>
                  <a:pt x="8" y="11181"/>
                </a:cubicBezTo>
                <a:lnTo>
                  <a:pt x="11180" y="9"/>
                </a:lnTo>
                <a:cubicBezTo>
                  <a:pt x="11054" y="4"/>
                  <a:pt x="10927" y="0"/>
                  <a:pt x="10800" y="0"/>
                </a:cubicBezTo>
                <a:close/>
                <a:moveTo>
                  <a:pt x="10211" y="17"/>
                </a:moveTo>
                <a:cubicBezTo>
                  <a:pt x="10057" y="25"/>
                  <a:pt x="9903" y="36"/>
                  <a:pt x="9748" y="51"/>
                </a:cubicBezTo>
                <a:lnTo>
                  <a:pt x="50" y="9749"/>
                </a:lnTo>
                <a:cubicBezTo>
                  <a:pt x="35" y="9903"/>
                  <a:pt x="25" y="10057"/>
                  <a:pt x="16" y="10212"/>
                </a:cubicBezTo>
                <a:lnTo>
                  <a:pt x="10211" y="17"/>
                </a:lnTo>
                <a:close/>
                <a:moveTo>
                  <a:pt x="11683" y="38"/>
                </a:moveTo>
                <a:lnTo>
                  <a:pt x="38" y="11684"/>
                </a:lnTo>
                <a:cubicBezTo>
                  <a:pt x="48" y="11814"/>
                  <a:pt x="62" y="11944"/>
                  <a:pt x="78" y="12075"/>
                </a:cubicBezTo>
                <a:lnTo>
                  <a:pt x="12074" y="78"/>
                </a:lnTo>
                <a:cubicBezTo>
                  <a:pt x="11944" y="63"/>
                  <a:pt x="11814" y="49"/>
                  <a:pt x="11683" y="38"/>
                </a:cubicBezTo>
                <a:close/>
                <a:moveTo>
                  <a:pt x="9136" y="131"/>
                </a:moveTo>
                <a:cubicBezTo>
                  <a:pt x="8960" y="158"/>
                  <a:pt x="8786" y="190"/>
                  <a:pt x="8611" y="226"/>
                </a:cubicBezTo>
                <a:lnTo>
                  <a:pt x="226" y="8611"/>
                </a:lnTo>
                <a:cubicBezTo>
                  <a:pt x="190" y="8786"/>
                  <a:pt x="157" y="8961"/>
                  <a:pt x="130" y="9137"/>
                </a:cubicBezTo>
                <a:lnTo>
                  <a:pt x="9136" y="131"/>
                </a:lnTo>
                <a:close/>
                <a:moveTo>
                  <a:pt x="12541" y="143"/>
                </a:moveTo>
                <a:lnTo>
                  <a:pt x="143" y="12541"/>
                </a:lnTo>
                <a:cubicBezTo>
                  <a:pt x="163" y="12663"/>
                  <a:pt x="183" y="12785"/>
                  <a:pt x="207" y="12906"/>
                </a:cubicBezTo>
                <a:lnTo>
                  <a:pt x="12906" y="208"/>
                </a:lnTo>
                <a:cubicBezTo>
                  <a:pt x="12785" y="184"/>
                  <a:pt x="12663" y="163"/>
                  <a:pt x="12541" y="143"/>
                </a:cubicBezTo>
                <a:close/>
                <a:moveTo>
                  <a:pt x="13343" y="303"/>
                </a:moveTo>
                <a:lnTo>
                  <a:pt x="303" y="13343"/>
                </a:lnTo>
                <a:cubicBezTo>
                  <a:pt x="330" y="13456"/>
                  <a:pt x="361" y="13569"/>
                  <a:pt x="392" y="13682"/>
                </a:cubicBezTo>
                <a:lnTo>
                  <a:pt x="13682" y="393"/>
                </a:lnTo>
                <a:cubicBezTo>
                  <a:pt x="13569" y="362"/>
                  <a:pt x="13456" y="331"/>
                  <a:pt x="13343" y="303"/>
                </a:cubicBezTo>
                <a:close/>
                <a:moveTo>
                  <a:pt x="7909" y="395"/>
                </a:moveTo>
                <a:cubicBezTo>
                  <a:pt x="7701" y="452"/>
                  <a:pt x="7495" y="515"/>
                  <a:pt x="7290" y="585"/>
                </a:cubicBezTo>
                <a:lnTo>
                  <a:pt x="584" y="7290"/>
                </a:lnTo>
                <a:cubicBezTo>
                  <a:pt x="514" y="7495"/>
                  <a:pt x="452" y="7702"/>
                  <a:pt x="394" y="7909"/>
                </a:cubicBezTo>
                <a:lnTo>
                  <a:pt x="7909" y="395"/>
                </a:lnTo>
                <a:close/>
                <a:moveTo>
                  <a:pt x="14094" y="515"/>
                </a:moveTo>
                <a:lnTo>
                  <a:pt x="514" y="14094"/>
                </a:lnTo>
                <a:cubicBezTo>
                  <a:pt x="549" y="14202"/>
                  <a:pt x="583" y="14310"/>
                  <a:pt x="620" y="14417"/>
                </a:cubicBezTo>
                <a:lnTo>
                  <a:pt x="14417" y="621"/>
                </a:lnTo>
                <a:cubicBezTo>
                  <a:pt x="14310" y="583"/>
                  <a:pt x="14202" y="549"/>
                  <a:pt x="14094" y="515"/>
                </a:cubicBezTo>
                <a:close/>
                <a:moveTo>
                  <a:pt x="14804" y="767"/>
                </a:moveTo>
                <a:lnTo>
                  <a:pt x="767" y="14804"/>
                </a:lnTo>
                <a:cubicBezTo>
                  <a:pt x="807" y="14905"/>
                  <a:pt x="851" y="15004"/>
                  <a:pt x="894" y="15104"/>
                </a:cubicBezTo>
                <a:lnTo>
                  <a:pt x="15104" y="895"/>
                </a:lnTo>
                <a:cubicBezTo>
                  <a:pt x="15004" y="852"/>
                  <a:pt x="14905" y="807"/>
                  <a:pt x="14804" y="767"/>
                </a:cubicBezTo>
                <a:close/>
                <a:moveTo>
                  <a:pt x="6411" y="932"/>
                </a:moveTo>
                <a:cubicBezTo>
                  <a:pt x="6118" y="1062"/>
                  <a:pt x="5831" y="1206"/>
                  <a:pt x="5549" y="1363"/>
                </a:cubicBezTo>
                <a:lnTo>
                  <a:pt x="1362" y="5549"/>
                </a:lnTo>
                <a:cubicBezTo>
                  <a:pt x="1205" y="5832"/>
                  <a:pt x="1061" y="6119"/>
                  <a:pt x="931" y="6411"/>
                </a:cubicBezTo>
                <a:lnTo>
                  <a:pt x="6411" y="932"/>
                </a:lnTo>
                <a:close/>
                <a:moveTo>
                  <a:pt x="15470" y="1061"/>
                </a:moveTo>
                <a:lnTo>
                  <a:pt x="1060" y="15471"/>
                </a:lnTo>
                <a:cubicBezTo>
                  <a:pt x="1106" y="15567"/>
                  <a:pt x="1153" y="15664"/>
                  <a:pt x="1202" y="15759"/>
                </a:cubicBezTo>
                <a:lnTo>
                  <a:pt x="15759" y="1203"/>
                </a:lnTo>
                <a:cubicBezTo>
                  <a:pt x="15663" y="1153"/>
                  <a:pt x="15567" y="1107"/>
                  <a:pt x="15470" y="1061"/>
                </a:cubicBezTo>
                <a:close/>
                <a:moveTo>
                  <a:pt x="16103" y="1391"/>
                </a:moveTo>
                <a:lnTo>
                  <a:pt x="1391" y="16103"/>
                </a:lnTo>
                <a:cubicBezTo>
                  <a:pt x="1442" y="16194"/>
                  <a:pt x="1494" y="16285"/>
                  <a:pt x="1548" y="16375"/>
                </a:cubicBezTo>
                <a:lnTo>
                  <a:pt x="16375" y="1549"/>
                </a:lnTo>
                <a:cubicBezTo>
                  <a:pt x="16285" y="1495"/>
                  <a:pt x="16194" y="1442"/>
                  <a:pt x="16103" y="1391"/>
                </a:cubicBezTo>
                <a:close/>
                <a:moveTo>
                  <a:pt x="16703" y="1754"/>
                </a:moveTo>
                <a:lnTo>
                  <a:pt x="1753" y="16703"/>
                </a:lnTo>
                <a:cubicBezTo>
                  <a:pt x="1809" y="16788"/>
                  <a:pt x="1869" y="16872"/>
                  <a:pt x="1928" y="16956"/>
                </a:cubicBezTo>
                <a:lnTo>
                  <a:pt x="16956" y="1928"/>
                </a:lnTo>
                <a:cubicBezTo>
                  <a:pt x="16872" y="1869"/>
                  <a:pt x="16788" y="1810"/>
                  <a:pt x="16703" y="1754"/>
                </a:cubicBezTo>
                <a:close/>
                <a:moveTo>
                  <a:pt x="17267" y="2151"/>
                </a:moveTo>
                <a:lnTo>
                  <a:pt x="2151" y="17267"/>
                </a:lnTo>
                <a:cubicBezTo>
                  <a:pt x="2212" y="17349"/>
                  <a:pt x="2274" y="17430"/>
                  <a:pt x="2338" y="17510"/>
                </a:cubicBezTo>
                <a:lnTo>
                  <a:pt x="17510" y="2338"/>
                </a:lnTo>
                <a:cubicBezTo>
                  <a:pt x="17430" y="2275"/>
                  <a:pt x="17349" y="2212"/>
                  <a:pt x="17267" y="2151"/>
                </a:cubicBezTo>
                <a:close/>
                <a:moveTo>
                  <a:pt x="3805" y="2574"/>
                </a:moveTo>
                <a:cubicBezTo>
                  <a:pt x="3586" y="2761"/>
                  <a:pt x="3370" y="2956"/>
                  <a:pt x="3163" y="3163"/>
                </a:cubicBezTo>
                <a:cubicBezTo>
                  <a:pt x="2955" y="3371"/>
                  <a:pt x="2761" y="3586"/>
                  <a:pt x="2574" y="3806"/>
                </a:cubicBezTo>
                <a:lnTo>
                  <a:pt x="3805" y="2574"/>
                </a:lnTo>
                <a:close/>
                <a:moveTo>
                  <a:pt x="17801" y="2579"/>
                </a:moveTo>
                <a:lnTo>
                  <a:pt x="2579" y="17801"/>
                </a:lnTo>
                <a:cubicBezTo>
                  <a:pt x="2645" y="17878"/>
                  <a:pt x="2709" y="17957"/>
                  <a:pt x="2777" y="18032"/>
                </a:cubicBezTo>
                <a:lnTo>
                  <a:pt x="18032" y="2777"/>
                </a:lnTo>
                <a:cubicBezTo>
                  <a:pt x="17957" y="2709"/>
                  <a:pt x="17878" y="2645"/>
                  <a:pt x="17801" y="2579"/>
                </a:cubicBezTo>
                <a:close/>
                <a:moveTo>
                  <a:pt x="18304" y="3036"/>
                </a:moveTo>
                <a:lnTo>
                  <a:pt x="3036" y="18304"/>
                </a:lnTo>
                <a:cubicBezTo>
                  <a:pt x="3079" y="18349"/>
                  <a:pt x="3119" y="18394"/>
                  <a:pt x="3163" y="18438"/>
                </a:cubicBezTo>
                <a:cubicBezTo>
                  <a:pt x="3191" y="18466"/>
                  <a:pt x="3222" y="18492"/>
                  <a:pt x="3250" y="18521"/>
                </a:cubicBezTo>
                <a:lnTo>
                  <a:pt x="18521" y="3251"/>
                </a:lnTo>
                <a:cubicBezTo>
                  <a:pt x="18492" y="3222"/>
                  <a:pt x="18466" y="3192"/>
                  <a:pt x="18438" y="3163"/>
                </a:cubicBezTo>
                <a:cubicBezTo>
                  <a:pt x="18394" y="3119"/>
                  <a:pt x="18348" y="3079"/>
                  <a:pt x="18304" y="3036"/>
                </a:cubicBezTo>
                <a:close/>
                <a:moveTo>
                  <a:pt x="18781" y="3523"/>
                </a:moveTo>
                <a:lnTo>
                  <a:pt x="3522" y="18781"/>
                </a:lnTo>
                <a:cubicBezTo>
                  <a:pt x="3598" y="18850"/>
                  <a:pt x="3676" y="18915"/>
                  <a:pt x="3753" y="18982"/>
                </a:cubicBezTo>
                <a:lnTo>
                  <a:pt x="18982" y="3753"/>
                </a:lnTo>
                <a:cubicBezTo>
                  <a:pt x="18915" y="3676"/>
                  <a:pt x="18850" y="3598"/>
                  <a:pt x="18781" y="3523"/>
                </a:cubicBezTo>
                <a:close/>
                <a:moveTo>
                  <a:pt x="19224" y="4041"/>
                </a:moveTo>
                <a:lnTo>
                  <a:pt x="4041" y="19224"/>
                </a:lnTo>
                <a:cubicBezTo>
                  <a:pt x="4121" y="19289"/>
                  <a:pt x="4202" y="19350"/>
                  <a:pt x="4283" y="19412"/>
                </a:cubicBezTo>
                <a:lnTo>
                  <a:pt x="19412" y="4283"/>
                </a:lnTo>
                <a:cubicBezTo>
                  <a:pt x="19350" y="4202"/>
                  <a:pt x="19289" y="4121"/>
                  <a:pt x="19224" y="4041"/>
                </a:cubicBezTo>
                <a:close/>
                <a:moveTo>
                  <a:pt x="19637" y="4591"/>
                </a:moveTo>
                <a:lnTo>
                  <a:pt x="4591" y="19637"/>
                </a:lnTo>
                <a:cubicBezTo>
                  <a:pt x="4675" y="19696"/>
                  <a:pt x="4758" y="19757"/>
                  <a:pt x="4843" y="19813"/>
                </a:cubicBezTo>
                <a:lnTo>
                  <a:pt x="19813" y="4844"/>
                </a:lnTo>
                <a:cubicBezTo>
                  <a:pt x="19757" y="4758"/>
                  <a:pt x="19696" y="4675"/>
                  <a:pt x="19637" y="4591"/>
                </a:cubicBezTo>
                <a:close/>
                <a:moveTo>
                  <a:pt x="20019" y="5172"/>
                </a:moveTo>
                <a:lnTo>
                  <a:pt x="5172" y="20019"/>
                </a:lnTo>
                <a:cubicBezTo>
                  <a:pt x="5261" y="20073"/>
                  <a:pt x="5351" y="20126"/>
                  <a:pt x="5441" y="20178"/>
                </a:cubicBezTo>
                <a:lnTo>
                  <a:pt x="20178" y="5441"/>
                </a:lnTo>
                <a:cubicBezTo>
                  <a:pt x="20126" y="5351"/>
                  <a:pt x="20073" y="5261"/>
                  <a:pt x="20019" y="5172"/>
                </a:cubicBezTo>
                <a:close/>
                <a:moveTo>
                  <a:pt x="20369" y="5782"/>
                </a:moveTo>
                <a:lnTo>
                  <a:pt x="5782" y="20369"/>
                </a:lnTo>
                <a:cubicBezTo>
                  <a:pt x="5877" y="20419"/>
                  <a:pt x="5974" y="20463"/>
                  <a:pt x="6071" y="20510"/>
                </a:cubicBezTo>
                <a:lnTo>
                  <a:pt x="20510" y="6071"/>
                </a:lnTo>
                <a:cubicBezTo>
                  <a:pt x="20463" y="5975"/>
                  <a:pt x="20419" y="5878"/>
                  <a:pt x="20369" y="5782"/>
                </a:cubicBezTo>
                <a:close/>
                <a:moveTo>
                  <a:pt x="20679" y="6434"/>
                </a:moveTo>
                <a:lnTo>
                  <a:pt x="6434" y="20679"/>
                </a:lnTo>
                <a:cubicBezTo>
                  <a:pt x="6534" y="20723"/>
                  <a:pt x="6633" y="20769"/>
                  <a:pt x="6734" y="20809"/>
                </a:cubicBezTo>
                <a:lnTo>
                  <a:pt x="20809" y="6735"/>
                </a:lnTo>
                <a:cubicBezTo>
                  <a:pt x="20769" y="6634"/>
                  <a:pt x="20723" y="6534"/>
                  <a:pt x="20679" y="6434"/>
                </a:cubicBezTo>
                <a:close/>
                <a:moveTo>
                  <a:pt x="20956" y="7121"/>
                </a:moveTo>
                <a:lnTo>
                  <a:pt x="7120" y="20956"/>
                </a:lnTo>
                <a:cubicBezTo>
                  <a:pt x="7226" y="20994"/>
                  <a:pt x="7333" y="21030"/>
                  <a:pt x="7439" y="21065"/>
                </a:cubicBezTo>
                <a:lnTo>
                  <a:pt x="21065" y="7439"/>
                </a:lnTo>
                <a:cubicBezTo>
                  <a:pt x="21030" y="7333"/>
                  <a:pt x="20994" y="7226"/>
                  <a:pt x="20956" y="7121"/>
                </a:cubicBezTo>
                <a:close/>
                <a:moveTo>
                  <a:pt x="21190" y="7848"/>
                </a:moveTo>
                <a:lnTo>
                  <a:pt x="7848" y="21190"/>
                </a:lnTo>
                <a:cubicBezTo>
                  <a:pt x="7960" y="21221"/>
                  <a:pt x="8073" y="21252"/>
                  <a:pt x="8186" y="21280"/>
                </a:cubicBezTo>
                <a:lnTo>
                  <a:pt x="21280" y="8186"/>
                </a:lnTo>
                <a:cubicBezTo>
                  <a:pt x="21252" y="8073"/>
                  <a:pt x="21221" y="7960"/>
                  <a:pt x="21190" y="7848"/>
                </a:cubicBezTo>
                <a:close/>
                <a:moveTo>
                  <a:pt x="21378" y="8623"/>
                </a:moveTo>
                <a:lnTo>
                  <a:pt x="8623" y="21378"/>
                </a:lnTo>
                <a:cubicBezTo>
                  <a:pt x="8743" y="21402"/>
                  <a:pt x="8863" y="21424"/>
                  <a:pt x="8984" y="21445"/>
                </a:cubicBezTo>
                <a:lnTo>
                  <a:pt x="21445" y="8984"/>
                </a:lnTo>
                <a:cubicBezTo>
                  <a:pt x="21424" y="8864"/>
                  <a:pt x="21402" y="8743"/>
                  <a:pt x="21378" y="8623"/>
                </a:cubicBezTo>
                <a:close/>
                <a:moveTo>
                  <a:pt x="21514" y="9448"/>
                </a:moveTo>
                <a:lnTo>
                  <a:pt x="9447" y="21514"/>
                </a:lnTo>
                <a:cubicBezTo>
                  <a:pt x="9576" y="21530"/>
                  <a:pt x="9704" y="21546"/>
                  <a:pt x="9833" y="21557"/>
                </a:cubicBezTo>
                <a:lnTo>
                  <a:pt x="21557" y="9834"/>
                </a:lnTo>
                <a:cubicBezTo>
                  <a:pt x="21546" y="9705"/>
                  <a:pt x="21530" y="9576"/>
                  <a:pt x="21514" y="9448"/>
                </a:cubicBezTo>
                <a:close/>
                <a:moveTo>
                  <a:pt x="21590" y="10333"/>
                </a:moveTo>
                <a:lnTo>
                  <a:pt x="10332" y="21590"/>
                </a:lnTo>
                <a:cubicBezTo>
                  <a:pt x="10473" y="21596"/>
                  <a:pt x="10613" y="21599"/>
                  <a:pt x="10753" y="21600"/>
                </a:cubicBezTo>
                <a:lnTo>
                  <a:pt x="21600" y="10754"/>
                </a:lnTo>
                <a:cubicBezTo>
                  <a:pt x="21599" y="10613"/>
                  <a:pt x="21596" y="10473"/>
                  <a:pt x="21590" y="10333"/>
                </a:cubicBezTo>
                <a:close/>
                <a:moveTo>
                  <a:pt x="21590" y="11296"/>
                </a:moveTo>
                <a:lnTo>
                  <a:pt x="11295" y="21590"/>
                </a:lnTo>
                <a:cubicBezTo>
                  <a:pt x="11449" y="21583"/>
                  <a:pt x="11603" y="21572"/>
                  <a:pt x="11757" y="21558"/>
                </a:cubicBezTo>
                <a:lnTo>
                  <a:pt x="21558" y="11757"/>
                </a:lnTo>
                <a:cubicBezTo>
                  <a:pt x="21572" y="11603"/>
                  <a:pt x="21583" y="11450"/>
                  <a:pt x="21590" y="11296"/>
                </a:cubicBezTo>
                <a:close/>
                <a:moveTo>
                  <a:pt x="21489" y="12358"/>
                </a:moveTo>
                <a:lnTo>
                  <a:pt x="12358" y="21489"/>
                </a:lnTo>
                <a:cubicBezTo>
                  <a:pt x="12531" y="21464"/>
                  <a:pt x="12703" y="21434"/>
                  <a:pt x="12876" y="21400"/>
                </a:cubicBezTo>
                <a:lnTo>
                  <a:pt x="21400" y="12876"/>
                </a:lnTo>
                <a:cubicBezTo>
                  <a:pt x="21434" y="12704"/>
                  <a:pt x="21464" y="12531"/>
                  <a:pt x="21489" y="12358"/>
                </a:cubicBezTo>
                <a:close/>
                <a:moveTo>
                  <a:pt x="21239" y="13569"/>
                </a:moveTo>
                <a:lnTo>
                  <a:pt x="13569" y="21239"/>
                </a:lnTo>
                <a:cubicBezTo>
                  <a:pt x="13774" y="21185"/>
                  <a:pt x="13978" y="21125"/>
                  <a:pt x="14181" y="21058"/>
                </a:cubicBezTo>
                <a:lnTo>
                  <a:pt x="21058" y="14181"/>
                </a:lnTo>
                <a:cubicBezTo>
                  <a:pt x="21125" y="13978"/>
                  <a:pt x="21185" y="13774"/>
                  <a:pt x="21239" y="13569"/>
                </a:cubicBezTo>
                <a:close/>
                <a:moveTo>
                  <a:pt x="20736" y="15035"/>
                </a:moveTo>
                <a:lnTo>
                  <a:pt x="15035" y="20736"/>
                </a:lnTo>
                <a:cubicBezTo>
                  <a:pt x="15310" y="20619"/>
                  <a:pt x="15581" y="20493"/>
                  <a:pt x="15848" y="20352"/>
                </a:cubicBezTo>
                <a:lnTo>
                  <a:pt x="20352" y="15848"/>
                </a:lnTo>
                <a:cubicBezTo>
                  <a:pt x="20493" y="15581"/>
                  <a:pt x="20619" y="15310"/>
                  <a:pt x="20736" y="15035"/>
                </a:cubicBezTo>
                <a:close/>
                <a:moveTo>
                  <a:pt x="19400" y="17332"/>
                </a:moveTo>
                <a:lnTo>
                  <a:pt x="17332" y="19400"/>
                </a:lnTo>
                <a:cubicBezTo>
                  <a:pt x="17716" y="19108"/>
                  <a:pt x="18087" y="18789"/>
                  <a:pt x="18438" y="18438"/>
                </a:cubicBezTo>
                <a:cubicBezTo>
                  <a:pt x="18788" y="18087"/>
                  <a:pt x="19107" y="17716"/>
                  <a:pt x="19400" y="17332"/>
                </a:cubicBezTo>
                <a:close/>
              </a:path>
            </a:pathLst>
          </a:custGeom>
          <a:solidFill>
            <a:schemeClr val="accent4"/>
          </a:solidFill>
          <a:ln w="12700">
            <a:miter lim="400000"/>
          </a:ln>
        </p:spPr>
        <p:txBody>
          <a:bodyPr lIns="0" tIns="0" rIns="0" bIns="0" anchor="ctr"/>
          <a:lstStyle/>
          <a:p>
            <a:pPr marL="0" marR="0" lvl="0" indent="0" algn="ctr" defTabSz="8255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 kumimoji="0" sz="32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Helvetica Neue Medium"/>
              <a:sym typeface="Helvetica Neue Medium"/>
            </a:endParaRPr>
          </a:p>
        </p:txBody>
      </p:sp>
      <p:sp>
        <p:nvSpPr>
          <p:cNvPr id="218" name="Shape">
            <a:extLst>
              <a:ext uri="{FF2B5EF4-FFF2-40B4-BE49-F238E27FC236}">
                <a16:creationId xmlns:a16="http://schemas.microsoft.com/office/drawing/2014/main" id="{3EAFEFFC-CDB3-24C2-20D8-17E262C54461}"/>
              </a:ext>
            </a:extLst>
          </p:cNvPr>
          <p:cNvSpPr/>
          <p:nvPr/>
        </p:nvSpPr>
        <p:spPr>
          <a:xfrm>
            <a:off x="1688166" y="791392"/>
            <a:ext cx="7163901" cy="716420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800" y="0"/>
                </a:moveTo>
                <a:cubicBezTo>
                  <a:pt x="10787" y="0"/>
                  <a:pt x="10773" y="1"/>
                  <a:pt x="10759" y="1"/>
                </a:cubicBezTo>
                <a:lnTo>
                  <a:pt x="1" y="10760"/>
                </a:lnTo>
                <a:cubicBezTo>
                  <a:pt x="0" y="10900"/>
                  <a:pt x="3" y="11040"/>
                  <a:pt x="8" y="11181"/>
                </a:cubicBezTo>
                <a:lnTo>
                  <a:pt x="11180" y="9"/>
                </a:lnTo>
                <a:cubicBezTo>
                  <a:pt x="11054" y="4"/>
                  <a:pt x="10927" y="0"/>
                  <a:pt x="10800" y="0"/>
                </a:cubicBezTo>
                <a:close/>
                <a:moveTo>
                  <a:pt x="10211" y="17"/>
                </a:moveTo>
                <a:cubicBezTo>
                  <a:pt x="10057" y="25"/>
                  <a:pt x="9903" y="36"/>
                  <a:pt x="9748" y="51"/>
                </a:cubicBezTo>
                <a:lnTo>
                  <a:pt x="50" y="9749"/>
                </a:lnTo>
                <a:cubicBezTo>
                  <a:pt x="35" y="9903"/>
                  <a:pt x="25" y="10057"/>
                  <a:pt x="16" y="10212"/>
                </a:cubicBezTo>
                <a:lnTo>
                  <a:pt x="10211" y="17"/>
                </a:lnTo>
                <a:close/>
                <a:moveTo>
                  <a:pt x="11683" y="38"/>
                </a:moveTo>
                <a:lnTo>
                  <a:pt x="38" y="11684"/>
                </a:lnTo>
                <a:cubicBezTo>
                  <a:pt x="48" y="11814"/>
                  <a:pt x="62" y="11944"/>
                  <a:pt x="78" y="12075"/>
                </a:cubicBezTo>
                <a:lnTo>
                  <a:pt x="12074" y="78"/>
                </a:lnTo>
                <a:cubicBezTo>
                  <a:pt x="11944" y="63"/>
                  <a:pt x="11814" y="49"/>
                  <a:pt x="11683" y="38"/>
                </a:cubicBezTo>
                <a:close/>
                <a:moveTo>
                  <a:pt x="9136" y="131"/>
                </a:moveTo>
                <a:cubicBezTo>
                  <a:pt x="8960" y="158"/>
                  <a:pt x="8786" y="190"/>
                  <a:pt x="8611" y="226"/>
                </a:cubicBezTo>
                <a:lnTo>
                  <a:pt x="226" y="8611"/>
                </a:lnTo>
                <a:cubicBezTo>
                  <a:pt x="190" y="8786"/>
                  <a:pt x="157" y="8961"/>
                  <a:pt x="130" y="9137"/>
                </a:cubicBezTo>
                <a:lnTo>
                  <a:pt x="9136" y="131"/>
                </a:lnTo>
                <a:close/>
                <a:moveTo>
                  <a:pt x="12541" y="143"/>
                </a:moveTo>
                <a:lnTo>
                  <a:pt x="143" y="12541"/>
                </a:lnTo>
                <a:cubicBezTo>
                  <a:pt x="163" y="12663"/>
                  <a:pt x="183" y="12785"/>
                  <a:pt x="207" y="12906"/>
                </a:cubicBezTo>
                <a:lnTo>
                  <a:pt x="12906" y="208"/>
                </a:lnTo>
                <a:cubicBezTo>
                  <a:pt x="12785" y="184"/>
                  <a:pt x="12663" y="163"/>
                  <a:pt x="12541" y="143"/>
                </a:cubicBezTo>
                <a:close/>
                <a:moveTo>
                  <a:pt x="13343" y="303"/>
                </a:moveTo>
                <a:lnTo>
                  <a:pt x="303" y="13343"/>
                </a:lnTo>
                <a:cubicBezTo>
                  <a:pt x="330" y="13456"/>
                  <a:pt x="361" y="13569"/>
                  <a:pt x="392" y="13682"/>
                </a:cubicBezTo>
                <a:lnTo>
                  <a:pt x="13682" y="393"/>
                </a:lnTo>
                <a:cubicBezTo>
                  <a:pt x="13569" y="362"/>
                  <a:pt x="13456" y="331"/>
                  <a:pt x="13343" y="303"/>
                </a:cubicBezTo>
                <a:close/>
                <a:moveTo>
                  <a:pt x="7909" y="395"/>
                </a:moveTo>
                <a:cubicBezTo>
                  <a:pt x="7701" y="452"/>
                  <a:pt x="7495" y="515"/>
                  <a:pt x="7290" y="585"/>
                </a:cubicBezTo>
                <a:lnTo>
                  <a:pt x="584" y="7290"/>
                </a:lnTo>
                <a:cubicBezTo>
                  <a:pt x="514" y="7495"/>
                  <a:pt x="452" y="7702"/>
                  <a:pt x="394" y="7909"/>
                </a:cubicBezTo>
                <a:lnTo>
                  <a:pt x="7909" y="395"/>
                </a:lnTo>
                <a:close/>
                <a:moveTo>
                  <a:pt x="14094" y="515"/>
                </a:moveTo>
                <a:lnTo>
                  <a:pt x="514" y="14094"/>
                </a:lnTo>
                <a:cubicBezTo>
                  <a:pt x="549" y="14202"/>
                  <a:pt x="583" y="14310"/>
                  <a:pt x="620" y="14417"/>
                </a:cubicBezTo>
                <a:lnTo>
                  <a:pt x="14417" y="621"/>
                </a:lnTo>
                <a:cubicBezTo>
                  <a:pt x="14310" y="583"/>
                  <a:pt x="14202" y="549"/>
                  <a:pt x="14094" y="515"/>
                </a:cubicBezTo>
                <a:close/>
                <a:moveTo>
                  <a:pt x="14804" y="767"/>
                </a:moveTo>
                <a:lnTo>
                  <a:pt x="767" y="14804"/>
                </a:lnTo>
                <a:cubicBezTo>
                  <a:pt x="807" y="14905"/>
                  <a:pt x="851" y="15004"/>
                  <a:pt x="894" y="15104"/>
                </a:cubicBezTo>
                <a:lnTo>
                  <a:pt x="15104" y="895"/>
                </a:lnTo>
                <a:cubicBezTo>
                  <a:pt x="15004" y="852"/>
                  <a:pt x="14905" y="807"/>
                  <a:pt x="14804" y="767"/>
                </a:cubicBezTo>
                <a:close/>
                <a:moveTo>
                  <a:pt x="6411" y="932"/>
                </a:moveTo>
                <a:cubicBezTo>
                  <a:pt x="6118" y="1062"/>
                  <a:pt x="5831" y="1206"/>
                  <a:pt x="5549" y="1363"/>
                </a:cubicBezTo>
                <a:lnTo>
                  <a:pt x="1362" y="5549"/>
                </a:lnTo>
                <a:cubicBezTo>
                  <a:pt x="1205" y="5832"/>
                  <a:pt x="1061" y="6119"/>
                  <a:pt x="931" y="6411"/>
                </a:cubicBezTo>
                <a:lnTo>
                  <a:pt x="6411" y="932"/>
                </a:lnTo>
                <a:close/>
                <a:moveTo>
                  <a:pt x="15470" y="1061"/>
                </a:moveTo>
                <a:lnTo>
                  <a:pt x="1060" y="15471"/>
                </a:lnTo>
                <a:cubicBezTo>
                  <a:pt x="1106" y="15567"/>
                  <a:pt x="1153" y="15664"/>
                  <a:pt x="1202" y="15759"/>
                </a:cubicBezTo>
                <a:lnTo>
                  <a:pt x="15759" y="1203"/>
                </a:lnTo>
                <a:cubicBezTo>
                  <a:pt x="15663" y="1153"/>
                  <a:pt x="15567" y="1107"/>
                  <a:pt x="15470" y="1061"/>
                </a:cubicBezTo>
                <a:close/>
                <a:moveTo>
                  <a:pt x="16103" y="1391"/>
                </a:moveTo>
                <a:lnTo>
                  <a:pt x="1391" y="16103"/>
                </a:lnTo>
                <a:cubicBezTo>
                  <a:pt x="1442" y="16194"/>
                  <a:pt x="1494" y="16285"/>
                  <a:pt x="1548" y="16375"/>
                </a:cubicBezTo>
                <a:lnTo>
                  <a:pt x="16375" y="1549"/>
                </a:lnTo>
                <a:cubicBezTo>
                  <a:pt x="16285" y="1495"/>
                  <a:pt x="16194" y="1442"/>
                  <a:pt x="16103" y="1391"/>
                </a:cubicBezTo>
                <a:close/>
                <a:moveTo>
                  <a:pt x="16703" y="1754"/>
                </a:moveTo>
                <a:lnTo>
                  <a:pt x="1753" y="16703"/>
                </a:lnTo>
                <a:cubicBezTo>
                  <a:pt x="1809" y="16788"/>
                  <a:pt x="1869" y="16872"/>
                  <a:pt x="1928" y="16956"/>
                </a:cubicBezTo>
                <a:lnTo>
                  <a:pt x="16956" y="1928"/>
                </a:lnTo>
                <a:cubicBezTo>
                  <a:pt x="16872" y="1869"/>
                  <a:pt x="16788" y="1810"/>
                  <a:pt x="16703" y="1754"/>
                </a:cubicBezTo>
                <a:close/>
                <a:moveTo>
                  <a:pt x="17267" y="2151"/>
                </a:moveTo>
                <a:lnTo>
                  <a:pt x="2151" y="17267"/>
                </a:lnTo>
                <a:cubicBezTo>
                  <a:pt x="2212" y="17349"/>
                  <a:pt x="2274" y="17430"/>
                  <a:pt x="2338" y="17510"/>
                </a:cubicBezTo>
                <a:lnTo>
                  <a:pt x="17510" y="2338"/>
                </a:lnTo>
                <a:cubicBezTo>
                  <a:pt x="17430" y="2275"/>
                  <a:pt x="17349" y="2212"/>
                  <a:pt x="17267" y="2151"/>
                </a:cubicBezTo>
                <a:close/>
                <a:moveTo>
                  <a:pt x="3805" y="2574"/>
                </a:moveTo>
                <a:cubicBezTo>
                  <a:pt x="3586" y="2761"/>
                  <a:pt x="3370" y="2956"/>
                  <a:pt x="3163" y="3163"/>
                </a:cubicBezTo>
                <a:cubicBezTo>
                  <a:pt x="2955" y="3371"/>
                  <a:pt x="2761" y="3586"/>
                  <a:pt x="2574" y="3806"/>
                </a:cubicBezTo>
                <a:lnTo>
                  <a:pt x="3805" y="2574"/>
                </a:lnTo>
                <a:close/>
                <a:moveTo>
                  <a:pt x="17801" y="2579"/>
                </a:moveTo>
                <a:lnTo>
                  <a:pt x="2579" y="17801"/>
                </a:lnTo>
                <a:cubicBezTo>
                  <a:pt x="2645" y="17878"/>
                  <a:pt x="2709" y="17957"/>
                  <a:pt x="2777" y="18032"/>
                </a:cubicBezTo>
                <a:lnTo>
                  <a:pt x="18032" y="2777"/>
                </a:lnTo>
                <a:cubicBezTo>
                  <a:pt x="17957" y="2709"/>
                  <a:pt x="17878" y="2645"/>
                  <a:pt x="17801" y="2579"/>
                </a:cubicBezTo>
                <a:close/>
                <a:moveTo>
                  <a:pt x="18304" y="3036"/>
                </a:moveTo>
                <a:lnTo>
                  <a:pt x="3036" y="18304"/>
                </a:lnTo>
                <a:cubicBezTo>
                  <a:pt x="3079" y="18349"/>
                  <a:pt x="3119" y="18394"/>
                  <a:pt x="3163" y="18438"/>
                </a:cubicBezTo>
                <a:cubicBezTo>
                  <a:pt x="3191" y="18466"/>
                  <a:pt x="3222" y="18492"/>
                  <a:pt x="3250" y="18521"/>
                </a:cubicBezTo>
                <a:lnTo>
                  <a:pt x="18521" y="3251"/>
                </a:lnTo>
                <a:cubicBezTo>
                  <a:pt x="18492" y="3222"/>
                  <a:pt x="18466" y="3192"/>
                  <a:pt x="18438" y="3163"/>
                </a:cubicBezTo>
                <a:cubicBezTo>
                  <a:pt x="18394" y="3119"/>
                  <a:pt x="18348" y="3079"/>
                  <a:pt x="18304" y="3036"/>
                </a:cubicBezTo>
                <a:close/>
                <a:moveTo>
                  <a:pt x="18781" y="3523"/>
                </a:moveTo>
                <a:lnTo>
                  <a:pt x="3522" y="18781"/>
                </a:lnTo>
                <a:cubicBezTo>
                  <a:pt x="3598" y="18850"/>
                  <a:pt x="3676" y="18915"/>
                  <a:pt x="3753" y="18982"/>
                </a:cubicBezTo>
                <a:lnTo>
                  <a:pt x="18982" y="3753"/>
                </a:lnTo>
                <a:cubicBezTo>
                  <a:pt x="18915" y="3676"/>
                  <a:pt x="18850" y="3598"/>
                  <a:pt x="18781" y="3523"/>
                </a:cubicBezTo>
                <a:close/>
                <a:moveTo>
                  <a:pt x="19224" y="4041"/>
                </a:moveTo>
                <a:lnTo>
                  <a:pt x="4041" y="19224"/>
                </a:lnTo>
                <a:cubicBezTo>
                  <a:pt x="4121" y="19289"/>
                  <a:pt x="4202" y="19350"/>
                  <a:pt x="4283" y="19412"/>
                </a:cubicBezTo>
                <a:lnTo>
                  <a:pt x="19412" y="4283"/>
                </a:lnTo>
                <a:cubicBezTo>
                  <a:pt x="19350" y="4202"/>
                  <a:pt x="19289" y="4121"/>
                  <a:pt x="19224" y="4041"/>
                </a:cubicBezTo>
                <a:close/>
                <a:moveTo>
                  <a:pt x="19637" y="4591"/>
                </a:moveTo>
                <a:lnTo>
                  <a:pt x="4591" y="19637"/>
                </a:lnTo>
                <a:cubicBezTo>
                  <a:pt x="4675" y="19696"/>
                  <a:pt x="4758" y="19757"/>
                  <a:pt x="4843" y="19813"/>
                </a:cubicBezTo>
                <a:lnTo>
                  <a:pt x="19813" y="4844"/>
                </a:lnTo>
                <a:cubicBezTo>
                  <a:pt x="19757" y="4758"/>
                  <a:pt x="19696" y="4675"/>
                  <a:pt x="19637" y="4591"/>
                </a:cubicBezTo>
                <a:close/>
                <a:moveTo>
                  <a:pt x="20019" y="5172"/>
                </a:moveTo>
                <a:lnTo>
                  <a:pt x="5172" y="20019"/>
                </a:lnTo>
                <a:cubicBezTo>
                  <a:pt x="5261" y="20073"/>
                  <a:pt x="5351" y="20126"/>
                  <a:pt x="5441" y="20178"/>
                </a:cubicBezTo>
                <a:lnTo>
                  <a:pt x="20178" y="5441"/>
                </a:lnTo>
                <a:cubicBezTo>
                  <a:pt x="20126" y="5351"/>
                  <a:pt x="20073" y="5261"/>
                  <a:pt x="20019" y="5172"/>
                </a:cubicBezTo>
                <a:close/>
                <a:moveTo>
                  <a:pt x="20369" y="5782"/>
                </a:moveTo>
                <a:lnTo>
                  <a:pt x="5782" y="20369"/>
                </a:lnTo>
                <a:cubicBezTo>
                  <a:pt x="5877" y="20419"/>
                  <a:pt x="5974" y="20463"/>
                  <a:pt x="6071" y="20510"/>
                </a:cubicBezTo>
                <a:lnTo>
                  <a:pt x="20510" y="6071"/>
                </a:lnTo>
                <a:cubicBezTo>
                  <a:pt x="20463" y="5975"/>
                  <a:pt x="20419" y="5878"/>
                  <a:pt x="20369" y="5782"/>
                </a:cubicBezTo>
                <a:close/>
                <a:moveTo>
                  <a:pt x="20679" y="6434"/>
                </a:moveTo>
                <a:lnTo>
                  <a:pt x="6434" y="20679"/>
                </a:lnTo>
                <a:cubicBezTo>
                  <a:pt x="6534" y="20723"/>
                  <a:pt x="6633" y="20769"/>
                  <a:pt x="6734" y="20809"/>
                </a:cubicBezTo>
                <a:lnTo>
                  <a:pt x="20809" y="6735"/>
                </a:lnTo>
                <a:cubicBezTo>
                  <a:pt x="20769" y="6634"/>
                  <a:pt x="20723" y="6534"/>
                  <a:pt x="20679" y="6434"/>
                </a:cubicBezTo>
                <a:close/>
                <a:moveTo>
                  <a:pt x="20956" y="7121"/>
                </a:moveTo>
                <a:lnTo>
                  <a:pt x="7120" y="20956"/>
                </a:lnTo>
                <a:cubicBezTo>
                  <a:pt x="7226" y="20994"/>
                  <a:pt x="7333" y="21030"/>
                  <a:pt x="7439" y="21065"/>
                </a:cubicBezTo>
                <a:lnTo>
                  <a:pt x="21065" y="7439"/>
                </a:lnTo>
                <a:cubicBezTo>
                  <a:pt x="21030" y="7333"/>
                  <a:pt x="20994" y="7226"/>
                  <a:pt x="20956" y="7121"/>
                </a:cubicBezTo>
                <a:close/>
                <a:moveTo>
                  <a:pt x="21190" y="7848"/>
                </a:moveTo>
                <a:lnTo>
                  <a:pt x="7848" y="21190"/>
                </a:lnTo>
                <a:cubicBezTo>
                  <a:pt x="7960" y="21221"/>
                  <a:pt x="8073" y="21252"/>
                  <a:pt x="8186" y="21280"/>
                </a:cubicBezTo>
                <a:lnTo>
                  <a:pt x="21280" y="8186"/>
                </a:lnTo>
                <a:cubicBezTo>
                  <a:pt x="21252" y="8073"/>
                  <a:pt x="21221" y="7960"/>
                  <a:pt x="21190" y="7848"/>
                </a:cubicBezTo>
                <a:close/>
                <a:moveTo>
                  <a:pt x="21378" y="8623"/>
                </a:moveTo>
                <a:lnTo>
                  <a:pt x="8623" y="21378"/>
                </a:lnTo>
                <a:cubicBezTo>
                  <a:pt x="8743" y="21402"/>
                  <a:pt x="8863" y="21424"/>
                  <a:pt x="8984" y="21445"/>
                </a:cubicBezTo>
                <a:lnTo>
                  <a:pt x="21445" y="8984"/>
                </a:lnTo>
                <a:cubicBezTo>
                  <a:pt x="21424" y="8864"/>
                  <a:pt x="21402" y="8743"/>
                  <a:pt x="21378" y="8623"/>
                </a:cubicBezTo>
                <a:close/>
                <a:moveTo>
                  <a:pt x="21514" y="9448"/>
                </a:moveTo>
                <a:lnTo>
                  <a:pt x="9447" y="21514"/>
                </a:lnTo>
                <a:cubicBezTo>
                  <a:pt x="9576" y="21530"/>
                  <a:pt x="9704" y="21546"/>
                  <a:pt x="9833" y="21557"/>
                </a:cubicBezTo>
                <a:lnTo>
                  <a:pt x="21557" y="9834"/>
                </a:lnTo>
                <a:cubicBezTo>
                  <a:pt x="21546" y="9705"/>
                  <a:pt x="21530" y="9576"/>
                  <a:pt x="21514" y="9448"/>
                </a:cubicBezTo>
                <a:close/>
                <a:moveTo>
                  <a:pt x="21590" y="10333"/>
                </a:moveTo>
                <a:lnTo>
                  <a:pt x="10332" y="21590"/>
                </a:lnTo>
                <a:cubicBezTo>
                  <a:pt x="10473" y="21596"/>
                  <a:pt x="10613" y="21599"/>
                  <a:pt x="10753" y="21600"/>
                </a:cubicBezTo>
                <a:lnTo>
                  <a:pt x="21600" y="10754"/>
                </a:lnTo>
                <a:cubicBezTo>
                  <a:pt x="21599" y="10613"/>
                  <a:pt x="21596" y="10473"/>
                  <a:pt x="21590" y="10333"/>
                </a:cubicBezTo>
                <a:close/>
                <a:moveTo>
                  <a:pt x="21590" y="11296"/>
                </a:moveTo>
                <a:lnTo>
                  <a:pt x="11295" y="21590"/>
                </a:lnTo>
                <a:cubicBezTo>
                  <a:pt x="11449" y="21583"/>
                  <a:pt x="11603" y="21572"/>
                  <a:pt x="11757" y="21558"/>
                </a:cubicBezTo>
                <a:lnTo>
                  <a:pt x="21558" y="11757"/>
                </a:lnTo>
                <a:cubicBezTo>
                  <a:pt x="21572" y="11603"/>
                  <a:pt x="21583" y="11450"/>
                  <a:pt x="21590" y="11296"/>
                </a:cubicBezTo>
                <a:close/>
                <a:moveTo>
                  <a:pt x="21489" y="12358"/>
                </a:moveTo>
                <a:lnTo>
                  <a:pt x="12358" y="21489"/>
                </a:lnTo>
                <a:cubicBezTo>
                  <a:pt x="12531" y="21464"/>
                  <a:pt x="12703" y="21434"/>
                  <a:pt x="12876" y="21400"/>
                </a:cubicBezTo>
                <a:lnTo>
                  <a:pt x="21400" y="12876"/>
                </a:lnTo>
                <a:cubicBezTo>
                  <a:pt x="21434" y="12704"/>
                  <a:pt x="21464" y="12531"/>
                  <a:pt x="21489" y="12358"/>
                </a:cubicBezTo>
                <a:close/>
                <a:moveTo>
                  <a:pt x="21239" y="13569"/>
                </a:moveTo>
                <a:lnTo>
                  <a:pt x="13569" y="21239"/>
                </a:lnTo>
                <a:cubicBezTo>
                  <a:pt x="13774" y="21185"/>
                  <a:pt x="13978" y="21125"/>
                  <a:pt x="14181" y="21058"/>
                </a:cubicBezTo>
                <a:lnTo>
                  <a:pt x="21058" y="14181"/>
                </a:lnTo>
                <a:cubicBezTo>
                  <a:pt x="21125" y="13978"/>
                  <a:pt x="21185" y="13774"/>
                  <a:pt x="21239" y="13569"/>
                </a:cubicBezTo>
                <a:close/>
                <a:moveTo>
                  <a:pt x="20736" y="15035"/>
                </a:moveTo>
                <a:lnTo>
                  <a:pt x="15035" y="20736"/>
                </a:lnTo>
                <a:cubicBezTo>
                  <a:pt x="15310" y="20619"/>
                  <a:pt x="15581" y="20493"/>
                  <a:pt x="15848" y="20352"/>
                </a:cubicBezTo>
                <a:lnTo>
                  <a:pt x="20352" y="15848"/>
                </a:lnTo>
                <a:cubicBezTo>
                  <a:pt x="20493" y="15581"/>
                  <a:pt x="20619" y="15310"/>
                  <a:pt x="20736" y="15035"/>
                </a:cubicBezTo>
                <a:close/>
                <a:moveTo>
                  <a:pt x="19400" y="17332"/>
                </a:moveTo>
                <a:lnTo>
                  <a:pt x="17332" y="19400"/>
                </a:lnTo>
                <a:cubicBezTo>
                  <a:pt x="17716" y="19108"/>
                  <a:pt x="18087" y="18789"/>
                  <a:pt x="18438" y="18438"/>
                </a:cubicBezTo>
                <a:cubicBezTo>
                  <a:pt x="18788" y="18087"/>
                  <a:pt x="19107" y="17716"/>
                  <a:pt x="19400" y="17332"/>
                </a:cubicBezTo>
                <a:close/>
              </a:path>
            </a:pathLst>
          </a:custGeom>
          <a:solidFill>
            <a:schemeClr val="accent4"/>
          </a:solidFill>
          <a:ln w="12700">
            <a:miter lim="400000"/>
          </a:ln>
        </p:spPr>
        <p:txBody>
          <a:bodyPr lIns="0" tIns="0" rIns="0" bIns="0" anchor="ctr"/>
          <a:lstStyle/>
          <a:p>
            <a:pPr marL="0" marR="0" lvl="0" indent="0" algn="ctr" defTabSz="8255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 kumimoji="0" sz="32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Helvetica Neue Medium"/>
              <a:sym typeface="Helvetica Neue Medium"/>
            </a:endParaRPr>
          </a:p>
        </p:txBody>
      </p:sp>
      <p:sp>
        <p:nvSpPr>
          <p:cNvPr id="219" name="Shape">
            <a:extLst>
              <a:ext uri="{FF2B5EF4-FFF2-40B4-BE49-F238E27FC236}">
                <a16:creationId xmlns:a16="http://schemas.microsoft.com/office/drawing/2014/main" id="{954A7268-5DA3-1254-077F-C05C52DD5EBF}"/>
              </a:ext>
            </a:extLst>
          </p:cNvPr>
          <p:cNvSpPr/>
          <p:nvPr/>
        </p:nvSpPr>
        <p:spPr>
          <a:xfrm>
            <a:off x="11727838" y="12253507"/>
            <a:ext cx="4276957" cy="427713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800" y="0"/>
                </a:moveTo>
                <a:cubicBezTo>
                  <a:pt x="10787" y="0"/>
                  <a:pt x="10773" y="1"/>
                  <a:pt x="10759" y="1"/>
                </a:cubicBezTo>
                <a:lnTo>
                  <a:pt x="1" y="10760"/>
                </a:lnTo>
                <a:cubicBezTo>
                  <a:pt x="0" y="10900"/>
                  <a:pt x="3" y="11040"/>
                  <a:pt x="8" y="11181"/>
                </a:cubicBezTo>
                <a:lnTo>
                  <a:pt x="11180" y="9"/>
                </a:lnTo>
                <a:cubicBezTo>
                  <a:pt x="11054" y="4"/>
                  <a:pt x="10927" y="0"/>
                  <a:pt x="10800" y="0"/>
                </a:cubicBezTo>
                <a:close/>
                <a:moveTo>
                  <a:pt x="10211" y="17"/>
                </a:moveTo>
                <a:cubicBezTo>
                  <a:pt x="10057" y="25"/>
                  <a:pt x="9903" y="36"/>
                  <a:pt x="9748" y="51"/>
                </a:cubicBezTo>
                <a:lnTo>
                  <a:pt x="50" y="9749"/>
                </a:lnTo>
                <a:cubicBezTo>
                  <a:pt x="35" y="9903"/>
                  <a:pt x="25" y="10057"/>
                  <a:pt x="16" y="10212"/>
                </a:cubicBezTo>
                <a:lnTo>
                  <a:pt x="10211" y="17"/>
                </a:lnTo>
                <a:close/>
                <a:moveTo>
                  <a:pt x="11683" y="38"/>
                </a:moveTo>
                <a:lnTo>
                  <a:pt x="38" y="11684"/>
                </a:lnTo>
                <a:cubicBezTo>
                  <a:pt x="48" y="11814"/>
                  <a:pt x="62" y="11944"/>
                  <a:pt x="78" y="12075"/>
                </a:cubicBezTo>
                <a:lnTo>
                  <a:pt x="12074" y="78"/>
                </a:lnTo>
                <a:cubicBezTo>
                  <a:pt x="11944" y="63"/>
                  <a:pt x="11814" y="49"/>
                  <a:pt x="11683" y="38"/>
                </a:cubicBezTo>
                <a:close/>
                <a:moveTo>
                  <a:pt x="9136" y="131"/>
                </a:moveTo>
                <a:cubicBezTo>
                  <a:pt x="8960" y="158"/>
                  <a:pt x="8786" y="190"/>
                  <a:pt x="8611" y="226"/>
                </a:cubicBezTo>
                <a:lnTo>
                  <a:pt x="226" y="8611"/>
                </a:lnTo>
                <a:cubicBezTo>
                  <a:pt x="190" y="8786"/>
                  <a:pt x="157" y="8961"/>
                  <a:pt x="130" y="9137"/>
                </a:cubicBezTo>
                <a:lnTo>
                  <a:pt x="9136" y="131"/>
                </a:lnTo>
                <a:close/>
                <a:moveTo>
                  <a:pt x="12541" y="143"/>
                </a:moveTo>
                <a:lnTo>
                  <a:pt x="143" y="12541"/>
                </a:lnTo>
                <a:cubicBezTo>
                  <a:pt x="163" y="12663"/>
                  <a:pt x="183" y="12785"/>
                  <a:pt x="207" y="12906"/>
                </a:cubicBezTo>
                <a:lnTo>
                  <a:pt x="12906" y="208"/>
                </a:lnTo>
                <a:cubicBezTo>
                  <a:pt x="12785" y="184"/>
                  <a:pt x="12663" y="163"/>
                  <a:pt x="12541" y="143"/>
                </a:cubicBezTo>
                <a:close/>
                <a:moveTo>
                  <a:pt x="13343" y="303"/>
                </a:moveTo>
                <a:lnTo>
                  <a:pt x="303" y="13343"/>
                </a:lnTo>
                <a:cubicBezTo>
                  <a:pt x="330" y="13456"/>
                  <a:pt x="361" y="13569"/>
                  <a:pt x="392" y="13682"/>
                </a:cubicBezTo>
                <a:lnTo>
                  <a:pt x="13682" y="393"/>
                </a:lnTo>
                <a:cubicBezTo>
                  <a:pt x="13569" y="362"/>
                  <a:pt x="13456" y="331"/>
                  <a:pt x="13343" y="303"/>
                </a:cubicBezTo>
                <a:close/>
                <a:moveTo>
                  <a:pt x="7909" y="395"/>
                </a:moveTo>
                <a:cubicBezTo>
                  <a:pt x="7701" y="452"/>
                  <a:pt x="7495" y="515"/>
                  <a:pt x="7290" y="585"/>
                </a:cubicBezTo>
                <a:lnTo>
                  <a:pt x="584" y="7290"/>
                </a:lnTo>
                <a:cubicBezTo>
                  <a:pt x="514" y="7495"/>
                  <a:pt x="452" y="7702"/>
                  <a:pt x="394" y="7909"/>
                </a:cubicBezTo>
                <a:lnTo>
                  <a:pt x="7909" y="395"/>
                </a:lnTo>
                <a:close/>
                <a:moveTo>
                  <a:pt x="14094" y="515"/>
                </a:moveTo>
                <a:lnTo>
                  <a:pt x="514" y="14094"/>
                </a:lnTo>
                <a:cubicBezTo>
                  <a:pt x="549" y="14202"/>
                  <a:pt x="583" y="14310"/>
                  <a:pt x="620" y="14417"/>
                </a:cubicBezTo>
                <a:lnTo>
                  <a:pt x="14417" y="621"/>
                </a:lnTo>
                <a:cubicBezTo>
                  <a:pt x="14310" y="583"/>
                  <a:pt x="14202" y="549"/>
                  <a:pt x="14094" y="515"/>
                </a:cubicBezTo>
                <a:close/>
                <a:moveTo>
                  <a:pt x="14804" y="767"/>
                </a:moveTo>
                <a:lnTo>
                  <a:pt x="767" y="14804"/>
                </a:lnTo>
                <a:cubicBezTo>
                  <a:pt x="807" y="14905"/>
                  <a:pt x="851" y="15004"/>
                  <a:pt x="894" y="15104"/>
                </a:cubicBezTo>
                <a:lnTo>
                  <a:pt x="15104" y="895"/>
                </a:lnTo>
                <a:cubicBezTo>
                  <a:pt x="15004" y="852"/>
                  <a:pt x="14905" y="807"/>
                  <a:pt x="14804" y="767"/>
                </a:cubicBezTo>
                <a:close/>
                <a:moveTo>
                  <a:pt x="6411" y="932"/>
                </a:moveTo>
                <a:cubicBezTo>
                  <a:pt x="6118" y="1062"/>
                  <a:pt x="5831" y="1206"/>
                  <a:pt x="5549" y="1363"/>
                </a:cubicBezTo>
                <a:lnTo>
                  <a:pt x="1362" y="5549"/>
                </a:lnTo>
                <a:cubicBezTo>
                  <a:pt x="1205" y="5832"/>
                  <a:pt x="1061" y="6119"/>
                  <a:pt x="931" y="6411"/>
                </a:cubicBezTo>
                <a:lnTo>
                  <a:pt x="6411" y="932"/>
                </a:lnTo>
                <a:close/>
                <a:moveTo>
                  <a:pt x="15470" y="1061"/>
                </a:moveTo>
                <a:lnTo>
                  <a:pt x="1060" y="15471"/>
                </a:lnTo>
                <a:cubicBezTo>
                  <a:pt x="1106" y="15567"/>
                  <a:pt x="1153" y="15664"/>
                  <a:pt x="1202" y="15759"/>
                </a:cubicBezTo>
                <a:lnTo>
                  <a:pt x="15759" y="1203"/>
                </a:lnTo>
                <a:cubicBezTo>
                  <a:pt x="15663" y="1153"/>
                  <a:pt x="15567" y="1107"/>
                  <a:pt x="15470" y="1061"/>
                </a:cubicBezTo>
                <a:close/>
                <a:moveTo>
                  <a:pt x="16103" y="1391"/>
                </a:moveTo>
                <a:lnTo>
                  <a:pt x="1391" y="16103"/>
                </a:lnTo>
                <a:cubicBezTo>
                  <a:pt x="1442" y="16194"/>
                  <a:pt x="1494" y="16285"/>
                  <a:pt x="1549" y="16375"/>
                </a:cubicBezTo>
                <a:lnTo>
                  <a:pt x="16375" y="1549"/>
                </a:lnTo>
                <a:cubicBezTo>
                  <a:pt x="16285" y="1495"/>
                  <a:pt x="16194" y="1442"/>
                  <a:pt x="16103" y="1391"/>
                </a:cubicBezTo>
                <a:close/>
                <a:moveTo>
                  <a:pt x="16703" y="1754"/>
                </a:moveTo>
                <a:lnTo>
                  <a:pt x="1753" y="16703"/>
                </a:lnTo>
                <a:cubicBezTo>
                  <a:pt x="1809" y="16788"/>
                  <a:pt x="1869" y="16872"/>
                  <a:pt x="1928" y="16956"/>
                </a:cubicBezTo>
                <a:lnTo>
                  <a:pt x="16956" y="1928"/>
                </a:lnTo>
                <a:cubicBezTo>
                  <a:pt x="16872" y="1869"/>
                  <a:pt x="16788" y="1810"/>
                  <a:pt x="16703" y="1754"/>
                </a:cubicBezTo>
                <a:close/>
                <a:moveTo>
                  <a:pt x="17267" y="2151"/>
                </a:moveTo>
                <a:lnTo>
                  <a:pt x="2151" y="17267"/>
                </a:lnTo>
                <a:cubicBezTo>
                  <a:pt x="2212" y="17349"/>
                  <a:pt x="2274" y="17430"/>
                  <a:pt x="2338" y="17510"/>
                </a:cubicBezTo>
                <a:lnTo>
                  <a:pt x="17510" y="2338"/>
                </a:lnTo>
                <a:cubicBezTo>
                  <a:pt x="17430" y="2275"/>
                  <a:pt x="17349" y="2212"/>
                  <a:pt x="17267" y="2151"/>
                </a:cubicBezTo>
                <a:close/>
                <a:moveTo>
                  <a:pt x="3805" y="2574"/>
                </a:moveTo>
                <a:cubicBezTo>
                  <a:pt x="3586" y="2761"/>
                  <a:pt x="3370" y="2956"/>
                  <a:pt x="3163" y="3163"/>
                </a:cubicBezTo>
                <a:cubicBezTo>
                  <a:pt x="2955" y="3371"/>
                  <a:pt x="2761" y="3586"/>
                  <a:pt x="2574" y="3806"/>
                </a:cubicBezTo>
                <a:lnTo>
                  <a:pt x="3805" y="2574"/>
                </a:lnTo>
                <a:close/>
                <a:moveTo>
                  <a:pt x="17801" y="2579"/>
                </a:moveTo>
                <a:lnTo>
                  <a:pt x="2579" y="17801"/>
                </a:lnTo>
                <a:cubicBezTo>
                  <a:pt x="2645" y="17878"/>
                  <a:pt x="2709" y="17957"/>
                  <a:pt x="2777" y="18032"/>
                </a:cubicBezTo>
                <a:lnTo>
                  <a:pt x="18032" y="2777"/>
                </a:lnTo>
                <a:cubicBezTo>
                  <a:pt x="17957" y="2709"/>
                  <a:pt x="17878" y="2645"/>
                  <a:pt x="17801" y="2579"/>
                </a:cubicBezTo>
                <a:close/>
                <a:moveTo>
                  <a:pt x="18304" y="3036"/>
                </a:moveTo>
                <a:lnTo>
                  <a:pt x="3036" y="18304"/>
                </a:lnTo>
                <a:cubicBezTo>
                  <a:pt x="3079" y="18349"/>
                  <a:pt x="3119" y="18394"/>
                  <a:pt x="3163" y="18438"/>
                </a:cubicBezTo>
                <a:cubicBezTo>
                  <a:pt x="3191" y="18466"/>
                  <a:pt x="3222" y="18492"/>
                  <a:pt x="3250" y="18521"/>
                </a:cubicBezTo>
                <a:lnTo>
                  <a:pt x="18521" y="3251"/>
                </a:lnTo>
                <a:cubicBezTo>
                  <a:pt x="18492" y="3222"/>
                  <a:pt x="18466" y="3192"/>
                  <a:pt x="18438" y="3163"/>
                </a:cubicBezTo>
                <a:cubicBezTo>
                  <a:pt x="18394" y="3119"/>
                  <a:pt x="18348" y="3079"/>
                  <a:pt x="18304" y="3036"/>
                </a:cubicBezTo>
                <a:close/>
                <a:moveTo>
                  <a:pt x="18781" y="3523"/>
                </a:moveTo>
                <a:lnTo>
                  <a:pt x="3522" y="18781"/>
                </a:lnTo>
                <a:cubicBezTo>
                  <a:pt x="3598" y="18850"/>
                  <a:pt x="3676" y="18915"/>
                  <a:pt x="3753" y="18982"/>
                </a:cubicBezTo>
                <a:lnTo>
                  <a:pt x="18982" y="3753"/>
                </a:lnTo>
                <a:cubicBezTo>
                  <a:pt x="18915" y="3676"/>
                  <a:pt x="18850" y="3598"/>
                  <a:pt x="18781" y="3523"/>
                </a:cubicBezTo>
                <a:close/>
                <a:moveTo>
                  <a:pt x="19224" y="4041"/>
                </a:moveTo>
                <a:lnTo>
                  <a:pt x="4041" y="19224"/>
                </a:lnTo>
                <a:cubicBezTo>
                  <a:pt x="4121" y="19289"/>
                  <a:pt x="4202" y="19350"/>
                  <a:pt x="4283" y="19412"/>
                </a:cubicBezTo>
                <a:lnTo>
                  <a:pt x="19412" y="4283"/>
                </a:lnTo>
                <a:cubicBezTo>
                  <a:pt x="19350" y="4202"/>
                  <a:pt x="19289" y="4121"/>
                  <a:pt x="19224" y="4041"/>
                </a:cubicBezTo>
                <a:close/>
                <a:moveTo>
                  <a:pt x="19637" y="4591"/>
                </a:moveTo>
                <a:lnTo>
                  <a:pt x="4591" y="19637"/>
                </a:lnTo>
                <a:cubicBezTo>
                  <a:pt x="4675" y="19696"/>
                  <a:pt x="4758" y="19757"/>
                  <a:pt x="4843" y="19813"/>
                </a:cubicBezTo>
                <a:lnTo>
                  <a:pt x="19813" y="4844"/>
                </a:lnTo>
                <a:cubicBezTo>
                  <a:pt x="19757" y="4758"/>
                  <a:pt x="19696" y="4675"/>
                  <a:pt x="19637" y="4591"/>
                </a:cubicBezTo>
                <a:close/>
                <a:moveTo>
                  <a:pt x="20019" y="5172"/>
                </a:moveTo>
                <a:lnTo>
                  <a:pt x="5172" y="20019"/>
                </a:lnTo>
                <a:cubicBezTo>
                  <a:pt x="5261" y="20073"/>
                  <a:pt x="5351" y="20126"/>
                  <a:pt x="5441" y="20178"/>
                </a:cubicBezTo>
                <a:lnTo>
                  <a:pt x="20178" y="5441"/>
                </a:lnTo>
                <a:cubicBezTo>
                  <a:pt x="20126" y="5351"/>
                  <a:pt x="20073" y="5261"/>
                  <a:pt x="20019" y="5172"/>
                </a:cubicBezTo>
                <a:close/>
                <a:moveTo>
                  <a:pt x="20369" y="5782"/>
                </a:moveTo>
                <a:lnTo>
                  <a:pt x="5782" y="20369"/>
                </a:lnTo>
                <a:cubicBezTo>
                  <a:pt x="5877" y="20419"/>
                  <a:pt x="5974" y="20463"/>
                  <a:pt x="6071" y="20510"/>
                </a:cubicBezTo>
                <a:lnTo>
                  <a:pt x="20510" y="6071"/>
                </a:lnTo>
                <a:cubicBezTo>
                  <a:pt x="20463" y="5975"/>
                  <a:pt x="20419" y="5878"/>
                  <a:pt x="20369" y="5782"/>
                </a:cubicBezTo>
                <a:close/>
                <a:moveTo>
                  <a:pt x="20679" y="6434"/>
                </a:moveTo>
                <a:lnTo>
                  <a:pt x="6434" y="20679"/>
                </a:lnTo>
                <a:cubicBezTo>
                  <a:pt x="6534" y="20723"/>
                  <a:pt x="6633" y="20769"/>
                  <a:pt x="6734" y="20809"/>
                </a:cubicBezTo>
                <a:lnTo>
                  <a:pt x="20809" y="6735"/>
                </a:lnTo>
                <a:cubicBezTo>
                  <a:pt x="20769" y="6634"/>
                  <a:pt x="20723" y="6534"/>
                  <a:pt x="20679" y="6434"/>
                </a:cubicBezTo>
                <a:close/>
                <a:moveTo>
                  <a:pt x="20956" y="7121"/>
                </a:moveTo>
                <a:lnTo>
                  <a:pt x="7120" y="20956"/>
                </a:lnTo>
                <a:cubicBezTo>
                  <a:pt x="7226" y="20994"/>
                  <a:pt x="7333" y="21030"/>
                  <a:pt x="7439" y="21065"/>
                </a:cubicBezTo>
                <a:lnTo>
                  <a:pt x="21065" y="7439"/>
                </a:lnTo>
                <a:cubicBezTo>
                  <a:pt x="21030" y="7333"/>
                  <a:pt x="20994" y="7226"/>
                  <a:pt x="20956" y="7121"/>
                </a:cubicBezTo>
                <a:close/>
                <a:moveTo>
                  <a:pt x="21190" y="7848"/>
                </a:moveTo>
                <a:lnTo>
                  <a:pt x="7848" y="21190"/>
                </a:lnTo>
                <a:cubicBezTo>
                  <a:pt x="7960" y="21221"/>
                  <a:pt x="8073" y="21252"/>
                  <a:pt x="8186" y="21280"/>
                </a:cubicBezTo>
                <a:lnTo>
                  <a:pt x="21280" y="8186"/>
                </a:lnTo>
                <a:cubicBezTo>
                  <a:pt x="21252" y="8073"/>
                  <a:pt x="21221" y="7960"/>
                  <a:pt x="21190" y="7848"/>
                </a:cubicBezTo>
                <a:close/>
                <a:moveTo>
                  <a:pt x="21378" y="8623"/>
                </a:moveTo>
                <a:lnTo>
                  <a:pt x="8623" y="21378"/>
                </a:lnTo>
                <a:cubicBezTo>
                  <a:pt x="8743" y="21402"/>
                  <a:pt x="8863" y="21424"/>
                  <a:pt x="8984" y="21445"/>
                </a:cubicBezTo>
                <a:lnTo>
                  <a:pt x="21445" y="8984"/>
                </a:lnTo>
                <a:cubicBezTo>
                  <a:pt x="21424" y="8864"/>
                  <a:pt x="21402" y="8743"/>
                  <a:pt x="21378" y="8623"/>
                </a:cubicBezTo>
                <a:close/>
                <a:moveTo>
                  <a:pt x="21514" y="9448"/>
                </a:moveTo>
                <a:lnTo>
                  <a:pt x="9447" y="21514"/>
                </a:lnTo>
                <a:cubicBezTo>
                  <a:pt x="9576" y="21530"/>
                  <a:pt x="9704" y="21546"/>
                  <a:pt x="9833" y="21557"/>
                </a:cubicBezTo>
                <a:lnTo>
                  <a:pt x="21557" y="9834"/>
                </a:lnTo>
                <a:cubicBezTo>
                  <a:pt x="21546" y="9705"/>
                  <a:pt x="21530" y="9576"/>
                  <a:pt x="21514" y="9448"/>
                </a:cubicBezTo>
                <a:close/>
                <a:moveTo>
                  <a:pt x="21590" y="10333"/>
                </a:moveTo>
                <a:lnTo>
                  <a:pt x="10332" y="21590"/>
                </a:lnTo>
                <a:cubicBezTo>
                  <a:pt x="10473" y="21596"/>
                  <a:pt x="10613" y="21599"/>
                  <a:pt x="10753" y="21600"/>
                </a:cubicBezTo>
                <a:lnTo>
                  <a:pt x="21600" y="10754"/>
                </a:lnTo>
                <a:cubicBezTo>
                  <a:pt x="21599" y="10613"/>
                  <a:pt x="21596" y="10473"/>
                  <a:pt x="21590" y="10333"/>
                </a:cubicBezTo>
                <a:close/>
                <a:moveTo>
                  <a:pt x="21590" y="11296"/>
                </a:moveTo>
                <a:lnTo>
                  <a:pt x="11295" y="21590"/>
                </a:lnTo>
                <a:cubicBezTo>
                  <a:pt x="11449" y="21583"/>
                  <a:pt x="11603" y="21572"/>
                  <a:pt x="11757" y="21558"/>
                </a:cubicBezTo>
                <a:lnTo>
                  <a:pt x="21558" y="11757"/>
                </a:lnTo>
                <a:cubicBezTo>
                  <a:pt x="21572" y="11603"/>
                  <a:pt x="21583" y="11450"/>
                  <a:pt x="21590" y="11296"/>
                </a:cubicBezTo>
                <a:close/>
                <a:moveTo>
                  <a:pt x="21489" y="12358"/>
                </a:moveTo>
                <a:lnTo>
                  <a:pt x="12358" y="21489"/>
                </a:lnTo>
                <a:cubicBezTo>
                  <a:pt x="12531" y="21464"/>
                  <a:pt x="12703" y="21434"/>
                  <a:pt x="12876" y="21400"/>
                </a:cubicBezTo>
                <a:lnTo>
                  <a:pt x="21400" y="12876"/>
                </a:lnTo>
                <a:cubicBezTo>
                  <a:pt x="21434" y="12704"/>
                  <a:pt x="21464" y="12531"/>
                  <a:pt x="21489" y="12358"/>
                </a:cubicBezTo>
                <a:close/>
                <a:moveTo>
                  <a:pt x="21239" y="13569"/>
                </a:moveTo>
                <a:lnTo>
                  <a:pt x="13569" y="21239"/>
                </a:lnTo>
                <a:cubicBezTo>
                  <a:pt x="13774" y="21185"/>
                  <a:pt x="13978" y="21125"/>
                  <a:pt x="14181" y="21058"/>
                </a:cubicBezTo>
                <a:lnTo>
                  <a:pt x="21058" y="14181"/>
                </a:lnTo>
                <a:cubicBezTo>
                  <a:pt x="21125" y="13978"/>
                  <a:pt x="21185" y="13774"/>
                  <a:pt x="21239" y="13569"/>
                </a:cubicBezTo>
                <a:close/>
                <a:moveTo>
                  <a:pt x="20736" y="15035"/>
                </a:moveTo>
                <a:lnTo>
                  <a:pt x="15035" y="20736"/>
                </a:lnTo>
                <a:cubicBezTo>
                  <a:pt x="15310" y="20619"/>
                  <a:pt x="15581" y="20493"/>
                  <a:pt x="15848" y="20352"/>
                </a:cubicBezTo>
                <a:lnTo>
                  <a:pt x="20352" y="15848"/>
                </a:lnTo>
                <a:cubicBezTo>
                  <a:pt x="20493" y="15581"/>
                  <a:pt x="20619" y="15310"/>
                  <a:pt x="20736" y="15035"/>
                </a:cubicBezTo>
                <a:close/>
                <a:moveTo>
                  <a:pt x="19400" y="17332"/>
                </a:moveTo>
                <a:lnTo>
                  <a:pt x="17332" y="19400"/>
                </a:lnTo>
                <a:cubicBezTo>
                  <a:pt x="17716" y="19108"/>
                  <a:pt x="18087" y="18789"/>
                  <a:pt x="18438" y="18438"/>
                </a:cubicBezTo>
                <a:cubicBezTo>
                  <a:pt x="18788" y="18087"/>
                  <a:pt x="19107" y="17716"/>
                  <a:pt x="19400" y="17332"/>
                </a:cubicBezTo>
                <a:close/>
              </a:path>
            </a:pathLst>
          </a:custGeom>
          <a:solidFill>
            <a:schemeClr val="accent4"/>
          </a:solidFill>
          <a:ln w="12700">
            <a:miter lim="400000"/>
          </a:ln>
        </p:spPr>
        <p:txBody>
          <a:bodyPr lIns="0" tIns="0" rIns="0" bIns="0" anchor="ctr"/>
          <a:lstStyle/>
          <a:p>
            <a:pPr marL="0" marR="0" lvl="0" indent="0" algn="ctr" defTabSz="8255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 kumimoji="0" sz="32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Helvetica Neue Medium"/>
              <a:sym typeface="Helvetica Neue Medium"/>
            </a:endParaRPr>
          </a:p>
        </p:txBody>
      </p:sp>
      <p:sp>
        <p:nvSpPr>
          <p:cNvPr id="220" name="Shape">
            <a:extLst>
              <a:ext uri="{FF2B5EF4-FFF2-40B4-BE49-F238E27FC236}">
                <a16:creationId xmlns:a16="http://schemas.microsoft.com/office/drawing/2014/main" id="{817A2561-1D19-1F3C-5B2A-4379DA88205C}"/>
              </a:ext>
            </a:extLst>
          </p:cNvPr>
          <p:cNvSpPr/>
          <p:nvPr/>
        </p:nvSpPr>
        <p:spPr>
          <a:xfrm>
            <a:off x="22467966" y="8316507"/>
            <a:ext cx="4276957" cy="427713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800" y="0"/>
                </a:moveTo>
                <a:cubicBezTo>
                  <a:pt x="10787" y="0"/>
                  <a:pt x="10773" y="1"/>
                  <a:pt x="10759" y="1"/>
                </a:cubicBezTo>
                <a:lnTo>
                  <a:pt x="1" y="10760"/>
                </a:lnTo>
                <a:cubicBezTo>
                  <a:pt x="0" y="10900"/>
                  <a:pt x="3" y="11040"/>
                  <a:pt x="8" y="11181"/>
                </a:cubicBezTo>
                <a:lnTo>
                  <a:pt x="11180" y="9"/>
                </a:lnTo>
                <a:cubicBezTo>
                  <a:pt x="11054" y="4"/>
                  <a:pt x="10927" y="0"/>
                  <a:pt x="10800" y="0"/>
                </a:cubicBezTo>
                <a:close/>
                <a:moveTo>
                  <a:pt x="10211" y="17"/>
                </a:moveTo>
                <a:cubicBezTo>
                  <a:pt x="10057" y="25"/>
                  <a:pt x="9903" y="36"/>
                  <a:pt x="9748" y="51"/>
                </a:cubicBezTo>
                <a:lnTo>
                  <a:pt x="50" y="9749"/>
                </a:lnTo>
                <a:cubicBezTo>
                  <a:pt x="35" y="9903"/>
                  <a:pt x="25" y="10057"/>
                  <a:pt x="16" y="10212"/>
                </a:cubicBezTo>
                <a:lnTo>
                  <a:pt x="10211" y="17"/>
                </a:lnTo>
                <a:close/>
                <a:moveTo>
                  <a:pt x="11683" y="38"/>
                </a:moveTo>
                <a:lnTo>
                  <a:pt x="38" y="11684"/>
                </a:lnTo>
                <a:cubicBezTo>
                  <a:pt x="48" y="11814"/>
                  <a:pt x="62" y="11944"/>
                  <a:pt x="78" y="12075"/>
                </a:cubicBezTo>
                <a:lnTo>
                  <a:pt x="12074" y="78"/>
                </a:lnTo>
                <a:cubicBezTo>
                  <a:pt x="11944" y="63"/>
                  <a:pt x="11814" y="49"/>
                  <a:pt x="11683" y="38"/>
                </a:cubicBezTo>
                <a:close/>
                <a:moveTo>
                  <a:pt x="9136" y="131"/>
                </a:moveTo>
                <a:cubicBezTo>
                  <a:pt x="8960" y="158"/>
                  <a:pt x="8786" y="190"/>
                  <a:pt x="8611" y="226"/>
                </a:cubicBezTo>
                <a:lnTo>
                  <a:pt x="226" y="8611"/>
                </a:lnTo>
                <a:cubicBezTo>
                  <a:pt x="190" y="8786"/>
                  <a:pt x="157" y="8961"/>
                  <a:pt x="130" y="9137"/>
                </a:cubicBezTo>
                <a:lnTo>
                  <a:pt x="9136" y="131"/>
                </a:lnTo>
                <a:close/>
                <a:moveTo>
                  <a:pt x="12541" y="143"/>
                </a:moveTo>
                <a:lnTo>
                  <a:pt x="143" y="12541"/>
                </a:lnTo>
                <a:cubicBezTo>
                  <a:pt x="163" y="12663"/>
                  <a:pt x="183" y="12785"/>
                  <a:pt x="207" y="12906"/>
                </a:cubicBezTo>
                <a:lnTo>
                  <a:pt x="12906" y="208"/>
                </a:lnTo>
                <a:cubicBezTo>
                  <a:pt x="12785" y="184"/>
                  <a:pt x="12663" y="163"/>
                  <a:pt x="12541" y="143"/>
                </a:cubicBezTo>
                <a:close/>
                <a:moveTo>
                  <a:pt x="13343" y="303"/>
                </a:moveTo>
                <a:lnTo>
                  <a:pt x="303" y="13343"/>
                </a:lnTo>
                <a:cubicBezTo>
                  <a:pt x="330" y="13456"/>
                  <a:pt x="361" y="13569"/>
                  <a:pt x="392" y="13682"/>
                </a:cubicBezTo>
                <a:lnTo>
                  <a:pt x="13682" y="393"/>
                </a:lnTo>
                <a:cubicBezTo>
                  <a:pt x="13569" y="362"/>
                  <a:pt x="13456" y="331"/>
                  <a:pt x="13343" y="303"/>
                </a:cubicBezTo>
                <a:close/>
                <a:moveTo>
                  <a:pt x="7909" y="395"/>
                </a:moveTo>
                <a:cubicBezTo>
                  <a:pt x="7701" y="452"/>
                  <a:pt x="7495" y="515"/>
                  <a:pt x="7290" y="585"/>
                </a:cubicBezTo>
                <a:lnTo>
                  <a:pt x="584" y="7290"/>
                </a:lnTo>
                <a:cubicBezTo>
                  <a:pt x="514" y="7495"/>
                  <a:pt x="452" y="7702"/>
                  <a:pt x="394" y="7909"/>
                </a:cubicBezTo>
                <a:lnTo>
                  <a:pt x="7909" y="395"/>
                </a:lnTo>
                <a:close/>
                <a:moveTo>
                  <a:pt x="14094" y="515"/>
                </a:moveTo>
                <a:lnTo>
                  <a:pt x="514" y="14094"/>
                </a:lnTo>
                <a:cubicBezTo>
                  <a:pt x="549" y="14202"/>
                  <a:pt x="583" y="14310"/>
                  <a:pt x="620" y="14417"/>
                </a:cubicBezTo>
                <a:lnTo>
                  <a:pt x="14417" y="621"/>
                </a:lnTo>
                <a:cubicBezTo>
                  <a:pt x="14310" y="583"/>
                  <a:pt x="14202" y="549"/>
                  <a:pt x="14094" y="515"/>
                </a:cubicBezTo>
                <a:close/>
                <a:moveTo>
                  <a:pt x="14804" y="767"/>
                </a:moveTo>
                <a:lnTo>
                  <a:pt x="767" y="14804"/>
                </a:lnTo>
                <a:cubicBezTo>
                  <a:pt x="807" y="14905"/>
                  <a:pt x="851" y="15004"/>
                  <a:pt x="894" y="15104"/>
                </a:cubicBezTo>
                <a:lnTo>
                  <a:pt x="15104" y="895"/>
                </a:lnTo>
                <a:cubicBezTo>
                  <a:pt x="15004" y="852"/>
                  <a:pt x="14905" y="807"/>
                  <a:pt x="14804" y="767"/>
                </a:cubicBezTo>
                <a:close/>
                <a:moveTo>
                  <a:pt x="6411" y="932"/>
                </a:moveTo>
                <a:cubicBezTo>
                  <a:pt x="6118" y="1062"/>
                  <a:pt x="5831" y="1206"/>
                  <a:pt x="5549" y="1363"/>
                </a:cubicBezTo>
                <a:lnTo>
                  <a:pt x="1362" y="5549"/>
                </a:lnTo>
                <a:cubicBezTo>
                  <a:pt x="1205" y="5832"/>
                  <a:pt x="1061" y="6119"/>
                  <a:pt x="931" y="6411"/>
                </a:cubicBezTo>
                <a:lnTo>
                  <a:pt x="6411" y="932"/>
                </a:lnTo>
                <a:close/>
                <a:moveTo>
                  <a:pt x="15470" y="1061"/>
                </a:moveTo>
                <a:lnTo>
                  <a:pt x="1060" y="15471"/>
                </a:lnTo>
                <a:cubicBezTo>
                  <a:pt x="1106" y="15567"/>
                  <a:pt x="1153" y="15664"/>
                  <a:pt x="1202" y="15759"/>
                </a:cubicBezTo>
                <a:lnTo>
                  <a:pt x="15759" y="1203"/>
                </a:lnTo>
                <a:cubicBezTo>
                  <a:pt x="15663" y="1153"/>
                  <a:pt x="15567" y="1107"/>
                  <a:pt x="15470" y="1061"/>
                </a:cubicBezTo>
                <a:close/>
                <a:moveTo>
                  <a:pt x="16103" y="1391"/>
                </a:moveTo>
                <a:lnTo>
                  <a:pt x="1391" y="16103"/>
                </a:lnTo>
                <a:cubicBezTo>
                  <a:pt x="1442" y="16194"/>
                  <a:pt x="1494" y="16285"/>
                  <a:pt x="1549" y="16375"/>
                </a:cubicBezTo>
                <a:lnTo>
                  <a:pt x="16375" y="1549"/>
                </a:lnTo>
                <a:cubicBezTo>
                  <a:pt x="16285" y="1495"/>
                  <a:pt x="16194" y="1442"/>
                  <a:pt x="16103" y="1391"/>
                </a:cubicBezTo>
                <a:close/>
                <a:moveTo>
                  <a:pt x="16703" y="1754"/>
                </a:moveTo>
                <a:lnTo>
                  <a:pt x="1753" y="16703"/>
                </a:lnTo>
                <a:cubicBezTo>
                  <a:pt x="1809" y="16788"/>
                  <a:pt x="1869" y="16872"/>
                  <a:pt x="1928" y="16956"/>
                </a:cubicBezTo>
                <a:lnTo>
                  <a:pt x="16956" y="1928"/>
                </a:lnTo>
                <a:cubicBezTo>
                  <a:pt x="16872" y="1869"/>
                  <a:pt x="16788" y="1810"/>
                  <a:pt x="16703" y="1754"/>
                </a:cubicBezTo>
                <a:close/>
                <a:moveTo>
                  <a:pt x="17267" y="2151"/>
                </a:moveTo>
                <a:lnTo>
                  <a:pt x="2151" y="17267"/>
                </a:lnTo>
                <a:cubicBezTo>
                  <a:pt x="2212" y="17349"/>
                  <a:pt x="2274" y="17430"/>
                  <a:pt x="2338" y="17510"/>
                </a:cubicBezTo>
                <a:lnTo>
                  <a:pt x="17510" y="2338"/>
                </a:lnTo>
                <a:cubicBezTo>
                  <a:pt x="17430" y="2275"/>
                  <a:pt x="17349" y="2212"/>
                  <a:pt x="17267" y="2151"/>
                </a:cubicBezTo>
                <a:close/>
                <a:moveTo>
                  <a:pt x="3805" y="2574"/>
                </a:moveTo>
                <a:cubicBezTo>
                  <a:pt x="3586" y="2761"/>
                  <a:pt x="3370" y="2956"/>
                  <a:pt x="3163" y="3163"/>
                </a:cubicBezTo>
                <a:cubicBezTo>
                  <a:pt x="2955" y="3371"/>
                  <a:pt x="2761" y="3586"/>
                  <a:pt x="2574" y="3806"/>
                </a:cubicBezTo>
                <a:lnTo>
                  <a:pt x="3805" y="2574"/>
                </a:lnTo>
                <a:close/>
                <a:moveTo>
                  <a:pt x="17801" y="2579"/>
                </a:moveTo>
                <a:lnTo>
                  <a:pt x="2579" y="17801"/>
                </a:lnTo>
                <a:cubicBezTo>
                  <a:pt x="2645" y="17878"/>
                  <a:pt x="2709" y="17957"/>
                  <a:pt x="2777" y="18032"/>
                </a:cubicBezTo>
                <a:lnTo>
                  <a:pt x="18032" y="2777"/>
                </a:lnTo>
                <a:cubicBezTo>
                  <a:pt x="17957" y="2709"/>
                  <a:pt x="17878" y="2645"/>
                  <a:pt x="17801" y="2579"/>
                </a:cubicBezTo>
                <a:close/>
                <a:moveTo>
                  <a:pt x="18304" y="3036"/>
                </a:moveTo>
                <a:lnTo>
                  <a:pt x="3036" y="18304"/>
                </a:lnTo>
                <a:cubicBezTo>
                  <a:pt x="3079" y="18349"/>
                  <a:pt x="3119" y="18394"/>
                  <a:pt x="3163" y="18438"/>
                </a:cubicBezTo>
                <a:cubicBezTo>
                  <a:pt x="3191" y="18466"/>
                  <a:pt x="3222" y="18492"/>
                  <a:pt x="3250" y="18521"/>
                </a:cubicBezTo>
                <a:lnTo>
                  <a:pt x="18521" y="3251"/>
                </a:lnTo>
                <a:cubicBezTo>
                  <a:pt x="18492" y="3222"/>
                  <a:pt x="18466" y="3192"/>
                  <a:pt x="18438" y="3163"/>
                </a:cubicBezTo>
                <a:cubicBezTo>
                  <a:pt x="18394" y="3119"/>
                  <a:pt x="18348" y="3079"/>
                  <a:pt x="18304" y="3036"/>
                </a:cubicBezTo>
                <a:close/>
                <a:moveTo>
                  <a:pt x="18781" y="3523"/>
                </a:moveTo>
                <a:lnTo>
                  <a:pt x="3522" y="18781"/>
                </a:lnTo>
                <a:cubicBezTo>
                  <a:pt x="3598" y="18850"/>
                  <a:pt x="3676" y="18915"/>
                  <a:pt x="3753" y="18982"/>
                </a:cubicBezTo>
                <a:lnTo>
                  <a:pt x="18982" y="3753"/>
                </a:lnTo>
                <a:cubicBezTo>
                  <a:pt x="18915" y="3676"/>
                  <a:pt x="18850" y="3598"/>
                  <a:pt x="18781" y="3523"/>
                </a:cubicBezTo>
                <a:close/>
                <a:moveTo>
                  <a:pt x="19224" y="4041"/>
                </a:moveTo>
                <a:lnTo>
                  <a:pt x="4041" y="19224"/>
                </a:lnTo>
                <a:cubicBezTo>
                  <a:pt x="4121" y="19289"/>
                  <a:pt x="4202" y="19350"/>
                  <a:pt x="4283" y="19412"/>
                </a:cubicBezTo>
                <a:lnTo>
                  <a:pt x="19412" y="4283"/>
                </a:lnTo>
                <a:cubicBezTo>
                  <a:pt x="19350" y="4202"/>
                  <a:pt x="19289" y="4121"/>
                  <a:pt x="19224" y="4041"/>
                </a:cubicBezTo>
                <a:close/>
                <a:moveTo>
                  <a:pt x="19637" y="4591"/>
                </a:moveTo>
                <a:lnTo>
                  <a:pt x="4591" y="19637"/>
                </a:lnTo>
                <a:cubicBezTo>
                  <a:pt x="4675" y="19696"/>
                  <a:pt x="4758" y="19757"/>
                  <a:pt x="4843" y="19813"/>
                </a:cubicBezTo>
                <a:lnTo>
                  <a:pt x="19813" y="4844"/>
                </a:lnTo>
                <a:cubicBezTo>
                  <a:pt x="19757" y="4758"/>
                  <a:pt x="19696" y="4675"/>
                  <a:pt x="19637" y="4591"/>
                </a:cubicBezTo>
                <a:close/>
                <a:moveTo>
                  <a:pt x="20019" y="5172"/>
                </a:moveTo>
                <a:lnTo>
                  <a:pt x="5172" y="20019"/>
                </a:lnTo>
                <a:cubicBezTo>
                  <a:pt x="5261" y="20073"/>
                  <a:pt x="5351" y="20126"/>
                  <a:pt x="5441" y="20178"/>
                </a:cubicBezTo>
                <a:lnTo>
                  <a:pt x="20178" y="5441"/>
                </a:lnTo>
                <a:cubicBezTo>
                  <a:pt x="20126" y="5351"/>
                  <a:pt x="20073" y="5261"/>
                  <a:pt x="20019" y="5172"/>
                </a:cubicBezTo>
                <a:close/>
                <a:moveTo>
                  <a:pt x="20369" y="5782"/>
                </a:moveTo>
                <a:lnTo>
                  <a:pt x="5782" y="20369"/>
                </a:lnTo>
                <a:cubicBezTo>
                  <a:pt x="5877" y="20419"/>
                  <a:pt x="5974" y="20463"/>
                  <a:pt x="6071" y="20510"/>
                </a:cubicBezTo>
                <a:lnTo>
                  <a:pt x="20510" y="6071"/>
                </a:lnTo>
                <a:cubicBezTo>
                  <a:pt x="20463" y="5975"/>
                  <a:pt x="20419" y="5878"/>
                  <a:pt x="20369" y="5782"/>
                </a:cubicBezTo>
                <a:close/>
                <a:moveTo>
                  <a:pt x="20679" y="6434"/>
                </a:moveTo>
                <a:lnTo>
                  <a:pt x="6434" y="20679"/>
                </a:lnTo>
                <a:cubicBezTo>
                  <a:pt x="6534" y="20723"/>
                  <a:pt x="6633" y="20769"/>
                  <a:pt x="6734" y="20809"/>
                </a:cubicBezTo>
                <a:lnTo>
                  <a:pt x="20809" y="6735"/>
                </a:lnTo>
                <a:cubicBezTo>
                  <a:pt x="20769" y="6634"/>
                  <a:pt x="20723" y="6534"/>
                  <a:pt x="20679" y="6434"/>
                </a:cubicBezTo>
                <a:close/>
                <a:moveTo>
                  <a:pt x="20956" y="7121"/>
                </a:moveTo>
                <a:lnTo>
                  <a:pt x="7120" y="20956"/>
                </a:lnTo>
                <a:cubicBezTo>
                  <a:pt x="7226" y="20994"/>
                  <a:pt x="7333" y="21030"/>
                  <a:pt x="7439" y="21065"/>
                </a:cubicBezTo>
                <a:lnTo>
                  <a:pt x="21065" y="7439"/>
                </a:lnTo>
                <a:cubicBezTo>
                  <a:pt x="21030" y="7333"/>
                  <a:pt x="20994" y="7226"/>
                  <a:pt x="20956" y="7121"/>
                </a:cubicBezTo>
                <a:close/>
                <a:moveTo>
                  <a:pt x="21190" y="7848"/>
                </a:moveTo>
                <a:lnTo>
                  <a:pt x="7848" y="21190"/>
                </a:lnTo>
                <a:cubicBezTo>
                  <a:pt x="7960" y="21221"/>
                  <a:pt x="8073" y="21252"/>
                  <a:pt x="8186" y="21280"/>
                </a:cubicBezTo>
                <a:lnTo>
                  <a:pt x="21280" y="8186"/>
                </a:lnTo>
                <a:cubicBezTo>
                  <a:pt x="21252" y="8073"/>
                  <a:pt x="21221" y="7960"/>
                  <a:pt x="21190" y="7848"/>
                </a:cubicBezTo>
                <a:close/>
                <a:moveTo>
                  <a:pt x="21378" y="8623"/>
                </a:moveTo>
                <a:lnTo>
                  <a:pt x="8623" y="21378"/>
                </a:lnTo>
                <a:cubicBezTo>
                  <a:pt x="8743" y="21402"/>
                  <a:pt x="8863" y="21424"/>
                  <a:pt x="8984" y="21445"/>
                </a:cubicBezTo>
                <a:lnTo>
                  <a:pt x="21445" y="8984"/>
                </a:lnTo>
                <a:cubicBezTo>
                  <a:pt x="21424" y="8864"/>
                  <a:pt x="21402" y="8743"/>
                  <a:pt x="21378" y="8623"/>
                </a:cubicBezTo>
                <a:close/>
                <a:moveTo>
                  <a:pt x="21514" y="9448"/>
                </a:moveTo>
                <a:lnTo>
                  <a:pt x="9447" y="21514"/>
                </a:lnTo>
                <a:cubicBezTo>
                  <a:pt x="9576" y="21530"/>
                  <a:pt x="9704" y="21546"/>
                  <a:pt x="9833" y="21557"/>
                </a:cubicBezTo>
                <a:lnTo>
                  <a:pt x="21557" y="9834"/>
                </a:lnTo>
                <a:cubicBezTo>
                  <a:pt x="21546" y="9705"/>
                  <a:pt x="21530" y="9576"/>
                  <a:pt x="21514" y="9448"/>
                </a:cubicBezTo>
                <a:close/>
                <a:moveTo>
                  <a:pt x="21590" y="10333"/>
                </a:moveTo>
                <a:lnTo>
                  <a:pt x="10332" y="21590"/>
                </a:lnTo>
                <a:cubicBezTo>
                  <a:pt x="10473" y="21596"/>
                  <a:pt x="10613" y="21599"/>
                  <a:pt x="10753" y="21600"/>
                </a:cubicBezTo>
                <a:lnTo>
                  <a:pt x="21600" y="10754"/>
                </a:lnTo>
                <a:cubicBezTo>
                  <a:pt x="21599" y="10613"/>
                  <a:pt x="21596" y="10473"/>
                  <a:pt x="21590" y="10333"/>
                </a:cubicBezTo>
                <a:close/>
                <a:moveTo>
                  <a:pt x="21590" y="11296"/>
                </a:moveTo>
                <a:lnTo>
                  <a:pt x="11295" y="21590"/>
                </a:lnTo>
                <a:cubicBezTo>
                  <a:pt x="11449" y="21583"/>
                  <a:pt x="11603" y="21572"/>
                  <a:pt x="11757" y="21558"/>
                </a:cubicBezTo>
                <a:lnTo>
                  <a:pt x="21558" y="11757"/>
                </a:lnTo>
                <a:cubicBezTo>
                  <a:pt x="21572" y="11603"/>
                  <a:pt x="21583" y="11450"/>
                  <a:pt x="21590" y="11296"/>
                </a:cubicBezTo>
                <a:close/>
                <a:moveTo>
                  <a:pt x="21489" y="12358"/>
                </a:moveTo>
                <a:lnTo>
                  <a:pt x="12358" y="21489"/>
                </a:lnTo>
                <a:cubicBezTo>
                  <a:pt x="12531" y="21464"/>
                  <a:pt x="12703" y="21434"/>
                  <a:pt x="12876" y="21400"/>
                </a:cubicBezTo>
                <a:lnTo>
                  <a:pt x="21400" y="12876"/>
                </a:lnTo>
                <a:cubicBezTo>
                  <a:pt x="21434" y="12704"/>
                  <a:pt x="21464" y="12531"/>
                  <a:pt x="21489" y="12358"/>
                </a:cubicBezTo>
                <a:close/>
                <a:moveTo>
                  <a:pt x="21239" y="13569"/>
                </a:moveTo>
                <a:lnTo>
                  <a:pt x="13569" y="21239"/>
                </a:lnTo>
                <a:cubicBezTo>
                  <a:pt x="13774" y="21185"/>
                  <a:pt x="13978" y="21125"/>
                  <a:pt x="14181" y="21058"/>
                </a:cubicBezTo>
                <a:lnTo>
                  <a:pt x="21058" y="14181"/>
                </a:lnTo>
                <a:cubicBezTo>
                  <a:pt x="21125" y="13978"/>
                  <a:pt x="21185" y="13774"/>
                  <a:pt x="21239" y="13569"/>
                </a:cubicBezTo>
                <a:close/>
                <a:moveTo>
                  <a:pt x="20736" y="15035"/>
                </a:moveTo>
                <a:lnTo>
                  <a:pt x="15035" y="20736"/>
                </a:lnTo>
                <a:cubicBezTo>
                  <a:pt x="15310" y="20619"/>
                  <a:pt x="15581" y="20493"/>
                  <a:pt x="15848" y="20352"/>
                </a:cubicBezTo>
                <a:lnTo>
                  <a:pt x="20352" y="15848"/>
                </a:lnTo>
                <a:cubicBezTo>
                  <a:pt x="20493" y="15581"/>
                  <a:pt x="20619" y="15310"/>
                  <a:pt x="20736" y="15035"/>
                </a:cubicBezTo>
                <a:close/>
                <a:moveTo>
                  <a:pt x="19400" y="17332"/>
                </a:moveTo>
                <a:lnTo>
                  <a:pt x="17332" y="19400"/>
                </a:lnTo>
                <a:cubicBezTo>
                  <a:pt x="17716" y="19108"/>
                  <a:pt x="18087" y="18789"/>
                  <a:pt x="18438" y="18438"/>
                </a:cubicBezTo>
                <a:cubicBezTo>
                  <a:pt x="18788" y="18087"/>
                  <a:pt x="19107" y="17716"/>
                  <a:pt x="19400" y="17332"/>
                </a:cubicBezTo>
                <a:close/>
              </a:path>
            </a:pathLst>
          </a:custGeom>
          <a:solidFill>
            <a:schemeClr val="accent4"/>
          </a:solidFill>
          <a:ln w="12700">
            <a:miter lim="400000"/>
          </a:ln>
        </p:spPr>
        <p:txBody>
          <a:bodyPr lIns="0" tIns="0" rIns="0" bIns="0" anchor="ctr"/>
          <a:lstStyle/>
          <a:p>
            <a:pPr marL="0" marR="0" lvl="0" indent="0" algn="ctr" defTabSz="8255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 kumimoji="0" sz="32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Helvetica Neue Medium"/>
              <a:sym typeface="Helvetica Neue Medium"/>
            </a:endParaRPr>
          </a:p>
        </p:txBody>
      </p:sp>
      <p:sp>
        <p:nvSpPr>
          <p:cNvPr id="221" name="Shape">
            <a:extLst>
              <a:ext uri="{FF2B5EF4-FFF2-40B4-BE49-F238E27FC236}">
                <a16:creationId xmlns:a16="http://schemas.microsoft.com/office/drawing/2014/main" id="{ABC3A0EC-E624-AC2C-9E1D-E8715E8403AE}"/>
              </a:ext>
            </a:extLst>
          </p:cNvPr>
          <p:cNvSpPr/>
          <p:nvPr/>
        </p:nvSpPr>
        <p:spPr>
          <a:xfrm>
            <a:off x="-9782" y="-14685"/>
            <a:ext cx="5401449" cy="1371951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489" h="21600" extrusionOk="0">
                <a:moveTo>
                  <a:pt x="9876" y="0"/>
                </a:moveTo>
                <a:cubicBezTo>
                  <a:pt x="14909" y="1061"/>
                  <a:pt x="18164" y="3091"/>
                  <a:pt x="18448" y="5345"/>
                </a:cubicBezTo>
                <a:cubicBezTo>
                  <a:pt x="18695" y="7304"/>
                  <a:pt x="16642" y="9198"/>
                  <a:pt x="12885" y="10477"/>
                </a:cubicBezTo>
                <a:cubicBezTo>
                  <a:pt x="8651" y="11730"/>
                  <a:pt x="7084" y="13955"/>
                  <a:pt x="9071" y="15894"/>
                </a:cubicBezTo>
                <a:cubicBezTo>
                  <a:pt x="10355" y="17147"/>
                  <a:pt x="13013" y="18098"/>
                  <a:pt x="16290" y="18479"/>
                </a:cubicBezTo>
                <a:cubicBezTo>
                  <a:pt x="17951" y="18702"/>
                  <a:pt x="19367" y="19144"/>
                  <a:pt x="20305" y="19731"/>
                </a:cubicBezTo>
                <a:cubicBezTo>
                  <a:pt x="21193" y="20288"/>
                  <a:pt x="21600" y="20944"/>
                  <a:pt x="21463" y="21600"/>
                </a:cubicBezTo>
                <a:lnTo>
                  <a:pt x="0" y="21600"/>
                </a:lnTo>
                <a:lnTo>
                  <a:pt x="0" y="1"/>
                </a:lnTo>
                <a:lnTo>
                  <a:pt x="9876" y="0"/>
                </a:lnTo>
                <a:close/>
              </a:path>
            </a:pathLst>
          </a:custGeom>
          <a:solidFill>
            <a:schemeClr val="accent3"/>
          </a:solidFill>
          <a:ln w="12700">
            <a:miter lim="400000"/>
          </a:ln>
          <a:effectLst>
            <a:outerShdw blurRad="914400" dist="25400" dir="5400000" rotWithShape="0">
              <a:srgbClr val="000000">
                <a:alpha val="50000"/>
              </a:srgbClr>
            </a:outerShdw>
          </a:effectLst>
        </p:spPr>
        <p:txBody>
          <a:bodyPr lIns="50800" tIns="50800" rIns="50800" bIns="50800" anchor="ctr"/>
          <a:lstStyle/>
          <a:p>
            <a:pPr marL="0" marR="0" lvl="0" indent="0" algn="ctr" defTabSz="8255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3000" b="1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Helvetica Neue"/>
              <a:sym typeface="Helvetica Neue"/>
            </a:endParaRPr>
          </a:p>
        </p:txBody>
      </p:sp>
      <p:sp>
        <p:nvSpPr>
          <p:cNvPr id="222" name="Shape">
            <a:extLst>
              <a:ext uri="{FF2B5EF4-FFF2-40B4-BE49-F238E27FC236}">
                <a16:creationId xmlns:a16="http://schemas.microsoft.com/office/drawing/2014/main" id="{C21C5BCD-E9AA-6770-0039-5C6CD233FFEB}"/>
              </a:ext>
            </a:extLst>
          </p:cNvPr>
          <p:cNvSpPr/>
          <p:nvPr/>
        </p:nvSpPr>
        <p:spPr>
          <a:xfrm>
            <a:off x="14077382" y="-26393"/>
            <a:ext cx="10315136" cy="10264133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490" h="20992" extrusionOk="0">
                <a:moveTo>
                  <a:pt x="22" y="0"/>
                </a:moveTo>
                <a:cubicBezTo>
                  <a:pt x="-110" y="1123"/>
                  <a:pt x="362" y="2232"/>
                  <a:pt x="1268" y="2930"/>
                </a:cubicBezTo>
                <a:cubicBezTo>
                  <a:pt x="2187" y="3637"/>
                  <a:pt x="3418" y="3817"/>
                  <a:pt x="4507" y="3403"/>
                </a:cubicBezTo>
                <a:cubicBezTo>
                  <a:pt x="6055" y="2610"/>
                  <a:pt x="7961" y="3061"/>
                  <a:pt x="8970" y="4460"/>
                </a:cubicBezTo>
                <a:cubicBezTo>
                  <a:pt x="9809" y="5622"/>
                  <a:pt x="9807" y="7178"/>
                  <a:pt x="8965" y="8338"/>
                </a:cubicBezTo>
                <a:cubicBezTo>
                  <a:pt x="6771" y="11924"/>
                  <a:pt x="7613" y="16550"/>
                  <a:pt x="10936" y="19169"/>
                </a:cubicBezTo>
                <a:cubicBezTo>
                  <a:pt x="14018" y="21597"/>
                  <a:pt x="18405" y="21600"/>
                  <a:pt x="21490" y="19175"/>
                </a:cubicBezTo>
                <a:lnTo>
                  <a:pt x="21490" y="35"/>
                </a:lnTo>
                <a:lnTo>
                  <a:pt x="22" y="0"/>
                </a:lnTo>
                <a:close/>
              </a:path>
            </a:pathLst>
          </a:custGeom>
          <a:solidFill>
            <a:schemeClr val="accent3"/>
          </a:solidFill>
          <a:ln w="12700">
            <a:miter lim="400000"/>
          </a:ln>
          <a:effectLst>
            <a:outerShdw blurRad="914400" dist="25400" dir="5400000" rotWithShape="0">
              <a:srgbClr val="000000">
                <a:alpha val="50000"/>
              </a:srgbClr>
            </a:outerShdw>
          </a:effectLst>
        </p:spPr>
        <p:txBody>
          <a:bodyPr lIns="50800" tIns="50800" rIns="50800" bIns="50800" anchor="ctr"/>
          <a:lstStyle/>
          <a:p>
            <a:pPr marL="0" marR="0" lvl="0" indent="0" algn="ctr" defTabSz="8255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3000" b="1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Helvetica Neue"/>
              <a:sym typeface="Helvetica Neue"/>
            </a:endParaRPr>
          </a:p>
        </p:txBody>
      </p:sp>
      <p:sp>
        <p:nvSpPr>
          <p:cNvPr id="223" name="Circle">
            <a:extLst>
              <a:ext uri="{FF2B5EF4-FFF2-40B4-BE49-F238E27FC236}">
                <a16:creationId xmlns:a16="http://schemas.microsoft.com/office/drawing/2014/main" id="{B3843445-4734-6BA3-1A49-C19AB41733FE}"/>
              </a:ext>
            </a:extLst>
          </p:cNvPr>
          <p:cNvSpPr/>
          <p:nvPr/>
        </p:nvSpPr>
        <p:spPr>
          <a:xfrm>
            <a:off x="17006264" y="352354"/>
            <a:ext cx="494973" cy="494972"/>
          </a:xfrm>
          <a:prstGeom prst="ellipse">
            <a:avLst/>
          </a:prstGeom>
          <a:gradFill>
            <a:gsLst>
              <a:gs pos="0">
                <a:schemeClr val="accent2"/>
              </a:gs>
              <a:gs pos="100000">
                <a:schemeClr val="accent1"/>
              </a:gs>
            </a:gsLst>
            <a:lin ang="5400000"/>
          </a:gradFill>
          <a:ln w="12700">
            <a:miter lim="400000"/>
          </a:ln>
        </p:spPr>
        <p:txBody>
          <a:bodyPr lIns="0" tIns="0" rIns="0" bIns="0" anchor="ctr"/>
          <a:lstStyle/>
          <a:p>
            <a:pPr marL="0" marR="0" lvl="0" indent="0" algn="ctr" defTabSz="8255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 kumimoji="0" sz="32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Helvetica Neue Medium"/>
              <a:sym typeface="Helvetica Neue Medium"/>
            </a:endParaRPr>
          </a:p>
        </p:txBody>
      </p:sp>
      <p:sp>
        <p:nvSpPr>
          <p:cNvPr id="224" name="Circle">
            <a:extLst>
              <a:ext uri="{FF2B5EF4-FFF2-40B4-BE49-F238E27FC236}">
                <a16:creationId xmlns:a16="http://schemas.microsoft.com/office/drawing/2014/main" id="{268DFB80-1DFC-62CA-EA8D-0D4500B7AA4E}"/>
              </a:ext>
            </a:extLst>
          </p:cNvPr>
          <p:cNvSpPr/>
          <p:nvPr/>
        </p:nvSpPr>
        <p:spPr>
          <a:xfrm>
            <a:off x="-564062" y="1321716"/>
            <a:ext cx="1150610" cy="1150611"/>
          </a:xfrm>
          <a:prstGeom prst="ellipse">
            <a:avLst/>
          </a:prstGeom>
          <a:gradFill>
            <a:gsLst>
              <a:gs pos="0">
                <a:schemeClr val="accent2"/>
              </a:gs>
              <a:gs pos="100000">
                <a:schemeClr val="accent1"/>
              </a:gs>
            </a:gsLst>
            <a:lin ang="5400000"/>
          </a:gradFill>
          <a:ln w="12700">
            <a:miter lim="400000"/>
          </a:ln>
        </p:spPr>
        <p:txBody>
          <a:bodyPr lIns="0" tIns="0" rIns="0" bIns="0" anchor="ctr"/>
          <a:lstStyle/>
          <a:p>
            <a:pPr marL="0" marR="0" lvl="0" indent="0" algn="ctr" defTabSz="8255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 kumimoji="0" sz="32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Helvetica Neue Medium"/>
              <a:sym typeface="Helvetica Neue Medium"/>
            </a:endParaRPr>
          </a:p>
        </p:txBody>
      </p:sp>
      <p:sp>
        <p:nvSpPr>
          <p:cNvPr id="225" name="TOPIC #1 - $100 ANSWER">
            <a:extLst>
              <a:ext uri="{FF2B5EF4-FFF2-40B4-BE49-F238E27FC236}">
                <a16:creationId xmlns:a16="http://schemas.microsoft.com/office/drawing/2014/main" id="{262ACE76-19A3-23E4-92D1-4126CD976BE2}"/>
              </a:ext>
            </a:extLst>
          </p:cNvPr>
          <p:cNvSpPr txBox="1"/>
          <p:nvPr/>
        </p:nvSpPr>
        <p:spPr>
          <a:xfrm>
            <a:off x="1318646" y="1076284"/>
            <a:ext cx="23992454" cy="164147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50800" tIns="50800" rIns="50800" bIns="50800" anchor="ctr">
            <a:spAutoFit/>
          </a:bodyPr>
          <a:lstStyle/>
          <a:p>
            <a:pPr marL="0" marR="0" lvl="0" indent="0" algn="l" defTabSz="8255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0000" b="0">
                <a:solidFill>
                  <a:srgbClr val="F6C543"/>
                </a:solidFill>
                <a:latin typeface="Impact"/>
                <a:ea typeface="Impact"/>
                <a:cs typeface="Impact"/>
                <a:sym typeface="Impact"/>
              </a:defRPr>
            </a:pPr>
            <a:r>
              <a:rPr kumimoji="0" lang="en-US" altLang="zh-CN" sz="10000" b="0" i="0" u="none" strike="noStrike" kern="0" cap="none" spc="0" normalizeH="0" baseline="0" noProof="0" dirty="0">
                <a:ln>
                  <a:noFill/>
                </a:ln>
                <a:solidFill>
                  <a:srgbClr val="F6C542"/>
                </a:solidFill>
                <a:effectLst/>
                <a:uLnTx/>
                <a:uFillTx/>
                <a:latin typeface="Impact"/>
                <a:sym typeface="Impact"/>
              </a:rPr>
              <a:t>UNIT #</a:t>
            </a:r>
            <a:r>
              <a:rPr kumimoji="0" lang="en-US" altLang="zh-CN" sz="10000" b="0" i="0" u="none" strike="noStrike" kern="0" cap="none" spc="0" normalizeH="0" baseline="0" noProof="0" dirty="0">
                <a:ln>
                  <a:noFill/>
                </a:ln>
                <a:solidFill>
                  <a:srgbClr val="F6C543"/>
                </a:solidFill>
                <a:effectLst/>
                <a:uLnTx/>
                <a:uFillTx/>
                <a:latin typeface="Impact"/>
                <a:sym typeface="Impact"/>
              </a:rPr>
              <a:t> </a:t>
            </a:r>
            <a:r>
              <a:rPr kumimoji="0" lang="en-US" altLang="zh-CN" sz="10000" b="0" i="0" u="none" strike="noStrike" kern="0" cap="none" spc="0" normalizeH="0" baseline="0" noProof="0" dirty="0">
                <a:ln>
                  <a:noFill/>
                </a:ln>
                <a:solidFill>
                  <a:srgbClr val="F6C542"/>
                </a:solidFill>
                <a:effectLst/>
                <a:uLnTx/>
                <a:uFillTx/>
                <a:latin typeface="Impact"/>
                <a:sym typeface="Impact"/>
              </a:rPr>
              <a:t>6 </a:t>
            </a:r>
            <a:r>
              <a:rPr kumimoji="0" lang="en-US" altLang="zh-CN" sz="100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Impact"/>
                <a:sym typeface="Impact"/>
              </a:rPr>
              <a:t>–</a:t>
            </a:r>
            <a:r>
              <a:rPr kumimoji="0" lang="zh-CN" altLang="en-US" sz="10000" b="0" i="0" u="none" strike="noStrike" kern="0" cap="none" spc="0" normalizeH="0" baseline="0" noProof="0" dirty="0">
                <a:ln>
                  <a:noFill/>
                </a:ln>
                <a:solidFill>
                  <a:srgbClr val="F6C543"/>
                </a:solidFill>
                <a:effectLst/>
                <a:uLnTx/>
                <a:uFillTx/>
                <a:latin typeface="华文楷体" panose="02010600040101010101" pitchFamily="2" charset="-122"/>
                <a:ea typeface="华文楷体" panose="02010600040101010101" pitchFamily="2" charset="-122"/>
                <a:sym typeface="Impact"/>
              </a:rPr>
              <a:t>剖视图</a:t>
            </a:r>
            <a:endParaRPr kumimoji="0" lang="zh-CN" altLang="en-US" sz="100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华文楷体" panose="02010600040101010101" pitchFamily="2" charset="-122"/>
              <a:ea typeface="华文楷体" panose="02010600040101010101" pitchFamily="2" charset="-122"/>
              <a:sym typeface="Impact"/>
            </a:endParaRPr>
          </a:p>
        </p:txBody>
      </p:sp>
      <p:sp>
        <p:nvSpPr>
          <p:cNvPr id="226" name="Shape">
            <a:extLst>
              <a:ext uri="{FF2B5EF4-FFF2-40B4-BE49-F238E27FC236}">
                <a16:creationId xmlns:a16="http://schemas.microsoft.com/office/drawing/2014/main" id="{00885B3C-BC7F-84DD-E0ED-2EAB3AC5FE0F}"/>
              </a:ext>
            </a:extLst>
          </p:cNvPr>
          <p:cNvSpPr/>
          <p:nvPr/>
        </p:nvSpPr>
        <p:spPr>
          <a:xfrm>
            <a:off x="-306915" y="8239797"/>
            <a:ext cx="1046530" cy="104640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9679" h="20595" extrusionOk="0">
                <a:moveTo>
                  <a:pt x="9839" y="0"/>
                </a:moveTo>
                <a:cubicBezTo>
                  <a:pt x="7321" y="0"/>
                  <a:pt x="4802" y="1006"/>
                  <a:pt x="2881" y="3017"/>
                </a:cubicBezTo>
                <a:cubicBezTo>
                  <a:pt x="-961" y="7038"/>
                  <a:pt x="-961" y="13557"/>
                  <a:pt x="2881" y="17578"/>
                </a:cubicBezTo>
                <a:cubicBezTo>
                  <a:pt x="6724" y="21600"/>
                  <a:pt x="12954" y="21600"/>
                  <a:pt x="16797" y="17578"/>
                </a:cubicBezTo>
                <a:cubicBezTo>
                  <a:pt x="20639" y="13557"/>
                  <a:pt x="20639" y="7038"/>
                  <a:pt x="16797" y="3017"/>
                </a:cubicBezTo>
                <a:cubicBezTo>
                  <a:pt x="14876" y="1006"/>
                  <a:pt x="12357" y="0"/>
                  <a:pt x="9839" y="0"/>
                </a:cubicBezTo>
                <a:close/>
                <a:moveTo>
                  <a:pt x="9839" y="2649"/>
                </a:moveTo>
                <a:cubicBezTo>
                  <a:pt x="11709" y="2649"/>
                  <a:pt x="13580" y="3397"/>
                  <a:pt x="15007" y="4890"/>
                </a:cubicBezTo>
                <a:cubicBezTo>
                  <a:pt x="17861" y="7877"/>
                  <a:pt x="17861" y="12718"/>
                  <a:pt x="15007" y="15705"/>
                </a:cubicBezTo>
                <a:cubicBezTo>
                  <a:pt x="12153" y="18692"/>
                  <a:pt x="7525" y="18692"/>
                  <a:pt x="4671" y="15705"/>
                </a:cubicBezTo>
                <a:cubicBezTo>
                  <a:pt x="1817" y="12718"/>
                  <a:pt x="1817" y="7877"/>
                  <a:pt x="4671" y="4890"/>
                </a:cubicBezTo>
                <a:cubicBezTo>
                  <a:pt x="6098" y="3397"/>
                  <a:pt x="7969" y="2649"/>
                  <a:pt x="9839" y="2649"/>
                </a:cubicBezTo>
                <a:close/>
              </a:path>
            </a:pathLst>
          </a:custGeom>
          <a:gradFill>
            <a:gsLst>
              <a:gs pos="0">
                <a:schemeClr val="accent2"/>
              </a:gs>
              <a:gs pos="100000">
                <a:schemeClr val="accent1"/>
              </a:gs>
            </a:gsLst>
            <a:lin ang="5400000"/>
          </a:gradFill>
          <a:ln w="12700">
            <a:miter lim="400000"/>
          </a:ln>
        </p:spPr>
        <p:txBody>
          <a:bodyPr lIns="0" tIns="0" rIns="0" bIns="0" anchor="ctr"/>
          <a:lstStyle/>
          <a:p>
            <a:pPr marL="0" marR="0" lvl="0" indent="0" algn="ctr" defTabSz="8255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 kumimoji="0" sz="32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Helvetica Neue Medium"/>
              <a:sym typeface="Helvetica Neue Medium"/>
            </a:endParaRPr>
          </a:p>
        </p:txBody>
      </p:sp>
      <p:sp>
        <p:nvSpPr>
          <p:cNvPr id="227" name="Shape">
            <a:extLst>
              <a:ext uri="{FF2B5EF4-FFF2-40B4-BE49-F238E27FC236}">
                <a16:creationId xmlns:a16="http://schemas.microsoft.com/office/drawing/2014/main" id="{ADD686CA-5C0C-8F07-AAEA-03F3D3CB103B}"/>
              </a:ext>
            </a:extLst>
          </p:cNvPr>
          <p:cNvSpPr/>
          <p:nvPr/>
        </p:nvSpPr>
        <p:spPr>
          <a:xfrm>
            <a:off x="19865947" y="2060686"/>
            <a:ext cx="2330506" cy="233022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9679" h="20595" extrusionOk="0">
                <a:moveTo>
                  <a:pt x="9839" y="0"/>
                </a:moveTo>
                <a:cubicBezTo>
                  <a:pt x="7321" y="0"/>
                  <a:pt x="4802" y="1006"/>
                  <a:pt x="2881" y="3017"/>
                </a:cubicBezTo>
                <a:cubicBezTo>
                  <a:pt x="-961" y="7038"/>
                  <a:pt x="-961" y="13557"/>
                  <a:pt x="2881" y="17578"/>
                </a:cubicBezTo>
                <a:cubicBezTo>
                  <a:pt x="6724" y="21600"/>
                  <a:pt x="12954" y="21600"/>
                  <a:pt x="16797" y="17578"/>
                </a:cubicBezTo>
                <a:cubicBezTo>
                  <a:pt x="20639" y="13557"/>
                  <a:pt x="20639" y="7038"/>
                  <a:pt x="16797" y="3017"/>
                </a:cubicBezTo>
                <a:cubicBezTo>
                  <a:pt x="14876" y="1006"/>
                  <a:pt x="12357" y="0"/>
                  <a:pt x="9839" y="0"/>
                </a:cubicBezTo>
                <a:close/>
                <a:moveTo>
                  <a:pt x="9839" y="2649"/>
                </a:moveTo>
                <a:cubicBezTo>
                  <a:pt x="11709" y="2649"/>
                  <a:pt x="13580" y="3397"/>
                  <a:pt x="15007" y="4890"/>
                </a:cubicBezTo>
                <a:cubicBezTo>
                  <a:pt x="17861" y="7877"/>
                  <a:pt x="17861" y="12718"/>
                  <a:pt x="15007" y="15705"/>
                </a:cubicBezTo>
                <a:cubicBezTo>
                  <a:pt x="12153" y="18692"/>
                  <a:pt x="7525" y="18692"/>
                  <a:pt x="4671" y="15705"/>
                </a:cubicBezTo>
                <a:cubicBezTo>
                  <a:pt x="1817" y="12718"/>
                  <a:pt x="1817" y="7877"/>
                  <a:pt x="4671" y="4890"/>
                </a:cubicBezTo>
                <a:cubicBezTo>
                  <a:pt x="6098" y="3397"/>
                  <a:pt x="7969" y="2649"/>
                  <a:pt x="9839" y="2649"/>
                </a:cubicBezTo>
                <a:close/>
              </a:path>
            </a:pathLst>
          </a:custGeom>
          <a:gradFill>
            <a:gsLst>
              <a:gs pos="0">
                <a:schemeClr val="accent2"/>
              </a:gs>
              <a:gs pos="100000">
                <a:schemeClr val="accent1"/>
              </a:gs>
            </a:gsLst>
            <a:lin ang="5400000"/>
          </a:gradFill>
          <a:ln w="12700">
            <a:miter lim="400000"/>
          </a:ln>
        </p:spPr>
        <p:txBody>
          <a:bodyPr lIns="0" tIns="0" rIns="0" bIns="0" anchor="ctr"/>
          <a:lstStyle/>
          <a:p>
            <a:pPr marL="0" marR="0" lvl="0" indent="0" algn="ctr" defTabSz="8255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 kumimoji="0" sz="32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Helvetica Neue Medium"/>
              <a:sym typeface="Helvetica Neue Medium"/>
            </a:endParaRPr>
          </a:p>
        </p:txBody>
      </p:sp>
      <p:sp>
        <p:nvSpPr>
          <p:cNvPr id="228" name="Rounded Rectangle">
            <a:extLst>
              <a:ext uri="{FF2B5EF4-FFF2-40B4-BE49-F238E27FC236}">
                <a16:creationId xmlns:a16="http://schemas.microsoft.com/office/drawing/2014/main" id="{8F4AF268-5472-8E42-11CB-53944FBB95C8}"/>
              </a:ext>
            </a:extLst>
          </p:cNvPr>
          <p:cNvSpPr/>
          <p:nvPr/>
        </p:nvSpPr>
        <p:spPr>
          <a:xfrm>
            <a:off x="1413182" y="3302000"/>
            <a:ext cx="21616294" cy="8897388"/>
          </a:xfrm>
          <a:prstGeom prst="roundRect">
            <a:avLst>
              <a:gd name="adj" fmla="val 2897"/>
            </a:avLst>
          </a:prstGeom>
          <a:solidFill>
            <a:schemeClr val="accent4"/>
          </a:solidFill>
          <a:ln w="12700">
            <a:miter lim="400000"/>
          </a:ln>
          <a:effectLst>
            <a:outerShdw blurRad="558800" dist="71163" dir="5400000" rotWithShape="0">
              <a:srgbClr val="000000">
                <a:alpha val="19617"/>
              </a:srgbClr>
            </a:outerShdw>
          </a:effectLst>
        </p:spPr>
        <p:txBody>
          <a:bodyPr lIns="0" tIns="0" rIns="0" bIns="0" anchor="ctr"/>
          <a:lstStyle/>
          <a:p>
            <a:pPr marL="0" marR="0" lvl="0" indent="0" algn="ctr" defTabSz="8255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 kumimoji="0" sz="32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Helvetica Neue Medium"/>
              <a:sym typeface="Helvetica Neue Medium"/>
            </a:endParaRP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252F7BDF-447E-3D3D-C6ED-7ECE3673F5E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16380" y="3103959"/>
            <a:ext cx="20651586" cy="92119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05693085"/>
      </p:ext>
    </p:extLst>
  </p:cSld>
  <p:clrMapOvr>
    <a:masterClrMapping/>
  </p:clrMapOvr>
  <p:transition spd="med"/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3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46EB553-21D7-AC2F-3BBB-7F5BE0B137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Shape">
            <a:extLst>
              <a:ext uri="{FF2B5EF4-FFF2-40B4-BE49-F238E27FC236}">
                <a16:creationId xmlns:a16="http://schemas.microsoft.com/office/drawing/2014/main" id="{4592F051-2ED5-A10F-56A4-8D88A107BA22}"/>
              </a:ext>
            </a:extLst>
          </p:cNvPr>
          <p:cNvSpPr/>
          <p:nvPr/>
        </p:nvSpPr>
        <p:spPr>
          <a:xfrm>
            <a:off x="6290541" y="12617233"/>
            <a:ext cx="2709718" cy="270939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9679" h="20595" extrusionOk="0">
                <a:moveTo>
                  <a:pt x="9839" y="0"/>
                </a:moveTo>
                <a:cubicBezTo>
                  <a:pt x="7321" y="0"/>
                  <a:pt x="4802" y="1006"/>
                  <a:pt x="2881" y="3017"/>
                </a:cubicBezTo>
                <a:cubicBezTo>
                  <a:pt x="-961" y="7038"/>
                  <a:pt x="-961" y="13557"/>
                  <a:pt x="2881" y="17578"/>
                </a:cubicBezTo>
                <a:cubicBezTo>
                  <a:pt x="6724" y="21600"/>
                  <a:pt x="12954" y="21600"/>
                  <a:pt x="16797" y="17578"/>
                </a:cubicBezTo>
                <a:cubicBezTo>
                  <a:pt x="20639" y="13557"/>
                  <a:pt x="20639" y="7038"/>
                  <a:pt x="16797" y="3017"/>
                </a:cubicBezTo>
                <a:cubicBezTo>
                  <a:pt x="14876" y="1006"/>
                  <a:pt x="12357" y="0"/>
                  <a:pt x="9839" y="0"/>
                </a:cubicBezTo>
                <a:close/>
                <a:moveTo>
                  <a:pt x="9839" y="2649"/>
                </a:moveTo>
                <a:cubicBezTo>
                  <a:pt x="11709" y="2649"/>
                  <a:pt x="13580" y="3397"/>
                  <a:pt x="15007" y="4890"/>
                </a:cubicBezTo>
                <a:cubicBezTo>
                  <a:pt x="17861" y="7877"/>
                  <a:pt x="17861" y="12718"/>
                  <a:pt x="15007" y="15705"/>
                </a:cubicBezTo>
                <a:cubicBezTo>
                  <a:pt x="12153" y="18692"/>
                  <a:pt x="7525" y="18692"/>
                  <a:pt x="4671" y="15705"/>
                </a:cubicBezTo>
                <a:cubicBezTo>
                  <a:pt x="1817" y="12718"/>
                  <a:pt x="1817" y="7877"/>
                  <a:pt x="4671" y="4890"/>
                </a:cubicBezTo>
                <a:cubicBezTo>
                  <a:pt x="6098" y="3397"/>
                  <a:pt x="7969" y="2649"/>
                  <a:pt x="9839" y="2649"/>
                </a:cubicBezTo>
                <a:close/>
              </a:path>
            </a:pathLst>
          </a:custGeom>
          <a:gradFill>
            <a:gsLst>
              <a:gs pos="0">
                <a:schemeClr val="accent2"/>
              </a:gs>
              <a:gs pos="100000">
                <a:schemeClr val="accent1"/>
              </a:gs>
            </a:gsLst>
            <a:lin ang="5400000"/>
          </a:gradFill>
          <a:ln w="12700">
            <a:miter lim="400000"/>
          </a:ln>
        </p:spPr>
        <p:txBody>
          <a:bodyPr lIns="0" tIns="0" rIns="0" bIns="0" anchor="ctr"/>
          <a:lstStyle/>
          <a:p>
            <a:pPr marL="0" marR="0" lvl="0" indent="0" algn="ctr" defTabSz="8255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 kumimoji="0" sz="32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Helvetica Neue Medium"/>
              <a:sym typeface="Helvetica Neue Medium"/>
            </a:endParaRPr>
          </a:p>
        </p:txBody>
      </p:sp>
      <p:sp>
        <p:nvSpPr>
          <p:cNvPr id="216" name="Shape">
            <a:extLst>
              <a:ext uri="{FF2B5EF4-FFF2-40B4-BE49-F238E27FC236}">
                <a16:creationId xmlns:a16="http://schemas.microsoft.com/office/drawing/2014/main" id="{101ACF53-1501-2FE7-938D-3CBB8FDDB869}"/>
              </a:ext>
            </a:extLst>
          </p:cNvPr>
          <p:cNvSpPr/>
          <p:nvPr/>
        </p:nvSpPr>
        <p:spPr>
          <a:xfrm>
            <a:off x="14339439" y="2620192"/>
            <a:ext cx="6322300" cy="632257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800" y="0"/>
                </a:moveTo>
                <a:cubicBezTo>
                  <a:pt x="10787" y="0"/>
                  <a:pt x="10773" y="1"/>
                  <a:pt x="10759" y="1"/>
                </a:cubicBezTo>
                <a:lnTo>
                  <a:pt x="1" y="10760"/>
                </a:lnTo>
                <a:cubicBezTo>
                  <a:pt x="0" y="10900"/>
                  <a:pt x="3" y="11040"/>
                  <a:pt x="8" y="11181"/>
                </a:cubicBezTo>
                <a:lnTo>
                  <a:pt x="11180" y="9"/>
                </a:lnTo>
                <a:cubicBezTo>
                  <a:pt x="11054" y="4"/>
                  <a:pt x="10927" y="0"/>
                  <a:pt x="10800" y="0"/>
                </a:cubicBezTo>
                <a:close/>
                <a:moveTo>
                  <a:pt x="10211" y="17"/>
                </a:moveTo>
                <a:cubicBezTo>
                  <a:pt x="10057" y="25"/>
                  <a:pt x="9903" y="36"/>
                  <a:pt x="9748" y="51"/>
                </a:cubicBezTo>
                <a:lnTo>
                  <a:pt x="50" y="9749"/>
                </a:lnTo>
                <a:cubicBezTo>
                  <a:pt x="35" y="9903"/>
                  <a:pt x="25" y="10057"/>
                  <a:pt x="16" y="10212"/>
                </a:cubicBezTo>
                <a:lnTo>
                  <a:pt x="10211" y="17"/>
                </a:lnTo>
                <a:close/>
                <a:moveTo>
                  <a:pt x="11683" y="38"/>
                </a:moveTo>
                <a:lnTo>
                  <a:pt x="38" y="11684"/>
                </a:lnTo>
                <a:cubicBezTo>
                  <a:pt x="48" y="11814"/>
                  <a:pt x="62" y="11944"/>
                  <a:pt x="78" y="12075"/>
                </a:cubicBezTo>
                <a:lnTo>
                  <a:pt x="12074" y="78"/>
                </a:lnTo>
                <a:cubicBezTo>
                  <a:pt x="11944" y="63"/>
                  <a:pt x="11814" y="49"/>
                  <a:pt x="11683" y="38"/>
                </a:cubicBezTo>
                <a:close/>
                <a:moveTo>
                  <a:pt x="9136" y="131"/>
                </a:moveTo>
                <a:cubicBezTo>
                  <a:pt x="8960" y="158"/>
                  <a:pt x="8786" y="190"/>
                  <a:pt x="8611" y="226"/>
                </a:cubicBezTo>
                <a:lnTo>
                  <a:pt x="226" y="8611"/>
                </a:lnTo>
                <a:cubicBezTo>
                  <a:pt x="190" y="8786"/>
                  <a:pt x="157" y="8961"/>
                  <a:pt x="130" y="9137"/>
                </a:cubicBezTo>
                <a:lnTo>
                  <a:pt x="9136" y="131"/>
                </a:lnTo>
                <a:close/>
                <a:moveTo>
                  <a:pt x="12541" y="143"/>
                </a:moveTo>
                <a:lnTo>
                  <a:pt x="143" y="12541"/>
                </a:lnTo>
                <a:cubicBezTo>
                  <a:pt x="163" y="12663"/>
                  <a:pt x="183" y="12785"/>
                  <a:pt x="207" y="12906"/>
                </a:cubicBezTo>
                <a:lnTo>
                  <a:pt x="12906" y="208"/>
                </a:lnTo>
                <a:cubicBezTo>
                  <a:pt x="12785" y="184"/>
                  <a:pt x="12663" y="163"/>
                  <a:pt x="12541" y="143"/>
                </a:cubicBezTo>
                <a:close/>
                <a:moveTo>
                  <a:pt x="13343" y="303"/>
                </a:moveTo>
                <a:lnTo>
                  <a:pt x="303" y="13343"/>
                </a:lnTo>
                <a:cubicBezTo>
                  <a:pt x="330" y="13456"/>
                  <a:pt x="361" y="13569"/>
                  <a:pt x="392" y="13682"/>
                </a:cubicBezTo>
                <a:lnTo>
                  <a:pt x="13682" y="393"/>
                </a:lnTo>
                <a:cubicBezTo>
                  <a:pt x="13569" y="362"/>
                  <a:pt x="13456" y="331"/>
                  <a:pt x="13343" y="303"/>
                </a:cubicBezTo>
                <a:close/>
                <a:moveTo>
                  <a:pt x="7909" y="395"/>
                </a:moveTo>
                <a:cubicBezTo>
                  <a:pt x="7701" y="452"/>
                  <a:pt x="7495" y="515"/>
                  <a:pt x="7290" y="585"/>
                </a:cubicBezTo>
                <a:lnTo>
                  <a:pt x="584" y="7290"/>
                </a:lnTo>
                <a:cubicBezTo>
                  <a:pt x="514" y="7495"/>
                  <a:pt x="452" y="7702"/>
                  <a:pt x="394" y="7909"/>
                </a:cubicBezTo>
                <a:lnTo>
                  <a:pt x="7909" y="395"/>
                </a:lnTo>
                <a:close/>
                <a:moveTo>
                  <a:pt x="14094" y="515"/>
                </a:moveTo>
                <a:lnTo>
                  <a:pt x="514" y="14094"/>
                </a:lnTo>
                <a:cubicBezTo>
                  <a:pt x="549" y="14202"/>
                  <a:pt x="583" y="14310"/>
                  <a:pt x="620" y="14417"/>
                </a:cubicBezTo>
                <a:lnTo>
                  <a:pt x="14417" y="621"/>
                </a:lnTo>
                <a:cubicBezTo>
                  <a:pt x="14310" y="583"/>
                  <a:pt x="14202" y="549"/>
                  <a:pt x="14094" y="515"/>
                </a:cubicBezTo>
                <a:close/>
                <a:moveTo>
                  <a:pt x="14804" y="767"/>
                </a:moveTo>
                <a:lnTo>
                  <a:pt x="767" y="14804"/>
                </a:lnTo>
                <a:cubicBezTo>
                  <a:pt x="807" y="14905"/>
                  <a:pt x="851" y="15004"/>
                  <a:pt x="894" y="15104"/>
                </a:cubicBezTo>
                <a:lnTo>
                  <a:pt x="15104" y="895"/>
                </a:lnTo>
                <a:cubicBezTo>
                  <a:pt x="15004" y="852"/>
                  <a:pt x="14905" y="807"/>
                  <a:pt x="14804" y="767"/>
                </a:cubicBezTo>
                <a:close/>
                <a:moveTo>
                  <a:pt x="6411" y="932"/>
                </a:moveTo>
                <a:cubicBezTo>
                  <a:pt x="6118" y="1062"/>
                  <a:pt x="5831" y="1206"/>
                  <a:pt x="5549" y="1363"/>
                </a:cubicBezTo>
                <a:lnTo>
                  <a:pt x="1362" y="5549"/>
                </a:lnTo>
                <a:cubicBezTo>
                  <a:pt x="1205" y="5832"/>
                  <a:pt x="1061" y="6119"/>
                  <a:pt x="931" y="6411"/>
                </a:cubicBezTo>
                <a:lnTo>
                  <a:pt x="6411" y="932"/>
                </a:lnTo>
                <a:close/>
                <a:moveTo>
                  <a:pt x="15470" y="1061"/>
                </a:moveTo>
                <a:lnTo>
                  <a:pt x="1060" y="15471"/>
                </a:lnTo>
                <a:cubicBezTo>
                  <a:pt x="1106" y="15567"/>
                  <a:pt x="1153" y="15664"/>
                  <a:pt x="1202" y="15759"/>
                </a:cubicBezTo>
                <a:lnTo>
                  <a:pt x="15759" y="1203"/>
                </a:lnTo>
                <a:cubicBezTo>
                  <a:pt x="15663" y="1153"/>
                  <a:pt x="15567" y="1107"/>
                  <a:pt x="15470" y="1061"/>
                </a:cubicBezTo>
                <a:close/>
                <a:moveTo>
                  <a:pt x="16103" y="1391"/>
                </a:moveTo>
                <a:lnTo>
                  <a:pt x="1391" y="16103"/>
                </a:lnTo>
                <a:cubicBezTo>
                  <a:pt x="1442" y="16194"/>
                  <a:pt x="1494" y="16285"/>
                  <a:pt x="1549" y="16375"/>
                </a:cubicBezTo>
                <a:lnTo>
                  <a:pt x="16375" y="1549"/>
                </a:lnTo>
                <a:cubicBezTo>
                  <a:pt x="16285" y="1495"/>
                  <a:pt x="16194" y="1442"/>
                  <a:pt x="16103" y="1391"/>
                </a:cubicBezTo>
                <a:close/>
                <a:moveTo>
                  <a:pt x="16703" y="1754"/>
                </a:moveTo>
                <a:lnTo>
                  <a:pt x="1753" y="16703"/>
                </a:lnTo>
                <a:cubicBezTo>
                  <a:pt x="1809" y="16788"/>
                  <a:pt x="1869" y="16872"/>
                  <a:pt x="1928" y="16956"/>
                </a:cubicBezTo>
                <a:lnTo>
                  <a:pt x="16956" y="1928"/>
                </a:lnTo>
                <a:cubicBezTo>
                  <a:pt x="16872" y="1869"/>
                  <a:pt x="16788" y="1810"/>
                  <a:pt x="16703" y="1754"/>
                </a:cubicBezTo>
                <a:close/>
                <a:moveTo>
                  <a:pt x="17267" y="2151"/>
                </a:moveTo>
                <a:lnTo>
                  <a:pt x="2151" y="17267"/>
                </a:lnTo>
                <a:cubicBezTo>
                  <a:pt x="2212" y="17349"/>
                  <a:pt x="2274" y="17430"/>
                  <a:pt x="2338" y="17510"/>
                </a:cubicBezTo>
                <a:lnTo>
                  <a:pt x="17510" y="2338"/>
                </a:lnTo>
                <a:cubicBezTo>
                  <a:pt x="17430" y="2275"/>
                  <a:pt x="17349" y="2212"/>
                  <a:pt x="17267" y="2151"/>
                </a:cubicBezTo>
                <a:close/>
                <a:moveTo>
                  <a:pt x="3805" y="2574"/>
                </a:moveTo>
                <a:cubicBezTo>
                  <a:pt x="3586" y="2761"/>
                  <a:pt x="3370" y="2956"/>
                  <a:pt x="3163" y="3163"/>
                </a:cubicBezTo>
                <a:cubicBezTo>
                  <a:pt x="2955" y="3371"/>
                  <a:pt x="2761" y="3586"/>
                  <a:pt x="2574" y="3806"/>
                </a:cubicBezTo>
                <a:lnTo>
                  <a:pt x="3805" y="2574"/>
                </a:lnTo>
                <a:close/>
                <a:moveTo>
                  <a:pt x="17801" y="2579"/>
                </a:moveTo>
                <a:lnTo>
                  <a:pt x="2579" y="17801"/>
                </a:lnTo>
                <a:cubicBezTo>
                  <a:pt x="2645" y="17878"/>
                  <a:pt x="2709" y="17957"/>
                  <a:pt x="2777" y="18032"/>
                </a:cubicBezTo>
                <a:lnTo>
                  <a:pt x="18032" y="2777"/>
                </a:lnTo>
                <a:cubicBezTo>
                  <a:pt x="17957" y="2709"/>
                  <a:pt x="17878" y="2645"/>
                  <a:pt x="17801" y="2579"/>
                </a:cubicBezTo>
                <a:close/>
                <a:moveTo>
                  <a:pt x="18304" y="3036"/>
                </a:moveTo>
                <a:lnTo>
                  <a:pt x="3036" y="18304"/>
                </a:lnTo>
                <a:cubicBezTo>
                  <a:pt x="3079" y="18349"/>
                  <a:pt x="3119" y="18394"/>
                  <a:pt x="3163" y="18438"/>
                </a:cubicBezTo>
                <a:cubicBezTo>
                  <a:pt x="3191" y="18466"/>
                  <a:pt x="3222" y="18492"/>
                  <a:pt x="3250" y="18521"/>
                </a:cubicBezTo>
                <a:lnTo>
                  <a:pt x="18521" y="3251"/>
                </a:lnTo>
                <a:cubicBezTo>
                  <a:pt x="18492" y="3222"/>
                  <a:pt x="18466" y="3192"/>
                  <a:pt x="18438" y="3163"/>
                </a:cubicBezTo>
                <a:cubicBezTo>
                  <a:pt x="18394" y="3119"/>
                  <a:pt x="18348" y="3079"/>
                  <a:pt x="18304" y="3036"/>
                </a:cubicBezTo>
                <a:close/>
                <a:moveTo>
                  <a:pt x="18781" y="3523"/>
                </a:moveTo>
                <a:lnTo>
                  <a:pt x="3522" y="18781"/>
                </a:lnTo>
                <a:cubicBezTo>
                  <a:pt x="3598" y="18850"/>
                  <a:pt x="3676" y="18915"/>
                  <a:pt x="3753" y="18982"/>
                </a:cubicBezTo>
                <a:lnTo>
                  <a:pt x="18982" y="3753"/>
                </a:lnTo>
                <a:cubicBezTo>
                  <a:pt x="18915" y="3676"/>
                  <a:pt x="18850" y="3598"/>
                  <a:pt x="18781" y="3523"/>
                </a:cubicBezTo>
                <a:close/>
                <a:moveTo>
                  <a:pt x="19224" y="4041"/>
                </a:moveTo>
                <a:lnTo>
                  <a:pt x="4041" y="19224"/>
                </a:lnTo>
                <a:cubicBezTo>
                  <a:pt x="4121" y="19289"/>
                  <a:pt x="4202" y="19350"/>
                  <a:pt x="4283" y="19412"/>
                </a:cubicBezTo>
                <a:lnTo>
                  <a:pt x="19412" y="4283"/>
                </a:lnTo>
                <a:cubicBezTo>
                  <a:pt x="19350" y="4202"/>
                  <a:pt x="19289" y="4121"/>
                  <a:pt x="19224" y="4041"/>
                </a:cubicBezTo>
                <a:close/>
                <a:moveTo>
                  <a:pt x="19637" y="4591"/>
                </a:moveTo>
                <a:lnTo>
                  <a:pt x="4591" y="19637"/>
                </a:lnTo>
                <a:cubicBezTo>
                  <a:pt x="4675" y="19696"/>
                  <a:pt x="4758" y="19757"/>
                  <a:pt x="4843" y="19813"/>
                </a:cubicBezTo>
                <a:lnTo>
                  <a:pt x="19813" y="4844"/>
                </a:lnTo>
                <a:cubicBezTo>
                  <a:pt x="19757" y="4758"/>
                  <a:pt x="19696" y="4675"/>
                  <a:pt x="19637" y="4591"/>
                </a:cubicBezTo>
                <a:close/>
                <a:moveTo>
                  <a:pt x="20019" y="5172"/>
                </a:moveTo>
                <a:lnTo>
                  <a:pt x="5172" y="20019"/>
                </a:lnTo>
                <a:cubicBezTo>
                  <a:pt x="5261" y="20073"/>
                  <a:pt x="5351" y="20126"/>
                  <a:pt x="5441" y="20178"/>
                </a:cubicBezTo>
                <a:lnTo>
                  <a:pt x="20178" y="5441"/>
                </a:lnTo>
                <a:cubicBezTo>
                  <a:pt x="20126" y="5351"/>
                  <a:pt x="20073" y="5261"/>
                  <a:pt x="20019" y="5172"/>
                </a:cubicBezTo>
                <a:close/>
                <a:moveTo>
                  <a:pt x="20369" y="5782"/>
                </a:moveTo>
                <a:lnTo>
                  <a:pt x="5782" y="20369"/>
                </a:lnTo>
                <a:cubicBezTo>
                  <a:pt x="5877" y="20419"/>
                  <a:pt x="5974" y="20463"/>
                  <a:pt x="6071" y="20510"/>
                </a:cubicBezTo>
                <a:lnTo>
                  <a:pt x="20510" y="6071"/>
                </a:lnTo>
                <a:cubicBezTo>
                  <a:pt x="20463" y="5975"/>
                  <a:pt x="20419" y="5878"/>
                  <a:pt x="20369" y="5782"/>
                </a:cubicBezTo>
                <a:close/>
                <a:moveTo>
                  <a:pt x="20679" y="6434"/>
                </a:moveTo>
                <a:lnTo>
                  <a:pt x="6434" y="20679"/>
                </a:lnTo>
                <a:cubicBezTo>
                  <a:pt x="6534" y="20723"/>
                  <a:pt x="6633" y="20769"/>
                  <a:pt x="6734" y="20809"/>
                </a:cubicBezTo>
                <a:lnTo>
                  <a:pt x="20809" y="6735"/>
                </a:lnTo>
                <a:cubicBezTo>
                  <a:pt x="20769" y="6634"/>
                  <a:pt x="20723" y="6534"/>
                  <a:pt x="20679" y="6434"/>
                </a:cubicBezTo>
                <a:close/>
                <a:moveTo>
                  <a:pt x="20956" y="7121"/>
                </a:moveTo>
                <a:lnTo>
                  <a:pt x="7120" y="20956"/>
                </a:lnTo>
                <a:cubicBezTo>
                  <a:pt x="7226" y="20994"/>
                  <a:pt x="7333" y="21030"/>
                  <a:pt x="7439" y="21065"/>
                </a:cubicBezTo>
                <a:lnTo>
                  <a:pt x="21065" y="7439"/>
                </a:lnTo>
                <a:cubicBezTo>
                  <a:pt x="21030" y="7333"/>
                  <a:pt x="20994" y="7226"/>
                  <a:pt x="20956" y="7121"/>
                </a:cubicBezTo>
                <a:close/>
                <a:moveTo>
                  <a:pt x="21190" y="7848"/>
                </a:moveTo>
                <a:lnTo>
                  <a:pt x="7848" y="21190"/>
                </a:lnTo>
                <a:cubicBezTo>
                  <a:pt x="7960" y="21221"/>
                  <a:pt x="8073" y="21252"/>
                  <a:pt x="8186" y="21280"/>
                </a:cubicBezTo>
                <a:lnTo>
                  <a:pt x="21280" y="8186"/>
                </a:lnTo>
                <a:cubicBezTo>
                  <a:pt x="21252" y="8073"/>
                  <a:pt x="21221" y="7960"/>
                  <a:pt x="21190" y="7848"/>
                </a:cubicBezTo>
                <a:close/>
                <a:moveTo>
                  <a:pt x="21378" y="8623"/>
                </a:moveTo>
                <a:lnTo>
                  <a:pt x="8623" y="21378"/>
                </a:lnTo>
                <a:cubicBezTo>
                  <a:pt x="8743" y="21402"/>
                  <a:pt x="8863" y="21424"/>
                  <a:pt x="8984" y="21445"/>
                </a:cubicBezTo>
                <a:lnTo>
                  <a:pt x="21445" y="8984"/>
                </a:lnTo>
                <a:cubicBezTo>
                  <a:pt x="21424" y="8864"/>
                  <a:pt x="21402" y="8743"/>
                  <a:pt x="21378" y="8623"/>
                </a:cubicBezTo>
                <a:close/>
                <a:moveTo>
                  <a:pt x="21514" y="9448"/>
                </a:moveTo>
                <a:lnTo>
                  <a:pt x="9447" y="21514"/>
                </a:lnTo>
                <a:cubicBezTo>
                  <a:pt x="9576" y="21530"/>
                  <a:pt x="9704" y="21546"/>
                  <a:pt x="9833" y="21557"/>
                </a:cubicBezTo>
                <a:lnTo>
                  <a:pt x="21557" y="9834"/>
                </a:lnTo>
                <a:cubicBezTo>
                  <a:pt x="21546" y="9705"/>
                  <a:pt x="21530" y="9576"/>
                  <a:pt x="21514" y="9448"/>
                </a:cubicBezTo>
                <a:close/>
                <a:moveTo>
                  <a:pt x="21590" y="10333"/>
                </a:moveTo>
                <a:lnTo>
                  <a:pt x="10332" y="21590"/>
                </a:lnTo>
                <a:cubicBezTo>
                  <a:pt x="10473" y="21596"/>
                  <a:pt x="10613" y="21599"/>
                  <a:pt x="10753" y="21600"/>
                </a:cubicBezTo>
                <a:lnTo>
                  <a:pt x="21600" y="10754"/>
                </a:lnTo>
                <a:cubicBezTo>
                  <a:pt x="21599" y="10613"/>
                  <a:pt x="21596" y="10473"/>
                  <a:pt x="21590" y="10333"/>
                </a:cubicBezTo>
                <a:close/>
                <a:moveTo>
                  <a:pt x="21590" y="11296"/>
                </a:moveTo>
                <a:lnTo>
                  <a:pt x="11295" y="21590"/>
                </a:lnTo>
                <a:cubicBezTo>
                  <a:pt x="11449" y="21583"/>
                  <a:pt x="11603" y="21572"/>
                  <a:pt x="11757" y="21558"/>
                </a:cubicBezTo>
                <a:lnTo>
                  <a:pt x="21558" y="11757"/>
                </a:lnTo>
                <a:cubicBezTo>
                  <a:pt x="21572" y="11603"/>
                  <a:pt x="21583" y="11450"/>
                  <a:pt x="21590" y="11296"/>
                </a:cubicBezTo>
                <a:close/>
                <a:moveTo>
                  <a:pt x="21489" y="12358"/>
                </a:moveTo>
                <a:lnTo>
                  <a:pt x="12358" y="21489"/>
                </a:lnTo>
                <a:cubicBezTo>
                  <a:pt x="12531" y="21464"/>
                  <a:pt x="12703" y="21434"/>
                  <a:pt x="12876" y="21400"/>
                </a:cubicBezTo>
                <a:lnTo>
                  <a:pt x="21400" y="12876"/>
                </a:lnTo>
                <a:cubicBezTo>
                  <a:pt x="21434" y="12704"/>
                  <a:pt x="21464" y="12531"/>
                  <a:pt x="21489" y="12358"/>
                </a:cubicBezTo>
                <a:close/>
                <a:moveTo>
                  <a:pt x="21239" y="13569"/>
                </a:moveTo>
                <a:lnTo>
                  <a:pt x="13569" y="21239"/>
                </a:lnTo>
                <a:cubicBezTo>
                  <a:pt x="13774" y="21185"/>
                  <a:pt x="13978" y="21125"/>
                  <a:pt x="14181" y="21058"/>
                </a:cubicBezTo>
                <a:lnTo>
                  <a:pt x="21058" y="14181"/>
                </a:lnTo>
                <a:cubicBezTo>
                  <a:pt x="21125" y="13978"/>
                  <a:pt x="21185" y="13774"/>
                  <a:pt x="21239" y="13569"/>
                </a:cubicBezTo>
                <a:close/>
                <a:moveTo>
                  <a:pt x="20736" y="15035"/>
                </a:moveTo>
                <a:lnTo>
                  <a:pt x="15035" y="20736"/>
                </a:lnTo>
                <a:cubicBezTo>
                  <a:pt x="15310" y="20619"/>
                  <a:pt x="15581" y="20493"/>
                  <a:pt x="15848" y="20352"/>
                </a:cubicBezTo>
                <a:lnTo>
                  <a:pt x="20352" y="15848"/>
                </a:lnTo>
                <a:cubicBezTo>
                  <a:pt x="20493" y="15581"/>
                  <a:pt x="20619" y="15310"/>
                  <a:pt x="20736" y="15035"/>
                </a:cubicBezTo>
                <a:close/>
                <a:moveTo>
                  <a:pt x="19400" y="17332"/>
                </a:moveTo>
                <a:lnTo>
                  <a:pt x="17332" y="19400"/>
                </a:lnTo>
                <a:cubicBezTo>
                  <a:pt x="17716" y="19108"/>
                  <a:pt x="18087" y="18789"/>
                  <a:pt x="18438" y="18438"/>
                </a:cubicBezTo>
                <a:cubicBezTo>
                  <a:pt x="18788" y="18087"/>
                  <a:pt x="19107" y="17716"/>
                  <a:pt x="19400" y="17332"/>
                </a:cubicBezTo>
                <a:close/>
              </a:path>
            </a:pathLst>
          </a:custGeom>
          <a:solidFill>
            <a:schemeClr val="accent4"/>
          </a:solidFill>
          <a:ln w="12700">
            <a:miter lim="400000"/>
          </a:ln>
        </p:spPr>
        <p:txBody>
          <a:bodyPr lIns="0" tIns="0" rIns="0" bIns="0" anchor="ctr"/>
          <a:lstStyle/>
          <a:p>
            <a:pPr marL="0" marR="0" lvl="0" indent="0" algn="ctr" defTabSz="8255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 kumimoji="0" sz="32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Helvetica Neue Medium"/>
              <a:sym typeface="Helvetica Neue Medium"/>
            </a:endParaRPr>
          </a:p>
        </p:txBody>
      </p:sp>
      <p:sp>
        <p:nvSpPr>
          <p:cNvPr id="217" name="Shape">
            <a:extLst>
              <a:ext uri="{FF2B5EF4-FFF2-40B4-BE49-F238E27FC236}">
                <a16:creationId xmlns:a16="http://schemas.microsoft.com/office/drawing/2014/main" id="{55E3B7E9-721D-C65B-F6C8-F335C47CE282}"/>
              </a:ext>
            </a:extLst>
          </p:cNvPr>
          <p:cNvSpPr/>
          <p:nvPr/>
        </p:nvSpPr>
        <p:spPr>
          <a:xfrm>
            <a:off x="5513585" y="9836851"/>
            <a:ext cx="2709536" cy="270965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800" y="0"/>
                </a:moveTo>
                <a:cubicBezTo>
                  <a:pt x="10787" y="0"/>
                  <a:pt x="10773" y="1"/>
                  <a:pt x="10759" y="1"/>
                </a:cubicBezTo>
                <a:lnTo>
                  <a:pt x="1" y="10760"/>
                </a:lnTo>
                <a:cubicBezTo>
                  <a:pt x="0" y="10900"/>
                  <a:pt x="3" y="11040"/>
                  <a:pt x="8" y="11181"/>
                </a:cubicBezTo>
                <a:lnTo>
                  <a:pt x="11180" y="9"/>
                </a:lnTo>
                <a:cubicBezTo>
                  <a:pt x="11054" y="4"/>
                  <a:pt x="10927" y="0"/>
                  <a:pt x="10800" y="0"/>
                </a:cubicBezTo>
                <a:close/>
                <a:moveTo>
                  <a:pt x="10211" y="17"/>
                </a:moveTo>
                <a:cubicBezTo>
                  <a:pt x="10057" y="25"/>
                  <a:pt x="9903" y="36"/>
                  <a:pt x="9748" y="51"/>
                </a:cubicBezTo>
                <a:lnTo>
                  <a:pt x="50" y="9749"/>
                </a:lnTo>
                <a:cubicBezTo>
                  <a:pt x="35" y="9903"/>
                  <a:pt x="25" y="10057"/>
                  <a:pt x="16" y="10212"/>
                </a:cubicBezTo>
                <a:lnTo>
                  <a:pt x="10211" y="17"/>
                </a:lnTo>
                <a:close/>
                <a:moveTo>
                  <a:pt x="11683" y="38"/>
                </a:moveTo>
                <a:lnTo>
                  <a:pt x="38" y="11684"/>
                </a:lnTo>
                <a:cubicBezTo>
                  <a:pt x="48" y="11814"/>
                  <a:pt x="62" y="11944"/>
                  <a:pt x="78" y="12075"/>
                </a:cubicBezTo>
                <a:lnTo>
                  <a:pt x="12074" y="78"/>
                </a:lnTo>
                <a:cubicBezTo>
                  <a:pt x="11944" y="63"/>
                  <a:pt x="11814" y="49"/>
                  <a:pt x="11683" y="38"/>
                </a:cubicBezTo>
                <a:close/>
                <a:moveTo>
                  <a:pt x="9136" y="131"/>
                </a:moveTo>
                <a:cubicBezTo>
                  <a:pt x="8960" y="158"/>
                  <a:pt x="8786" y="190"/>
                  <a:pt x="8611" y="226"/>
                </a:cubicBezTo>
                <a:lnTo>
                  <a:pt x="226" y="8611"/>
                </a:lnTo>
                <a:cubicBezTo>
                  <a:pt x="190" y="8786"/>
                  <a:pt x="157" y="8961"/>
                  <a:pt x="130" y="9137"/>
                </a:cubicBezTo>
                <a:lnTo>
                  <a:pt x="9136" y="131"/>
                </a:lnTo>
                <a:close/>
                <a:moveTo>
                  <a:pt x="12541" y="143"/>
                </a:moveTo>
                <a:lnTo>
                  <a:pt x="143" y="12541"/>
                </a:lnTo>
                <a:cubicBezTo>
                  <a:pt x="163" y="12663"/>
                  <a:pt x="183" y="12785"/>
                  <a:pt x="207" y="12906"/>
                </a:cubicBezTo>
                <a:lnTo>
                  <a:pt x="12906" y="208"/>
                </a:lnTo>
                <a:cubicBezTo>
                  <a:pt x="12785" y="184"/>
                  <a:pt x="12663" y="163"/>
                  <a:pt x="12541" y="143"/>
                </a:cubicBezTo>
                <a:close/>
                <a:moveTo>
                  <a:pt x="13343" y="303"/>
                </a:moveTo>
                <a:lnTo>
                  <a:pt x="303" y="13343"/>
                </a:lnTo>
                <a:cubicBezTo>
                  <a:pt x="330" y="13456"/>
                  <a:pt x="361" y="13569"/>
                  <a:pt x="392" y="13682"/>
                </a:cubicBezTo>
                <a:lnTo>
                  <a:pt x="13682" y="393"/>
                </a:lnTo>
                <a:cubicBezTo>
                  <a:pt x="13569" y="362"/>
                  <a:pt x="13456" y="331"/>
                  <a:pt x="13343" y="303"/>
                </a:cubicBezTo>
                <a:close/>
                <a:moveTo>
                  <a:pt x="7909" y="395"/>
                </a:moveTo>
                <a:cubicBezTo>
                  <a:pt x="7701" y="452"/>
                  <a:pt x="7495" y="515"/>
                  <a:pt x="7290" y="585"/>
                </a:cubicBezTo>
                <a:lnTo>
                  <a:pt x="584" y="7290"/>
                </a:lnTo>
                <a:cubicBezTo>
                  <a:pt x="514" y="7495"/>
                  <a:pt x="452" y="7702"/>
                  <a:pt x="394" y="7909"/>
                </a:cubicBezTo>
                <a:lnTo>
                  <a:pt x="7909" y="395"/>
                </a:lnTo>
                <a:close/>
                <a:moveTo>
                  <a:pt x="14094" y="515"/>
                </a:moveTo>
                <a:lnTo>
                  <a:pt x="514" y="14094"/>
                </a:lnTo>
                <a:cubicBezTo>
                  <a:pt x="549" y="14202"/>
                  <a:pt x="583" y="14310"/>
                  <a:pt x="620" y="14417"/>
                </a:cubicBezTo>
                <a:lnTo>
                  <a:pt x="14417" y="621"/>
                </a:lnTo>
                <a:cubicBezTo>
                  <a:pt x="14310" y="583"/>
                  <a:pt x="14202" y="549"/>
                  <a:pt x="14094" y="515"/>
                </a:cubicBezTo>
                <a:close/>
                <a:moveTo>
                  <a:pt x="14804" y="767"/>
                </a:moveTo>
                <a:lnTo>
                  <a:pt x="767" y="14804"/>
                </a:lnTo>
                <a:cubicBezTo>
                  <a:pt x="807" y="14905"/>
                  <a:pt x="851" y="15004"/>
                  <a:pt x="894" y="15104"/>
                </a:cubicBezTo>
                <a:lnTo>
                  <a:pt x="15104" y="895"/>
                </a:lnTo>
                <a:cubicBezTo>
                  <a:pt x="15004" y="852"/>
                  <a:pt x="14905" y="807"/>
                  <a:pt x="14804" y="767"/>
                </a:cubicBezTo>
                <a:close/>
                <a:moveTo>
                  <a:pt x="6411" y="932"/>
                </a:moveTo>
                <a:cubicBezTo>
                  <a:pt x="6118" y="1062"/>
                  <a:pt x="5831" y="1206"/>
                  <a:pt x="5549" y="1363"/>
                </a:cubicBezTo>
                <a:lnTo>
                  <a:pt x="1362" y="5549"/>
                </a:lnTo>
                <a:cubicBezTo>
                  <a:pt x="1205" y="5832"/>
                  <a:pt x="1061" y="6119"/>
                  <a:pt x="931" y="6411"/>
                </a:cubicBezTo>
                <a:lnTo>
                  <a:pt x="6411" y="932"/>
                </a:lnTo>
                <a:close/>
                <a:moveTo>
                  <a:pt x="15470" y="1061"/>
                </a:moveTo>
                <a:lnTo>
                  <a:pt x="1060" y="15471"/>
                </a:lnTo>
                <a:cubicBezTo>
                  <a:pt x="1106" y="15567"/>
                  <a:pt x="1153" y="15664"/>
                  <a:pt x="1202" y="15759"/>
                </a:cubicBezTo>
                <a:lnTo>
                  <a:pt x="15759" y="1203"/>
                </a:lnTo>
                <a:cubicBezTo>
                  <a:pt x="15663" y="1153"/>
                  <a:pt x="15567" y="1107"/>
                  <a:pt x="15470" y="1061"/>
                </a:cubicBezTo>
                <a:close/>
                <a:moveTo>
                  <a:pt x="16103" y="1391"/>
                </a:moveTo>
                <a:lnTo>
                  <a:pt x="1391" y="16103"/>
                </a:lnTo>
                <a:cubicBezTo>
                  <a:pt x="1442" y="16194"/>
                  <a:pt x="1494" y="16285"/>
                  <a:pt x="1548" y="16375"/>
                </a:cubicBezTo>
                <a:lnTo>
                  <a:pt x="16375" y="1549"/>
                </a:lnTo>
                <a:cubicBezTo>
                  <a:pt x="16285" y="1495"/>
                  <a:pt x="16194" y="1442"/>
                  <a:pt x="16103" y="1391"/>
                </a:cubicBezTo>
                <a:close/>
                <a:moveTo>
                  <a:pt x="16703" y="1754"/>
                </a:moveTo>
                <a:lnTo>
                  <a:pt x="1753" y="16703"/>
                </a:lnTo>
                <a:cubicBezTo>
                  <a:pt x="1809" y="16788"/>
                  <a:pt x="1869" y="16872"/>
                  <a:pt x="1928" y="16956"/>
                </a:cubicBezTo>
                <a:lnTo>
                  <a:pt x="16956" y="1928"/>
                </a:lnTo>
                <a:cubicBezTo>
                  <a:pt x="16872" y="1869"/>
                  <a:pt x="16788" y="1810"/>
                  <a:pt x="16703" y="1754"/>
                </a:cubicBezTo>
                <a:close/>
                <a:moveTo>
                  <a:pt x="17267" y="2151"/>
                </a:moveTo>
                <a:lnTo>
                  <a:pt x="2151" y="17267"/>
                </a:lnTo>
                <a:cubicBezTo>
                  <a:pt x="2212" y="17349"/>
                  <a:pt x="2274" y="17430"/>
                  <a:pt x="2338" y="17510"/>
                </a:cubicBezTo>
                <a:lnTo>
                  <a:pt x="17510" y="2338"/>
                </a:lnTo>
                <a:cubicBezTo>
                  <a:pt x="17430" y="2275"/>
                  <a:pt x="17349" y="2212"/>
                  <a:pt x="17267" y="2151"/>
                </a:cubicBezTo>
                <a:close/>
                <a:moveTo>
                  <a:pt x="3805" y="2574"/>
                </a:moveTo>
                <a:cubicBezTo>
                  <a:pt x="3586" y="2761"/>
                  <a:pt x="3370" y="2956"/>
                  <a:pt x="3163" y="3163"/>
                </a:cubicBezTo>
                <a:cubicBezTo>
                  <a:pt x="2955" y="3371"/>
                  <a:pt x="2761" y="3586"/>
                  <a:pt x="2574" y="3806"/>
                </a:cubicBezTo>
                <a:lnTo>
                  <a:pt x="3805" y="2574"/>
                </a:lnTo>
                <a:close/>
                <a:moveTo>
                  <a:pt x="17801" y="2579"/>
                </a:moveTo>
                <a:lnTo>
                  <a:pt x="2579" y="17801"/>
                </a:lnTo>
                <a:cubicBezTo>
                  <a:pt x="2645" y="17878"/>
                  <a:pt x="2709" y="17957"/>
                  <a:pt x="2777" y="18032"/>
                </a:cubicBezTo>
                <a:lnTo>
                  <a:pt x="18032" y="2777"/>
                </a:lnTo>
                <a:cubicBezTo>
                  <a:pt x="17957" y="2709"/>
                  <a:pt x="17878" y="2645"/>
                  <a:pt x="17801" y="2579"/>
                </a:cubicBezTo>
                <a:close/>
                <a:moveTo>
                  <a:pt x="18304" y="3036"/>
                </a:moveTo>
                <a:lnTo>
                  <a:pt x="3036" y="18304"/>
                </a:lnTo>
                <a:cubicBezTo>
                  <a:pt x="3079" y="18349"/>
                  <a:pt x="3119" y="18394"/>
                  <a:pt x="3163" y="18438"/>
                </a:cubicBezTo>
                <a:cubicBezTo>
                  <a:pt x="3191" y="18466"/>
                  <a:pt x="3222" y="18492"/>
                  <a:pt x="3250" y="18521"/>
                </a:cubicBezTo>
                <a:lnTo>
                  <a:pt x="18521" y="3251"/>
                </a:lnTo>
                <a:cubicBezTo>
                  <a:pt x="18492" y="3222"/>
                  <a:pt x="18466" y="3192"/>
                  <a:pt x="18438" y="3163"/>
                </a:cubicBezTo>
                <a:cubicBezTo>
                  <a:pt x="18394" y="3119"/>
                  <a:pt x="18348" y="3079"/>
                  <a:pt x="18304" y="3036"/>
                </a:cubicBezTo>
                <a:close/>
                <a:moveTo>
                  <a:pt x="18781" y="3523"/>
                </a:moveTo>
                <a:lnTo>
                  <a:pt x="3522" y="18781"/>
                </a:lnTo>
                <a:cubicBezTo>
                  <a:pt x="3598" y="18850"/>
                  <a:pt x="3676" y="18915"/>
                  <a:pt x="3753" y="18982"/>
                </a:cubicBezTo>
                <a:lnTo>
                  <a:pt x="18982" y="3753"/>
                </a:lnTo>
                <a:cubicBezTo>
                  <a:pt x="18915" y="3676"/>
                  <a:pt x="18850" y="3598"/>
                  <a:pt x="18781" y="3523"/>
                </a:cubicBezTo>
                <a:close/>
                <a:moveTo>
                  <a:pt x="19224" y="4041"/>
                </a:moveTo>
                <a:lnTo>
                  <a:pt x="4041" y="19224"/>
                </a:lnTo>
                <a:cubicBezTo>
                  <a:pt x="4121" y="19289"/>
                  <a:pt x="4202" y="19350"/>
                  <a:pt x="4283" y="19412"/>
                </a:cubicBezTo>
                <a:lnTo>
                  <a:pt x="19412" y="4283"/>
                </a:lnTo>
                <a:cubicBezTo>
                  <a:pt x="19350" y="4202"/>
                  <a:pt x="19289" y="4121"/>
                  <a:pt x="19224" y="4041"/>
                </a:cubicBezTo>
                <a:close/>
                <a:moveTo>
                  <a:pt x="19637" y="4591"/>
                </a:moveTo>
                <a:lnTo>
                  <a:pt x="4591" y="19637"/>
                </a:lnTo>
                <a:cubicBezTo>
                  <a:pt x="4675" y="19696"/>
                  <a:pt x="4758" y="19757"/>
                  <a:pt x="4843" y="19813"/>
                </a:cubicBezTo>
                <a:lnTo>
                  <a:pt x="19813" y="4844"/>
                </a:lnTo>
                <a:cubicBezTo>
                  <a:pt x="19757" y="4758"/>
                  <a:pt x="19696" y="4675"/>
                  <a:pt x="19637" y="4591"/>
                </a:cubicBezTo>
                <a:close/>
                <a:moveTo>
                  <a:pt x="20019" y="5172"/>
                </a:moveTo>
                <a:lnTo>
                  <a:pt x="5172" y="20019"/>
                </a:lnTo>
                <a:cubicBezTo>
                  <a:pt x="5261" y="20073"/>
                  <a:pt x="5351" y="20126"/>
                  <a:pt x="5441" y="20178"/>
                </a:cubicBezTo>
                <a:lnTo>
                  <a:pt x="20178" y="5441"/>
                </a:lnTo>
                <a:cubicBezTo>
                  <a:pt x="20126" y="5351"/>
                  <a:pt x="20073" y="5261"/>
                  <a:pt x="20019" y="5172"/>
                </a:cubicBezTo>
                <a:close/>
                <a:moveTo>
                  <a:pt x="20369" y="5782"/>
                </a:moveTo>
                <a:lnTo>
                  <a:pt x="5782" y="20369"/>
                </a:lnTo>
                <a:cubicBezTo>
                  <a:pt x="5877" y="20419"/>
                  <a:pt x="5974" y="20463"/>
                  <a:pt x="6071" y="20510"/>
                </a:cubicBezTo>
                <a:lnTo>
                  <a:pt x="20510" y="6071"/>
                </a:lnTo>
                <a:cubicBezTo>
                  <a:pt x="20463" y="5975"/>
                  <a:pt x="20419" y="5878"/>
                  <a:pt x="20369" y="5782"/>
                </a:cubicBezTo>
                <a:close/>
                <a:moveTo>
                  <a:pt x="20679" y="6434"/>
                </a:moveTo>
                <a:lnTo>
                  <a:pt x="6434" y="20679"/>
                </a:lnTo>
                <a:cubicBezTo>
                  <a:pt x="6534" y="20723"/>
                  <a:pt x="6633" y="20769"/>
                  <a:pt x="6734" y="20809"/>
                </a:cubicBezTo>
                <a:lnTo>
                  <a:pt x="20809" y="6735"/>
                </a:lnTo>
                <a:cubicBezTo>
                  <a:pt x="20769" y="6634"/>
                  <a:pt x="20723" y="6534"/>
                  <a:pt x="20679" y="6434"/>
                </a:cubicBezTo>
                <a:close/>
                <a:moveTo>
                  <a:pt x="20956" y="7121"/>
                </a:moveTo>
                <a:lnTo>
                  <a:pt x="7120" y="20956"/>
                </a:lnTo>
                <a:cubicBezTo>
                  <a:pt x="7226" y="20994"/>
                  <a:pt x="7333" y="21030"/>
                  <a:pt x="7439" y="21065"/>
                </a:cubicBezTo>
                <a:lnTo>
                  <a:pt x="21065" y="7439"/>
                </a:lnTo>
                <a:cubicBezTo>
                  <a:pt x="21030" y="7333"/>
                  <a:pt x="20994" y="7226"/>
                  <a:pt x="20956" y="7121"/>
                </a:cubicBezTo>
                <a:close/>
                <a:moveTo>
                  <a:pt x="21190" y="7848"/>
                </a:moveTo>
                <a:lnTo>
                  <a:pt x="7848" y="21190"/>
                </a:lnTo>
                <a:cubicBezTo>
                  <a:pt x="7960" y="21221"/>
                  <a:pt x="8073" y="21252"/>
                  <a:pt x="8186" y="21280"/>
                </a:cubicBezTo>
                <a:lnTo>
                  <a:pt x="21280" y="8186"/>
                </a:lnTo>
                <a:cubicBezTo>
                  <a:pt x="21252" y="8073"/>
                  <a:pt x="21221" y="7960"/>
                  <a:pt x="21190" y="7848"/>
                </a:cubicBezTo>
                <a:close/>
                <a:moveTo>
                  <a:pt x="21378" y="8623"/>
                </a:moveTo>
                <a:lnTo>
                  <a:pt x="8623" y="21378"/>
                </a:lnTo>
                <a:cubicBezTo>
                  <a:pt x="8743" y="21402"/>
                  <a:pt x="8863" y="21424"/>
                  <a:pt x="8984" y="21445"/>
                </a:cubicBezTo>
                <a:lnTo>
                  <a:pt x="21445" y="8984"/>
                </a:lnTo>
                <a:cubicBezTo>
                  <a:pt x="21424" y="8864"/>
                  <a:pt x="21402" y="8743"/>
                  <a:pt x="21378" y="8623"/>
                </a:cubicBezTo>
                <a:close/>
                <a:moveTo>
                  <a:pt x="21514" y="9448"/>
                </a:moveTo>
                <a:lnTo>
                  <a:pt x="9447" y="21514"/>
                </a:lnTo>
                <a:cubicBezTo>
                  <a:pt x="9576" y="21530"/>
                  <a:pt x="9704" y="21546"/>
                  <a:pt x="9833" y="21557"/>
                </a:cubicBezTo>
                <a:lnTo>
                  <a:pt x="21557" y="9834"/>
                </a:lnTo>
                <a:cubicBezTo>
                  <a:pt x="21546" y="9705"/>
                  <a:pt x="21530" y="9576"/>
                  <a:pt x="21514" y="9448"/>
                </a:cubicBezTo>
                <a:close/>
                <a:moveTo>
                  <a:pt x="21590" y="10333"/>
                </a:moveTo>
                <a:lnTo>
                  <a:pt x="10332" y="21590"/>
                </a:lnTo>
                <a:cubicBezTo>
                  <a:pt x="10473" y="21596"/>
                  <a:pt x="10613" y="21599"/>
                  <a:pt x="10753" y="21600"/>
                </a:cubicBezTo>
                <a:lnTo>
                  <a:pt x="21600" y="10754"/>
                </a:lnTo>
                <a:cubicBezTo>
                  <a:pt x="21599" y="10613"/>
                  <a:pt x="21596" y="10473"/>
                  <a:pt x="21590" y="10333"/>
                </a:cubicBezTo>
                <a:close/>
                <a:moveTo>
                  <a:pt x="21590" y="11296"/>
                </a:moveTo>
                <a:lnTo>
                  <a:pt x="11295" y="21590"/>
                </a:lnTo>
                <a:cubicBezTo>
                  <a:pt x="11449" y="21583"/>
                  <a:pt x="11603" y="21572"/>
                  <a:pt x="11757" y="21558"/>
                </a:cubicBezTo>
                <a:lnTo>
                  <a:pt x="21558" y="11757"/>
                </a:lnTo>
                <a:cubicBezTo>
                  <a:pt x="21572" y="11603"/>
                  <a:pt x="21583" y="11450"/>
                  <a:pt x="21590" y="11296"/>
                </a:cubicBezTo>
                <a:close/>
                <a:moveTo>
                  <a:pt x="21489" y="12358"/>
                </a:moveTo>
                <a:lnTo>
                  <a:pt x="12358" y="21489"/>
                </a:lnTo>
                <a:cubicBezTo>
                  <a:pt x="12531" y="21464"/>
                  <a:pt x="12703" y="21434"/>
                  <a:pt x="12876" y="21400"/>
                </a:cubicBezTo>
                <a:lnTo>
                  <a:pt x="21400" y="12876"/>
                </a:lnTo>
                <a:cubicBezTo>
                  <a:pt x="21434" y="12704"/>
                  <a:pt x="21464" y="12531"/>
                  <a:pt x="21489" y="12358"/>
                </a:cubicBezTo>
                <a:close/>
                <a:moveTo>
                  <a:pt x="21239" y="13569"/>
                </a:moveTo>
                <a:lnTo>
                  <a:pt x="13569" y="21239"/>
                </a:lnTo>
                <a:cubicBezTo>
                  <a:pt x="13774" y="21185"/>
                  <a:pt x="13978" y="21125"/>
                  <a:pt x="14181" y="21058"/>
                </a:cubicBezTo>
                <a:lnTo>
                  <a:pt x="21058" y="14181"/>
                </a:lnTo>
                <a:cubicBezTo>
                  <a:pt x="21125" y="13978"/>
                  <a:pt x="21185" y="13774"/>
                  <a:pt x="21239" y="13569"/>
                </a:cubicBezTo>
                <a:close/>
                <a:moveTo>
                  <a:pt x="20736" y="15035"/>
                </a:moveTo>
                <a:lnTo>
                  <a:pt x="15035" y="20736"/>
                </a:lnTo>
                <a:cubicBezTo>
                  <a:pt x="15310" y="20619"/>
                  <a:pt x="15581" y="20493"/>
                  <a:pt x="15848" y="20352"/>
                </a:cubicBezTo>
                <a:lnTo>
                  <a:pt x="20352" y="15848"/>
                </a:lnTo>
                <a:cubicBezTo>
                  <a:pt x="20493" y="15581"/>
                  <a:pt x="20619" y="15310"/>
                  <a:pt x="20736" y="15035"/>
                </a:cubicBezTo>
                <a:close/>
                <a:moveTo>
                  <a:pt x="19400" y="17332"/>
                </a:moveTo>
                <a:lnTo>
                  <a:pt x="17332" y="19400"/>
                </a:lnTo>
                <a:cubicBezTo>
                  <a:pt x="17716" y="19108"/>
                  <a:pt x="18087" y="18789"/>
                  <a:pt x="18438" y="18438"/>
                </a:cubicBezTo>
                <a:cubicBezTo>
                  <a:pt x="18788" y="18087"/>
                  <a:pt x="19107" y="17716"/>
                  <a:pt x="19400" y="17332"/>
                </a:cubicBezTo>
                <a:close/>
              </a:path>
            </a:pathLst>
          </a:custGeom>
          <a:solidFill>
            <a:schemeClr val="accent4"/>
          </a:solidFill>
          <a:ln w="12700">
            <a:miter lim="400000"/>
          </a:ln>
        </p:spPr>
        <p:txBody>
          <a:bodyPr lIns="0" tIns="0" rIns="0" bIns="0" anchor="ctr"/>
          <a:lstStyle/>
          <a:p>
            <a:pPr marL="0" marR="0" lvl="0" indent="0" algn="ctr" defTabSz="8255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 kumimoji="0" sz="32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Helvetica Neue Medium"/>
              <a:sym typeface="Helvetica Neue Medium"/>
            </a:endParaRPr>
          </a:p>
        </p:txBody>
      </p:sp>
      <p:sp>
        <p:nvSpPr>
          <p:cNvPr id="218" name="Shape">
            <a:extLst>
              <a:ext uri="{FF2B5EF4-FFF2-40B4-BE49-F238E27FC236}">
                <a16:creationId xmlns:a16="http://schemas.microsoft.com/office/drawing/2014/main" id="{428EF9EA-7260-60CB-551F-2486CAD3BF7B}"/>
              </a:ext>
            </a:extLst>
          </p:cNvPr>
          <p:cNvSpPr/>
          <p:nvPr/>
        </p:nvSpPr>
        <p:spPr>
          <a:xfrm>
            <a:off x="1688166" y="791392"/>
            <a:ext cx="7163901" cy="716420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800" y="0"/>
                </a:moveTo>
                <a:cubicBezTo>
                  <a:pt x="10787" y="0"/>
                  <a:pt x="10773" y="1"/>
                  <a:pt x="10759" y="1"/>
                </a:cubicBezTo>
                <a:lnTo>
                  <a:pt x="1" y="10760"/>
                </a:lnTo>
                <a:cubicBezTo>
                  <a:pt x="0" y="10900"/>
                  <a:pt x="3" y="11040"/>
                  <a:pt x="8" y="11181"/>
                </a:cubicBezTo>
                <a:lnTo>
                  <a:pt x="11180" y="9"/>
                </a:lnTo>
                <a:cubicBezTo>
                  <a:pt x="11054" y="4"/>
                  <a:pt x="10927" y="0"/>
                  <a:pt x="10800" y="0"/>
                </a:cubicBezTo>
                <a:close/>
                <a:moveTo>
                  <a:pt x="10211" y="17"/>
                </a:moveTo>
                <a:cubicBezTo>
                  <a:pt x="10057" y="25"/>
                  <a:pt x="9903" y="36"/>
                  <a:pt x="9748" y="51"/>
                </a:cubicBezTo>
                <a:lnTo>
                  <a:pt x="50" y="9749"/>
                </a:lnTo>
                <a:cubicBezTo>
                  <a:pt x="35" y="9903"/>
                  <a:pt x="25" y="10057"/>
                  <a:pt x="16" y="10212"/>
                </a:cubicBezTo>
                <a:lnTo>
                  <a:pt x="10211" y="17"/>
                </a:lnTo>
                <a:close/>
                <a:moveTo>
                  <a:pt x="11683" y="38"/>
                </a:moveTo>
                <a:lnTo>
                  <a:pt x="38" y="11684"/>
                </a:lnTo>
                <a:cubicBezTo>
                  <a:pt x="48" y="11814"/>
                  <a:pt x="62" y="11944"/>
                  <a:pt x="78" y="12075"/>
                </a:cubicBezTo>
                <a:lnTo>
                  <a:pt x="12074" y="78"/>
                </a:lnTo>
                <a:cubicBezTo>
                  <a:pt x="11944" y="63"/>
                  <a:pt x="11814" y="49"/>
                  <a:pt x="11683" y="38"/>
                </a:cubicBezTo>
                <a:close/>
                <a:moveTo>
                  <a:pt x="9136" y="131"/>
                </a:moveTo>
                <a:cubicBezTo>
                  <a:pt x="8960" y="158"/>
                  <a:pt x="8786" y="190"/>
                  <a:pt x="8611" y="226"/>
                </a:cubicBezTo>
                <a:lnTo>
                  <a:pt x="226" y="8611"/>
                </a:lnTo>
                <a:cubicBezTo>
                  <a:pt x="190" y="8786"/>
                  <a:pt x="157" y="8961"/>
                  <a:pt x="130" y="9137"/>
                </a:cubicBezTo>
                <a:lnTo>
                  <a:pt x="9136" y="131"/>
                </a:lnTo>
                <a:close/>
                <a:moveTo>
                  <a:pt x="12541" y="143"/>
                </a:moveTo>
                <a:lnTo>
                  <a:pt x="143" y="12541"/>
                </a:lnTo>
                <a:cubicBezTo>
                  <a:pt x="163" y="12663"/>
                  <a:pt x="183" y="12785"/>
                  <a:pt x="207" y="12906"/>
                </a:cubicBezTo>
                <a:lnTo>
                  <a:pt x="12906" y="208"/>
                </a:lnTo>
                <a:cubicBezTo>
                  <a:pt x="12785" y="184"/>
                  <a:pt x="12663" y="163"/>
                  <a:pt x="12541" y="143"/>
                </a:cubicBezTo>
                <a:close/>
                <a:moveTo>
                  <a:pt x="13343" y="303"/>
                </a:moveTo>
                <a:lnTo>
                  <a:pt x="303" y="13343"/>
                </a:lnTo>
                <a:cubicBezTo>
                  <a:pt x="330" y="13456"/>
                  <a:pt x="361" y="13569"/>
                  <a:pt x="392" y="13682"/>
                </a:cubicBezTo>
                <a:lnTo>
                  <a:pt x="13682" y="393"/>
                </a:lnTo>
                <a:cubicBezTo>
                  <a:pt x="13569" y="362"/>
                  <a:pt x="13456" y="331"/>
                  <a:pt x="13343" y="303"/>
                </a:cubicBezTo>
                <a:close/>
                <a:moveTo>
                  <a:pt x="7909" y="395"/>
                </a:moveTo>
                <a:cubicBezTo>
                  <a:pt x="7701" y="452"/>
                  <a:pt x="7495" y="515"/>
                  <a:pt x="7290" y="585"/>
                </a:cubicBezTo>
                <a:lnTo>
                  <a:pt x="584" y="7290"/>
                </a:lnTo>
                <a:cubicBezTo>
                  <a:pt x="514" y="7495"/>
                  <a:pt x="452" y="7702"/>
                  <a:pt x="394" y="7909"/>
                </a:cubicBezTo>
                <a:lnTo>
                  <a:pt x="7909" y="395"/>
                </a:lnTo>
                <a:close/>
                <a:moveTo>
                  <a:pt x="14094" y="515"/>
                </a:moveTo>
                <a:lnTo>
                  <a:pt x="514" y="14094"/>
                </a:lnTo>
                <a:cubicBezTo>
                  <a:pt x="549" y="14202"/>
                  <a:pt x="583" y="14310"/>
                  <a:pt x="620" y="14417"/>
                </a:cubicBezTo>
                <a:lnTo>
                  <a:pt x="14417" y="621"/>
                </a:lnTo>
                <a:cubicBezTo>
                  <a:pt x="14310" y="583"/>
                  <a:pt x="14202" y="549"/>
                  <a:pt x="14094" y="515"/>
                </a:cubicBezTo>
                <a:close/>
                <a:moveTo>
                  <a:pt x="14804" y="767"/>
                </a:moveTo>
                <a:lnTo>
                  <a:pt x="767" y="14804"/>
                </a:lnTo>
                <a:cubicBezTo>
                  <a:pt x="807" y="14905"/>
                  <a:pt x="851" y="15004"/>
                  <a:pt x="894" y="15104"/>
                </a:cubicBezTo>
                <a:lnTo>
                  <a:pt x="15104" y="895"/>
                </a:lnTo>
                <a:cubicBezTo>
                  <a:pt x="15004" y="852"/>
                  <a:pt x="14905" y="807"/>
                  <a:pt x="14804" y="767"/>
                </a:cubicBezTo>
                <a:close/>
                <a:moveTo>
                  <a:pt x="6411" y="932"/>
                </a:moveTo>
                <a:cubicBezTo>
                  <a:pt x="6118" y="1062"/>
                  <a:pt x="5831" y="1206"/>
                  <a:pt x="5549" y="1363"/>
                </a:cubicBezTo>
                <a:lnTo>
                  <a:pt x="1362" y="5549"/>
                </a:lnTo>
                <a:cubicBezTo>
                  <a:pt x="1205" y="5832"/>
                  <a:pt x="1061" y="6119"/>
                  <a:pt x="931" y="6411"/>
                </a:cubicBezTo>
                <a:lnTo>
                  <a:pt x="6411" y="932"/>
                </a:lnTo>
                <a:close/>
                <a:moveTo>
                  <a:pt x="15470" y="1061"/>
                </a:moveTo>
                <a:lnTo>
                  <a:pt x="1060" y="15471"/>
                </a:lnTo>
                <a:cubicBezTo>
                  <a:pt x="1106" y="15567"/>
                  <a:pt x="1153" y="15664"/>
                  <a:pt x="1202" y="15759"/>
                </a:cubicBezTo>
                <a:lnTo>
                  <a:pt x="15759" y="1203"/>
                </a:lnTo>
                <a:cubicBezTo>
                  <a:pt x="15663" y="1153"/>
                  <a:pt x="15567" y="1107"/>
                  <a:pt x="15470" y="1061"/>
                </a:cubicBezTo>
                <a:close/>
                <a:moveTo>
                  <a:pt x="16103" y="1391"/>
                </a:moveTo>
                <a:lnTo>
                  <a:pt x="1391" y="16103"/>
                </a:lnTo>
                <a:cubicBezTo>
                  <a:pt x="1442" y="16194"/>
                  <a:pt x="1494" y="16285"/>
                  <a:pt x="1548" y="16375"/>
                </a:cubicBezTo>
                <a:lnTo>
                  <a:pt x="16375" y="1549"/>
                </a:lnTo>
                <a:cubicBezTo>
                  <a:pt x="16285" y="1495"/>
                  <a:pt x="16194" y="1442"/>
                  <a:pt x="16103" y="1391"/>
                </a:cubicBezTo>
                <a:close/>
                <a:moveTo>
                  <a:pt x="16703" y="1754"/>
                </a:moveTo>
                <a:lnTo>
                  <a:pt x="1753" y="16703"/>
                </a:lnTo>
                <a:cubicBezTo>
                  <a:pt x="1809" y="16788"/>
                  <a:pt x="1869" y="16872"/>
                  <a:pt x="1928" y="16956"/>
                </a:cubicBezTo>
                <a:lnTo>
                  <a:pt x="16956" y="1928"/>
                </a:lnTo>
                <a:cubicBezTo>
                  <a:pt x="16872" y="1869"/>
                  <a:pt x="16788" y="1810"/>
                  <a:pt x="16703" y="1754"/>
                </a:cubicBezTo>
                <a:close/>
                <a:moveTo>
                  <a:pt x="17267" y="2151"/>
                </a:moveTo>
                <a:lnTo>
                  <a:pt x="2151" y="17267"/>
                </a:lnTo>
                <a:cubicBezTo>
                  <a:pt x="2212" y="17349"/>
                  <a:pt x="2274" y="17430"/>
                  <a:pt x="2338" y="17510"/>
                </a:cubicBezTo>
                <a:lnTo>
                  <a:pt x="17510" y="2338"/>
                </a:lnTo>
                <a:cubicBezTo>
                  <a:pt x="17430" y="2275"/>
                  <a:pt x="17349" y="2212"/>
                  <a:pt x="17267" y="2151"/>
                </a:cubicBezTo>
                <a:close/>
                <a:moveTo>
                  <a:pt x="3805" y="2574"/>
                </a:moveTo>
                <a:cubicBezTo>
                  <a:pt x="3586" y="2761"/>
                  <a:pt x="3370" y="2956"/>
                  <a:pt x="3163" y="3163"/>
                </a:cubicBezTo>
                <a:cubicBezTo>
                  <a:pt x="2955" y="3371"/>
                  <a:pt x="2761" y="3586"/>
                  <a:pt x="2574" y="3806"/>
                </a:cubicBezTo>
                <a:lnTo>
                  <a:pt x="3805" y="2574"/>
                </a:lnTo>
                <a:close/>
                <a:moveTo>
                  <a:pt x="17801" y="2579"/>
                </a:moveTo>
                <a:lnTo>
                  <a:pt x="2579" y="17801"/>
                </a:lnTo>
                <a:cubicBezTo>
                  <a:pt x="2645" y="17878"/>
                  <a:pt x="2709" y="17957"/>
                  <a:pt x="2777" y="18032"/>
                </a:cubicBezTo>
                <a:lnTo>
                  <a:pt x="18032" y="2777"/>
                </a:lnTo>
                <a:cubicBezTo>
                  <a:pt x="17957" y="2709"/>
                  <a:pt x="17878" y="2645"/>
                  <a:pt x="17801" y="2579"/>
                </a:cubicBezTo>
                <a:close/>
                <a:moveTo>
                  <a:pt x="18304" y="3036"/>
                </a:moveTo>
                <a:lnTo>
                  <a:pt x="3036" y="18304"/>
                </a:lnTo>
                <a:cubicBezTo>
                  <a:pt x="3079" y="18349"/>
                  <a:pt x="3119" y="18394"/>
                  <a:pt x="3163" y="18438"/>
                </a:cubicBezTo>
                <a:cubicBezTo>
                  <a:pt x="3191" y="18466"/>
                  <a:pt x="3222" y="18492"/>
                  <a:pt x="3250" y="18521"/>
                </a:cubicBezTo>
                <a:lnTo>
                  <a:pt x="18521" y="3251"/>
                </a:lnTo>
                <a:cubicBezTo>
                  <a:pt x="18492" y="3222"/>
                  <a:pt x="18466" y="3192"/>
                  <a:pt x="18438" y="3163"/>
                </a:cubicBezTo>
                <a:cubicBezTo>
                  <a:pt x="18394" y="3119"/>
                  <a:pt x="18348" y="3079"/>
                  <a:pt x="18304" y="3036"/>
                </a:cubicBezTo>
                <a:close/>
                <a:moveTo>
                  <a:pt x="18781" y="3523"/>
                </a:moveTo>
                <a:lnTo>
                  <a:pt x="3522" y="18781"/>
                </a:lnTo>
                <a:cubicBezTo>
                  <a:pt x="3598" y="18850"/>
                  <a:pt x="3676" y="18915"/>
                  <a:pt x="3753" y="18982"/>
                </a:cubicBezTo>
                <a:lnTo>
                  <a:pt x="18982" y="3753"/>
                </a:lnTo>
                <a:cubicBezTo>
                  <a:pt x="18915" y="3676"/>
                  <a:pt x="18850" y="3598"/>
                  <a:pt x="18781" y="3523"/>
                </a:cubicBezTo>
                <a:close/>
                <a:moveTo>
                  <a:pt x="19224" y="4041"/>
                </a:moveTo>
                <a:lnTo>
                  <a:pt x="4041" y="19224"/>
                </a:lnTo>
                <a:cubicBezTo>
                  <a:pt x="4121" y="19289"/>
                  <a:pt x="4202" y="19350"/>
                  <a:pt x="4283" y="19412"/>
                </a:cubicBezTo>
                <a:lnTo>
                  <a:pt x="19412" y="4283"/>
                </a:lnTo>
                <a:cubicBezTo>
                  <a:pt x="19350" y="4202"/>
                  <a:pt x="19289" y="4121"/>
                  <a:pt x="19224" y="4041"/>
                </a:cubicBezTo>
                <a:close/>
                <a:moveTo>
                  <a:pt x="19637" y="4591"/>
                </a:moveTo>
                <a:lnTo>
                  <a:pt x="4591" y="19637"/>
                </a:lnTo>
                <a:cubicBezTo>
                  <a:pt x="4675" y="19696"/>
                  <a:pt x="4758" y="19757"/>
                  <a:pt x="4843" y="19813"/>
                </a:cubicBezTo>
                <a:lnTo>
                  <a:pt x="19813" y="4844"/>
                </a:lnTo>
                <a:cubicBezTo>
                  <a:pt x="19757" y="4758"/>
                  <a:pt x="19696" y="4675"/>
                  <a:pt x="19637" y="4591"/>
                </a:cubicBezTo>
                <a:close/>
                <a:moveTo>
                  <a:pt x="20019" y="5172"/>
                </a:moveTo>
                <a:lnTo>
                  <a:pt x="5172" y="20019"/>
                </a:lnTo>
                <a:cubicBezTo>
                  <a:pt x="5261" y="20073"/>
                  <a:pt x="5351" y="20126"/>
                  <a:pt x="5441" y="20178"/>
                </a:cubicBezTo>
                <a:lnTo>
                  <a:pt x="20178" y="5441"/>
                </a:lnTo>
                <a:cubicBezTo>
                  <a:pt x="20126" y="5351"/>
                  <a:pt x="20073" y="5261"/>
                  <a:pt x="20019" y="5172"/>
                </a:cubicBezTo>
                <a:close/>
                <a:moveTo>
                  <a:pt x="20369" y="5782"/>
                </a:moveTo>
                <a:lnTo>
                  <a:pt x="5782" y="20369"/>
                </a:lnTo>
                <a:cubicBezTo>
                  <a:pt x="5877" y="20419"/>
                  <a:pt x="5974" y="20463"/>
                  <a:pt x="6071" y="20510"/>
                </a:cubicBezTo>
                <a:lnTo>
                  <a:pt x="20510" y="6071"/>
                </a:lnTo>
                <a:cubicBezTo>
                  <a:pt x="20463" y="5975"/>
                  <a:pt x="20419" y="5878"/>
                  <a:pt x="20369" y="5782"/>
                </a:cubicBezTo>
                <a:close/>
                <a:moveTo>
                  <a:pt x="20679" y="6434"/>
                </a:moveTo>
                <a:lnTo>
                  <a:pt x="6434" y="20679"/>
                </a:lnTo>
                <a:cubicBezTo>
                  <a:pt x="6534" y="20723"/>
                  <a:pt x="6633" y="20769"/>
                  <a:pt x="6734" y="20809"/>
                </a:cubicBezTo>
                <a:lnTo>
                  <a:pt x="20809" y="6735"/>
                </a:lnTo>
                <a:cubicBezTo>
                  <a:pt x="20769" y="6634"/>
                  <a:pt x="20723" y="6534"/>
                  <a:pt x="20679" y="6434"/>
                </a:cubicBezTo>
                <a:close/>
                <a:moveTo>
                  <a:pt x="20956" y="7121"/>
                </a:moveTo>
                <a:lnTo>
                  <a:pt x="7120" y="20956"/>
                </a:lnTo>
                <a:cubicBezTo>
                  <a:pt x="7226" y="20994"/>
                  <a:pt x="7333" y="21030"/>
                  <a:pt x="7439" y="21065"/>
                </a:cubicBezTo>
                <a:lnTo>
                  <a:pt x="21065" y="7439"/>
                </a:lnTo>
                <a:cubicBezTo>
                  <a:pt x="21030" y="7333"/>
                  <a:pt x="20994" y="7226"/>
                  <a:pt x="20956" y="7121"/>
                </a:cubicBezTo>
                <a:close/>
                <a:moveTo>
                  <a:pt x="21190" y="7848"/>
                </a:moveTo>
                <a:lnTo>
                  <a:pt x="7848" y="21190"/>
                </a:lnTo>
                <a:cubicBezTo>
                  <a:pt x="7960" y="21221"/>
                  <a:pt x="8073" y="21252"/>
                  <a:pt x="8186" y="21280"/>
                </a:cubicBezTo>
                <a:lnTo>
                  <a:pt x="21280" y="8186"/>
                </a:lnTo>
                <a:cubicBezTo>
                  <a:pt x="21252" y="8073"/>
                  <a:pt x="21221" y="7960"/>
                  <a:pt x="21190" y="7848"/>
                </a:cubicBezTo>
                <a:close/>
                <a:moveTo>
                  <a:pt x="21378" y="8623"/>
                </a:moveTo>
                <a:lnTo>
                  <a:pt x="8623" y="21378"/>
                </a:lnTo>
                <a:cubicBezTo>
                  <a:pt x="8743" y="21402"/>
                  <a:pt x="8863" y="21424"/>
                  <a:pt x="8984" y="21445"/>
                </a:cubicBezTo>
                <a:lnTo>
                  <a:pt x="21445" y="8984"/>
                </a:lnTo>
                <a:cubicBezTo>
                  <a:pt x="21424" y="8864"/>
                  <a:pt x="21402" y="8743"/>
                  <a:pt x="21378" y="8623"/>
                </a:cubicBezTo>
                <a:close/>
                <a:moveTo>
                  <a:pt x="21514" y="9448"/>
                </a:moveTo>
                <a:lnTo>
                  <a:pt x="9447" y="21514"/>
                </a:lnTo>
                <a:cubicBezTo>
                  <a:pt x="9576" y="21530"/>
                  <a:pt x="9704" y="21546"/>
                  <a:pt x="9833" y="21557"/>
                </a:cubicBezTo>
                <a:lnTo>
                  <a:pt x="21557" y="9834"/>
                </a:lnTo>
                <a:cubicBezTo>
                  <a:pt x="21546" y="9705"/>
                  <a:pt x="21530" y="9576"/>
                  <a:pt x="21514" y="9448"/>
                </a:cubicBezTo>
                <a:close/>
                <a:moveTo>
                  <a:pt x="21590" y="10333"/>
                </a:moveTo>
                <a:lnTo>
                  <a:pt x="10332" y="21590"/>
                </a:lnTo>
                <a:cubicBezTo>
                  <a:pt x="10473" y="21596"/>
                  <a:pt x="10613" y="21599"/>
                  <a:pt x="10753" y="21600"/>
                </a:cubicBezTo>
                <a:lnTo>
                  <a:pt x="21600" y="10754"/>
                </a:lnTo>
                <a:cubicBezTo>
                  <a:pt x="21599" y="10613"/>
                  <a:pt x="21596" y="10473"/>
                  <a:pt x="21590" y="10333"/>
                </a:cubicBezTo>
                <a:close/>
                <a:moveTo>
                  <a:pt x="21590" y="11296"/>
                </a:moveTo>
                <a:lnTo>
                  <a:pt x="11295" y="21590"/>
                </a:lnTo>
                <a:cubicBezTo>
                  <a:pt x="11449" y="21583"/>
                  <a:pt x="11603" y="21572"/>
                  <a:pt x="11757" y="21558"/>
                </a:cubicBezTo>
                <a:lnTo>
                  <a:pt x="21558" y="11757"/>
                </a:lnTo>
                <a:cubicBezTo>
                  <a:pt x="21572" y="11603"/>
                  <a:pt x="21583" y="11450"/>
                  <a:pt x="21590" y="11296"/>
                </a:cubicBezTo>
                <a:close/>
                <a:moveTo>
                  <a:pt x="21489" y="12358"/>
                </a:moveTo>
                <a:lnTo>
                  <a:pt x="12358" y="21489"/>
                </a:lnTo>
                <a:cubicBezTo>
                  <a:pt x="12531" y="21464"/>
                  <a:pt x="12703" y="21434"/>
                  <a:pt x="12876" y="21400"/>
                </a:cubicBezTo>
                <a:lnTo>
                  <a:pt x="21400" y="12876"/>
                </a:lnTo>
                <a:cubicBezTo>
                  <a:pt x="21434" y="12704"/>
                  <a:pt x="21464" y="12531"/>
                  <a:pt x="21489" y="12358"/>
                </a:cubicBezTo>
                <a:close/>
                <a:moveTo>
                  <a:pt x="21239" y="13569"/>
                </a:moveTo>
                <a:lnTo>
                  <a:pt x="13569" y="21239"/>
                </a:lnTo>
                <a:cubicBezTo>
                  <a:pt x="13774" y="21185"/>
                  <a:pt x="13978" y="21125"/>
                  <a:pt x="14181" y="21058"/>
                </a:cubicBezTo>
                <a:lnTo>
                  <a:pt x="21058" y="14181"/>
                </a:lnTo>
                <a:cubicBezTo>
                  <a:pt x="21125" y="13978"/>
                  <a:pt x="21185" y="13774"/>
                  <a:pt x="21239" y="13569"/>
                </a:cubicBezTo>
                <a:close/>
                <a:moveTo>
                  <a:pt x="20736" y="15035"/>
                </a:moveTo>
                <a:lnTo>
                  <a:pt x="15035" y="20736"/>
                </a:lnTo>
                <a:cubicBezTo>
                  <a:pt x="15310" y="20619"/>
                  <a:pt x="15581" y="20493"/>
                  <a:pt x="15848" y="20352"/>
                </a:cubicBezTo>
                <a:lnTo>
                  <a:pt x="20352" y="15848"/>
                </a:lnTo>
                <a:cubicBezTo>
                  <a:pt x="20493" y="15581"/>
                  <a:pt x="20619" y="15310"/>
                  <a:pt x="20736" y="15035"/>
                </a:cubicBezTo>
                <a:close/>
                <a:moveTo>
                  <a:pt x="19400" y="17332"/>
                </a:moveTo>
                <a:lnTo>
                  <a:pt x="17332" y="19400"/>
                </a:lnTo>
                <a:cubicBezTo>
                  <a:pt x="17716" y="19108"/>
                  <a:pt x="18087" y="18789"/>
                  <a:pt x="18438" y="18438"/>
                </a:cubicBezTo>
                <a:cubicBezTo>
                  <a:pt x="18788" y="18087"/>
                  <a:pt x="19107" y="17716"/>
                  <a:pt x="19400" y="17332"/>
                </a:cubicBezTo>
                <a:close/>
              </a:path>
            </a:pathLst>
          </a:custGeom>
          <a:solidFill>
            <a:schemeClr val="accent4"/>
          </a:solidFill>
          <a:ln w="12700">
            <a:miter lim="400000"/>
          </a:ln>
        </p:spPr>
        <p:txBody>
          <a:bodyPr lIns="0" tIns="0" rIns="0" bIns="0" anchor="ctr"/>
          <a:lstStyle/>
          <a:p>
            <a:pPr marL="0" marR="0" lvl="0" indent="0" algn="ctr" defTabSz="8255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 kumimoji="0" sz="32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Helvetica Neue Medium"/>
              <a:sym typeface="Helvetica Neue Medium"/>
            </a:endParaRPr>
          </a:p>
        </p:txBody>
      </p:sp>
      <p:sp>
        <p:nvSpPr>
          <p:cNvPr id="219" name="Shape">
            <a:extLst>
              <a:ext uri="{FF2B5EF4-FFF2-40B4-BE49-F238E27FC236}">
                <a16:creationId xmlns:a16="http://schemas.microsoft.com/office/drawing/2014/main" id="{2DB36DBE-DDE5-CC3F-F20B-0274CB42EE00}"/>
              </a:ext>
            </a:extLst>
          </p:cNvPr>
          <p:cNvSpPr/>
          <p:nvPr/>
        </p:nvSpPr>
        <p:spPr>
          <a:xfrm>
            <a:off x="11727838" y="12253507"/>
            <a:ext cx="4276957" cy="427713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800" y="0"/>
                </a:moveTo>
                <a:cubicBezTo>
                  <a:pt x="10787" y="0"/>
                  <a:pt x="10773" y="1"/>
                  <a:pt x="10759" y="1"/>
                </a:cubicBezTo>
                <a:lnTo>
                  <a:pt x="1" y="10760"/>
                </a:lnTo>
                <a:cubicBezTo>
                  <a:pt x="0" y="10900"/>
                  <a:pt x="3" y="11040"/>
                  <a:pt x="8" y="11181"/>
                </a:cubicBezTo>
                <a:lnTo>
                  <a:pt x="11180" y="9"/>
                </a:lnTo>
                <a:cubicBezTo>
                  <a:pt x="11054" y="4"/>
                  <a:pt x="10927" y="0"/>
                  <a:pt x="10800" y="0"/>
                </a:cubicBezTo>
                <a:close/>
                <a:moveTo>
                  <a:pt x="10211" y="17"/>
                </a:moveTo>
                <a:cubicBezTo>
                  <a:pt x="10057" y="25"/>
                  <a:pt x="9903" y="36"/>
                  <a:pt x="9748" y="51"/>
                </a:cubicBezTo>
                <a:lnTo>
                  <a:pt x="50" y="9749"/>
                </a:lnTo>
                <a:cubicBezTo>
                  <a:pt x="35" y="9903"/>
                  <a:pt x="25" y="10057"/>
                  <a:pt x="16" y="10212"/>
                </a:cubicBezTo>
                <a:lnTo>
                  <a:pt x="10211" y="17"/>
                </a:lnTo>
                <a:close/>
                <a:moveTo>
                  <a:pt x="11683" y="38"/>
                </a:moveTo>
                <a:lnTo>
                  <a:pt x="38" y="11684"/>
                </a:lnTo>
                <a:cubicBezTo>
                  <a:pt x="48" y="11814"/>
                  <a:pt x="62" y="11944"/>
                  <a:pt x="78" y="12075"/>
                </a:cubicBezTo>
                <a:lnTo>
                  <a:pt x="12074" y="78"/>
                </a:lnTo>
                <a:cubicBezTo>
                  <a:pt x="11944" y="63"/>
                  <a:pt x="11814" y="49"/>
                  <a:pt x="11683" y="38"/>
                </a:cubicBezTo>
                <a:close/>
                <a:moveTo>
                  <a:pt x="9136" y="131"/>
                </a:moveTo>
                <a:cubicBezTo>
                  <a:pt x="8960" y="158"/>
                  <a:pt x="8786" y="190"/>
                  <a:pt x="8611" y="226"/>
                </a:cubicBezTo>
                <a:lnTo>
                  <a:pt x="226" y="8611"/>
                </a:lnTo>
                <a:cubicBezTo>
                  <a:pt x="190" y="8786"/>
                  <a:pt x="157" y="8961"/>
                  <a:pt x="130" y="9137"/>
                </a:cubicBezTo>
                <a:lnTo>
                  <a:pt x="9136" y="131"/>
                </a:lnTo>
                <a:close/>
                <a:moveTo>
                  <a:pt x="12541" y="143"/>
                </a:moveTo>
                <a:lnTo>
                  <a:pt x="143" y="12541"/>
                </a:lnTo>
                <a:cubicBezTo>
                  <a:pt x="163" y="12663"/>
                  <a:pt x="183" y="12785"/>
                  <a:pt x="207" y="12906"/>
                </a:cubicBezTo>
                <a:lnTo>
                  <a:pt x="12906" y="208"/>
                </a:lnTo>
                <a:cubicBezTo>
                  <a:pt x="12785" y="184"/>
                  <a:pt x="12663" y="163"/>
                  <a:pt x="12541" y="143"/>
                </a:cubicBezTo>
                <a:close/>
                <a:moveTo>
                  <a:pt x="13343" y="303"/>
                </a:moveTo>
                <a:lnTo>
                  <a:pt x="303" y="13343"/>
                </a:lnTo>
                <a:cubicBezTo>
                  <a:pt x="330" y="13456"/>
                  <a:pt x="361" y="13569"/>
                  <a:pt x="392" y="13682"/>
                </a:cubicBezTo>
                <a:lnTo>
                  <a:pt x="13682" y="393"/>
                </a:lnTo>
                <a:cubicBezTo>
                  <a:pt x="13569" y="362"/>
                  <a:pt x="13456" y="331"/>
                  <a:pt x="13343" y="303"/>
                </a:cubicBezTo>
                <a:close/>
                <a:moveTo>
                  <a:pt x="7909" y="395"/>
                </a:moveTo>
                <a:cubicBezTo>
                  <a:pt x="7701" y="452"/>
                  <a:pt x="7495" y="515"/>
                  <a:pt x="7290" y="585"/>
                </a:cubicBezTo>
                <a:lnTo>
                  <a:pt x="584" y="7290"/>
                </a:lnTo>
                <a:cubicBezTo>
                  <a:pt x="514" y="7495"/>
                  <a:pt x="452" y="7702"/>
                  <a:pt x="394" y="7909"/>
                </a:cubicBezTo>
                <a:lnTo>
                  <a:pt x="7909" y="395"/>
                </a:lnTo>
                <a:close/>
                <a:moveTo>
                  <a:pt x="14094" y="515"/>
                </a:moveTo>
                <a:lnTo>
                  <a:pt x="514" y="14094"/>
                </a:lnTo>
                <a:cubicBezTo>
                  <a:pt x="549" y="14202"/>
                  <a:pt x="583" y="14310"/>
                  <a:pt x="620" y="14417"/>
                </a:cubicBezTo>
                <a:lnTo>
                  <a:pt x="14417" y="621"/>
                </a:lnTo>
                <a:cubicBezTo>
                  <a:pt x="14310" y="583"/>
                  <a:pt x="14202" y="549"/>
                  <a:pt x="14094" y="515"/>
                </a:cubicBezTo>
                <a:close/>
                <a:moveTo>
                  <a:pt x="14804" y="767"/>
                </a:moveTo>
                <a:lnTo>
                  <a:pt x="767" y="14804"/>
                </a:lnTo>
                <a:cubicBezTo>
                  <a:pt x="807" y="14905"/>
                  <a:pt x="851" y="15004"/>
                  <a:pt x="894" y="15104"/>
                </a:cubicBezTo>
                <a:lnTo>
                  <a:pt x="15104" y="895"/>
                </a:lnTo>
                <a:cubicBezTo>
                  <a:pt x="15004" y="852"/>
                  <a:pt x="14905" y="807"/>
                  <a:pt x="14804" y="767"/>
                </a:cubicBezTo>
                <a:close/>
                <a:moveTo>
                  <a:pt x="6411" y="932"/>
                </a:moveTo>
                <a:cubicBezTo>
                  <a:pt x="6118" y="1062"/>
                  <a:pt x="5831" y="1206"/>
                  <a:pt x="5549" y="1363"/>
                </a:cubicBezTo>
                <a:lnTo>
                  <a:pt x="1362" y="5549"/>
                </a:lnTo>
                <a:cubicBezTo>
                  <a:pt x="1205" y="5832"/>
                  <a:pt x="1061" y="6119"/>
                  <a:pt x="931" y="6411"/>
                </a:cubicBezTo>
                <a:lnTo>
                  <a:pt x="6411" y="932"/>
                </a:lnTo>
                <a:close/>
                <a:moveTo>
                  <a:pt x="15470" y="1061"/>
                </a:moveTo>
                <a:lnTo>
                  <a:pt x="1060" y="15471"/>
                </a:lnTo>
                <a:cubicBezTo>
                  <a:pt x="1106" y="15567"/>
                  <a:pt x="1153" y="15664"/>
                  <a:pt x="1202" y="15759"/>
                </a:cubicBezTo>
                <a:lnTo>
                  <a:pt x="15759" y="1203"/>
                </a:lnTo>
                <a:cubicBezTo>
                  <a:pt x="15663" y="1153"/>
                  <a:pt x="15567" y="1107"/>
                  <a:pt x="15470" y="1061"/>
                </a:cubicBezTo>
                <a:close/>
                <a:moveTo>
                  <a:pt x="16103" y="1391"/>
                </a:moveTo>
                <a:lnTo>
                  <a:pt x="1391" y="16103"/>
                </a:lnTo>
                <a:cubicBezTo>
                  <a:pt x="1442" y="16194"/>
                  <a:pt x="1494" y="16285"/>
                  <a:pt x="1549" y="16375"/>
                </a:cubicBezTo>
                <a:lnTo>
                  <a:pt x="16375" y="1549"/>
                </a:lnTo>
                <a:cubicBezTo>
                  <a:pt x="16285" y="1495"/>
                  <a:pt x="16194" y="1442"/>
                  <a:pt x="16103" y="1391"/>
                </a:cubicBezTo>
                <a:close/>
                <a:moveTo>
                  <a:pt x="16703" y="1754"/>
                </a:moveTo>
                <a:lnTo>
                  <a:pt x="1753" y="16703"/>
                </a:lnTo>
                <a:cubicBezTo>
                  <a:pt x="1809" y="16788"/>
                  <a:pt x="1869" y="16872"/>
                  <a:pt x="1928" y="16956"/>
                </a:cubicBezTo>
                <a:lnTo>
                  <a:pt x="16956" y="1928"/>
                </a:lnTo>
                <a:cubicBezTo>
                  <a:pt x="16872" y="1869"/>
                  <a:pt x="16788" y="1810"/>
                  <a:pt x="16703" y="1754"/>
                </a:cubicBezTo>
                <a:close/>
                <a:moveTo>
                  <a:pt x="17267" y="2151"/>
                </a:moveTo>
                <a:lnTo>
                  <a:pt x="2151" y="17267"/>
                </a:lnTo>
                <a:cubicBezTo>
                  <a:pt x="2212" y="17349"/>
                  <a:pt x="2274" y="17430"/>
                  <a:pt x="2338" y="17510"/>
                </a:cubicBezTo>
                <a:lnTo>
                  <a:pt x="17510" y="2338"/>
                </a:lnTo>
                <a:cubicBezTo>
                  <a:pt x="17430" y="2275"/>
                  <a:pt x="17349" y="2212"/>
                  <a:pt x="17267" y="2151"/>
                </a:cubicBezTo>
                <a:close/>
                <a:moveTo>
                  <a:pt x="3805" y="2574"/>
                </a:moveTo>
                <a:cubicBezTo>
                  <a:pt x="3586" y="2761"/>
                  <a:pt x="3370" y="2956"/>
                  <a:pt x="3163" y="3163"/>
                </a:cubicBezTo>
                <a:cubicBezTo>
                  <a:pt x="2955" y="3371"/>
                  <a:pt x="2761" y="3586"/>
                  <a:pt x="2574" y="3806"/>
                </a:cubicBezTo>
                <a:lnTo>
                  <a:pt x="3805" y="2574"/>
                </a:lnTo>
                <a:close/>
                <a:moveTo>
                  <a:pt x="17801" y="2579"/>
                </a:moveTo>
                <a:lnTo>
                  <a:pt x="2579" y="17801"/>
                </a:lnTo>
                <a:cubicBezTo>
                  <a:pt x="2645" y="17878"/>
                  <a:pt x="2709" y="17957"/>
                  <a:pt x="2777" y="18032"/>
                </a:cubicBezTo>
                <a:lnTo>
                  <a:pt x="18032" y="2777"/>
                </a:lnTo>
                <a:cubicBezTo>
                  <a:pt x="17957" y="2709"/>
                  <a:pt x="17878" y="2645"/>
                  <a:pt x="17801" y="2579"/>
                </a:cubicBezTo>
                <a:close/>
                <a:moveTo>
                  <a:pt x="18304" y="3036"/>
                </a:moveTo>
                <a:lnTo>
                  <a:pt x="3036" y="18304"/>
                </a:lnTo>
                <a:cubicBezTo>
                  <a:pt x="3079" y="18349"/>
                  <a:pt x="3119" y="18394"/>
                  <a:pt x="3163" y="18438"/>
                </a:cubicBezTo>
                <a:cubicBezTo>
                  <a:pt x="3191" y="18466"/>
                  <a:pt x="3222" y="18492"/>
                  <a:pt x="3250" y="18521"/>
                </a:cubicBezTo>
                <a:lnTo>
                  <a:pt x="18521" y="3251"/>
                </a:lnTo>
                <a:cubicBezTo>
                  <a:pt x="18492" y="3222"/>
                  <a:pt x="18466" y="3192"/>
                  <a:pt x="18438" y="3163"/>
                </a:cubicBezTo>
                <a:cubicBezTo>
                  <a:pt x="18394" y="3119"/>
                  <a:pt x="18348" y="3079"/>
                  <a:pt x="18304" y="3036"/>
                </a:cubicBezTo>
                <a:close/>
                <a:moveTo>
                  <a:pt x="18781" y="3523"/>
                </a:moveTo>
                <a:lnTo>
                  <a:pt x="3522" y="18781"/>
                </a:lnTo>
                <a:cubicBezTo>
                  <a:pt x="3598" y="18850"/>
                  <a:pt x="3676" y="18915"/>
                  <a:pt x="3753" y="18982"/>
                </a:cubicBezTo>
                <a:lnTo>
                  <a:pt x="18982" y="3753"/>
                </a:lnTo>
                <a:cubicBezTo>
                  <a:pt x="18915" y="3676"/>
                  <a:pt x="18850" y="3598"/>
                  <a:pt x="18781" y="3523"/>
                </a:cubicBezTo>
                <a:close/>
                <a:moveTo>
                  <a:pt x="19224" y="4041"/>
                </a:moveTo>
                <a:lnTo>
                  <a:pt x="4041" y="19224"/>
                </a:lnTo>
                <a:cubicBezTo>
                  <a:pt x="4121" y="19289"/>
                  <a:pt x="4202" y="19350"/>
                  <a:pt x="4283" y="19412"/>
                </a:cubicBezTo>
                <a:lnTo>
                  <a:pt x="19412" y="4283"/>
                </a:lnTo>
                <a:cubicBezTo>
                  <a:pt x="19350" y="4202"/>
                  <a:pt x="19289" y="4121"/>
                  <a:pt x="19224" y="4041"/>
                </a:cubicBezTo>
                <a:close/>
                <a:moveTo>
                  <a:pt x="19637" y="4591"/>
                </a:moveTo>
                <a:lnTo>
                  <a:pt x="4591" y="19637"/>
                </a:lnTo>
                <a:cubicBezTo>
                  <a:pt x="4675" y="19696"/>
                  <a:pt x="4758" y="19757"/>
                  <a:pt x="4843" y="19813"/>
                </a:cubicBezTo>
                <a:lnTo>
                  <a:pt x="19813" y="4844"/>
                </a:lnTo>
                <a:cubicBezTo>
                  <a:pt x="19757" y="4758"/>
                  <a:pt x="19696" y="4675"/>
                  <a:pt x="19637" y="4591"/>
                </a:cubicBezTo>
                <a:close/>
                <a:moveTo>
                  <a:pt x="20019" y="5172"/>
                </a:moveTo>
                <a:lnTo>
                  <a:pt x="5172" y="20019"/>
                </a:lnTo>
                <a:cubicBezTo>
                  <a:pt x="5261" y="20073"/>
                  <a:pt x="5351" y="20126"/>
                  <a:pt x="5441" y="20178"/>
                </a:cubicBezTo>
                <a:lnTo>
                  <a:pt x="20178" y="5441"/>
                </a:lnTo>
                <a:cubicBezTo>
                  <a:pt x="20126" y="5351"/>
                  <a:pt x="20073" y="5261"/>
                  <a:pt x="20019" y="5172"/>
                </a:cubicBezTo>
                <a:close/>
                <a:moveTo>
                  <a:pt x="20369" y="5782"/>
                </a:moveTo>
                <a:lnTo>
                  <a:pt x="5782" y="20369"/>
                </a:lnTo>
                <a:cubicBezTo>
                  <a:pt x="5877" y="20419"/>
                  <a:pt x="5974" y="20463"/>
                  <a:pt x="6071" y="20510"/>
                </a:cubicBezTo>
                <a:lnTo>
                  <a:pt x="20510" y="6071"/>
                </a:lnTo>
                <a:cubicBezTo>
                  <a:pt x="20463" y="5975"/>
                  <a:pt x="20419" y="5878"/>
                  <a:pt x="20369" y="5782"/>
                </a:cubicBezTo>
                <a:close/>
                <a:moveTo>
                  <a:pt x="20679" y="6434"/>
                </a:moveTo>
                <a:lnTo>
                  <a:pt x="6434" y="20679"/>
                </a:lnTo>
                <a:cubicBezTo>
                  <a:pt x="6534" y="20723"/>
                  <a:pt x="6633" y="20769"/>
                  <a:pt x="6734" y="20809"/>
                </a:cubicBezTo>
                <a:lnTo>
                  <a:pt x="20809" y="6735"/>
                </a:lnTo>
                <a:cubicBezTo>
                  <a:pt x="20769" y="6634"/>
                  <a:pt x="20723" y="6534"/>
                  <a:pt x="20679" y="6434"/>
                </a:cubicBezTo>
                <a:close/>
                <a:moveTo>
                  <a:pt x="20956" y="7121"/>
                </a:moveTo>
                <a:lnTo>
                  <a:pt x="7120" y="20956"/>
                </a:lnTo>
                <a:cubicBezTo>
                  <a:pt x="7226" y="20994"/>
                  <a:pt x="7333" y="21030"/>
                  <a:pt x="7439" y="21065"/>
                </a:cubicBezTo>
                <a:lnTo>
                  <a:pt x="21065" y="7439"/>
                </a:lnTo>
                <a:cubicBezTo>
                  <a:pt x="21030" y="7333"/>
                  <a:pt x="20994" y="7226"/>
                  <a:pt x="20956" y="7121"/>
                </a:cubicBezTo>
                <a:close/>
                <a:moveTo>
                  <a:pt x="21190" y="7848"/>
                </a:moveTo>
                <a:lnTo>
                  <a:pt x="7848" y="21190"/>
                </a:lnTo>
                <a:cubicBezTo>
                  <a:pt x="7960" y="21221"/>
                  <a:pt x="8073" y="21252"/>
                  <a:pt x="8186" y="21280"/>
                </a:cubicBezTo>
                <a:lnTo>
                  <a:pt x="21280" y="8186"/>
                </a:lnTo>
                <a:cubicBezTo>
                  <a:pt x="21252" y="8073"/>
                  <a:pt x="21221" y="7960"/>
                  <a:pt x="21190" y="7848"/>
                </a:cubicBezTo>
                <a:close/>
                <a:moveTo>
                  <a:pt x="21378" y="8623"/>
                </a:moveTo>
                <a:lnTo>
                  <a:pt x="8623" y="21378"/>
                </a:lnTo>
                <a:cubicBezTo>
                  <a:pt x="8743" y="21402"/>
                  <a:pt x="8863" y="21424"/>
                  <a:pt x="8984" y="21445"/>
                </a:cubicBezTo>
                <a:lnTo>
                  <a:pt x="21445" y="8984"/>
                </a:lnTo>
                <a:cubicBezTo>
                  <a:pt x="21424" y="8864"/>
                  <a:pt x="21402" y="8743"/>
                  <a:pt x="21378" y="8623"/>
                </a:cubicBezTo>
                <a:close/>
                <a:moveTo>
                  <a:pt x="21514" y="9448"/>
                </a:moveTo>
                <a:lnTo>
                  <a:pt x="9447" y="21514"/>
                </a:lnTo>
                <a:cubicBezTo>
                  <a:pt x="9576" y="21530"/>
                  <a:pt x="9704" y="21546"/>
                  <a:pt x="9833" y="21557"/>
                </a:cubicBezTo>
                <a:lnTo>
                  <a:pt x="21557" y="9834"/>
                </a:lnTo>
                <a:cubicBezTo>
                  <a:pt x="21546" y="9705"/>
                  <a:pt x="21530" y="9576"/>
                  <a:pt x="21514" y="9448"/>
                </a:cubicBezTo>
                <a:close/>
                <a:moveTo>
                  <a:pt x="21590" y="10333"/>
                </a:moveTo>
                <a:lnTo>
                  <a:pt x="10332" y="21590"/>
                </a:lnTo>
                <a:cubicBezTo>
                  <a:pt x="10473" y="21596"/>
                  <a:pt x="10613" y="21599"/>
                  <a:pt x="10753" y="21600"/>
                </a:cubicBezTo>
                <a:lnTo>
                  <a:pt x="21600" y="10754"/>
                </a:lnTo>
                <a:cubicBezTo>
                  <a:pt x="21599" y="10613"/>
                  <a:pt x="21596" y="10473"/>
                  <a:pt x="21590" y="10333"/>
                </a:cubicBezTo>
                <a:close/>
                <a:moveTo>
                  <a:pt x="21590" y="11296"/>
                </a:moveTo>
                <a:lnTo>
                  <a:pt x="11295" y="21590"/>
                </a:lnTo>
                <a:cubicBezTo>
                  <a:pt x="11449" y="21583"/>
                  <a:pt x="11603" y="21572"/>
                  <a:pt x="11757" y="21558"/>
                </a:cubicBezTo>
                <a:lnTo>
                  <a:pt x="21558" y="11757"/>
                </a:lnTo>
                <a:cubicBezTo>
                  <a:pt x="21572" y="11603"/>
                  <a:pt x="21583" y="11450"/>
                  <a:pt x="21590" y="11296"/>
                </a:cubicBezTo>
                <a:close/>
                <a:moveTo>
                  <a:pt x="21489" y="12358"/>
                </a:moveTo>
                <a:lnTo>
                  <a:pt x="12358" y="21489"/>
                </a:lnTo>
                <a:cubicBezTo>
                  <a:pt x="12531" y="21464"/>
                  <a:pt x="12703" y="21434"/>
                  <a:pt x="12876" y="21400"/>
                </a:cubicBezTo>
                <a:lnTo>
                  <a:pt x="21400" y="12876"/>
                </a:lnTo>
                <a:cubicBezTo>
                  <a:pt x="21434" y="12704"/>
                  <a:pt x="21464" y="12531"/>
                  <a:pt x="21489" y="12358"/>
                </a:cubicBezTo>
                <a:close/>
                <a:moveTo>
                  <a:pt x="21239" y="13569"/>
                </a:moveTo>
                <a:lnTo>
                  <a:pt x="13569" y="21239"/>
                </a:lnTo>
                <a:cubicBezTo>
                  <a:pt x="13774" y="21185"/>
                  <a:pt x="13978" y="21125"/>
                  <a:pt x="14181" y="21058"/>
                </a:cubicBezTo>
                <a:lnTo>
                  <a:pt x="21058" y="14181"/>
                </a:lnTo>
                <a:cubicBezTo>
                  <a:pt x="21125" y="13978"/>
                  <a:pt x="21185" y="13774"/>
                  <a:pt x="21239" y="13569"/>
                </a:cubicBezTo>
                <a:close/>
                <a:moveTo>
                  <a:pt x="20736" y="15035"/>
                </a:moveTo>
                <a:lnTo>
                  <a:pt x="15035" y="20736"/>
                </a:lnTo>
                <a:cubicBezTo>
                  <a:pt x="15310" y="20619"/>
                  <a:pt x="15581" y="20493"/>
                  <a:pt x="15848" y="20352"/>
                </a:cubicBezTo>
                <a:lnTo>
                  <a:pt x="20352" y="15848"/>
                </a:lnTo>
                <a:cubicBezTo>
                  <a:pt x="20493" y="15581"/>
                  <a:pt x="20619" y="15310"/>
                  <a:pt x="20736" y="15035"/>
                </a:cubicBezTo>
                <a:close/>
                <a:moveTo>
                  <a:pt x="19400" y="17332"/>
                </a:moveTo>
                <a:lnTo>
                  <a:pt x="17332" y="19400"/>
                </a:lnTo>
                <a:cubicBezTo>
                  <a:pt x="17716" y="19108"/>
                  <a:pt x="18087" y="18789"/>
                  <a:pt x="18438" y="18438"/>
                </a:cubicBezTo>
                <a:cubicBezTo>
                  <a:pt x="18788" y="18087"/>
                  <a:pt x="19107" y="17716"/>
                  <a:pt x="19400" y="17332"/>
                </a:cubicBezTo>
                <a:close/>
              </a:path>
            </a:pathLst>
          </a:custGeom>
          <a:solidFill>
            <a:schemeClr val="accent4"/>
          </a:solidFill>
          <a:ln w="12700">
            <a:miter lim="400000"/>
          </a:ln>
        </p:spPr>
        <p:txBody>
          <a:bodyPr lIns="0" tIns="0" rIns="0" bIns="0" anchor="ctr"/>
          <a:lstStyle/>
          <a:p>
            <a:pPr marL="0" marR="0" lvl="0" indent="0" algn="ctr" defTabSz="8255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 kumimoji="0" sz="32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Helvetica Neue Medium"/>
              <a:sym typeface="Helvetica Neue Medium"/>
            </a:endParaRPr>
          </a:p>
        </p:txBody>
      </p:sp>
      <p:sp>
        <p:nvSpPr>
          <p:cNvPr id="220" name="Shape">
            <a:extLst>
              <a:ext uri="{FF2B5EF4-FFF2-40B4-BE49-F238E27FC236}">
                <a16:creationId xmlns:a16="http://schemas.microsoft.com/office/drawing/2014/main" id="{3998BDB7-901C-D507-A8F7-F9A5DDB6797C}"/>
              </a:ext>
            </a:extLst>
          </p:cNvPr>
          <p:cNvSpPr/>
          <p:nvPr/>
        </p:nvSpPr>
        <p:spPr>
          <a:xfrm>
            <a:off x="22467966" y="8316507"/>
            <a:ext cx="4276957" cy="427713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800" y="0"/>
                </a:moveTo>
                <a:cubicBezTo>
                  <a:pt x="10787" y="0"/>
                  <a:pt x="10773" y="1"/>
                  <a:pt x="10759" y="1"/>
                </a:cubicBezTo>
                <a:lnTo>
                  <a:pt x="1" y="10760"/>
                </a:lnTo>
                <a:cubicBezTo>
                  <a:pt x="0" y="10900"/>
                  <a:pt x="3" y="11040"/>
                  <a:pt x="8" y="11181"/>
                </a:cubicBezTo>
                <a:lnTo>
                  <a:pt x="11180" y="9"/>
                </a:lnTo>
                <a:cubicBezTo>
                  <a:pt x="11054" y="4"/>
                  <a:pt x="10927" y="0"/>
                  <a:pt x="10800" y="0"/>
                </a:cubicBezTo>
                <a:close/>
                <a:moveTo>
                  <a:pt x="10211" y="17"/>
                </a:moveTo>
                <a:cubicBezTo>
                  <a:pt x="10057" y="25"/>
                  <a:pt x="9903" y="36"/>
                  <a:pt x="9748" y="51"/>
                </a:cubicBezTo>
                <a:lnTo>
                  <a:pt x="50" y="9749"/>
                </a:lnTo>
                <a:cubicBezTo>
                  <a:pt x="35" y="9903"/>
                  <a:pt x="25" y="10057"/>
                  <a:pt x="16" y="10212"/>
                </a:cubicBezTo>
                <a:lnTo>
                  <a:pt x="10211" y="17"/>
                </a:lnTo>
                <a:close/>
                <a:moveTo>
                  <a:pt x="11683" y="38"/>
                </a:moveTo>
                <a:lnTo>
                  <a:pt x="38" y="11684"/>
                </a:lnTo>
                <a:cubicBezTo>
                  <a:pt x="48" y="11814"/>
                  <a:pt x="62" y="11944"/>
                  <a:pt x="78" y="12075"/>
                </a:cubicBezTo>
                <a:lnTo>
                  <a:pt x="12074" y="78"/>
                </a:lnTo>
                <a:cubicBezTo>
                  <a:pt x="11944" y="63"/>
                  <a:pt x="11814" y="49"/>
                  <a:pt x="11683" y="38"/>
                </a:cubicBezTo>
                <a:close/>
                <a:moveTo>
                  <a:pt x="9136" y="131"/>
                </a:moveTo>
                <a:cubicBezTo>
                  <a:pt x="8960" y="158"/>
                  <a:pt x="8786" y="190"/>
                  <a:pt x="8611" y="226"/>
                </a:cubicBezTo>
                <a:lnTo>
                  <a:pt x="226" y="8611"/>
                </a:lnTo>
                <a:cubicBezTo>
                  <a:pt x="190" y="8786"/>
                  <a:pt x="157" y="8961"/>
                  <a:pt x="130" y="9137"/>
                </a:cubicBezTo>
                <a:lnTo>
                  <a:pt x="9136" y="131"/>
                </a:lnTo>
                <a:close/>
                <a:moveTo>
                  <a:pt x="12541" y="143"/>
                </a:moveTo>
                <a:lnTo>
                  <a:pt x="143" y="12541"/>
                </a:lnTo>
                <a:cubicBezTo>
                  <a:pt x="163" y="12663"/>
                  <a:pt x="183" y="12785"/>
                  <a:pt x="207" y="12906"/>
                </a:cubicBezTo>
                <a:lnTo>
                  <a:pt x="12906" y="208"/>
                </a:lnTo>
                <a:cubicBezTo>
                  <a:pt x="12785" y="184"/>
                  <a:pt x="12663" y="163"/>
                  <a:pt x="12541" y="143"/>
                </a:cubicBezTo>
                <a:close/>
                <a:moveTo>
                  <a:pt x="13343" y="303"/>
                </a:moveTo>
                <a:lnTo>
                  <a:pt x="303" y="13343"/>
                </a:lnTo>
                <a:cubicBezTo>
                  <a:pt x="330" y="13456"/>
                  <a:pt x="361" y="13569"/>
                  <a:pt x="392" y="13682"/>
                </a:cubicBezTo>
                <a:lnTo>
                  <a:pt x="13682" y="393"/>
                </a:lnTo>
                <a:cubicBezTo>
                  <a:pt x="13569" y="362"/>
                  <a:pt x="13456" y="331"/>
                  <a:pt x="13343" y="303"/>
                </a:cubicBezTo>
                <a:close/>
                <a:moveTo>
                  <a:pt x="7909" y="395"/>
                </a:moveTo>
                <a:cubicBezTo>
                  <a:pt x="7701" y="452"/>
                  <a:pt x="7495" y="515"/>
                  <a:pt x="7290" y="585"/>
                </a:cubicBezTo>
                <a:lnTo>
                  <a:pt x="584" y="7290"/>
                </a:lnTo>
                <a:cubicBezTo>
                  <a:pt x="514" y="7495"/>
                  <a:pt x="452" y="7702"/>
                  <a:pt x="394" y="7909"/>
                </a:cubicBezTo>
                <a:lnTo>
                  <a:pt x="7909" y="395"/>
                </a:lnTo>
                <a:close/>
                <a:moveTo>
                  <a:pt x="14094" y="515"/>
                </a:moveTo>
                <a:lnTo>
                  <a:pt x="514" y="14094"/>
                </a:lnTo>
                <a:cubicBezTo>
                  <a:pt x="549" y="14202"/>
                  <a:pt x="583" y="14310"/>
                  <a:pt x="620" y="14417"/>
                </a:cubicBezTo>
                <a:lnTo>
                  <a:pt x="14417" y="621"/>
                </a:lnTo>
                <a:cubicBezTo>
                  <a:pt x="14310" y="583"/>
                  <a:pt x="14202" y="549"/>
                  <a:pt x="14094" y="515"/>
                </a:cubicBezTo>
                <a:close/>
                <a:moveTo>
                  <a:pt x="14804" y="767"/>
                </a:moveTo>
                <a:lnTo>
                  <a:pt x="767" y="14804"/>
                </a:lnTo>
                <a:cubicBezTo>
                  <a:pt x="807" y="14905"/>
                  <a:pt x="851" y="15004"/>
                  <a:pt x="894" y="15104"/>
                </a:cubicBezTo>
                <a:lnTo>
                  <a:pt x="15104" y="895"/>
                </a:lnTo>
                <a:cubicBezTo>
                  <a:pt x="15004" y="852"/>
                  <a:pt x="14905" y="807"/>
                  <a:pt x="14804" y="767"/>
                </a:cubicBezTo>
                <a:close/>
                <a:moveTo>
                  <a:pt x="6411" y="932"/>
                </a:moveTo>
                <a:cubicBezTo>
                  <a:pt x="6118" y="1062"/>
                  <a:pt x="5831" y="1206"/>
                  <a:pt x="5549" y="1363"/>
                </a:cubicBezTo>
                <a:lnTo>
                  <a:pt x="1362" y="5549"/>
                </a:lnTo>
                <a:cubicBezTo>
                  <a:pt x="1205" y="5832"/>
                  <a:pt x="1061" y="6119"/>
                  <a:pt x="931" y="6411"/>
                </a:cubicBezTo>
                <a:lnTo>
                  <a:pt x="6411" y="932"/>
                </a:lnTo>
                <a:close/>
                <a:moveTo>
                  <a:pt x="15470" y="1061"/>
                </a:moveTo>
                <a:lnTo>
                  <a:pt x="1060" y="15471"/>
                </a:lnTo>
                <a:cubicBezTo>
                  <a:pt x="1106" y="15567"/>
                  <a:pt x="1153" y="15664"/>
                  <a:pt x="1202" y="15759"/>
                </a:cubicBezTo>
                <a:lnTo>
                  <a:pt x="15759" y="1203"/>
                </a:lnTo>
                <a:cubicBezTo>
                  <a:pt x="15663" y="1153"/>
                  <a:pt x="15567" y="1107"/>
                  <a:pt x="15470" y="1061"/>
                </a:cubicBezTo>
                <a:close/>
                <a:moveTo>
                  <a:pt x="16103" y="1391"/>
                </a:moveTo>
                <a:lnTo>
                  <a:pt x="1391" y="16103"/>
                </a:lnTo>
                <a:cubicBezTo>
                  <a:pt x="1442" y="16194"/>
                  <a:pt x="1494" y="16285"/>
                  <a:pt x="1549" y="16375"/>
                </a:cubicBezTo>
                <a:lnTo>
                  <a:pt x="16375" y="1549"/>
                </a:lnTo>
                <a:cubicBezTo>
                  <a:pt x="16285" y="1495"/>
                  <a:pt x="16194" y="1442"/>
                  <a:pt x="16103" y="1391"/>
                </a:cubicBezTo>
                <a:close/>
                <a:moveTo>
                  <a:pt x="16703" y="1754"/>
                </a:moveTo>
                <a:lnTo>
                  <a:pt x="1753" y="16703"/>
                </a:lnTo>
                <a:cubicBezTo>
                  <a:pt x="1809" y="16788"/>
                  <a:pt x="1869" y="16872"/>
                  <a:pt x="1928" y="16956"/>
                </a:cubicBezTo>
                <a:lnTo>
                  <a:pt x="16956" y="1928"/>
                </a:lnTo>
                <a:cubicBezTo>
                  <a:pt x="16872" y="1869"/>
                  <a:pt x="16788" y="1810"/>
                  <a:pt x="16703" y="1754"/>
                </a:cubicBezTo>
                <a:close/>
                <a:moveTo>
                  <a:pt x="17267" y="2151"/>
                </a:moveTo>
                <a:lnTo>
                  <a:pt x="2151" y="17267"/>
                </a:lnTo>
                <a:cubicBezTo>
                  <a:pt x="2212" y="17349"/>
                  <a:pt x="2274" y="17430"/>
                  <a:pt x="2338" y="17510"/>
                </a:cubicBezTo>
                <a:lnTo>
                  <a:pt x="17510" y="2338"/>
                </a:lnTo>
                <a:cubicBezTo>
                  <a:pt x="17430" y="2275"/>
                  <a:pt x="17349" y="2212"/>
                  <a:pt x="17267" y="2151"/>
                </a:cubicBezTo>
                <a:close/>
                <a:moveTo>
                  <a:pt x="3805" y="2574"/>
                </a:moveTo>
                <a:cubicBezTo>
                  <a:pt x="3586" y="2761"/>
                  <a:pt x="3370" y="2956"/>
                  <a:pt x="3163" y="3163"/>
                </a:cubicBezTo>
                <a:cubicBezTo>
                  <a:pt x="2955" y="3371"/>
                  <a:pt x="2761" y="3586"/>
                  <a:pt x="2574" y="3806"/>
                </a:cubicBezTo>
                <a:lnTo>
                  <a:pt x="3805" y="2574"/>
                </a:lnTo>
                <a:close/>
                <a:moveTo>
                  <a:pt x="17801" y="2579"/>
                </a:moveTo>
                <a:lnTo>
                  <a:pt x="2579" y="17801"/>
                </a:lnTo>
                <a:cubicBezTo>
                  <a:pt x="2645" y="17878"/>
                  <a:pt x="2709" y="17957"/>
                  <a:pt x="2777" y="18032"/>
                </a:cubicBezTo>
                <a:lnTo>
                  <a:pt x="18032" y="2777"/>
                </a:lnTo>
                <a:cubicBezTo>
                  <a:pt x="17957" y="2709"/>
                  <a:pt x="17878" y="2645"/>
                  <a:pt x="17801" y="2579"/>
                </a:cubicBezTo>
                <a:close/>
                <a:moveTo>
                  <a:pt x="18304" y="3036"/>
                </a:moveTo>
                <a:lnTo>
                  <a:pt x="3036" y="18304"/>
                </a:lnTo>
                <a:cubicBezTo>
                  <a:pt x="3079" y="18349"/>
                  <a:pt x="3119" y="18394"/>
                  <a:pt x="3163" y="18438"/>
                </a:cubicBezTo>
                <a:cubicBezTo>
                  <a:pt x="3191" y="18466"/>
                  <a:pt x="3222" y="18492"/>
                  <a:pt x="3250" y="18521"/>
                </a:cubicBezTo>
                <a:lnTo>
                  <a:pt x="18521" y="3251"/>
                </a:lnTo>
                <a:cubicBezTo>
                  <a:pt x="18492" y="3222"/>
                  <a:pt x="18466" y="3192"/>
                  <a:pt x="18438" y="3163"/>
                </a:cubicBezTo>
                <a:cubicBezTo>
                  <a:pt x="18394" y="3119"/>
                  <a:pt x="18348" y="3079"/>
                  <a:pt x="18304" y="3036"/>
                </a:cubicBezTo>
                <a:close/>
                <a:moveTo>
                  <a:pt x="18781" y="3523"/>
                </a:moveTo>
                <a:lnTo>
                  <a:pt x="3522" y="18781"/>
                </a:lnTo>
                <a:cubicBezTo>
                  <a:pt x="3598" y="18850"/>
                  <a:pt x="3676" y="18915"/>
                  <a:pt x="3753" y="18982"/>
                </a:cubicBezTo>
                <a:lnTo>
                  <a:pt x="18982" y="3753"/>
                </a:lnTo>
                <a:cubicBezTo>
                  <a:pt x="18915" y="3676"/>
                  <a:pt x="18850" y="3598"/>
                  <a:pt x="18781" y="3523"/>
                </a:cubicBezTo>
                <a:close/>
                <a:moveTo>
                  <a:pt x="19224" y="4041"/>
                </a:moveTo>
                <a:lnTo>
                  <a:pt x="4041" y="19224"/>
                </a:lnTo>
                <a:cubicBezTo>
                  <a:pt x="4121" y="19289"/>
                  <a:pt x="4202" y="19350"/>
                  <a:pt x="4283" y="19412"/>
                </a:cubicBezTo>
                <a:lnTo>
                  <a:pt x="19412" y="4283"/>
                </a:lnTo>
                <a:cubicBezTo>
                  <a:pt x="19350" y="4202"/>
                  <a:pt x="19289" y="4121"/>
                  <a:pt x="19224" y="4041"/>
                </a:cubicBezTo>
                <a:close/>
                <a:moveTo>
                  <a:pt x="19637" y="4591"/>
                </a:moveTo>
                <a:lnTo>
                  <a:pt x="4591" y="19637"/>
                </a:lnTo>
                <a:cubicBezTo>
                  <a:pt x="4675" y="19696"/>
                  <a:pt x="4758" y="19757"/>
                  <a:pt x="4843" y="19813"/>
                </a:cubicBezTo>
                <a:lnTo>
                  <a:pt x="19813" y="4844"/>
                </a:lnTo>
                <a:cubicBezTo>
                  <a:pt x="19757" y="4758"/>
                  <a:pt x="19696" y="4675"/>
                  <a:pt x="19637" y="4591"/>
                </a:cubicBezTo>
                <a:close/>
                <a:moveTo>
                  <a:pt x="20019" y="5172"/>
                </a:moveTo>
                <a:lnTo>
                  <a:pt x="5172" y="20019"/>
                </a:lnTo>
                <a:cubicBezTo>
                  <a:pt x="5261" y="20073"/>
                  <a:pt x="5351" y="20126"/>
                  <a:pt x="5441" y="20178"/>
                </a:cubicBezTo>
                <a:lnTo>
                  <a:pt x="20178" y="5441"/>
                </a:lnTo>
                <a:cubicBezTo>
                  <a:pt x="20126" y="5351"/>
                  <a:pt x="20073" y="5261"/>
                  <a:pt x="20019" y="5172"/>
                </a:cubicBezTo>
                <a:close/>
                <a:moveTo>
                  <a:pt x="20369" y="5782"/>
                </a:moveTo>
                <a:lnTo>
                  <a:pt x="5782" y="20369"/>
                </a:lnTo>
                <a:cubicBezTo>
                  <a:pt x="5877" y="20419"/>
                  <a:pt x="5974" y="20463"/>
                  <a:pt x="6071" y="20510"/>
                </a:cubicBezTo>
                <a:lnTo>
                  <a:pt x="20510" y="6071"/>
                </a:lnTo>
                <a:cubicBezTo>
                  <a:pt x="20463" y="5975"/>
                  <a:pt x="20419" y="5878"/>
                  <a:pt x="20369" y="5782"/>
                </a:cubicBezTo>
                <a:close/>
                <a:moveTo>
                  <a:pt x="20679" y="6434"/>
                </a:moveTo>
                <a:lnTo>
                  <a:pt x="6434" y="20679"/>
                </a:lnTo>
                <a:cubicBezTo>
                  <a:pt x="6534" y="20723"/>
                  <a:pt x="6633" y="20769"/>
                  <a:pt x="6734" y="20809"/>
                </a:cubicBezTo>
                <a:lnTo>
                  <a:pt x="20809" y="6735"/>
                </a:lnTo>
                <a:cubicBezTo>
                  <a:pt x="20769" y="6634"/>
                  <a:pt x="20723" y="6534"/>
                  <a:pt x="20679" y="6434"/>
                </a:cubicBezTo>
                <a:close/>
                <a:moveTo>
                  <a:pt x="20956" y="7121"/>
                </a:moveTo>
                <a:lnTo>
                  <a:pt x="7120" y="20956"/>
                </a:lnTo>
                <a:cubicBezTo>
                  <a:pt x="7226" y="20994"/>
                  <a:pt x="7333" y="21030"/>
                  <a:pt x="7439" y="21065"/>
                </a:cubicBezTo>
                <a:lnTo>
                  <a:pt x="21065" y="7439"/>
                </a:lnTo>
                <a:cubicBezTo>
                  <a:pt x="21030" y="7333"/>
                  <a:pt x="20994" y="7226"/>
                  <a:pt x="20956" y="7121"/>
                </a:cubicBezTo>
                <a:close/>
                <a:moveTo>
                  <a:pt x="21190" y="7848"/>
                </a:moveTo>
                <a:lnTo>
                  <a:pt x="7848" y="21190"/>
                </a:lnTo>
                <a:cubicBezTo>
                  <a:pt x="7960" y="21221"/>
                  <a:pt x="8073" y="21252"/>
                  <a:pt x="8186" y="21280"/>
                </a:cubicBezTo>
                <a:lnTo>
                  <a:pt x="21280" y="8186"/>
                </a:lnTo>
                <a:cubicBezTo>
                  <a:pt x="21252" y="8073"/>
                  <a:pt x="21221" y="7960"/>
                  <a:pt x="21190" y="7848"/>
                </a:cubicBezTo>
                <a:close/>
                <a:moveTo>
                  <a:pt x="21378" y="8623"/>
                </a:moveTo>
                <a:lnTo>
                  <a:pt x="8623" y="21378"/>
                </a:lnTo>
                <a:cubicBezTo>
                  <a:pt x="8743" y="21402"/>
                  <a:pt x="8863" y="21424"/>
                  <a:pt x="8984" y="21445"/>
                </a:cubicBezTo>
                <a:lnTo>
                  <a:pt x="21445" y="8984"/>
                </a:lnTo>
                <a:cubicBezTo>
                  <a:pt x="21424" y="8864"/>
                  <a:pt x="21402" y="8743"/>
                  <a:pt x="21378" y="8623"/>
                </a:cubicBezTo>
                <a:close/>
                <a:moveTo>
                  <a:pt x="21514" y="9448"/>
                </a:moveTo>
                <a:lnTo>
                  <a:pt x="9447" y="21514"/>
                </a:lnTo>
                <a:cubicBezTo>
                  <a:pt x="9576" y="21530"/>
                  <a:pt x="9704" y="21546"/>
                  <a:pt x="9833" y="21557"/>
                </a:cubicBezTo>
                <a:lnTo>
                  <a:pt x="21557" y="9834"/>
                </a:lnTo>
                <a:cubicBezTo>
                  <a:pt x="21546" y="9705"/>
                  <a:pt x="21530" y="9576"/>
                  <a:pt x="21514" y="9448"/>
                </a:cubicBezTo>
                <a:close/>
                <a:moveTo>
                  <a:pt x="21590" y="10333"/>
                </a:moveTo>
                <a:lnTo>
                  <a:pt x="10332" y="21590"/>
                </a:lnTo>
                <a:cubicBezTo>
                  <a:pt x="10473" y="21596"/>
                  <a:pt x="10613" y="21599"/>
                  <a:pt x="10753" y="21600"/>
                </a:cubicBezTo>
                <a:lnTo>
                  <a:pt x="21600" y="10754"/>
                </a:lnTo>
                <a:cubicBezTo>
                  <a:pt x="21599" y="10613"/>
                  <a:pt x="21596" y="10473"/>
                  <a:pt x="21590" y="10333"/>
                </a:cubicBezTo>
                <a:close/>
                <a:moveTo>
                  <a:pt x="21590" y="11296"/>
                </a:moveTo>
                <a:lnTo>
                  <a:pt x="11295" y="21590"/>
                </a:lnTo>
                <a:cubicBezTo>
                  <a:pt x="11449" y="21583"/>
                  <a:pt x="11603" y="21572"/>
                  <a:pt x="11757" y="21558"/>
                </a:cubicBezTo>
                <a:lnTo>
                  <a:pt x="21558" y="11757"/>
                </a:lnTo>
                <a:cubicBezTo>
                  <a:pt x="21572" y="11603"/>
                  <a:pt x="21583" y="11450"/>
                  <a:pt x="21590" y="11296"/>
                </a:cubicBezTo>
                <a:close/>
                <a:moveTo>
                  <a:pt x="21489" y="12358"/>
                </a:moveTo>
                <a:lnTo>
                  <a:pt x="12358" y="21489"/>
                </a:lnTo>
                <a:cubicBezTo>
                  <a:pt x="12531" y="21464"/>
                  <a:pt x="12703" y="21434"/>
                  <a:pt x="12876" y="21400"/>
                </a:cubicBezTo>
                <a:lnTo>
                  <a:pt x="21400" y="12876"/>
                </a:lnTo>
                <a:cubicBezTo>
                  <a:pt x="21434" y="12704"/>
                  <a:pt x="21464" y="12531"/>
                  <a:pt x="21489" y="12358"/>
                </a:cubicBezTo>
                <a:close/>
                <a:moveTo>
                  <a:pt x="21239" y="13569"/>
                </a:moveTo>
                <a:lnTo>
                  <a:pt x="13569" y="21239"/>
                </a:lnTo>
                <a:cubicBezTo>
                  <a:pt x="13774" y="21185"/>
                  <a:pt x="13978" y="21125"/>
                  <a:pt x="14181" y="21058"/>
                </a:cubicBezTo>
                <a:lnTo>
                  <a:pt x="21058" y="14181"/>
                </a:lnTo>
                <a:cubicBezTo>
                  <a:pt x="21125" y="13978"/>
                  <a:pt x="21185" y="13774"/>
                  <a:pt x="21239" y="13569"/>
                </a:cubicBezTo>
                <a:close/>
                <a:moveTo>
                  <a:pt x="20736" y="15035"/>
                </a:moveTo>
                <a:lnTo>
                  <a:pt x="15035" y="20736"/>
                </a:lnTo>
                <a:cubicBezTo>
                  <a:pt x="15310" y="20619"/>
                  <a:pt x="15581" y="20493"/>
                  <a:pt x="15848" y="20352"/>
                </a:cubicBezTo>
                <a:lnTo>
                  <a:pt x="20352" y="15848"/>
                </a:lnTo>
                <a:cubicBezTo>
                  <a:pt x="20493" y="15581"/>
                  <a:pt x="20619" y="15310"/>
                  <a:pt x="20736" y="15035"/>
                </a:cubicBezTo>
                <a:close/>
                <a:moveTo>
                  <a:pt x="19400" y="17332"/>
                </a:moveTo>
                <a:lnTo>
                  <a:pt x="17332" y="19400"/>
                </a:lnTo>
                <a:cubicBezTo>
                  <a:pt x="17716" y="19108"/>
                  <a:pt x="18087" y="18789"/>
                  <a:pt x="18438" y="18438"/>
                </a:cubicBezTo>
                <a:cubicBezTo>
                  <a:pt x="18788" y="18087"/>
                  <a:pt x="19107" y="17716"/>
                  <a:pt x="19400" y="17332"/>
                </a:cubicBezTo>
                <a:close/>
              </a:path>
            </a:pathLst>
          </a:custGeom>
          <a:solidFill>
            <a:schemeClr val="accent4"/>
          </a:solidFill>
          <a:ln w="12700">
            <a:miter lim="400000"/>
          </a:ln>
        </p:spPr>
        <p:txBody>
          <a:bodyPr lIns="0" tIns="0" rIns="0" bIns="0" anchor="ctr"/>
          <a:lstStyle/>
          <a:p>
            <a:pPr marL="0" marR="0" lvl="0" indent="0" algn="ctr" defTabSz="8255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 kumimoji="0" sz="32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Helvetica Neue Medium"/>
              <a:sym typeface="Helvetica Neue Medium"/>
            </a:endParaRPr>
          </a:p>
        </p:txBody>
      </p:sp>
      <p:sp>
        <p:nvSpPr>
          <p:cNvPr id="221" name="Shape">
            <a:extLst>
              <a:ext uri="{FF2B5EF4-FFF2-40B4-BE49-F238E27FC236}">
                <a16:creationId xmlns:a16="http://schemas.microsoft.com/office/drawing/2014/main" id="{318DA8FF-5097-6722-47F1-DE794A960694}"/>
              </a:ext>
            </a:extLst>
          </p:cNvPr>
          <p:cNvSpPr/>
          <p:nvPr/>
        </p:nvSpPr>
        <p:spPr>
          <a:xfrm>
            <a:off x="-9782" y="-14685"/>
            <a:ext cx="5401449" cy="1371951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489" h="21600" extrusionOk="0">
                <a:moveTo>
                  <a:pt x="9876" y="0"/>
                </a:moveTo>
                <a:cubicBezTo>
                  <a:pt x="14909" y="1061"/>
                  <a:pt x="18164" y="3091"/>
                  <a:pt x="18448" y="5345"/>
                </a:cubicBezTo>
                <a:cubicBezTo>
                  <a:pt x="18695" y="7304"/>
                  <a:pt x="16642" y="9198"/>
                  <a:pt x="12885" y="10477"/>
                </a:cubicBezTo>
                <a:cubicBezTo>
                  <a:pt x="8651" y="11730"/>
                  <a:pt x="7084" y="13955"/>
                  <a:pt x="9071" y="15894"/>
                </a:cubicBezTo>
                <a:cubicBezTo>
                  <a:pt x="10355" y="17147"/>
                  <a:pt x="13013" y="18098"/>
                  <a:pt x="16290" y="18479"/>
                </a:cubicBezTo>
                <a:cubicBezTo>
                  <a:pt x="17951" y="18702"/>
                  <a:pt x="19367" y="19144"/>
                  <a:pt x="20305" y="19731"/>
                </a:cubicBezTo>
                <a:cubicBezTo>
                  <a:pt x="21193" y="20288"/>
                  <a:pt x="21600" y="20944"/>
                  <a:pt x="21463" y="21600"/>
                </a:cubicBezTo>
                <a:lnTo>
                  <a:pt x="0" y="21600"/>
                </a:lnTo>
                <a:lnTo>
                  <a:pt x="0" y="1"/>
                </a:lnTo>
                <a:lnTo>
                  <a:pt x="9876" y="0"/>
                </a:lnTo>
                <a:close/>
              </a:path>
            </a:pathLst>
          </a:custGeom>
          <a:solidFill>
            <a:schemeClr val="accent3"/>
          </a:solidFill>
          <a:ln w="12700">
            <a:miter lim="400000"/>
          </a:ln>
          <a:effectLst>
            <a:outerShdw blurRad="914400" dist="25400" dir="5400000" rotWithShape="0">
              <a:srgbClr val="000000">
                <a:alpha val="50000"/>
              </a:srgbClr>
            </a:outerShdw>
          </a:effectLst>
        </p:spPr>
        <p:txBody>
          <a:bodyPr lIns="50800" tIns="50800" rIns="50800" bIns="50800" anchor="ctr"/>
          <a:lstStyle/>
          <a:p>
            <a:pPr marL="0" marR="0" lvl="0" indent="0" algn="ctr" defTabSz="8255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3000" b="1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Helvetica Neue"/>
              <a:sym typeface="Helvetica Neue"/>
            </a:endParaRPr>
          </a:p>
        </p:txBody>
      </p:sp>
      <p:sp>
        <p:nvSpPr>
          <p:cNvPr id="222" name="Shape">
            <a:extLst>
              <a:ext uri="{FF2B5EF4-FFF2-40B4-BE49-F238E27FC236}">
                <a16:creationId xmlns:a16="http://schemas.microsoft.com/office/drawing/2014/main" id="{A260EE42-31A1-F2AB-8646-CEF2697F061B}"/>
              </a:ext>
            </a:extLst>
          </p:cNvPr>
          <p:cNvSpPr/>
          <p:nvPr/>
        </p:nvSpPr>
        <p:spPr>
          <a:xfrm>
            <a:off x="14077382" y="-26393"/>
            <a:ext cx="10315136" cy="10264133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490" h="20992" extrusionOk="0">
                <a:moveTo>
                  <a:pt x="22" y="0"/>
                </a:moveTo>
                <a:cubicBezTo>
                  <a:pt x="-110" y="1123"/>
                  <a:pt x="362" y="2232"/>
                  <a:pt x="1268" y="2930"/>
                </a:cubicBezTo>
                <a:cubicBezTo>
                  <a:pt x="2187" y="3637"/>
                  <a:pt x="3418" y="3817"/>
                  <a:pt x="4507" y="3403"/>
                </a:cubicBezTo>
                <a:cubicBezTo>
                  <a:pt x="6055" y="2610"/>
                  <a:pt x="7961" y="3061"/>
                  <a:pt x="8970" y="4460"/>
                </a:cubicBezTo>
                <a:cubicBezTo>
                  <a:pt x="9809" y="5622"/>
                  <a:pt x="9807" y="7178"/>
                  <a:pt x="8965" y="8338"/>
                </a:cubicBezTo>
                <a:cubicBezTo>
                  <a:pt x="6771" y="11924"/>
                  <a:pt x="7613" y="16550"/>
                  <a:pt x="10936" y="19169"/>
                </a:cubicBezTo>
                <a:cubicBezTo>
                  <a:pt x="14018" y="21597"/>
                  <a:pt x="18405" y="21600"/>
                  <a:pt x="21490" y="19175"/>
                </a:cubicBezTo>
                <a:lnTo>
                  <a:pt x="21490" y="35"/>
                </a:lnTo>
                <a:lnTo>
                  <a:pt x="22" y="0"/>
                </a:lnTo>
                <a:close/>
              </a:path>
            </a:pathLst>
          </a:custGeom>
          <a:solidFill>
            <a:schemeClr val="accent3"/>
          </a:solidFill>
          <a:ln w="12700">
            <a:miter lim="400000"/>
          </a:ln>
          <a:effectLst>
            <a:outerShdw blurRad="914400" dist="25400" dir="5400000" rotWithShape="0">
              <a:srgbClr val="000000">
                <a:alpha val="50000"/>
              </a:srgbClr>
            </a:outerShdw>
          </a:effectLst>
        </p:spPr>
        <p:txBody>
          <a:bodyPr lIns="50800" tIns="50800" rIns="50800" bIns="50800" anchor="ctr"/>
          <a:lstStyle/>
          <a:p>
            <a:pPr marL="0" marR="0" lvl="0" indent="0" algn="ctr" defTabSz="8255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3000" b="1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Helvetica Neue"/>
              <a:sym typeface="Helvetica Neue"/>
            </a:endParaRPr>
          </a:p>
        </p:txBody>
      </p:sp>
      <p:sp>
        <p:nvSpPr>
          <p:cNvPr id="223" name="Circle">
            <a:extLst>
              <a:ext uri="{FF2B5EF4-FFF2-40B4-BE49-F238E27FC236}">
                <a16:creationId xmlns:a16="http://schemas.microsoft.com/office/drawing/2014/main" id="{CAF4D164-88E6-F976-A50A-4A351185E259}"/>
              </a:ext>
            </a:extLst>
          </p:cNvPr>
          <p:cNvSpPr/>
          <p:nvPr/>
        </p:nvSpPr>
        <p:spPr>
          <a:xfrm>
            <a:off x="17006264" y="352354"/>
            <a:ext cx="494973" cy="494972"/>
          </a:xfrm>
          <a:prstGeom prst="ellipse">
            <a:avLst/>
          </a:prstGeom>
          <a:gradFill>
            <a:gsLst>
              <a:gs pos="0">
                <a:schemeClr val="accent2"/>
              </a:gs>
              <a:gs pos="100000">
                <a:schemeClr val="accent1"/>
              </a:gs>
            </a:gsLst>
            <a:lin ang="5400000"/>
          </a:gradFill>
          <a:ln w="12700">
            <a:miter lim="400000"/>
          </a:ln>
        </p:spPr>
        <p:txBody>
          <a:bodyPr lIns="0" tIns="0" rIns="0" bIns="0" anchor="ctr"/>
          <a:lstStyle/>
          <a:p>
            <a:pPr marL="0" marR="0" lvl="0" indent="0" algn="ctr" defTabSz="8255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 kumimoji="0" sz="32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Helvetica Neue Medium"/>
              <a:sym typeface="Helvetica Neue Medium"/>
            </a:endParaRPr>
          </a:p>
        </p:txBody>
      </p:sp>
      <p:sp>
        <p:nvSpPr>
          <p:cNvPr id="224" name="Circle">
            <a:extLst>
              <a:ext uri="{FF2B5EF4-FFF2-40B4-BE49-F238E27FC236}">
                <a16:creationId xmlns:a16="http://schemas.microsoft.com/office/drawing/2014/main" id="{F45D7671-BD2D-C402-CCEE-8912003716E4}"/>
              </a:ext>
            </a:extLst>
          </p:cNvPr>
          <p:cNvSpPr/>
          <p:nvPr/>
        </p:nvSpPr>
        <p:spPr>
          <a:xfrm>
            <a:off x="-564062" y="1321716"/>
            <a:ext cx="1150610" cy="1150611"/>
          </a:xfrm>
          <a:prstGeom prst="ellipse">
            <a:avLst/>
          </a:prstGeom>
          <a:gradFill>
            <a:gsLst>
              <a:gs pos="0">
                <a:schemeClr val="accent2"/>
              </a:gs>
              <a:gs pos="100000">
                <a:schemeClr val="accent1"/>
              </a:gs>
            </a:gsLst>
            <a:lin ang="5400000"/>
          </a:gradFill>
          <a:ln w="12700">
            <a:miter lim="400000"/>
          </a:ln>
        </p:spPr>
        <p:txBody>
          <a:bodyPr lIns="0" tIns="0" rIns="0" bIns="0" anchor="ctr"/>
          <a:lstStyle/>
          <a:p>
            <a:pPr marL="0" marR="0" lvl="0" indent="0" algn="ctr" defTabSz="8255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 kumimoji="0" sz="32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Helvetica Neue Medium"/>
              <a:sym typeface="Helvetica Neue Medium"/>
            </a:endParaRPr>
          </a:p>
        </p:txBody>
      </p:sp>
      <p:sp>
        <p:nvSpPr>
          <p:cNvPr id="225" name="TOPIC #1 - $100 ANSWER">
            <a:extLst>
              <a:ext uri="{FF2B5EF4-FFF2-40B4-BE49-F238E27FC236}">
                <a16:creationId xmlns:a16="http://schemas.microsoft.com/office/drawing/2014/main" id="{36EA3B96-9DA1-4D62-2E63-0DB5AA1D6651}"/>
              </a:ext>
            </a:extLst>
          </p:cNvPr>
          <p:cNvSpPr txBox="1"/>
          <p:nvPr/>
        </p:nvSpPr>
        <p:spPr>
          <a:xfrm>
            <a:off x="1318646" y="1076284"/>
            <a:ext cx="23992454" cy="164147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50800" tIns="50800" rIns="50800" bIns="50800" anchor="ctr">
            <a:spAutoFit/>
          </a:bodyPr>
          <a:lstStyle/>
          <a:p>
            <a:pPr marL="0" marR="0" lvl="0" indent="0" algn="l" defTabSz="8255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0000" b="0">
                <a:solidFill>
                  <a:srgbClr val="F6C543"/>
                </a:solidFill>
                <a:latin typeface="Impact"/>
                <a:ea typeface="Impact"/>
                <a:cs typeface="Impact"/>
                <a:sym typeface="Impact"/>
              </a:defRPr>
            </a:pPr>
            <a:r>
              <a:rPr kumimoji="0" lang="en-US" altLang="zh-CN" sz="10000" b="0" i="0" u="none" strike="noStrike" kern="0" cap="none" spc="0" normalizeH="0" baseline="0" noProof="0" dirty="0">
                <a:ln>
                  <a:noFill/>
                </a:ln>
                <a:solidFill>
                  <a:srgbClr val="F6C542"/>
                </a:solidFill>
                <a:effectLst/>
                <a:uLnTx/>
                <a:uFillTx/>
                <a:latin typeface="Impact"/>
                <a:sym typeface="Impact"/>
              </a:rPr>
              <a:t>UNIT #</a:t>
            </a:r>
            <a:r>
              <a:rPr kumimoji="0" lang="en-US" altLang="zh-CN" sz="10000" b="0" i="0" u="none" strike="noStrike" kern="0" cap="none" spc="0" normalizeH="0" baseline="0" noProof="0" dirty="0">
                <a:ln>
                  <a:noFill/>
                </a:ln>
                <a:solidFill>
                  <a:srgbClr val="F6C543"/>
                </a:solidFill>
                <a:effectLst/>
                <a:uLnTx/>
                <a:uFillTx/>
                <a:latin typeface="Impact"/>
                <a:sym typeface="Impact"/>
              </a:rPr>
              <a:t> </a:t>
            </a:r>
            <a:r>
              <a:rPr kumimoji="0" lang="en-US" altLang="zh-CN" sz="10000" b="0" i="0" u="none" strike="noStrike" kern="0" cap="none" spc="0" normalizeH="0" baseline="0" noProof="0" dirty="0">
                <a:ln>
                  <a:noFill/>
                </a:ln>
                <a:solidFill>
                  <a:srgbClr val="F6C542"/>
                </a:solidFill>
                <a:effectLst/>
                <a:uLnTx/>
                <a:uFillTx/>
                <a:latin typeface="Impact"/>
                <a:sym typeface="Impact"/>
              </a:rPr>
              <a:t>6 </a:t>
            </a:r>
            <a:r>
              <a:rPr kumimoji="0" lang="en-US" altLang="zh-CN" sz="100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Impact"/>
                <a:sym typeface="Impact"/>
              </a:rPr>
              <a:t>–</a:t>
            </a:r>
            <a:r>
              <a:rPr kumimoji="0" lang="zh-CN" altLang="en-US" sz="10000" b="0" i="0" u="none" strike="noStrike" kern="0" cap="none" spc="0" normalizeH="0" baseline="0" noProof="0" dirty="0">
                <a:ln>
                  <a:noFill/>
                </a:ln>
                <a:solidFill>
                  <a:srgbClr val="F6C543"/>
                </a:solidFill>
                <a:effectLst/>
                <a:uLnTx/>
                <a:uFillTx/>
                <a:latin typeface="华文楷体" panose="02010600040101010101" pitchFamily="2" charset="-122"/>
                <a:ea typeface="华文楷体" panose="02010600040101010101" pitchFamily="2" charset="-122"/>
                <a:sym typeface="Impact"/>
              </a:rPr>
              <a:t>剖视图</a:t>
            </a:r>
            <a:endParaRPr kumimoji="0" lang="zh-CN" altLang="en-US" sz="100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华文楷体" panose="02010600040101010101" pitchFamily="2" charset="-122"/>
              <a:ea typeface="华文楷体" panose="02010600040101010101" pitchFamily="2" charset="-122"/>
              <a:sym typeface="Impact"/>
            </a:endParaRPr>
          </a:p>
        </p:txBody>
      </p:sp>
      <p:sp>
        <p:nvSpPr>
          <p:cNvPr id="226" name="Shape">
            <a:extLst>
              <a:ext uri="{FF2B5EF4-FFF2-40B4-BE49-F238E27FC236}">
                <a16:creationId xmlns:a16="http://schemas.microsoft.com/office/drawing/2014/main" id="{67C9600A-C779-7076-C2F5-8EC81B6148C4}"/>
              </a:ext>
            </a:extLst>
          </p:cNvPr>
          <p:cNvSpPr/>
          <p:nvPr/>
        </p:nvSpPr>
        <p:spPr>
          <a:xfrm>
            <a:off x="-306915" y="8239797"/>
            <a:ext cx="1046530" cy="104640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9679" h="20595" extrusionOk="0">
                <a:moveTo>
                  <a:pt x="9839" y="0"/>
                </a:moveTo>
                <a:cubicBezTo>
                  <a:pt x="7321" y="0"/>
                  <a:pt x="4802" y="1006"/>
                  <a:pt x="2881" y="3017"/>
                </a:cubicBezTo>
                <a:cubicBezTo>
                  <a:pt x="-961" y="7038"/>
                  <a:pt x="-961" y="13557"/>
                  <a:pt x="2881" y="17578"/>
                </a:cubicBezTo>
                <a:cubicBezTo>
                  <a:pt x="6724" y="21600"/>
                  <a:pt x="12954" y="21600"/>
                  <a:pt x="16797" y="17578"/>
                </a:cubicBezTo>
                <a:cubicBezTo>
                  <a:pt x="20639" y="13557"/>
                  <a:pt x="20639" y="7038"/>
                  <a:pt x="16797" y="3017"/>
                </a:cubicBezTo>
                <a:cubicBezTo>
                  <a:pt x="14876" y="1006"/>
                  <a:pt x="12357" y="0"/>
                  <a:pt x="9839" y="0"/>
                </a:cubicBezTo>
                <a:close/>
                <a:moveTo>
                  <a:pt x="9839" y="2649"/>
                </a:moveTo>
                <a:cubicBezTo>
                  <a:pt x="11709" y="2649"/>
                  <a:pt x="13580" y="3397"/>
                  <a:pt x="15007" y="4890"/>
                </a:cubicBezTo>
                <a:cubicBezTo>
                  <a:pt x="17861" y="7877"/>
                  <a:pt x="17861" y="12718"/>
                  <a:pt x="15007" y="15705"/>
                </a:cubicBezTo>
                <a:cubicBezTo>
                  <a:pt x="12153" y="18692"/>
                  <a:pt x="7525" y="18692"/>
                  <a:pt x="4671" y="15705"/>
                </a:cubicBezTo>
                <a:cubicBezTo>
                  <a:pt x="1817" y="12718"/>
                  <a:pt x="1817" y="7877"/>
                  <a:pt x="4671" y="4890"/>
                </a:cubicBezTo>
                <a:cubicBezTo>
                  <a:pt x="6098" y="3397"/>
                  <a:pt x="7969" y="2649"/>
                  <a:pt x="9839" y="2649"/>
                </a:cubicBezTo>
                <a:close/>
              </a:path>
            </a:pathLst>
          </a:custGeom>
          <a:gradFill>
            <a:gsLst>
              <a:gs pos="0">
                <a:schemeClr val="accent2"/>
              </a:gs>
              <a:gs pos="100000">
                <a:schemeClr val="accent1"/>
              </a:gs>
            </a:gsLst>
            <a:lin ang="5400000"/>
          </a:gradFill>
          <a:ln w="12700">
            <a:miter lim="400000"/>
          </a:ln>
        </p:spPr>
        <p:txBody>
          <a:bodyPr lIns="0" tIns="0" rIns="0" bIns="0" anchor="ctr"/>
          <a:lstStyle/>
          <a:p>
            <a:pPr marL="0" marR="0" lvl="0" indent="0" algn="ctr" defTabSz="8255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 kumimoji="0" sz="32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Helvetica Neue Medium"/>
              <a:sym typeface="Helvetica Neue Medium"/>
            </a:endParaRPr>
          </a:p>
        </p:txBody>
      </p:sp>
      <p:sp>
        <p:nvSpPr>
          <p:cNvPr id="227" name="Shape">
            <a:extLst>
              <a:ext uri="{FF2B5EF4-FFF2-40B4-BE49-F238E27FC236}">
                <a16:creationId xmlns:a16="http://schemas.microsoft.com/office/drawing/2014/main" id="{D3215B5A-C0DF-5A7D-73F7-AAA52873F270}"/>
              </a:ext>
            </a:extLst>
          </p:cNvPr>
          <p:cNvSpPr/>
          <p:nvPr/>
        </p:nvSpPr>
        <p:spPr>
          <a:xfrm>
            <a:off x="19865947" y="2060686"/>
            <a:ext cx="2330506" cy="233022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9679" h="20595" extrusionOk="0">
                <a:moveTo>
                  <a:pt x="9839" y="0"/>
                </a:moveTo>
                <a:cubicBezTo>
                  <a:pt x="7321" y="0"/>
                  <a:pt x="4802" y="1006"/>
                  <a:pt x="2881" y="3017"/>
                </a:cubicBezTo>
                <a:cubicBezTo>
                  <a:pt x="-961" y="7038"/>
                  <a:pt x="-961" y="13557"/>
                  <a:pt x="2881" y="17578"/>
                </a:cubicBezTo>
                <a:cubicBezTo>
                  <a:pt x="6724" y="21600"/>
                  <a:pt x="12954" y="21600"/>
                  <a:pt x="16797" y="17578"/>
                </a:cubicBezTo>
                <a:cubicBezTo>
                  <a:pt x="20639" y="13557"/>
                  <a:pt x="20639" y="7038"/>
                  <a:pt x="16797" y="3017"/>
                </a:cubicBezTo>
                <a:cubicBezTo>
                  <a:pt x="14876" y="1006"/>
                  <a:pt x="12357" y="0"/>
                  <a:pt x="9839" y="0"/>
                </a:cubicBezTo>
                <a:close/>
                <a:moveTo>
                  <a:pt x="9839" y="2649"/>
                </a:moveTo>
                <a:cubicBezTo>
                  <a:pt x="11709" y="2649"/>
                  <a:pt x="13580" y="3397"/>
                  <a:pt x="15007" y="4890"/>
                </a:cubicBezTo>
                <a:cubicBezTo>
                  <a:pt x="17861" y="7877"/>
                  <a:pt x="17861" y="12718"/>
                  <a:pt x="15007" y="15705"/>
                </a:cubicBezTo>
                <a:cubicBezTo>
                  <a:pt x="12153" y="18692"/>
                  <a:pt x="7525" y="18692"/>
                  <a:pt x="4671" y="15705"/>
                </a:cubicBezTo>
                <a:cubicBezTo>
                  <a:pt x="1817" y="12718"/>
                  <a:pt x="1817" y="7877"/>
                  <a:pt x="4671" y="4890"/>
                </a:cubicBezTo>
                <a:cubicBezTo>
                  <a:pt x="6098" y="3397"/>
                  <a:pt x="7969" y="2649"/>
                  <a:pt x="9839" y="2649"/>
                </a:cubicBezTo>
                <a:close/>
              </a:path>
            </a:pathLst>
          </a:custGeom>
          <a:gradFill>
            <a:gsLst>
              <a:gs pos="0">
                <a:schemeClr val="accent2"/>
              </a:gs>
              <a:gs pos="100000">
                <a:schemeClr val="accent1"/>
              </a:gs>
            </a:gsLst>
            <a:lin ang="5400000"/>
          </a:gradFill>
          <a:ln w="12700">
            <a:miter lim="400000"/>
          </a:ln>
        </p:spPr>
        <p:txBody>
          <a:bodyPr lIns="0" tIns="0" rIns="0" bIns="0" anchor="ctr"/>
          <a:lstStyle/>
          <a:p>
            <a:pPr marL="0" marR="0" lvl="0" indent="0" algn="ctr" defTabSz="8255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 kumimoji="0" sz="32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Helvetica Neue Medium"/>
              <a:sym typeface="Helvetica Neue Medium"/>
            </a:endParaRPr>
          </a:p>
        </p:txBody>
      </p:sp>
      <p:sp>
        <p:nvSpPr>
          <p:cNvPr id="228" name="Rounded Rectangle">
            <a:extLst>
              <a:ext uri="{FF2B5EF4-FFF2-40B4-BE49-F238E27FC236}">
                <a16:creationId xmlns:a16="http://schemas.microsoft.com/office/drawing/2014/main" id="{903F22E3-DAF7-7FD0-BE9C-8EAD02C4AE79}"/>
              </a:ext>
            </a:extLst>
          </p:cNvPr>
          <p:cNvSpPr/>
          <p:nvPr/>
        </p:nvSpPr>
        <p:spPr>
          <a:xfrm>
            <a:off x="1413182" y="3302000"/>
            <a:ext cx="21616294" cy="8897388"/>
          </a:xfrm>
          <a:prstGeom prst="roundRect">
            <a:avLst>
              <a:gd name="adj" fmla="val 2897"/>
            </a:avLst>
          </a:prstGeom>
          <a:solidFill>
            <a:schemeClr val="accent4"/>
          </a:solidFill>
          <a:ln w="12700">
            <a:miter lim="400000"/>
          </a:ln>
          <a:effectLst>
            <a:outerShdw blurRad="558800" dist="71163" dir="5400000" rotWithShape="0">
              <a:srgbClr val="000000">
                <a:alpha val="19617"/>
              </a:srgbClr>
            </a:outerShdw>
          </a:effectLst>
        </p:spPr>
        <p:txBody>
          <a:bodyPr lIns="0" tIns="0" rIns="0" bIns="0" anchor="ctr"/>
          <a:lstStyle/>
          <a:p>
            <a:pPr marL="0" marR="0" lvl="0" indent="0" algn="ctr" defTabSz="8255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 kumimoji="0" sz="32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Helvetica Neue Medium"/>
              <a:sym typeface="Helvetica Neue Medium"/>
            </a:endParaRP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8A7E9E0A-CDE6-6061-97B6-01CCA717F07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6350" y="3636256"/>
            <a:ext cx="11790367" cy="8046876"/>
          </a:xfrm>
          <a:prstGeom prst="rect">
            <a:avLst/>
          </a:prstGeom>
        </p:spPr>
      </p:pic>
      <p:sp>
        <p:nvSpPr>
          <p:cNvPr id="7" name="Rounded Rectangle">
            <a:extLst>
              <a:ext uri="{FF2B5EF4-FFF2-40B4-BE49-F238E27FC236}">
                <a16:creationId xmlns:a16="http://schemas.microsoft.com/office/drawing/2014/main" id="{596C431A-B2BC-DEE1-E390-8165A80B1571}"/>
              </a:ext>
            </a:extLst>
          </p:cNvPr>
          <p:cNvSpPr/>
          <p:nvPr/>
        </p:nvSpPr>
        <p:spPr>
          <a:xfrm>
            <a:off x="1383853" y="3320754"/>
            <a:ext cx="21616294" cy="8897388"/>
          </a:xfrm>
          <a:prstGeom prst="roundRect">
            <a:avLst>
              <a:gd name="adj" fmla="val 2897"/>
            </a:avLst>
          </a:prstGeom>
          <a:solidFill>
            <a:schemeClr val="accent4"/>
          </a:solidFill>
          <a:ln w="12700">
            <a:miter lim="400000"/>
          </a:ln>
          <a:effectLst>
            <a:outerShdw blurRad="558800" dist="71163" dir="5400000" rotWithShape="0">
              <a:srgbClr val="000000">
                <a:alpha val="19617"/>
              </a:srgbClr>
            </a:outerShdw>
          </a:effectLst>
        </p:spPr>
        <p:txBody>
          <a:bodyPr lIns="0" tIns="0" rIns="0" bIns="0" anchor="ctr"/>
          <a:lstStyle/>
          <a:p>
            <a:pPr marL="0" marR="0" lvl="0" indent="0" algn="ctr" defTabSz="8255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 kumimoji="0" sz="32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Helvetica Neue Medium"/>
              <a:sym typeface="Helvetica Neue Medium"/>
            </a:endParaRPr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836785C9-C119-207D-E27E-6358AFE0610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7021" y="3655010"/>
            <a:ext cx="11790367" cy="8046876"/>
          </a:xfrm>
          <a:prstGeom prst="rect">
            <a:avLst/>
          </a:prstGeom>
        </p:spPr>
      </p:pic>
      <p:pic>
        <p:nvPicPr>
          <p:cNvPr id="10" name="图片 9">
            <a:extLst>
              <a:ext uri="{FF2B5EF4-FFF2-40B4-BE49-F238E27FC236}">
                <a16:creationId xmlns:a16="http://schemas.microsoft.com/office/drawing/2014/main" id="{37E9A6A0-849C-C12B-4D6D-2426E631C39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93039" y="3702161"/>
            <a:ext cx="13615100" cy="81977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75358607"/>
      </p:ext>
    </p:extLst>
  </p:cSld>
  <p:clrMapOvr>
    <a:masterClrMapping/>
  </p:clrMapOvr>
  <p:transition spd="med"/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3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8F71C61-BAB5-947A-4FD9-5646EE745C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Shape">
            <a:extLst>
              <a:ext uri="{FF2B5EF4-FFF2-40B4-BE49-F238E27FC236}">
                <a16:creationId xmlns:a16="http://schemas.microsoft.com/office/drawing/2014/main" id="{79DEDB59-D162-6AE8-E60D-1E5CDBE1EEF2}"/>
              </a:ext>
            </a:extLst>
          </p:cNvPr>
          <p:cNvSpPr/>
          <p:nvPr/>
        </p:nvSpPr>
        <p:spPr>
          <a:xfrm>
            <a:off x="6290541" y="12617233"/>
            <a:ext cx="2709718" cy="270939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9679" h="20595" extrusionOk="0">
                <a:moveTo>
                  <a:pt x="9839" y="0"/>
                </a:moveTo>
                <a:cubicBezTo>
                  <a:pt x="7321" y="0"/>
                  <a:pt x="4802" y="1006"/>
                  <a:pt x="2881" y="3017"/>
                </a:cubicBezTo>
                <a:cubicBezTo>
                  <a:pt x="-961" y="7038"/>
                  <a:pt x="-961" y="13557"/>
                  <a:pt x="2881" y="17578"/>
                </a:cubicBezTo>
                <a:cubicBezTo>
                  <a:pt x="6724" y="21600"/>
                  <a:pt x="12954" y="21600"/>
                  <a:pt x="16797" y="17578"/>
                </a:cubicBezTo>
                <a:cubicBezTo>
                  <a:pt x="20639" y="13557"/>
                  <a:pt x="20639" y="7038"/>
                  <a:pt x="16797" y="3017"/>
                </a:cubicBezTo>
                <a:cubicBezTo>
                  <a:pt x="14876" y="1006"/>
                  <a:pt x="12357" y="0"/>
                  <a:pt x="9839" y="0"/>
                </a:cubicBezTo>
                <a:close/>
                <a:moveTo>
                  <a:pt x="9839" y="2649"/>
                </a:moveTo>
                <a:cubicBezTo>
                  <a:pt x="11709" y="2649"/>
                  <a:pt x="13580" y="3397"/>
                  <a:pt x="15007" y="4890"/>
                </a:cubicBezTo>
                <a:cubicBezTo>
                  <a:pt x="17861" y="7877"/>
                  <a:pt x="17861" y="12718"/>
                  <a:pt x="15007" y="15705"/>
                </a:cubicBezTo>
                <a:cubicBezTo>
                  <a:pt x="12153" y="18692"/>
                  <a:pt x="7525" y="18692"/>
                  <a:pt x="4671" y="15705"/>
                </a:cubicBezTo>
                <a:cubicBezTo>
                  <a:pt x="1817" y="12718"/>
                  <a:pt x="1817" y="7877"/>
                  <a:pt x="4671" y="4890"/>
                </a:cubicBezTo>
                <a:cubicBezTo>
                  <a:pt x="6098" y="3397"/>
                  <a:pt x="7969" y="2649"/>
                  <a:pt x="9839" y="2649"/>
                </a:cubicBezTo>
                <a:close/>
              </a:path>
            </a:pathLst>
          </a:custGeom>
          <a:gradFill>
            <a:gsLst>
              <a:gs pos="0">
                <a:schemeClr val="accent2"/>
              </a:gs>
              <a:gs pos="100000">
                <a:schemeClr val="accent1"/>
              </a:gs>
            </a:gsLst>
            <a:lin ang="5400000"/>
          </a:gradFill>
          <a:ln w="12700">
            <a:miter lim="400000"/>
          </a:ln>
        </p:spPr>
        <p:txBody>
          <a:bodyPr lIns="0" tIns="0" rIns="0" bIns="0" anchor="ctr"/>
          <a:lstStyle/>
          <a:p>
            <a:pPr marL="0" marR="0" lvl="0" indent="0" algn="ctr" defTabSz="8255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 kumimoji="0" sz="32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Helvetica Neue Medium"/>
              <a:sym typeface="Helvetica Neue Medium"/>
            </a:endParaRPr>
          </a:p>
        </p:txBody>
      </p:sp>
      <p:sp>
        <p:nvSpPr>
          <p:cNvPr id="216" name="Shape">
            <a:extLst>
              <a:ext uri="{FF2B5EF4-FFF2-40B4-BE49-F238E27FC236}">
                <a16:creationId xmlns:a16="http://schemas.microsoft.com/office/drawing/2014/main" id="{F68DDE80-CBB7-0C3B-9ECF-C2426AE018D3}"/>
              </a:ext>
            </a:extLst>
          </p:cNvPr>
          <p:cNvSpPr/>
          <p:nvPr/>
        </p:nvSpPr>
        <p:spPr>
          <a:xfrm>
            <a:off x="14339439" y="2620192"/>
            <a:ext cx="6322300" cy="632257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800" y="0"/>
                </a:moveTo>
                <a:cubicBezTo>
                  <a:pt x="10787" y="0"/>
                  <a:pt x="10773" y="1"/>
                  <a:pt x="10759" y="1"/>
                </a:cubicBezTo>
                <a:lnTo>
                  <a:pt x="1" y="10760"/>
                </a:lnTo>
                <a:cubicBezTo>
                  <a:pt x="0" y="10900"/>
                  <a:pt x="3" y="11040"/>
                  <a:pt x="8" y="11181"/>
                </a:cubicBezTo>
                <a:lnTo>
                  <a:pt x="11180" y="9"/>
                </a:lnTo>
                <a:cubicBezTo>
                  <a:pt x="11054" y="4"/>
                  <a:pt x="10927" y="0"/>
                  <a:pt x="10800" y="0"/>
                </a:cubicBezTo>
                <a:close/>
                <a:moveTo>
                  <a:pt x="10211" y="17"/>
                </a:moveTo>
                <a:cubicBezTo>
                  <a:pt x="10057" y="25"/>
                  <a:pt x="9903" y="36"/>
                  <a:pt x="9748" y="51"/>
                </a:cubicBezTo>
                <a:lnTo>
                  <a:pt x="50" y="9749"/>
                </a:lnTo>
                <a:cubicBezTo>
                  <a:pt x="35" y="9903"/>
                  <a:pt x="25" y="10057"/>
                  <a:pt x="16" y="10212"/>
                </a:cubicBezTo>
                <a:lnTo>
                  <a:pt x="10211" y="17"/>
                </a:lnTo>
                <a:close/>
                <a:moveTo>
                  <a:pt x="11683" y="38"/>
                </a:moveTo>
                <a:lnTo>
                  <a:pt x="38" y="11684"/>
                </a:lnTo>
                <a:cubicBezTo>
                  <a:pt x="48" y="11814"/>
                  <a:pt x="62" y="11944"/>
                  <a:pt x="78" y="12075"/>
                </a:cubicBezTo>
                <a:lnTo>
                  <a:pt x="12074" y="78"/>
                </a:lnTo>
                <a:cubicBezTo>
                  <a:pt x="11944" y="63"/>
                  <a:pt x="11814" y="49"/>
                  <a:pt x="11683" y="38"/>
                </a:cubicBezTo>
                <a:close/>
                <a:moveTo>
                  <a:pt x="9136" y="131"/>
                </a:moveTo>
                <a:cubicBezTo>
                  <a:pt x="8960" y="158"/>
                  <a:pt x="8786" y="190"/>
                  <a:pt x="8611" y="226"/>
                </a:cubicBezTo>
                <a:lnTo>
                  <a:pt x="226" y="8611"/>
                </a:lnTo>
                <a:cubicBezTo>
                  <a:pt x="190" y="8786"/>
                  <a:pt x="157" y="8961"/>
                  <a:pt x="130" y="9137"/>
                </a:cubicBezTo>
                <a:lnTo>
                  <a:pt x="9136" y="131"/>
                </a:lnTo>
                <a:close/>
                <a:moveTo>
                  <a:pt x="12541" y="143"/>
                </a:moveTo>
                <a:lnTo>
                  <a:pt x="143" y="12541"/>
                </a:lnTo>
                <a:cubicBezTo>
                  <a:pt x="163" y="12663"/>
                  <a:pt x="183" y="12785"/>
                  <a:pt x="207" y="12906"/>
                </a:cubicBezTo>
                <a:lnTo>
                  <a:pt x="12906" y="208"/>
                </a:lnTo>
                <a:cubicBezTo>
                  <a:pt x="12785" y="184"/>
                  <a:pt x="12663" y="163"/>
                  <a:pt x="12541" y="143"/>
                </a:cubicBezTo>
                <a:close/>
                <a:moveTo>
                  <a:pt x="13343" y="303"/>
                </a:moveTo>
                <a:lnTo>
                  <a:pt x="303" y="13343"/>
                </a:lnTo>
                <a:cubicBezTo>
                  <a:pt x="330" y="13456"/>
                  <a:pt x="361" y="13569"/>
                  <a:pt x="392" y="13682"/>
                </a:cubicBezTo>
                <a:lnTo>
                  <a:pt x="13682" y="393"/>
                </a:lnTo>
                <a:cubicBezTo>
                  <a:pt x="13569" y="362"/>
                  <a:pt x="13456" y="331"/>
                  <a:pt x="13343" y="303"/>
                </a:cubicBezTo>
                <a:close/>
                <a:moveTo>
                  <a:pt x="7909" y="395"/>
                </a:moveTo>
                <a:cubicBezTo>
                  <a:pt x="7701" y="452"/>
                  <a:pt x="7495" y="515"/>
                  <a:pt x="7290" y="585"/>
                </a:cubicBezTo>
                <a:lnTo>
                  <a:pt x="584" y="7290"/>
                </a:lnTo>
                <a:cubicBezTo>
                  <a:pt x="514" y="7495"/>
                  <a:pt x="452" y="7702"/>
                  <a:pt x="394" y="7909"/>
                </a:cubicBezTo>
                <a:lnTo>
                  <a:pt x="7909" y="395"/>
                </a:lnTo>
                <a:close/>
                <a:moveTo>
                  <a:pt x="14094" y="515"/>
                </a:moveTo>
                <a:lnTo>
                  <a:pt x="514" y="14094"/>
                </a:lnTo>
                <a:cubicBezTo>
                  <a:pt x="549" y="14202"/>
                  <a:pt x="583" y="14310"/>
                  <a:pt x="620" y="14417"/>
                </a:cubicBezTo>
                <a:lnTo>
                  <a:pt x="14417" y="621"/>
                </a:lnTo>
                <a:cubicBezTo>
                  <a:pt x="14310" y="583"/>
                  <a:pt x="14202" y="549"/>
                  <a:pt x="14094" y="515"/>
                </a:cubicBezTo>
                <a:close/>
                <a:moveTo>
                  <a:pt x="14804" y="767"/>
                </a:moveTo>
                <a:lnTo>
                  <a:pt x="767" y="14804"/>
                </a:lnTo>
                <a:cubicBezTo>
                  <a:pt x="807" y="14905"/>
                  <a:pt x="851" y="15004"/>
                  <a:pt x="894" y="15104"/>
                </a:cubicBezTo>
                <a:lnTo>
                  <a:pt x="15104" y="895"/>
                </a:lnTo>
                <a:cubicBezTo>
                  <a:pt x="15004" y="852"/>
                  <a:pt x="14905" y="807"/>
                  <a:pt x="14804" y="767"/>
                </a:cubicBezTo>
                <a:close/>
                <a:moveTo>
                  <a:pt x="6411" y="932"/>
                </a:moveTo>
                <a:cubicBezTo>
                  <a:pt x="6118" y="1062"/>
                  <a:pt x="5831" y="1206"/>
                  <a:pt x="5549" y="1363"/>
                </a:cubicBezTo>
                <a:lnTo>
                  <a:pt x="1362" y="5549"/>
                </a:lnTo>
                <a:cubicBezTo>
                  <a:pt x="1205" y="5832"/>
                  <a:pt x="1061" y="6119"/>
                  <a:pt x="931" y="6411"/>
                </a:cubicBezTo>
                <a:lnTo>
                  <a:pt x="6411" y="932"/>
                </a:lnTo>
                <a:close/>
                <a:moveTo>
                  <a:pt x="15470" y="1061"/>
                </a:moveTo>
                <a:lnTo>
                  <a:pt x="1060" y="15471"/>
                </a:lnTo>
                <a:cubicBezTo>
                  <a:pt x="1106" y="15567"/>
                  <a:pt x="1153" y="15664"/>
                  <a:pt x="1202" y="15759"/>
                </a:cubicBezTo>
                <a:lnTo>
                  <a:pt x="15759" y="1203"/>
                </a:lnTo>
                <a:cubicBezTo>
                  <a:pt x="15663" y="1153"/>
                  <a:pt x="15567" y="1107"/>
                  <a:pt x="15470" y="1061"/>
                </a:cubicBezTo>
                <a:close/>
                <a:moveTo>
                  <a:pt x="16103" y="1391"/>
                </a:moveTo>
                <a:lnTo>
                  <a:pt x="1391" y="16103"/>
                </a:lnTo>
                <a:cubicBezTo>
                  <a:pt x="1442" y="16194"/>
                  <a:pt x="1494" y="16285"/>
                  <a:pt x="1549" y="16375"/>
                </a:cubicBezTo>
                <a:lnTo>
                  <a:pt x="16375" y="1549"/>
                </a:lnTo>
                <a:cubicBezTo>
                  <a:pt x="16285" y="1495"/>
                  <a:pt x="16194" y="1442"/>
                  <a:pt x="16103" y="1391"/>
                </a:cubicBezTo>
                <a:close/>
                <a:moveTo>
                  <a:pt x="16703" y="1754"/>
                </a:moveTo>
                <a:lnTo>
                  <a:pt x="1753" y="16703"/>
                </a:lnTo>
                <a:cubicBezTo>
                  <a:pt x="1809" y="16788"/>
                  <a:pt x="1869" y="16872"/>
                  <a:pt x="1928" y="16956"/>
                </a:cubicBezTo>
                <a:lnTo>
                  <a:pt x="16956" y="1928"/>
                </a:lnTo>
                <a:cubicBezTo>
                  <a:pt x="16872" y="1869"/>
                  <a:pt x="16788" y="1810"/>
                  <a:pt x="16703" y="1754"/>
                </a:cubicBezTo>
                <a:close/>
                <a:moveTo>
                  <a:pt x="17267" y="2151"/>
                </a:moveTo>
                <a:lnTo>
                  <a:pt x="2151" y="17267"/>
                </a:lnTo>
                <a:cubicBezTo>
                  <a:pt x="2212" y="17349"/>
                  <a:pt x="2274" y="17430"/>
                  <a:pt x="2338" y="17510"/>
                </a:cubicBezTo>
                <a:lnTo>
                  <a:pt x="17510" y="2338"/>
                </a:lnTo>
                <a:cubicBezTo>
                  <a:pt x="17430" y="2275"/>
                  <a:pt x="17349" y="2212"/>
                  <a:pt x="17267" y="2151"/>
                </a:cubicBezTo>
                <a:close/>
                <a:moveTo>
                  <a:pt x="3805" y="2574"/>
                </a:moveTo>
                <a:cubicBezTo>
                  <a:pt x="3586" y="2761"/>
                  <a:pt x="3370" y="2956"/>
                  <a:pt x="3163" y="3163"/>
                </a:cubicBezTo>
                <a:cubicBezTo>
                  <a:pt x="2955" y="3371"/>
                  <a:pt x="2761" y="3586"/>
                  <a:pt x="2574" y="3806"/>
                </a:cubicBezTo>
                <a:lnTo>
                  <a:pt x="3805" y="2574"/>
                </a:lnTo>
                <a:close/>
                <a:moveTo>
                  <a:pt x="17801" y="2579"/>
                </a:moveTo>
                <a:lnTo>
                  <a:pt x="2579" y="17801"/>
                </a:lnTo>
                <a:cubicBezTo>
                  <a:pt x="2645" y="17878"/>
                  <a:pt x="2709" y="17957"/>
                  <a:pt x="2777" y="18032"/>
                </a:cubicBezTo>
                <a:lnTo>
                  <a:pt x="18032" y="2777"/>
                </a:lnTo>
                <a:cubicBezTo>
                  <a:pt x="17957" y="2709"/>
                  <a:pt x="17878" y="2645"/>
                  <a:pt x="17801" y="2579"/>
                </a:cubicBezTo>
                <a:close/>
                <a:moveTo>
                  <a:pt x="18304" y="3036"/>
                </a:moveTo>
                <a:lnTo>
                  <a:pt x="3036" y="18304"/>
                </a:lnTo>
                <a:cubicBezTo>
                  <a:pt x="3079" y="18349"/>
                  <a:pt x="3119" y="18394"/>
                  <a:pt x="3163" y="18438"/>
                </a:cubicBezTo>
                <a:cubicBezTo>
                  <a:pt x="3191" y="18466"/>
                  <a:pt x="3222" y="18492"/>
                  <a:pt x="3250" y="18521"/>
                </a:cubicBezTo>
                <a:lnTo>
                  <a:pt x="18521" y="3251"/>
                </a:lnTo>
                <a:cubicBezTo>
                  <a:pt x="18492" y="3222"/>
                  <a:pt x="18466" y="3192"/>
                  <a:pt x="18438" y="3163"/>
                </a:cubicBezTo>
                <a:cubicBezTo>
                  <a:pt x="18394" y="3119"/>
                  <a:pt x="18348" y="3079"/>
                  <a:pt x="18304" y="3036"/>
                </a:cubicBezTo>
                <a:close/>
                <a:moveTo>
                  <a:pt x="18781" y="3523"/>
                </a:moveTo>
                <a:lnTo>
                  <a:pt x="3522" y="18781"/>
                </a:lnTo>
                <a:cubicBezTo>
                  <a:pt x="3598" y="18850"/>
                  <a:pt x="3676" y="18915"/>
                  <a:pt x="3753" y="18982"/>
                </a:cubicBezTo>
                <a:lnTo>
                  <a:pt x="18982" y="3753"/>
                </a:lnTo>
                <a:cubicBezTo>
                  <a:pt x="18915" y="3676"/>
                  <a:pt x="18850" y="3598"/>
                  <a:pt x="18781" y="3523"/>
                </a:cubicBezTo>
                <a:close/>
                <a:moveTo>
                  <a:pt x="19224" y="4041"/>
                </a:moveTo>
                <a:lnTo>
                  <a:pt x="4041" y="19224"/>
                </a:lnTo>
                <a:cubicBezTo>
                  <a:pt x="4121" y="19289"/>
                  <a:pt x="4202" y="19350"/>
                  <a:pt x="4283" y="19412"/>
                </a:cubicBezTo>
                <a:lnTo>
                  <a:pt x="19412" y="4283"/>
                </a:lnTo>
                <a:cubicBezTo>
                  <a:pt x="19350" y="4202"/>
                  <a:pt x="19289" y="4121"/>
                  <a:pt x="19224" y="4041"/>
                </a:cubicBezTo>
                <a:close/>
                <a:moveTo>
                  <a:pt x="19637" y="4591"/>
                </a:moveTo>
                <a:lnTo>
                  <a:pt x="4591" y="19637"/>
                </a:lnTo>
                <a:cubicBezTo>
                  <a:pt x="4675" y="19696"/>
                  <a:pt x="4758" y="19757"/>
                  <a:pt x="4843" y="19813"/>
                </a:cubicBezTo>
                <a:lnTo>
                  <a:pt x="19813" y="4844"/>
                </a:lnTo>
                <a:cubicBezTo>
                  <a:pt x="19757" y="4758"/>
                  <a:pt x="19696" y="4675"/>
                  <a:pt x="19637" y="4591"/>
                </a:cubicBezTo>
                <a:close/>
                <a:moveTo>
                  <a:pt x="20019" y="5172"/>
                </a:moveTo>
                <a:lnTo>
                  <a:pt x="5172" y="20019"/>
                </a:lnTo>
                <a:cubicBezTo>
                  <a:pt x="5261" y="20073"/>
                  <a:pt x="5351" y="20126"/>
                  <a:pt x="5441" y="20178"/>
                </a:cubicBezTo>
                <a:lnTo>
                  <a:pt x="20178" y="5441"/>
                </a:lnTo>
                <a:cubicBezTo>
                  <a:pt x="20126" y="5351"/>
                  <a:pt x="20073" y="5261"/>
                  <a:pt x="20019" y="5172"/>
                </a:cubicBezTo>
                <a:close/>
                <a:moveTo>
                  <a:pt x="20369" y="5782"/>
                </a:moveTo>
                <a:lnTo>
                  <a:pt x="5782" y="20369"/>
                </a:lnTo>
                <a:cubicBezTo>
                  <a:pt x="5877" y="20419"/>
                  <a:pt x="5974" y="20463"/>
                  <a:pt x="6071" y="20510"/>
                </a:cubicBezTo>
                <a:lnTo>
                  <a:pt x="20510" y="6071"/>
                </a:lnTo>
                <a:cubicBezTo>
                  <a:pt x="20463" y="5975"/>
                  <a:pt x="20419" y="5878"/>
                  <a:pt x="20369" y="5782"/>
                </a:cubicBezTo>
                <a:close/>
                <a:moveTo>
                  <a:pt x="20679" y="6434"/>
                </a:moveTo>
                <a:lnTo>
                  <a:pt x="6434" y="20679"/>
                </a:lnTo>
                <a:cubicBezTo>
                  <a:pt x="6534" y="20723"/>
                  <a:pt x="6633" y="20769"/>
                  <a:pt x="6734" y="20809"/>
                </a:cubicBezTo>
                <a:lnTo>
                  <a:pt x="20809" y="6735"/>
                </a:lnTo>
                <a:cubicBezTo>
                  <a:pt x="20769" y="6634"/>
                  <a:pt x="20723" y="6534"/>
                  <a:pt x="20679" y="6434"/>
                </a:cubicBezTo>
                <a:close/>
                <a:moveTo>
                  <a:pt x="20956" y="7121"/>
                </a:moveTo>
                <a:lnTo>
                  <a:pt x="7120" y="20956"/>
                </a:lnTo>
                <a:cubicBezTo>
                  <a:pt x="7226" y="20994"/>
                  <a:pt x="7333" y="21030"/>
                  <a:pt x="7439" y="21065"/>
                </a:cubicBezTo>
                <a:lnTo>
                  <a:pt x="21065" y="7439"/>
                </a:lnTo>
                <a:cubicBezTo>
                  <a:pt x="21030" y="7333"/>
                  <a:pt x="20994" y="7226"/>
                  <a:pt x="20956" y="7121"/>
                </a:cubicBezTo>
                <a:close/>
                <a:moveTo>
                  <a:pt x="21190" y="7848"/>
                </a:moveTo>
                <a:lnTo>
                  <a:pt x="7848" y="21190"/>
                </a:lnTo>
                <a:cubicBezTo>
                  <a:pt x="7960" y="21221"/>
                  <a:pt x="8073" y="21252"/>
                  <a:pt x="8186" y="21280"/>
                </a:cubicBezTo>
                <a:lnTo>
                  <a:pt x="21280" y="8186"/>
                </a:lnTo>
                <a:cubicBezTo>
                  <a:pt x="21252" y="8073"/>
                  <a:pt x="21221" y="7960"/>
                  <a:pt x="21190" y="7848"/>
                </a:cubicBezTo>
                <a:close/>
                <a:moveTo>
                  <a:pt x="21378" y="8623"/>
                </a:moveTo>
                <a:lnTo>
                  <a:pt x="8623" y="21378"/>
                </a:lnTo>
                <a:cubicBezTo>
                  <a:pt x="8743" y="21402"/>
                  <a:pt x="8863" y="21424"/>
                  <a:pt x="8984" y="21445"/>
                </a:cubicBezTo>
                <a:lnTo>
                  <a:pt x="21445" y="8984"/>
                </a:lnTo>
                <a:cubicBezTo>
                  <a:pt x="21424" y="8864"/>
                  <a:pt x="21402" y="8743"/>
                  <a:pt x="21378" y="8623"/>
                </a:cubicBezTo>
                <a:close/>
                <a:moveTo>
                  <a:pt x="21514" y="9448"/>
                </a:moveTo>
                <a:lnTo>
                  <a:pt x="9447" y="21514"/>
                </a:lnTo>
                <a:cubicBezTo>
                  <a:pt x="9576" y="21530"/>
                  <a:pt x="9704" y="21546"/>
                  <a:pt x="9833" y="21557"/>
                </a:cubicBezTo>
                <a:lnTo>
                  <a:pt x="21557" y="9834"/>
                </a:lnTo>
                <a:cubicBezTo>
                  <a:pt x="21546" y="9705"/>
                  <a:pt x="21530" y="9576"/>
                  <a:pt x="21514" y="9448"/>
                </a:cubicBezTo>
                <a:close/>
                <a:moveTo>
                  <a:pt x="21590" y="10333"/>
                </a:moveTo>
                <a:lnTo>
                  <a:pt x="10332" y="21590"/>
                </a:lnTo>
                <a:cubicBezTo>
                  <a:pt x="10473" y="21596"/>
                  <a:pt x="10613" y="21599"/>
                  <a:pt x="10753" y="21600"/>
                </a:cubicBezTo>
                <a:lnTo>
                  <a:pt x="21600" y="10754"/>
                </a:lnTo>
                <a:cubicBezTo>
                  <a:pt x="21599" y="10613"/>
                  <a:pt x="21596" y="10473"/>
                  <a:pt x="21590" y="10333"/>
                </a:cubicBezTo>
                <a:close/>
                <a:moveTo>
                  <a:pt x="21590" y="11296"/>
                </a:moveTo>
                <a:lnTo>
                  <a:pt x="11295" y="21590"/>
                </a:lnTo>
                <a:cubicBezTo>
                  <a:pt x="11449" y="21583"/>
                  <a:pt x="11603" y="21572"/>
                  <a:pt x="11757" y="21558"/>
                </a:cubicBezTo>
                <a:lnTo>
                  <a:pt x="21558" y="11757"/>
                </a:lnTo>
                <a:cubicBezTo>
                  <a:pt x="21572" y="11603"/>
                  <a:pt x="21583" y="11450"/>
                  <a:pt x="21590" y="11296"/>
                </a:cubicBezTo>
                <a:close/>
                <a:moveTo>
                  <a:pt x="21489" y="12358"/>
                </a:moveTo>
                <a:lnTo>
                  <a:pt x="12358" y="21489"/>
                </a:lnTo>
                <a:cubicBezTo>
                  <a:pt x="12531" y="21464"/>
                  <a:pt x="12703" y="21434"/>
                  <a:pt x="12876" y="21400"/>
                </a:cubicBezTo>
                <a:lnTo>
                  <a:pt x="21400" y="12876"/>
                </a:lnTo>
                <a:cubicBezTo>
                  <a:pt x="21434" y="12704"/>
                  <a:pt x="21464" y="12531"/>
                  <a:pt x="21489" y="12358"/>
                </a:cubicBezTo>
                <a:close/>
                <a:moveTo>
                  <a:pt x="21239" y="13569"/>
                </a:moveTo>
                <a:lnTo>
                  <a:pt x="13569" y="21239"/>
                </a:lnTo>
                <a:cubicBezTo>
                  <a:pt x="13774" y="21185"/>
                  <a:pt x="13978" y="21125"/>
                  <a:pt x="14181" y="21058"/>
                </a:cubicBezTo>
                <a:lnTo>
                  <a:pt x="21058" y="14181"/>
                </a:lnTo>
                <a:cubicBezTo>
                  <a:pt x="21125" y="13978"/>
                  <a:pt x="21185" y="13774"/>
                  <a:pt x="21239" y="13569"/>
                </a:cubicBezTo>
                <a:close/>
                <a:moveTo>
                  <a:pt x="20736" y="15035"/>
                </a:moveTo>
                <a:lnTo>
                  <a:pt x="15035" y="20736"/>
                </a:lnTo>
                <a:cubicBezTo>
                  <a:pt x="15310" y="20619"/>
                  <a:pt x="15581" y="20493"/>
                  <a:pt x="15848" y="20352"/>
                </a:cubicBezTo>
                <a:lnTo>
                  <a:pt x="20352" y="15848"/>
                </a:lnTo>
                <a:cubicBezTo>
                  <a:pt x="20493" y="15581"/>
                  <a:pt x="20619" y="15310"/>
                  <a:pt x="20736" y="15035"/>
                </a:cubicBezTo>
                <a:close/>
                <a:moveTo>
                  <a:pt x="19400" y="17332"/>
                </a:moveTo>
                <a:lnTo>
                  <a:pt x="17332" y="19400"/>
                </a:lnTo>
                <a:cubicBezTo>
                  <a:pt x="17716" y="19108"/>
                  <a:pt x="18087" y="18789"/>
                  <a:pt x="18438" y="18438"/>
                </a:cubicBezTo>
                <a:cubicBezTo>
                  <a:pt x="18788" y="18087"/>
                  <a:pt x="19107" y="17716"/>
                  <a:pt x="19400" y="17332"/>
                </a:cubicBezTo>
                <a:close/>
              </a:path>
            </a:pathLst>
          </a:custGeom>
          <a:solidFill>
            <a:schemeClr val="accent4"/>
          </a:solidFill>
          <a:ln w="12700">
            <a:miter lim="400000"/>
          </a:ln>
        </p:spPr>
        <p:txBody>
          <a:bodyPr lIns="0" tIns="0" rIns="0" bIns="0" anchor="ctr"/>
          <a:lstStyle/>
          <a:p>
            <a:pPr marL="0" marR="0" lvl="0" indent="0" algn="ctr" defTabSz="8255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 kumimoji="0" sz="32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Helvetica Neue Medium"/>
              <a:sym typeface="Helvetica Neue Medium"/>
            </a:endParaRPr>
          </a:p>
        </p:txBody>
      </p:sp>
      <p:sp>
        <p:nvSpPr>
          <p:cNvPr id="217" name="Shape">
            <a:extLst>
              <a:ext uri="{FF2B5EF4-FFF2-40B4-BE49-F238E27FC236}">
                <a16:creationId xmlns:a16="http://schemas.microsoft.com/office/drawing/2014/main" id="{B433B07F-51E4-F1C5-0961-6B6FD9FC9470}"/>
              </a:ext>
            </a:extLst>
          </p:cNvPr>
          <p:cNvSpPr/>
          <p:nvPr/>
        </p:nvSpPr>
        <p:spPr>
          <a:xfrm>
            <a:off x="5513585" y="9836851"/>
            <a:ext cx="2709536" cy="270965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800" y="0"/>
                </a:moveTo>
                <a:cubicBezTo>
                  <a:pt x="10787" y="0"/>
                  <a:pt x="10773" y="1"/>
                  <a:pt x="10759" y="1"/>
                </a:cubicBezTo>
                <a:lnTo>
                  <a:pt x="1" y="10760"/>
                </a:lnTo>
                <a:cubicBezTo>
                  <a:pt x="0" y="10900"/>
                  <a:pt x="3" y="11040"/>
                  <a:pt x="8" y="11181"/>
                </a:cubicBezTo>
                <a:lnTo>
                  <a:pt x="11180" y="9"/>
                </a:lnTo>
                <a:cubicBezTo>
                  <a:pt x="11054" y="4"/>
                  <a:pt x="10927" y="0"/>
                  <a:pt x="10800" y="0"/>
                </a:cubicBezTo>
                <a:close/>
                <a:moveTo>
                  <a:pt x="10211" y="17"/>
                </a:moveTo>
                <a:cubicBezTo>
                  <a:pt x="10057" y="25"/>
                  <a:pt x="9903" y="36"/>
                  <a:pt x="9748" y="51"/>
                </a:cubicBezTo>
                <a:lnTo>
                  <a:pt x="50" y="9749"/>
                </a:lnTo>
                <a:cubicBezTo>
                  <a:pt x="35" y="9903"/>
                  <a:pt x="25" y="10057"/>
                  <a:pt x="16" y="10212"/>
                </a:cubicBezTo>
                <a:lnTo>
                  <a:pt x="10211" y="17"/>
                </a:lnTo>
                <a:close/>
                <a:moveTo>
                  <a:pt x="11683" y="38"/>
                </a:moveTo>
                <a:lnTo>
                  <a:pt x="38" y="11684"/>
                </a:lnTo>
                <a:cubicBezTo>
                  <a:pt x="48" y="11814"/>
                  <a:pt x="62" y="11944"/>
                  <a:pt x="78" y="12075"/>
                </a:cubicBezTo>
                <a:lnTo>
                  <a:pt x="12074" y="78"/>
                </a:lnTo>
                <a:cubicBezTo>
                  <a:pt x="11944" y="63"/>
                  <a:pt x="11814" y="49"/>
                  <a:pt x="11683" y="38"/>
                </a:cubicBezTo>
                <a:close/>
                <a:moveTo>
                  <a:pt x="9136" y="131"/>
                </a:moveTo>
                <a:cubicBezTo>
                  <a:pt x="8960" y="158"/>
                  <a:pt x="8786" y="190"/>
                  <a:pt x="8611" y="226"/>
                </a:cubicBezTo>
                <a:lnTo>
                  <a:pt x="226" y="8611"/>
                </a:lnTo>
                <a:cubicBezTo>
                  <a:pt x="190" y="8786"/>
                  <a:pt x="157" y="8961"/>
                  <a:pt x="130" y="9137"/>
                </a:cubicBezTo>
                <a:lnTo>
                  <a:pt x="9136" y="131"/>
                </a:lnTo>
                <a:close/>
                <a:moveTo>
                  <a:pt x="12541" y="143"/>
                </a:moveTo>
                <a:lnTo>
                  <a:pt x="143" y="12541"/>
                </a:lnTo>
                <a:cubicBezTo>
                  <a:pt x="163" y="12663"/>
                  <a:pt x="183" y="12785"/>
                  <a:pt x="207" y="12906"/>
                </a:cubicBezTo>
                <a:lnTo>
                  <a:pt x="12906" y="208"/>
                </a:lnTo>
                <a:cubicBezTo>
                  <a:pt x="12785" y="184"/>
                  <a:pt x="12663" y="163"/>
                  <a:pt x="12541" y="143"/>
                </a:cubicBezTo>
                <a:close/>
                <a:moveTo>
                  <a:pt x="13343" y="303"/>
                </a:moveTo>
                <a:lnTo>
                  <a:pt x="303" y="13343"/>
                </a:lnTo>
                <a:cubicBezTo>
                  <a:pt x="330" y="13456"/>
                  <a:pt x="361" y="13569"/>
                  <a:pt x="392" y="13682"/>
                </a:cubicBezTo>
                <a:lnTo>
                  <a:pt x="13682" y="393"/>
                </a:lnTo>
                <a:cubicBezTo>
                  <a:pt x="13569" y="362"/>
                  <a:pt x="13456" y="331"/>
                  <a:pt x="13343" y="303"/>
                </a:cubicBezTo>
                <a:close/>
                <a:moveTo>
                  <a:pt x="7909" y="395"/>
                </a:moveTo>
                <a:cubicBezTo>
                  <a:pt x="7701" y="452"/>
                  <a:pt x="7495" y="515"/>
                  <a:pt x="7290" y="585"/>
                </a:cubicBezTo>
                <a:lnTo>
                  <a:pt x="584" y="7290"/>
                </a:lnTo>
                <a:cubicBezTo>
                  <a:pt x="514" y="7495"/>
                  <a:pt x="452" y="7702"/>
                  <a:pt x="394" y="7909"/>
                </a:cubicBezTo>
                <a:lnTo>
                  <a:pt x="7909" y="395"/>
                </a:lnTo>
                <a:close/>
                <a:moveTo>
                  <a:pt x="14094" y="515"/>
                </a:moveTo>
                <a:lnTo>
                  <a:pt x="514" y="14094"/>
                </a:lnTo>
                <a:cubicBezTo>
                  <a:pt x="549" y="14202"/>
                  <a:pt x="583" y="14310"/>
                  <a:pt x="620" y="14417"/>
                </a:cubicBezTo>
                <a:lnTo>
                  <a:pt x="14417" y="621"/>
                </a:lnTo>
                <a:cubicBezTo>
                  <a:pt x="14310" y="583"/>
                  <a:pt x="14202" y="549"/>
                  <a:pt x="14094" y="515"/>
                </a:cubicBezTo>
                <a:close/>
                <a:moveTo>
                  <a:pt x="14804" y="767"/>
                </a:moveTo>
                <a:lnTo>
                  <a:pt x="767" y="14804"/>
                </a:lnTo>
                <a:cubicBezTo>
                  <a:pt x="807" y="14905"/>
                  <a:pt x="851" y="15004"/>
                  <a:pt x="894" y="15104"/>
                </a:cubicBezTo>
                <a:lnTo>
                  <a:pt x="15104" y="895"/>
                </a:lnTo>
                <a:cubicBezTo>
                  <a:pt x="15004" y="852"/>
                  <a:pt x="14905" y="807"/>
                  <a:pt x="14804" y="767"/>
                </a:cubicBezTo>
                <a:close/>
                <a:moveTo>
                  <a:pt x="6411" y="932"/>
                </a:moveTo>
                <a:cubicBezTo>
                  <a:pt x="6118" y="1062"/>
                  <a:pt x="5831" y="1206"/>
                  <a:pt x="5549" y="1363"/>
                </a:cubicBezTo>
                <a:lnTo>
                  <a:pt x="1362" y="5549"/>
                </a:lnTo>
                <a:cubicBezTo>
                  <a:pt x="1205" y="5832"/>
                  <a:pt x="1061" y="6119"/>
                  <a:pt x="931" y="6411"/>
                </a:cubicBezTo>
                <a:lnTo>
                  <a:pt x="6411" y="932"/>
                </a:lnTo>
                <a:close/>
                <a:moveTo>
                  <a:pt x="15470" y="1061"/>
                </a:moveTo>
                <a:lnTo>
                  <a:pt x="1060" y="15471"/>
                </a:lnTo>
                <a:cubicBezTo>
                  <a:pt x="1106" y="15567"/>
                  <a:pt x="1153" y="15664"/>
                  <a:pt x="1202" y="15759"/>
                </a:cubicBezTo>
                <a:lnTo>
                  <a:pt x="15759" y="1203"/>
                </a:lnTo>
                <a:cubicBezTo>
                  <a:pt x="15663" y="1153"/>
                  <a:pt x="15567" y="1107"/>
                  <a:pt x="15470" y="1061"/>
                </a:cubicBezTo>
                <a:close/>
                <a:moveTo>
                  <a:pt x="16103" y="1391"/>
                </a:moveTo>
                <a:lnTo>
                  <a:pt x="1391" y="16103"/>
                </a:lnTo>
                <a:cubicBezTo>
                  <a:pt x="1442" y="16194"/>
                  <a:pt x="1494" y="16285"/>
                  <a:pt x="1548" y="16375"/>
                </a:cubicBezTo>
                <a:lnTo>
                  <a:pt x="16375" y="1549"/>
                </a:lnTo>
                <a:cubicBezTo>
                  <a:pt x="16285" y="1495"/>
                  <a:pt x="16194" y="1442"/>
                  <a:pt x="16103" y="1391"/>
                </a:cubicBezTo>
                <a:close/>
                <a:moveTo>
                  <a:pt x="16703" y="1754"/>
                </a:moveTo>
                <a:lnTo>
                  <a:pt x="1753" y="16703"/>
                </a:lnTo>
                <a:cubicBezTo>
                  <a:pt x="1809" y="16788"/>
                  <a:pt x="1869" y="16872"/>
                  <a:pt x="1928" y="16956"/>
                </a:cubicBezTo>
                <a:lnTo>
                  <a:pt x="16956" y="1928"/>
                </a:lnTo>
                <a:cubicBezTo>
                  <a:pt x="16872" y="1869"/>
                  <a:pt x="16788" y="1810"/>
                  <a:pt x="16703" y="1754"/>
                </a:cubicBezTo>
                <a:close/>
                <a:moveTo>
                  <a:pt x="17267" y="2151"/>
                </a:moveTo>
                <a:lnTo>
                  <a:pt x="2151" y="17267"/>
                </a:lnTo>
                <a:cubicBezTo>
                  <a:pt x="2212" y="17349"/>
                  <a:pt x="2274" y="17430"/>
                  <a:pt x="2338" y="17510"/>
                </a:cubicBezTo>
                <a:lnTo>
                  <a:pt x="17510" y="2338"/>
                </a:lnTo>
                <a:cubicBezTo>
                  <a:pt x="17430" y="2275"/>
                  <a:pt x="17349" y="2212"/>
                  <a:pt x="17267" y="2151"/>
                </a:cubicBezTo>
                <a:close/>
                <a:moveTo>
                  <a:pt x="3805" y="2574"/>
                </a:moveTo>
                <a:cubicBezTo>
                  <a:pt x="3586" y="2761"/>
                  <a:pt x="3370" y="2956"/>
                  <a:pt x="3163" y="3163"/>
                </a:cubicBezTo>
                <a:cubicBezTo>
                  <a:pt x="2955" y="3371"/>
                  <a:pt x="2761" y="3586"/>
                  <a:pt x="2574" y="3806"/>
                </a:cubicBezTo>
                <a:lnTo>
                  <a:pt x="3805" y="2574"/>
                </a:lnTo>
                <a:close/>
                <a:moveTo>
                  <a:pt x="17801" y="2579"/>
                </a:moveTo>
                <a:lnTo>
                  <a:pt x="2579" y="17801"/>
                </a:lnTo>
                <a:cubicBezTo>
                  <a:pt x="2645" y="17878"/>
                  <a:pt x="2709" y="17957"/>
                  <a:pt x="2777" y="18032"/>
                </a:cubicBezTo>
                <a:lnTo>
                  <a:pt x="18032" y="2777"/>
                </a:lnTo>
                <a:cubicBezTo>
                  <a:pt x="17957" y="2709"/>
                  <a:pt x="17878" y="2645"/>
                  <a:pt x="17801" y="2579"/>
                </a:cubicBezTo>
                <a:close/>
                <a:moveTo>
                  <a:pt x="18304" y="3036"/>
                </a:moveTo>
                <a:lnTo>
                  <a:pt x="3036" y="18304"/>
                </a:lnTo>
                <a:cubicBezTo>
                  <a:pt x="3079" y="18349"/>
                  <a:pt x="3119" y="18394"/>
                  <a:pt x="3163" y="18438"/>
                </a:cubicBezTo>
                <a:cubicBezTo>
                  <a:pt x="3191" y="18466"/>
                  <a:pt x="3222" y="18492"/>
                  <a:pt x="3250" y="18521"/>
                </a:cubicBezTo>
                <a:lnTo>
                  <a:pt x="18521" y="3251"/>
                </a:lnTo>
                <a:cubicBezTo>
                  <a:pt x="18492" y="3222"/>
                  <a:pt x="18466" y="3192"/>
                  <a:pt x="18438" y="3163"/>
                </a:cubicBezTo>
                <a:cubicBezTo>
                  <a:pt x="18394" y="3119"/>
                  <a:pt x="18348" y="3079"/>
                  <a:pt x="18304" y="3036"/>
                </a:cubicBezTo>
                <a:close/>
                <a:moveTo>
                  <a:pt x="18781" y="3523"/>
                </a:moveTo>
                <a:lnTo>
                  <a:pt x="3522" y="18781"/>
                </a:lnTo>
                <a:cubicBezTo>
                  <a:pt x="3598" y="18850"/>
                  <a:pt x="3676" y="18915"/>
                  <a:pt x="3753" y="18982"/>
                </a:cubicBezTo>
                <a:lnTo>
                  <a:pt x="18982" y="3753"/>
                </a:lnTo>
                <a:cubicBezTo>
                  <a:pt x="18915" y="3676"/>
                  <a:pt x="18850" y="3598"/>
                  <a:pt x="18781" y="3523"/>
                </a:cubicBezTo>
                <a:close/>
                <a:moveTo>
                  <a:pt x="19224" y="4041"/>
                </a:moveTo>
                <a:lnTo>
                  <a:pt x="4041" y="19224"/>
                </a:lnTo>
                <a:cubicBezTo>
                  <a:pt x="4121" y="19289"/>
                  <a:pt x="4202" y="19350"/>
                  <a:pt x="4283" y="19412"/>
                </a:cubicBezTo>
                <a:lnTo>
                  <a:pt x="19412" y="4283"/>
                </a:lnTo>
                <a:cubicBezTo>
                  <a:pt x="19350" y="4202"/>
                  <a:pt x="19289" y="4121"/>
                  <a:pt x="19224" y="4041"/>
                </a:cubicBezTo>
                <a:close/>
                <a:moveTo>
                  <a:pt x="19637" y="4591"/>
                </a:moveTo>
                <a:lnTo>
                  <a:pt x="4591" y="19637"/>
                </a:lnTo>
                <a:cubicBezTo>
                  <a:pt x="4675" y="19696"/>
                  <a:pt x="4758" y="19757"/>
                  <a:pt x="4843" y="19813"/>
                </a:cubicBezTo>
                <a:lnTo>
                  <a:pt x="19813" y="4844"/>
                </a:lnTo>
                <a:cubicBezTo>
                  <a:pt x="19757" y="4758"/>
                  <a:pt x="19696" y="4675"/>
                  <a:pt x="19637" y="4591"/>
                </a:cubicBezTo>
                <a:close/>
                <a:moveTo>
                  <a:pt x="20019" y="5172"/>
                </a:moveTo>
                <a:lnTo>
                  <a:pt x="5172" y="20019"/>
                </a:lnTo>
                <a:cubicBezTo>
                  <a:pt x="5261" y="20073"/>
                  <a:pt x="5351" y="20126"/>
                  <a:pt x="5441" y="20178"/>
                </a:cubicBezTo>
                <a:lnTo>
                  <a:pt x="20178" y="5441"/>
                </a:lnTo>
                <a:cubicBezTo>
                  <a:pt x="20126" y="5351"/>
                  <a:pt x="20073" y="5261"/>
                  <a:pt x="20019" y="5172"/>
                </a:cubicBezTo>
                <a:close/>
                <a:moveTo>
                  <a:pt x="20369" y="5782"/>
                </a:moveTo>
                <a:lnTo>
                  <a:pt x="5782" y="20369"/>
                </a:lnTo>
                <a:cubicBezTo>
                  <a:pt x="5877" y="20419"/>
                  <a:pt x="5974" y="20463"/>
                  <a:pt x="6071" y="20510"/>
                </a:cubicBezTo>
                <a:lnTo>
                  <a:pt x="20510" y="6071"/>
                </a:lnTo>
                <a:cubicBezTo>
                  <a:pt x="20463" y="5975"/>
                  <a:pt x="20419" y="5878"/>
                  <a:pt x="20369" y="5782"/>
                </a:cubicBezTo>
                <a:close/>
                <a:moveTo>
                  <a:pt x="20679" y="6434"/>
                </a:moveTo>
                <a:lnTo>
                  <a:pt x="6434" y="20679"/>
                </a:lnTo>
                <a:cubicBezTo>
                  <a:pt x="6534" y="20723"/>
                  <a:pt x="6633" y="20769"/>
                  <a:pt x="6734" y="20809"/>
                </a:cubicBezTo>
                <a:lnTo>
                  <a:pt x="20809" y="6735"/>
                </a:lnTo>
                <a:cubicBezTo>
                  <a:pt x="20769" y="6634"/>
                  <a:pt x="20723" y="6534"/>
                  <a:pt x="20679" y="6434"/>
                </a:cubicBezTo>
                <a:close/>
                <a:moveTo>
                  <a:pt x="20956" y="7121"/>
                </a:moveTo>
                <a:lnTo>
                  <a:pt x="7120" y="20956"/>
                </a:lnTo>
                <a:cubicBezTo>
                  <a:pt x="7226" y="20994"/>
                  <a:pt x="7333" y="21030"/>
                  <a:pt x="7439" y="21065"/>
                </a:cubicBezTo>
                <a:lnTo>
                  <a:pt x="21065" y="7439"/>
                </a:lnTo>
                <a:cubicBezTo>
                  <a:pt x="21030" y="7333"/>
                  <a:pt x="20994" y="7226"/>
                  <a:pt x="20956" y="7121"/>
                </a:cubicBezTo>
                <a:close/>
                <a:moveTo>
                  <a:pt x="21190" y="7848"/>
                </a:moveTo>
                <a:lnTo>
                  <a:pt x="7848" y="21190"/>
                </a:lnTo>
                <a:cubicBezTo>
                  <a:pt x="7960" y="21221"/>
                  <a:pt x="8073" y="21252"/>
                  <a:pt x="8186" y="21280"/>
                </a:cubicBezTo>
                <a:lnTo>
                  <a:pt x="21280" y="8186"/>
                </a:lnTo>
                <a:cubicBezTo>
                  <a:pt x="21252" y="8073"/>
                  <a:pt x="21221" y="7960"/>
                  <a:pt x="21190" y="7848"/>
                </a:cubicBezTo>
                <a:close/>
                <a:moveTo>
                  <a:pt x="21378" y="8623"/>
                </a:moveTo>
                <a:lnTo>
                  <a:pt x="8623" y="21378"/>
                </a:lnTo>
                <a:cubicBezTo>
                  <a:pt x="8743" y="21402"/>
                  <a:pt x="8863" y="21424"/>
                  <a:pt x="8984" y="21445"/>
                </a:cubicBezTo>
                <a:lnTo>
                  <a:pt x="21445" y="8984"/>
                </a:lnTo>
                <a:cubicBezTo>
                  <a:pt x="21424" y="8864"/>
                  <a:pt x="21402" y="8743"/>
                  <a:pt x="21378" y="8623"/>
                </a:cubicBezTo>
                <a:close/>
                <a:moveTo>
                  <a:pt x="21514" y="9448"/>
                </a:moveTo>
                <a:lnTo>
                  <a:pt x="9447" y="21514"/>
                </a:lnTo>
                <a:cubicBezTo>
                  <a:pt x="9576" y="21530"/>
                  <a:pt x="9704" y="21546"/>
                  <a:pt x="9833" y="21557"/>
                </a:cubicBezTo>
                <a:lnTo>
                  <a:pt x="21557" y="9834"/>
                </a:lnTo>
                <a:cubicBezTo>
                  <a:pt x="21546" y="9705"/>
                  <a:pt x="21530" y="9576"/>
                  <a:pt x="21514" y="9448"/>
                </a:cubicBezTo>
                <a:close/>
                <a:moveTo>
                  <a:pt x="21590" y="10333"/>
                </a:moveTo>
                <a:lnTo>
                  <a:pt x="10332" y="21590"/>
                </a:lnTo>
                <a:cubicBezTo>
                  <a:pt x="10473" y="21596"/>
                  <a:pt x="10613" y="21599"/>
                  <a:pt x="10753" y="21600"/>
                </a:cubicBezTo>
                <a:lnTo>
                  <a:pt x="21600" y="10754"/>
                </a:lnTo>
                <a:cubicBezTo>
                  <a:pt x="21599" y="10613"/>
                  <a:pt x="21596" y="10473"/>
                  <a:pt x="21590" y="10333"/>
                </a:cubicBezTo>
                <a:close/>
                <a:moveTo>
                  <a:pt x="21590" y="11296"/>
                </a:moveTo>
                <a:lnTo>
                  <a:pt x="11295" y="21590"/>
                </a:lnTo>
                <a:cubicBezTo>
                  <a:pt x="11449" y="21583"/>
                  <a:pt x="11603" y="21572"/>
                  <a:pt x="11757" y="21558"/>
                </a:cubicBezTo>
                <a:lnTo>
                  <a:pt x="21558" y="11757"/>
                </a:lnTo>
                <a:cubicBezTo>
                  <a:pt x="21572" y="11603"/>
                  <a:pt x="21583" y="11450"/>
                  <a:pt x="21590" y="11296"/>
                </a:cubicBezTo>
                <a:close/>
                <a:moveTo>
                  <a:pt x="21489" y="12358"/>
                </a:moveTo>
                <a:lnTo>
                  <a:pt x="12358" y="21489"/>
                </a:lnTo>
                <a:cubicBezTo>
                  <a:pt x="12531" y="21464"/>
                  <a:pt x="12703" y="21434"/>
                  <a:pt x="12876" y="21400"/>
                </a:cubicBezTo>
                <a:lnTo>
                  <a:pt x="21400" y="12876"/>
                </a:lnTo>
                <a:cubicBezTo>
                  <a:pt x="21434" y="12704"/>
                  <a:pt x="21464" y="12531"/>
                  <a:pt x="21489" y="12358"/>
                </a:cubicBezTo>
                <a:close/>
                <a:moveTo>
                  <a:pt x="21239" y="13569"/>
                </a:moveTo>
                <a:lnTo>
                  <a:pt x="13569" y="21239"/>
                </a:lnTo>
                <a:cubicBezTo>
                  <a:pt x="13774" y="21185"/>
                  <a:pt x="13978" y="21125"/>
                  <a:pt x="14181" y="21058"/>
                </a:cubicBezTo>
                <a:lnTo>
                  <a:pt x="21058" y="14181"/>
                </a:lnTo>
                <a:cubicBezTo>
                  <a:pt x="21125" y="13978"/>
                  <a:pt x="21185" y="13774"/>
                  <a:pt x="21239" y="13569"/>
                </a:cubicBezTo>
                <a:close/>
                <a:moveTo>
                  <a:pt x="20736" y="15035"/>
                </a:moveTo>
                <a:lnTo>
                  <a:pt x="15035" y="20736"/>
                </a:lnTo>
                <a:cubicBezTo>
                  <a:pt x="15310" y="20619"/>
                  <a:pt x="15581" y="20493"/>
                  <a:pt x="15848" y="20352"/>
                </a:cubicBezTo>
                <a:lnTo>
                  <a:pt x="20352" y="15848"/>
                </a:lnTo>
                <a:cubicBezTo>
                  <a:pt x="20493" y="15581"/>
                  <a:pt x="20619" y="15310"/>
                  <a:pt x="20736" y="15035"/>
                </a:cubicBezTo>
                <a:close/>
                <a:moveTo>
                  <a:pt x="19400" y="17332"/>
                </a:moveTo>
                <a:lnTo>
                  <a:pt x="17332" y="19400"/>
                </a:lnTo>
                <a:cubicBezTo>
                  <a:pt x="17716" y="19108"/>
                  <a:pt x="18087" y="18789"/>
                  <a:pt x="18438" y="18438"/>
                </a:cubicBezTo>
                <a:cubicBezTo>
                  <a:pt x="18788" y="18087"/>
                  <a:pt x="19107" y="17716"/>
                  <a:pt x="19400" y="17332"/>
                </a:cubicBezTo>
                <a:close/>
              </a:path>
            </a:pathLst>
          </a:custGeom>
          <a:solidFill>
            <a:schemeClr val="accent4"/>
          </a:solidFill>
          <a:ln w="12700">
            <a:miter lim="400000"/>
          </a:ln>
        </p:spPr>
        <p:txBody>
          <a:bodyPr lIns="0" tIns="0" rIns="0" bIns="0" anchor="ctr"/>
          <a:lstStyle/>
          <a:p>
            <a:pPr marL="0" marR="0" lvl="0" indent="0" algn="ctr" defTabSz="8255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 kumimoji="0" sz="32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Helvetica Neue Medium"/>
              <a:sym typeface="Helvetica Neue Medium"/>
            </a:endParaRPr>
          </a:p>
        </p:txBody>
      </p:sp>
      <p:sp>
        <p:nvSpPr>
          <p:cNvPr id="218" name="Shape">
            <a:extLst>
              <a:ext uri="{FF2B5EF4-FFF2-40B4-BE49-F238E27FC236}">
                <a16:creationId xmlns:a16="http://schemas.microsoft.com/office/drawing/2014/main" id="{31C21823-50A8-0BDC-EB45-F96F47DA39F5}"/>
              </a:ext>
            </a:extLst>
          </p:cNvPr>
          <p:cNvSpPr/>
          <p:nvPr/>
        </p:nvSpPr>
        <p:spPr>
          <a:xfrm>
            <a:off x="1688166" y="791392"/>
            <a:ext cx="7163901" cy="716420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800" y="0"/>
                </a:moveTo>
                <a:cubicBezTo>
                  <a:pt x="10787" y="0"/>
                  <a:pt x="10773" y="1"/>
                  <a:pt x="10759" y="1"/>
                </a:cubicBezTo>
                <a:lnTo>
                  <a:pt x="1" y="10760"/>
                </a:lnTo>
                <a:cubicBezTo>
                  <a:pt x="0" y="10900"/>
                  <a:pt x="3" y="11040"/>
                  <a:pt x="8" y="11181"/>
                </a:cubicBezTo>
                <a:lnTo>
                  <a:pt x="11180" y="9"/>
                </a:lnTo>
                <a:cubicBezTo>
                  <a:pt x="11054" y="4"/>
                  <a:pt x="10927" y="0"/>
                  <a:pt x="10800" y="0"/>
                </a:cubicBezTo>
                <a:close/>
                <a:moveTo>
                  <a:pt x="10211" y="17"/>
                </a:moveTo>
                <a:cubicBezTo>
                  <a:pt x="10057" y="25"/>
                  <a:pt x="9903" y="36"/>
                  <a:pt x="9748" y="51"/>
                </a:cubicBezTo>
                <a:lnTo>
                  <a:pt x="50" y="9749"/>
                </a:lnTo>
                <a:cubicBezTo>
                  <a:pt x="35" y="9903"/>
                  <a:pt x="25" y="10057"/>
                  <a:pt x="16" y="10212"/>
                </a:cubicBezTo>
                <a:lnTo>
                  <a:pt x="10211" y="17"/>
                </a:lnTo>
                <a:close/>
                <a:moveTo>
                  <a:pt x="11683" y="38"/>
                </a:moveTo>
                <a:lnTo>
                  <a:pt x="38" y="11684"/>
                </a:lnTo>
                <a:cubicBezTo>
                  <a:pt x="48" y="11814"/>
                  <a:pt x="62" y="11944"/>
                  <a:pt x="78" y="12075"/>
                </a:cubicBezTo>
                <a:lnTo>
                  <a:pt x="12074" y="78"/>
                </a:lnTo>
                <a:cubicBezTo>
                  <a:pt x="11944" y="63"/>
                  <a:pt x="11814" y="49"/>
                  <a:pt x="11683" y="38"/>
                </a:cubicBezTo>
                <a:close/>
                <a:moveTo>
                  <a:pt x="9136" y="131"/>
                </a:moveTo>
                <a:cubicBezTo>
                  <a:pt x="8960" y="158"/>
                  <a:pt x="8786" y="190"/>
                  <a:pt x="8611" y="226"/>
                </a:cubicBezTo>
                <a:lnTo>
                  <a:pt x="226" y="8611"/>
                </a:lnTo>
                <a:cubicBezTo>
                  <a:pt x="190" y="8786"/>
                  <a:pt x="157" y="8961"/>
                  <a:pt x="130" y="9137"/>
                </a:cubicBezTo>
                <a:lnTo>
                  <a:pt x="9136" y="131"/>
                </a:lnTo>
                <a:close/>
                <a:moveTo>
                  <a:pt x="12541" y="143"/>
                </a:moveTo>
                <a:lnTo>
                  <a:pt x="143" y="12541"/>
                </a:lnTo>
                <a:cubicBezTo>
                  <a:pt x="163" y="12663"/>
                  <a:pt x="183" y="12785"/>
                  <a:pt x="207" y="12906"/>
                </a:cubicBezTo>
                <a:lnTo>
                  <a:pt x="12906" y="208"/>
                </a:lnTo>
                <a:cubicBezTo>
                  <a:pt x="12785" y="184"/>
                  <a:pt x="12663" y="163"/>
                  <a:pt x="12541" y="143"/>
                </a:cubicBezTo>
                <a:close/>
                <a:moveTo>
                  <a:pt x="13343" y="303"/>
                </a:moveTo>
                <a:lnTo>
                  <a:pt x="303" y="13343"/>
                </a:lnTo>
                <a:cubicBezTo>
                  <a:pt x="330" y="13456"/>
                  <a:pt x="361" y="13569"/>
                  <a:pt x="392" y="13682"/>
                </a:cubicBezTo>
                <a:lnTo>
                  <a:pt x="13682" y="393"/>
                </a:lnTo>
                <a:cubicBezTo>
                  <a:pt x="13569" y="362"/>
                  <a:pt x="13456" y="331"/>
                  <a:pt x="13343" y="303"/>
                </a:cubicBezTo>
                <a:close/>
                <a:moveTo>
                  <a:pt x="7909" y="395"/>
                </a:moveTo>
                <a:cubicBezTo>
                  <a:pt x="7701" y="452"/>
                  <a:pt x="7495" y="515"/>
                  <a:pt x="7290" y="585"/>
                </a:cubicBezTo>
                <a:lnTo>
                  <a:pt x="584" y="7290"/>
                </a:lnTo>
                <a:cubicBezTo>
                  <a:pt x="514" y="7495"/>
                  <a:pt x="452" y="7702"/>
                  <a:pt x="394" y="7909"/>
                </a:cubicBezTo>
                <a:lnTo>
                  <a:pt x="7909" y="395"/>
                </a:lnTo>
                <a:close/>
                <a:moveTo>
                  <a:pt x="14094" y="515"/>
                </a:moveTo>
                <a:lnTo>
                  <a:pt x="514" y="14094"/>
                </a:lnTo>
                <a:cubicBezTo>
                  <a:pt x="549" y="14202"/>
                  <a:pt x="583" y="14310"/>
                  <a:pt x="620" y="14417"/>
                </a:cubicBezTo>
                <a:lnTo>
                  <a:pt x="14417" y="621"/>
                </a:lnTo>
                <a:cubicBezTo>
                  <a:pt x="14310" y="583"/>
                  <a:pt x="14202" y="549"/>
                  <a:pt x="14094" y="515"/>
                </a:cubicBezTo>
                <a:close/>
                <a:moveTo>
                  <a:pt x="14804" y="767"/>
                </a:moveTo>
                <a:lnTo>
                  <a:pt x="767" y="14804"/>
                </a:lnTo>
                <a:cubicBezTo>
                  <a:pt x="807" y="14905"/>
                  <a:pt x="851" y="15004"/>
                  <a:pt x="894" y="15104"/>
                </a:cubicBezTo>
                <a:lnTo>
                  <a:pt x="15104" y="895"/>
                </a:lnTo>
                <a:cubicBezTo>
                  <a:pt x="15004" y="852"/>
                  <a:pt x="14905" y="807"/>
                  <a:pt x="14804" y="767"/>
                </a:cubicBezTo>
                <a:close/>
                <a:moveTo>
                  <a:pt x="6411" y="932"/>
                </a:moveTo>
                <a:cubicBezTo>
                  <a:pt x="6118" y="1062"/>
                  <a:pt x="5831" y="1206"/>
                  <a:pt x="5549" y="1363"/>
                </a:cubicBezTo>
                <a:lnTo>
                  <a:pt x="1362" y="5549"/>
                </a:lnTo>
                <a:cubicBezTo>
                  <a:pt x="1205" y="5832"/>
                  <a:pt x="1061" y="6119"/>
                  <a:pt x="931" y="6411"/>
                </a:cubicBezTo>
                <a:lnTo>
                  <a:pt x="6411" y="932"/>
                </a:lnTo>
                <a:close/>
                <a:moveTo>
                  <a:pt x="15470" y="1061"/>
                </a:moveTo>
                <a:lnTo>
                  <a:pt x="1060" y="15471"/>
                </a:lnTo>
                <a:cubicBezTo>
                  <a:pt x="1106" y="15567"/>
                  <a:pt x="1153" y="15664"/>
                  <a:pt x="1202" y="15759"/>
                </a:cubicBezTo>
                <a:lnTo>
                  <a:pt x="15759" y="1203"/>
                </a:lnTo>
                <a:cubicBezTo>
                  <a:pt x="15663" y="1153"/>
                  <a:pt x="15567" y="1107"/>
                  <a:pt x="15470" y="1061"/>
                </a:cubicBezTo>
                <a:close/>
                <a:moveTo>
                  <a:pt x="16103" y="1391"/>
                </a:moveTo>
                <a:lnTo>
                  <a:pt x="1391" y="16103"/>
                </a:lnTo>
                <a:cubicBezTo>
                  <a:pt x="1442" y="16194"/>
                  <a:pt x="1494" y="16285"/>
                  <a:pt x="1548" y="16375"/>
                </a:cubicBezTo>
                <a:lnTo>
                  <a:pt x="16375" y="1549"/>
                </a:lnTo>
                <a:cubicBezTo>
                  <a:pt x="16285" y="1495"/>
                  <a:pt x="16194" y="1442"/>
                  <a:pt x="16103" y="1391"/>
                </a:cubicBezTo>
                <a:close/>
                <a:moveTo>
                  <a:pt x="16703" y="1754"/>
                </a:moveTo>
                <a:lnTo>
                  <a:pt x="1753" y="16703"/>
                </a:lnTo>
                <a:cubicBezTo>
                  <a:pt x="1809" y="16788"/>
                  <a:pt x="1869" y="16872"/>
                  <a:pt x="1928" y="16956"/>
                </a:cubicBezTo>
                <a:lnTo>
                  <a:pt x="16956" y="1928"/>
                </a:lnTo>
                <a:cubicBezTo>
                  <a:pt x="16872" y="1869"/>
                  <a:pt x="16788" y="1810"/>
                  <a:pt x="16703" y="1754"/>
                </a:cubicBezTo>
                <a:close/>
                <a:moveTo>
                  <a:pt x="17267" y="2151"/>
                </a:moveTo>
                <a:lnTo>
                  <a:pt x="2151" y="17267"/>
                </a:lnTo>
                <a:cubicBezTo>
                  <a:pt x="2212" y="17349"/>
                  <a:pt x="2274" y="17430"/>
                  <a:pt x="2338" y="17510"/>
                </a:cubicBezTo>
                <a:lnTo>
                  <a:pt x="17510" y="2338"/>
                </a:lnTo>
                <a:cubicBezTo>
                  <a:pt x="17430" y="2275"/>
                  <a:pt x="17349" y="2212"/>
                  <a:pt x="17267" y="2151"/>
                </a:cubicBezTo>
                <a:close/>
                <a:moveTo>
                  <a:pt x="3805" y="2574"/>
                </a:moveTo>
                <a:cubicBezTo>
                  <a:pt x="3586" y="2761"/>
                  <a:pt x="3370" y="2956"/>
                  <a:pt x="3163" y="3163"/>
                </a:cubicBezTo>
                <a:cubicBezTo>
                  <a:pt x="2955" y="3371"/>
                  <a:pt x="2761" y="3586"/>
                  <a:pt x="2574" y="3806"/>
                </a:cubicBezTo>
                <a:lnTo>
                  <a:pt x="3805" y="2574"/>
                </a:lnTo>
                <a:close/>
                <a:moveTo>
                  <a:pt x="17801" y="2579"/>
                </a:moveTo>
                <a:lnTo>
                  <a:pt x="2579" y="17801"/>
                </a:lnTo>
                <a:cubicBezTo>
                  <a:pt x="2645" y="17878"/>
                  <a:pt x="2709" y="17957"/>
                  <a:pt x="2777" y="18032"/>
                </a:cubicBezTo>
                <a:lnTo>
                  <a:pt x="18032" y="2777"/>
                </a:lnTo>
                <a:cubicBezTo>
                  <a:pt x="17957" y="2709"/>
                  <a:pt x="17878" y="2645"/>
                  <a:pt x="17801" y="2579"/>
                </a:cubicBezTo>
                <a:close/>
                <a:moveTo>
                  <a:pt x="18304" y="3036"/>
                </a:moveTo>
                <a:lnTo>
                  <a:pt x="3036" y="18304"/>
                </a:lnTo>
                <a:cubicBezTo>
                  <a:pt x="3079" y="18349"/>
                  <a:pt x="3119" y="18394"/>
                  <a:pt x="3163" y="18438"/>
                </a:cubicBezTo>
                <a:cubicBezTo>
                  <a:pt x="3191" y="18466"/>
                  <a:pt x="3222" y="18492"/>
                  <a:pt x="3250" y="18521"/>
                </a:cubicBezTo>
                <a:lnTo>
                  <a:pt x="18521" y="3251"/>
                </a:lnTo>
                <a:cubicBezTo>
                  <a:pt x="18492" y="3222"/>
                  <a:pt x="18466" y="3192"/>
                  <a:pt x="18438" y="3163"/>
                </a:cubicBezTo>
                <a:cubicBezTo>
                  <a:pt x="18394" y="3119"/>
                  <a:pt x="18348" y="3079"/>
                  <a:pt x="18304" y="3036"/>
                </a:cubicBezTo>
                <a:close/>
                <a:moveTo>
                  <a:pt x="18781" y="3523"/>
                </a:moveTo>
                <a:lnTo>
                  <a:pt x="3522" y="18781"/>
                </a:lnTo>
                <a:cubicBezTo>
                  <a:pt x="3598" y="18850"/>
                  <a:pt x="3676" y="18915"/>
                  <a:pt x="3753" y="18982"/>
                </a:cubicBezTo>
                <a:lnTo>
                  <a:pt x="18982" y="3753"/>
                </a:lnTo>
                <a:cubicBezTo>
                  <a:pt x="18915" y="3676"/>
                  <a:pt x="18850" y="3598"/>
                  <a:pt x="18781" y="3523"/>
                </a:cubicBezTo>
                <a:close/>
                <a:moveTo>
                  <a:pt x="19224" y="4041"/>
                </a:moveTo>
                <a:lnTo>
                  <a:pt x="4041" y="19224"/>
                </a:lnTo>
                <a:cubicBezTo>
                  <a:pt x="4121" y="19289"/>
                  <a:pt x="4202" y="19350"/>
                  <a:pt x="4283" y="19412"/>
                </a:cubicBezTo>
                <a:lnTo>
                  <a:pt x="19412" y="4283"/>
                </a:lnTo>
                <a:cubicBezTo>
                  <a:pt x="19350" y="4202"/>
                  <a:pt x="19289" y="4121"/>
                  <a:pt x="19224" y="4041"/>
                </a:cubicBezTo>
                <a:close/>
                <a:moveTo>
                  <a:pt x="19637" y="4591"/>
                </a:moveTo>
                <a:lnTo>
                  <a:pt x="4591" y="19637"/>
                </a:lnTo>
                <a:cubicBezTo>
                  <a:pt x="4675" y="19696"/>
                  <a:pt x="4758" y="19757"/>
                  <a:pt x="4843" y="19813"/>
                </a:cubicBezTo>
                <a:lnTo>
                  <a:pt x="19813" y="4844"/>
                </a:lnTo>
                <a:cubicBezTo>
                  <a:pt x="19757" y="4758"/>
                  <a:pt x="19696" y="4675"/>
                  <a:pt x="19637" y="4591"/>
                </a:cubicBezTo>
                <a:close/>
                <a:moveTo>
                  <a:pt x="20019" y="5172"/>
                </a:moveTo>
                <a:lnTo>
                  <a:pt x="5172" y="20019"/>
                </a:lnTo>
                <a:cubicBezTo>
                  <a:pt x="5261" y="20073"/>
                  <a:pt x="5351" y="20126"/>
                  <a:pt x="5441" y="20178"/>
                </a:cubicBezTo>
                <a:lnTo>
                  <a:pt x="20178" y="5441"/>
                </a:lnTo>
                <a:cubicBezTo>
                  <a:pt x="20126" y="5351"/>
                  <a:pt x="20073" y="5261"/>
                  <a:pt x="20019" y="5172"/>
                </a:cubicBezTo>
                <a:close/>
                <a:moveTo>
                  <a:pt x="20369" y="5782"/>
                </a:moveTo>
                <a:lnTo>
                  <a:pt x="5782" y="20369"/>
                </a:lnTo>
                <a:cubicBezTo>
                  <a:pt x="5877" y="20419"/>
                  <a:pt x="5974" y="20463"/>
                  <a:pt x="6071" y="20510"/>
                </a:cubicBezTo>
                <a:lnTo>
                  <a:pt x="20510" y="6071"/>
                </a:lnTo>
                <a:cubicBezTo>
                  <a:pt x="20463" y="5975"/>
                  <a:pt x="20419" y="5878"/>
                  <a:pt x="20369" y="5782"/>
                </a:cubicBezTo>
                <a:close/>
                <a:moveTo>
                  <a:pt x="20679" y="6434"/>
                </a:moveTo>
                <a:lnTo>
                  <a:pt x="6434" y="20679"/>
                </a:lnTo>
                <a:cubicBezTo>
                  <a:pt x="6534" y="20723"/>
                  <a:pt x="6633" y="20769"/>
                  <a:pt x="6734" y="20809"/>
                </a:cubicBezTo>
                <a:lnTo>
                  <a:pt x="20809" y="6735"/>
                </a:lnTo>
                <a:cubicBezTo>
                  <a:pt x="20769" y="6634"/>
                  <a:pt x="20723" y="6534"/>
                  <a:pt x="20679" y="6434"/>
                </a:cubicBezTo>
                <a:close/>
                <a:moveTo>
                  <a:pt x="20956" y="7121"/>
                </a:moveTo>
                <a:lnTo>
                  <a:pt x="7120" y="20956"/>
                </a:lnTo>
                <a:cubicBezTo>
                  <a:pt x="7226" y="20994"/>
                  <a:pt x="7333" y="21030"/>
                  <a:pt x="7439" y="21065"/>
                </a:cubicBezTo>
                <a:lnTo>
                  <a:pt x="21065" y="7439"/>
                </a:lnTo>
                <a:cubicBezTo>
                  <a:pt x="21030" y="7333"/>
                  <a:pt x="20994" y="7226"/>
                  <a:pt x="20956" y="7121"/>
                </a:cubicBezTo>
                <a:close/>
                <a:moveTo>
                  <a:pt x="21190" y="7848"/>
                </a:moveTo>
                <a:lnTo>
                  <a:pt x="7848" y="21190"/>
                </a:lnTo>
                <a:cubicBezTo>
                  <a:pt x="7960" y="21221"/>
                  <a:pt x="8073" y="21252"/>
                  <a:pt x="8186" y="21280"/>
                </a:cubicBezTo>
                <a:lnTo>
                  <a:pt x="21280" y="8186"/>
                </a:lnTo>
                <a:cubicBezTo>
                  <a:pt x="21252" y="8073"/>
                  <a:pt x="21221" y="7960"/>
                  <a:pt x="21190" y="7848"/>
                </a:cubicBezTo>
                <a:close/>
                <a:moveTo>
                  <a:pt x="21378" y="8623"/>
                </a:moveTo>
                <a:lnTo>
                  <a:pt x="8623" y="21378"/>
                </a:lnTo>
                <a:cubicBezTo>
                  <a:pt x="8743" y="21402"/>
                  <a:pt x="8863" y="21424"/>
                  <a:pt x="8984" y="21445"/>
                </a:cubicBezTo>
                <a:lnTo>
                  <a:pt x="21445" y="8984"/>
                </a:lnTo>
                <a:cubicBezTo>
                  <a:pt x="21424" y="8864"/>
                  <a:pt x="21402" y="8743"/>
                  <a:pt x="21378" y="8623"/>
                </a:cubicBezTo>
                <a:close/>
                <a:moveTo>
                  <a:pt x="21514" y="9448"/>
                </a:moveTo>
                <a:lnTo>
                  <a:pt x="9447" y="21514"/>
                </a:lnTo>
                <a:cubicBezTo>
                  <a:pt x="9576" y="21530"/>
                  <a:pt x="9704" y="21546"/>
                  <a:pt x="9833" y="21557"/>
                </a:cubicBezTo>
                <a:lnTo>
                  <a:pt x="21557" y="9834"/>
                </a:lnTo>
                <a:cubicBezTo>
                  <a:pt x="21546" y="9705"/>
                  <a:pt x="21530" y="9576"/>
                  <a:pt x="21514" y="9448"/>
                </a:cubicBezTo>
                <a:close/>
                <a:moveTo>
                  <a:pt x="21590" y="10333"/>
                </a:moveTo>
                <a:lnTo>
                  <a:pt x="10332" y="21590"/>
                </a:lnTo>
                <a:cubicBezTo>
                  <a:pt x="10473" y="21596"/>
                  <a:pt x="10613" y="21599"/>
                  <a:pt x="10753" y="21600"/>
                </a:cubicBezTo>
                <a:lnTo>
                  <a:pt x="21600" y="10754"/>
                </a:lnTo>
                <a:cubicBezTo>
                  <a:pt x="21599" y="10613"/>
                  <a:pt x="21596" y="10473"/>
                  <a:pt x="21590" y="10333"/>
                </a:cubicBezTo>
                <a:close/>
                <a:moveTo>
                  <a:pt x="21590" y="11296"/>
                </a:moveTo>
                <a:lnTo>
                  <a:pt x="11295" y="21590"/>
                </a:lnTo>
                <a:cubicBezTo>
                  <a:pt x="11449" y="21583"/>
                  <a:pt x="11603" y="21572"/>
                  <a:pt x="11757" y="21558"/>
                </a:cubicBezTo>
                <a:lnTo>
                  <a:pt x="21558" y="11757"/>
                </a:lnTo>
                <a:cubicBezTo>
                  <a:pt x="21572" y="11603"/>
                  <a:pt x="21583" y="11450"/>
                  <a:pt x="21590" y="11296"/>
                </a:cubicBezTo>
                <a:close/>
                <a:moveTo>
                  <a:pt x="21489" y="12358"/>
                </a:moveTo>
                <a:lnTo>
                  <a:pt x="12358" y="21489"/>
                </a:lnTo>
                <a:cubicBezTo>
                  <a:pt x="12531" y="21464"/>
                  <a:pt x="12703" y="21434"/>
                  <a:pt x="12876" y="21400"/>
                </a:cubicBezTo>
                <a:lnTo>
                  <a:pt x="21400" y="12876"/>
                </a:lnTo>
                <a:cubicBezTo>
                  <a:pt x="21434" y="12704"/>
                  <a:pt x="21464" y="12531"/>
                  <a:pt x="21489" y="12358"/>
                </a:cubicBezTo>
                <a:close/>
                <a:moveTo>
                  <a:pt x="21239" y="13569"/>
                </a:moveTo>
                <a:lnTo>
                  <a:pt x="13569" y="21239"/>
                </a:lnTo>
                <a:cubicBezTo>
                  <a:pt x="13774" y="21185"/>
                  <a:pt x="13978" y="21125"/>
                  <a:pt x="14181" y="21058"/>
                </a:cubicBezTo>
                <a:lnTo>
                  <a:pt x="21058" y="14181"/>
                </a:lnTo>
                <a:cubicBezTo>
                  <a:pt x="21125" y="13978"/>
                  <a:pt x="21185" y="13774"/>
                  <a:pt x="21239" y="13569"/>
                </a:cubicBezTo>
                <a:close/>
                <a:moveTo>
                  <a:pt x="20736" y="15035"/>
                </a:moveTo>
                <a:lnTo>
                  <a:pt x="15035" y="20736"/>
                </a:lnTo>
                <a:cubicBezTo>
                  <a:pt x="15310" y="20619"/>
                  <a:pt x="15581" y="20493"/>
                  <a:pt x="15848" y="20352"/>
                </a:cubicBezTo>
                <a:lnTo>
                  <a:pt x="20352" y="15848"/>
                </a:lnTo>
                <a:cubicBezTo>
                  <a:pt x="20493" y="15581"/>
                  <a:pt x="20619" y="15310"/>
                  <a:pt x="20736" y="15035"/>
                </a:cubicBezTo>
                <a:close/>
                <a:moveTo>
                  <a:pt x="19400" y="17332"/>
                </a:moveTo>
                <a:lnTo>
                  <a:pt x="17332" y="19400"/>
                </a:lnTo>
                <a:cubicBezTo>
                  <a:pt x="17716" y="19108"/>
                  <a:pt x="18087" y="18789"/>
                  <a:pt x="18438" y="18438"/>
                </a:cubicBezTo>
                <a:cubicBezTo>
                  <a:pt x="18788" y="18087"/>
                  <a:pt x="19107" y="17716"/>
                  <a:pt x="19400" y="17332"/>
                </a:cubicBezTo>
                <a:close/>
              </a:path>
            </a:pathLst>
          </a:custGeom>
          <a:solidFill>
            <a:schemeClr val="accent4"/>
          </a:solidFill>
          <a:ln w="12700">
            <a:miter lim="400000"/>
          </a:ln>
        </p:spPr>
        <p:txBody>
          <a:bodyPr lIns="0" tIns="0" rIns="0" bIns="0" anchor="ctr"/>
          <a:lstStyle/>
          <a:p>
            <a:pPr marL="0" marR="0" lvl="0" indent="0" algn="ctr" defTabSz="8255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 kumimoji="0" sz="32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Helvetica Neue Medium"/>
              <a:sym typeface="Helvetica Neue Medium"/>
            </a:endParaRPr>
          </a:p>
        </p:txBody>
      </p:sp>
      <p:sp>
        <p:nvSpPr>
          <p:cNvPr id="219" name="Shape">
            <a:extLst>
              <a:ext uri="{FF2B5EF4-FFF2-40B4-BE49-F238E27FC236}">
                <a16:creationId xmlns:a16="http://schemas.microsoft.com/office/drawing/2014/main" id="{20E08C64-E0F8-5D16-9D53-D8EACE47ABFE}"/>
              </a:ext>
            </a:extLst>
          </p:cNvPr>
          <p:cNvSpPr/>
          <p:nvPr/>
        </p:nvSpPr>
        <p:spPr>
          <a:xfrm>
            <a:off x="11727838" y="12253507"/>
            <a:ext cx="4276957" cy="427713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800" y="0"/>
                </a:moveTo>
                <a:cubicBezTo>
                  <a:pt x="10787" y="0"/>
                  <a:pt x="10773" y="1"/>
                  <a:pt x="10759" y="1"/>
                </a:cubicBezTo>
                <a:lnTo>
                  <a:pt x="1" y="10760"/>
                </a:lnTo>
                <a:cubicBezTo>
                  <a:pt x="0" y="10900"/>
                  <a:pt x="3" y="11040"/>
                  <a:pt x="8" y="11181"/>
                </a:cubicBezTo>
                <a:lnTo>
                  <a:pt x="11180" y="9"/>
                </a:lnTo>
                <a:cubicBezTo>
                  <a:pt x="11054" y="4"/>
                  <a:pt x="10927" y="0"/>
                  <a:pt x="10800" y="0"/>
                </a:cubicBezTo>
                <a:close/>
                <a:moveTo>
                  <a:pt x="10211" y="17"/>
                </a:moveTo>
                <a:cubicBezTo>
                  <a:pt x="10057" y="25"/>
                  <a:pt x="9903" y="36"/>
                  <a:pt x="9748" y="51"/>
                </a:cubicBezTo>
                <a:lnTo>
                  <a:pt x="50" y="9749"/>
                </a:lnTo>
                <a:cubicBezTo>
                  <a:pt x="35" y="9903"/>
                  <a:pt x="25" y="10057"/>
                  <a:pt x="16" y="10212"/>
                </a:cubicBezTo>
                <a:lnTo>
                  <a:pt x="10211" y="17"/>
                </a:lnTo>
                <a:close/>
                <a:moveTo>
                  <a:pt x="11683" y="38"/>
                </a:moveTo>
                <a:lnTo>
                  <a:pt x="38" y="11684"/>
                </a:lnTo>
                <a:cubicBezTo>
                  <a:pt x="48" y="11814"/>
                  <a:pt x="62" y="11944"/>
                  <a:pt x="78" y="12075"/>
                </a:cubicBezTo>
                <a:lnTo>
                  <a:pt x="12074" y="78"/>
                </a:lnTo>
                <a:cubicBezTo>
                  <a:pt x="11944" y="63"/>
                  <a:pt x="11814" y="49"/>
                  <a:pt x="11683" y="38"/>
                </a:cubicBezTo>
                <a:close/>
                <a:moveTo>
                  <a:pt x="9136" y="131"/>
                </a:moveTo>
                <a:cubicBezTo>
                  <a:pt x="8960" y="158"/>
                  <a:pt x="8786" y="190"/>
                  <a:pt x="8611" y="226"/>
                </a:cubicBezTo>
                <a:lnTo>
                  <a:pt x="226" y="8611"/>
                </a:lnTo>
                <a:cubicBezTo>
                  <a:pt x="190" y="8786"/>
                  <a:pt x="157" y="8961"/>
                  <a:pt x="130" y="9137"/>
                </a:cubicBezTo>
                <a:lnTo>
                  <a:pt x="9136" y="131"/>
                </a:lnTo>
                <a:close/>
                <a:moveTo>
                  <a:pt x="12541" y="143"/>
                </a:moveTo>
                <a:lnTo>
                  <a:pt x="143" y="12541"/>
                </a:lnTo>
                <a:cubicBezTo>
                  <a:pt x="163" y="12663"/>
                  <a:pt x="183" y="12785"/>
                  <a:pt x="207" y="12906"/>
                </a:cubicBezTo>
                <a:lnTo>
                  <a:pt x="12906" y="208"/>
                </a:lnTo>
                <a:cubicBezTo>
                  <a:pt x="12785" y="184"/>
                  <a:pt x="12663" y="163"/>
                  <a:pt x="12541" y="143"/>
                </a:cubicBezTo>
                <a:close/>
                <a:moveTo>
                  <a:pt x="13343" y="303"/>
                </a:moveTo>
                <a:lnTo>
                  <a:pt x="303" y="13343"/>
                </a:lnTo>
                <a:cubicBezTo>
                  <a:pt x="330" y="13456"/>
                  <a:pt x="361" y="13569"/>
                  <a:pt x="392" y="13682"/>
                </a:cubicBezTo>
                <a:lnTo>
                  <a:pt x="13682" y="393"/>
                </a:lnTo>
                <a:cubicBezTo>
                  <a:pt x="13569" y="362"/>
                  <a:pt x="13456" y="331"/>
                  <a:pt x="13343" y="303"/>
                </a:cubicBezTo>
                <a:close/>
                <a:moveTo>
                  <a:pt x="7909" y="395"/>
                </a:moveTo>
                <a:cubicBezTo>
                  <a:pt x="7701" y="452"/>
                  <a:pt x="7495" y="515"/>
                  <a:pt x="7290" y="585"/>
                </a:cubicBezTo>
                <a:lnTo>
                  <a:pt x="584" y="7290"/>
                </a:lnTo>
                <a:cubicBezTo>
                  <a:pt x="514" y="7495"/>
                  <a:pt x="452" y="7702"/>
                  <a:pt x="394" y="7909"/>
                </a:cubicBezTo>
                <a:lnTo>
                  <a:pt x="7909" y="395"/>
                </a:lnTo>
                <a:close/>
                <a:moveTo>
                  <a:pt x="14094" y="515"/>
                </a:moveTo>
                <a:lnTo>
                  <a:pt x="514" y="14094"/>
                </a:lnTo>
                <a:cubicBezTo>
                  <a:pt x="549" y="14202"/>
                  <a:pt x="583" y="14310"/>
                  <a:pt x="620" y="14417"/>
                </a:cubicBezTo>
                <a:lnTo>
                  <a:pt x="14417" y="621"/>
                </a:lnTo>
                <a:cubicBezTo>
                  <a:pt x="14310" y="583"/>
                  <a:pt x="14202" y="549"/>
                  <a:pt x="14094" y="515"/>
                </a:cubicBezTo>
                <a:close/>
                <a:moveTo>
                  <a:pt x="14804" y="767"/>
                </a:moveTo>
                <a:lnTo>
                  <a:pt x="767" y="14804"/>
                </a:lnTo>
                <a:cubicBezTo>
                  <a:pt x="807" y="14905"/>
                  <a:pt x="851" y="15004"/>
                  <a:pt x="894" y="15104"/>
                </a:cubicBezTo>
                <a:lnTo>
                  <a:pt x="15104" y="895"/>
                </a:lnTo>
                <a:cubicBezTo>
                  <a:pt x="15004" y="852"/>
                  <a:pt x="14905" y="807"/>
                  <a:pt x="14804" y="767"/>
                </a:cubicBezTo>
                <a:close/>
                <a:moveTo>
                  <a:pt x="6411" y="932"/>
                </a:moveTo>
                <a:cubicBezTo>
                  <a:pt x="6118" y="1062"/>
                  <a:pt x="5831" y="1206"/>
                  <a:pt x="5549" y="1363"/>
                </a:cubicBezTo>
                <a:lnTo>
                  <a:pt x="1362" y="5549"/>
                </a:lnTo>
                <a:cubicBezTo>
                  <a:pt x="1205" y="5832"/>
                  <a:pt x="1061" y="6119"/>
                  <a:pt x="931" y="6411"/>
                </a:cubicBezTo>
                <a:lnTo>
                  <a:pt x="6411" y="932"/>
                </a:lnTo>
                <a:close/>
                <a:moveTo>
                  <a:pt x="15470" y="1061"/>
                </a:moveTo>
                <a:lnTo>
                  <a:pt x="1060" y="15471"/>
                </a:lnTo>
                <a:cubicBezTo>
                  <a:pt x="1106" y="15567"/>
                  <a:pt x="1153" y="15664"/>
                  <a:pt x="1202" y="15759"/>
                </a:cubicBezTo>
                <a:lnTo>
                  <a:pt x="15759" y="1203"/>
                </a:lnTo>
                <a:cubicBezTo>
                  <a:pt x="15663" y="1153"/>
                  <a:pt x="15567" y="1107"/>
                  <a:pt x="15470" y="1061"/>
                </a:cubicBezTo>
                <a:close/>
                <a:moveTo>
                  <a:pt x="16103" y="1391"/>
                </a:moveTo>
                <a:lnTo>
                  <a:pt x="1391" y="16103"/>
                </a:lnTo>
                <a:cubicBezTo>
                  <a:pt x="1442" y="16194"/>
                  <a:pt x="1494" y="16285"/>
                  <a:pt x="1549" y="16375"/>
                </a:cubicBezTo>
                <a:lnTo>
                  <a:pt x="16375" y="1549"/>
                </a:lnTo>
                <a:cubicBezTo>
                  <a:pt x="16285" y="1495"/>
                  <a:pt x="16194" y="1442"/>
                  <a:pt x="16103" y="1391"/>
                </a:cubicBezTo>
                <a:close/>
                <a:moveTo>
                  <a:pt x="16703" y="1754"/>
                </a:moveTo>
                <a:lnTo>
                  <a:pt x="1753" y="16703"/>
                </a:lnTo>
                <a:cubicBezTo>
                  <a:pt x="1809" y="16788"/>
                  <a:pt x="1869" y="16872"/>
                  <a:pt x="1928" y="16956"/>
                </a:cubicBezTo>
                <a:lnTo>
                  <a:pt x="16956" y="1928"/>
                </a:lnTo>
                <a:cubicBezTo>
                  <a:pt x="16872" y="1869"/>
                  <a:pt x="16788" y="1810"/>
                  <a:pt x="16703" y="1754"/>
                </a:cubicBezTo>
                <a:close/>
                <a:moveTo>
                  <a:pt x="17267" y="2151"/>
                </a:moveTo>
                <a:lnTo>
                  <a:pt x="2151" y="17267"/>
                </a:lnTo>
                <a:cubicBezTo>
                  <a:pt x="2212" y="17349"/>
                  <a:pt x="2274" y="17430"/>
                  <a:pt x="2338" y="17510"/>
                </a:cubicBezTo>
                <a:lnTo>
                  <a:pt x="17510" y="2338"/>
                </a:lnTo>
                <a:cubicBezTo>
                  <a:pt x="17430" y="2275"/>
                  <a:pt x="17349" y="2212"/>
                  <a:pt x="17267" y="2151"/>
                </a:cubicBezTo>
                <a:close/>
                <a:moveTo>
                  <a:pt x="3805" y="2574"/>
                </a:moveTo>
                <a:cubicBezTo>
                  <a:pt x="3586" y="2761"/>
                  <a:pt x="3370" y="2956"/>
                  <a:pt x="3163" y="3163"/>
                </a:cubicBezTo>
                <a:cubicBezTo>
                  <a:pt x="2955" y="3371"/>
                  <a:pt x="2761" y="3586"/>
                  <a:pt x="2574" y="3806"/>
                </a:cubicBezTo>
                <a:lnTo>
                  <a:pt x="3805" y="2574"/>
                </a:lnTo>
                <a:close/>
                <a:moveTo>
                  <a:pt x="17801" y="2579"/>
                </a:moveTo>
                <a:lnTo>
                  <a:pt x="2579" y="17801"/>
                </a:lnTo>
                <a:cubicBezTo>
                  <a:pt x="2645" y="17878"/>
                  <a:pt x="2709" y="17957"/>
                  <a:pt x="2777" y="18032"/>
                </a:cubicBezTo>
                <a:lnTo>
                  <a:pt x="18032" y="2777"/>
                </a:lnTo>
                <a:cubicBezTo>
                  <a:pt x="17957" y="2709"/>
                  <a:pt x="17878" y="2645"/>
                  <a:pt x="17801" y="2579"/>
                </a:cubicBezTo>
                <a:close/>
                <a:moveTo>
                  <a:pt x="18304" y="3036"/>
                </a:moveTo>
                <a:lnTo>
                  <a:pt x="3036" y="18304"/>
                </a:lnTo>
                <a:cubicBezTo>
                  <a:pt x="3079" y="18349"/>
                  <a:pt x="3119" y="18394"/>
                  <a:pt x="3163" y="18438"/>
                </a:cubicBezTo>
                <a:cubicBezTo>
                  <a:pt x="3191" y="18466"/>
                  <a:pt x="3222" y="18492"/>
                  <a:pt x="3250" y="18521"/>
                </a:cubicBezTo>
                <a:lnTo>
                  <a:pt x="18521" y="3251"/>
                </a:lnTo>
                <a:cubicBezTo>
                  <a:pt x="18492" y="3222"/>
                  <a:pt x="18466" y="3192"/>
                  <a:pt x="18438" y="3163"/>
                </a:cubicBezTo>
                <a:cubicBezTo>
                  <a:pt x="18394" y="3119"/>
                  <a:pt x="18348" y="3079"/>
                  <a:pt x="18304" y="3036"/>
                </a:cubicBezTo>
                <a:close/>
                <a:moveTo>
                  <a:pt x="18781" y="3523"/>
                </a:moveTo>
                <a:lnTo>
                  <a:pt x="3522" y="18781"/>
                </a:lnTo>
                <a:cubicBezTo>
                  <a:pt x="3598" y="18850"/>
                  <a:pt x="3676" y="18915"/>
                  <a:pt x="3753" y="18982"/>
                </a:cubicBezTo>
                <a:lnTo>
                  <a:pt x="18982" y="3753"/>
                </a:lnTo>
                <a:cubicBezTo>
                  <a:pt x="18915" y="3676"/>
                  <a:pt x="18850" y="3598"/>
                  <a:pt x="18781" y="3523"/>
                </a:cubicBezTo>
                <a:close/>
                <a:moveTo>
                  <a:pt x="19224" y="4041"/>
                </a:moveTo>
                <a:lnTo>
                  <a:pt x="4041" y="19224"/>
                </a:lnTo>
                <a:cubicBezTo>
                  <a:pt x="4121" y="19289"/>
                  <a:pt x="4202" y="19350"/>
                  <a:pt x="4283" y="19412"/>
                </a:cubicBezTo>
                <a:lnTo>
                  <a:pt x="19412" y="4283"/>
                </a:lnTo>
                <a:cubicBezTo>
                  <a:pt x="19350" y="4202"/>
                  <a:pt x="19289" y="4121"/>
                  <a:pt x="19224" y="4041"/>
                </a:cubicBezTo>
                <a:close/>
                <a:moveTo>
                  <a:pt x="19637" y="4591"/>
                </a:moveTo>
                <a:lnTo>
                  <a:pt x="4591" y="19637"/>
                </a:lnTo>
                <a:cubicBezTo>
                  <a:pt x="4675" y="19696"/>
                  <a:pt x="4758" y="19757"/>
                  <a:pt x="4843" y="19813"/>
                </a:cubicBezTo>
                <a:lnTo>
                  <a:pt x="19813" y="4844"/>
                </a:lnTo>
                <a:cubicBezTo>
                  <a:pt x="19757" y="4758"/>
                  <a:pt x="19696" y="4675"/>
                  <a:pt x="19637" y="4591"/>
                </a:cubicBezTo>
                <a:close/>
                <a:moveTo>
                  <a:pt x="20019" y="5172"/>
                </a:moveTo>
                <a:lnTo>
                  <a:pt x="5172" y="20019"/>
                </a:lnTo>
                <a:cubicBezTo>
                  <a:pt x="5261" y="20073"/>
                  <a:pt x="5351" y="20126"/>
                  <a:pt x="5441" y="20178"/>
                </a:cubicBezTo>
                <a:lnTo>
                  <a:pt x="20178" y="5441"/>
                </a:lnTo>
                <a:cubicBezTo>
                  <a:pt x="20126" y="5351"/>
                  <a:pt x="20073" y="5261"/>
                  <a:pt x="20019" y="5172"/>
                </a:cubicBezTo>
                <a:close/>
                <a:moveTo>
                  <a:pt x="20369" y="5782"/>
                </a:moveTo>
                <a:lnTo>
                  <a:pt x="5782" y="20369"/>
                </a:lnTo>
                <a:cubicBezTo>
                  <a:pt x="5877" y="20419"/>
                  <a:pt x="5974" y="20463"/>
                  <a:pt x="6071" y="20510"/>
                </a:cubicBezTo>
                <a:lnTo>
                  <a:pt x="20510" y="6071"/>
                </a:lnTo>
                <a:cubicBezTo>
                  <a:pt x="20463" y="5975"/>
                  <a:pt x="20419" y="5878"/>
                  <a:pt x="20369" y="5782"/>
                </a:cubicBezTo>
                <a:close/>
                <a:moveTo>
                  <a:pt x="20679" y="6434"/>
                </a:moveTo>
                <a:lnTo>
                  <a:pt x="6434" y="20679"/>
                </a:lnTo>
                <a:cubicBezTo>
                  <a:pt x="6534" y="20723"/>
                  <a:pt x="6633" y="20769"/>
                  <a:pt x="6734" y="20809"/>
                </a:cubicBezTo>
                <a:lnTo>
                  <a:pt x="20809" y="6735"/>
                </a:lnTo>
                <a:cubicBezTo>
                  <a:pt x="20769" y="6634"/>
                  <a:pt x="20723" y="6534"/>
                  <a:pt x="20679" y="6434"/>
                </a:cubicBezTo>
                <a:close/>
                <a:moveTo>
                  <a:pt x="20956" y="7121"/>
                </a:moveTo>
                <a:lnTo>
                  <a:pt x="7120" y="20956"/>
                </a:lnTo>
                <a:cubicBezTo>
                  <a:pt x="7226" y="20994"/>
                  <a:pt x="7333" y="21030"/>
                  <a:pt x="7439" y="21065"/>
                </a:cubicBezTo>
                <a:lnTo>
                  <a:pt x="21065" y="7439"/>
                </a:lnTo>
                <a:cubicBezTo>
                  <a:pt x="21030" y="7333"/>
                  <a:pt x="20994" y="7226"/>
                  <a:pt x="20956" y="7121"/>
                </a:cubicBezTo>
                <a:close/>
                <a:moveTo>
                  <a:pt x="21190" y="7848"/>
                </a:moveTo>
                <a:lnTo>
                  <a:pt x="7848" y="21190"/>
                </a:lnTo>
                <a:cubicBezTo>
                  <a:pt x="7960" y="21221"/>
                  <a:pt x="8073" y="21252"/>
                  <a:pt x="8186" y="21280"/>
                </a:cubicBezTo>
                <a:lnTo>
                  <a:pt x="21280" y="8186"/>
                </a:lnTo>
                <a:cubicBezTo>
                  <a:pt x="21252" y="8073"/>
                  <a:pt x="21221" y="7960"/>
                  <a:pt x="21190" y="7848"/>
                </a:cubicBezTo>
                <a:close/>
                <a:moveTo>
                  <a:pt x="21378" y="8623"/>
                </a:moveTo>
                <a:lnTo>
                  <a:pt x="8623" y="21378"/>
                </a:lnTo>
                <a:cubicBezTo>
                  <a:pt x="8743" y="21402"/>
                  <a:pt x="8863" y="21424"/>
                  <a:pt x="8984" y="21445"/>
                </a:cubicBezTo>
                <a:lnTo>
                  <a:pt x="21445" y="8984"/>
                </a:lnTo>
                <a:cubicBezTo>
                  <a:pt x="21424" y="8864"/>
                  <a:pt x="21402" y="8743"/>
                  <a:pt x="21378" y="8623"/>
                </a:cubicBezTo>
                <a:close/>
                <a:moveTo>
                  <a:pt x="21514" y="9448"/>
                </a:moveTo>
                <a:lnTo>
                  <a:pt x="9447" y="21514"/>
                </a:lnTo>
                <a:cubicBezTo>
                  <a:pt x="9576" y="21530"/>
                  <a:pt x="9704" y="21546"/>
                  <a:pt x="9833" y="21557"/>
                </a:cubicBezTo>
                <a:lnTo>
                  <a:pt x="21557" y="9834"/>
                </a:lnTo>
                <a:cubicBezTo>
                  <a:pt x="21546" y="9705"/>
                  <a:pt x="21530" y="9576"/>
                  <a:pt x="21514" y="9448"/>
                </a:cubicBezTo>
                <a:close/>
                <a:moveTo>
                  <a:pt x="21590" y="10333"/>
                </a:moveTo>
                <a:lnTo>
                  <a:pt x="10332" y="21590"/>
                </a:lnTo>
                <a:cubicBezTo>
                  <a:pt x="10473" y="21596"/>
                  <a:pt x="10613" y="21599"/>
                  <a:pt x="10753" y="21600"/>
                </a:cubicBezTo>
                <a:lnTo>
                  <a:pt x="21600" y="10754"/>
                </a:lnTo>
                <a:cubicBezTo>
                  <a:pt x="21599" y="10613"/>
                  <a:pt x="21596" y="10473"/>
                  <a:pt x="21590" y="10333"/>
                </a:cubicBezTo>
                <a:close/>
                <a:moveTo>
                  <a:pt x="21590" y="11296"/>
                </a:moveTo>
                <a:lnTo>
                  <a:pt x="11295" y="21590"/>
                </a:lnTo>
                <a:cubicBezTo>
                  <a:pt x="11449" y="21583"/>
                  <a:pt x="11603" y="21572"/>
                  <a:pt x="11757" y="21558"/>
                </a:cubicBezTo>
                <a:lnTo>
                  <a:pt x="21558" y="11757"/>
                </a:lnTo>
                <a:cubicBezTo>
                  <a:pt x="21572" y="11603"/>
                  <a:pt x="21583" y="11450"/>
                  <a:pt x="21590" y="11296"/>
                </a:cubicBezTo>
                <a:close/>
                <a:moveTo>
                  <a:pt x="21489" y="12358"/>
                </a:moveTo>
                <a:lnTo>
                  <a:pt x="12358" y="21489"/>
                </a:lnTo>
                <a:cubicBezTo>
                  <a:pt x="12531" y="21464"/>
                  <a:pt x="12703" y="21434"/>
                  <a:pt x="12876" y="21400"/>
                </a:cubicBezTo>
                <a:lnTo>
                  <a:pt x="21400" y="12876"/>
                </a:lnTo>
                <a:cubicBezTo>
                  <a:pt x="21434" y="12704"/>
                  <a:pt x="21464" y="12531"/>
                  <a:pt x="21489" y="12358"/>
                </a:cubicBezTo>
                <a:close/>
                <a:moveTo>
                  <a:pt x="21239" y="13569"/>
                </a:moveTo>
                <a:lnTo>
                  <a:pt x="13569" y="21239"/>
                </a:lnTo>
                <a:cubicBezTo>
                  <a:pt x="13774" y="21185"/>
                  <a:pt x="13978" y="21125"/>
                  <a:pt x="14181" y="21058"/>
                </a:cubicBezTo>
                <a:lnTo>
                  <a:pt x="21058" y="14181"/>
                </a:lnTo>
                <a:cubicBezTo>
                  <a:pt x="21125" y="13978"/>
                  <a:pt x="21185" y="13774"/>
                  <a:pt x="21239" y="13569"/>
                </a:cubicBezTo>
                <a:close/>
                <a:moveTo>
                  <a:pt x="20736" y="15035"/>
                </a:moveTo>
                <a:lnTo>
                  <a:pt x="15035" y="20736"/>
                </a:lnTo>
                <a:cubicBezTo>
                  <a:pt x="15310" y="20619"/>
                  <a:pt x="15581" y="20493"/>
                  <a:pt x="15848" y="20352"/>
                </a:cubicBezTo>
                <a:lnTo>
                  <a:pt x="20352" y="15848"/>
                </a:lnTo>
                <a:cubicBezTo>
                  <a:pt x="20493" y="15581"/>
                  <a:pt x="20619" y="15310"/>
                  <a:pt x="20736" y="15035"/>
                </a:cubicBezTo>
                <a:close/>
                <a:moveTo>
                  <a:pt x="19400" y="17332"/>
                </a:moveTo>
                <a:lnTo>
                  <a:pt x="17332" y="19400"/>
                </a:lnTo>
                <a:cubicBezTo>
                  <a:pt x="17716" y="19108"/>
                  <a:pt x="18087" y="18789"/>
                  <a:pt x="18438" y="18438"/>
                </a:cubicBezTo>
                <a:cubicBezTo>
                  <a:pt x="18788" y="18087"/>
                  <a:pt x="19107" y="17716"/>
                  <a:pt x="19400" y="17332"/>
                </a:cubicBezTo>
                <a:close/>
              </a:path>
            </a:pathLst>
          </a:custGeom>
          <a:solidFill>
            <a:schemeClr val="accent4"/>
          </a:solidFill>
          <a:ln w="12700">
            <a:miter lim="400000"/>
          </a:ln>
        </p:spPr>
        <p:txBody>
          <a:bodyPr lIns="0" tIns="0" rIns="0" bIns="0" anchor="ctr"/>
          <a:lstStyle/>
          <a:p>
            <a:pPr marL="0" marR="0" lvl="0" indent="0" algn="ctr" defTabSz="8255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 kumimoji="0" sz="32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Helvetica Neue Medium"/>
              <a:sym typeface="Helvetica Neue Medium"/>
            </a:endParaRPr>
          </a:p>
        </p:txBody>
      </p:sp>
      <p:sp>
        <p:nvSpPr>
          <p:cNvPr id="220" name="Shape">
            <a:extLst>
              <a:ext uri="{FF2B5EF4-FFF2-40B4-BE49-F238E27FC236}">
                <a16:creationId xmlns:a16="http://schemas.microsoft.com/office/drawing/2014/main" id="{36803598-EFAA-39DC-C11F-570D29991984}"/>
              </a:ext>
            </a:extLst>
          </p:cNvPr>
          <p:cNvSpPr/>
          <p:nvPr/>
        </p:nvSpPr>
        <p:spPr>
          <a:xfrm>
            <a:off x="22467966" y="8316507"/>
            <a:ext cx="4276957" cy="427713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800" y="0"/>
                </a:moveTo>
                <a:cubicBezTo>
                  <a:pt x="10787" y="0"/>
                  <a:pt x="10773" y="1"/>
                  <a:pt x="10759" y="1"/>
                </a:cubicBezTo>
                <a:lnTo>
                  <a:pt x="1" y="10760"/>
                </a:lnTo>
                <a:cubicBezTo>
                  <a:pt x="0" y="10900"/>
                  <a:pt x="3" y="11040"/>
                  <a:pt x="8" y="11181"/>
                </a:cubicBezTo>
                <a:lnTo>
                  <a:pt x="11180" y="9"/>
                </a:lnTo>
                <a:cubicBezTo>
                  <a:pt x="11054" y="4"/>
                  <a:pt x="10927" y="0"/>
                  <a:pt x="10800" y="0"/>
                </a:cubicBezTo>
                <a:close/>
                <a:moveTo>
                  <a:pt x="10211" y="17"/>
                </a:moveTo>
                <a:cubicBezTo>
                  <a:pt x="10057" y="25"/>
                  <a:pt x="9903" y="36"/>
                  <a:pt x="9748" y="51"/>
                </a:cubicBezTo>
                <a:lnTo>
                  <a:pt x="50" y="9749"/>
                </a:lnTo>
                <a:cubicBezTo>
                  <a:pt x="35" y="9903"/>
                  <a:pt x="25" y="10057"/>
                  <a:pt x="16" y="10212"/>
                </a:cubicBezTo>
                <a:lnTo>
                  <a:pt x="10211" y="17"/>
                </a:lnTo>
                <a:close/>
                <a:moveTo>
                  <a:pt x="11683" y="38"/>
                </a:moveTo>
                <a:lnTo>
                  <a:pt x="38" y="11684"/>
                </a:lnTo>
                <a:cubicBezTo>
                  <a:pt x="48" y="11814"/>
                  <a:pt x="62" y="11944"/>
                  <a:pt x="78" y="12075"/>
                </a:cubicBezTo>
                <a:lnTo>
                  <a:pt x="12074" y="78"/>
                </a:lnTo>
                <a:cubicBezTo>
                  <a:pt x="11944" y="63"/>
                  <a:pt x="11814" y="49"/>
                  <a:pt x="11683" y="38"/>
                </a:cubicBezTo>
                <a:close/>
                <a:moveTo>
                  <a:pt x="9136" y="131"/>
                </a:moveTo>
                <a:cubicBezTo>
                  <a:pt x="8960" y="158"/>
                  <a:pt x="8786" y="190"/>
                  <a:pt x="8611" y="226"/>
                </a:cubicBezTo>
                <a:lnTo>
                  <a:pt x="226" y="8611"/>
                </a:lnTo>
                <a:cubicBezTo>
                  <a:pt x="190" y="8786"/>
                  <a:pt x="157" y="8961"/>
                  <a:pt x="130" y="9137"/>
                </a:cubicBezTo>
                <a:lnTo>
                  <a:pt x="9136" y="131"/>
                </a:lnTo>
                <a:close/>
                <a:moveTo>
                  <a:pt x="12541" y="143"/>
                </a:moveTo>
                <a:lnTo>
                  <a:pt x="143" y="12541"/>
                </a:lnTo>
                <a:cubicBezTo>
                  <a:pt x="163" y="12663"/>
                  <a:pt x="183" y="12785"/>
                  <a:pt x="207" y="12906"/>
                </a:cubicBezTo>
                <a:lnTo>
                  <a:pt x="12906" y="208"/>
                </a:lnTo>
                <a:cubicBezTo>
                  <a:pt x="12785" y="184"/>
                  <a:pt x="12663" y="163"/>
                  <a:pt x="12541" y="143"/>
                </a:cubicBezTo>
                <a:close/>
                <a:moveTo>
                  <a:pt x="13343" y="303"/>
                </a:moveTo>
                <a:lnTo>
                  <a:pt x="303" y="13343"/>
                </a:lnTo>
                <a:cubicBezTo>
                  <a:pt x="330" y="13456"/>
                  <a:pt x="361" y="13569"/>
                  <a:pt x="392" y="13682"/>
                </a:cubicBezTo>
                <a:lnTo>
                  <a:pt x="13682" y="393"/>
                </a:lnTo>
                <a:cubicBezTo>
                  <a:pt x="13569" y="362"/>
                  <a:pt x="13456" y="331"/>
                  <a:pt x="13343" y="303"/>
                </a:cubicBezTo>
                <a:close/>
                <a:moveTo>
                  <a:pt x="7909" y="395"/>
                </a:moveTo>
                <a:cubicBezTo>
                  <a:pt x="7701" y="452"/>
                  <a:pt x="7495" y="515"/>
                  <a:pt x="7290" y="585"/>
                </a:cubicBezTo>
                <a:lnTo>
                  <a:pt x="584" y="7290"/>
                </a:lnTo>
                <a:cubicBezTo>
                  <a:pt x="514" y="7495"/>
                  <a:pt x="452" y="7702"/>
                  <a:pt x="394" y="7909"/>
                </a:cubicBezTo>
                <a:lnTo>
                  <a:pt x="7909" y="395"/>
                </a:lnTo>
                <a:close/>
                <a:moveTo>
                  <a:pt x="14094" y="515"/>
                </a:moveTo>
                <a:lnTo>
                  <a:pt x="514" y="14094"/>
                </a:lnTo>
                <a:cubicBezTo>
                  <a:pt x="549" y="14202"/>
                  <a:pt x="583" y="14310"/>
                  <a:pt x="620" y="14417"/>
                </a:cubicBezTo>
                <a:lnTo>
                  <a:pt x="14417" y="621"/>
                </a:lnTo>
                <a:cubicBezTo>
                  <a:pt x="14310" y="583"/>
                  <a:pt x="14202" y="549"/>
                  <a:pt x="14094" y="515"/>
                </a:cubicBezTo>
                <a:close/>
                <a:moveTo>
                  <a:pt x="14804" y="767"/>
                </a:moveTo>
                <a:lnTo>
                  <a:pt x="767" y="14804"/>
                </a:lnTo>
                <a:cubicBezTo>
                  <a:pt x="807" y="14905"/>
                  <a:pt x="851" y="15004"/>
                  <a:pt x="894" y="15104"/>
                </a:cubicBezTo>
                <a:lnTo>
                  <a:pt x="15104" y="895"/>
                </a:lnTo>
                <a:cubicBezTo>
                  <a:pt x="15004" y="852"/>
                  <a:pt x="14905" y="807"/>
                  <a:pt x="14804" y="767"/>
                </a:cubicBezTo>
                <a:close/>
                <a:moveTo>
                  <a:pt x="6411" y="932"/>
                </a:moveTo>
                <a:cubicBezTo>
                  <a:pt x="6118" y="1062"/>
                  <a:pt x="5831" y="1206"/>
                  <a:pt x="5549" y="1363"/>
                </a:cubicBezTo>
                <a:lnTo>
                  <a:pt x="1362" y="5549"/>
                </a:lnTo>
                <a:cubicBezTo>
                  <a:pt x="1205" y="5832"/>
                  <a:pt x="1061" y="6119"/>
                  <a:pt x="931" y="6411"/>
                </a:cubicBezTo>
                <a:lnTo>
                  <a:pt x="6411" y="932"/>
                </a:lnTo>
                <a:close/>
                <a:moveTo>
                  <a:pt x="15470" y="1061"/>
                </a:moveTo>
                <a:lnTo>
                  <a:pt x="1060" y="15471"/>
                </a:lnTo>
                <a:cubicBezTo>
                  <a:pt x="1106" y="15567"/>
                  <a:pt x="1153" y="15664"/>
                  <a:pt x="1202" y="15759"/>
                </a:cubicBezTo>
                <a:lnTo>
                  <a:pt x="15759" y="1203"/>
                </a:lnTo>
                <a:cubicBezTo>
                  <a:pt x="15663" y="1153"/>
                  <a:pt x="15567" y="1107"/>
                  <a:pt x="15470" y="1061"/>
                </a:cubicBezTo>
                <a:close/>
                <a:moveTo>
                  <a:pt x="16103" y="1391"/>
                </a:moveTo>
                <a:lnTo>
                  <a:pt x="1391" y="16103"/>
                </a:lnTo>
                <a:cubicBezTo>
                  <a:pt x="1442" y="16194"/>
                  <a:pt x="1494" y="16285"/>
                  <a:pt x="1549" y="16375"/>
                </a:cubicBezTo>
                <a:lnTo>
                  <a:pt x="16375" y="1549"/>
                </a:lnTo>
                <a:cubicBezTo>
                  <a:pt x="16285" y="1495"/>
                  <a:pt x="16194" y="1442"/>
                  <a:pt x="16103" y="1391"/>
                </a:cubicBezTo>
                <a:close/>
                <a:moveTo>
                  <a:pt x="16703" y="1754"/>
                </a:moveTo>
                <a:lnTo>
                  <a:pt x="1753" y="16703"/>
                </a:lnTo>
                <a:cubicBezTo>
                  <a:pt x="1809" y="16788"/>
                  <a:pt x="1869" y="16872"/>
                  <a:pt x="1928" y="16956"/>
                </a:cubicBezTo>
                <a:lnTo>
                  <a:pt x="16956" y="1928"/>
                </a:lnTo>
                <a:cubicBezTo>
                  <a:pt x="16872" y="1869"/>
                  <a:pt x="16788" y="1810"/>
                  <a:pt x="16703" y="1754"/>
                </a:cubicBezTo>
                <a:close/>
                <a:moveTo>
                  <a:pt x="17267" y="2151"/>
                </a:moveTo>
                <a:lnTo>
                  <a:pt x="2151" y="17267"/>
                </a:lnTo>
                <a:cubicBezTo>
                  <a:pt x="2212" y="17349"/>
                  <a:pt x="2274" y="17430"/>
                  <a:pt x="2338" y="17510"/>
                </a:cubicBezTo>
                <a:lnTo>
                  <a:pt x="17510" y="2338"/>
                </a:lnTo>
                <a:cubicBezTo>
                  <a:pt x="17430" y="2275"/>
                  <a:pt x="17349" y="2212"/>
                  <a:pt x="17267" y="2151"/>
                </a:cubicBezTo>
                <a:close/>
                <a:moveTo>
                  <a:pt x="3805" y="2574"/>
                </a:moveTo>
                <a:cubicBezTo>
                  <a:pt x="3586" y="2761"/>
                  <a:pt x="3370" y="2956"/>
                  <a:pt x="3163" y="3163"/>
                </a:cubicBezTo>
                <a:cubicBezTo>
                  <a:pt x="2955" y="3371"/>
                  <a:pt x="2761" y="3586"/>
                  <a:pt x="2574" y="3806"/>
                </a:cubicBezTo>
                <a:lnTo>
                  <a:pt x="3805" y="2574"/>
                </a:lnTo>
                <a:close/>
                <a:moveTo>
                  <a:pt x="17801" y="2579"/>
                </a:moveTo>
                <a:lnTo>
                  <a:pt x="2579" y="17801"/>
                </a:lnTo>
                <a:cubicBezTo>
                  <a:pt x="2645" y="17878"/>
                  <a:pt x="2709" y="17957"/>
                  <a:pt x="2777" y="18032"/>
                </a:cubicBezTo>
                <a:lnTo>
                  <a:pt x="18032" y="2777"/>
                </a:lnTo>
                <a:cubicBezTo>
                  <a:pt x="17957" y="2709"/>
                  <a:pt x="17878" y="2645"/>
                  <a:pt x="17801" y="2579"/>
                </a:cubicBezTo>
                <a:close/>
                <a:moveTo>
                  <a:pt x="18304" y="3036"/>
                </a:moveTo>
                <a:lnTo>
                  <a:pt x="3036" y="18304"/>
                </a:lnTo>
                <a:cubicBezTo>
                  <a:pt x="3079" y="18349"/>
                  <a:pt x="3119" y="18394"/>
                  <a:pt x="3163" y="18438"/>
                </a:cubicBezTo>
                <a:cubicBezTo>
                  <a:pt x="3191" y="18466"/>
                  <a:pt x="3222" y="18492"/>
                  <a:pt x="3250" y="18521"/>
                </a:cubicBezTo>
                <a:lnTo>
                  <a:pt x="18521" y="3251"/>
                </a:lnTo>
                <a:cubicBezTo>
                  <a:pt x="18492" y="3222"/>
                  <a:pt x="18466" y="3192"/>
                  <a:pt x="18438" y="3163"/>
                </a:cubicBezTo>
                <a:cubicBezTo>
                  <a:pt x="18394" y="3119"/>
                  <a:pt x="18348" y="3079"/>
                  <a:pt x="18304" y="3036"/>
                </a:cubicBezTo>
                <a:close/>
                <a:moveTo>
                  <a:pt x="18781" y="3523"/>
                </a:moveTo>
                <a:lnTo>
                  <a:pt x="3522" y="18781"/>
                </a:lnTo>
                <a:cubicBezTo>
                  <a:pt x="3598" y="18850"/>
                  <a:pt x="3676" y="18915"/>
                  <a:pt x="3753" y="18982"/>
                </a:cubicBezTo>
                <a:lnTo>
                  <a:pt x="18982" y="3753"/>
                </a:lnTo>
                <a:cubicBezTo>
                  <a:pt x="18915" y="3676"/>
                  <a:pt x="18850" y="3598"/>
                  <a:pt x="18781" y="3523"/>
                </a:cubicBezTo>
                <a:close/>
                <a:moveTo>
                  <a:pt x="19224" y="4041"/>
                </a:moveTo>
                <a:lnTo>
                  <a:pt x="4041" y="19224"/>
                </a:lnTo>
                <a:cubicBezTo>
                  <a:pt x="4121" y="19289"/>
                  <a:pt x="4202" y="19350"/>
                  <a:pt x="4283" y="19412"/>
                </a:cubicBezTo>
                <a:lnTo>
                  <a:pt x="19412" y="4283"/>
                </a:lnTo>
                <a:cubicBezTo>
                  <a:pt x="19350" y="4202"/>
                  <a:pt x="19289" y="4121"/>
                  <a:pt x="19224" y="4041"/>
                </a:cubicBezTo>
                <a:close/>
                <a:moveTo>
                  <a:pt x="19637" y="4591"/>
                </a:moveTo>
                <a:lnTo>
                  <a:pt x="4591" y="19637"/>
                </a:lnTo>
                <a:cubicBezTo>
                  <a:pt x="4675" y="19696"/>
                  <a:pt x="4758" y="19757"/>
                  <a:pt x="4843" y="19813"/>
                </a:cubicBezTo>
                <a:lnTo>
                  <a:pt x="19813" y="4844"/>
                </a:lnTo>
                <a:cubicBezTo>
                  <a:pt x="19757" y="4758"/>
                  <a:pt x="19696" y="4675"/>
                  <a:pt x="19637" y="4591"/>
                </a:cubicBezTo>
                <a:close/>
                <a:moveTo>
                  <a:pt x="20019" y="5172"/>
                </a:moveTo>
                <a:lnTo>
                  <a:pt x="5172" y="20019"/>
                </a:lnTo>
                <a:cubicBezTo>
                  <a:pt x="5261" y="20073"/>
                  <a:pt x="5351" y="20126"/>
                  <a:pt x="5441" y="20178"/>
                </a:cubicBezTo>
                <a:lnTo>
                  <a:pt x="20178" y="5441"/>
                </a:lnTo>
                <a:cubicBezTo>
                  <a:pt x="20126" y="5351"/>
                  <a:pt x="20073" y="5261"/>
                  <a:pt x="20019" y="5172"/>
                </a:cubicBezTo>
                <a:close/>
                <a:moveTo>
                  <a:pt x="20369" y="5782"/>
                </a:moveTo>
                <a:lnTo>
                  <a:pt x="5782" y="20369"/>
                </a:lnTo>
                <a:cubicBezTo>
                  <a:pt x="5877" y="20419"/>
                  <a:pt x="5974" y="20463"/>
                  <a:pt x="6071" y="20510"/>
                </a:cubicBezTo>
                <a:lnTo>
                  <a:pt x="20510" y="6071"/>
                </a:lnTo>
                <a:cubicBezTo>
                  <a:pt x="20463" y="5975"/>
                  <a:pt x="20419" y="5878"/>
                  <a:pt x="20369" y="5782"/>
                </a:cubicBezTo>
                <a:close/>
                <a:moveTo>
                  <a:pt x="20679" y="6434"/>
                </a:moveTo>
                <a:lnTo>
                  <a:pt x="6434" y="20679"/>
                </a:lnTo>
                <a:cubicBezTo>
                  <a:pt x="6534" y="20723"/>
                  <a:pt x="6633" y="20769"/>
                  <a:pt x="6734" y="20809"/>
                </a:cubicBezTo>
                <a:lnTo>
                  <a:pt x="20809" y="6735"/>
                </a:lnTo>
                <a:cubicBezTo>
                  <a:pt x="20769" y="6634"/>
                  <a:pt x="20723" y="6534"/>
                  <a:pt x="20679" y="6434"/>
                </a:cubicBezTo>
                <a:close/>
                <a:moveTo>
                  <a:pt x="20956" y="7121"/>
                </a:moveTo>
                <a:lnTo>
                  <a:pt x="7120" y="20956"/>
                </a:lnTo>
                <a:cubicBezTo>
                  <a:pt x="7226" y="20994"/>
                  <a:pt x="7333" y="21030"/>
                  <a:pt x="7439" y="21065"/>
                </a:cubicBezTo>
                <a:lnTo>
                  <a:pt x="21065" y="7439"/>
                </a:lnTo>
                <a:cubicBezTo>
                  <a:pt x="21030" y="7333"/>
                  <a:pt x="20994" y="7226"/>
                  <a:pt x="20956" y="7121"/>
                </a:cubicBezTo>
                <a:close/>
                <a:moveTo>
                  <a:pt x="21190" y="7848"/>
                </a:moveTo>
                <a:lnTo>
                  <a:pt x="7848" y="21190"/>
                </a:lnTo>
                <a:cubicBezTo>
                  <a:pt x="7960" y="21221"/>
                  <a:pt x="8073" y="21252"/>
                  <a:pt x="8186" y="21280"/>
                </a:cubicBezTo>
                <a:lnTo>
                  <a:pt x="21280" y="8186"/>
                </a:lnTo>
                <a:cubicBezTo>
                  <a:pt x="21252" y="8073"/>
                  <a:pt x="21221" y="7960"/>
                  <a:pt x="21190" y="7848"/>
                </a:cubicBezTo>
                <a:close/>
                <a:moveTo>
                  <a:pt x="21378" y="8623"/>
                </a:moveTo>
                <a:lnTo>
                  <a:pt x="8623" y="21378"/>
                </a:lnTo>
                <a:cubicBezTo>
                  <a:pt x="8743" y="21402"/>
                  <a:pt x="8863" y="21424"/>
                  <a:pt x="8984" y="21445"/>
                </a:cubicBezTo>
                <a:lnTo>
                  <a:pt x="21445" y="8984"/>
                </a:lnTo>
                <a:cubicBezTo>
                  <a:pt x="21424" y="8864"/>
                  <a:pt x="21402" y="8743"/>
                  <a:pt x="21378" y="8623"/>
                </a:cubicBezTo>
                <a:close/>
                <a:moveTo>
                  <a:pt x="21514" y="9448"/>
                </a:moveTo>
                <a:lnTo>
                  <a:pt x="9447" y="21514"/>
                </a:lnTo>
                <a:cubicBezTo>
                  <a:pt x="9576" y="21530"/>
                  <a:pt x="9704" y="21546"/>
                  <a:pt x="9833" y="21557"/>
                </a:cubicBezTo>
                <a:lnTo>
                  <a:pt x="21557" y="9834"/>
                </a:lnTo>
                <a:cubicBezTo>
                  <a:pt x="21546" y="9705"/>
                  <a:pt x="21530" y="9576"/>
                  <a:pt x="21514" y="9448"/>
                </a:cubicBezTo>
                <a:close/>
                <a:moveTo>
                  <a:pt x="21590" y="10333"/>
                </a:moveTo>
                <a:lnTo>
                  <a:pt x="10332" y="21590"/>
                </a:lnTo>
                <a:cubicBezTo>
                  <a:pt x="10473" y="21596"/>
                  <a:pt x="10613" y="21599"/>
                  <a:pt x="10753" y="21600"/>
                </a:cubicBezTo>
                <a:lnTo>
                  <a:pt x="21600" y="10754"/>
                </a:lnTo>
                <a:cubicBezTo>
                  <a:pt x="21599" y="10613"/>
                  <a:pt x="21596" y="10473"/>
                  <a:pt x="21590" y="10333"/>
                </a:cubicBezTo>
                <a:close/>
                <a:moveTo>
                  <a:pt x="21590" y="11296"/>
                </a:moveTo>
                <a:lnTo>
                  <a:pt x="11295" y="21590"/>
                </a:lnTo>
                <a:cubicBezTo>
                  <a:pt x="11449" y="21583"/>
                  <a:pt x="11603" y="21572"/>
                  <a:pt x="11757" y="21558"/>
                </a:cubicBezTo>
                <a:lnTo>
                  <a:pt x="21558" y="11757"/>
                </a:lnTo>
                <a:cubicBezTo>
                  <a:pt x="21572" y="11603"/>
                  <a:pt x="21583" y="11450"/>
                  <a:pt x="21590" y="11296"/>
                </a:cubicBezTo>
                <a:close/>
                <a:moveTo>
                  <a:pt x="21489" y="12358"/>
                </a:moveTo>
                <a:lnTo>
                  <a:pt x="12358" y="21489"/>
                </a:lnTo>
                <a:cubicBezTo>
                  <a:pt x="12531" y="21464"/>
                  <a:pt x="12703" y="21434"/>
                  <a:pt x="12876" y="21400"/>
                </a:cubicBezTo>
                <a:lnTo>
                  <a:pt x="21400" y="12876"/>
                </a:lnTo>
                <a:cubicBezTo>
                  <a:pt x="21434" y="12704"/>
                  <a:pt x="21464" y="12531"/>
                  <a:pt x="21489" y="12358"/>
                </a:cubicBezTo>
                <a:close/>
                <a:moveTo>
                  <a:pt x="21239" y="13569"/>
                </a:moveTo>
                <a:lnTo>
                  <a:pt x="13569" y="21239"/>
                </a:lnTo>
                <a:cubicBezTo>
                  <a:pt x="13774" y="21185"/>
                  <a:pt x="13978" y="21125"/>
                  <a:pt x="14181" y="21058"/>
                </a:cubicBezTo>
                <a:lnTo>
                  <a:pt x="21058" y="14181"/>
                </a:lnTo>
                <a:cubicBezTo>
                  <a:pt x="21125" y="13978"/>
                  <a:pt x="21185" y="13774"/>
                  <a:pt x="21239" y="13569"/>
                </a:cubicBezTo>
                <a:close/>
                <a:moveTo>
                  <a:pt x="20736" y="15035"/>
                </a:moveTo>
                <a:lnTo>
                  <a:pt x="15035" y="20736"/>
                </a:lnTo>
                <a:cubicBezTo>
                  <a:pt x="15310" y="20619"/>
                  <a:pt x="15581" y="20493"/>
                  <a:pt x="15848" y="20352"/>
                </a:cubicBezTo>
                <a:lnTo>
                  <a:pt x="20352" y="15848"/>
                </a:lnTo>
                <a:cubicBezTo>
                  <a:pt x="20493" y="15581"/>
                  <a:pt x="20619" y="15310"/>
                  <a:pt x="20736" y="15035"/>
                </a:cubicBezTo>
                <a:close/>
                <a:moveTo>
                  <a:pt x="19400" y="17332"/>
                </a:moveTo>
                <a:lnTo>
                  <a:pt x="17332" y="19400"/>
                </a:lnTo>
                <a:cubicBezTo>
                  <a:pt x="17716" y="19108"/>
                  <a:pt x="18087" y="18789"/>
                  <a:pt x="18438" y="18438"/>
                </a:cubicBezTo>
                <a:cubicBezTo>
                  <a:pt x="18788" y="18087"/>
                  <a:pt x="19107" y="17716"/>
                  <a:pt x="19400" y="17332"/>
                </a:cubicBezTo>
                <a:close/>
              </a:path>
            </a:pathLst>
          </a:custGeom>
          <a:solidFill>
            <a:schemeClr val="accent4"/>
          </a:solidFill>
          <a:ln w="12700">
            <a:miter lim="400000"/>
          </a:ln>
        </p:spPr>
        <p:txBody>
          <a:bodyPr lIns="0" tIns="0" rIns="0" bIns="0" anchor="ctr"/>
          <a:lstStyle/>
          <a:p>
            <a:pPr marL="0" marR="0" lvl="0" indent="0" algn="ctr" defTabSz="8255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 kumimoji="0" sz="32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Helvetica Neue Medium"/>
              <a:sym typeface="Helvetica Neue Medium"/>
            </a:endParaRPr>
          </a:p>
        </p:txBody>
      </p:sp>
      <p:sp>
        <p:nvSpPr>
          <p:cNvPr id="221" name="Shape">
            <a:extLst>
              <a:ext uri="{FF2B5EF4-FFF2-40B4-BE49-F238E27FC236}">
                <a16:creationId xmlns:a16="http://schemas.microsoft.com/office/drawing/2014/main" id="{A8F1FA86-4349-0EE1-DBB4-E7F984841659}"/>
              </a:ext>
            </a:extLst>
          </p:cNvPr>
          <p:cNvSpPr/>
          <p:nvPr/>
        </p:nvSpPr>
        <p:spPr>
          <a:xfrm>
            <a:off x="-9782" y="-14685"/>
            <a:ext cx="5401449" cy="1371951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489" h="21600" extrusionOk="0">
                <a:moveTo>
                  <a:pt x="9876" y="0"/>
                </a:moveTo>
                <a:cubicBezTo>
                  <a:pt x="14909" y="1061"/>
                  <a:pt x="18164" y="3091"/>
                  <a:pt x="18448" y="5345"/>
                </a:cubicBezTo>
                <a:cubicBezTo>
                  <a:pt x="18695" y="7304"/>
                  <a:pt x="16642" y="9198"/>
                  <a:pt x="12885" y="10477"/>
                </a:cubicBezTo>
                <a:cubicBezTo>
                  <a:pt x="8651" y="11730"/>
                  <a:pt x="7084" y="13955"/>
                  <a:pt x="9071" y="15894"/>
                </a:cubicBezTo>
                <a:cubicBezTo>
                  <a:pt x="10355" y="17147"/>
                  <a:pt x="13013" y="18098"/>
                  <a:pt x="16290" y="18479"/>
                </a:cubicBezTo>
                <a:cubicBezTo>
                  <a:pt x="17951" y="18702"/>
                  <a:pt x="19367" y="19144"/>
                  <a:pt x="20305" y="19731"/>
                </a:cubicBezTo>
                <a:cubicBezTo>
                  <a:pt x="21193" y="20288"/>
                  <a:pt x="21600" y="20944"/>
                  <a:pt x="21463" y="21600"/>
                </a:cubicBezTo>
                <a:lnTo>
                  <a:pt x="0" y="21600"/>
                </a:lnTo>
                <a:lnTo>
                  <a:pt x="0" y="1"/>
                </a:lnTo>
                <a:lnTo>
                  <a:pt x="9876" y="0"/>
                </a:lnTo>
                <a:close/>
              </a:path>
            </a:pathLst>
          </a:custGeom>
          <a:solidFill>
            <a:schemeClr val="accent3"/>
          </a:solidFill>
          <a:ln w="12700">
            <a:miter lim="400000"/>
          </a:ln>
          <a:effectLst>
            <a:outerShdw blurRad="914400" dist="25400" dir="5400000" rotWithShape="0">
              <a:srgbClr val="000000">
                <a:alpha val="50000"/>
              </a:srgbClr>
            </a:outerShdw>
          </a:effectLst>
        </p:spPr>
        <p:txBody>
          <a:bodyPr lIns="50800" tIns="50800" rIns="50800" bIns="50800" anchor="ctr"/>
          <a:lstStyle/>
          <a:p>
            <a:pPr marL="0" marR="0" lvl="0" indent="0" algn="ctr" defTabSz="8255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3000" b="1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Helvetica Neue"/>
              <a:sym typeface="Helvetica Neue"/>
            </a:endParaRPr>
          </a:p>
        </p:txBody>
      </p:sp>
      <p:sp>
        <p:nvSpPr>
          <p:cNvPr id="222" name="Shape">
            <a:extLst>
              <a:ext uri="{FF2B5EF4-FFF2-40B4-BE49-F238E27FC236}">
                <a16:creationId xmlns:a16="http://schemas.microsoft.com/office/drawing/2014/main" id="{EE1BE183-CBF5-1805-091A-B9ABD6A0DE75}"/>
              </a:ext>
            </a:extLst>
          </p:cNvPr>
          <p:cNvSpPr/>
          <p:nvPr/>
        </p:nvSpPr>
        <p:spPr>
          <a:xfrm>
            <a:off x="14077382" y="-26393"/>
            <a:ext cx="10315136" cy="10264133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490" h="20992" extrusionOk="0">
                <a:moveTo>
                  <a:pt x="22" y="0"/>
                </a:moveTo>
                <a:cubicBezTo>
                  <a:pt x="-110" y="1123"/>
                  <a:pt x="362" y="2232"/>
                  <a:pt x="1268" y="2930"/>
                </a:cubicBezTo>
                <a:cubicBezTo>
                  <a:pt x="2187" y="3637"/>
                  <a:pt x="3418" y="3817"/>
                  <a:pt x="4507" y="3403"/>
                </a:cubicBezTo>
                <a:cubicBezTo>
                  <a:pt x="6055" y="2610"/>
                  <a:pt x="7961" y="3061"/>
                  <a:pt x="8970" y="4460"/>
                </a:cubicBezTo>
                <a:cubicBezTo>
                  <a:pt x="9809" y="5622"/>
                  <a:pt x="9807" y="7178"/>
                  <a:pt x="8965" y="8338"/>
                </a:cubicBezTo>
                <a:cubicBezTo>
                  <a:pt x="6771" y="11924"/>
                  <a:pt x="7613" y="16550"/>
                  <a:pt x="10936" y="19169"/>
                </a:cubicBezTo>
                <a:cubicBezTo>
                  <a:pt x="14018" y="21597"/>
                  <a:pt x="18405" y="21600"/>
                  <a:pt x="21490" y="19175"/>
                </a:cubicBezTo>
                <a:lnTo>
                  <a:pt x="21490" y="35"/>
                </a:lnTo>
                <a:lnTo>
                  <a:pt x="22" y="0"/>
                </a:lnTo>
                <a:close/>
              </a:path>
            </a:pathLst>
          </a:custGeom>
          <a:solidFill>
            <a:schemeClr val="accent3"/>
          </a:solidFill>
          <a:ln w="12700">
            <a:miter lim="400000"/>
          </a:ln>
          <a:effectLst>
            <a:outerShdw blurRad="914400" dist="25400" dir="5400000" rotWithShape="0">
              <a:srgbClr val="000000">
                <a:alpha val="50000"/>
              </a:srgbClr>
            </a:outerShdw>
          </a:effectLst>
        </p:spPr>
        <p:txBody>
          <a:bodyPr lIns="50800" tIns="50800" rIns="50800" bIns="50800" anchor="ctr"/>
          <a:lstStyle/>
          <a:p>
            <a:pPr marL="0" marR="0" lvl="0" indent="0" algn="ctr" defTabSz="8255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3000" b="1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Helvetica Neue"/>
              <a:sym typeface="Helvetica Neue"/>
            </a:endParaRPr>
          </a:p>
        </p:txBody>
      </p:sp>
      <p:sp>
        <p:nvSpPr>
          <p:cNvPr id="223" name="Circle">
            <a:extLst>
              <a:ext uri="{FF2B5EF4-FFF2-40B4-BE49-F238E27FC236}">
                <a16:creationId xmlns:a16="http://schemas.microsoft.com/office/drawing/2014/main" id="{FA15FD37-BDD4-005E-1E7B-4EF1D77001E5}"/>
              </a:ext>
            </a:extLst>
          </p:cNvPr>
          <p:cNvSpPr/>
          <p:nvPr/>
        </p:nvSpPr>
        <p:spPr>
          <a:xfrm>
            <a:off x="17006264" y="352354"/>
            <a:ext cx="494973" cy="494972"/>
          </a:xfrm>
          <a:prstGeom prst="ellipse">
            <a:avLst/>
          </a:prstGeom>
          <a:gradFill>
            <a:gsLst>
              <a:gs pos="0">
                <a:schemeClr val="accent2"/>
              </a:gs>
              <a:gs pos="100000">
                <a:schemeClr val="accent1"/>
              </a:gs>
            </a:gsLst>
            <a:lin ang="5400000"/>
          </a:gradFill>
          <a:ln w="12700">
            <a:miter lim="400000"/>
          </a:ln>
        </p:spPr>
        <p:txBody>
          <a:bodyPr lIns="0" tIns="0" rIns="0" bIns="0" anchor="ctr"/>
          <a:lstStyle/>
          <a:p>
            <a:pPr marL="0" marR="0" lvl="0" indent="0" algn="ctr" defTabSz="8255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 kumimoji="0" sz="32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Helvetica Neue Medium"/>
              <a:sym typeface="Helvetica Neue Medium"/>
            </a:endParaRPr>
          </a:p>
        </p:txBody>
      </p:sp>
      <p:sp>
        <p:nvSpPr>
          <p:cNvPr id="224" name="Circle">
            <a:extLst>
              <a:ext uri="{FF2B5EF4-FFF2-40B4-BE49-F238E27FC236}">
                <a16:creationId xmlns:a16="http://schemas.microsoft.com/office/drawing/2014/main" id="{949A6A9D-E0CF-E2D0-5EC6-1177FD9783C9}"/>
              </a:ext>
            </a:extLst>
          </p:cNvPr>
          <p:cNvSpPr/>
          <p:nvPr/>
        </p:nvSpPr>
        <p:spPr>
          <a:xfrm>
            <a:off x="-564062" y="1321716"/>
            <a:ext cx="1150610" cy="1150611"/>
          </a:xfrm>
          <a:prstGeom prst="ellipse">
            <a:avLst/>
          </a:prstGeom>
          <a:gradFill>
            <a:gsLst>
              <a:gs pos="0">
                <a:schemeClr val="accent2"/>
              </a:gs>
              <a:gs pos="100000">
                <a:schemeClr val="accent1"/>
              </a:gs>
            </a:gsLst>
            <a:lin ang="5400000"/>
          </a:gradFill>
          <a:ln w="12700">
            <a:miter lim="400000"/>
          </a:ln>
        </p:spPr>
        <p:txBody>
          <a:bodyPr lIns="0" tIns="0" rIns="0" bIns="0" anchor="ctr"/>
          <a:lstStyle/>
          <a:p>
            <a:pPr marL="0" marR="0" lvl="0" indent="0" algn="ctr" defTabSz="8255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 kumimoji="0" sz="32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Helvetica Neue Medium"/>
              <a:sym typeface="Helvetica Neue Medium"/>
            </a:endParaRPr>
          </a:p>
        </p:txBody>
      </p:sp>
      <p:sp>
        <p:nvSpPr>
          <p:cNvPr id="225" name="TOPIC #1 - $100 ANSWER">
            <a:extLst>
              <a:ext uri="{FF2B5EF4-FFF2-40B4-BE49-F238E27FC236}">
                <a16:creationId xmlns:a16="http://schemas.microsoft.com/office/drawing/2014/main" id="{483EE3D4-6E21-F6ED-0144-16381F1AB521}"/>
              </a:ext>
            </a:extLst>
          </p:cNvPr>
          <p:cNvSpPr txBox="1"/>
          <p:nvPr/>
        </p:nvSpPr>
        <p:spPr>
          <a:xfrm>
            <a:off x="1318646" y="1076284"/>
            <a:ext cx="23992454" cy="164147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50800" tIns="50800" rIns="50800" bIns="50800" anchor="ctr">
            <a:spAutoFit/>
          </a:bodyPr>
          <a:lstStyle/>
          <a:p>
            <a:pPr marL="0" marR="0" lvl="0" indent="0" algn="l" defTabSz="8255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0000" b="0">
                <a:solidFill>
                  <a:srgbClr val="F6C543"/>
                </a:solidFill>
                <a:latin typeface="Impact"/>
                <a:ea typeface="Impact"/>
                <a:cs typeface="Impact"/>
                <a:sym typeface="Impact"/>
              </a:defRPr>
            </a:pPr>
            <a:r>
              <a:rPr kumimoji="0" lang="en-US" altLang="zh-CN" sz="10000" b="0" i="0" u="none" strike="noStrike" kern="0" cap="none" spc="0" normalizeH="0" baseline="0" noProof="0" dirty="0">
                <a:ln>
                  <a:noFill/>
                </a:ln>
                <a:solidFill>
                  <a:srgbClr val="F6C542"/>
                </a:solidFill>
                <a:effectLst/>
                <a:uLnTx/>
                <a:uFillTx/>
                <a:latin typeface="Impact"/>
                <a:sym typeface="Impact"/>
              </a:rPr>
              <a:t>UNIT #</a:t>
            </a:r>
            <a:r>
              <a:rPr kumimoji="0" lang="en-US" altLang="zh-CN" sz="10000" b="0" i="0" u="none" strike="noStrike" kern="0" cap="none" spc="0" normalizeH="0" baseline="0" noProof="0" dirty="0">
                <a:ln>
                  <a:noFill/>
                </a:ln>
                <a:solidFill>
                  <a:srgbClr val="F6C543"/>
                </a:solidFill>
                <a:effectLst/>
                <a:uLnTx/>
                <a:uFillTx/>
                <a:latin typeface="Impact"/>
                <a:sym typeface="Impact"/>
              </a:rPr>
              <a:t> </a:t>
            </a:r>
            <a:r>
              <a:rPr kumimoji="0" lang="en-US" altLang="zh-CN" sz="10000" b="0" i="0" u="none" strike="noStrike" kern="0" cap="none" spc="0" normalizeH="0" baseline="0" noProof="0" dirty="0">
                <a:ln>
                  <a:noFill/>
                </a:ln>
                <a:solidFill>
                  <a:srgbClr val="F6C542"/>
                </a:solidFill>
                <a:effectLst/>
                <a:uLnTx/>
                <a:uFillTx/>
                <a:latin typeface="Impact"/>
                <a:sym typeface="Impact"/>
              </a:rPr>
              <a:t>6 </a:t>
            </a:r>
            <a:r>
              <a:rPr kumimoji="0" lang="en-US" altLang="zh-CN" sz="100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Impact"/>
                <a:sym typeface="Impact"/>
              </a:rPr>
              <a:t>–</a:t>
            </a:r>
            <a:r>
              <a:rPr kumimoji="0" lang="zh-CN" altLang="en-US" sz="10000" b="0" i="0" u="none" strike="noStrike" kern="0" cap="none" spc="0" normalizeH="0" baseline="0" noProof="0" dirty="0">
                <a:ln>
                  <a:noFill/>
                </a:ln>
                <a:solidFill>
                  <a:srgbClr val="F6C543"/>
                </a:solidFill>
                <a:effectLst/>
                <a:uLnTx/>
                <a:uFillTx/>
                <a:latin typeface="华文楷体" panose="02010600040101010101" pitchFamily="2" charset="-122"/>
                <a:ea typeface="华文楷体" panose="02010600040101010101" pitchFamily="2" charset="-122"/>
                <a:sym typeface="Impact"/>
              </a:rPr>
              <a:t>断面图</a:t>
            </a:r>
            <a:endParaRPr kumimoji="0" lang="zh-CN" altLang="en-US" sz="100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华文楷体" panose="02010600040101010101" pitchFamily="2" charset="-122"/>
              <a:ea typeface="华文楷体" panose="02010600040101010101" pitchFamily="2" charset="-122"/>
              <a:sym typeface="Impact"/>
            </a:endParaRPr>
          </a:p>
        </p:txBody>
      </p:sp>
      <p:sp>
        <p:nvSpPr>
          <p:cNvPr id="226" name="Shape">
            <a:extLst>
              <a:ext uri="{FF2B5EF4-FFF2-40B4-BE49-F238E27FC236}">
                <a16:creationId xmlns:a16="http://schemas.microsoft.com/office/drawing/2014/main" id="{C6FD7748-810E-A6F0-905F-D54E882C420D}"/>
              </a:ext>
            </a:extLst>
          </p:cNvPr>
          <p:cNvSpPr/>
          <p:nvPr/>
        </p:nvSpPr>
        <p:spPr>
          <a:xfrm>
            <a:off x="-306915" y="8239797"/>
            <a:ext cx="1046530" cy="104640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9679" h="20595" extrusionOk="0">
                <a:moveTo>
                  <a:pt x="9839" y="0"/>
                </a:moveTo>
                <a:cubicBezTo>
                  <a:pt x="7321" y="0"/>
                  <a:pt x="4802" y="1006"/>
                  <a:pt x="2881" y="3017"/>
                </a:cubicBezTo>
                <a:cubicBezTo>
                  <a:pt x="-961" y="7038"/>
                  <a:pt x="-961" y="13557"/>
                  <a:pt x="2881" y="17578"/>
                </a:cubicBezTo>
                <a:cubicBezTo>
                  <a:pt x="6724" y="21600"/>
                  <a:pt x="12954" y="21600"/>
                  <a:pt x="16797" y="17578"/>
                </a:cubicBezTo>
                <a:cubicBezTo>
                  <a:pt x="20639" y="13557"/>
                  <a:pt x="20639" y="7038"/>
                  <a:pt x="16797" y="3017"/>
                </a:cubicBezTo>
                <a:cubicBezTo>
                  <a:pt x="14876" y="1006"/>
                  <a:pt x="12357" y="0"/>
                  <a:pt x="9839" y="0"/>
                </a:cubicBezTo>
                <a:close/>
                <a:moveTo>
                  <a:pt x="9839" y="2649"/>
                </a:moveTo>
                <a:cubicBezTo>
                  <a:pt x="11709" y="2649"/>
                  <a:pt x="13580" y="3397"/>
                  <a:pt x="15007" y="4890"/>
                </a:cubicBezTo>
                <a:cubicBezTo>
                  <a:pt x="17861" y="7877"/>
                  <a:pt x="17861" y="12718"/>
                  <a:pt x="15007" y="15705"/>
                </a:cubicBezTo>
                <a:cubicBezTo>
                  <a:pt x="12153" y="18692"/>
                  <a:pt x="7525" y="18692"/>
                  <a:pt x="4671" y="15705"/>
                </a:cubicBezTo>
                <a:cubicBezTo>
                  <a:pt x="1817" y="12718"/>
                  <a:pt x="1817" y="7877"/>
                  <a:pt x="4671" y="4890"/>
                </a:cubicBezTo>
                <a:cubicBezTo>
                  <a:pt x="6098" y="3397"/>
                  <a:pt x="7969" y="2649"/>
                  <a:pt x="9839" y="2649"/>
                </a:cubicBezTo>
                <a:close/>
              </a:path>
            </a:pathLst>
          </a:custGeom>
          <a:gradFill>
            <a:gsLst>
              <a:gs pos="0">
                <a:schemeClr val="accent2"/>
              </a:gs>
              <a:gs pos="100000">
                <a:schemeClr val="accent1"/>
              </a:gs>
            </a:gsLst>
            <a:lin ang="5400000"/>
          </a:gradFill>
          <a:ln w="12700">
            <a:miter lim="400000"/>
          </a:ln>
        </p:spPr>
        <p:txBody>
          <a:bodyPr lIns="0" tIns="0" rIns="0" bIns="0" anchor="ctr"/>
          <a:lstStyle/>
          <a:p>
            <a:pPr marL="0" marR="0" lvl="0" indent="0" algn="ctr" defTabSz="8255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 kumimoji="0" sz="32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Helvetica Neue Medium"/>
              <a:sym typeface="Helvetica Neue Medium"/>
            </a:endParaRPr>
          </a:p>
        </p:txBody>
      </p:sp>
      <p:sp>
        <p:nvSpPr>
          <p:cNvPr id="227" name="Shape">
            <a:extLst>
              <a:ext uri="{FF2B5EF4-FFF2-40B4-BE49-F238E27FC236}">
                <a16:creationId xmlns:a16="http://schemas.microsoft.com/office/drawing/2014/main" id="{3C2045B9-B407-9070-A9B5-7A152E6B2023}"/>
              </a:ext>
            </a:extLst>
          </p:cNvPr>
          <p:cNvSpPr/>
          <p:nvPr/>
        </p:nvSpPr>
        <p:spPr>
          <a:xfrm>
            <a:off x="19865947" y="2060686"/>
            <a:ext cx="2330506" cy="233022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9679" h="20595" extrusionOk="0">
                <a:moveTo>
                  <a:pt x="9839" y="0"/>
                </a:moveTo>
                <a:cubicBezTo>
                  <a:pt x="7321" y="0"/>
                  <a:pt x="4802" y="1006"/>
                  <a:pt x="2881" y="3017"/>
                </a:cubicBezTo>
                <a:cubicBezTo>
                  <a:pt x="-961" y="7038"/>
                  <a:pt x="-961" y="13557"/>
                  <a:pt x="2881" y="17578"/>
                </a:cubicBezTo>
                <a:cubicBezTo>
                  <a:pt x="6724" y="21600"/>
                  <a:pt x="12954" y="21600"/>
                  <a:pt x="16797" y="17578"/>
                </a:cubicBezTo>
                <a:cubicBezTo>
                  <a:pt x="20639" y="13557"/>
                  <a:pt x="20639" y="7038"/>
                  <a:pt x="16797" y="3017"/>
                </a:cubicBezTo>
                <a:cubicBezTo>
                  <a:pt x="14876" y="1006"/>
                  <a:pt x="12357" y="0"/>
                  <a:pt x="9839" y="0"/>
                </a:cubicBezTo>
                <a:close/>
                <a:moveTo>
                  <a:pt x="9839" y="2649"/>
                </a:moveTo>
                <a:cubicBezTo>
                  <a:pt x="11709" y="2649"/>
                  <a:pt x="13580" y="3397"/>
                  <a:pt x="15007" y="4890"/>
                </a:cubicBezTo>
                <a:cubicBezTo>
                  <a:pt x="17861" y="7877"/>
                  <a:pt x="17861" y="12718"/>
                  <a:pt x="15007" y="15705"/>
                </a:cubicBezTo>
                <a:cubicBezTo>
                  <a:pt x="12153" y="18692"/>
                  <a:pt x="7525" y="18692"/>
                  <a:pt x="4671" y="15705"/>
                </a:cubicBezTo>
                <a:cubicBezTo>
                  <a:pt x="1817" y="12718"/>
                  <a:pt x="1817" y="7877"/>
                  <a:pt x="4671" y="4890"/>
                </a:cubicBezTo>
                <a:cubicBezTo>
                  <a:pt x="6098" y="3397"/>
                  <a:pt x="7969" y="2649"/>
                  <a:pt x="9839" y="2649"/>
                </a:cubicBezTo>
                <a:close/>
              </a:path>
            </a:pathLst>
          </a:custGeom>
          <a:gradFill>
            <a:gsLst>
              <a:gs pos="0">
                <a:schemeClr val="accent2"/>
              </a:gs>
              <a:gs pos="100000">
                <a:schemeClr val="accent1"/>
              </a:gs>
            </a:gsLst>
            <a:lin ang="5400000"/>
          </a:gradFill>
          <a:ln w="12700">
            <a:miter lim="400000"/>
          </a:ln>
        </p:spPr>
        <p:txBody>
          <a:bodyPr lIns="0" tIns="0" rIns="0" bIns="0" anchor="ctr"/>
          <a:lstStyle/>
          <a:p>
            <a:pPr marL="0" marR="0" lvl="0" indent="0" algn="ctr" defTabSz="8255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 kumimoji="0" sz="32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Helvetica Neue Medium"/>
              <a:sym typeface="Helvetica Neue Medium"/>
            </a:endParaRPr>
          </a:p>
        </p:txBody>
      </p:sp>
      <p:sp>
        <p:nvSpPr>
          <p:cNvPr id="228" name="Rounded Rectangle">
            <a:extLst>
              <a:ext uri="{FF2B5EF4-FFF2-40B4-BE49-F238E27FC236}">
                <a16:creationId xmlns:a16="http://schemas.microsoft.com/office/drawing/2014/main" id="{12D79048-AC31-D0B5-C122-CB80C604478F}"/>
              </a:ext>
            </a:extLst>
          </p:cNvPr>
          <p:cNvSpPr/>
          <p:nvPr/>
        </p:nvSpPr>
        <p:spPr>
          <a:xfrm>
            <a:off x="1413182" y="3302000"/>
            <a:ext cx="21616294" cy="8897388"/>
          </a:xfrm>
          <a:prstGeom prst="roundRect">
            <a:avLst>
              <a:gd name="adj" fmla="val 2897"/>
            </a:avLst>
          </a:prstGeom>
          <a:solidFill>
            <a:schemeClr val="accent4"/>
          </a:solidFill>
          <a:ln w="12700">
            <a:miter lim="400000"/>
          </a:ln>
          <a:effectLst>
            <a:outerShdw blurRad="558800" dist="71163" dir="5400000" rotWithShape="0">
              <a:srgbClr val="000000">
                <a:alpha val="19617"/>
              </a:srgbClr>
            </a:outerShdw>
          </a:effectLst>
        </p:spPr>
        <p:txBody>
          <a:bodyPr lIns="0" tIns="0" rIns="0" bIns="0" anchor="ctr"/>
          <a:lstStyle/>
          <a:p>
            <a:pPr marL="0" marR="0" lvl="0" indent="0" algn="ctr" defTabSz="8255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 kumimoji="0" sz="32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Helvetica Neue Medium"/>
              <a:sym typeface="Helvetica Neue Medium"/>
            </a:endParaRP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85D34714-8054-F711-7DCC-15B66E3B1E2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32320" y="2746170"/>
            <a:ext cx="12497654" cy="106174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45369032"/>
      </p:ext>
    </p:extLst>
  </p:cSld>
  <p:clrMapOvr>
    <a:masterClrMapping/>
  </p:clrMapOvr>
  <p:transition spd="med"/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3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2F81FBA-9C3D-22DD-61CC-40516CF059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Shape">
            <a:extLst>
              <a:ext uri="{FF2B5EF4-FFF2-40B4-BE49-F238E27FC236}">
                <a16:creationId xmlns:a16="http://schemas.microsoft.com/office/drawing/2014/main" id="{928BBF84-07DA-EFDE-790A-880C5E17C624}"/>
              </a:ext>
            </a:extLst>
          </p:cNvPr>
          <p:cNvSpPr/>
          <p:nvPr/>
        </p:nvSpPr>
        <p:spPr>
          <a:xfrm>
            <a:off x="6290541" y="12617233"/>
            <a:ext cx="2709718" cy="270939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9679" h="20595" extrusionOk="0">
                <a:moveTo>
                  <a:pt x="9839" y="0"/>
                </a:moveTo>
                <a:cubicBezTo>
                  <a:pt x="7321" y="0"/>
                  <a:pt x="4802" y="1006"/>
                  <a:pt x="2881" y="3017"/>
                </a:cubicBezTo>
                <a:cubicBezTo>
                  <a:pt x="-961" y="7038"/>
                  <a:pt x="-961" y="13557"/>
                  <a:pt x="2881" y="17578"/>
                </a:cubicBezTo>
                <a:cubicBezTo>
                  <a:pt x="6724" y="21600"/>
                  <a:pt x="12954" y="21600"/>
                  <a:pt x="16797" y="17578"/>
                </a:cubicBezTo>
                <a:cubicBezTo>
                  <a:pt x="20639" y="13557"/>
                  <a:pt x="20639" y="7038"/>
                  <a:pt x="16797" y="3017"/>
                </a:cubicBezTo>
                <a:cubicBezTo>
                  <a:pt x="14876" y="1006"/>
                  <a:pt x="12357" y="0"/>
                  <a:pt x="9839" y="0"/>
                </a:cubicBezTo>
                <a:close/>
                <a:moveTo>
                  <a:pt x="9839" y="2649"/>
                </a:moveTo>
                <a:cubicBezTo>
                  <a:pt x="11709" y="2649"/>
                  <a:pt x="13580" y="3397"/>
                  <a:pt x="15007" y="4890"/>
                </a:cubicBezTo>
                <a:cubicBezTo>
                  <a:pt x="17861" y="7877"/>
                  <a:pt x="17861" y="12718"/>
                  <a:pt x="15007" y="15705"/>
                </a:cubicBezTo>
                <a:cubicBezTo>
                  <a:pt x="12153" y="18692"/>
                  <a:pt x="7525" y="18692"/>
                  <a:pt x="4671" y="15705"/>
                </a:cubicBezTo>
                <a:cubicBezTo>
                  <a:pt x="1817" y="12718"/>
                  <a:pt x="1817" y="7877"/>
                  <a:pt x="4671" y="4890"/>
                </a:cubicBezTo>
                <a:cubicBezTo>
                  <a:pt x="6098" y="3397"/>
                  <a:pt x="7969" y="2649"/>
                  <a:pt x="9839" y="2649"/>
                </a:cubicBezTo>
                <a:close/>
              </a:path>
            </a:pathLst>
          </a:custGeom>
          <a:gradFill>
            <a:gsLst>
              <a:gs pos="0">
                <a:schemeClr val="accent2"/>
              </a:gs>
              <a:gs pos="100000">
                <a:schemeClr val="accent1"/>
              </a:gs>
            </a:gsLst>
            <a:lin ang="5400000"/>
          </a:gradFill>
          <a:ln w="12700">
            <a:miter lim="400000"/>
          </a:ln>
        </p:spPr>
        <p:txBody>
          <a:bodyPr lIns="0" tIns="0" rIns="0" bIns="0" anchor="ctr"/>
          <a:lstStyle/>
          <a:p>
            <a:pPr marL="0" marR="0" lvl="0" indent="0" algn="ctr" defTabSz="8255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 kumimoji="0" sz="32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Helvetica Neue Medium"/>
              <a:sym typeface="Helvetica Neue Medium"/>
            </a:endParaRPr>
          </a:p>
        </p:txBody>
      </p:sp>
      <p:sp>
        <p:nvSpPr>
          <p:cNvPr id="216" name="Shape">
            <a:extLst>
              <a:ext uri="{FF2B5EF4-FFF2-40B4-BE49-F238E27FC236}">
                <a16:creationId xmlns:a16="http://schemas.microsoft.com/office/drawing/2014/main" id="{01CC8BC4-DA35-8509-78F2-CC09FE84B8BF}"/>
              </a:ext>
            </a:extLst>
          </p:cNvPr>
          <p:cNvSpPr/>
          <p:nvPr/>
        </p:nvSpPr>
        <p:spPr>
          <a:xfrm>
            <a:off x="14339439" y="2620192"/>
            <a:ext cx="6322300" cy="632257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800" y="0"/>
                </a:moveTo>
                <a:cubicBezTo>
                  <a:pt x="10787" y="0"/>
                  <a:pt x="10773" y="1"/>
                  <a:pt x="10759" y="1"/>
                </a:cubicBezTo>
                <a:lnTo>
                  <a:pt x="1" y="10760"/>
                </a:lnTo>
                <a:cubicBezTo>
                  <a:pt x="0" y="10900"/>
                  <a:pt x="3" y="11040"/>
                  <a:pt x="8" y="11181"/>
                </a:cubicBezTo>
                <a:lnTo>
                  <a:pt x="11180" y="9"/>
                </a:lnTo>
                <a:cubicBezTo>
                  <a:pt x="11054" y="4"/>
                  <a:pt x="10927" y="0"/>
                  <a:pt x="10800" y="0"/>
                </a:cubicBezTo>
                <a:close/>
                <a:moveTo>
                  <a:pt x="10211" y="17"/>
                </a:moveTo>
                <a:cubicBezTo>
                  <a:pt x="10057" y="25"/>
                  <a:pt x="9903" y="36"/>
                  <a:pt x="9748" y="51"/>
                </a:cubicBezTo>
                <a:lnTo>
                  <a:pt x="50" y="9749"/>
                </a:lnTo>
                <a:cubicBezTo>
                  <a:pt x="35" y="9903"/>
                  <a:pt x="25" y="10057"/>
                  <a:pt x="16" y="10212"/>
                </a:cubicBezTo>
                <a:lnTo>
                  <a:pt x="10211" y="17"/>
                </a:lnTo>
                <a:close/>
                <a:moveTo>
                  <a:pt x="11683" y="38"/>
                </a:moveTo>
                <a:lnTo>
                  <a:pt x="38" y="11684"/>
                </a:lnTo>
                <a:cubicBezTo>
                  <a:pt x="48" y="11814"/>
                  <a:pt x="62" y="11944"/>
                  <a:pt x="78" y="12075"/>
                </a:cubicBezTo>
                <a:lnTo>
                  <a:pt x="12074" y="78"/>
                </a:lnTo>
                <a:cubicBezTo>
                  <a:pt x="11944" y="63"/>
                  <a:pt x="11814" y="49"/>
                  <a:pt x="11683" y="38"/>
                </a:cubicBezTo>
                <a:close/>
                <a:moveTo>
                  <a:pt x="9136" y="131"/>
                </a:moveTo>
                <a:cubicBezTo>
                  <a:pt x="8960" y="158"/>
                  <a:pt x="8786" y="190"/>
                  <a:pt x="8611" y="226"/>
                </a:cubicBezTo>
                <a:lnTo>
                  <a:pt x="226" y="8611"/>
                </a:lnTo>
                <a:cubicBezTo>
                  <a:pt x="190" y="8786"/>
                  <a:pt x="157" y="8961"/>
                  <a:pt x="130" y="9137"/>
                </a:cubicBezTo>
                <a:lnTo>
                  <a:pt x="9136" y="131"/>
                </a:lnTo>
                <a:close/>
                <a:moveTo>
                  <a:pt x="12541" y="143"/>
                </a:moveTo>
                <a:lnTo>
                  <a:pt x="143" y="12541"/>
                </a:lnTo>
                <a:cubicBezTo>
                  <a:pt x="163" y="12663"/>
                  <a:pt x="183" y="12785"/>
                  <a:pt x="207" y="12906"/>
                </a:cubicBezTo>
                <a:lnTo>
                  <a:pt x="12906" y="208"/>
                </a:lnTo>
                <a:cubicBezTo>
                  <a:pt x="12785" y="184"/>
                  <a:pt x="12663" y="163"/>
                  <a:pt x="12541" y="143"/>
                </a:cubicBezTo>
                <a:close/>
                <a:moveTo>
                  <a:pt x="13343" y="303"/>
                </a:moveTo>
                <a:lnTo>
                  <a:pt x="303" y="13343"/>
                </a:lnTo>
                <a:cubicBezTo>
                  <a:pt x="330" y="13456"/>
                  <a:pt x="361" y="13569"/>
                  <a:pt x="392" y="13682"/>
                </a:cubicBezTo>
                <a:lnTo>
                  <a:pt x="13682" y="393"/>
                </a:lnTo>
                <a:cubicBezTo>
                  <a:pt x="13569" y="362"/>
                  <a:pt x="13456" y="331"/>
                  <a:pt x="13343" y="303"/>
                </a:cubicBezTo>
                <a:close/>
                <a:moveTo>
                  <a:pt x="7909" y="395"/>
                </a:moveTo>
                <a:cubicBezTo>
                  <a:pt x="7701" y="452"/>
                  <a:pt x="7495" y="515"/>
                  <a:pt x="7290" y="585"/>
                </a:cubicBezTo>
                <a:lnTo>
                  <a:pt x="584" y="7290"/>
                </a:lnTo>
                <a:cubicBezTo>
                  <a:pt x="514" y="7495"/>
                  <a:pt x="452" y="7702"/>
                  <a:pt x="394" y="7909"/>
                </a:cubicBezTo>
                <a:lnTo>
                  <a:pt x="7909" y="395"/>
                </a:lnTo>
                <a:close/>
                <a:moveTo>
                  <a:pt x="14094" y="515"/>
                </a:moveTo>
                <a:lnTo>
                  <a:pt x="514" y="14094"/>
                </a:lnTo>
                <a:cubicBezTo>
                  <a:pt x="549" y="14202"/>
                  <a:pt x="583" y="14310"/>
                  <a:pt x="620" y="14417"/>
                </a:cubicBezTo>
                <a:lnTo>
                  <a:pt x="14417" y="621"/>
                </a:lnTo>
                <a:cubicBezTo>
                  <a:pt x="14310" y="583"/>
                  <a:pt x="14202" y="549"/>
                  <a:pt x="14094" y="515"/>
                </a:cubicBezTo>
                <a:close/>
                <a:moveTo>
                  <a:pt x="14804" y="767"/>
                </a:moveTo>
                <a:lnTo>
                  <a:pt x="767" y="14804"/>
                </a:lnTo>
                <a:cubicBezTo>
                  <a:pt x="807" y="14905"/>
                  <a:pt x="851" y="15004"/>
                  <a:pt x="894" y="15104"/>
                </a:cubicBezTo>
                <a:lnTo>
                  <a:pt x="15104" y="895"/>
                </a:lnTo>
                <a:cubicBezTo>
                  <a:pt x="15004" y="852"/>
                  <a:pt x="14905" y="807"/>
                  <a:pt x="14804" y="767"/>
                </a:cubicBezTo>
                <a:close/>
                <a:moveTo>
                  <a:pt x="6411" y="932"/>
                </a:moveTo>
                <a:cubicBezTo>
                  <a:pt x="6118" y="1062"/>
                  <a:pt x="5831" y="1206"/>
                  <a:pt x="5549" y="1363"/>
                </a:cubicBezTo>
                <a:lnTo>
                  <a:pt x="1362" y="5549"/>
                </a:lnTo>
                <a:cubicBezTo>
                  <a:pt x="1205" y="5832"/>
                  <a:pt x="1061" y="6119"/>
                  <a:pt x="931" y="6411"/>
                </a:cubicBezTo>
                <a:lnTo>
                  <a:pt x="6411" y="932"/>
                </a:lnTo>
                <a:close/>
                <a:moveTo>
                  <a:pt x="15470" y="1061"/>
                </a:moveTo>
                <a:lnTo>
                  <a:pt x="1060" y="15471"/>
                </a:lnTo>
                <a:cubicBezTo>
                  <a:pt x="1106" y="15567"/>
                  <a:pt x="1153" y="15664"/>
                  <a:pt x="1202" y="15759"/>
                </a:cubicBezTo>
                <a:lnTo>
                  <a:pt x="15759" y="1203"/>
                </a:lnTo>
                <a:cubicBezTo>
                  <a:pt x="15663" y="1153"/>
                  <a:pt x="15567" y="1107"/>
                  <a:pt x="15470" y="1061"/>
                </a:cubicBezTo>
                <a:close/>
                <a:moveTo>
                  <a:pt x="16103" y="1391"/>
                </a:moveTo>
                <a:lnTo>
                  <a:pt x="1391" y="16103"/>
                </a:lnTo>
                <a:cubicBezTo>
                  <a:pt x="1442" y="16194"/>
                  <a:pt x="1494" y="16285"/>
                  <a:pt x="1549" y="16375"/>
                </a:cubicBezTo>
                <a:lnTo>
                  <a:pt x="16375" y="1549"/>
                </a:lnTo>
                <a:cubicBezTo>
                  <a:pt x="16285" y="1495"/>
                  <a:pt x="16194" y="1442"/>
                  <a:pt x="16103" y="1391"/>
                </a:cubicBezTo>
                <a:close/>
                <a:moveTo>
                  <a:pt x="16703" y="1754"/>
                </a:moveTo>
                <a:lnTo>
                  <a:pt x="1753" y="16703"/>
                </a:lnTo>
                <a:cubicBezTo>
                  <a:pt x="1809" y="16788"/>
                  <a:pt x="1869" y="16872"/>
                  <a:pt x="1928" y="16956"/>
                </a:cubicBezTo>
                <a:lnTo>
                  <a:pt x="16956" y="1928"/>
                </a:lnTo>
                <a:cubicBezTo>
                  <a:pt x="16872" y="1869"/>
                  <a:pt x="16788" y="1810"/>
                  <a:pt x="16703" y="1754"/>
                </a:cubicBezTo>
                <a:close/>
                <a:moveTo>
                  <a:pt x="17267" y="2151"/>
                </a:moveTo>
                <a:lnTo>
                  <a:pt x="2151" y="17267"/>
                </a:lnTo>
                <a:cubicBezTo>
                  <a:pt x="2212" y="17349"/>
                  <a:pt x="2274" y="17430"/>
                  <a:pt x="2338" y="17510"/>
                </a:cubicBezTo>
                <a:lnTo>
                  <a:pt x="17510" y="2338"/>
                </a:lnTo>
                <a:cubicBezTo>
                  <a:pt x="17430" y="2275"/>
                  <a:pt x="17349" y="2212"/>
                  <a:pt x="17267" y="2151"/>
                </a:cubicBezTo>
                <a:close/>
                <a:moveTo>
                  <a:pt x="3805" y="2574"/>
                </a:moveTo>
                <a:cubicBezTo>
                  <a:pt x="3586" y="2761"/>
                  <a:pt x="3370" y="2956"/>
                  <a:pt x="3163" y="3163"/>
                </a:cubicBezTo>
                <a:cubicBezTo>
                  <a:pt x="2955" y="3371"/>
                  <a:pt x="2761" y="3586"/>
                  <a:pt x="2574" y="3806"/>
                </a:cubicBezTo>
                <a:lnTo>
                  <a:pt x="3805" y="2574"/>
                </a:lnTo>
                <a:close/>
                <a:moveTo>
                  <a:pt x="17801" y="2579"/>
                </a:moveTo>
                <a:lnTo>
                  <a:pt x="2579" y="17801"/>
                </a:lnTo>
                <a:cubicBezTo>
                  <a:pt x="2645" y="17878"/>
                  <a:pt x="2709" y="17957"/>
                  <a:pt x="2777" y="18032"/>
                </a:cubicBezTo>
                <a:lnTo>
                  <a:pt x="18032" y="2777"/>
                </a:lnTo>
                <a:cubicBezTo>
                  <a:pt x="17957" y="2709"/>
                  <a:pt x="17878" y="2645"/>
                  <a:pt x="17801" y="2579"/>
                </a:cubicBezTo>
                <a:close/>
                <a:moveTo>
                  <a:pt x="18304" y="3036"/>
                </a:moveTo>
                <a:lnTo>
                  <a:pt x="3036" y="18304"/>
                </a:lnTo>
                <a:cubicBezTo>
                  <a:pt x="3079" y="18349"/>
                  <a:pt x="3119" y="18394"/>
                  <a:pt x="3163" y="18438"/>
                </a:cubicBezTo>
                <a:cubicBezTo>
                  <a:pt x="3191" y="18466"/>
                  <a:pt x="3222" y="18492"/>
                  <a:pt x="3250" y="18521"/>
                </a:cubicBezTo>
                <a:lnTo>
                  <a:pt x="18521" y="3251"/>
                </a:lnTo>
                <a:cubicBezTo>
                  <a:pt x="18492" y="3222"/>
                  <a:pt x="18466" y="3192"/>
                  <a:pt x="18438" y="3163"/>
                </a:cubicBezTo>
                <a:cubicBezTo>
                  <a:pt x="18394" y="3119"/>
                  <a:pt x="18348" y="3079"/>
                  <a:pt x="18304" y="3036"/>
                </a:cubicBezTo>
                <a:close/>
                <a:moveTo>
                  <a:pt x="18781" y="3523"/>
                </a:moveTo>
                <a:lnTo>
                  <a:pt x="3522" y="18781"/>
                </a:lnTo>
                <a:cubicBezTo>
                  <a:pt x="3598" y="18850"/>
                  <a:pt x="3676" y="18915"/>
                  <a:pt x="3753" y="18982"/>
                </a:cubicBezTo>
                <a:lnTo>
                  <a:pt x="18982" y="3753"/>
                </a:lnTo>
                <a:cubicBezTo>
                  <a:pt x="18915" y="3676"/>
                  <a:pt x="18850" y="3598"/>
                  <a:pt x="18781" y="3523"/>
                </a:cubicBezTo>
                <a:close/>
                <a:moveTo>
                  <a:pt x="19224" y="4041"/>
                </a:moveTo>
                <a:lnTo>
                  <a:pt x="4041" y="19224"/>
                </a:lnTo>
                <a:cubicBezTo>
                  <a:pt x="4121" y="19289"/>
                  <a:pt x="4202" y="19350"/>
                  <a:pt x="4283" y="19412"/>
                </a:cubicBezTo>
                <a:lnTo>
                  <a:pt x="19412" y="4283"/>
                </a:lnTo>
                <a:cubicBezTo>
                  <a:pt x="19350" y="4202"/>
                  <a:pt x="19289" y="4121"/>
                  <a:pt x="19224" y="4041"/>
                </a:cubicBezTo>
                <a:close/>
                <a:moveTo>
                  <a:pt x="19637" y="4591"/>
                </a:moveTo>
                <a:lnTo>
                  <a:pt x="4591" y="19637"/>
                </a:lnTo>
                <a:cubicBezTo>
                  <a:pt x="4675" y="19696"/>
                  <a:pt x="4758" y="19757"/>
                  <a:pt x="4843" y="19813"/>
                </a:cubicBezTo>
                <a:lnTo>
                  <a:pt x="19813" y="4844"/>
                </a:lnTo>
                <a:cubicBezTo>
                  <a:pt x="19757" y="4758"/>
                  <a:pt x="19696" y="4675"/>
                  <a:pt x="19637" y="4591"/>
                </a:cubicBezTo>
                <a:close/>
                <a:moveTo>
                  <a:pt x="20019" y="5172"/>
                </a:moveTo>
                <a:lnTo>
                  <a:pt x="5172" y="20019"/>
                </a:lnTo>
                <a:cubicBezTo>
                  <a:pt x="5261" y="20073"/>
                  <a:pt x="5351" y="20126"/>
                  <a:pt x="5441" y="20178"/>
                </a:cubicBezTo>
                <a:lnTo>
                  <a:pt x="20178" y="5441"/>
                </a:lnTo>
                <a:cubicBezTo>
                  <a:pt x="20126" y="5351"/>
                  <a:pt x="20073" y="5261"/>
                  <a:pt x="20019" y="5172"/>
                </a:cubicBezTo>
                <a:close/>
                <a:moveTo>
                  <a:pt x="20369" y="5782"/>
                </a:moveTo>
                <a:lnTo>
                  <a:pt x="5782" y="20369"/>
                </a:lnTo>
                <a:cubicBezTo>
                  <a:pt x="5877" y="20419"/>
                  <a:pt x="5974" y="20463"/>
                  <a:pt x="6071" y="20510"/>
                </a:cubicBezTo>
                <a:lnTo>
                  <a:pt x="20510" y="6071"/>
                </a:lnTo>
                <a:cubicBezTo>
                  <a:pt x="20463" y="5975"/>
                  <a:pt x="20419" y="5878"/>
                  <a:pt x="20369" y="5782"/>
                </a:cubicBezTo>
                <a:close/>
                <a:moveTo>
                  <a:pt x="20679" y="6434"/>
                </a:moveTo>
                <a:lnTo>
                  <a:pt x="6434" y="20679"/>
                </a:lnTo>
                <a:cubicBezTo>
                  <a:pt x="6534" y="20723"/>
                  <a:pt x="6633" y="20769"/>
                  <a:pt x="6734" y="20809"/>
                </a:cubicBezTo>
                <a:lnTo>
                  <a:pt x="20809" y="6735"/>
                </a:lnTo>
                <a:cubicBezTo>
                  <a:pt x="20769" y="6634"/>
                  <a:pt x="20723" y="6534"/>
                  <a:pt x="20679" y="6434"/>
                </a:cubicBezTo>
                <a:close/>
                <a:moveTo>
                  <a:pt x="20956" y="7121"/>
                </a:moveTo>
                <a:lnTo>
                  <a:pt x="7120" y="20956"/>
                </a:lnTo>
                <a:cubicBezTo>
                  <a:pt x="7226" y="20994"/>
                  <a:pt x="7333" y="21030"/>
                  <a:pt x="7439" y="21065"/>
                </a:cubicBezTo>
                <a:lnTo>
                  <a:pt x="21065" y="7439"/>
                </a:lnTo>
                <a:cubicBezTo>
                  <a:pt x="21030" y="7333"/>
                  <a:pt x="20994" y="7226"/>
                  <a:pt x="20956" y="7121"/>
                </a:cubicBezTo>
                <a:close/>
                <a:moveTo>
                  <a:pt x="21190" y="7848"/>
                </a:moveTo>
                <a:lnTo>
                  <a:pt x="7848" y="21190"/>
                </a:lnTo>
                <a:cubicBezTo>
                  <a:pt x="7960" y="21221"/>
                  <a:pt x="8073" y="21252"/>
                  <a:pt x="8186" y="21280"/>
                </a:cubicBezTo>
                <a:lnTo>
                  <a:pt x="21280" y="8186"/>
                </a:lnTo>
                <a:cubicBezTo>
                  <a:pt x="21252" y="8073"/>
                  <a:pt x="21221" y="7960"/>
                  <a:pt x="21190" y="7848"/>
                </a:cubicBezTo>
                <a:close/>
                <a:moveTo>
                  <a:pt x="21378" y="8623"/>
                </a:moveTo>
                <a:lnTo>
                  <a:pt x="8623" y="21378"/>
                </a:lnTo>
                <a:cubicBezTo>
                  <a:pt x="8743" y="21402"/>
                  <a:pt x="8863" y="21424"/>
                  <a:pt x="8984" y="21445"/>
                </a:cubicBezTo>
                <a:lnTo>
                  <a:pt x="21445" y="8984"/>
                </a:lnTo>
                <a:cubicBezTo>
                  <a:pt x="21424" y="8864"/>
                  <a:pt x="21402" y="8743"/>
                  <a:pt x="21378" y="8623"/>
                </a:cubicBezTo>
                <a:close/>
                <a:moveTo>
                  <a:pt x="21514" y="9448"/>
                </a:moveTo>
                <a:lnTo>
                  <a:pt x="9447" y="21514"/>
                </a:lnTo>
                <a:cubicBezTo>
                  <a:pt x="9576" y="21530"/>
                  <a:pt x="9704" y="21546"/>
                  <a:pt x="9833" y="21557"/>
                </a:cubicBezTo>
                <a:lnTo>
                  <a:pt x="21557" y="9834"/>
                </a:lnTo>
                <a:cubicBezTo>
                  <a:pt x="21546" y="9705"/>
                  <a:pt x="21530" y="9576"/>
                  <a:pt x="21514" y="9448"/>
                </a:cubicBezTo>
                <a:close/>
                <a:moveTo>
                  <a:pt x="21590" y="10333"/>
                </a:moveTo>
                <a:lnTo>
                  <a:pt x="10332" y="21590"/>
                </a:lnTo>
                <a:cubicBezTo>
                  <a:pt x="10473" y="21596"/>
                  <a:pt x="10613" y="21599"/>
                  <a:pt x="10753" y="21600"/>
                </a:cubicBezTo>
                <a:lnTo>
                  <a:pt x="21600" y="10754"/>
                </a:lnTo>
                <a:cubicBezTo>
                  <a:pt x="21599" y="10613"/>
                  <a:pt x="21596" y="10473"/>
                  <a:pt x="21590" y="10333"/>
                </a:cubicBezTo>
                <a:close/>
                <a:moveTo>
                  <a:pt x="21590" y="11296"/>
                </a:moveTo>
                <a:lnTo>
                  <a:pt x="11295" y="21590"/>
                </a:lnTo>
                <a:cubicBezTo>
                  <a:pt x="11449" y="21583"/>
                  <a:pt x="11603" y="21572"/>
                  <a:pt x="11757" y="21558"/>
                </a:cubicBezTo>
                <a:lnTo>
                  <a:pt x="21558" y="11757"/>
                </a:lnTo>
                <a:cubicBezTo>
                  <a:pt x="21572" y="11603"/>
                  <a:pt x="21583" y="11450"/>
                  <a:pt x="21590" y="11296"/>
                </a:cubicBezTo>
                <a:close/>
                <a:moveTo>
                  <a:pt x="21489" y="12358"/>
                </a:moveTo>
                <a:lnTo>
                  <a:pt x="12358" y="21489"/>
                </a:lnTo>
                <a:cubicBezTo>
                  <a:pt x="12531" y="21464"/>
                  <a:pt x="12703" y="21434"/>
                  <a:pt x="12876" y="21400"/>
                </a:cubicBezTo>
                <a:lnTo>
                  <a:pt x="21400" y="12876"/>
                </a:lnTo>
                <a:cubicBezTo>
                  <a:pt x="21434" y="12704"/>
                  <a:pt x="21464" y="12531"/>
                  <a:pt x="21489" y="12358"/>
                </a:cubicBezTo>
                <a:close/>
                <a:moveTo>
                  <a:pt x="21239" y="13569"/>
                </a:moveTo>
                <a:lnTo>
                  <a:pt x="13569" y="21239"/>
                </a:lnTo>
                <a:cubicBezTo>
                  <a:pt x="13774" y="21185"/>
                  <a:pt x="13978" y="21125"/>
                  <a:pt x="14181" y="21058"/>
                </a:cubicBezTo>
                <a:lnTo>
                  <a:pt x="21058" y="14181"/>
                </a:lnTo>
                <a:cubicBezTo>
                  <a:pt x="21125" y="13978"/>
                  <a:pt x="21185" y="13774"/>
                  <a:pt x="21239" y="13569"/>
                </a:cubicBezTo>
                <a:close/>
                <a:moveTo>
                  <a:pt x="20736" y="15035"/>
                </a:moveTo>
                <a:lnTo>
                  <a:pt x="15035" y="20736"/>
                </a:lnTo>
                <a:cubicBezTo>
                  <a:pt x="15310" y="20619"/>
                  <a:pt x="15581" y="20493"/>
                  <a:pt x="15848" y="20352"/>
                </a:cubicBezTo>
                <a:lnTo>
                  <a:pt x="20352" y="15848"/>
                </a:lnTo>
                <a:cubicBezTo>
                  <a:pt x="20493" y="15581"/>
                  <a:pt x="20619" y="15310"/>
                  <a:pt x="20736" y="15035"/>
                </a:cubicBezTo>
                <a:close/>
                <a:moveTo>
                  <a:pt x="19400" y="17332"/>
                </a:moveTo>
                <a:lnTo>
                  <a:pt x="17332" y="19400"/>
                </a:lnTo>
                <a:cubicBezTo>
                  <a:pt x="17716" y="19108"/>
                  <a:pt x="18087" y="18789"/>
                  <a:pt x="18438" y="18438"/>
                </a:cubicBezTo>
                <a:cubicBezTo>
                  <a:pt x="18788" y="18087"/>
                  <a:pt x="19107" y="17716"/>
                  <a:pt x="19400" y="17332"/>
                </a:cubicBezTo>
                <a:close/>
              </a:path>
            </a:pathLst>
          </a:custGeom>
          <a:solidFill>
            <a:schemeClr val="accent4"/>
          </a:solidFill>
          <a:ln w="12700">
            <a:miter lim="400000"/>
          </a:ln>
        </p:spPr>
        <p:txBody>
          <a:bodyPr lIns="0" tIns="0" rIns="0" bIns="0" anchor="ctr"/>
          <a:lstStyle/>
          <a:p>
            <a:pPr marL="0" marR="0" lvl="0" indent="0" algn="ctr" defTabSz="8255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 kumimoji="0" sz="32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Helvetica Neue Medium"/>
              <a:sym typeface="Helvetica Neue Medium"/>
            </a:endParaRPr>
          </a:p>
        </p:txBody>
      </p:sp>
      <p:sp>
        <p:nvSpPr>
          <p:cNvPr id="217" name="Shape">
            <a:extLst>
              <a:ext uri="{FF2B5EF4-FFF2-40B4-BE49-F238E27FC236}">
                <a16:creationId xmlns:a16="http://schemas.microsoft.com/office/drawing/2014/main" id="{C0262E4A-DDA2-2B1F-521F-8B1D05648FC6}"/>
              </a:ext>
            </a:extLst>
          </p:cNvPr>
          <p:cNvSpPr/>
          <p:nvPr/>
        </p:nvSpPr>
        <p:spPr>
          <a:xfrm>
            <a:off x="5513585" y="9836851"/>
            <a:ext cx="2709536" cy="270965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800" y="0"/>
                </a:moveTo>
                <a:cubicBezTo>
                  <a:pt x="10787" y="0"/>
                  <a:pt x="10773" y="1"/>
                  <a:pt x="10759" y="1"/>
                </a:cubicBezTo>
                <a:lnTo>
                  <a:pt x="1" y="10760"/>
                </a:lnTo>
                <a:cubicBezTo>
                  <a:pt x="0" y="10900"/>
                  <a:pt x="3" y="11040"/>
                  <a:pt x="8" y="11181"/>
                </a:cubicBezTo>
                <a:lnTo>
                  <a:pt x="11180" y="9"/>
                </a:lnTo>
                <a:cubicBezTo>
                  <a:pt x="11054" y="4"/>
                  <a:pt x="10927" y="0"/>
                  <a:pt x="10800" y="0"/>
                </a:cubicBezTo>
                <a:close/>
                <a:moveTo>
                  <a:pt x="10211" y="17"/>
                </a:moveTo>
                <a:cubicBezTo>
                  <a:pt x="10057" y="25"/>
                  <a:pt x="9903" y="36"/>
                  <a:pt x="9748" y="51"/>
                </a:cubicBezTo>
                <a:lnTo>
                  <a:pt x="50" y="9749"/>
                </a:lnTo>
                <a:cubicBezTo>
                  <a:pt x="35" y="9903"/>
                  <a:pt x="25" y="10057"/>
                  <a:pt x="16" y="10212"/>
                </a:cubicBezTo>
                <a:lnTo>
                  <a:pt x="10211" y="17"/>
                </a:lnTo>
                <a:close/>
                <a:moveTo>
                  <a:pt x="11683" y="38"/>
                </a:moveTo>
                <a:lnTo>
                  <a:pt x="38" y="11684"/>
                </a:lnTo>
                <a:cubicBezTo>
                  <a:pt x="48" y="11814"/>
                  <a:pt x="62" y="11944"/>
                  <a:pt x="78" y="12075"/>
                </a:cubicBezTo>
                <a:lnTo>
                  <a:pt x="12074" y="78"/>
                </a:lnTo>
                <a:cubicBezTo>
                  <a:pt x="11944" y="63"/>
                  <a:pt x="11814" y="49"/>
                  <a:pt x="11683" y="38"/>
                </a:cubicBezTo>
                <a:close/>
                <a:moveTo>
                  <a:pt x="9136" y="131"/>
                </a:moveTo>
                <a:cubicBezTo>
                  <a:pt x="8960" y="158"/>
                  <a:pt x="8786" y="190"/>
                  <a:pt x="8611" y="226"/>
                </a:cubicBezTo>
                <a:lnTo>
                  <a:pt x="226" y="8611"/>
                </a:lnTo>
                <a:cubicBezTo>
                  <a:pt x="190" y="8786"/>
                  <a:pt x="157" y="8961"/>
                  <a:pt x="130" y="9137"/>
                </a:cubicBezTo>
                <a:lnTo>
                  <a:pt x="9136" y="131"/>
                </a:lnTo>
                <a:close/>
                <a:moveTo>
                  <a:pt x="12541" y="143"/>
                </a:moveTo>
                <a:lnTo>
                  <a:pt x="143" y="12541"/>
                </a:lnTo>
                <a:cubicBezTo>
                  <a:pt x="163" y="12663"/>
                  <a:pt x="183" y="12785"/>
                  <a:pt x="207" y="12906"/>
                </a:cubicBezTo>
                <a:lnTo>
                  <a:pt x="12906" y="208"/>
                </a:lnTo>
                <a:cubicBezTo>
                  <a:pt x="12785" y="184"/>
                  <a:pt x="12663" y="163"/>
                  <a:pt x="12541" y="143"/>
                </a:cubicBezTo>
                <a:close/>
                <a:moveTo>
                  <a:pt x="13343" y="303"/>
                </a:moveTo>
                <a:lnTo>
                  <a:pt x="303" y="13343"/>
                </a:lnTo>
                <a:cubicBezTo>
                  <a:pt x="330" y="13456"/>
                  <a:pt x="361" y="13569"/>
                  <a:pt x="392" y="13682"/>
                </a:cubicBezTo>
                <a:lnTo>
                  <a:pt x="13682" y="393"/>
                </a:lnTo>
                <a:cubicBezTo>
                  <a:pt x="13569" y="362"/>
                  <a:pt x="13456" y="331"/>
                  <a:pt x="13343" y="303"/>
                </a:cubicBezTo>
                <a:close/>
                <a:moveTo>
                  <a:pt x="7909" y="395"/>
                </a:moveTo>
                <a:cubicBezTo>
                  <a:pt x="7701" y="452"/>
                  <a:pt x="7495" y="515"/>
                  <a:pt x="7290" y="585"/>
                </a:cubicBezTo>
                <a:lnTo>
                  <a:pt x="584" y="7290"/>
                </a:lnTo>
                <a:cubicBezTo>
                  <a:pt x="514" y="7495"/>
                  <a:pt x="452" y="7702"/>
                  <a:pt x="394" y="7909"/>
                </a:cubicBezTo>
                <a:lnTo>
                  <a:pt x="7909" y="395"/>
                </a:lnTo>
                <a:close/>
                <a:moveTo>
                  <a:pt x="14094" y="515"/>
                </a:moveTo>
                <a:lnTo>
                  <a:pt x="514" y="14094"/>
                </a:lnTo>
                <a:cubicBezTo>
                  <a:pt x="549" y="14202"/>
                  <a:pt x="583" y="14310"/>
                  <a:pt x="620" y="14417"/>
                </a:cubicBezTo>
                <a:lnTo>
                  <a:pt x="14417" y="621"/>
                </a:lnTo>
                <a:cubicBezTo>
                  <a:pt x="14310" y="583"/>
                  <a:pt x="14202" y="549"/>
                  <a:pt x="14094" y="515"/>
                </a:cubicBezTo>
                <a:close/>
                <a:moveTo>
                  <a:pt x="14804" y="767"/>
                </a:moveTo>
                <a:lnTo>
                  <a:pt x="767" y="14804"/>
                </a:lnTo>
                <a:cubicBezTo>
                  <a:pt x="807" y="14905"/>
                  <a:pt x="851" y="15004"/>
                  <a:pt x="894" y="15104"/>
                </a:cubicBezTo>
                <a:lnTo>
                  <a:pt x="15104" y="895"/>
                </a:lnTo>
                <a:cubicBezTo>
                  <a:pt x="15004" y="852"/>
                  <a:pt x="14905" y="807"/>
                  <a:pt x="14804" y="767"/>
                </a:cubicBezTo>
                <a:close/>
                <a:moveTo>
                  <a:pt x="6411" y="932"/>
                </a:moveTo>
                <a:cubicBezTo>
                  <a:pt x="6118" y="1062"/>
                  <a:pt x="5831" y="1206"/>
                  <a:pt x="5549" y="1363"/>
                </a:cubicBezTo>
                <a:lnTo>
                  <a:pt x="1362" y="5549"/>
                </a:lnTo>
                <a:cubicBezTo>
                  <a:pt x="1205" y="5832"/>
                  <a:pt x="1061" y="6119"/>
                  <a:pt x="931" y="6411"/>
                </a:cubicBezTo>
                <a:lnTo>
                  <a:pt x="6411" y="932"/>
                </a:lnTo>
                <a:close/>
                <a:moveTo>
                  <a:pt x="15470" y="1061"/>
                </a:moveTo>
                <a:lnTo>
                  <a:pt x="1060" y="15471"/>
                </a:lnTo>
                <a:cubicBezTo>
                  <a:pt x="1106" y="15567"/>
                  <a:pt x="1153" y="15664"/>
                  <a:pt x="1202" y="15759"/>
                </a:cubicBezTo>
                <a:lnTo>
                  <a:pt x="15759" y="1203"/>
                </a:lnTo>
                <a:cubicBezTo>
                  <a:pt x="15663" y="1153"/>
                  <a:pt x="15567" y="1107"/>
                  <a:pt x="15470" y="1061"/>
                </a:cubicBezTo>
                <a:close/>
                <a:moveTo>
                  <a:pt x="16103" y="1391"/>
                </a:moveTo>
                <a:lnTo>
                  <a:pt x="1391" y="16103"/>
                </a:lnTo>
                <a:cubicBezTo>
                  <a:pt x="1442" y="16194"/>
                  <a:pt x="1494" y="16285"/>
                  <a:pt x="1548" y="16375"/>
                </a:cubicBezTo>
                <a:lnTo>
                  <a:pt x="16375" y="1549"/>
                </a:lnTo>
                <a:cubicBezTo>
                  <a:pt x="16285" y="1495"/>
                  <a:pt x="16194" y="1442"/>
                  <a:pt x="16103" y="1391"/>
                </a:cubicBezTo>
                <a:close/>
                <a:moveTo>
                  <a:pt x="16703" y="1754"/>
                </a:moveTo>
                <a:lnTo>
                  <a:pt x="1753" y="16703"/>
                </a:lnTo>
                <a:cubicBezTo>
                  <a:pt x="1809" y="16788"/>
                  <a:pt x="1869" y="16872"/>
                  <a:pt x="1928" y="16956"/>
                </a:cubicBezTo>
                <a:lnTo>
                  <a:pt x="16956" y="1928"/>
                </a:lnTo>
                <a:cubicBezTo>
                  <a:pt x="16872" y="1869"/>
                  <a:pt x="16788" y="1810"/>
                  <a:pt x="16703" y="1754"/>
                </a:cubicBezTo>
                <a:close/>
                <a:moveTo>
                  <a:pt x="17267" y="2151"/>
                </a:moveTo>
                <a:lnTo>
                  <a:pt x="2151" y="17267"/>
                </a:lnTo>
                <a:cubicBezTo>
                  <a:pt x="2212" y="17349"/>
                  <a:pt x="2274" y="17430"/>
                  <a:pt x="2338" y="17510"/>
                </a:cubicBezTo>
                <a:lnTo>
                  <a:pt x="17510" y="2338"/>
                </a:lnTo>
                <a:cubicBezTo>
                  <a:pt x="17430" y="2275"/>
                  <a:pt x="17349" y="2212"/>
                  <a:pt x="17267" y="2151"/>
                </a:cubicBezTo>
                <a:close/>
                <a:moveTo>
                  <a:pt x="3805" y="2574"/>
                </a:moveTo>
                <a:cubicBezTo>
                  <a:pt x="3586" y="2761"/>
                  <a:pt x="3370" y="2956"/>
                  <a:pt x="3163" y="3163"/>
                </a:cubicBezTo>
                <a:cubicBezTo>
                  <a:pt x="2955" y="3371"/>
                  <a:pt x="2761" y="3586"/>
                  <a:pt x="2574" y="3806"/>
                </a:cubicBezTo>
                <a:lnTo>
                  <a:pt x="3805" y="2574"/>
                </a:lnTo>
                <a:close/>
                <a:moveTo>
                  <a:pt x="17801" y="2579"/>
                </a:moveTo>
                <a:lnTo>
                  <a:pt x="2579" y="17801"/>
                </a:lnTo>
                <a:cubicBezTo>
                  <a:pt x="2645" y="17878"/>
                  <a:pt x="2709" y="17957"/>
                  <a:pt x="2777" y="18032"/>
                </a:cubicBezTo>
                <a:lnTo>
                  <a:pt x="18032" y="2777"/>
                </a:lnTo>
                <a:cubicBezTo>
                  <a:pt x="17957" y="2709"/>
                  <a:pt x="17878" y="2645"/>
                  <a:pt x="17801" y="2579"/>
                </a:cubicBezTo>
                <a:close/>
                <a:moveTo>
                  <a:pt x="18304" y="3036"/>
                </a:moveTo>
                <a:lnTo>
                  <a:pt x="3036" y="18304"/>
                </a:lnTo>
                <a:cubicBezTo>
                  <a:pt x="3079" y="18349"/>
                  <a:pt x="3119" y="18394"/>
                  <a:pt x="3163" y="18438"/>
                </a:cubicBezTo>
                <a:cubicBezTo>
                  <a:pt x="3191" y="18466"/>
                  <a:pt x="3222" y="18492"/>
                  <a:pt x="3250" y="18521"/>
                </a:cubicBezTo>
                <a:lnTo>
                  <a:pt x="18521" y="3251"/>
                </a:lnTo>
                <a:cubicBezTo>
                  <a:pt x="18492" y="3222"/>
                  <a:pt x="18466" y="3192"/>
                  <a:pt x="18438" y="3163"/>
                </a:cubicBezTo>
                <a:cubicBezTo>
                  <a:pt x="18394" y="3119"/>
                  <a:pt x="18348" y="3079"/>
                  <a:pt x="18304" y="3036"/>
                </a:cubicBezTo>
                <a:close/>
                <a:moveTo>
                  <a:pt x="18781" y="3523"/>
                </a:moveTo>
                <a:lnTo>
                  <a:pt x="3522" y="18781"/>
                </a:lnTo>
                <a:cubicBezTo>
                  <a:pt x="3598" y="18850"/>
                  <a:pt x="3676" y="18915"/>
                  <a:pt x="3753" y="18982"/>
                </a:cubicBezTo>
                <a:lnTo>
                  <a:pt x="18982" y="3753"/>
                </a:lnTo>
                <a:cubicBezTo>
                  <a:pt x="18915" y="3676"/>
                  <a:pt x="18850" y="3598"/>
                  <a:pt x="18781" y="3523"/>
                </a:cubicBezTo>
                <a:close/>
                <a:moveTo>
                  <a:pt x="19224" y="4041"/>
                </a:moveTo>
                <a:lnTo>
                  <a:pt x="4041" y="19224"/>
                </a:lnTo>
                <a:cubicBezTo>
                  <a:pt x="4121" y="19289"/>
                  <a:pt x="4202" y="19350"/>
                  <a:pt x="4283" y="19412"/>
                </a:cubicBezTo>
                <a:lnTo>
                  <a:pt x="19412" y="4283"/>
                </a:lnTo>
                <a:cubicBezTo>
                  <a:pt x="19350" y="4202"/>
                  <a:pt x="19289" y="4121"/>
                  <a:pt x="19224" y="4041"/>
                </a:cubicBezTo>
                <a:close/>
                <a:moveTo>
                  <a:pt x="19637" y="4591"/>
                </a:moveTo>
                <a:lnTo>
                  <a:pt x="4591" y="19637"/>
                </a:lnTo>
                <a:cubicBezTo>
                  <a:pt x="4675" y="19696"/>
                  <a:pt x="4758" y="19757"/>
                  <a:pt x="4843" y="19813"/>
                </a:cubicBezTo>
                <a:lnTo>
                  <a:pt x="19813" y="4844"/>
                </a:lnTo>
                <a:cubicBezTo>
                  <a:pt x="19757" y="4758"/>
                  <a:pt x="19696" y="4675"/>
                  <a:pt x="19637" y="4591"/>
                </a:cubicBezTo>
                <a:close/>
                <a:moveTo>
                  <a:pt x="20019" y="5172"/>
                </a:moveTo>
                <a:lnTo>
                  <a:pt x="5172" y="20019"/>
                </a:lnTo>
                <a:cubicBezTo>
                  <a:pt x="5261" y="20073"/>
                  <a:pt x="5351" y="20126"/>
                  <a:pt x="5441" y="20178"/>
                </a:cubicBezTo>
                <a:lnTo>
                  <a:pt x="20178" y="5441"/>
                </a:lnTo>
                <a:cubicBezTo>
                  <a:pt x="20126" y="5351"/>
                  <a:pt x="20073" y="5261"/>
                  <a:pt x="20019" y="5172"/>
                </a:cubicBezTo>
                <a:close/>
                <a:moveTo>
                  <a:pt x="20369" y="5782"/>
                </a:moveTo>
                <a:lnTo>
                  <a:pt x="5782" y="20369"/>
                </a:lnTo>
                <a:cubicBezTo>
                  <a:pt x="5877" y="20419"/>
                  <a:pt x="5974" y="20463"/>
                  <a:pt x="6071" y="20510"/>
                </a:cubicBezTo>
                <a:lnTo>
                  <a:pt x="20510" y="6071"/>
                </a:lnTo>
                <a:cubicBezTo>
                  <a:pt x="20463" y="5975"/>
                  <a:pt x="20419" y="5878"/>
                  <a:pt x="20369" y="5782"/>
                </a:cubicBezTo>
                <a:close/>
                <a:moveTo>
                  <a:pt x="20679" y="6434"/>
                </a:moveTo>
                <a:lnTo>
                  <a:pt x="6434" y="20679"/>
                </a:lnTo>
                <a:cubicBezTo>
                  <a:pt x="6534" y="20723"/>
                  <a:pt x="6633" y="20769"/>
                  <a:pt x="6734" y="20809"/>
                </a:cubicBezTo>
                <a:lnTo>
                  <a:pt x="20809" y="6735"/>
                </a:lnTo>
                <a:cubicBezTo>
                  <a:pt x="20769" y="6634"/>
                  <a:pt x="20723" y="6534"/>
                  <a:pt x="20679" y="6434"/>
                </a:cubicBezTo>
                <a:close/>
                <a:moveTo>
                  <a:pt x="20956" y="7121"/>
                </a:moveTo>
                <a:lnTo>
                  <a:pt x="7120" y="20956"/>
                </a:lnTo>
                <a:cubicBezTo>
                  <a:pt x="7226" y="20994"/>
                  <a:pt x="7333" y="21030"/>
                  <a:pt x="7439" y="21065"/>
                </a:cubicBezTo>
                <a:lnTo>
                  <a:pt x="21065" y="7439"/>
                </a:lnTo>
                <a:cubicBezTo>
                  <a:pt x="21030" y="7333"/>
                  <a:pt x="20994" y="7226"/>
                  <a:pt x="20956" y="7121"/>
                </a:cubicBezTo>
                <a:close/>
                <a:moveTo>
                  <a:pt x="21190" y="7848"/>
                </a:moveTo>
                <a:lnTo>
                  <a:pt x="7848" y="21190"/>
                </a:lnTo>
                <a:cubicBezTo>
                  <a:pt x="7960" y="21221"/>
                  <a:pt x="8073" y="21252"/>
                  <a:pt x="8186" y="21280"/>
                </a:cubicBezTo>
                <a:lnTo>
                  <a:pt x="21280" y="8186"/>
                </a:lnTo>
                <a:cubicBezTo>
                  <a:pt x="21252" y="8073"/>
                  <a:pt x="21221" y="7960"/>
                  <a:pt x="21190" y="7848"/>
                </a:cubicBezTo>
                <a:close/>
                <a:moveTo>
                  <a:pt x="21378" y="8623"/>
                </a:moveTo>
                <a:lnTo>
                  <a:pt x="8623" y="21378"/>
                </a:lnTo>
                <a:cubicBezTo>
                  <a:pt x="8743" y="21402"/>
                  <a:pt x="8863" y="21424"/>
                  <a:pt x="8984" y="21445"/>
                </a:cubicBezTo>
                <a:lnTo>
                  <a:pt x="21445" y="8984"/>
                </a:lnTo>
                <a:cubicBezTo>
                  <a:pt x="21424" y="8864"/>
                  <a:pt x="21402" y="8743"/>
                  <a:pt x="21378" y="8623"/>
                </a:cubicBezTo>
                <a:close/>
                <a:moveTo>
                  <a:pt x="21514" y="9448"/>
                </a:moveTo>
                <a:lnTo>
                  <a:pt x="9447" y="21514"/>
                </a:lnTo>
                <a:cubicBezTo>
                  <a:pt x="9576" y="21530"/>
                  <a:pt x="9704" y="21546"/>
                  <a:pt x="9833" y="21557"/>
                </a:cubicBezTo>
                <a:lnTo>
                  <a:pt x="21557" y="9834"/>
                </a:lnTo>
                <a:cubicBezTo>
                  <a:pt x="21546" y="9705"/>
                  <a:pt x="21530" y="9576"/>
                  <a:pt x="21514" y="9448"/>
                </a:cubicBezTo>
                <a:close/>
                <a:moveTo>
                  <a:pt x="21590" y="10333"/>
                </a:moveTo>
                <a:lnTo>
                  <a:pt x="10332" y="21590"/>
                </a:lnTo>
                <a:cubicBezTo>
                  <a:pt x="10473" y="21596"/>
                  <a:pt x="10613" y="21599"/>
                  <a:pt x="10753" y="21600"/>
                </a:cubicBezTo>
                <a:lnTo>
                  <a:pt x="21600" y="10754"/>
                </a:lnTo>
                <a:cubicBezTo>
                  <a:pt x="21599" y="10613"/>
                  <a:pt x="21596" y="10473"/>
                  <a:pt x="21590" y="10333"/>
                </a:cubicBezTo>
                <a:close/>
                <a:moveTo>
                  <a:pt x="21590" y="11296"/>
                </a:moveTo>
                <a:lnTo>
                  <a:pt x="11295" y="21590"/>
                </a:lnTo>
                <a:cubicBezTo>
                  <a:pt x="11449" y="21583"/>
                  <a:pt x="11603" y="21572"/>
                  <a:pt x="11757" y="21558"/>
                </a:cubicBezTo>
                <a:lnTo>
                  <a:pt x="21558" y="11757"/>
                </a:lnTo>
                <a:cubicBezTo>
                  <a:pt x="21572" y="11603"/>
                  <a:pt x="21583" y="11450"/>
                  <a:pt x="21590" y="11296"/>
                </a:cubicBezTo>
                <a:close/>
                <a:moveTo>
                  <a:pt x="21489" y="12358"/>
                </a:moveTo>
                <a:lnTo>
                  <a:pt x="12358" y="21489"/>
                </a:lnTo>
                <a:cubicBezTo>
                  <a:pt x="12531" y="21464"/>
                  <a:pt x="12703" y="21434"/>
                  <a:pt x="12876" y="21400"/>
                </a:cubicBezTo>
                <a:lnTo>
                  <a:pt x="21400" y="12876"/>
                </a:lnTo>
                <a:cubicBezTo>
                  <a:pt x="21434" y="12704"/>
                  <a:pt x="21464" y="12531"/>
                  <a:pt x="21489" y="12358"/>
                </a:cubicBezTo>
                <a:close/>
                <a:moveTo>
                  <a:pt x="21239" y="13569"/>
                </a:moveTo>
                <a:lnTo>
                  <a:pt x="13569" y="21239"/>
                </a:lnTo>
                <a:cubicBezTo>
                  <a:pt x="13774" y="21185"/>
                  <a:pt x="13978" y="21125"/>
                  <a:pt x="14181" y="21058"/>
                </a:cubicBezTo>
                <a:lnTo>
                  <a:pt x="21058" y="14181"/>
                </a:lnTo>
                <a:cubicBezTo>
                  <a:pt x="21125" y="13978"/>
                  <a:pt x="21185" y="13774"/>
                  <a:pt x="21239" y="13569"/>
                </a:cubicBezTo>
                <a:close/>
                <a:moveTo>
                  <a:pt x="20736" y="15035"/>
                </a:moveTo>
                <a:lnTo>
                  <a:pt x="15035" y="20736"/>
                </a:lnTo>
                <a:cubicBezTo>
                  <a:pt x="15310" y="20619"/>
                  <a:pt x="15581" y="20493"/>
                  <a:pt x="15848" y="20352"/>
                </a:cubicBezTo>
                <a:lnTo>
                  <a:pt x="20352" y="15848"/>
                </a:lnTo>
                <a:cubicBezTo>
                  <a:pt x="20493" y="15581"/>
                  <a:pt x="20619" y="15310"/>
                  <a:pt x="20736" y="15035"/>
                </a:cubicBezTo>
                <a:close/>
                <a:moveTo>
                  <a:pt x="19400" y="17332"/>
                </a:moveTo>
                <a:lnTo>
                  <a:pt x="17332" y="19400"/>
                </a:lnTo>
                <a:cubicBezTo>
                  <a:pt x="17716" y="19108"/>
                  <a:pt x="18087" y="18789"/>
                  <a:pt x="18438" y="18438"/>
                </a:cubicBezTo>
                <a:cubicBezTo>
                  <a:pt x="18788" y="18087"/>
                  <a:pt x="19107" y="17716"/>
                  <a:pt x="19400" y="17332"/>
                </a:cubicBezTo>
                <a:close/>
              </a:path>
            </a:pathLst>
          </a:custGeom>
          <a:solidFill>
            <a:schemeClr val="accent4"/>
          </a:solidFill>
          <a:ln w="12700">
            <a:miter lim="400000"/>
          </a:ln>
        </p:spPr>
        <p:txBody>
          <a:bodyPr lIns="0" tIns="0" rIns="0" bIns="0" anchor="ctr"/>
          <a:lstStyle/>
          <a:p>
            <a:pPr marL="0" marR="0" lvl="0" indent="0" algn="ctr" defTabSz="8255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 kumimoji="0" sz="32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Helvetica Neue Medium"/>
              <a:sym typeface="Helvetica Neue Medium"/>
            </a:endParaRPr>
          </a:p>
        </p:txBody>
      </p:sp>
      <p:sp>
        <p:nvSpPr>
          <p:cNvPr id="218" name="Shape">
            <a:extLst>
              <a:ext uri="{FF2B5EF4-FFF2-40B4-BE49-F238E27FC236}">
                <a16:creationId xmlns:a16="http://schemas.microsoft.com/office/drawing/2014/main" id="{AAC68389-370F-56AF-4388-07D355B2D1FC}"/>
              </a:ext>
            </a:extLst>
          </p:cNvPr>
          <p:cNvSpPr/>
          <p:nvPr/>
        </p:nvSpPr>
        <p:spPr>
          <a:xfrm>
            <a:off x="1688166" y="791392"/>
            <a:ext cx="7163901" cy="716420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800" y="0"/>
                </a:moveTo>
                <a:cubicBezTo>
                  <a:pt x="10787" y="0"/>
                  <a:pt x="10773" y="1"/>
                  <a:pt x="10759" y="1"/>
                </a:cubicBezTo>
                <a:lnTo>
                  <a:pt x="1" y="10760"/>
                </a:lnTo>
                <a:cubicBezTo>
                  <a:pt x="0" y="10900"/>
                  <a:pt x="3" y="11040"/>
                  <a:pt x="8" y="11181"/>
                </a:cubicBezTo>
                <a:lnTo>
                  <a:pt x="11180" y="9"/>
                </a:lnTo>
                <a:cubicBezTo>
                  <a:pt x="11054" y="4"/>
                  <a:pt x="10927" y="0"/>
                  <a:pt x="10800" y="0"/>
                </a:cubicBezTo>
                <a:close/>
                <a:moveTo>
                  <a:pt x="10211" y="17"/>
                </a:moveTo>
                <a:cubicBezTo>
                  <a:pt x="10057" y="25"/>
                  <a:pt x="9903" y="36"/>
                  <a:pt x="9748" y="51"/>
                </a:cubicBezTo>
                <a:lnTo>
                  <a:pt x="50" y="9749"/>
                </a:lnTo>
                <a:cubicBezTo>
                  <a:pt x="35" y="9903"/>
                  <a:pt x="25" y="10057"/>
                  <a:pt x="16" y="10212"/>
                </a:cubicBezTo>
                <a:lnTo>
                  <a:pt x="10211" y="17"/>
                </a:lnTo>
                <a:close/>
                <a:moveTo>
                  <a:pt x="11683" y="38"/>
                </a:moveTo>
                <a:lnTo>
                  <a:pt x="38" y="11684"/>
                </a:lnTo>
                <a:cubicBezTo>
                  <a:pt x="48" y="11814"/>
                  <a:pt x="62" y="11944"/>
                  <a:pt x="78" y="12075"/>
                </a:cubicBezTo>
                <a:lnTo>
                  <a:pt x="12074" y="78"/>
                </a:lnTo>
                <a:cubicBezTo>
                  <a:pt x="11944" y="63"/>
                  <a:pt x="11814" y="49"/>
                  <a:pt x="11683" y="38"/>
                </a:cubicBezTo>
                <a:close/>
                <a:moveTo>
                  <a:pt x="9136" y="131"/>
                </a:moveTo>
                <a:cubicBezTo>
                  <a:pt x="8960" y="158"/>
                  <a:pt x="8786" y="190"/>
                  <a:pt x="8611" y="226"/>
                </a:cubicBezTo>
                <a:lnTo>
                  <a:pt x="226" y="8611"/>
                </a:lnTo>
                <a:cubicBezTo>
                  <a:pt x="190" y="8786"/>
                  <a:pt x="157" y="8961"/>
                  <a:pt x="130" y="9137"/>
                </a:cubicBezTo>
                <a:lnTo>
                  <a:pt x="9136" y="131"/>
                </a:lnTo>
                <a:close/>
                <a:moveTo>
                  <a:pt x="12541" y="143"/>
                </a:moveTo>
                <a:lnTo>
                  <a:pt x="143" y="12541"/>
                </a:lnTo>
                <a:cubicBezTo>
                  <a:pt x="163" y="12663"/>
                  <a:pt x="183" y="12785"/>
                  <a:pt x="207" y="12906"/>
                </a:cubicBezTo>
                <a:lnTo>
                  <a:pt x="12906" y="208"/>
                </a:lnTo>
                <a:cubicBezTo>
                  <a:pt x="12785" y="184"/>
                  <a:pt x="12663" y="163"/>
                  <a:pt x="12541" y="143"/>
                </a:cubicBezTo>
                <a:close/>
                <a:moveTo>
                  <a:pt x="13343" y="303"/>
                </a:moveTo>
                <a:lnTo>
                  <a:pt x="303" y="13343"/>
                </a:lnTo>
                <a:cubicBezTo>
                  <a:pt x="330" y="13456"/>
                  <a:pt x="361" y="13569"/>
                  <a:pt x="392" y="13682"/>
                </a:cubicBezTo>
                <a:lnTo>
                  <a:pt x="13682" y="393"/>
                </a:lnTo>
                <a:cubicBezTo>
                  <a:pt x="13569" y="362"/>
                  <a:pt x="13456" y="331"/>
                  <a:pt x="13343" y="303"/>
                </a:cubicBezTo>
                <a:close/>
                <a:moveTo>
                  <a:pt x="7909" y="395"/>
                </a:moveTo>
                <a:cubicBezTo>
                  <a:pt x="7701" y="452"/>
                  <a:pt x="7495" y="515"/>
                  <a:pt x="7290" y="585"/>
                </a:cubicBezTo>
                <a:lnTo>
                  <a:pt x="584" y="7290"/>
                </a:lnTo>
                <a:cubicBezTo>
                  <a:pt x="514" y="7495"/>
                  <a:pt x="452" y="7702"/>
                  <a:pt x="394" y="7909"/>
                </a:cubicBezTo>
                <a:lnTo>
                  <a:pt x="7909" y="395"/>
                </a:lnTo>
                <a:close/>
                <a:moveTo>
                  <a:pt x="14094" y="515"/>
                </a:moveTo>
                <a:lnTo>
                  <a:pt x="514" y="14094"/>
                </a:lnTo>
                <a:cubicBezTo>
                  <a:pt x="549" y="14202"/>
                  <a:pt x="583" y="14310"/>
                  <a:pt x="620" y="14417"/>
                </a:cubicBezTo>
                <a:lnTo>
                  <a:pt x="14417" y="621"/>
                </a:lnTo>
                <a:cubicBezTo>
                  <a:pt x="14310" y="583"/>
                  <a:pt x="14202" y="549"/>
                  <a:pt x="14094" y="515"/>
                </a:cubicBezTo>
                <a:close/>
                <a:moveTo>
                  <a:pt x="14804" y="767"/>
                </a:moveTo>
                <a:lnTo>
                  <a:pt x="767" y="14804"/>
                </a:lnTo>
                <a:cubicBezTo>
                  <a:pt x="807" y="14905"/>
                  <a:pt x="851" y="15004"/>
                  <a:pt x="894" y="15104"/>
                </a:cubicBezTo>
                <a:lnTo>
                  <a:pt x="15104" y="895"/>
                </a:lnTo>
                <a:cubicBezTo>
                  <a:pt x="15004" y="852"/>
                  <a:pt x="14905" y="807"/>
                  <a:pt x="14804" y="767"/>
                </a:cubicBezTo>
                <a:close/>
                <a:moveTo>
                  <a:pt x="6411" y="932"/>
                </a:moveTo>
                <a:cubicBezTo>
                  <a:pt x="6118" y="1062"/>
                  <a:pt x="5831" y="1206"/>
                  <a:pt x="5549" y="1363"/>
                </a:cubicBezTo>
                <a:lnTo>
                  <a:pt x="1362" y="5549"/>
                </a:lnTo>
                <a:cubicBezTo>
                  <a:pt x="1205" y="5832"/>
                  <a:pt x="1061" y="6119"/>
                  <a:pt x="931" y="6411"/>
                </a:cubicBezTo>
                <a:lnTo>
                  <a:pt x="6411" y="932"/>
                </a:lnTo>
                <a:close/>
                <a:moveTo>
                  <a:pt x="15470" y="1061"/>
                </a:moveTo>
                <a:lnTo>
                  <a:pt x="1060" y="15471"/>
                </a:lnTo>
                <a:cubicBezTo>
                  <a:pt x="1106" y="15567"/>
                  <a:pt x="1153" y="15664"/>
                  <a:pt x="1202" y="15759"/>
                </a:cubicBezTo>
                <a:lnTo>
                  <a:pt x="15759" y="1203"/>
                </a:lnTo>
                <a:cubicBezTo>
                  <a:pt x="15663" y="1153"/>
                  <a:pt x="15567" y="1107"/>
                  <a:pt x="15470" y="1061"/>
                </a:cubicBezTo>
                <a:close/>
                <a:moveTo>
                  <a:pt x="16103" y="1391"/>
                </a:moveTo>
                <a:lnTo>
                  <a:pt x="1391" y="16103"/>
                </a:lnTo>
                <a:cubicBezTo>
                  <a:pt x="1442" y="16194"/>
                  <a:pt x="1494" y="16285"/>
                  <a:pt x="1548" y="16375"/>
                </a:cubicBezTo>
                <a:lnTo>
                  <a:pt x="16375" y="1549"/>
                </a:lnTo>
                <a:cubicBezTo>
                  <a:pt x="16285" y="1495"/>
                  <a:pt x="16194" y="1442"/>
                  <a:pt x="16103" y="1391"/>
                </a:cubicBezTo>
                <a:close/>
                <a:moveTo>
                  <a:pt x="16703" y="1754"/>
                </a:moveTo>
                <a:lnTo>
                  <a:pt x="1753" y="16703"/>
                </a:lnTo>
                <a:cubicBezTo>
                  <a:pt x="1809" y="16788"/>
                  <a:pt x="1869" y="16872"/>
                  <a:pt x="1928" y="16956"/>
                </a:cubicBezTo>
                <a:lnTo>
                  <a:pt x="16956" y="1928"/>
                </a:lnTo>
                <a:cubicBezTo>
                  <a:pt x="16872" y="1869"/>
                  <a:pt x="16788" y="1810"/>
                  <a:pt x="16703" y="1754"/>
                </a:cubicBezTo>
                <a:close/>
                <a:moveTo>
                  <a:pt x="17267" y="2151"/>
                </a:moveTo>
                <a:lnTo>
                  <a:pt x="2151" y="17267"/>
                </a:lnTo>
                <a:cubicBezTo>
                  <a:pt x="2212" y="17349"/>
                  <a:pt x="2274" y="17430"/>
                  <a:pt x="2338" y="17510"/>
                </a:cubicBezTo>
                <a:lnTo>
                  <a:pt x="17510" y="2338"/>
                </a:lnTo>
                <a:cubicBezTo>
                  <a:pt x="17430" y="2275"/>
                  <a:pt x="17349" y="2212"/>
                  <a:pt x="17267" y="2151"/>
                </a:cubicBezTo>
                <a:close/>
                <a:moveTo>
                  <a:pt x="3805" y="2574"/>
                </a:moveTo>
                <a:cubicBezTo>
                  <a:pt x="3586" y="2761"/>
                  <a:pt x="3370" y="2956"/>
                  <a:pt x="3163" y="3163"/>
                </a:cubicBezTo>
                <a:cubicBezTo>
                  <a:pt x="2955" y="3371"/>
                  <a:pt x="2761" y="3586"/>
                  <a:pt x="2574" y="3806"/>
                </a:cubicBezTo>
                <a:lnTo>
                  <a:pt x="3805" y="2574"/>
                </a:lnTo>
                <a:close/>
                <a:moveTo>
                  <a:pt x="17801" y="2579"/>
                </a:moveTo>
                <a:lnTo>
                  <a:pt x="2579" y="17801"/>
                </a:lnTo>
                <a:cubicBezTo>
                  <a:pt x="2645" y="17878"/>
                  <a:pt x="2709" y="17957"/>
                  <a:pt x="2777" y="18032"/>
                </a:cubicBezTo>
                <a:lnTo>
                  <a:pt x="18032" y="2777"/>
                </a:lnTo>
                <a:cubicBezTo>
                  <a:pt x="17957" y="2709"/>
                  <a:pt x="17878" y="2645"/>
                  <a:pt x="17801" y="2579"/>
                </a:cubicBezTo>
                <a:close/>
                <a:moveTo>
                  <a:pt x="18304" y="3036"/>
                </a:moveTo>
                <a:lnTo>
                  <a:pt x="3036" y="18304"/>
                </a:lnTo>
                <a:cubicBezTo>
                  <a:pt x="3079" y="18349"/>
                  <a:pt x="3119" y="18394"/>
                  <a:pt x="3163" y="18438"/>
                </a:cubicBezTo>
                <a:cubicBezTo>
                  <a:pt x="3191" y="18466"/>
                  <a:pt x="3222" y="18492"/>
                  <a:pt x="3250" y="18521"/>
                </a:cubicBezTo>
                <a:lnTo>
                  <a:pt x="18521" y="3251"/>
                </a:lnTo>
                <a:cubicBezTo>
                  <a:pt x="18492" y="3222"/>
                  <a:pt x="18466" y="3192"/>
                  <a:pt x="18438" y="3163"/>
                </a:cubicBezTo>
                <a:cubicBezTo>
                  <a:pt x="18394" y="3119"/>
                  <a:pt x="18348" y="3079"/>
                  <a:pt x="18304" y="3036"/>
                </a:cubicBezTo>
                <a:close/>
                <a:moveTo>
                  <a:pt x="18781" y="3523"/>
                </a:moveTo>
                <a:lnTo>
                  <a:pt x="3522" y="18781"/>
                </a:lnTo>
                <a:cubicBezTo>
                  <a:pt x="3598" y="18850"/>
                  <a:pt x="3676" y="18915"/>
                  <a:pt x="3753" y="18982"/>
                </a:cubicBezTo>
                <a:lnTo>
                  <a:pt x="18982" y="3753"/>
                </a:lnTo>
                <a:cubicBezTo>
                  <a:pt x="18915" y="3676"/>
                  <a:pt x="18850" y="3598"/>
                  <a:pt x="18781" y="3523"/>
                </a:cubicBezTo>
                <a:close/>
                <a:moveTo>
                  <a:pt x="19224" y="4041"/>
                </a:moveTo>
                <a:lnTo>
                  <a:pt x="4041" y="19224"/>
                </a:lnTo>
                <a:cubicBezTo>
                  <a:pt x="4121" y="19289"/>
                  <a:pt x="4202" y="19350"/>
                  <a:pt x="4283" y="19412"/>
                </a:cubicBezTo>
                <a:lnTo>
                  <a:pt x="19412" y="4283"/>
                </a:lnTo>
                <a:cubicBezTo>
                  <a:pt x="19350" y="4202"/>
                  <a:pt x="19289" y="4121"/>
                  <a:pt x="19224" y="4041"/>
                </a:cubicBezTo>
                <a:close/>
                <a:moveTo>
                  <a:pt x="19637" y="4591"/>
                </a:moveTo>
                <a:lnTo>
                  <a:pt x="4591" y="19637"/>
                </a:lnTo>
                <a:cubicBezTo>
                  <a:pt x="4675" y="19696"/>
                  <a:pt x="4758" y="19757"/>
                  <a:pt x="4843" y="19813"/>
                </a:cubicBezTo>
                <a:lnTo>
                  <a:pt x="19813" y="4844"/>
                </a:lnTo>
                <a:cubicBezTo>
                  <a:pt x="19757" y="4758"/>
                  <a:pt x="19696" y="4675"/>
                  <a:pt x="19637" y="4591"/>
                </a:cubicBezTo>
                <a:close/>
                <a:moveTo>
                  <a:pt x="20019" y="5172"/>
                </a:moveTo>
                <a:lnTo>
                  <a:pt x="5172" y="20019"/>
                </a:lnTo>
                <a:cubicBezTo>
                  <a:pt x="5261" y="20073"/>
                  <a:pt x="5351" y="20126"/>
                  <a:pt x="5441" y="20178"/>
                </a:cubicBezTo>
                <a:lnTo>
                  <a:pt x="20178" y="5441"/>
                </a:lnTo>
                <a:cubicBezTo>
                  <a:pt x="20126" y="5351"/>
                  <a:pt x="20073" y="5261"/>
                  <a:pt x="20019" y="5172"/>
                </a:cubicBezTo>
                <a:close/>
                <a:moveTo>
                  <a:pt x="20369" y="5782"/>
                </a:moveTo>
                <a:lnTo>
                  <a:pt x="5782" y="20369"/>
                </a:lnTo>
                <a:cubicBezTo>
                  <a:pt x="5877" y="20419"/>
                  <a:pt x="5974" y="20463"/>
                  <a:pt x="6071" y="20510"/>
                </a:cubicBezTo>
                <a:lnTo>
                  <a:pt x="20510" y="6071"/>
                </a:lnTo>
                <a:cubicBezTo>
                  <a:pt x="20463" y="5975"/>
                  <a:pt x="20419" y="5878"/>
                  <a:pt x="20369" y="5782"/>
                </a:cubicBezTo>
                <a:close/>
                <a:moveTo>
                  <a:pt x="20679" y="6434"/>
                </a:moveTo>
                <a:lnTo>
                  <a:pt x="6434" y="20679"/>
                </a:lnTo>
                <a:cubicBezTo>
                  <a:pt x="6534" y="20723"/>
                  <a:pt x="6633" y="20769"/>
                  <a:pt x="6734" y="20809"/>
                </a:cubicBezTo>
                <a:lnTo>
                  <a:pt x="20809" y="6735"/>
                </a:lnTo>
                <a:cubicBezTo>
                  <a:pt x="20769" y="6634"/>
                  <a:pt x="20723" y="6534"/>
                  <a:pt x="20679" y="6434"/>
                </a:cubicBezTo>
                <a:close/>
                <a:moveTo>
                  <a:pt x="20956" y="7121"/>
                </a:moveTo>
                <a:lnTo>
                  <a:pt x="7120" y="20956"/>
                </a:lnTo>
                <a:cubicBezTo>
                  <a:pt x="7226" y="20994"/>
                  <a:pt x="7333" y="21030"/>
                  <a:pt x="7439" y="21065"/>
                </a:cubicBezTo>
                <a:lnTo>
                  <a:pt x="21065" y="7439"/>
                </a:lnTo>
                <a:cubicBezTo>
                  <a:pt x="21030" y="7333"/>
                  <a:pt x="20994" y="7226"/>
                  <a:pt x="20956" y="7121"/>
                </a:cubicBezTo>
                <a:close/>
                <a:moveTo>
                  <a:pt x="21190" y="7848"/>
                </a:moveTo>
                <a:lnTo>
                  <a:pt x="7848" y="21190"/>
                </a:lnTo>
                <a:cubicBezTo>
                  <a:pt x="7960" y="21221"/>
                  <a:pt x="8073" y="21252"/>
                  <a:pt x="8186" y="21280"/>
                </a:cubicBezTo>
                <a:lnTo>
                  <a:pt x="21280" y="8186"/>
                </a:lnTo>
                <a:cubicBezTo>
                  <a:pt x="21252" y="8073"/>
                  <a:pt x="21221" y="7960"/>
                  <a:pt x="21190" y="7848"/>
                </a:cubicBezTo>
                <a:close/>
                <a:moveTo>
                  <a:pt x="21378" y="8623"/>
                </a:moveTo>
                <a:lnTo>
                  <a:pt x="8623" y="21378"/>
                </a:lnTo>
                <a:cubicBezTo>
                  <a:pt x="8743" y="21402"/>
                  <a:pt x="8863" y="21424"/>
                  <a:pt x="8984" y="21445"/>
                </a:cubicBezTo>
                <a:lnTo>
                  <a:pt x="21445" y="8984"/>
                </a:lnTo>
                <a:cubicBezTo>
                  <a:pt x="21424" y="8864"/>
                  <a:pt x="21402" y="8743"/>
                  <a:pt x="21378" y="8623"/>
                </a:cubicBezTo>
                <a:close/>
                <a:moveTo>
                  <a:pt x="21514" y="9448"/>
                </a:moveTo>
                <a:lnTo>
                  <a:pt x="9447" y="21514"/>
                </a:lnTo>
                <a:cubicBezTo>
                  <a:pt x="9576" y="21530"/>
                  <a:pt x="9704" y="21546"/>
                  <a:pt x="9833" y="21557"/>
                </a:cubicBezTo>
                <a:lnTo>
                  <a:pt x="21557" y="9834"/>
                </a:lnTo>
                <a:cubicBezTo>
                  <a:pt x="21546" y="9705"/>
                  <a:pt x="21530" y="9576"/>
                  <a:pt x="21514" y="9448"/>
                </a:cubicBezTo>
                <a:close/>
                <a:moveTo>
                  <a:pt x="21590" y="10333"/>
                </a:moveTo>
                <a:lnTo>
                  <a:pt x="10332" y="21590"/>
                </a:lnTo>
                <a:cubicBezTo>
                  <a:pt x="10473" y="21596"/>
                  <a:pt x="10613" y="21599"/>
                  <a:pt x="10753" y="21600"/>
                </a:cubicBezTo>
                <a:lnTo>
                  <a:pt x="21600" y="10754"/>
                </a:lnTo>
                <a:cubicBezTo>
                  <a:pt x="21599" y="10613"/>
                  <a:pt x="21596" y="10473"/>
                  <a:pt x="21590" y="10333"/>
                </a:cubicBezTo>
                <a:close/>
                <a:moveTo>
                  <a:pt x="21590" y="11296"/>
                </a:moveTo>
                <a:lnTo>
                  <a:pt x="11295" y="21590"/>
                </a:lnTo>
                <a:cubicBezTo>
                  <a:pt x="11449" y="21583"/>
                  <a:pt x="11603" y="21572"/>
                  <a:pt x="11757" y="21558"/>
                </a:cubicBezTo>
                <a:lnTo>
                  <a:pt x="21558" y="11757"/>
                </a:lnTo>
                <a:cubicBezTo>
                  <a:pt x="21572" y="11603"/>
                  <a:pt x="21583" y="11450"/>
                  <a:pt x="21590" y="11296"/>
                </a:cubicBezTo>
                <a:close/>
                <a:moveTo>
                  <a:pt x="21489" y="12358"/>
                </a:moveTo>
                <a:lnTo>
                  <a:pt x="12358" y="21489"/>
                </a:lnTo>
                <a:cubicBezTo>
                  <a:pt x="12531" y="21464"/>
                  <a:pt x="12703" y="21434"/>
                  <a:pt x="12876" y="21400"/>
                </a:cubicBezTo>
                <a:lnTo>
                  <a:pt x="21400" y="12876"/>
                </a:lnTo>
                <a:cubicBezTo>
                  <a:pt x="21434" y="12704"/>
                  <a:pt x="21464" y="12531"/>
                  <a:pt x="21489" y="12358"/>
                </a:cubicBezTo>
                <a:close/>
                <a:moveTo>
                  <a:pt x="21239" y="13569"/>
                </a:moveTo>
                <a:lnTo>
                  <a:pt x="13569" y="21239"/>
                </a:lnTo>
                <a:cubicBezTo>
                  <a:pt x="13774" y="21185"/>
                  <a:pt x="13978" y="21125"/>
                  <a:pt x="14181" y="21058"/>
                </a:cubicBezTo>
                <a:lnTo>
                  <a:pt x="21058" y="14181"/>
                </a:lnTo>
                <a:cubicBezTo>
                  <a:pt x="21125" y="13978"/>
                  <a:pt x="21185" y="13774"/>
                  <a:pt x="21239" y="13569"/>
                </a:cubicBezTo>
                <a:close/>
                <a:moveTo>
                  <a:pt x="20736" y="15035"/>
                </a:moveTo>
                <a:lnTo>
                  <a:pt x="15035" y="20736"/>
                </a:lnTo>
                <a:cubicBezTo>
                  <a:pt x="15310" y="20619"/>
                  <a:pt x="15581" y="20493"/>
                  <a:pt x="15848" y="20352"/>
                </a:cubicBezTo>
                <a:lnTo>
                  <a:pt x="20352" y="15848"/>
                </a:lnTo>
                <a:cubicBezTo>
                  <a:pt x="20493" y="15581"/>
                  <a:pt x="20619" y="15310"/>
                  <a:pt x="20736" y="15035"/>
                </a:cubicBezTo>
                <a:close/>
                <a:moveTo>
                  <a:pt x="19400" y="17332"/>
                </a:moveTo>
                <a:lnTo>
                  <a:pt x="17332" y="19400"/>
                </a:lnTo>
                <a:cubicBezTo>
                  <a:pt x="17716" y="19108"/>
                  <a:pt x="18087" y="18789"/>
                  <a:pt x="18438" y="18438"/>
                </a:cubicBezTo>
                <a:cubicBezTo>
                  <a:pt x="18788" y="18087"/>
                  <a:pt x="19107" y="17716"/>
                  <a:pt x="19400" y="17332"/>
                </a:cubicBezTo>
                <a:close/>
              </a:path>
            </a:pathLst>
          </a:custGeom>
          <a:solidFill>
            <a:schemeClr val="accent4"/>
          </a:solidFill>
          <a:ln w="12700">
            <a:miter lim="400000"/>
          </a:ln>
        </p:spPr>
        <p:txBody>
          <a:bodyPr lIns="0" tIns="0" rIns="0" bIns="0" anchor="ctr"/>
          <a:lstStyle/>
          <a:p>
            <a:pPr marL="0" marR="0" lvl="0" indent="0" algn="ctr" defTabSz="8255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 kumimoji="0" sz="32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Helvetica Neue Medium"/>
              <a:sym typeface="Helvetica Neue Medium"/>
            </a:endParaRPr>
          </a:p>
        </p:txBody>
      </p:sp>
      <p:sp>
        <p:nvSpPr>
          <p:cNvPr id="219" name="Shape">
            <a:extLst>
              <a:ext uri="{FF2B5EF4-FFF2-40B4-BE49-F238E27FC236}">
                <a16:creationId xmlns:a16="http://schemas.microsoft.com/office/drawing/2014/main" id="{E00969FB-1C02-3477-3006-F1B1A6D1ED3D}"/>
              </a:ext>
            </a:extLst>
          </p:cNvPr>
          <p:cNvSpPr/>
          <p:nvPr/>
        </p:nvSpPr>
        <p:spPr>
          <a:xfrm>
            <a:off x="11727838" y="12253507"/>
            <a:ext cx="4276957" cy="427713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800" y="0"/>
                </a:moveTo>
                <a:cubicBezTo>
                  <a:pt x="10787" y="0"/>
                  <a:pt x="10773" y="1"/>
                  <a:pt x="10759" y="1"/>
                </a:cubicBezTo>
                <a:lnTo>
                  <a:pt x="1" y="10760"/>
                </a:lnTo>
                <a:cubicBezTo>
                  <a:pt x="0" y="10900"/>
                  <a:pt x="3" y="11040"/>
                  <a:pt x="8" y="11181"/>
                </a:cubicBezTo>
                <a:lnTo>
                  <a:pt x="11180" y="9"/>
                </a:lnTo>
                <a:cubicBezTo>
                  <a:pt x="11054" y="4"/>
                  <a:pt x="10927" y="0"/>
                  <a:pt x="10800" y="0"/>
                </a:cubicBezTo>
                <a:close/>
                <a:moveTo>
                  <a:pt x="10211" y="17"/>
                </a:moveTo>
                <a:cubicBezTo>
                  <a:pt x="10057" y="25"/>
                  <a:pt x="9903" y="36"/>
                  <a:pt x="9748" y="51"/>
                </a:cubicBezTo>
                <a:lnTo>
                  <a:pt x="50" y="9749"/>
                </a:lnTo>
                <a:cubicBezTo>
                  <a:pt x="35" y="9903"/>
                  <a:pt x="25" y="10057"/>
                  <a:pt x="16" y="10212"/>
                </a:cubicBezTo>
                <a:lnTo>
                  <a:pt x="10211" y="17"/>
                </a:lnTo>
                <a:close/>
                <a:moveTo>
                  <a:pt x="11683" y="38"/>
                </a:moveTo>
                <a:lnTo>
                  <a:pt x="38" y="11684"/>
                </a:lnTo>
                <a:cubicBezTo>
                  <a:pt x="48" y="11814"/>
                  <a:pt x="62" y="11944"/>
                  <a:pt x="78" y="12075"/>
                </a:cubicBezTo>
                <a:lnTo>
                  <a:pt x="12074" y="78"/>
                </a:lnTo>
                <a:cubicBezTo>
                  <a:pt x="11944" y="63"/>
                  <a:pt x="11814" y="49"/>
                  <a:pt x="11683" y="38"/>
                </a:cubicBezTo>
                <a:close/>
                <a:moveTo>
                  <a:pt x="9136" y="131"/>
                </a:moveTo>
                <a:cubicBezTo>
                  <a:pt x="8960" y="158"/>
                  <a:pt x="8786" y="190"/>
                  <a:pt x="8611" y="226"/>
                </a:cubicBezTo>
                <a:lnTo>
                  <a:pt x="226" y="8611"/>
                </a:lnTo>
                <a:cubicBezTo>
                  <a:pt x="190" y="8786"/>
                  <a:pt x="157" y="8961"/>
                  <a:pt x="130" y="9137"/>
                </a:cubicBezTo>
                <a:lnTo>
                  <a:pt x="9136" y="131"/>
                </a:lnTo>
                <a:close/>
                <a:moveTo>
                  <a:pt x="12541" y="143"/>
                </a:moveTo>
                <a:lnTo>
                  <a:pt x="143" y="12541"/>
                </a:lnTo>
                <a:cubicBezTo>
                  <a:pt x="163" y="12663"/>
                  <a:pt x="183" y="12785"/>
                  <a:pt x="207" y="12906"/>
                </a:cubicBezTo>
                <a:lnTo>
                  <a:pt x="12906" y="208"/>
                </a:lnTo>
                <a:cubicBezTo>
                  <a:pt x="12785" y="184"/>
                  <a:pt x="12663" y="163"/>
                  <a:pt x="12541" y="143"/>
                </a:cubicBezTo>
                <a:close/>
                <a:moveTo>
                  <a:pt x="13343" y="303"/>
                </a:moveTo>
                <a:lnTo>
                  <a:pt x="303" y="13343"/>
                </a:lnTo>
                <a:cubicBezTo>
                  <a:pt x="330" y="13456"/>
                  <a:pt x="361" y="13569"/>
                  <a:pt x="392" y="13682"/>
                </a:cubicBezTo>
                <a:lnTo>
                  <a:pt x="13682" y="393"/>
                </a:lnTo>
                <a:cubicBezTo>
                  <a:pt x="13569" y="362"/>
                  <a:pt x="13456" y="331"/>
                  <a:pt x="13343" y="303"/>
                </a:cubicBezTo>
                <a:close/>
                <a:moveTo>
                  <a:pt x="7909" y="395"/>
                </a:moveTo>
                <a:cubicBezTo>
                  <a:pt x="7701" y="452"/>
                  <a:pt x="7495" y="515"/>
                  <a:pt x="7290" y="585"/>
                </a:cubicBezTo>
                <a:lnTo>
                  <a:pt x="584" y="7290"/>
                </a:lnTo>
                <a:cubicBezTo>
                  <a:pt x="514" y="7495"/>
                  <a:pt x="452" y="7702"/>
                  <a:pt x="394" y="7909"/>
                </a:cubicBezTo>
                <a:lnTo>
                  <a:pt x="7909" y="395"/>
                </a:lnTo>
                <a:close/>
                <a:moveTo>
                  <a:pt x="14094" y="515"/>
                </a:moveTo>
                <a:lnTo>
                  <a:pt x="514" y="14094"/>
                </a:lnTo>
                <a:cubicBezTo>
                  <a:pt x="549" y="14202"/>
                  <a:pt x="583" y="14310"/>
                  <a:pt x="620" y="14417"/>
                </a:cubicBezTo>
                <a:lnTo>
                  <a:pt x="14417" y="621"/>
                </a:lnTo>
                <a:cubicBezTo>
                  <a:pt x="14310" y="583"/>
                  <a:pt x="14202" y="549"/>
                  <a:pt x="14094" y="515"/>
                </a:cubicBezTo>
                <a:close/>
                <a:moveTo>
                  <a:pt x="14804" y="767"/>
                </a:moveTo>
                <a:lnTo>
                  <a:pt x="767" y="14804"/>
                </a:lnTo>
                <a:cubicBezTo>
                  <a:pt x="807" y="14905"/>
                  <a:pt x="851" y="15004"/>
                  <a:pt x="894" y="15104"/>
                </a:cubicBezTo>
                <a:lnTo>
                  <a:pt x="15104" y="895"/>
                </a:lnTo>
                <a:cubicBezTo>
                  <a:pt x="15004" y="852"/>
                  <a:pt x="14905" y="807"/>
                  <a:pt x="14804" y="767"/>
                </a:cubicBezTo>
                <a:close/>
                <a:moveTo>
                  <a:pt x="6411" y="932"/>
                </a:moveTo>
                <a:cubicBezTo>
                  <a:pt x="6118" y="1062"/>
                  <a:pt x="5831" y="1206"/>
                  <a:pt x="5549" y="1363"/>
                </a:cubicBezTo>
                <a:lnTo>
                  <a:pt x="1362" y="5549"/>
                </a:lnTo>
                <a:cubicBezTo>
                  <a:pt x="1205" y="5832"/>
                  <a:pt x="1061" y="6119"/>
                  <a:pt x="931" y="6411"/>
                </a:cubicBezTo>
                <a:lnTo>
                  <a:pt x="6411" y="932"/>
                </a:lnTo>
                <a:close/>
                <a:moveTo>
                  <a:pt x="15470" y="1061"/>
                </a:moveTo>
                <a:lnTo>
                  <a:pt x="1060" y="15471"/>
                </a:lnTo>
                <a:cubicBezTo>
                  <a:pt x="1106" y="15567"/>
                  <a:pt x="1153" y="15664"/>
                  <a:pt x="1202" y="15759"/>
                </a:cubicBezTo>
                <a:lnTo>
                  <a:pt x="15759" y="1203"/>
                </a:lnTo>
                <a:cubicBezTo>
                  <a:pt x="15663" y="1153"/>
                  <a:pt x="15567" y="1107"/>
                  <a:pt x="15470" y="1061"/>
                </a:cubicBezTo>
                <a:close/>
                <a:moveTo>
                  <a:pt x="16103" y="1391"/>
                </a:moveTo>
                <a:lnTo>
                  <a:pt x="1391" y="16103"/>
                </a:lnTo>
                <a:cubicBezTo>
                  <a:pt x="1442" y="16194"/>
                  <a:pt x="1494" y="16285"/>
                  <a:pt x="1549" y="16375"/>
                </a:cubicBezTo>
                <a:lnTo>
                  <a:pt x="16375" y="1549"/>
                </a:lnTo>
                <a:cubicBezTo>
                  <a:pt x="16285" y="1495"/>
                  <a:pt x="16194" y="1442"/>
                  <a:pt x="16103" y="1391"/>
                </a:cubicBezTo>
                <a:close/>
                <a:moveTo>
                  <a:pt x="16703" y="1754"/>
                </a:moveTo>
                <a:lnTo>
                  <a:pt x="1753" y="16703"/>
                </a:lnTo>
                <a:cubicBezTo>
                  <a:pt x="1809" y="16788"/>
                  <a:pt x="1869" y="16872"/>
                  <a:pt x="1928" y="16956"/>
                </a:cubicBezTo>
                <a:lnTo>
                  <a:pt x="16956" y="1928"/>
                </a:lnTo>
                <a:cubicBezTo>
                  <a:pt x="16872" y="1869"/>
                  <a:pt x="16788" y="1810"/>
                  <a:pt x="16703" y="1754"/>
                </a:cubicBezTo>
                <a:close/>
                <a:moveTo>
                  <a:pt x="17267" y="2151"/>
                </a:moveTo>
                <a:lnTo>
                  <a:pt x="2151" y="17267"/>
                </a:lnTo>
                <a:cubicBezTo>
                  <a:pt x="2212" y="17349"/>
                  <a:pt x="2274" y="17430"/>
                  <a:pt x="2338" y="17510"/>
                </a:cubicBezTo>
                <a:lnTo>
                  <a:pt x="17510" y="2338"/>
                </a:lnTo>
                <a:cubicBezTo>
                  <a:pt x="17430" y="2275"/>
                  <a:pt x="17349" y="2212"/>
                  <a:pt x="17267" y="2151"/>
                </a:cubicBezTo>
                <a:close/>
                <a:moveTo>
                  <a:pt x="3805" y="2574"/>
                </a:moveTo>
                <a:cubicBezTo>
                  <a:pt x="3586" y="2761"/>
                  <a:pt x="3370" y="2956"/>
                  <a:pt x="3163" y="3163"/>
                </a:cubicBezTo>
                <a:cubicBezTo>
                  <a:pt x="2955" y="3371"/>
                  <a:pt x="2761" y="3586"/>
                  <a:pt x="2574" y="3806"/>
                </a:cubicBezTo>
                <a:lnTo>
                  <a:pt x="3805" y="2574"/>
                </a:lnTo>
                <a:close/>
                <a:moveTo>
                  <a:pt x="17801" y="2579"/>
                </a:moveTo>
                <a:lnTo>
                  <a:pt x="2579" y="17801"/>
                </a:lnTo>
                <a:cubicBezTo>
                  <a:pt x="2645" y="17878"/>
                  <a:pt x="2709" y="17957"/>
                  <a:pt x="2777" y="18032"/>
                </a:cubicBezTo>
                <a:lnTo>
                  <a:pt x="18032" y="2777"/>
                </a:lnTo>
                <a:cubicBezTo>
                  <a:pt x="17957" y="2709"/>
                  <a:pt x="17878" y="2645"/>
                  <a:pt x="17801" y="2579"/>
                </a:cubicBezTo>
                <a:close/>
                <a:moveTo>
                  <a:pt x="18304" y="3036"/>
                </a:moveTo>
                <a:lnTo>
                  <a:pt x="3036" y="18304"/>
                </a:lnTo>
                <a:cubicBezTo>
                  <a:pt x="3079" y="18349"/>
                  <a:pt x="3119" y="18394"/>
                  <a:pt x="3163" y="18438"/>
                </a:cubicBezTo>
                <a:cubicBezTo>
                  <a:pt x="3191" y="18466"/>
                  <a:pt x="3222" y="18492"/>
                  <a:pt x="3250" y="18521"/>
                </a:cubicBezTo>
                <a:lnTo>
                  <a:pt x="18521" y="3251"/>
                </a:lnTo>
                <a:cubicBezTo>
                  <a:pt x="18492" y="3222"/>
                  <a:pt x="18466" y="3192"/>
                  <a:pt x="18438" y="3163"/>
                </a:cubicBezTo>
                <a:cubicBezTo>
                  <a:pt x="18394" y="3119"/>
                  <a:pt x="18348" y="3079"/>
                  <a:pt x="18304" y="3036"/>
                </a:cubicBezTo>
                <a:close/>
                <a:moveTo>
                  <a:pt x="18781" y="3523"/>
                </a:moveTo>
                <a:lnTo>
                  <a:pt x="3522" y="18781"/>
                </a:lnTo>
                <a:cubicBezTo>
                  <a:pt x="3598" y="18850"/>
                  <a:pt x="3676" y="18915"/>
                  <a:pt x="3753" y="18982"/>
                </a:cubicBezTo>
                <a:lnTo>
                  <a:pt x="18982" y="3753"/>
                </a:lnTo>
                <a:cubicBezTo>
                  <a:pt x="18915" y="3676"/>
                  <a:pt x="18850" y="3598"/>
                  <a:pt x="18781" y="3523"/>
                </a:cubicBezTo>
                <a:close/>
                <a:moveTo>
                  <a:pt x="19224" y="4041"/>
                </a:moveTo>
                <a:lnTo>
                  <a:pt x="4041" y="19224"/>
                </a:lnTo>
                <a:cubicBezTo>
                  <a:pt x="4121" y="19289"/>
                  <a:pt x="4202" y="19350"/>
                  <a:pt x="4283" y="19412"/>
                </a:cubicBezTo>
                <a:lnTo>
                  <a:pt x="19412" y="4283"/>
                </a:lnTo>
                <a:cubicBezTo>
                  <a:pt x="19350" y="4202"/>
                  <a:pt x="19289" y="4121"/>
                  <a:pt x="19224" y="4041"/>
                </a:cubicBezTo>
                <a:close/>
                <a:moveTo>
                  <a:pt x="19637" y="4591"/>
                </a:moveTo>
                <a:lnTo>
                  <a:pt x="4591" y="19637"/>
                </a:lnTo>
                <a:cubicBezTo>
                  <a:pt x="4675" y="19696"/>
                  <a:pt x="4758" y="19757"/>
                  <a:pt x="4843" y="19813"/>
                </a:cubicBezTo>
                <a:lnTo>
                  <a:pt x="19813" y="4844"/>
                </a:lnTo>
                <a:cubicBezTo>
                  <a:pt x="19757" y="4758"/>
                  <a:pt x="19696" y="4675"/>
                  <a:pt x="19637" y="4591"/>
                </a:cubicBezTo>
                <a:close/>
                <a:moveTo>
                  <a:pt x="20019" y="5172"/>
                </a:moveTo>
                <a:lnTo>
                  <a:pt x="5172" y="20019"/>
                </a:lnTo>
                <a:cubicBezTo>
                  <a:pt x="5261" y="20073"/>
                  <a:pt x="5351" y="20126"/>
                  <a:pt x="5441" y="20178"/>
                </a:cubicBezTo>
                <a:lnTo>
                  <a:pt x="20178" y="5441"/>
                </a:lnTo>
                <a:cubicBezTo>
                  <a:pt x="20126" y="5351"/>
                  <a:pt x="20073" y="5261"/>
                  <a:pt x="20019" y="5172"/>
                </a:cubicBezTo>
                <a:close/>
                <a:moveTo>
                  <a:pt x="20369" y="5782"/>
                </a:moveTo>
                <a:lnTo>
                  <a:pt x="5782" y="20369"/>
                </a:lnTo>
                <a:cubicBezTo>
                  <a:pt x="5877" y="20419"/>
                  <a:pt x="5974" y="20463"/>
                  <a:pt x="6071" y="20510"/>
                </a:cubicBezTo>
                <a:lnTo>
                  <a:pt x="20510" y="6071"/>
                </a:lnTo>
                <a:cubicBezTo>
                  <a:pt x="20463" y="5975"/>
                  <a:pt x="20419" y="5878"/>
                  <a:pt x="20369" y="5782"/>
                </a:cubicBezTo>
                <a:close/>
                <a:moveTo>
                  <a:pt x="20679" y="6434"/>
                </a:moveTo>
                <a:lnTo>
                  <a:pt x="6434" y="20679"/>
                </a:lnTo>
                <a:cubicBezTo>
                  <a:pt x="6534" y="20723"/>
                  <a:pt x="6633" y="20769"/>
                  <a:pt x="6734" y="20809"/>
                </a:cubicBezTo>
                <a:lnTo>
                  <a:pt x="20809" y="6735"/>
                </a:lnTo>
                <a:cubicBezTo>
                  <a:pt x="20769" y="6634"/>
                  <a:pt x="20723" y="6534"/>
                  <a:pt x="20679" y="6434"/>
                </a:cubicBezTo>
                <a:close/>
                <a:moveTo>
                  <a:pt x="20956" y="7121"/>
                </a:moveTo>
                <a:lnTo>
                  <a:pt x="7120" y="20956"/>
                </a:lnTo>
                <a:cubicBezTo>
                  <a:pt x="7226" y="20994"/>
                  <a:pt x="7333" y="21030"/>
                  <a:pt x="7439" y="21065"/>
                </a:cubicBezTo>
                <a:lnTo>
                  <a:pt x="21065" y="7439"/>
                </a:lnTo>
                <a:cubicBezTo>
                  <a:pt x="21030" y="7333"/>
                  <a:pt x="20994" y="7226"/>
                  <a:pt x="20956" y="7121"/>
                </a:cubicBezTo>
                <a:close/>
                <a:moveTo>
                  <a:pt x="21190" y="7848"/>
                </a:moveTo>
                <a:lnTo>
                  <a:pt x="7848" y="21190"/>
                </a:lnTo>
                <a:cubicBezTo>
                  <a:pt x="7960" y="21221"/>
                  <a:pt x="8073" y="21252"/>
                  <a:pt x="8186" y="21280"/>
                </a:cubicBezTo>
                <a:lnTo>
                  <a:pt x="21280" y="8186"/>
                </a:lnTo>
                <a:cubicBezTo>
                  <a:pt x="21252" y="8073"/>
                  <a:pt x="21221" y="7960"/>
                  <a:pt x="21190" y="7848"/>
                </a:cubicBezTo>
                <a:close/>
                <a:moveTo>
                  <a:pt x="21378" y="8623"/>
                </a:moveTo>
                <a:lnTo>
                  <a:pt x="8623" y="21378"/>
                </a:lnTo>
                <a:cubicBezTo>
                  <a:pt x="8743" y="21402"/>
                  <a:pt x="8863" y="21424"/>
                  <a:pt x="8984" y="21445"/>
                </a:cubicBezTo>
                <a:lnTo>
                  <a:pt x="21445" y="8984"/>
                </a:lnTo>
                <a:cubicBezTo>
                  <a:pt x="21424" y="8864"/>
                  <a:pt x="21402" y="8743"/>
                  <a:pt x="21378" y="8623"/>
                </a:cubicBezTo>
                <a:close/>
                <a:moveTo>
                  <a:pt x="21514" y="9448"/>
                </a:moveTo>
                <a:lnTo>
                  <a:pt x="9447" y="21514"/>
                </a:lnTo>
                <a:cubicBezTo>
                  <a:pt x="9576" y="21530"/>
                  <a:pt x="9704" y="21546"/>
                  <a:pt x="9833" y="21557"/>
                </a:cubicBezTo>
                <a:lnTo>
                  <a:pt x="21557" y="9834"/>
                </a:lnTo>
                <a:cubicBezTo>
                  <a:pt x="21546" y="9705"/>
                  <a:pt x="21530" y="9576"/>
                  <a:pt x="21514" y="9448"/>
                </a:cubicBezTo>
                <a:close/>
                <a:moveTo>
                  <a:pt x="21590" y="10333"/>
                </a:moveTo>
                <a:lnTo>
                  <a:pt x="10332" y="21590"/>
                </a:lnTo>
                <a:cubicBezTo>
                  <a:pt x="10473" y="21596"/>
                  <a:pt x="10613" y="21599"/>
                  <a:pt x="10753" y="21600"/>
                </a:cubicBezTo>
                <a:lnTo>
                  <a:pt x="21600" y="10754"/>
                </a:lnTo>
                <a:cubicBezTo>
                  <a:pt x="21599" y="10613"/>
                  <a:pt x="21596" y="10473"/>
                  <a:pt x="21590" y="10333"/>
                </a:cubicBezTo>
                <a:close/>
                <a:moveTo>
                  <a:pt x="21590" y="11296"/>
                </a:moveTo>
                <a:lnTo>
                  <a:pt x="11295" y="21590"/>
                </a:lnTo>
                <a:cubicBezTo>
                  <a:pt x="11449" y="21583"/>
                  <a:pt x="11603" y="21572"/>
                  <a:pt x="11757" y="21558"/>
                </a:cubicBezTo>
                <a:lnTo>
                  <a:pt x="21558" y="11757"/>
                </a:lnTo>
                <a:cubicBezTo>
                  <a:pt x="21572" y="11603"/>
                  <a:pt x="21583" y="11450"/>
                  <a:pt x="21590" y="11296"/>
                </a:cubicBezTo>
                <a:close/>
                <a:moveTo>
                  <a:pt x="21489" y="12358"/>
                </a:moveTo>
                <a:lnTo>
                  <a:pt x="12358" y="21489"/>
                </a:lnTo>
                <a:cubicBezTo>
                  <a:pt x="12531" y="21464"/>
                  <a:pt x="12703" y="21434"/>
                  <a:pt x="12876" y="21400"/>
                </a:cubicBezTo>
                <a:lnTo>
                  <a:pt x="21400" y="12876"/>
                </a:lnTo>
                <a:cubicBezTo>
                  <a:pt x="21434" y="12704"/>
                  <a:pt x="21464" y="12531"/>
                  <a:pt x="21489" y="12358"/>
                </a:cubicBezTo>
                <a:close/>
                <a:moveTo>
                  <a:pt x="21239" y="13569"/>
                </a:moveTo>
                <a:lnTo>
                  <a:pt x="13569" y="21239"/>
                </a:lnTo>
                <a:cubicBezTo>
                  <a:pt x="13774" y="21185"/>
                  <a:pt x="13978" y="21125"/>
                  <a:pt x="14181" y="21058"/>
                </a:cubicBezTo>
                <a:lnTo>
                  <a:pt x="21058" y="14181"/>
                </a:lnTo>
                <a:cubicBezTo>
                  <a:pt x="21125" y="13978"/>
                  <a:pt x="21185" y="13774"/>
                  <a:pt x="21239" y="13569"/>
                </a:cubicBezTo>
                <a:close/>
                <a:moveTo>
                  <a:pt x="20736" y="15035"/>
                </a:moveTo>
                <a:lnTo>
                  <a:pt x="15035" y="20736"/>
                </a:lnTo>
                <a:cubicBezTo>
                  <a:pt x="15310" y="20619"/>
                  <a:pt x="15581" y="20493"/>
                  <a:pt x="15848" y="20352"/>
                </a:cubicBezTo>
                <a:lnTo>
                  <a:pt x="20352" y="15848"/>
                </a:lnTo>
                <a:cubicBezTo>
                  <a:pt x="20493" y="15581"/>
                  <a:pt x="20619" y="15310"/>
                  <a:pt x="20736" y="15035"/>
                </a:cubicBezTo>
                <a:close/>
                <a:moveTo>
                  <a:pt x="19400" y="17332"/>
                </a:moveTo>
                <a:lnTo>
                  <a:pt x="17332" y="19400"/>
                </a:lnTo>
                <a:cubicBezTo>
                  <a:pt x="17716" y="19108"/>
                  <a:pt x="18087" y="18789"/>
                  <a:pt x="18438" y="18438"/>
                </a:cubicBezTo>
                <a:cubicBezTo>
                  <a:pt x="18788" y="18087"/>
                  <a:pt x="19107" y="17716"/>
                  <a:pt x="19400" y="17332"/>
                </a:cubicBezTo>
                <a:close/>
              </a:path>
            </a:pathLst>
          </a:custGeom>
          <a:solidFill>
            <a:schemeClr val="accent4"/>
          </a:solidFill>
          <a:ln w="12700">
            <a:miter lim="400000"/>
          </a:ln>
        </p:spPr>
        <p:txBody>
          <a:bodyPr lIns="0" tIns="0" rIns="0" bIns="0" anchor="ctr"/>
          <a:lstStyle/>
          <a:p>
            <a:pPr marL="0" marR="0" lvl="0" indent="0" algn="ctr" defTabSz="8255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 kumimoji="0" sz="32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Helvetica Neue Medium"/>
              <a:sym typeface="Helvetica Neue Medium"/>
            </a:endParaRPr>
          </a:p>
        </p:txBody>
      </p:sp>
      <p:sp>
        <p:nvSpPr>
          <p:cNvPr id="220" name="Shape">
            <a:extLst>
              <a:ext uri="{FF2B5EF4-FFF2-40B4-BE49-F238E27FC236}">
                <a16:creationId xmlns:a16="http://schemas.microsoft.com/office/drawing/2014/main" id="{DC423F57-7622-47AF-8B55-39F76FD87874}"/>
              </a:ext>
            </a:extLst>
          </p:cNvPr>
          <p:cNvSpPr/>
          <p:nvPr/>
        </p:nvSpPr>
        <p:spPr>
          <a:xfrm>
            <a:off x="22467966" y="8316507"/>
            <a:ext cx="4276957" cy="427713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800" y="0"/>
                </a:moveTo>
                <a:cubicBezTo>
                  <a:pt x="10787" y="0"/>
                  <a:pt x="10773" y="1"/>
                  <a:pt x="10759" y="1"/>
                </a:cubicBezTo>
                <a:lnTo>
                  <a:pt x="1" y="10760"/>
                </a:lnTo>
                <a:cubicBezTo>
                  <a:pt x="0" y="10900"/>
                  <a:pt x="3" y="11040"/>
                  <a:pt x="8" y="11181"/>
                </a:cubicBezTo>
                <a:lnTo>
                  <a:pt x="11180" y="9"/>
                </a:lnTo>
                <a:cubicBezTo>
                  <a:pt x="11054" y="4"/>
                  <a:pt x="10927" y="0"/>
                  <a:pt x="10800" y="0"/>
                </a:cubicBezTo>
                <a:close/>
                <a:moveTo>
                  <a:pt x="10211" y="17"/>
                </a:moveTo>
                <a:cubicBezTo>
                  <a:pt x="10057" y="25"/>
                  <a:pt x="9903" y="36"/>
                  <a:pt x="9748" y="51"/>
                </a:cubicBezTo>
                <a:lnTo>
                  <a:pt x="50" y="9749"/>
                </a:lnTo>
                <a:cubicBezTo>
                  <a:pt x="35" y="9903"/>
                  <a:pt x="25" y="10057"/>
                  <a:pt x="16" y="10212"/>
                </a:cubicBezTo>
                <a:lnTo>
                  <a:pt x="10211" y="17"/>
                </a:lnTo>
                <a:close/>
                <a:moveTo>
                  <a:pt x="11683" y="38"/>
                </a:moveTo>
                <a:lnTo>
                  <a:pt x="38" y="11684"/>
                </a:lnTo>
                <a:cubicBezTo>
                  <a:pt x="48" y="11814"/>
                  <a:pt x="62" y="11944"/>
                  <a:pt x="78" y="12075"/>
                </a:cubicBezTo>
                <a:lnTo>
                  <a:pt x="12074" y="78"/>
                </a:lnTo>
                <a:cubicBezTo>
                  <a:pt x="11944" y="63"/>
                  <a:pt x="11814" y="49"/>
                  <a:pt x="11683" y="38"/>
                </a:cubicBezTo>
                <a:close/>
                <a:moveTo>
                  <a:pt x="9136" y="131"/>
                </a:moveTo>
                <a:cubicBezTo>
                  <a:pt x="8960" y="158"/>
                  <a:pt x="8786" y="190"/>
                  <a:pt x="8611" y="226"/>
                </a:cubicBezTo>
                <a:lnTo>
                  <a:pt x="226" y="8611"/>
                </a:lnTo>
                <a:cubicBezTo>
                  <a:pt x="190" y="8786"/>
                  <a:pt x="157" y="8961"/>
                  <a:pt x="130" y="9137"/>
                </a:cubicBezTo>
                <a:lnTo>
                  <a:pt x="9136" y="131"/>
                </a:lnTo>
                <a:close/>
                <a:moveTo>
                  <a:pt x="12541" y="143"/>
                </a:moveTo>
                <a:lnTo>
                  <a:pt x="143" y="12541"/>
                </a:lnTo>
                <a:cubicBezTo>
                  <a:pt x="163" y="12663"/>
                  <a:pt x="183" y="12785"/>
                  <a:pt x="207" y="12906"/>
                </a:cubicBezTo>
                <a:lnTo>
                  <a:pt x="12906" y="208"/>
                </a:lnTo>
                <a:cubicBezTo>
                  <a:pt x="12785" y="184"/>
                  <a:pt x="12663" y="163"/>
                  <a:pt x="12541" y="143"/>
                </a:cubicBezTo>
                <a:close/>
                <a:moveTo>
                  <a:pt x="13343" y="303"/>
                </a:moveTo>
                <a:lnTo>
                  <a:pt x="303" y="13343"/>
                </a:lnTo>
                <a:cubicBezTo>
                  <a:pt x="330" y="13456"/>
                  <a:pt x="361" y="13569"/>
                  <a:pt x="392" y="13682"/>
                </a:cubicBezTo>
                <a:lnTo>
                  <a:pt x="13682" y="393"/>
                </a:lnTo>
                <a:cubicBezTo>
                  <a:pt x="13569" y="362"/>
                  <a:pt x="13456" y="331"/>
                  <a:pt x="13343" y="303"/>
                </a:cubicBezTo>
                <a:close/>
                <a:moveTo>
                  <a:pt x="7909" y="395"/>
                </a:moveTo>
                <a:cubicBezTo>
                  <a:pt x="7701" y="452"/>
                  <a:pt x="7495" y="515"/>
                  <a:pt x="7290" y="585"/>
                </a:cubicBezTo>
                <a:lnTo>
                  <a:pt x="584" y="7290"/>
                </a:lnTo>
                <a:cubicBezTo>
                  <a:pt x="514" y="7495"/>
                  <a:pt x="452" y="7702"/>
                  <a:pt x="394" y="7909"/>
                </a:cubicBezTo>
                <a:lnTo>
                  <a:pt x="7909" y="395"/>
                </a:lnTo>
                <a:close/>
                <a:moveTo>
                  <a:pt x="14094" y="515"/>
                </a:moveTo>
                <a:lnTo>
                  <a:pt x="514" y="14094"/>
                </a:lnTo>
                <a:cubicBezTo>
                  <a:pt x="549" y="14202"/>
                  <a:pt x="583" y="14310"/>
                  <a:pt x="620" y="14417"/>
                </a:cubicBezTo>
                <a:lnTo>
                  <a:pt x="14417" y="621"/>
                </a:lnTo>
                <a:cubicBezTo>
                  <a:pt x="14310" y="583"/>
                  <a:pt x="14202" y="549"/>
                  <a:pt x="14094" y="515"/>
                </a:cubicBezTo>
                <a:close/>
                <a:moveTo>
                  <a:pt x="14804" y="767"/>
                </a:moveTo>
                <a:lnTo>
                  <a:pt x="767" y="14804"/>
                </a:lnTo>
                <a:cubicBezTo>
                  <a:pt x="807" y="14905"/>
                  <a:pt x="851" y="15004"/>
                  <a:pt x="894" y="15104"/>
                </a:cubicBezTo>
                <a:lnTo>
                  <a:pt x="15104" y="895"/>
                </a:lnTo>
                <a:cubicBezTo>
                  <a:pt x="15004" y="852"/>
                  <a:pt x="14905" y="807"/>
                  <a:pt x="14804" y="767"/>
                </a:cubicBezTo>
                <a:close/>
                <a:moveTo>
                  <a:pt x="6411" y="932"/>
                </a:moveTo>
                <a:cubicBezTo>
                  <a:pt x="6118" y="1062"/>
                  <a:pt x="5831" y="1206"/>
                  <a:pt x="5549" y="1363"/>
                </a:cubicBezTo>
                <a:lnTo>
                  <a:pt x="1362" y="5549"/>
                </a:lnTo>
                <a:cubicBezTo>
                  <a:pt x="1205" y="5832"/>
                  <a:pt x="1061" y="6119"/>
                  <a:pt x="931" y="6411"/>
                </a:cubicBezTo>
                <a:lnTo>
                  <a:pt x="6411" y="932"/>
                </a:lnTo>
                <a:close/>
                <a:moveTo>
                  <a:pt x="15470" y="1061"/>
                </a:moveTo>
                <a:lnTo>
                  <a:pt x="1060" y="15471"/>
                </a:lnTo>
                <a:cubicBezTo>
                  <a:pt x="1106" y="15567"/>
                  <a:pt x="1153" y="15664"/>
                  <a:pt x="1202" y="15759"/>
                </a:cubicBezTo>
                <a:lnTo>
                  <a:pt x="15759" y="1203"/>
                </a:lnTo>
                <a:cubicBezTo>
                  <a:pt x="15663" y="1153"/>
                  <a:pt x="15567" y="1107"/>
                  <a:pt x="15470" y="1061"/>
                </a:cubicBezTo>
                <a:close/>
                <a:moveTo>
                  <a:pt x="16103" y="1391"/>
                </a:moveTo>
                <a:lnTo>
                  <a:pt x="1391" y="16103"/>
                </a:lnTo>
                <a:cubicBezTo>
                  <a:pt x="1442" y="16194"/>
                  <a:pt x="1494" y="16285"/>
                  <a:pt x="1549" y="16375"/>
                </a:cubicBezTo>
                <a:lnTo>
                  <a:pt x="16375" y="1549"/>
                </a:lnTo>
                <a:cubicBezTo>
                  <a:pt x="16285" y="1495"/>
                  <a:pt x="16194" y="1442"/>
                  <a:pt x="16103" y="1391"/>
                </a:cubicBezTo>
                <a:close/>
                <a:moveTo>
                  <a:pt x="16703" y="1754"/>
                </a:moveTo>
                <a:lnTo>
                  <a:pt x="1753" y="16703"/>
                </a:lnTo>
                <a:cubicBezTo>
                  <a:pt x="1809" y="16788"/>
                  <a:pt x="1869" y="16872"/>
                  <a:pt x="1928" y="16956"/>
                </a:cubicBezTo>
                <a:lnTo>
                  <a:pt x="16956" y="1928"/>
                </a:lnTo>
                <a:cubicBezTo>
                  <a:pt x="16872" y="1869"/>
                  <a:pt x="16788" y="1810"/>
                  <a:pt x="16703" y="1754"/>
                </a:cubicBezTo>
                <a:close/>
                <a:moveTo>
                  <a:pt x="17267" y="2151"/>
                </a:moveTo>
                <a:lnTo>
                  <a:pt x="2151" y="17267"/>
                </a:lnTo>
                <a:cubicBezTo>
                  <a:pt x="2212" y="17349"/>
                  <a:pt x="2274" y="17430"/>
                  <a:pt x="2338" y="17510"/>
                </a:cubicBezTo>
                <a:lnTo>
                  <a:pt x="17510" y="2338"/>
                </a:lnTo>
                <a:cubicBezTo>
                  <a:pt x="17430" y="2275"/>
                  <a:pt x="17349" y="2212"/>
                  <a:pt x="17267" y="2151"/>
                </a:cubicBezTo>
                <a:close/>
                <a:moveTo>
                  <a:pt x="3805" y="2574"/>
                </a:moveTo>
                <a:cubicBezTo>
                  <a:pt x="3586" y="2761"/>
                  <a:pt x="3370" y="2956"/>
                  <a:pt x="3163" y="3163"/>
                </a:cubicBezTo>
                <a:cubicBezTo>
                  <a:pt x="2955" y="3371"/>
                  <a:pt x="2761" y="3586"/>
                  <a:pt x="2574" y="3806"/>
                </a:cubicBezTo>
                <a:lnTo>
                  <a:pt x="3805" y="2574"/>
                </a:lnTo>
                <a:close/>
                <a:moveTo>
                  <a:pt x="17801" y="2579"/>
                </a:moveTo>
                <a:lnTo>
                  <a:pt x="2579" y="17801"/>
                </a:lnTo>
                <a:cubicBezTo>
                  <a:pt x="2645" y="17878"/>
                  <a:pt x="2709" y="17957"/>
                  <a:pt x="2777" y="18032"/>
                </a:cubicBezTo>
                <a:lnTo>
                  <a:pt x="18032" y="2777"/>
                </a:lnTo>
                <a:cubicBezTo>
                  <a:pt x="17957" y="2709"/>
                  <a:pt x="17878" y="2645"/>
                  <a:pt x="17801" y="2579"/>
                </a:cubicBezTo>
                <a:close/>
                <a:moveTo>
                  <a:pt x="18304" y="3036"/>
                </a:moveTo>
                <a:lnTo>
                  <a:pt x="3036" y="18304"/>
                </a:lnTo>
                <a:cubicBezTo>
                  <a:pt x="3079" y="18349"/>
                  <a:pt x="3119" y="18394"/>
                  <a:pt x="3163" y="18438"/>
                </a:cubicBezTo>
                <a:cubicBezTo>
                  <a:pt x="3191" y="18466"/>
                  <a:pt x="3222" y="18492"/>
                  <a:pt x="3250" y="18521"/>
                </a:cubicBezTo>
                <a:lnTo>
                  <a:pt x="18521" y="3251"/>
                </a:lnTo>
                <a:cubicBezTo>
                  <a:pt x="18492" y="3222"/>
                  <a:pt x="18466" y="3192"/>
                  <a:pt x="18438" y="3163"/>
                </a:cubicBezTo>
                <a:cubicBezTo>
                  <a:pt x="18394" y="3119"/>
                  <a:pt x="18348" y="3079"/>
                  <a:pt x="18304" y="3036"/>
                </a:cubicBezTo>
                <a:close/>
                <a:moveTo>
                  <a:pt x="18781" y="3523"/>
                </a:moveTo>
                <a:lnTo>
                  <a:pt x="3522" y="18781"/>
                </a:lnTo>
                <a:cubicBezTo>
                  <a:pt x="3598" y="18850"/>
                  <a:pt x="3676" y="18915"/>
                  <a:pt x="3753" y="18982"/>
                </a:cubicBezTo>
                <a:lnTo>
                  <a:pt x="18982" y="3753"/>
                </a:lnTo>
                <a:cubicBezTo>
                  <a:pt x="18915" y="3676"/>
                  <a:pt x="18850" y="3598"/>
                  <a:pt x="18781" y="3523"/>
                </a:cubicBezTo>
                <a:close/>
                <a:moveTo>
                  <a:pt x="19224" y="4041"/>
                </a:moveTo>
                <a:lnTo>
                  <a:pt x="4041" y="19224"/>
                </a:lnTo>
                <a:cubicBezTo>
                  <a:pt x="4121" y="19289"/>
                  <a:pt x="4202" y="19350"/>
                  <a:pt x="4283" y="19412"/>
                </a:cubicBezTo>
                <a:lnTo>
                  <a:pt x="19412" y="4283"/>
                </a:lnTo>
                <a:cubicBezTo>
                  <a:pt x="19350" y="4202"/>
                  <a:pt x="19289" y="4121"/>
                  <a:pt x="19224" y="4041"/>
                </a:cubicBezTo>
                <a:close/>
                <a:moveTo>
                  <a:pt x="19637" y="4591"/>
                </a:moveTo>
                <a:lnTo>
                  <a:pt x="4591" y="19637"/>
                </a:lnTo>
                <a:cubicBezTo>
                  <a:pt x="4675" y="19696"/>
                  <a:pt x="4758" y="19757"/>
                  <a:pt x="4843" y="19813"/>
                </a:cubicBezTo>
                <a:lnTo>
                  <a:pt x="19813" y="4844"/>
                </a:lnTo>
                <a:cubicBezTo>
                  <a:pt x="19757" y="4758"/>
                  <a:pt x="19696" y="4675"/>
                  <a:pt x="19637" y="4591"/>
                </a:cubicBezTo>
                <a:close/>
                <a:moveTo>
                  <a:pt x="20019" y="5172"/>
                </a:moveTo>
                <a:lnTo>
                  <a:pt x="5172" y="20019"/>
                </a:lnTo>
                <a:cubicBezTo>
                  <a:pt x="5261" y="20073"/>
                  <a:pt x="5351" y="20126"/>
                  <a:pt x="5441" y="20178"/>
                </a:cubicBezTo>
                <a:lnTo>
                  <a:pt x="20178" y="5441"/>
                </a:lnTo>
                <a:cubicBezTo>
                  <a:pt x="20126" y="5351"/>
                  <a:pt x="20073" y="5261"/>
                  <a:pt x="20019" y="5172"/>
                </a:cubicBezTo>
                <a:close/>
                <a:moveTo>
                  <a:pt x="20369" y="5782"/>
                </a:moveTo>
                <a:lnTo>
                  <a:pt x="5782" y="20369"/>
                </a:lnTo>
                <a:cubicBezTo>
                  <a:pt x="5877" y="20419"/>
                  <a:pt x="5974" y="20463"/>
                  <a:pt x="6071" y="20510"/>
                </a:cubicBezTo>
                <a:lnTo>
                  <a:pt x="20510" y="6071"/>
                </a:lnTo>
                <a:cubicBezTo>
                  <a:pt x="20463" y="5975"/>
                  <a:pt x="20419" y="5878"/>
                  <a:pt x="20369" y="5782"/>
                </a:cubicBezTo>
                <a:close/>
                <a:moveTo>
                  <a:pt x="20679" y="6434"/>
                </a:moveTo>
                <a:lnTo>
                  <a:pt x="6434" y="20679"/>
                </a:lnTo>
                <a:cubicBezTo>
                  <a:pt x="6534" y="20723"/>
                  <a:pt x="6633" y="20769"/>
                  <a:pt x="6734" y="20809"/>
                </a:cubicBezTo>
                <a:lnTo>
                  <a:pt x="20809" y="6735"/>
                </a:lnTo>
                <a:cubicBezTo>
                  <a:pt x="20769" y="6634"/>
                  <a:pt x="20723" y="6534"/>
                  <a:pt x="20679" y="6434"/>
                </a:cubicBezTo>
                <a:close/>
                <a:moveTo>
                  <a:pt x="20956" y="7121"/>
                </a:moveTo>
                <a:lnTo>
                  <a:pt x="7120" y="20956"/>
                </a:lnTo>
                <a:cubicBezTo>
                  <a:pt x="7226" y="20994"/>
                  <a:pt x="7333" y="21030"/>
                  <a:pt x="7439" y="21065"/>
                </a:cubicBezTo>
                <a:lnTo>
                  <a:pt x="21065" y="7439"/>
                </a:lnTo>
                <a:cubicBezTo>
                  <a:pt x="21030" y="7333"/>
                  <a:pt x="20994" y="7226"/>
                  <a:pt x="20956" y="7121"/>
                </a:cubicBezTo>
                <a:close/>
                <a:moveTo>
                  <a:pt x="21190" y="7848"/>
                </a:moveTo>
                <a:lnTo>
                  <a:pt x="7848" y="21190"/>
                </a:lnTo>
                <a:cubicBezTo>
                  <a:pt x="7960" y="21221"/>
                  <a:pt x="8073" y="21252"/>
                  <a:pt x="8186" y="21280"/>
                </a:cubicBezTo>
                <a:lnTo>
                  <a:pt x="21280" y="8186"/>
                </a:lnTo>
                <a:cubicBezTo>
                  <a:pt x="21252" y="8073"/>
                  <a:pt x="21221" y="7960"/>
                  <a:pt x="21190" y="7848"/>
                </a:cubicBezTo>
                <a:close/>
                <a:moveTo>
                  <a:pt x="21378" y="8623"/>
                </a:moveTo>
                <a:lnTo>
                  <a:pt x="8623" y="21378"/>
                </a:lnTo>
                <a:cubicBezTo>
                  <a:pt x="8743" y="21402"/>
                  <a:pt x="8863" y="21424"/>
                  <a:pt x="8984" y="21445"/>
                </a:cubicBezTo>
                <a:lnTo>
                  <a:pt x="21445" y="8984"/>
                </a:lnTo>
                <a:cubicBezTo>
                  <a:pt x="21424" y="8864"/>
                  <a:pt x="21402" y="8743"/>
                  <a:pt x="21378" y="8623"/>
                </a:cubicBezTo>
                <a:close/>
                <a:moveTo>
                  <a:pt x="21514" y="9448"/>
                </a:moveTo>
                <a:lnTo>
                  <a:pt x="9447" y="21514"/>
                </a:lnTo>
                <a:cubicBezTo>
                  <a:pt x="9576" y="21530"/>
                  <a:pt x="9704" y="21546"/>
                  <a:pt x="9833" y="21557"/>
                </a:cubicBezTo>
                <a:lnTo>
                  <a:pt x="21557" y="9834"/>
                </a:lnTo>
                <a:cubicBezTo>
                  <a:pt x="21546" y="9705"/>
                  <a:pt x="21530" y="9576"/>
                  <a:pt x="21514" y="9448"/>
                </a:cubicBezTo>
                <a:close/>
                <a:moveTo>
                  <a:pt x="21590" y="10333"/>
                </a:moveTo>
                <a:lnTo>
                  <a:pt x="10332" y="21590"/>
                </a:lnTo>
                <a:cubicBezTo>
                  <a:pt x="10473" y="21596"/>
                  <a:pt x="10613" y="21599"/>
                  <a:pt x="10753" y="21600"/>
                </a:cubicBezTo>
                <a:lnTo>
                  <a:pt x="21600" y="10754"/>
                </a:lnTo>
                <a:cubicBezTo>
                  <a:pt x="21599" y="10613"/>
                  <a:pt x="21596" y="10473"/>
                  <a:pt x="21590" y="10333"/>
                </a:cubicBezTo>
                <a:close/>
                <a:moveTo>
                  <a:pt x="21590" y="11296"/>
                </a:moveTo>
                <a:lnTo>
                  <a:pt x="11295" y="21590"/>
                </a:lnTo>
                <a:cubicBezTo>
                  <a:pt x="11449" y="21583"/>
                  <a:pt x="11603" y="21572"/>
                  <a:pt x="11757" y="21558"/>
                </a:cubicBezTo>
                <a:lnTo>
                  <a:pt x="21558" y="11757"/>
                </a:lnTo>
                <a:cubicBezTo>
                  <a:pt x="21572" y="11603"/>
                  <a:pt x="21583" y="11450"/>
                  <a:pt x="21590" y="11296"/>
                </a:cubicBezTo>
                <a:close/>
                <a:moveTo>
                  <a:pt x="21489" y="12358"/>
                </a:moveTo>
                <a:lnTo>
                  <a:pt x="12358" y="21489"/>
                </a:lnTo>
                <a:cubicBezTo>
                  <a:pt x="12531" y="21464"/>
                  <a:pt x="12703" y="21434"/>
                  <a:pt x="12876" y="21400"/>
                </a:cubicBezTo>
                <a:lnTo>
                  <a:pt x="21400" y="12876"/>
                </a:lnTo>
                <a:cubicBezTo>
                  <a:pt x="21434" y="12704"/>
                  <a:pt x="21464" y="12531"/>
                  <a:pt x="21489" y="12358"/>
                </a:cubicBezTo>
                <a:close/>
                <a:moveTo>
                  <a:pt x="21239" y="13569"/>
                </a:moveTo>
                <a:lnTo>
                  <a:pt x="13569" y="21239"/>
                </a:lnTo>
                <a:cubicBezTo>
                  <a:pt x="13774" y="21185"/>
                  <a:pt x="13978" y="21125"/>
                  <a:pt x="14181" y="21058"/>
                </a:cubicBezTo>
                <a:lnTo>
                  <a:pt x="21058" y="14181"/>
                </a:lnTo>
                <a:cubicBezTo>
                  <a:pt x="21125" y="13978"/>
                  <a:pt x="21185" y="13774"/>
                  <a:pt x="21239" y="13569"/>
                </a:cubicBezTo>
                <a:close/>
                <a:moveTo>
                  <a:pt x="20736" y="15035"/>
                </a:moveTo>
                <a:lnTo>
                  <a:pt x="15035" y="20736"/>
                </a:lnTo>
                <a:cubicBezTo>
                  <a:pt x="15310" y="20619"/>
                  <a:pt x="15581" y="20493"/>
                  <a:pt x="15848" y="20352"/>
                </a:cubicBezTo>
                <a:lnTo>
                  <a:pt x="20352" y="15848"/>
                </a:lnTo>
                <a:cubicBezTo>
                  <a:pt x="20493" y="15581"/>
                  <a:pt x="20619" y="15310"/>
                  <a:pt x="20736" y="15035"/>
                </a:cubicBezTo>
                <a:close/>
                <a:moveTo>
                  <a:pt x="19400" y="17332"/>
                </a:moveTo>
                <a:lnTo>
                  <a:pt x="17332" y="19400"/>
                </a:lnTo>
                <a:cubicBezTo>
                  <a:pt x="17716" y="19108"/>
                  <a:pt x="18087" y="18789"/>
                  <a:pt x="18438" y="18438"/>
                </a:cubicBezTo>
                <a:cubicBezTo>
                  <a:pt x="18788" y="18087"/>
                  <a:pt x="19107" y="17716"/>
                  <a:pt x="19400" y="17332"/>
                </a:cubicBezTo>
                <a:close/>
              </a:path>
            </a:pathLst>
          </a:custGeom>
          <a:solidFill>
            <a:schemeClr val="accent4"/>
          </a:solidFill>
          <a:ln w="12700">
            <a:miter lim="400000"/>
          </a:ln>
        </p:spPr>
        <p:txBody>
          <a:bodyPr lIns="0" tIns="0" rIns="0" bIns="0" anchor="ctr"/>
          <a:lstStyle/>
          <a:p>
            <a:pPr marL="0" marR="0" lvl="0" indent="0" algn="ctr" defTabSz="8255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 kumimoji="0" sz="32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Helvetica Neue Medium"/>
              <a:sym typeface="Helvetica Neue Medium"/>
            </a:endParaRPr>
          </a:p>
        </p:txBody>
      </p:sp>
      <p:sp>
        <p:nvSpPr>
          <p:cNvPr id="221" name="Shape">
            <a:extLst>
              <a:ext uri="{FF2B5EF4-FFF2-40B4-BE49-F238E27FC236}">
                <a16:creationId xmlns:a16="http://schemas.microsoft.com/office/drawing/2014/main" id="{9E9D81E9-3A24-95C4-C80C-1B449DA11310}"/>
              </a:ext>
            </a:extLst>
          </p:cNvPr>
          <p:cNvSpPr/>
          <p:nvPr/>
        </p:nvSpPr>
        <p:spPr>
          <a:xfrm>
            <a:off x="-9782" y="-14685"/>
            <a:ext cx="5401449" cy="1371951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489" h="21600" extrusionOk="0">
                <a:moveTo>
                  <a:pt x="9876" y="0"/>
                </a:moveTo>
                <a:cubicBezTo>
                  <a:pt x="14909" y="1061"/>
                  <a:pt x="18164" y="3091"/>
                  <a:pt x="18448" y="5345"/>
                </a:cubicBezTo>
                <a:cubicBezTo>
                  <a:pt x="18695" y="7304"/>
                  <a:pt x="16642" y="9198"/>
                  <a:pt x="12885" y="10477"/>
                </a:cubicBezTo>
                <a:cubicBezTo>
                  <a:pt x="8651" y="11730"/>
                  <a:pt x="7084" y="13955"/>
                  <a:pt x="9071" y="15894"/>
                </a:cubicBezTo>
                <a:cubicBezTo>
                  <a:pt x="10355" y="17147"/>
                  <a:pt x="13013" y="18098"/>
                  <a:pt x="16290" y="18479"/>
                </a:cubicBezTo>
                <a:cubicBezTo>
                  <a:pt x="17951" y="18702"/>
                  <a:pt x="19367" y="19144"/>
                  <a:pt x="20305" y="19731"/>
                </a:cubicBezTo>
                <a:cubicBezTo>
                  <a:pt x="21193" y="20288"/>
                  <a:pt x="21600" y="20944"/>
                  <a:pt x="21463" y="21600"/>
                </a:cubicBezTo>
                <a:lnTo>
                  <a:pt x="0" y="21600"/>
                </a:lnTo>
                <a:lnTo>
                  <a:pt x="0" y="1"/>
                </a:lnTo>
                <a:lnTo>
                  <a:pt x="9876" y="0"/>
                </a:lnTo>
                <a:close/>
              </a:path>
            </a:pathLst>
          </a:custGeom>
          <a:solidFill>
            <a:schemeClr val="accent3"/>
          </a:solidFill>
          <a:ln w="12700">
            <a:miter lim="400000"/>
          </a:ln>
          <a:effectLst>
            <a:outerShdw blurRad="914400" dist="25400" dir="5400000" rotWithShape="0">
              <a:srgbClr val="000000">
                <a:alpha val="50000"/>
              </a:srgbClr>
            </a:outerShdw>
          </a:effectLst>
        </p:spPr>
        <p:txBody>
          <a:bodyPr lIns="50800" tIns="50800" rIns="50800" bIns="50800" anchor="ctr"/>
          <a:lstStyle/>
          <a:p>
            <a:pPr marL="0" marR="0" lvl="0" indent="0" algn="ctr" defTabSz="8255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3000" b="1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Helvetica Neue"/>
              <a:sym typeface="Helvetica Neue"/>
            </a:endParaRPr>
          </a:p>
        </p:txBody>
      </p:sp>
      <p:sp>
        <p:nvSpPr>
          <p:cNvPr id="222" name="Shape">
            <a:extLst>
              <a:ext uri="{FF2B5EF4-FFF2-40B4-BE49-F238E27FC236}">
                <a16:creationId xmlns:a16="http://schemas.microsoft.com/office/drawing/2014/main" id="{69E0EA8B-B5B5-0C06-C750-6135CAFAA3F5}"/>
              </a:ext>
            </a:extLst>
          </p:cNvPr>
          <p:cNvSpPr/>
          <p:nvPr/>
        </p:nvSpPr>
        <p:spPr>
          <a:xfrm>
            <a:off x="14077382" y="-26393"/>
            <a:ext cx="10315136" cy="10264133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490" h="20992" extrusionOk="0">
                <a:moveTo>
                  <a:pt x="22" y="0"/>
                </a:moveTo>
                <a:cubicBezTo>
                  <a:pt x="-110" y="1123"/>
                  <a:pt x="362" y="2232"/>
                  <a:pt x="1268" y="2930"/>
                </a:cubicBezTo>
                <a:cubicBezTo>
                  <a:pt x="2187" y="3637"/>
                  <a:pt x="3418" y="3817"/>
                  <a:pt x="4507" y="3403"/>
                </a:cubicBezTo>
                <a:cubicBezTo>
                  <a:pt x="6055" y="2610"/>
                  <a:pt x="7961" y="3061"/>
                  <a:pt x="8970" y="4460"/>
                </a:cubicBezTo>
                <a:cubicBezTo>
                  <a:pt x="9809" y="5622"/>
                  <a:pt x="9807" y="7178"/>
                  <a:pt x="8965" y="8338"/>
                </a:cubicBezTo>
                <a:cubicBezTo>
                  <a:pt x="6771" y="11924"/>
                  <a:pt x="7613" y="16550"/>
                  <a:pt x="10936" y="19169"/>
                </a:cubicBezTo>
                <a:cubicBezTo>
                  <a:pt x="14018" y="21597"/>
                  <a:pt x="18405" y="21600"/>
                  <a:pt x="21490" y="19175"/>
                </a:cubicBezTo>
                <a:lnTo>
                  <a:pt x="21490" y="35"/>
                </a:lnTo>
                <a:lnTo>
                  <a:pt x="22" y="0"/>
                </a:lnTo>
                <a:close/>
              </a:path>
            </a:pathLst>
          </a:custGeom>
          <a:solidFill>
            <a:schemeClr val="accent3"/>
          </a:solidFill>
          <a:ln w="12700">
            <a:miter lim="400000"/>
          </a:ln>
          <a:effectLst>
            <a:outerShdw blurRad="914400" dist="25400" dir="5400000" rotWithShape="0">
              <a:srgbClr val="000000">
                <a:alpha val="50000"/>
              </a:srgbClr>
            </a:outerShdw>
          </a:effectLst>
        </p:spPr>
        <p:txBody>
          <a:bodyPr lIns="50800" tIns="50800" rIns="50800" bIns="50800" anchor="ctr"/>
          <a:lstStyle/>
          <a:p>
            <a:pPr marL="0" marR="0" lvl="0" indent="0" algn="ctr" defTabSz="8255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3000" b="1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Helvetica Neue"/>
              <a:sym typeface="Helvetica Neue"/>
            </a:endParaRPr>
          </a:p>
        </p:txBody>
      </p:sp>
      <p:sp>
        <p:nvSpPr>
          <p:cNvPr id="223" name="Circle">
            <a:extLst>
              <a:ext uri="{FF2B5EF4-FFF2-40B4-BE49-F238E27FC236}">
                <a16:creationId xmlns:a16="http://schemas.microsoft.com/office/drawing/2014/main" id="{8458E3BE-7822-B468-EC91-E71DAA04B603}"/>
              </a:ext>
            </a:extLst>
          </p:cNvPr>
          <p:cNvSpPr/>
          <p:nvPr/>
        </p:nvSpPr>
        <p:spPr>
          <a:xfrm>
            <a:off x="17006264" y="352354"/>
            <a:ext cx="494973" cy="494972"/>
          </a:xfrm>
          <a:prstGeom prst="ellipse">
            <a:avLst/>
          </a:prstGeom>
          <a:gradFill>
            <a:gsLst>
              <a:gs pos="0">
                <a:schemeClr val="accent2"/>
              </a:gs>
              <a:gs pos="100000">
                <a:schemeClr val="accent1"/>
              </a:gs>
            </a:gsLst>
            <a:lin ang="5400000"/>
          </a:gradFill>
          <a:ln w="12700">
            <a:miter lim="400000"/>
          </a:ln>
        </p:spPr>
        <p:txBody>
          <a:bodyPr lIns="0" tIns="0" rIns="0" bIns="0" anchor="ctr"/>
          <a:lstStyle/>
          <a:p>
            <a:pPr marL="0" marR="0" lvl="0" indent="0" algn="ctr" defTabSz="8255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 kumimoji="0" sz="32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Helvetica Neue Medium"/>
              <a:sym typeface="Helvetica Neue Medium"/>
            </a:endParaRPr>
          </a:p>
        </p:txBody>
      </p:sp>
      <p:sp>
        <p:nvSpPr>
          <p:cNvPr id="224" name="Circle">
            <a:extLst>
              <a:ext uri="{FF2B5EF4-FFF2-40B4-BE49-F238E27FC236}">
                <a16:creationId xmlns:a16="http://schemas.microsoft.com/office/drawing/2014/main" id="{584B67FE-F653-090F-AA26-D6B7CC5464F5}"/>
              </a:ext>
            </a:extLst>
          </p:cNvPr>
          <p:cNvSpPr/>
          <p:nvPr/>
        </p:nvSpPr>
        <p:spPr>
          <a:xfrm>
            <a:off x="-564062" y="1321716"/>
            <a:ext cx="1150610" cy="1150611"/>
          </a:xfrm>
          <a:prstGeom prst="ellipse">
            <a:avLst/>
          </a:prstGeom>
          <a:gradFill>
            <a:gsLst>
              <a:gs pos="0">
                <a:schemeClr val="accent2"/>
              </a:gs>
              <a:gs pos="100000">
                <a:schemeClr val="accent1"/>
              </a:gs>
            </a:gsLst>
            <a:lin ang="5400000"/>
          </a:gradFill>
          <a:ln w="12700">
            <a:miter lim="400000"/>
          </a:ln>
        </p:spPr>
        <p:txBody>
          <a:bodyPr lIns="0" tIns="0" rIns="0" bIns="0" anchor="ctr"/>
          <a:lstStyle/>
          <a:p>
            <a:pPr marL="0" marR="0" lvl="0" indent="0" algn="ctr" defTabSz="8255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 kumimoji="0" sz="32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Helvetica Neue Medium"/>
              <a:sym typeface="Helvetica Neue Medium"/>
            </a:endParaRPr>
          </a:p>
        </p:txBody>
      </p:sp>
      <p:sp>
        <p:nvSpPr>
          <p:cNvPr id="225" name="TOPIC #1 - $100 ANSWER">
            <a:extLst>
              <a:ext uri="{FF2B5EF4-FFF2-40B4-BE49-F238E27FC236}">
                <a16:creationId xmlns:a16="http://schemas.microsoft.com/office/drawing/2014/main" id="{A8B87EAF-F66E-9797-721E-7E3BBB8E7D4E}"/>
              </a:ext>
            </a:extLst>
          </p:cNvPr>
          <p:cNvSpPr txBox="1"/>
          <p:nvPr/>
        </p:nvSpPr>
        <p:spPr>
          <a:xfrm>
            <a:off x="1318646" y="1076284"/>
            <a:ext cx="23992454" cy="164147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50800" tIns="50800" rIns="50800" bIns="50800" anchor="ctr">
            <a:spAutoFit/>
          </a:bodyPr>
          <a:lstStyle/>
          <a:p>
            <a:pPr marL="0" marR="0" lvl="0" indent="0" algn="l" defTabSz="8255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0000" b="0">
                <a:solidFill>
                  <a:srgbClr val="F6C543"/>
                </a:solidFill>
                <a:latin typeface="Impact"/>
                <a:ea typeface="Impact"/>
                <a:cs typeface="Impact"/>
                <a:sym typeface="Impact"/>
              </a:defRPr>
            </a:pPr>
            <a:r>
              <a:rPr kumimoji="0" lang="en-US" altLang="zh-CN" sz="10000" b="0" i="0" u="none" strike="noStrike" kern="0" cap="none" spc="0" normalizeH="0" baseline="0" noProof="0" dirty="0">
                <a:ln>
                  <a:noFill/>
                </a:ln>
                <a:solidFill>
                  <a:srgbClr val="F6C542"/>
                </a:solidFill>
                <a:effectLst/>
                <a:uLnTx/>
                <a:uFillTx/>
                <a:latin typeface="Impact"/>
                <a:sym typeface="Impact"/>
              </a:rPr>
              <a:t>UNIT #</a:t>
            </a:r>
            <a:r>
              <a:rPr kumimoji="0" lang="en-US" altLang="zh-CN" sz="10000" b="0" i="0" u="none" strike="noStrike" kern="0" cap="none" spc="0" normalizeH="0" baseline="0" noProof="0" dirty="0">
                <a:ln>
                  <a:noFill/>
                </a:ln>
                <a:solidFill>
                  <a:srgbClr val="F6C543"/>
                </a:solidFill>
                <a:effectLst/>
                <a:uLnTx/>
                <a:uFillTx/>
                <a:latin typeface="Impact"/>
                <a:sym typeface="Impact"/>
              </a:rPr>
              <a:t> </a:t>
            </a:r>
            <a:r>
              <a:rPr kumimoji="0" lang="en-US" altLang="zh-CN" sz="10000" b="0" i="0" u="none" strike="noStrike" kern="0" cap="none" spc="0" normalizeH="0" baseline="0" noProof="0" dirty="0">
                <a:ln>
                  <a:noFill/>
                </a:ln>
                <a:solidFill>
                  <a:srgbClr val="F6C542"/>
                </a:solidFill>
                <a:effectLst/>
                <a:uLnTx/>
                <a:uFillTx/>
                <a:latin typeface="Impact"/>
                <a:sym typeface="Impact"/>
              </a:rPr>
              <a:t>6 </a:t>
            </a:r>
            <a:r>
              <a:rPr kumimoji="0" lang="en-US" altLang="zh-CN" sz="100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Impact"/>
                <a:sym typeface="Impact"/>
              </a:rPr>
              <a:t>–</a:t>
            </a:r>
            <a:r>
              <a:rPr kumimoji="0" lang="zh-CN" altLang="en-US" sz="10000" b="0" i="0" u="none" strike="noStrike" kern="0" cap="none" spc="0" normalizeH="0" baseline="0" noProof="0" dirty="0">
                <a:ln>
                  <a:noFill/>
                </a:ln>
                <a:solidFill>
                  <a:srgbClr val="F6C543"/>
                </a:solidFill>
                <a:effectLst/>
                <a:uLnTx/>
                <a:uFillTx/>
                <a:latin typeface="华文楷体" panose="02010600040101010101" pitchFamily="2" charset="-122"/>
                <a:ea typeface="华文楷体" panose="02010600040101010101" pitchFamily="2" charset="-122"/>
                <a:sym typeface="Impact"/>
              </a:rPr>
              <a:t>断面图</a:t>
            </a:r>
            <a:endParaRPr kumimoji="0" lang="zh-CN" altLang="en-US" sz="100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华文楷体" panose="02010600040101010101" pitchFamily="2" charset="-122"/>
              <a:ea typeface="华文楷体" panose="02010600040101010101" pitchFamily="2" charset="-122"/>
              <a:sym typeface="Impact"/>
            </a:endParaRPr>
          </a:p>
        </p:txBody>
      </p:sp>
      <p:sp>
        <p:nvSpPr>
          <p:cNvPr id="226" name="Shape">
            <a:extLst>
              <a:ext uri="{FF2B5EF4-FFF2-40B4-BE49-F238E27FC236}">
                <a16:creationId xmlns:a16="http://schemas.microsoft.com/office/drawing/2014/main" id="{69FC48EE-9284-F094-10EB-973E171AB304}"/>
              </a:ext>
            </a:extLst>
          </p:cNvPr>
          <p:cNvSpPr/>
          <p:nvPr/>
        </p:nvSpPr>
        <p:spPr>
          <a:xfrm>
            <a:off x="-306915" y="8239797"/>
            <a:ext cx="1046530" cy="104640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9679" h="20595" extrusionOk="0">
                <a:moveTo>
                  <a:pt x="9839" y="0"/>
                </a:moveTo>
                <a:cubicBezTo>
                  <a:pt x="7321" y="0"/>
                  <a:pt x="4802" y="1006"/>
                  <a:pt x="2881" y="3017"/>
                </a:cubicBezTo>
                <a:cubicBezTo>
                  <a:pt x="-961" y="7038"/>
                  <a:pt x="-961" y="13557"/>
                  <a:pt x="2881" y="17578"/>
                </a:cubicBezTo>
                <a:cubicBezTo>
                  <a:pt x="6724" y="21600"/>
                  <a:pt x="12954" y="21600"/>
                  <a:pt x="16797" y="17578"/>
                </a:cubicBezTo>
                <a:cubicBezTo>
                  <a:pt x="20639" y="13557"/>
                  <a:pt x="20639" y="7038"/>
                  <a:pt x="16797" y="3017"/>
                </a:cubicBezTo>
                <a:cubicBezTo>
                  <a:pt x="14876" y="1006"/>
                  <a:pt x="12357" y="0"/>
                  <a:pt x="9839" y="0"/>
                </a:cubicBezTo>
                <a:close/>
                <a:moveTo>
                  <a:pt x="9839" y="2649"/>
                </a:moveTo>
                <a:cubicBezTo>
                  <a:pt x="11709" y="2649"/>
                  <a:pt x="13580" y="3397"/>
                  <a:pt x="15007" y="4890"/>
                </a:cubicBezTo>
                <a:cubicBezTo>
                  <a:pt x="17861" y="7877"/>
                  <a:pt x="17861" y="12718"/>
                  <a:pt x="15007" y="15705"/>
                </a:cubicBezTo>
                <a:cubicBezTo>
                  <a:pt x="12153" y="18692"/>
                  <a:pt x="7525" y="18692"/>
                  <a:pt x="4671" y="15705"/>
                </a:cubicBezTo>
                <a:cubicBezTo>
                  <a:pt x="1817" y="12718"/>
                  <a:pt x="1817" y="7877"/>
                  <a:pt x="4671" y="4890"/>
                </a:cubicBezTo>
                <a:cubicBezTo>
                  <a:pt x="6098" y="3397"/>
                  <a:pt x="7969" y="2649"/>
                  <a:pt x="9839" y="2649"/>
                </a:cubicBezTo>
                <a:close/>
              </a:path>
            </a:pathLst>
          </a:custGeom>
          <a:gradFill>
            <a:gsLst>
              <a:gs pos="0">
                <a:schemeClr val="accent2"/>
              </a:gs>
              <a:gs pos="100000">
                <a:schemeClr val="accent1"/>
              </a:gs>
            </a:gsLst>
            <a:lin ang="5400000"/>
          </a:gradFill>
          <a:ln w="12700">
            <a:miter lim="400000"/>
          </a:ln>
        </p:spPr>
        <p:txBody>
          <a:bodyPr lIns="0" tIns="0" rIns="0" bIns="0" anchor="ctr"/>
          <a:lstStyle/>
          <a:p>
            <a:pPr marL="0" marR="0" lvl="0" indent="0" algn="ctr" defTabSz="8255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 kumimoji="0" sz="32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Helvetica Neue Medium"/>
              <a:sym typeface="Helvetica Neue Medium"/>
            </a:endParaRPr>
          </a:p>
        </p:txBody>
      </p:sp>
      <p:sp>
        <p:nvSpPr>
          <p:cNvPr id="227" name="Shape">
            <a:extLst>
              <a:ext uri="{FF2B5EF4-FFF2-40B4-BE49-F238E27FC236}">
                <a16:creationId xmlns:a16="http://schemas.microsoft.com/office/drawing/2014/main" id="{2B6C967F-EF3E-1D81-AF77-072701C672BE}"/>
              </a:ext>
            </a:extLst>
          </p:cNvPr>
          <p:cNvSpPr/>
          <p:nvPr/>
        </p:nvSpPr>
        <p:spPr>
          <a:xfrm>
            <a:off x="19865947" y="2060686"/>
            <a:ext cx="2330506" cy="233022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9679" h="20595" extrusionOk="0">
                <a:moveTo>
                  <a:pt x="9839" y="0"/>
                </a:moveTo>
                <a:cubicBezTo>
                  <a:pt x="7321" y="0"/>
                  <a:pt x="4802" y="1006"/>
                  <a:pt x="2881" y="3017"/>
                </a:cubicBezTo>
                <a:cubicBezTo>
                  <a:pt x="-961" y="7038"/>
                  <a:pt x="-961" y="13557"/>
                  <a:pt x="2881" y="17578"/>
                </a:cubicBezTo>
                <a:cubicBezTo>
                  <a:pt x="6724" y="21600"/>
                  <a:pt x="12954" y="21600"/>
                  <a:pt x="16797" y="17578"/>
                </a:cubicBezTo>
                <a:cubicBezTo>
                  <a:pt x="20639" y="13557"/>
                  <a:pt x="20639" y="7038"/>
                  <a:pt x="16797" y="3017"/>
                </a:cubicBezTo>
                <a:cubicBezTo>
                  <a:pt x="14876" y="1006"/>
                  <a:pt x="12357" y="0"/>
                  <a:pt x="9839" y="0"/>
                </a:cubicBezTo>
                <a:close/>
                <a:moveTo>
                  <a:pt x="9839" y="2649"/>
                </a:moveTo>
                <a:cubicBezTo>
                  <a:pt x="11709" y="2649"/>
                  <a:pt x="13580" y="3397"/>
                  <a:pt x="15007" y="4890"/>
                </a:cubicBezTo>
                <a:cubicBezTo>
                  <a:pt x="17861" y="7877"/>
                  <a:pt x="17861" y="12718"/>
                  <a:pt x="15007" y="15705"/>
                </a:cubicBezTo>
                <a:cubicBezTo>
                  <a:pt x="12153" y="18692"/>
                  <a:pt x="7525" y="18692"/>
                  <a:pt x="4671" y="15705"/>
                </a:cubicBezTo>
                <a:cubicBezTo>
                  <a:pt x="1817" y="12718"/>
                  <a:pt x="1817" y="7877"/>
                  <a:pt x="4671" y="4890"/>
                </a:cubicBezTo>
                <a:cubicBezTo>
                  <a:pt x="6098" y="3397"/>
                  <a:pt x="7969" y="2649"/>
                  <a:pt x="9839" y="2649"/>
                </a:cubicBezTo>
                <a:close/>
              </a:path>
            </a:pathLst>
          </a:custGeom>
          <a:gradFill>
            <a:gsLst>
              <a:gs pos="0">
                <a:schemeClr val="accent2"/>
              </a:gs>
              <a:gs pos="100000">
                <a:schemeClr val="accent1"/>
              </a:gs>
            </a:gsLst>
            <a:lin ang="5400000"/>
          </a:gradFill>
          <a:ln w="12700">
            <a:miter lim="400000"/>
          </a:ln>
        </p:spPr>
        <p:txBody>
          <a:bodyPr lIns="0" tIns="0" rIns="0" bIns="0" anchor="ctr"/>
          <a:lstStyle/>
          <a:p>
            <a:pPr marL="0" marR="0" lvl="0" indent="0" algn="ctr" defTabSz="8255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 kumimoji="0" sz="32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Helvetica Neue Medium"/>
              <a:sym typeface="Helvetica Neue Medium"/>
            </a:endParaRPr>
          </a:p>
        </p:txBody>
      </p:sp>
      <p:sp>
        <p:nvSpPr>
          <p:cNvPr id="228" name="Rounded Rectangle">
            <a:extLst>
              <a:ext uri="{FF2B5EF4-FFF2-40B4-BE49-F238E27FC236}">
                <a16:creationId xmlns:a16="http://schemas.microsoft.com/office/drawing/2014/main" id="{F558287A-090B-70EC-8628-C189DC4A6C13}"/>
              </a:ext>
            </a:extLst>
          </p:cNvPr>
          <p:cNvSpPr/>
          <p:nvPr/>
        </p:nvSpPr>
        <p:spPr>
          <a:xfrm>
            <a:off x="1413182" y="3302000"/>
            <a:ext cx="21616294" cy="8897388"/>
          </a:xfrm>
          <a:prstGeom prst="roundRect">
            <a:avLst>
              <a:gd name="adj" fmla="val 2897"/>
            </a:avLst>
          </a:prstGeom>
          <a:solidFill>
            <a:schemeClr val="accent4"/>
          </a:solidFill>
          <a:ln w="12700">
            <a:miter lim="400000"/>
          </a:ln>
          <a:effectLst>
            <a:outerShdw blurRad="558800" dist="71163" dir="5400000" rotWithShape="0">
              <a:srgbClr val="000000">
                <a:alpha val="19617"/>
              </a:srgbClr>
            </a:outerShdw>
          </a:effectLst>
        </p:spPr>
        <p:txBody>
          <a:bodyPr lIns="0" tIns="0" rIns="0" bIns="0" anchor="ctr"/>
          <a:lstStyle/>
          <a:p>
            <a:pPr marL="0" marR="0" lvl="0" indent="0" algn="ctr" defTabSz="8255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 kumimoji="0" sz="32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Helvetica Neue Medium"/>
              <a:sym typeface="Helvetica Neue Medium"/>
            </a:endParaRP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C1087288-BF17-5FAE-1121-47F79866496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30642" y="2946717"/>
            <a:ext cx="18464782" cy="101119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58864586"/>
      </p:ext>
    </p:extLst>
  </p:cSld>
  <p:clrMapOvr>
    <a:masterClrMapping/>
  </p:clrMapOvr>
  <p:transition spd="med"/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3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AF48678-3AEC-51E0-B315-32F06B27E7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Shape">
            <a:extLst>
              <a:ext uri="{FF2B5EF4-FFF2-40B4-BE49-F238E27FC236}">
                <a16:creationId xmlns:a16="http://schemas.microsoft.com/office/drawing/2014/main" id="{1613975B-5D35-FA65-C10E-D08E113BE806}"/>
              </a:ext>
            </a:extLst>
          </p:cNvPr>
          <p:cNvSpPr/>
          <p:nvPr/>
        </p:nvSpPr>
        <p:spPr>
          <a:xfrm>
            <a:off x="6290541" y="12617233"/>
            <a:ext cx="2709718" cy="270939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9679" h="20595" extrusionOk="0">
                <a:moveTo>
                  <a:pt x="9839" y="0"/>
                </a:moveTo>
                <a:cubicBezTo>
                  <a:pt x="7321" y="0"/>
                  <a:pt x="4802" y="1006"/>
                  <a:pt x="2881" y="3017"/>
                </a:cubicBezTo>
                <a:cubicBezTo>
                  <a:pt x="-961" y="7038"/>
                  <a:pt x="-961" y="13557"/>
                  <a:pt x="2881" y="17578"/>
                </a:cubicBezTo>
                <a:cubicBezTo>
                  <a:pt x="6724" y="21600"/>
                  <a:pt x="12954" y="21600"/>
                  <a:pt x="16797" y="17578"/>
                </a:cubicBezTo>
                <a:cubicBezTo>
                  <a:pt x="20639" y="13557"/>
                  <a:pt x="20639" y="7038"/>
                  <a:pt x="16797" y="3017"/>
                </a:cubicBezTo>
                <a:cubicBezTo>
                  <a:pt x="14876" y="1006"/>
                  <a:pt x="12357" y="0"/>
                  <a:pt x="9839" y="0"/>
                </a:cubicBezTo>
                <a:close/>
                <a:moveTo>
                  <a:pt x="9839" y="2649"/>
                </a:moveTo>
                <a:cubicBezTo>
                  <a:pt x="11709" y="2649"/>
                  <a:pt x="13580" y="3397"/>
                  <a:pt x="15007" y="4890"/>
                </a:cubicBezTo>
                <a:cubicBezTo>
                  <a:pt x="17861" y="7877"/>
                  <a:pt x="17861" y="12718"/>
                  <a:pt x="15007" y="15705"/>
                </a:cubicBezTo>
                <a:cubicBezTo>
                  <a:pt x="12153" y="18692"/>
                  <a:pt x="7525" y="18692"/>
                  <a:pt x="4671" y="15705"/>
                </a:cubicBezTo>
                <a:cubicBezTo>
                  <a:pt x="1817" y="12718"/>
                  <a:pt x="1817" y="7877"/>
                  <a:pt x="4671" y="4890"/>
                </a:cubicBezTo>
                <a:cubicBezTo>
                  <a:pt x="6098" y="3397"/>
                  <a:pt x="7969" y="2649"/>
                  <a:pt x="9839" y="2649"/>
                </a:cubicBezTo>
                <a:close/>
              </a:path>
            </a:pathLst>
          </a:custGeom>
          <a:gradFill>
            <a:gsLst>
              <a:gs pos="0">
                <a:schemeClr val="accent2"/>
              </a:gs>
              <a:gs pos="100000">
                <a:schemeClr val="accent1"/>
              </a:gs>
            </a:gsLst>
            <a:lin ang="5400000"/>
          </a:gradFill>
          <a:ln w="12700">
            <a:miter lim="400000"/>
          </a:ln>
        </p:spPr>
        <p:txBody>
          <a:bodyPr lIns="0" tIns="0" rIns="0" bIns="0" anchor="ctr"/>
          <a:lstStyle/>
          <a:p>
            <a:pPr marL="0" marR="0" lvl="0" indent="0" algn="ctr" defTabSz="8255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 kumimoji="0" sz="32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Helvetica Neue Medium"/>
              <a:sym typeface="Helvetica Neue Medium"/>
            </a:endParaRPr>
          </a:p>
        </p:txBody>
      </p:sp>
      <p:sp>
        <p:nvSpPr>
          <p:cNvPr id="216" name="Shape">
            <a:extLst>
              <a:ext uri="{FF2B5EF4-FFF2-40B4-BE49-F238E27FC236}">
                <a16:creationId xmlns:a16="http://schemas.microsoft.com/office/drawing/2014/main" id="{A8070E45-6A4B-0EA6-FA1C-2B64F0EEF2B6}"/>
              </a:ext>
            </a:extLst>
          </p:cNvPr>
          <p:cNvSpPr/>
          <p:nvPr/>
        </p:nvSpPr>
        <p:spPr>
          <a:xfrm>
            <a:off x="14339439" y="2620192"/>
            <a:ext cx="6322300" cy="632257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800" y="0"/>
                </a:moveTo>
                <a:cubicBezTo>
                  <a:pt x="10787" y="0"/>
                  <a:pt x="10773" y="1"/>
                  <a:pt x="10759" y="1"/>
                </a:cubicBezTo>
                <a:lnTo>
                  <a:pt x="1" y="10760"/>
                </a:lnTo>
                <a:cubicBezTo>
                  <a:pt x="0" y="10900"/>
                  <a:pt x="3" y="11040"/>
                  <a:pt x="8" y="11181"/>
                </a:cubicBezTo>
                <a:lnTo>
                  <a:pt x="11180" y="9"/>
                </a:lnTo>
                <a:cubicBezTo>
                  <a:pt x="11054" y="4"/>
                  <a:pt x="10927" y="0"/>
                  <a:pt x="10800" y="0"/>
                </a:cubicBezTo>
                <a:close/>
                <a:moveTo>
                  <a:pt x="10211" y="17"/>
                </a:moveTo>
                <a:cubicBezTo>
                  <a:pt x="10057" y="25"/>
                  <a:pt x="9903" y="36"/>
                  <a:pt x="9748" y="51"/>
                </a:cubicBezTo>
                <a:lnTo>
                  <a:pt x="50" y="9749"/>
                </a:lnTo>
                <a:cubicBezTo>
                  <a:pt x="35" y="9903"/>
                  <a:pt x="25" y="10057"/>
                  <a:pt x="16" y="10212"/>
                </a:cubicBezTo>
                <a:lnTo>
                  <a:pt x="10211" y="17"/>
                </a:lnTo>
                <a:close/>
                <a:moveTo>
                  <a:pt x="11683" y="38"/>
                </a:moveTo>
                <a:lnTo>
                  <a:pt x="38" y="11684"/>
                </a:lnTo>
                <a:cubicBezTo>
                  <a:pt x="48" y="11814"/>
                  <a:pt x="62" y="11944"/>
                  <a:pt x="78" y="12075"/>
                </a:cubicBezTo>
                <a:lnTo>
                  <a:pt x="12074" y="78"/>
                </a:lnTo>
                <a:cubicBezTo>
                  <a:pt x="11944" y="63"/>
                  <a:pt x="11814" y="49"/>
                  <a:pt x="11683" y="38"/>
                </a:cubicBezTo>
                <a:close/>
                <a:moveTo>
                  <a:pt x="9136" y="131"/>
                </a:moveTo>
                <a:cubicBezTo>
                  <a:pt x="8960" y="158"/>
                  <a:pt x="8786" y="190"/>
                  <a:pt x="8611" y="226"/>
                </a:cubicBezTo>
                <a:lnTo>
                  <a:pt x="226" y="8611"/>
                </a:lnTo>
                <a:cubicBezTo>
                  <a:pt x="190" y="8786"/>
                  <a:pt x="157" y="8961"/>
                  <a:pt x="130" y="9137"/>
                </a:cubicBezTo>
                <a:lnTo>
                  <a:pt x="9136" y="131"/>
                </a:lnTo>
                <a:close/>
                <a:moveTo>
                  <a:pt x="12541" y="143"/>
                </a:moveTo>
                <a:lnTo>
                  <a:pt x="143" y="12541"/>
                </a:lnTo>
                <a:cubicBezTo>
                  <a:pt x="163" y="12663"/>
                  <a:pt x="183" y="12785"/>
                  <a:pt x="207" y="12906"/>
                </a:cubicBezTo>
                <a:lnTo>
                  <a:pt x="12906" y="208"/>
                </a:lnTo>
                <a:cubicBezTo>
                  <a:pt x="12785" y="184"/>
                  <a:pt x="12663" y="163"/>
                  <a:pt x="12541" y="143"/>
                </a:cubicBezTo>
                <a:close/>
                <a:moveTo>
                  <a:pt x="13343" y="303"/>
                </a:moveTo>
                <a:lnTo>
                  <a:pt x="303" y="13343"/>
                </a:lnTo>
                <a:cubicBezTo>
                  <a:pt x="330" y="13456"/>
                  <a:pt x="361" y="13569"/>
                  <a:pt x="392" y="13682"/>
                </a:cubicBezTo>
                <a:lnTo>
                  <a:pt x="13682" y="393"/>
                </a:lnTo>
                <a:cubicBezTo>
                  <a:pt x="13569" y="362"/>
                  <a:pt x="13456" y="331"/>
                  <a:pt x="13343" y="303"/>
                </a:cubicBezTo>
                <a:close/>
                <a:moveTo>
                  <a:pt x="7909" y="395"/>
                </a:moveTo>
                <a:cubicBezTo>
                  <a:pt x="7701" y="452"/>
                  <a:pt x="7495" y="515"/>
                  <a:pt x="7290" y="585"/>
                </a:cubicBezTo>
                <a:lnTo>
                  <a:pt x="584" y="7290"/>
                </a:lnTo>
                <a:cubicBezTo>
                  <a:pt x="514" y="7495"/>
                  <a:pt x="452" y="7702"/>
                  <a:pt x="394" y="7909"/>
                </a:cubicBezTo>
                <a:lnTo>
                  <a:pt x="7909" y="395"/>
                </a:lnTo>
                <a:close/>
                <a:moveTo>
                  <a:pt x="14094" y="515"/>
                </a:moveTo>
                <a:lnTo>
                  <a:pt x="514" y="14094"/>
                </a:lnTo>
                <a:cubicBezTo>
                  <a:pt x="549" y="14202"/>
                  <a:pt x="583" y="14310"/>
                  <a:pt x="620" y="14417"/>
                </a:cubicBezTo>
                <a:lnTo>
                  <a:pt x="14417" y="621"/>
                </a:lnTo>
                <a:cubicBezTo>
                  <a:pt x="14310" y="583"/>
                  <a:pt x="14202" y="549"/>
                  <a:pt x="14094" y="515"/>
                </a:cubicBezTo>
                <a:close/>
                <a:moveTo>
                  <a:pt x="14804" y="767"/>
                </a:moveTo>
                <a:lnTo>
                  <a:pt x="767" y="14804"/>
                </a:lnTo>
                <a:cubicBezTo>
                  <a:pt x="807" y="14905"/>
                  <a:pt x="851" y="15004"/>
                  <a:pt x="894" y="15104"/>
                </a:cubicBezTo>
                <a:lnTo>
                  <a:pt x="15104" y="895"/>
                </a:lnTo>
                <a:cubicBezTo>
                  <a:pt x="15004" y="852"/>
                  <a:pt x="14905" y="807"/>
                  <a:pt x="14804" y="767"/>
                </a:cubicBezTo>
                <a:close/>
                <a:moveTo>
                  <a:pt x="6411" y="932"/>
                </a:moveTo>
                <a:cubicBezTo>
                  <a:pt x="6118" y="1062"/>
                  <a:pt x="5831" y="1206"/>
                  <a:pt x="5549" y="1363"/>
                </a:cubicBezTo>
                <a:lnTo>
                  <a:pt x="1362" y="5549"/>
                </a:lnTo>
                <a:cubicBezTo>
                  <a:pt x="1205" y="5832"/>
                  <a:pt x="1061" y="6119"/>
                  <a:pt x="931" y="6411"/>
                </a:cubicBezTo>
                <a:lnTo>
                  <a:pt x="6411" y="932"/>
                </a:lnTo>
                <a:close/>
                <a:moveTo>
                  <a:pt x="15470" y="1061"/>
                </a:moveTo>
                <a:lnTo>
                  <a:pt x="1060" y="15471"/>
                </a:lnTo>
                <a:cubicBezTo>
                  <a:pt x="1106" y="15567"/>
                  <a:pt x="1153" y="15664"/>
                  <a:pt x="1202" y="15759"/>
                </a:cubicBezTo>
                <a:lnTo>
                  <a:pt x="15759" y="1203"/>
                </a:lnTo>
                <a:cubicBezTo>
                  <a:pt x="15663" y="1153"/>
                  <a:pt x="15567" y="1107"/>
                  <a:pt x="15470" y="1061"/>
                </a:cubicBezTo>
                <a:close/>
                <a:moveTo>
                  <a:pt x="16103" y="1391"/>
                </a:moveTo>
                <a:lnTo>
                  <a:pt x="1391" y="16103"/>
                </a:lnTo>
                <a:cubicBezTo>
                  <a:pt x="1442" y="16194"/>
                  <a:pt x="1494" y="16285"/>
                  <a:pt x="1549" y="16375"/>
                </a:cubicBezTo>
                <a:lnTo>
                  <a:pt x="16375" y="1549"/>
                </a:lnTo>
                <a:cubicBezTo>
                  <a:pt x="16285" y="1495"/>
                  <a:pt x="16194" y="1442"/>
                  <a:pt x="16103" y="1391"/>
                </a:cubicBezTo>
                <a:close/>
                <a:moveTo>
                  <a:pt x="16703" y="1754"/>
                </a:moveTo>
                <a:lnTo>
                  <a:pt x="1753" y="16703"/>
                </a:lnTo>
                <a:cubicBezTo>
                  <a:pt x="1809" y="16788"/>
                  <a:pt x="1869" y="16872"/>
                  <a:pt x="1928" y="16956"/>
                </a:cubicBezTo>
                <a:lnTo>
                  <a:pt x="16956" y="1928"/>
                </a:lnTo>
                <a:cubicBezTo>
                  <a:pt x="16872" y="1869"/>
                  <a:pt x="16788" y="1810"/>
                  <a:pt x="16703" y="1754"/>
                </a:cubicBezTo>
                <a:close/>
                <a:moveTo>
                  <a:pt x="17267" y="2151"/>
                </a:moveTo>
                <a:lnTo>
                  <a:pt x="2151" y="17267"/>
                </a:lnTo>
                <a:cubicBezTo>
                  <a:pt x="2212" y="17349"/>
                  <a:pt x="2274" y="17430"/>
                  <a:pt x="2338" y="17510"/>
                </a:cubicBezTo>
                <a:lnTo>
                  <a:pt x="17510" y="2338"/>
                </a:lnTo>
                <a:cubicBezTo>
                  <a:pt x="17430" y="2275"/>
                  <a:pt x="17349" y="2212"/>
                  <a:pt x="17267" y="2151"/>
                </a:cubicBezTo>
                <a:close/>
                <a:moveTo>
                  <a:pt x="3805" y="2574"/>
                </a:moveTo>
                <a:cubicBezTo>
                  <a:pt x="3586" y="2761"/>
                  <a:pt x="3370" y="2956"/>
                  <a:pt x="3163" y="3163"/>
                </a:cubicBezTo>
                <a:cubicBezTo>
                  <a:pt x="2955" y="3371"/>
                  <a:pt x="2761" y="3586"/>
                  <a:pt x="2574" y="3806"/>
                </a:cubicBezTo>
                <a:lnTo>
                  <a:pt x="3805" y="2574"/>
                </a:lnTo>
                <a:close/>
                <a:moveTo>
                  <a:pt x="17801" y="2579"/>
                </a:moveTo>
                <a:lnTo>
                  <a:pt x="2579" y="17801"/>
                </a:lnTo>
                <a:cubicBezTo>
                  <a:pt x="2645" y="17878"/>
                  <a:pt x="2709" y="17957"/>
                  <a:pt x="2777" y="18032"/>
                </a:cubicBezTo>
                <a:lnTo>
                  <a:pt x="18032" y="2777"/>
                </a:lnTo>
                <a:cubicBezTo>
                  <a:pt x="17957" y="2709"/>
                  <a:pt x="17878" y="2645"/>
                  <a:pt x="17801" y="2579"/>
                </a:cubicBezTo>
                <a:close/>
                <a:moveTo>
                  <a:pt x="18304" y="3036"/>
                </a:moveTo>
                <a:lnTo>
                  <a:pt x="3036" y="18304"/>
                </a:lnTo>
                <a:cubicBezTo>
                  <a:pt x="3079" y="18349"/>
                  <a:pt x="3119" y="18394"/>
                  <a:pt x="3163" y="18438"/>
                </a:cubicBezTo>
                <a:cubicBezTo>
                  <a:pt x="3191" y="18466"/>
                  <a:pt x="3222" y="18492"/>
                  <a:pt x="3250" y="18521"/>
                </a:cubicBezTo>
                <a:lnTo>
                  <a:pt x="18521" y="3251"/>
                </a:lnTo>
                <a:cubicBezTo>
                  <a:pt x="18492" y="3222"/>
                  <a:pt x="18466" y="3192"/>
                  <a:pt x="18438" y="3163"/>
                </a:cubicBezTo>
                <a:cubicBezTo>
                  <a:pt x="18394" y="3119"/>
                  <a:pt x="18348" y="3079"/>
                  <a:pt x="18304" y="3036"/>
                </a:cubicBezTo>
                <a:close/>
                <a:moveTo>
                  <a:pt x="18781" y="3523"/>
                </a:moveTo>
                <a:lnTo>
                  <a:pt x="3522" y="18781"/>
                </a:lnTo>
                <a:cubicBezTo>
                  <a:pt x="3598" y="18850"/>
                  <a:pt x="3676" y="18915"/>
                  <a:pt x="3753" y="18982"/>
                </a:cubicBezTo>
                <a:lnTo>
                  <a:pt x="18982" y="3753"/>
                </a:lnTo>
                <a:cubicBezTo>
                  <a:pt x="18915" y="3676"/>
                  <a:pt x="18850" y="3598"/>
                  <a:pt x="18781" y="3523"/>
                </a:cubicBezTo>
                <a:close/>
                <a:moveTo>
                  <a:pt x="19224" y="4041"/>
                </a:moveTo>
                <a:lnTo>
                  <a:pt x="4041" y="19224"/>
                </a:lnTo>
                <a:cubicBezTo>
                  <a:pt x="4121" y="19289"/>
                  <a:pt x="4202" y="19350"/>
                  <a:pt x="4283" y="19412"/>
                </a:cubicBezTo>
                <a:lnTo>
                  <a:pt x="19412" y="4283"/>
                </a:lnTo>
                <a:cubicBezTo>
                  <a:pt x="19350" y="4202"/>
                  <a:pt x="19289" y="4121"/>
                  <a:pt x="19224" y="4041"/>
                </a:cubicBezTo>
                <a:close/>
                <a:moveTo>
                  <a:pt x="19637" y="4591"/>
                </a:moveTo>
                <a:lnTo>
                  <a:pt x="4591" y="19637"/>
                </a:lnTo>
                <a:cubicBezTo>
                  <a:pt x="4675" y="19696"/>
                  <a:pt x="4758" y="19757"/>
                  <a:pt x="4843" y="19813"/>
                </a:cubicBezTo>
                <a:lnTo>
                  <a:pt x="19813" y="4844"/>
                </a:lnTo>
                <a:cubicBezTo>
                  <a:pt x="19757" y="4758"/>
                  <a:pt x="19696" y="4675"/>
                  <a:pt x="19637" y="4591"/>
                </a:cubicBezTo>
                <a:close/>
                <a:moveTo>
                  <a:pt x="20019" y="5172"/>
                </a:moveTo>
                <a:lnTo>
                  <a:pt x="5172" y="20019"/>
                </a:lnTo>
                <a:cubicBezTo>
                  <a:pt x="5261" y="20073"/>
                  <a:pt x="5351" y="20126"/>
                  <a:pt x="5441" y="20178"/>
                </a:cubicBezTo>
                <a:lnTo>
                  <a:pt x="20178" y="5441"/>
                </a:lnTo>
                <a:cubicBezTo>
                  <a:pt x="20126" y="5351"/>
                  <a:pt x="20073" y="5261"/>
                  <a:pt x="20019" y="5172"/>
                </a:cubicBezTo>
                <a:close/>
                <a:moveTo>
                  <a:pt x="20369" y="5782"/>
                </a:moveTo>
                <a:lnTo>
                  <a:pt x="5782" y="20369"/>
                </a:lnTo>
                <a:cubicBezTo>
                  <a:pt x="5877" y="20419"/>
                  <a:pt x="5974" y="20463"/>
                  <a:pt x="6071" y="20510"/>
                </a:cubicBezTo>
                <a:lnTo>
                  <a:pt x="20510" y="6071"/>
                </a:lnTo>
                <a:cubicBezTo>
                  <a:pt x="20463" y="5975"/>
                  <a:pt x="20419" y="5878"/>
                  <a:pt x="20369" y="5782"/>
                </a:cubicBezTo>
                <a:close/>
                <a:moveTo>
                  <a:pt x="20679" y="6434"/>
                </a:moveTo>
                <a:lnTo>
                  <a:pt x="6434" y="20679"/>
                </a:lnTo>
                <a:cubicBezTo>
                  <a:pt x="6534" y="20723"/>
                  <a:pt x="6633" y="20769"/>
                  <a:pt x="6734" y="20809"/>
                </a:cubicBezTo>
                <a:lnTo>
                  <a:pt x="20809" y="6735"/>
                </a:lnTo>
                <a:cubicBezTo>
                  <a:pt x="20769" y="6634"/>
                  <a:pt x="20723" y="6534"/>
                  <a:pt x="20679" y="6434"/>
                </a:cubicBezTo>
                <a:close/>
                <a:moveTo>
                  <a:pt x="20956" y="7121"/>
                </a:moveTo>
                <a:lnTo>
                  <a:pt x="7120" y="20956"/>
                </a:lnTo>
                <a:cubicBezTo>
                  <a:pt x="7226" y="20994"/>
                  <a:pt x="7333" y="21030"/>
                  <a:pt x="7439" y="21065"/>
                </a:cubicBezTo>
                <a:lnTo>
                  <a:pt x="21065" y="7439"/>
                </a:lnTo>
                <a:cubicBezTo>
                  <a:pt x="21030" y="7333"/>
                  <a:pt x="20994" y="7226"/>
                  <a:pt x="20956" y="7121"/>
                </a:cubicBezTo>
                <a:close/>
                <a:moveTo>
                  <a:pt x="21190" y="7848"/>
                </a:moveTo>
                <a:lnTo>
                  <a:pt x="7848" y="21190"/>
                </a:lnTo>
                <a:cubicBezTo>
                  <a:pt x="7960" y="21221"/>
                  <a:pt x="8073" y="21252"/>
                  <a:pt x="8186" y="21280"/>
                </a:cubicBezTo>
                <a:lnTo>
                  <a:pt x="21280" y="8186"/>
                </a:lnTo>
                <a:cubicBezTo>
                  <a:pt x="21252" y="8073"/>
                  <a:pt x="21221" y="7960"/>
                  <a:pt x="21190" y="7848"/>
                </a:cubicBezTo>
                <a:close/>
                <a:moveTo>
                  <a:pt x="21378" y="8623"/>
                </a:moveTo>
                <a:lnTo>
                  <a:pt x="8623" y="21378"/>
                </a:lnTo>
                <a:cubicBezTo>
                  <a:pt x="8743" y="21402"/>
                  <a:pt x="8863" y="21424"/>
                  <a:pt x="8984" y="21445"/>
                </a:cubicBezTo>
                <a:lnTo>
                  <a:pt x="21445" y="8984"/>
                </a:lnTo>
                <a:cubicBezTo>
                  <a:pt x="21424" y="8864"/>
                  <a:pt x="21402" y="8743"/>
                  <a:pt x="21378" y="8623"/>
                </a:cubicBezTo>
                <a:close/>
                <a:moveTo>
                  <a:pt x="21514" y="9448"/>
                </a:moveTo>
                <a:lnTo>
                  <a:pt x="9447" y="21514"/>
                </a:lnTo>
                <a:cubicBezTo>
                  <a:pt x="9576" y="21530"/>
                  <a:pt x="9704" y="21546"/>
                  <a:pt x="9833" y="21557"/>
                </a:cubicBezTo>
                <a:lnTo>
                  <a:pt x="21557" y="9834"/>
                </a:lnTo>
                <a:cubicBezTo>
                  <a:pt x="21546" y="9705"/>
                  <a:pt x="21530" y="9576"/>
                  <a:pt x="21514" y="9448"/>
                </a:cubicBezTo>
                <a:close/>
                <a:moveTo>
                  <a:pt x="21590" y="10333"/>
                </a:moveTo>
                <a:lnTo>
                  <a:pt x="10332" y="21590"/>
                </a:lnTo>
                <a:cubicBezTo>
                  <a:pt x="10473" y="21596"/>
                  <a:pt x="10613" y="21599"/>
                  <a:pt x="10753" y="21600"/>
                </a:cubicBezTo>
                <a:lnTo>
                  <a:pt x="21600" y="10754"/>
                </a:lnTo>
                <a:cubicBezTo>
                  <a:pt x="21599" y="10613"/>
                  <a:pt x="21596" y="10473"/>
                  <a:pt x="21590" y="10333"/>
                </a:cubicBezTo>
                <a:close/>
                <a:moveTo>
                  <a:pt x="21590" y="11296"/>
                </a:moveTo>
                <a:lnTo>
                  <a:pt x="11295" y="21590"/>
                </a:lnTo>
                <a:cubicBezTo>
                  <a:pt x="11449" y="21583"/>
                  <a:pt x="11603" y="21572"/>
                  <a:pt x="11757" y="21558"/>
                </a:cubicBezTo>
                <a:lnTo>
                  <a:pt x="21558" y="11757"/>
                </a:lnTo>
                <a:cubicBezTo>
                  <a:pt x="21572" y="11603"/>
                  <a:pt x="21583" y="11450"/>
                  <a:pt x="21590" y="11296"/>
                </a:cubicBezTo>
                <a:close/>
                <a:moveTo>
                  <a:pt x="21489" y="12358"/>
                </a:moveTo>
                <a:lnTo>
                  <a:pt x="12358" y="21489"/>
                </a:lnTo>
                <a:cubicBezTo>
                  <a:pt x="12531" y="21464"/>
                  <a:pt x="12703" y="21434"/>
                  <a:pt x="12876" y="21400"/>
                </a:cubicBezTo>
                <a:lnTo>
                  <a:pt x="21400" y="12876"/>
                </a:lnTo>
                <a:cubicBezTo>
                  <a:pt x="21434" y="12704"/>
                  <a:pt x="21464" y="12531"/>
                  <a:pt x="21489" y="12358"/>
                </a:cubicBezTo>
                <a:close/>
                <a:moveTo>
                  <a:pt x="21239" y="13569"/>
                </a:moveTo>
                <a:lnTo>
                  <a:pt x="13569" y="21239"/>
                </a:lnTo>
                <a:cubicBezTo>
                  <a:pt x="13774" y="21185"/>
                  <a:pt x="13978" y="21125"/>
                  <a:pt x="14181" y="21058"/>
                </a:cubicBezTo>
                <a:lnTo>
                  <a:pt x="21058" y="14181"/>
                </a:lnTo>
                <a:cubicBezTo>
                  <a:pt x="21125" y="13978"/>
                  <a:pt x="21185" y="13774"/>
                  <a:pt x="21239" y="13569"/>
                </a:cubicBezTo>
                <a:close/>
                <a:moveTo>
                  <a:pt x="20736" y="15035"/>
                </a:moveTo>
                <a:lnTo>
                  <a:pt x="15035" y="20736"/>
                </a:lnTo>
                <a:cubicBezTo>
                  <a:pt x="15310" y="20619"/>
                  <a:pt x="15581" y="20493"/>
                  <a:pt x="15848" y="20352"/>
                </a:cubicBezTo>
                <a:lnTo>
                  <a:pt x="20352" y="15848"/>
                </a:lnTo>
                <a:cubicBezTo>
                  <a:pt x="20493" y="15581"/>
                  <a:pt x="20619" y="15310"/>
                  <a:pt x="20736" y="15035"/>
                </a:cubicBezTo>
                <a:close/>
                <a:moveTo>
                  <a:pt x="19400" y="17332"/>
                </a:moveTo>
                <a:lnTo>
                  <a:pt x="17332" y="19400"/>
                </a:lnTo>
                <a:cubicBezTo>
                  <a:pt x="17716" y="19108"/>
                  <a:pt x="18087" y="18789"/>
                  <a:pt x="18438" y="18438"/>
                </a:cubicBezTo>
                <a:cubicBezTo>
                  <a:pt x="18788" y="18087"/>
                  <a:pt x="19107" y="17716"/>
                  <a:pt x="19400" y="17332"/>
                </a:cubicBezTo>
                <a:close/>
              </a:path>
            </a:pathLst>
          </a:custGeom>
          <a:solidFill>
            <a:schemeClr val="accent4"/>
          </a:solidFill>
          <a:ln w="12700">
            <a:miter lim="400000"/>
          </a:ln>
        </p:spPr>
        <p:txBody>
          <a:bodyPr lIns="0" tIns="0" rIns="0" bIns="0" anchor="ctr"/>
          <a:lstStyle/>
          <a:p>
            <a:pPr marL="0" marR="0" lvl="0" indent="0" algn="ctr" defTabSz="8255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 kumimoji="0" sz="32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Helvetica Neue Medium"/>
              <a:sym typeface="Helvetica Neue Medium"/>
            </a:endParaRPr>
          </a:p>
        </p:txBody>
      </p:sp>
      <p:sp>
        <p:nvSpPr>
          <p:cNvPr id="217" name="Shape">
            <a:extLst>
              <a:ext uri="{FF2B5EF4-FFF2-40B4-BE49-F238E27FC236}">
                <a16:creationId xmlns:a16="http://schemas.microsoft.com/office/drawing/2014/main" id="{C41D1A18-2E6F-A342-FBD6-A7CF5F988486}"/>
              </a:ext>
            </a:extLst>
          </p:cNvPr>
          <p:cNvSpPr/>
          <p:nvPr/>
        </p:nvSpPr>
        <p:spPr>
          <a:xfrm>
            <a:off x="5513585" y="9836851"/>
            <a:ext cx="2709536" cy="270965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800" y="0"/>
                </a:moveTo>
                <a:cubicBezTo>
                  <a:pt x="10787" y="0"/>
                  <a:pt x="10773" y="1"/>
                  <a:pt x="10759" y="1"/>
                </a:cubicBezTo>
                <a:lnTo>
                  <a:pt x="1" y="10760"/>
                </a:lnTo>
                <a:cubicBezTo>
                  <a:pt x="0" y="10900"/>
                  <a:pt x="3" y="11040"/>
                  <a:pt x="8" y="11181"/>
                </a:cubicBezTo>
                <a:lnTo>
                  <a:pt x="11180" y="9"/>
                </a:lnTo>
                <a:cubicBezTo>
                  <a:pt x="11054" y="4"/>
                  <a:pt x="10927" y="0"/>
                  <a:pt x="10800" y="0"/>
                </a:cubicBezTo>
                <a:close/>
                <a:moveTo>
                  <a:pt x="10211" y="17"/>
                </a:moveTo>
                <a:cubicBezTo>
                  <a:pt x="10057" y="25"/>
                  <a:pt x="9903" y="36"/>
                  <a:pt x="9748" y="51"/>
                </a:cubicBezTo>
                <a:lnTo>
                  <a:pt x="50" y="9749"/>
                </a:lnTo>
                <a:cubicBezTo>
                  <a:pt x="35" y="9903"/>
                  <a:pt x="25" y="10057"/>
                  <a:pt x="16" y="10212"/>
                </a:cubicBezTo>
                <a:lnTo>
                  <a:pt x="10211" y="17"/>
                </a:lnTo>
                <a:close/>
                <a:moveTo>
                  <a:pt x="11683" y="38"/>
                </a:moveTo>
                <a:lnTo>
                  <a:pt x="38" y="11684"/>
                </a:lnTo>
                <a:cubicBezTo>
                  <a:pt x="48" y="11814"/>
                  <a:pt x="62" y="11944"/>
                  <a:pt x="78" y="12075"/>
                </a:cubicBezTo>
                <a:lnTo>
                  <a:pt x="12074" y="78"/>
                </a:lnTo>
                <a:cubicBezTo>
                  <a:pt x="11944" y="63"/>
                  <a:pt x="11814" y="49"/>
                  <a:pt x="11683" y="38"/>
                </a:cubicBezTo>
                <a:close/>
                <a:moveTo>
                  <a:pt x="9136" y="131"/>
                </a:moveTo>
                <a:cubicBezTo>
                  <a:pt x="8960" y="158"/>
                  <a:pt x="8786" y="190"/>
                  <a:pt x="8611" y="226"/>
                </a:cubicBezTo>
                <a:lnTo>
                  <a:pt x="226" y="8611"/>
                </a:lnTo>
                <a:cubicBezTo>
                  <a:pt x="190" y="8786"/>
                  <a:pt x="157" y="8961"/>
                  <a:pt x="130" y="9137"/>
                </a:cubicBezTo>
                <a:lnTo>
                  <a:pt x="9136" y="131"/>
                </a:lnTo>
                <a:close/>
                <a:moveTo>
                  <a:pt x="12541" y="143"/>
                </a:moveTo>
                <a:lnTo>
                  <a:pt x="143" y="12541"/>
                </a:lnTo>
                <a:cubicBezTo>
                  <a:pt x="163" y="12663"/>
                  <a:pt x="183" y="12785"/>
                  <a:pt x="207" y="12906"/>
                </a:cubicBezTo>
                <a:lnTo>
                  <a:pt x="12906" y="208"/>
                </a:lnTo>
                <a:cubicBezTo>
                  <a:pt x="12785" y="184"/>
                  <a:pt x="12663" y="163"/>
                  <a:pt x="12541" y="143"/>
                </a:cubicBezTo>
                <a:close/>
                <a:moveTo>
                  <a:pt x="13343" y="303"/>
                </a:moveTo>
                <a:lnTo>
                  <a:pt x="303" y="13343"/>
                </a:lnTo>
                <a:cubicBezTo>
                  <a:pt x="330" y="13456"/>
                  <a:pt x="361" y="13569"/>
                  <a:pt x="392" y="13682"/>
                </a:cubicBezTo>
                <a:lnTo>
                  <a:pt x="13682" y="393"/>
                </a:lnTo>
                <a:cubicBezTo>
                  <a:pt x="13569" y="362"/>
                  <a:pt x="13456" y="331"/>
                  <a:pt x="13343" y="303"/>
                </a:cubicBezTo>
                <a:close/>
                <a:moveTo>
                  <a:pt x="7909" y="395"/>
                </a:moveTo>
                <a:cubicBezTo>
                  <a:pt x="7701" y="452"/>
                  <a:pt x="7495" y="515"/>
                  <a:pt x="7290" y="585"/>
                </a:cubicBezTo>
                <a:lnTo>
                  <a:pt x="584" y="7290"/>
                </a:lnTo>
                <a:cubicBezTo>
                  <a:pt x="514" y="7495"/>
                  <a:pt x="452" y="7702"/>
                  <a:pt x="394" y="7909"/>
                </a:cubicBezTo>
                <a:lnTo>
                  <a:pt x="7909" y="395"/>
                </a:lnTo>
                <a:close/>
                <a:moveTo>
                  <a:pt x="14094" y="515"/>
                </a:moveTo>
                <a:lnTo>
                  <a:pt x="514" y="14094"/>
                </a:lnTo>
                <a:cubicBezTo>
                  <a:pt x="549" y="14202"/>
                  <a:pt x="583" y="14310"/>
                  <a:pt x="620" y="14417"/>
                </a:cubicBezTo>
                <a:lnTo>
                  <a:pt x="14417" y="621"/>
                </a:lnTo>
                <a:cubicBezTo>
                  <a:pt x="14310" y="583"/>
                  <a:pt x="14202" y="549"/>
                  <a:pt x="14094" y="515"/>
                </a:cubicBezTo>
                <a:close/>
                <a:moveTo>
                  <a:pt x="14804" y="767"/>
                </a:moveTo>
                <a:lnTo>
                  <a:pt x="767" y="14804"/>
                </a:lnTo>
                <a:cubicBezTo>
                  <a:pt x="807" y="14905"/>
                  <a:pt x="851" y="15004"/>
                  <a:pt x="894" y="15104"/>
                </a:cubicBezTo>
                <a:lnTo>
                  <a:pt x="15104" y="895"/>
                </a:lnTo>
                <a:cubicBezTo>
                  <a:pt x="15004" y="852"/>
                  <a:pt x="14905" y="807"/>
                  <a:pt x="14804" y="767"/>
                </a:cubicBezTo>
                <a:close/>
                <a:moveTo>
                  <a:pt x="6411" y="932"/>
                </a:moveTo>
                <a:cubicBezTo>
                  <a:pt x="6118" y="1062"/>
                  <a:pt x="5831" y="1206"/>
                  <a:pt x="5549" y="1363"/>
                </a:cubicBezTo>
                <a:lnTo>
                  <a:pt x="1362" y="5549"/>
                </a:lnTo>
                <a:cubicBezTo>
                  <a:pt x="1205" y="5832"/>
                  <a:pt x="1061" y="6119"/>
                  <a:pt x="931" y="6411"/>
                </a:cubicBezTo>
                <a:lnTo>
                  <a:pt x="6411" y="932"/>
                </a:lnTo>
                <a:close/>
                <a:moveTo>
                  <a:pt x="15470" y="1061"/>
                </a:moveTo>
                <a:lnTo>
                  <a:pt x="1060" y="15471"/>
                </a:lnTo>
                <a:cubicBezTo>
                  <a:pt x="1106" y="15567"/>
                  <a:pt x="1153" y="15664"/>
                  <a:pt x="1202" y="15759"/>
                </a:cubicBezTo>
                <a:lnTo>
                  <a:pt x="15759" y="1203"/>
                </a:lnTo>
                <a:cubicBezTo>
                  <a:pt x="15663" y="1153"/>
                  <a:pt x="15567" y="1107"/>
                  <a:pt x="15470" y="1061"/>
                </a:cubicBezTo>
                <a:close/>
                <a:moveTo>
                  <a:pt x="16103" y="1391"/>
                </a:moveTo>
                <a:lnTo>
                  <a:pt x="1391" y="16103"/>
                </a:lnTo>
                <a:cubicBezTo>
                  <a:pt x="1442" y="16194"/>
                  <a:pt x="1494" y="16285"/>
                  <a:pt x="1548" y="16375"/>
                </a:cubicBezTo>
                <a:lnTo>
                  <a:pt x="16375" y="1549"/>
                </a:lnTo>
                <a:cubicBezTo>
                  <a:pt x="16285" y="1495"/>
                  <a:pt x="16194" y="1442"/>
                  <a:pt x="16103" y="1391"/>
                </a:cubicBezTo>
                <a:close/>
                <a:moveTo>
                  <a:pt x="16703" y="1754"/>
                </a:moveTo>
                <a:lnTo>
                  <a:pt x="1753" y="16703"/>
                </a:lnTo>
                <a:cubicBezTo>
                  <a:pt x="1809" y="16788"/>
                  <a:pt x="1869" y="16872"/>
                  <a:pt x="1928" y="16956"/>
                </a:cubicBezTo>
                <a:lnTo>
                  <a:pt x="16956" y="1928"/>
                </a:lnTo>
                <a:cubicBezTo>
                  <a:pt x="16872" y="1869"/>
                  <a:pt x="16788" y="1810"/>
                  <a:pt x="16703" y="1754"/>
                </a:cubicBezTo>
                <a:close/>
                <a:moveTo>
                  <a:pt x="17267" y="2151"/>
                </a:moveTo>
                <a:lnTo>
                  <a:pt x="2151" y="17267"/>
                </a:lnTo>
                <a:cubicBezTo>
                  <a:pt x="2212" y="17349"/>
                  <a:pt x="2274" y="17430"/>
                  <a:pt x="2338" y="17510"/>
                </a:cubicBezTo>
                <a:lnTo>
                  <a:pt x="17510" y="2338"/>
                </a:lnTo>
                <a:cubicBezTo>
                  <a:pt x="17430" y="2275"/>
                  <a:pt x="17349" y="2212"/>
                  <a:pt x="17267" y="2151"/>
                </a:cubicBezTo>
                <a:close/>
                <a:moveTo>
                  <a:pt x="3805" y="2574"/>
                </a:moveTo>
                <a:cubicBezTo>
                  <a:pt x="3586" y="2761"/>
                  <a:pt x="3370" y="2956"/>
                  <a:pt x="3163" y="3163"/>
                </a:cubicBezTo>
                <a:cubicBezTo>
                  <a:pt x="2955" y="3371"/>
                  <a:pt x="2761" y="3586"/>
                  <a:pt x="2574" y="3806"/>
                </a:cubicBezTo>
                <a:lnTo>
                  <a:pt x="3805" y="2574"/>
                </a:lnTo>
                <a:close/>
                <a:moveTo>
                  <a:pt x="17801" y="2579"/>
                </a:moveTo>
                <a:lnTo>
                  <a:pt x="2579" y="17801"/>
                </a:lnTo>
                <a:cubicBezTo>
                  <a:pt x="2645" y="17878"/>
                  <a:pt x="2709" y="17957"/>
                  <a:pt x="2777" y="18032"/>
                </a:cubicBezTo>
                <a:lnTo>
                  <a:pt x="18032" y="2777"/>
                </a:lnTo>
                <a:cubicBezTo>
                  <a:pt x="17957" y="2709"/>
                  <a:pt x="17878" y="2645"/>
                  <a:pt x="17801" y="2579"/>
                </a:cubicBezTo>
                <a:close/>
                <a:moveTo>
                  <a:pt x="18304" y="3036"/>
                </a:moveTo>
                <a:lnTo>
                  <a:pt x="3036" y="18304"/>
                </a:lnTo>
                <a:cubicBezTo>
                  <a:pt x="3079" y="18349"/>
                  <a:pt x="3119" y="18394"/>
                  <a:pt x="3163" y="18438"/>
                </a:cubicBezTo>
                <a:cubicBezTo>
                  <a:pt x="3191" y="18466"/>
                  <a:pt x="3222" y="18492"/>
                  <a:pt x="3250" y="18521"/>
                </a:cubicBezTo>
                <a:lnTo>
                  <a:pt x="18521" y="3251"/>
                </a:lnTo>
                <a:cubicBezTo>
                  <a:pt x="18492" y="3222"/>
                  <a:pt x="18466" y="3192"/>
                  <a:pt x="18438" y="3163"/>
                </a:cubicBezTo>
                <a:cubicBezTo>
                  <a:pt x="18394" y="3119"/>
                  <a:pt x="18348" y="3079"/>
                  <a:pt x="18304" y="3036"/>
                </a:cubicBezTo>
                <a:close/>
                <a:moveTo>
                  <a:pt x="18781" y="3523"/>
                </a:moveTo>
                <a:lnTo>
                  <a:pt x="3522" y="18781"/>
                </a:lnTo>
                <a:cubicBezTo>
                  <a:pt x="3598" y="18850"/>
                  <a:pt x="3676" y="18915"/>
                  <a:pt x="3753" y="18982"/>
                </a:cubicBezTo>
                <a:lnTo>
                  <a:pt x="18982" y="3753"/>
                </a:lnTo>
                <a:cubicBezTo>
                  <a:pt x="18915" y="3676"/>
                  <a:pt x="18850" y="3598"/>
                  <a:pt x="18781" y="3523"/>
                </a:cubicBezTo>
                <a:close/>
                <a:moveTo>
                  <a:pt x="19224" y="4041"/>
                </a:moveTo>
                <a:lnTo>
                  <a:pt x="4041" y="19224"/>
                </a:lnTo>
                <a:cubicBezTo>
                  <a:pt x="4121" y="19289"/>
                  <a:pt x="4202" y="19350"/>
                  <a:pt x="4283" y="19412"/>
                </a:cubicBezTo>
                <a:lnTo>
                  <a:pt x="19412" y="4283"/>
                </a:lnTo>
                <a:cubicBezTo>
                  <a:pt x="19350" y="4202"/>
                  <a:pt x="19289" y="4121"/>
                  <a:pt x="19224" y="4041"/>
                </a:cubicBezTo>
                <a:close/>
                <a:moveTo>
                  <a:pt x="19637" y="4591"/>
                </a:moveTo>
                <a:lnTo>
                  <a:pt x="4591" y="19637"/>
                </a:lnTo>
                <a:cubicBezTo>
                  <a:pt x="4675" y="19696"/>
                  <a:pt x="4758" y="19757"/>
                  <a:pt x="4843" y="19813"/>
                </a:cubicBezTo>
                <a:lnTo>
                  <a:pt x="19813" y="4844"/>
                </a:lnTo>
                <a:cubicBezTo>
                  <a:pt x="19757" y="4758"/>
                  <a:pt x="19696" y="4675"/>
                  <a:pt x="19637" y="4591"/>
                </a:cubicBezTo>
                <a:close/>
                <a:moveTo>
                  <a:pt x="20019" y="5172"/>
                </a:moveTo>
                <a:lnTo>
                  <a:pt x="5172" y="20019"/>
                </a:lnTo>
                <a:cubicBezTo>
                  <a:pt x="5261" y="20073"/>
                  <a:pt x="5351" y="20126"/>
                  <a:pt x="5441" y="20178"/>
                </a:cubicBezTo>
                <a:lnTo>
                  <a:pt x="20178" y="5441"/>
                </a:lnTo>
                <a:cubicBezTo>
                  <a:pt x="20126" y="5351"/>
                  <a:pt x="20073" y="5261"/>
                  <a:pt x="20019" y="5172"/>
                </a:cubicBezTo>
                <a:close/>
                <a:moveTo>
                  <a:pt x="20369" y="5782"/>
                </a:moveTo>
                <a:lnTo>
                  <a:pt x="5782" y="20369"/>
                </a:lnTo>
                <a:cubicBezTo>
                  <a:pt x="5877" y="20419"/>
                  <a:pt x="5974" y="20463"/>
                  <a:pt x="6071" y="20510"/>
                </a:cubicBezTo>
                <a:lnTo>
                  <a:pt x="20510" y="6071"/>
                </a:lnTo>
                <a:cubicBezTo>
                  <a:pt x="20463" y="5975"/>
                  <a:pt x="20419" y="5878"/>
                  <a:pt x="20369" y="5782"/>
                </a:cubicBezTo>
                <a:close/>
                <a:moveTo>
                  <a:pt x="20679" y="6434"/>
                </a:moveTo>
                <a:lnTo>
                  <a:pt x="6434" y="20679"/>
                </a:lnTo>
                <a:cubicBezTo>
                  <a:pt x="6534" y="20723"/>
                  <a:pt x="6633" y="20769"/>
                  <a:pt x="6734" y="20809"/>
                </a:cubicBezTo>
                <a:lnTo>
                  <a:pt x="20809" y="6735"/>
                </a:lnTo>
                <a:cubicBezTo>
                  <a:pt x="20769" y="6634"/>
                  <a:pt x="20723" y="6534"/>
                  <a:pt x="20679" y="6434"/>
                </a:cubicBezTo>
                <a:close/>
                <a:moveTo>
                  <a:pt x="20956" y="7121"/>
                </a:moveTo>
                <a:lnTo>
                  <a:pt x="7120" y="20956"/>
                </a:lnTo>
                <a:cubicBezTo>
                  <a:pt x="7226" y="20994"/>
                  <a:pt x="7333" y="21030"/>
                  <a:pt x="7439" y="21065"/>
                </a:cubicBezTo>
                <a:lnTo>
                  <a:pt x="21065" y="7439"/>
                </a:lnTo>
                <a:cubicBezTo>
                  <a:pt x="21030" y="7333"/>
                  <a:pt x="20994" y="7226"/>
                  <a:pt x="20956" y="7121"/>
                </a:cubicBezTo>
                <a:close/>
                <a:moveTo>
                  <a:pt x="21190" y="7848"/>
                </a:moveTo>
                <a:lnTo>
                  <a:pt x="7848" y="21190"/>
                </a:lnTo>
                <a:cubicBezTo>
                  <a:pt x="7960" y="21221"/>
                  <a:pt x="8073" y="21252"/>
                  <a:pt x="8186" y="21280"/>
                </a:cubicBezTo>
                <a:lnTo>
                  <a:pt x="21280" y="8186"/>
                </a:lnTo>
                <a:cubicBezTo>
                  <a:pt x="21252" y="8073"/>
                  <a:pt x="21221" y="7960"/>
                  <a:pt x="21190" y="7848"/>
                </a:cubicBezTo>
                <a:close/>
                <a:moveTo>
                  <a:pt x="21378" y="8623"/>
                </a:moveTo>
                <a:lnTo>
                  <a:pt x="8623" y="21378"/>
                </a:lnTo>
                <a:cubicBezTo>
                  <a:pt x="8743" y="21402"/>
                  <a:pt x="8863" y="21424"/>
                  <a:pt x="8984" y="21445"/>
                </a:cubicBezTo>
                <a:lnTo>
                  <a:pt x="21445" y="8984"/>
                </a:lnTo>
                <a:cubicBezTo>
                  <a:pt x="21424" y="8864"/>
                  <a:pt x="21402" y="8743"/>
                  <a:pt x="21378" y="8623"/>
                </a:cubicBezTo>
                <a:close/>
                <a:moveTo>
                  <a:pt x="21514" y="9448"/>
                </a:moveTo>
                <a:lnTo>
                  <a:pt x="9447" y="21514"/>
                </a:lnTo>
                <a:cubicBezTo>
                  <a:pt x="9576" y="21530"/>
                  <a:pt x="9704" y="21546"/>
                  <a:pt x="9833" y="21557"/>
                </a:cubicBezTo>
                <a:lnTo>
                  <a:pt x="21557" y="9834"/>
                </a:lnTo>
                <a:cubicBezTo>
                  <a:pt x="21546" y="9705"/>
                  <a:pt x="21530" y="9576"/>
                  <a:pt x="21514" y="9448"/>
                </a:cubicBezTo>
                <a:close/>
                <a:moveTo>
                  <a:pt x="21590" y="10333"/>
                </a:moveTo>
                <a:lnTo>
                  <a:pt x="10332" y="21590"/>
                </a:lnTo>
                <a:cubicBezTo>
                  <a:pt x="10473" y="21596"/>
                  <a:pt x="10613" y="21599"/>
                  <a:pt x="10753" y="21600"/>
                </a:cubicBezTo>
                <a:lnTo>
                  <a:pt x="21600" y="10754"/>
                </a:lnTo>
                <a:cubicBezTo>
                  <a:pt x="21599" y="10613"/>
                  <a:pt x="21596" y="10473"/>
                  <a:pt x="21590" y="10333"/>
                </a:cubicBezTo>
                <a:close/>
                <a:moveTo>
                  <a:pt x="21590" y="11296"/>
                </a:moveTo>
                <a:lnTo>
                  <a:pt x="11295" y="21590"/>
                </a:lnTo>
                <a:cubicBezTo>
                  <a:pt x="11449" y="21583"/>
                  <a:pt x="11603" y="21572"/>
                  <a:pt x="11757" y="21558"/>
                </a:cubicBezTo>
                <a:lnTo>
                  <a:pt x="21558" y="11757"/>
                </a:lnTo>
                <a:cubicBezTo>
                  <a:pt x="21572" y="11603"/>
                  <a:pt x="21583" y="11450"/>
                  <a:pt x="21590" y="11296"/>
                </a:cubicBezTo>
                <a:close/>
                <a:moveTo>
                  <a:pt x="21489" y="12358"/>
                </a:moveTo>
                <a:lnTo>
                  <a:pt x="12358" y="21489"/>
                </a:lnTo>
                <a:cubicBezTo>
                  <a:pt x="12531" y="21464"/>
                  <a:pt x="12703" y="21434"/>
                  <a:pt x="12876" y="21400"/>
                </a:cubicBezTo>
                <a:lnTo>
                  <a:pt x="21400" y="12876"/>
                </a:lnTo>
                <a:cubicBezTo>
                  <a:pt x="21434" y="12704"/>
                  <a:pt x="21464" y="12531"/>
                  <a:pt x="21489" y="12358"/>
                </a:cubicBezTo>
                <a:close/>
                <a:moveTo>
                  <a:pt x="21239" y="13569"/>
                </a:moveTo>
                <a:lnTo>
                  <a:pt x="13569" y="21239"/>
                </a:lnTo>
                <a:cubicBezTo>
                  <a:pt x="13774" y="21185"/>
                  <a:pt x="13978" y="21125"/>
                  <a:pt x="14181" y="21058"/>
                </a:cubicBezTo>
                <a:lnTo>
                  <a:pt x="21058" y="14181"/>
                </a:lnTo>
                <a:cubicBezTo>
                  <a:pt x="21125" y="13978"/>
                  <a:pt x="21185" y="13774"/>
                  <a:pt x="21239" y="13569"/>
                </a:cubicBezTo>
                <a:close/>
                <a:moveTo>
                  <a:pt x="20736" y="15035"/>
                </a:moveTo>
                <a:lnTo>
                  <a:pt x="15035" y="20736"/>
                </a:lnTo>
                <a:cubicBezTo>
                  <a:pt x="15310" y="20619"/>
                  <a:pt x="15581" y="20493"/>
                  <a:pt x="15848" y="20352"/>
                </a:cubicBezTo>
                <a:lnTo>
                  <a:pt x="20352" y="15848"/>
                </a:lnTo>
                <a:cubicBezTo>
                  <a:pt x="20493" y="15581"/>
                  <a:pt x="20619" y="15310"/>
                  <a:pt x="20736" y="15035"/>
                </a:cubicBezTo>
                <a:close/>
                <a:moveTo>
                  <a:pt x="19400" y="17332"/>
                </a:moveTo>
                <a:lnTo>
                  <a:pt x="17332" y="19400"/>
                </a:lnTo>
                <a:cubicBezTo>
                  <a:pt x="17716" y="19108"/>
                  <a:pt x="18087" y="18789"/>
                  <a:pt x="18438" y="18438"/>
                </a:cubicBezTo>
                <a:cubicBezTo>
                  <a:pt x="18788" y="18087"/>
                  <a:pt x="19107" y="17716"/>
                  <a:pt x="19400" y="17332"/>
                </a:cubicBezTo>
                <a:close/>
              </a:path>
            </a:pathLst>
          </a:custGeom>
          <a:solidFill>
            <a:schemeClr val="accent4"/>
          </a:solidFill>
          <a:ln w="12700">
            <a:miter lim="400000"/>
          </a:ln>
        </p:spPr>
        <p:txBody>
          <a:bodyPr lIns="0" tIns="0" rIns="0" bIns="0" anchor="ctr"/>
          <a:lstStyle/>
          <a:p>
            <a:pPr marL="0" marR="0" lvl="0" indent="0" algn="ctr" defTabSz="8255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 kumimoji="0" sz="32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Helvetica Neue Medium"/>
              <a:sym typeface="Helvetica Neue Medium"/>
            </a:endParaRPr>
          </a:p>
        </p:txBody>
      </p:sp>
      <p:sp>
        <p:nvSpPr>
          <p:cNvPr id="218" name="Shape">
            <a:extLst>
              <a:ext uri="{FF2B5EF4-FFF2-40B4-BE49-F238E27FC236}">
                <a16:creationId xmlns:a16="http://schemas.microsoft.com/office/drawing/2014/main" id="{214CC5FF-7579-B0C8-F58D-F1D45F97D804}"/>
              </a:ext>
            </a:extLst>
          </p:cNvPr>
          <p:cNvSpPr/>
          <p:nvPr/>
        </p:nvSpPr>
        <p:spPr>
          <a:xfrm>
            <a:off x="1688166" y="791392"/>
            <a:ext cx="7163901" cy="716420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800" y="0"/>
                </a:moveTo>
                <a:cubicBezTo>
                  <a:pt x="10787" y="0"/>
                  <a:pt x="10773" y="1"/>
                  <a:pt x="10759" y="1"/>
                </a:cubicBezTo>
                <a:lnTo>
                  <a:pt x="1" y="10760"/>
                </a:lnTo>
                <a:cubicBezTo>
                  <a:pt x="0" y="10900"/>
                  <a:pt x="3" y="11040"/>
                  <a:pt x="8" y="11181"/>
                </a:cubicBezTo>
                <a:lnTo>
                  <a:pt x="11180" y="9"/>
                </a:lnTo>
                <a:cubicBezTo>
                  <a:pt x="11054" y="4"/>
                  <a:pt x="10927" y="0"/>
                  <a:pt x="10800" y="0"/>
                </a:cubicBezTo>
                <a:close/>
                <a:moveTo>
                  <a:pt x="10211" y="17"/>
                </a:moveTo>
                <a:cubicBezTo>
                  <a:pt x="10057" y="25"/>
                  <a:pt x="9903" y="36"/>
                  <a:pt x="9748" y="51"/>
                </a:cubicBezTo>
                <a:lnTo>
                  <a:pt x="50" y="9749"/>
                </a:lnTo>
                <a:cubicBezTo>
                  <a:pt x="35" y="9903"/>
                  <a:pt x="25" y="10057"/>
                  <a:pt x="16" y="10212"/>
                </a:cubicBezTo>
                <a:lnTo>
                  <a:pt x="10211" y="17"/>
                </a:lnTo>
                <a:close/>
                <a:moveTo>
                  <a:pt x="11683" y="38"/>
                </a:moveTo>
                <a:lnTo>
                  <a:pt x="38" y="11684"/>
                </a:lnTo>
                <a:cubicBezTo>
                  <a:pt x="48" y="11814"/>
                  <a:pt x="62" y="11944"/>
                  <a:pt x="78" y="12075"/>
                </a:cubicBezTo>
                <a:lnTo>
                  <a:pt x="12074" y="78"/>
                </a:lnTo>
                <a:cubicBezTo>
                  <a:pt x="11944" y="63"/>
                  <a:pt x="11814" y="49"/>
                  <a:pt x="11683" y="38"/>
                </a:cubicBezTo>
                <a:close/>
                <a:moveTo>
                  <a:pt x="9136" y="131"/>
                </a:moveTo>
                <a:cubicBezTo>
                  <a:pt x="8960" y="158"/>
                  <a:pt x="8786" y="190"/>
                  <a:pt x="8611" y="226"/>
                </a:cubicBezTo>
                <a:lnTo>
                  <a:pt x="226" y="8611"/>
                </a:lnTo>
                <a:cubicBezTo>
                  <a:pt x="190" y="8786"/>
                  <a:pt x="157" y="8961"/>
                  <a:pt x="130" y="9137"/>
                </a:cubicBezTo>
                <a:lnTo>
                  <a:pt x="9136" y="131"/>
                </a:lnTo>
                <a:close/>
                <a:moveTo>
                  <a:pt x="12541" y="143"/>
                </a:moveTo>
                <a:lnTo>
                  <a:pt x="143" y="12541"/>
                </a:lnTo>
                <a:cubicBezTo>
                  <a:pt x="163" y="12663"/>
                  <a:pt x="183" y="12785"/>
                  <a:pt x="207" y="12906"/>
                </a:cubicBezTo>
                <a:lnTo>
                  <a:pt x="12906" y="208"/>
                </a:lnTo>
                <a:cubicBezTo>
                  <a:pt x="12785" y="184"/>
                  <a:pt x="12663" y="163"/>
                  <a:pt x="12541" y="143"/>
                </a:cubicBezTo>
                <a:close/>
                <a:moveTo>
                  <a:pt x="13343" y="303"/>
                </a:moveTo>
                <a:lnTo>
                  <a:pt x="303" y="13343"/>
                </a:lnTo>
                <a:cubicBezTo>
                  <a:pt x="330" y="13456"/>
                  <a:pt x="361" y="13569"/>
                  <a:pt x="392" y="13682"/>
                </a:cubicBezTo>
                <a:lnTo>
                  <a:pt x="13682" y="393"/>
                </a:lnTo>
                <a:cubicBezTo>
                  <a:pt x="13569" y="362"/>
                  <a:pt x="13456" y="331"/>
                  <a:pt x="13343" y="303"/>
                </a:cubicBezTo>
                <a:close/>
                <a:moveTo>
                  <a:pt x="7909" y="395"/>
                </a:moveTo>
                <a:cubicBezTo>
                  <a:pt x="7701" y="452"/>
                  <a:pt x="7495" y="515"/>
                  <a:pt x="7290" y="585"/>
                </a:cubicBezTo>
                <a:lnTo>
                  <a:pt x="584" y="7290"/>
                </a:lnTo>
                <a:cubicBezTo>
                  <a:pt x="514" y="7495"/>
                  <a:pt x="452" y="7702"/>
                  <a:pt x="394" y="7909"/>
                </a:cubicBezTo>
                <a:lnTo>
                  <a:pt x="7909" y="395"/>
                </a:lnTo>
                <a:close/>
                <a:moveTo>
                  <a:pt x="14094" y="515"/>
                </a:moveTo>
                <a:lnTo>
                  <a:pt x="514" y="14094"/>
                </a:lnTo>
                <a:cubicBezTo>
                  <a:pt x="549" y="14202"/>
                  <a:pt x="583" y="14310"/>
                  <a:pt x="620" y="14417"/>
                </a:cubicBezTo>
                <a:lnTo>
                  <a:pt x="14417" y="621"/>
                </a:lnTo>
                <a:cubicBezTo>
                  <a:pt x="14310" y="583"/>
                  <a:pt x="14202" y="549"/>
                  <a:pt x="14094" y="515"/>
                </a:cubicBezTo>
                <a:close/>
                <a:moveTo>
                  <a:pt x="14804" y="767"/>
                </a:moveTo>
                <a:lnTo>
                  <a:pt x="767" y="14804"/>
                </a:lnTo>
                <a:cubicBezTo>
                  <a:pt x="807" y="14905"/>
                  <a:pt x="851" y="15004"/>
                  <a:pt x="894" y="15104"/>
                </a:cubicBezTo>
                <a:lnTo>
                  <a:pt x="15104" y="895"/>
                </a:lnTo>
                <a:cubicBezTo>
                  <a:pt x="15004" y="852"/>
                  <a:pt x="14905" y="807"/>
                  <a:pt x="14804" y="767"/>
                </a:cubicBezTo>
                <a:close/>
                <a:moveTo>
                  <a:pt x="6411" y="932"/>
                </a:moveTo>
                <a:cubicBezTo>
                  <a:pt x="6118" y="1062"/>
                  <a:pt x="5831" y="1206"/>
                  <a:pt x="5549" y="1363"/>
                </a:cubicBezTo>
                <a:lnTo>
                  <a:pt x="1362" y="5549"/>
                </a:lnTo>
                <a:cubicBezTo>
                  <a:pt x="1205" y="5832"/>
                  <a:pt x="1061" y="6119"/>
                  <a:pt x="931" y="6411"/>
                </a:cubicBezTo>
                <a:lnTo>
                  <a:pt x="6411" y="932"/>
                </a:lnTo>
                <a:close/>
                <a:moveTo>
                  <a:pt x="15470" y="1061"/>
                </a:moveTo>
                <a:lnTo>
                  <a:pt x="1060" y="15471"/>
                </a:lnTo>
                <a:cubicBezTo>
                  <a:pt x="1106" y="15567"/>
                  <a:pt x="1153" y="15664"/>
                  <a:pt x="1202" y="15759"/>
                </a:cubicBezTo>
                <a:lnTo>
                  <a:pt x="15759" y="1203"/>
                </a:lnTo>
                <a:cubicBezTo>
                  <a:pt x="15663" y="1153"/>
                  <a:pt x="15567" y="1107"/>
                  <a:pt x="15470" y="1061"/>
                </a:cubicBezTo>
                <a:close/>
                <a:moveTo>
                  <a:pt x="16103" y="1391"/>
                </a:moveTo>
                <a:lnTo>
                  <a:pt x="1391" y="16103"/>
                </a:lnTo>
                <a:cubicBezTo>
                  <a:pt x="1442" y="16194"/>
                  <a:pt x="1494" y="16285"/>
                  <a:pt x="1548" y="16375"/>
                </a:cubicBezTo>
                <a:lnTo>
                  <a:pt x="16375" y="1549"/>
                </a:lnTo>
                <a:cubicBezTo>
                  <a:pt x="16285" y="1495"/>
                  <a:pt x="16194" y="1442"/>
                  <a:pt x="16103" y="1391"/>
                </a:cubicBezTo>
                <a:close/>
                <a:moveTo>
                  <a:pt x="16703" y="1754"/>
                </a:moveTo>
                <a:lnTo>
                  <a:pt x="1753" y="16703"/>
                </a:lnTo>
                <a:cubicBezTo>
                  <a:pt x="1809" y="16788"/>
                  <a:pt x="1869" y="16872"/>
                  <a:pt x="1928" y="16956"/>
                </a:cubicBezTo>
                <a:lnTo>
                  <a:pt x="16956" y="1928"/>
                </a:lnTo>
                <a:cubicBezTo>
                  <a:pt x="16872" y="1869"/>
                  <a:pt x="16788" y="1810"/>
                  <a:pt x="16703" y="1754"/>
                </a:cubicBezTo>
                <a:close/>
                <a:moveTo>
                  <a:pt x="17267" y="2151"/>
                </a:moveTo>
                <a:lnTo>
                  <a:pt x="2151" y="17267"/>
                </a:lnTo>
                <a:cubicBezTo>
                  <a:pt x="2212" y="17349"/>
                  <a:pt x="2274" y="17430"/>
                  <a:pt x="2338" y="17510"/>
                </a:cubicBezTo>
                <a:lnTo>
                  <a:pt x="17510" y="2338"/>
                </a:lnTo>
                <a:cubicBezTo>
                  <a:pt x="17430" y="2275"/>
                  <a:pt x="17349" y="2212"/>
                  <a:pt x="17267" y="2151"/>
                </a:cubicBezTo>
                <a:close/>
                <a:moveTo>
                  <a:pt x="3805" y="2574"/>
                </a:moveTo>
                <a:cubicBezTo>
                  <a:pt x="3586" y="2761"/>
                  <a:pt x="3370" y="2956"/>
                  <a:pt x="3163" y="3163"/>
                </a:cubicBezTo>
                <a:cubicBezTo>
                  <a:pt x="2955" y="3371"/>
                  <a:pt x="2761" y="3586"/>
                  <a:pt x="2574" y="3806"/>
                </a:cubicBezTo>
                <a:lnTo>
                  <a:pt x="3805" y="2574"/>
                </a:lnTo>
                <a:close/>
                <a:moveTo>
                  <a:pt x="17801" y="2579"/>
                </a:moveTo>
                <a:lnTo>
                  <a:pt x="2579" y="17801"/>
                </a:lnTo>
                <a:cubicBezTo>
                  <a:pt x="2645" y="17878"/>
                  <a:pt x="2709" y="17957"/>
                  <a:pt x="2777" y="18032"/>
                </a:cubicBezTo>
                <a:lnTo>
                  <a:pt x="18032" y="2777"/>
                </a:lnTo>
                <a:cubicBezTo>
                  <a:pt x="17957" y="2709"/>
                  <a:pt x="17878" y="2645"/>
                  <a:pt x="17801" y="2579"/>
                </a:cubicBezTo>
                <a:close/>
                <a:moveTo>
                  <a:pt x="18304" y="3036"/>
                </a:moveTo>
                <a:lnTo>
                  <a:pt x="3036" y="18304"/>
                </a:lnTo>
                <a:cubicBezTo>
                  <a:pt x="3079" y="18349"/>
                  <a:pt x="3119" y="18394"/>
                  <a:pt x="3163" y="18438"/>
                </a:cubicBezTo>
                <a:cubicBezTo>
                  <a:pt x="3191" y="18466"/>
                  <a:pt x="3222" y="18492"/>
                  <a:pt x="3250" y="18521"/>
                </a:cubicBezTo>
                <a:lnTo>
                  <a:pt x="18521" y="3251"/>
                </a:lnTo>
                <a:cubicBezTo>
                  <a:pt x="18492" y="3222"/>
                  <a:pt x="18466" y="3192"/>
                  <a:pt x="18438" y="3163"/>
                </a:cubicBezTo>
                <a:cubicBezTo>
                  <a:pt x="18394" y="3119"/>
                  <a:pt x="18348" y="3079"/>
                  <a:pt x="18304" y="3036"/>
                </a:cubicBezTo>
                <a:close/>
                <a:moveTo>
                  <a:pt x="18781" y="3523"/>
                </a:moveTo>
                <a:lnTo>
                  <a:pt x="3522" y="18781"/>
                </a:lnTo>
                <a:cubicBezTo>
                  <a:pt x="3598" y="18850"/>
                  <a:pt x="3676" y="18915"/>
                  <a:pt x="3753" y="18982"/>
                </a:cubicBezTo>
                <a:lnTo>
                  <a:pt x="18982" y="3753"/>
                </a:lnTo>
                <a:cubicBezTo>
                  <a:pt x="18915" y="3676"/>
                  <a:pt x="18850" y="3598"/>
                  <a:pt x="18781" y="3523"/>
                </a:cubicBezTo>
                <a:close/>
                <a:moveTo>
                  <a:pt x="19224" y="4041"/>
                </a:moveTo>
                <a:lnTo>
                  <a:pt x="4041" y="19224"/>
                </a:lnTo>
                <a:cubicBezTo>
                  <a:pt x="4121" y="19289"/>
                  <a:pt x="4202" y="19350"/>
                  <a:pt x="4283" y="19412"/>
                </a:cubicBezTo>
                <a:lnTo>
                  <a:pt x="19412" y="4283"/>
                </a:lnTo>
                <a:cubicBezTo>
                  <a:pt x="19350" y="4202"/>
                  <a:pt x="19289" y="4121"/>
                  <a:pt x="19224" y="4041"/>
                </a:cubicBezTo>
                <a:close/>
                <a:moveTo>
                  <a:pt x="19637" y="4591"/>
                </a:moveTo>
                <a:lnTo>
                  <a:pt x="4591" y="19637"/>
                </a:lnTo>
                <a:cubicBezTo>
                  <a:pt x="4675" y="19696"/>
                  <a:pt x="4758" y="19757"/>
                  <a:pt x="4843" y="19813"/>
                </a:cubicBezTo>
                <a:lnTo>
                  <a:pt x="19813" y="4844"/>
                </a:lnTo>
                <a:cubicBezTo>
                  <a:pt x="19757" y="4758"/>
                  <a:pt x="19696" y="4675"/>
                  <a:pt x="19637" y="4591"/>
                </a:cubicBezTo>
                <a:close/>
                <a:moveTo>
                  <a:pt x="20019" y="5172"/>
                </a:moveTo>
                <a:lnTo>
                  <a:pt x="5172" y="20019"/>
                </a:lnTo>
                <a:cubicBezTo>
                  <a:pt x="5261" y="20073"/>
                  <a:pt x="5351" y="20126"/>
                  <a:pt x="5441" y="20178"/>
                </a:cubicBezTo>
                <a:lnTo>
                  <a:pt x="20178" y="5441"/>
                </a:lnTo>
                <a:cubicBezTo>
                  <a:pt x="20126" y="5351"/>
                  <a:pt x="20073" y="5261"/>
                  <a:pt x="20019" y="5172"/>
                </a:cubicBezTo>
                <a:close/>
                <a:moveTo>
                  <a:pt x="20369" y="5782"/>
                </a:moveTo>
                <a:lnTo>
                  <a:pt x="5782" y="20369"/>
                </a:lnTo>
                <a:cubicBezTo>
                  <a:pt x="5877" y="20419"/>
                  <a:pt x="5974" y="20463"/>
                  <a:pt x="6071" y="20510"/>
                </a:cubicBezTo>
                <a:lnTo>
                  <a:pt x="20510" y="6071"/>
                </a:lnTo>
                <a:cubicBezTo>
                  <a:pt x="20463" y="5975"/>
                  <a:pt x="20419" y="5878"/>
                  <a:pt x="20369" y="5782"/>
                </a:cubicBezTo>
                <a:close/>
                <a:moveTo>
                  <a:pt x="20679" y="6434"/>
                </a:moveTo>
                <a:lnTo>
                  <a:pt x="6434" y="20679"/>
                </a:lnTo>
                <a:cubicBezTo>
                  <a:pt x="6534" y="20723"/>
                  <a:pt x="6633" y="20769"/>
                  <a:pt x="6734" y="20809"/>
                </a:cubicBezTo>
                <a:lnTo>
                  <a:pt x="20809" y="6735"/>
                </a:lnTo>
                <a:cubicBezTo>
                  <a:pt x="20769" y="6634"/>
                  <a:pt x="20723" y="6534"/>
                  <a:pt x="20679" y="6434"/>
                </a:cubicBezTo>
                <a:close/>
                <a:moveTo>
                  <a:pt x="20956" y="7121"/>
                </a:moveTo>
                <a:lnTo>
                  <a:pt x="7120" y="20956"/>
                </a:lnTo>
                <a:cubicBezTo>
                  <a:pt x="7226" y="20994"/>
                  <a:pt x="7333" y="21030"/>
                  <a:pt x="7439" y="21065"/>
                </a:cubicBezTo>
                <a:lnTo>
                  <a:pt x="21065" y="7439"/>
                </a:lnTo>
                <a:cubicBezTo>
                  <a:pt x="21030" y="7333"/>
                  <a:pt x="20994" y="7226"/>
                  <a:pt x="20956" y="7121"/>
                </a:cubicBezTo>
                <a:close/>
                <a:moveTo>
                  <a:pt x="21190" y="7848"/>
                </a:moveTo>
                <a:lnTo>
                  <a:pt x="7848" y="21190"/>
                </a:lnTo>
                <a:cubicBezTo>
                  <a:pt x="7960" y="21221"/>
                  <a:pt x="8073" y="21252"/>
                  <a:pt x="8186" y="21280"/>
                </a:cubicBezTo>
                <a:lnTo>
                  <a:pt x="21280" y="8186"/>
                </a:lnTo>
                <a:cubicBezTo>
                  <a:pt x="21252" y="8073"/>
                  <a:pt x="21221" y="7960"/>
                  <a:pt x="21190" y="7848"/>
                </a:cubicBezTo>
                <a:close/>
                <a:moveTo>
                  <a:pt x="21378" y="8623"/>
                </a:moveTo>
                <a:lnTo>
                  <a:pt x="8623" y="21378"/>
                </a:lnTo>
                <a:cubicBezTo>
                  <a:pt x="8743" y="21402"/>
                  <a:pt x="8863" y="21424"/>
                  <a:pt x="8984" y="21445"/>
                </a:cubicBezTo>
                <a:lnTo>
                  <a:pt x="21445" y="8984"/>
                </a:lnTo>
                <a:cubicBezTo>
                  <a:pt x="21424" y="8864"/>
                  <a:pt x="21402" y="8743"/>
                  <a:pt x="21378" y="8623"/>
                </a:cubicBezTo>
                <a:close/>
                <a:moveTo>
                  <a:pt x="21514" y="9448"/>
                </a:moveTo>
                <a:lnTo>
                  <a:pt x="9447" y="21514"/>
                </a:lnTo>
                <a:cubicBezTo>
                  <a:pt x="9576" y="21530"/>
                  <a:pt x="9704" y="21546"/>
                  <a:pt x="9833" y="21557"/>
                </a:cubicBezTo>
                <a:lnTo>
                  <a:pt x="21557" y="9834"/>
                </a:lnTo>
                <a:cubicBezTo>
                  <a:pt x="21546" y="9705"/>
                  <a:pt x="21530" y="9576"/>
                  <a:pt x="21514" y="9448"/>
                </a:cubicBezTo>
                <a:close/>
                <a:moveTo>
                  <a:pt x="21590" y="10333"/>
                </a:moveTo>
                <a:lnTo>
                  <a:pt x="10332" y="21590"/>
                </a:lnTo>
                <a:cubicBezTo>
                  <a:pt x="10473" y="21596"/>
                  <a:pt x="10613" y="21599"/>
                  <a:pt x="10753" y="21600"/>
                </a:cubicBezTo>
                <a:lnTo>
                  <a:pt x="21600" y="10754"/>
                </a:lnTo>
                <a:cubicBezTo>
                  <a:pt x="21599" y="10613"/>
                  <a:pt x="21596" y="10473"/>
                  <a:pt x="21590" y="10333"/>
                </a:cubicBezTo>
                <a:close/>
                <a:moveTo>
                  <a:pt x="21590" y="11296"/>
                </a:moveTo>
                <a:lnTo>
                  <a:pt x="11295" y="21590"/>
                </a:lnTo>
                <a:cubicBezTo>
                  <a:pt x="11449" y="21583"/>
                  <a:pt x="11603" y="21572"/>
                  <a:pt x="11757" y="21558"/>
                </a:cubicBezTo>
                <a:lnTo>
                  <a:pt x="21558" y="11757"/>
                </a:lnTo>
                <a:cubicBezTo>
                  <a:pt x="21572" y="11603"/>
                  <a:pt x="21583" y="11450"/>
                  <a:pt x="21590" y="11296"/>
                </a:cubicBezTo>
                <a:close/>
                <a:moveTo>
                  <a:pt x="21489" y="12358"/>
                </a:moveTo>
                <a:lnTo>
                  <a:pt x="12358" y="21489"/>
                </a:lnTo>
                <a:cubicBezTo>
                  <a:pt x="12531" y="21464"/>
                  <a:pt x="12703" y="21434"/>
                  <a:pt x="12876" y="21400"/>
                </a:cubicBezTo>
                <a:lnTo>
                  <a:pt x="21400" y="12876"/>
                </a:lnTo>
                <a:cubicBezTo>
                  <a:pt x="21434" y="12704"/>
                  <a:pt x="21464" y="12531"/>
                  <a:pt x="21489" y="12358"/>
                </a:cubicBezTo>
                <a:close/>
                <a:moveTo>
                  <a:pt x="21239" y="13569"/>
                </a:moveTo>
                <a:lnTo>
                  <a:pt x="13569" y="21239"/>
                </a:lnTo>
                <a:cubicBezTo>
                  <a:pt x="13774" y="21185"/>
                  <a:pt x="13978" y="21125"/>
                  <a:pt x="14181" y="21058"/>
                </a:cubicBezTo>
                <a:lnTo>
                  <a:pt x="21058" y="14181"/>
                </a:lnTo>
                <a:cubicBezTo>
                  <a:pt x="21125" y="13978"/>
                  <a:pt x="21185" y="13774"/>
                  <a:pt x="21239" y="13569"/>
                </a:cubicBezTo>
                <a:close/>
                <a:moveTo>
                  <a:pt x="20736" y="15035"/>
                </a:moveTo>
                <a:lnTo>
                  <a:pt x="15035" y="20736"/>
                </a:lnTo>
                <a:cubicBezTo>
                  <a:pt x="15310" y="20619"/>
                  <a:pt x="15581" y="20493"/>
                  <a:pt x="15848" y="20352"/>
                </a:cubicBezTo>
                <a:lnTo>
                  <a:pt x="20352" y="15848"/>
                </a:lnTo>
                <a:cubicBezTo>
                  <a:pt x="20493" y="15581"/>
                  <a:pt x="20619" y="15310"/>
                  <a:pt x="20736" y="15035"/>
                </a:cubicBezTo>
                <a:close/>
                <a:moveTo>
                  <a:pt x="19400" y="17332"/>
                </a:moveTo>
                <a:lnTo>
                  <a:pt x="17332" y="19400"/>
                </a:lnTo>
                <a:cubicBezTo>
                  <a:pt x="17716" y="19108"/>
                  <a:pt x="18087" y="18789"/>
                  <a:pt x="18438" y="18438"/>
                </a:cubicBezTo>
                <a:cubicBezTo>
                  <a:pt x="18788" y="18087"/>
                  <a:pt x="19107" y="17716"/>
                  <a:pt x="19400" y="17332"/>
                </a:cubicBezTo>
                <a:close/>
              </a:path>
            </a:pathLst>
          </a:custGeom>
          <a:solidFill>
            <a:schemeClr val="accent4"/>
          </a:solidFill>
          <a:ln w="12700">
            <a:miter lim="400000"/>
          </a:ln>
        </p:spPr>
        <p:txBody>
          <a:bodyPr lIns="0" tIns="0" rIns="0" bIns="0" anchor="ctr"/>
          <a:lstStyle/>
          <a:p>
            <a:pPr marL="0" marR="0" lvl="0" indent="0" algn="ctr" defTabSz="8255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 kumimoji="0" sz="32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Helvetica Neue Medium"/>
              <a:sym typeface="Helvetica Neue Medium"/>
            </a:endParaRPr>
          </a:p>
        </p:txBody>
      </p:sp>
      <p:sp>
        <p:nvSpPr>
          <p:cNvPr id="219" name="Shape">
            <a:extLst>
              <a:ext uri="{FF2B5EF4-FFF2-40B4-BE49-F238E27FC236}">
                <a16:creationId xmlns:a16="http://schemas.microsoft.com/office/drawing/2014/main" id="{B5F2784F-0C3A-3500-4DA4-50260D1FAE13}"/>
              </a:ext>
            </a:extLst>
          </p:cNvPr>
          <p:cNvSpPr/>
          <p:nvPr/>
        </p:nvSpPr>
        <p:spPr>
          <a:xfrm>
            <a:off x="11727838" y="12253507"/>
            <a:ext cx="4276957" cy="427713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800" y="0"/>
                </a:moveTo>
                <a:cubicBezTo>
                  <a:pt x="10787" y="0"/>
                  <a:pt x="10773" y="1"/>
                  <a:pt x="10759" y="1"/>
                </a:cubicBezTo>
                <a:lnTo>
                  <a:pt x="1" y="10760"/>
                </a:lnTo>
                <a:cubicBezTo>
                  <a:pt x="0" y="10900"/>
                  <a:pt x="3" y="11040"/>
                  <a:pt x="8" y="11181"/>
                </a:cubicBezTo>
                <a:lnTo>
                  <a:pt x="11180" y="9"/>
                </a:lnTo>
                <a:cubicBezTo>
                  <a:pt x="11054" y="4"/>
                  <a:pt x="10927" y="0"/>
                  <a:pt x="10800" y="0"/>
                </a:cubicBezTo>
                <a:close/>
                <a:moveTo>
                  <a:pt x="10211" y="17"/>
                </a:moveTo>
                <a:cubicBezTo>
                  <a:pt x="10057" y="25"/>
                  <a:pt x="9903" y="36"/>
                  <a:pt x="9748" y="51"/>
                </a:cubicBezTo>
                <a:lnTo>
                  <a:pt x="50" y="9749"/>
                </a:lnTo>
                <a:cubicBezTo>
                  <a:pt x="35" y="9903"/>
                  <a:pt x="25" y="10057"/>
                  <a:pt x="16" y="10212"/>
                </a:cubicBezTo>
                <a:lnTo>
                  <a:pt x="10211" y="17"/>
                </a:lnTo>
                <a:close/>
                <a:moveTo>
                  <a:pt x="11683" y="38"/>
                </a:moveTo>
                <a:lnTo>
                  <a:pt x="38" y="11684"/>
                </a:lnTo>
                <a:cubicBezTo>
                  <a:pt x="48" y="11814"/>
                  <a:pt x="62" y="11944"/>
                  <a:pt x="78" y="12075"/>
                </a:cubicBezTo>
                <a:lnTo>
                  <a:pt x="12074" y="78"/>
                </a:lnTo>
                <a:cubicBezTo>
                  <a:pt x="11944" y="63"/>
                  <a:pt x="11814" y="49"/>
                  <a:pt x="11683" y="38"/>
                </a:cubicBezTo>
                <a:close/>
                <a:moveTo>
                  <a:pt x="9136" y="131"/>
                </a:moveTo>
                <a:cubicBezTo>
                  <a:pt x="8960" y="158"/>
                  <a:pt x="8786" y="190"/>
                  <a:pt x="8611" y="226"/>
                </a:cubicBezTo>
                <a:lnTo>
                  <a:pt x="226" y="8611"/>
                </a:lnTo>
                <a:cubicBezTo>
                  <a:pt x="190" y="8786"/>
                  <a:pt x="157" y="8961"/>
                  <a:pt x="130" y="9137"/>
                </a:cubicBezTo>
                <a:lnTo>
                  <a:pt x="9136" y="131"/>
                </a:lnTo>
                <a:close/>
                <a:moveTo>
                  <a:pt x="12541" y="143"/>
                </a:moveTo>
                <a:lnTo>
                  <a:pt x="143" y="12541"/>
                </a:lnTo>
                <a:cubicBezTo>
                  <a:pt x="163" y="12663"/>
                  <a:pt x="183" y="12785"/>
                  <a:pt x="207" y="12906"/>
                </a:cubicBezTo>
                <a:lnTo>
                  <a:pt x="12906" y="208"/>
                </a:lnTo>
                <a:cubicBezTo>
                  <a:pt x="12785" y="184"/>
                  <a:pt x="12663" y="163"/>
                  <a:pt x="12541" y="143"/>
                </a:cubicBezTo>
                <a:close/>
                <a:moveTo>
                  <a:pt x="13343" y="303"/>
                </a:moveTo>
                <a:lnTo>
                  <a:pt x="303" y="13343"/>
                </a:lnTo>
                <a:cubicBezTo>
                  <a:pt x="330" y="13456"/>
                  <a:pt x="361" y="13569"/>
                  <a:pt x="392" y="13682"/>
                </a:cubicBezTo>
                <a:lnTo>
                  <a:pt x="13682" y="393"/>
                </a:lnTo>
                <a:cubicBezTo>
                  <a:pt x="13569" y="362"/>
                  <a:pt x="13456" y="331"/>
                  <a:pt x="13343" y="303"/>
                </a:cubicBezTo>
                <a:close/>
                <a:moveTo>
                  <a:pt x="7909" y="395"/>
                </a:moveTo>
                <a:cubicBezTo>
                  <a:pt x="7701" y="452"/>
                  <a:pt x="7495" y="515"/>
                  <a:pt x="7290" y="585"/>
                </a:cubicBezTo>
                <a:lnTo>
                  <a:pt x="584" y="7290"/>
                </a:lnTo>
                <a:cubicBezTo>
                  <a:pt x="514" y="7495"/>
                  <a:pt x="452" y="7702"/>
                  <a:pt x="394" y="7909"/>
                </a:cubicBezTo>
                <a:lnTo>
                  <a:pt x="7909" y="395"/>
                </a:lnTo>
                <a:close/>
                <a:moveTo>
                  <a:pt x="14094" y="515"/>
                </a:moveTo>
                <a:lnTo>
                  <a:pt x="514" y="14094"/>
                </a:lnTo>
                <a:cubicBezTo>
                  <a:pt x="549" y="14202"/>
                  <a:pt x="583" y="14310"/>
                  <a:pt x="620" y="14417"/>
                </a:cubicBezTo>
                <a:lnTo>
                  <a:pt x="14417" y="621"/>
                </a:lnTo>
                <a:cubicBezTo>
                  <a:pt x="14310" y="583"/>
                  <a:pt x="14202" y="549"/>
                  <a:pt x="14094" y="515"/>
                </a:cubicBezTo>
                <a:close/>
                <a:moveTo>
                  <a:pt x="14804" y="767"/>
                </a:moveTo>
                <a:lnTo>
                  <a:pt x="767" y="14804"/>
                </a:lnTo>
                <a:cubicBezTo>
                  <a:pt x="807" y="14905"/>
                  <a:pt x="851" y="15004"/>
                  <a:pt x="894" y="15104"/>
                </a:cubicBezTo>
                <a:lnTo>
                  <a:pt x="15104" y="895"/>
                </a:lnTo>
                <a:cubicBezTo>
                  <a:pt x="15004" y="852"/>
                  <a:pt x="14905" y="807"/>
                  <a:pt x="14804" y="767"/>
                </a:cubicBezTo>
                <a:close/>
                <a:moveTo>
                  <a:pt x="6411" y="932"/>
                </a:moveTo>
                <a:cubicBezTo>
                  <a:pt x="6118" y="1062"/>
                  <a:pt x="5831" y="1206"/>
                  <a:pt x="5549" y="1363"/>
                </a:cubicBezTo>
                <a:lnTo>
                  <a:pt x="1362" y="5549"/>
                </a:lnTo>
                <a:cubicBezTo>
                  <a:pt x="1205" y="5832"/>
                  <a:pt x="1061" y="6119"/>
                  <a:pt x="931" y="6411"/>
                </a:cubicBezTo>
                <a:lnTo>
                  <a:pt x="6411" y="932"/>
                </a:lnTo>
                <a:close/>
                <a:moveTo>
                  <a:pt x="15470" y="1061"/>
                </a:moveTo>
                <a:lnTo>
                  <a:pt x="1060" y="15471"/>
                </a:lnTo>
                <a:cubicBezTo>
                  <a:pt x="1106" y="15567"/>
                  <a:pt x="1153" y="15664"/>
                  <a:pt x="1202" y="15759"/>
                </a:cubicBezTo>
                <a:lnTo>
                  <a:pt x="15759" y="1203"/>
                </a:lnTo>
                <a:cubicBezTo>
                  <a:pt x="15663" y="1153"/>
                  <a:pt x="15567" y="1107"/>
                  <a:pt x="15470" y="1061"/>
                </a:cubicBezTo>
                <a:close/>
                <a:moveTo>
                  <a:pt x="16103" y="1391"/>
                </a:moveTo>
                <a:lnTo>
                  <a:pt x="1391" y="16103"/>
                </a:lnTo>
                <a:cubicBezTo>
                  <a:pt x="1442" y="16194"/>
                  <a:pt x="1494" y="16285"/>
                  <a:pt x="1549" y="16375"/>
                </a:cubicBezTo>
                <a:lnTo>
                  <a:pt x="16375" y="1549"/>
                </a:lnTo>
                <a:cubicBezTo>
                  <a:pt x="16285" y="1495"/>
                  <a:pt x="16194" y="1442"/>
                  <a:pt x="16103" y="1391"/>
                </a:cubicBezTo>
                <a:close/>
                <a:moveTo>
                  <a:pt x="16703" y="1754"/>
                </a:moveTo>
                <a:lnTo>
                  <a:pt x="1753" y="16703"/>
                </a:lnTo>
                <a:cubicBezTo>
                  <a:pt x="1809" y="16788"/>
                  <a:pt x="1869" y="16872"/>
                  <a:pt x="1928" y="16956"/>
                </a:cubicBezTo>
                <a:lnTo>
                  <a:pt x="16956" y="1928"/>
                </a:lnTo>
                <a:cubicBezTo>
                  <a:pt x="16872" y="1869"/>
                  <a:pt x="16788" y="1810"/>
                  <a:pt x="16703" y="1754"/>
                </a:cubicBezTo>
                <a:close/>
                <a:moveTo>
                  <a:pt x="17267" y="2151"/>
                </a:moveTo>
                <a:lnTo>
                  <a:pt x="2151" y="17267"/>
                </a:lnTo>
                <a:cubicBezTo>
                  <a:pt x="2212" y="17349"/>
                  <a:pt x="2274" y="17430"/>
                  <a:pt x="2338" y="17510"/>
                </a:cubicBezTo>
                <a:lnTo>
                  <a:pt x="17510" y="2338"/>
                </a:lnTo>
                <a:cubicBezTo>
                  <a:pt x="17430" y="2275"/>
                  <a:pt x="17349" y="2212"/>
                  <a:pt x="17267" y="2151"/>
                </a:cubicBezTo>
                <a:close/>
                <a:moveTo>
                  <a:pt x="3805" y="2574"/>
                </a:moveTo>
                <a:cubicBezTo>
                  <a:pt x="3586" y="2761"/>
                  <a:pt x="3370" y="2956"/>
                  <a:pt x="3163" y="3163"/>
                </a:cubicBezTo>
                <a:cubicBezTo>
                  <a:pt x="2955" y="3371"/>
                  <a:pt x="2761" y="3586"/>
                  <a:pt x="2574" y="3806"/>
                </a:cubicBezTo>
                <a:lnTo>
                  <a:pt x="3805" y="2574"/>
                </a:lnTo>
                <a:close/>
                <a:moveTo>
                  <a:pt x="17801" y="2579"/>
                </a:moveTo>
                <a:lnTo>
                  <a:pt x="2579" y="17801"/>
                </a:lnTo>
                <a:cubicBezTo>
                  <a:pt x="2645" y="17878"/>
                  <a:pt x="2709" y="17957"/>
                  <a:pt x="2777" y="18032"/>
                </a:cubicBezTo>
                <a:lnTo>
                  <a:pt x="18032" y="2777"/>
                </a:lnTo>
                <a:cubicBezTo>
                  <a:pt x="17957" y="2709"/>
                  <a:pt x="17878" y="2645"/>
                  <a:pt x="17801" y="2579"/>
                </a:cubicBezTo>
                <a:close/>
                <a:moveTo>
                  <a:pt x="18304" y="3036"/>
                </a:moveTo>
                <a:lnTo>
                  <a:pt x="3036" y="18304"/>
                </a:lnTo>
                <a:cubicBezTo>
                  <a:pt x="3079" y="18349"/>
                  <a:pt x="3119" y="18394"/>
                  <a:pt x="3163" y="18438"/>
                </a:cubicBezTo>
                <a:cubicBezTo>
                  <a:pt x="3191" y="18466"/>
                  <a:pt x="3222" y="18492"/>
                  <a:pt x="3250" y="18521"/>
                </a:cubicBezTo>
                <a:lnTo>
                  <a:pt x="18521" y="3251"/>
                </a:lnTo>
                <a:cubicBezTo>
                  <a:pt x="18492" y="3222"/>
                  <a:pt x="18466" y="3192"/>
                  <a:pt x="18438" y="3163"/>
                </a:cubicBezTo>
                <a:cubicBezTo>
                  <a:pt x="18394" y="3119"/>
                  <a:pt x="18348" y="3079"/>
                  <a:pt x="18304" y="3036"/>
                </a:cubicBezTo>
                <a:close/>
                <a:moveTo>
                  <a:pt x="18781" y="3523"/>
                </a:moveTo>
                <a:lnTo>
                  <a:pt x="3522" y="18781"/>
                </a:lnTo>
                <a:cubicBezTo>
                  <a:pt x="3598" y="18850"/>
                  <a:pt x="3676" y="18915"/>
                  <a:pt x="3753" y="18982"/>
                </a:cubicBezTo>
                <a:lnTo>
                  <a:pt x="18982" y="3753"/>
                </a:lnTo>
                <a:cubicBezTo>
                  <a:pt x="18915" y="3676"/>
                  <a:pt x="18850" y="3598"/>
                  <a:pt x="18781" y="3523"/>
                </a:cubicBezTo>
                <a:close/>
                <a:moveTo>
                  <a:pt x="19224" y="4041"/>
                </a:moveTo>
                <a:lnTo>
                  <a:pt x="4041" y="19224"/>
                </a:lnTo>
                <a:cubicBezTo>
                  <a:pt x="4121" y="19289"/>
                  <a:pt x="4202" y="19350"/>
                  <a:pt x="4283" y="19412"/>
                </a:cubicBezTo>
                <a:lnTo>
                  <a:pt x="19412" y="4283"/>
                </a:lnTo>
                <a:cubicBezTo>
                  <a:pt x="19350" y="4202"/>
                  <a:pt x="19289" y="4121"/>
                  <a:pt x="19224" y="4041"/>
                </a:cubicBezTo>
                <a:close/>
                <a:moveTo>
                  <a:pt x="19637" y="4591"/>
                </a:moveTo>
                <a:lnTo>
                  <a:pt x="4591" y="19637"/>
                </a:lnTo>
                <a:cubicBezTo>
                  <a:pt x="4675" y="19696"/>
                  <a:pt x="4758" y="19757"/>
                  <a:pt x="4843" y="19813"/>
                </a:cubicBezTo>
                <a:lnTo>
                  <a:pt x="19813" y="4844"/>
                </a:lnTo>
                <a:cubicBezTo>
                  <a:pt x="19757" y="4758"/>
                  <a:pt x="19696" y="4675"/>
                  <a:pt x="19637" y="4591"/>
                </a:cubicBezTo>
                <a:close/>
                <a:moveTo>
                  <a:pt x="20019" y="5172"/>
                </a:moveTo>
                <a:lnTo>
                  <a:pt x="5172" y="20019"/>
                </a:lnTo>
                <a:cubicBezTo>
                  <a:pt x="5261" y="20073"/>
                  <a:pt x="5351" y="20126"/>
                  <a:pt x="5441" y="20178"/>
                </a:cubicBezTo>
                <a:lnTo>
                  <a:pt x="20178" y="5441"/>
                </a:lnTo>
                <a:cubicBezTo>
                  <a:pt x="20126" y="5351"/>
                  <a:pt x="20073" y="5261"/>
                  <a:pt x="20019" y="5172"/>
                </a:cubicBezTo>
                <a:close/>
                <a:moveTo>
                  <a:pt x="20369" y="5782"/>
                </a:moveTo>
                <a:lnTo>
                  <a:pt x="5782" y="20369"/>
                </a:lnTo>
                <a:cubicBezTo>
                  <a:pt x="5877" y="20419"/>
                  <a:pt x="5974" y="20463"/>
                  <a:pt x="6071" y="20510"/>
                </a:cubicBezTo>
                <a:lnTo>
                  <a:pt x="20510" y="6071"/>
                </a:lnTo>
                <a:cubicBezTo>
                  <a:pt x="20463" y="5975"/>
                  <a:pt x="20419" y="5878"/>
                  <a:pt x="20369" y="5782"/>
                </a:cubicBezTo>
                <a:close/>
                <a:moveTo>
                  <a:pt x="20679" y="6434"/>
                </a:moveTo>
                <a:lnTo>
                  <a:pt x="6434" y="20679"/>
                </a:lnTo>
                <a:cubicBezTo>
                  <a:pt x="6534" y="20723"/>
                  <a:pt x="6633" y="20769"/>
                  <a:pt x="6734" y="20809"/>
                </a:cubicBezTo>
                <a:lnTo>
                  <a:pt x="20809" y="6735"/>
                </a:lnTo>
                <a:cubicBezTo>
                  <a:pt x="20769" y="6634"/>
                  <a:pt x="20723" y="6534"/>
                  <a:pt x="20679" y="6434"/>
                </a:cubicBezTo>
                <a:close/>
                <a:moveTo>
                  <a:pt x="20956" y="7121"/>
                </a:moveTo>
                <a:lnTo>
                  <a:pt x="7120" y="20956"/>
                </a:lnTo>
                <a:cubicBezTo>
                  <a:pt x="7226" y="20994"/>
                  <a:pt x="7333" y="21030"/>
                  <a:pt x="7439" y="21065"/>
                </a:cubicBezTo>
                <a:lnTo>
                  <a:pt x="21065" y="7439"/>
                </a:lnTo>
                <a:cubicBezTo>
                  <a:pt x="21030" y="7333"/>
                  <a:pt x="20994" y="7226"/>
                  <a:pt x="20956" y="7121"/>
                </a:cubicBezTo>
                <a:close/>
                <a:moveTo>
                  <a:pt x="21190" y="7848"/>
                </a:moveTo>
                <a:lnTo>
                  <a:pt x="7848" y="21190"/>
                </a:lnTo>
                <a:cubicBezTo>
                  <a:pt x="7960" y="21221"/>
                  <a:pt x="8073" y="21252"/>
                  <a:pt x="8186" y="21280"/>
                </a:cubicBezTo>
                <a:lnTo>
                  <a:pt x="21280" y="8186"/>
                </a:lnTo>
                <a:cubicBezTo>
                  <a:pt x="21252" y="8073"/>
                  <a:pt x="21221" y="7960"/>
                  <a:pt x="21190" y="7848"/>
                </a:cubicBezTo>
                <a:close/>
                <a:moveTo>
                  <a:pt x="21378" y="8623"/>
                </a:moveTo>
                <a:lnTo>
                  <a:pt x="8623" y="21378"/>
                </a:lnTo>
                <a:cubicBezTo>
                  <a:pt x="8743" y="21402"/>
                  <a:pt x="8863" y="21424"/>
                  <a:pt x="8984" y="21445"/>
                </a:cubicBezTo>
                <a:lnTo>
                  <a:pt x="21445" y="8984"/>
                </a:lnTo>
                <a:cubicBezTo>
                  <a:pt x="21424" y="8864"/>
                  <a:pt x="21402" y="8743"/>
                  <a:pt x="21378" y="8623"/>
                </a:cubicBezTo>
                <a:close/>
                <a:moveTo>
                  <a:pt x="21514" y="9448"/>
                </a:moveTo>
                <a:lnTo>
                  <a:pt x="9447" y="21514"/>
                </a:lnTo>
                <a:cubicBezTo>
                  <a:pt x="9576" y="21530"/>
                  <a:pt x="9704" y="21546"/>
                  <a:pt x="9833" y="21557"/>
                </a:cubicBezTo>
                <a:lnTo>
                  <a:pt x="21557" y="9834"/>
                </a:lnTo>
                <a:cubicBezTo>
                  <a:pt x="21546" y="9705"/>
                  <a:pt x="21530" y="9576"/>
                  <a:pt x="21514" y="9448"/>
                </a:cubicBezTo>
                <a:close/>
                <a:moveTo>
                  <a:pt x="21590" y="10333"/>
                </a:moveTo>
                <a:lnTo>
                  <a:pt x="10332" y="21590"/>
                </a:lnTo>
                <a:cubicBezTo>
                  <a:pt x="10473" y="21596"/>
                  <a:pt x="10613" y="21599"/>
                  <a:pt x="10753" y="21600"/>
                </a:cubicBezTo>
                <a:lnTo>
                  <a:pt x="21600" y="10754"/>
                </a:lnTo>
                <a:cubicBezTo>
                  <a:pt x="21599" y="10613"/>
                  <a:pt x="21596" y="10473"/>
                  <a:pt x="21590" y="10333"/>
                </a:cubicBezTo>
                <a:close/>
                <a:moveTo>
                  <a:pt x="21590" y="11296"/>
                </a:moveTo>
                <a:lnTo>
                  <a:pt x="11295" y="21590"/>
                </a:lnTo>
                <a:cubicBezTo>
                  <a:pt x="11449" y="21583"/>
                  <a:pt x="11603" y="21572"/>
                  <a:pt x="11757" y="21558"/>
                </a:cubicBezTo>
                <a:lnTo>
                  <a:pt x="21558" y="11757"/>
                </a:lnTo>
                <a:cubicBezTo>
                  <a:pt x="21572" y="11603"/>
                  <a:pt x="21583" y="11450"/>
                  <a:pt x="21590" y="11296"/>
                </a:cubicBezTo>
                <a:close/>
                <a:moveTo>
                  <a:pt x="21489" y="12358"/>
                </a:moveTo>
                <a:lnTo>
                  <a:pt x="12358" y="21489"/>
                </a:lnTo>
                <a:cubicBezTo>
                  <a:pt x="12531" y="21464"/>
                  <a:pt x="12703" y="21434"/>
                  <a:pt x="12876" y="21400"/>
                </a:cubicBezTo>
                <a:lnTo>
                  <a:pt x="21400" y="12876"/>
                </a:lnTo>
                <a:cubicBezTo>
                  <a:pt x="21434" y="12704"/>
                  <a:pt x="21464" y="12531"/>
                  <a:pt x="21489" y="12358"/>
                </a:cubicBezTo>
                <a:close/>
                <a:moveTo>
                  <a:pt x="21239" y="13569"/>
                </a:moveTo>
                <a:lnTo>
                  <a:pt x="13569" y="21239"/>
                </a:lnTo>
                <a:cubicBezTo>
                  <a:pt x="13774" y="21185"/>
                  <a:pt x="13978" y="21125"/>
                  <a:pt x="14181" y="21058"/>
                </a:cubicBezTo>
                <a:lnTo>
                  <a:pt x="21058" y="14181"/>
                </a:lnTo>
                <a:cubicBezTo>
                  <a:pt x="21125" y="13978"/>
                  <a:pt x="21185" y="13774"/>
                  <a:pt x="21239" y="13569"/>
                </a:cubicBezTo>
                <a:close/>
                <a:moveTo>
                  <a:pt x="20736" y="15035"/>
                </a:moveTo>
                <a:lnTo>
                  <a:pt x="15035" y="20736"/>
                </a:lnTo>
                <a:cubicBezTo>
                  <a:pt x="15310" y="20619"/>
                  <a:pt x="15581" y="20493"/>
                  <a:pt x="15848" y="20352"/>
                </a:cubicBezTo>
                <a:lnTo>
                  <a:pt x="20352" y="15848"/>
                </a:lnTo>
                <a:cubicBezTo>
                  <a:pt x="20493" y="15581"/>
                  <a:pt x="20619" y="15310"/>
                  <a:pt x="20736" y="15035"/>
                </a:cubicBezTo>
                <a:close/>
                <a:moveTo>
                  <a:pt x="19400" y="17332"/>
                </a:moveTo>
                <a:lnTo>
                  <a:pt x="17332" y="19400"/>
                </a:lnTo>
                <a:cubicBezTo>
                  <a:pt x="17716" y="19108"/>
                  <a:pt x="18087" y="18789"/>
                  <a:pt x="18438" y="18438"/>
                </a:cubicBezTo>
                <a:cubicBezTo>
                  <a:pt x="18788" y="18087"/>
                  <a:pt x="19107" y="17716"/>
                  <a:pt x="19400" y="17332"/>
                </a:cubicBezTo>
                <a:close/>
              </a:path>
            </a:pathLst>
          </a:custGeom>
          <a:solidFill>
            <a:schemeClr val="accent4"/>
          </a:solidFill>
          <a:ln w="12700">
            <a:miter lim="400000"/>
          </a:ln>
        </p:spPr>
        <p:txBody>
          <a:bodyPr lIns="0" tIns="0" rIns="0" bIns="0" anchor="ctr"/>
          <a:lstStyle/>
          <a:p>
            <a:pPr marL="0" marR="0" lvl="0" indent="0" algn="ctr" defTabSz="8255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 kumimoji="0" sz="32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Helvetica Neue Medium"/>
              <a:sym typeface="Helvetica Neue Medium"/>
            </a:endParaRPr>
          </a:p>
        </p:txBody>
      </p:sp>
      <p:sp>
        <p:nvSpPr>
          <p:cNvPr id="220" name="Shape">
            <a:extLst>
              <a:ext uri="{FF2B5EF4-FFF2-40B4-BE49-F238E27FC236}">
                <a16:creationId xmlns:a16="http://schemas.microsoft.com/office/drawing/2014/main" id="{CA672616-67D0-E2BF-C251-C521C4FF401F}"/>
              </a:ext>
            </a:extLst>
          </p:cNvPr>
          <p:cNvSpPr/>
          <p:nvPr/>
        </p:nvSpPr>
        <p:spPr>
          <a:xfrm>
            <a:off x="22467966" y="8316507"/>
            <a:ext cx="4276957" cy="427713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800" y="0"/>
                </a:moveTo>
                <a:cubicBezTo>
                  <a:pt x="10787" y="0"/>
                  <a:pt x="10773" y="1"/>
                  <a:pt x="10759" y="1"/>
                </a:cubicBezTo>
                <a:lnTo>
                  <a:pt x="1" y="10760"/>
                </a:lnTo>
                <a:cubicBezTo>
                  <a:pt x="0" y="10900"/>
                  <a:pt x="3" y="11040"/>
                  <a:pt x="8" y="11181"/>
                </a:cubicBezTo>
                <a:lnTo>
                  <a:pt x="11180" y="9"/>
                </a:lnTo>
                <a:cubicBezTo>
                  <a:pt x="11054" y="4"/>
                  <a:pt x="10927" y="0"/>
                  <a:pt x="10800" y="0"/>
                </a:cubicBezTo>
                <a:close/>
                <a:moveTo>
                  <a:pt x="10211" y="17"/>
                </a:moveTo>
                <a:cubicBezTo>
                  <a:pt x="10057" y="25"/>
                  <a:pt x="9903" y="36"/>
                  <a:pt x="9748" y="51"/>
                </a:cubicBezTo>
                <a:lnTo>
                  <a:pt x="50" y="9749"/>
                </a:lnTo>
                <a:cubicBezTo>
                  <a:pt x="35" y="9903"/>
                  <a:pt x="25" y="10057"/>
                  <a:pt x="16" y="10212"/>
                </a:cubicBezTo>
                <a:lnTo>
                  <a:pt x="10211" y="17"/>
                </a:lnTo>
                <a:close/>
                <a:moveTo>
                  <a:pt x="11683" y="38"/>
                </a:moveTo>
                <a:lnTo>
                  <a:pt x="38" y="11684"/>
                </a:lnTo>
                <a:cubicBezTo>
                  <a:pt x="48" y="11814"/>
                  <a:pt x="62" y="11944"/>
                  <a:pt x="78" y="12075"/>
                </a:cubicBezTo>
                <a:lnTo>
                  <a:pt x="12074" y="78"/>
                </a:lnTo>
                <a:cubicBezTo>
                  <a:pt x="11944" y="63"/>
                  <a:pt x="11814" y="49"/>
                  <a:pt x="11683" y="38"/>
                </a:cubicBezTo>
                <a:close/>
                <a:moveTo>
                  <a:pt x="9136" y="131"/>
                </a:moveTo>
                <a:cubicBezTo>
                  <a:pt x="8960" y="158"/>
                  <a:pt x="8786" y="190"/>
                  <a:pt x="8611" y="226"/>
                </a:cubicBezTo>
                <a:lnTo>
                  <a:pt x="226" y="8611"/>
                </a:lnTo>
                <a:cubicBezTo>
                  <a:pt x="190" y="8786"/>
                  <a:pt x="157" y="8961"/>
                  <a:pt x="130" y="9137"/>
                </a:cubicBezTo>
                <a:lnTo>
                  <a:pt x="9136" y="131"/>
                </a:lnTo>
                <a:close/>
                <a:moveTo>
                  <a:pt x="12541" y="143"/>
                </a:moveTo>
                <a:lnTo>
                  <a:pt x="143" y="12541"/>
                </a:lnTo>
                <a:cubicBezTo>
                  <a:pt x="163" y="12663"/>
                  <a:pt x="183" y="12785"/>
                  <a:pt x="207" y="12906"/>
                </a:cubicBezTo>
                <a:lnTo>
                  <a:pt x="12906" y="208"/>
                </a:lnTo>
                <a:cubicBezTo>
                  <a:pt x="12785" y="184"/>
                  <a:pt x="12663" y="163"/>
                  <a:pt x="12541" y="143"/>
                </a:cubicBezTo>
                <a:close/>
                <a:moveTo>
                  <a:pt x="13343" y="303"/>
                </a:moveTo>
                <a:lnTo>
                  <a:pt x="303" y="13343"/>
                </a:lnTo>
                <a:cubicBezTo>
                  <a:pt x="330" y="13456"/>
                  <a:pt x="361" y="13569"/>
                  <a:pt x="392" y="13682"/>
                </a:cubicBezTo>
                <a:lnTo>
                  <a:pt x="13682" y="393"/>
                </a:lnTo>
                <a:cubicBezTo>
                  <a:pt x="13569" y="362"/>
                  <a:pt x="13456" y="331"/>
                  <a:pt x="13343" y="303"/>
                </a:cubicBezTo>
                <a:close/>
                <a:moveTo>
                  <a:pt x="7909" y="395"/>
                </a:moveTo>
                <a:cubicBezTo>
                  <a:pt x="7701" y="452"/>
                  <a:pt x="7495" y="515"/>
                  <a:pt x="7290" y="585"/>
                </a:cubicBezTo>
                <a:lnTo>
                  <a:pt x="584" y="7290"/>
                </a:lnTo>
                <a:cubicBezTo>
                  <a:pt x="514" y="7495"/>
                  <a:pt x="452" y="7702"/>
                  <a:pt x="394" y="7909"/>
                </a:cubicBezTo>
                <a:lnTo>
                  <a:pt x="7909" y="395"/>
                </a:lnTo>
                <a:close/>
                <a:moveTo>
                  <a:pt x="14094" y="515"/>
                </a:moveTo>
                <a:lnTo>
                  <a:pt x="514" y="14094"/>
                </a:lnTo>
                <a:cubicBezTo>
                  <a:pt x="549" y="14202"/>
                  <a:pt x="583" y="14310"/>
                  <a:pt x="620" y="14417"/>
                </a:cubicBezTo>
                <a:lnTo>
                  <a:pt x="14417" y="621"/>
                </a:lnTo>
                <a:cubicBezTo>
                  <a:pt x="14310" y="583"/>
                  <a:pt x="14202" y="549"/>
                  <a:pt x="14094" y="515"/>
                </a:cubicBezTo>
                <a:close/>
                <a:moveTo>
                  <a:pt x="14804" y="767"/>
                </a:moveTo>
                <a:lnTo>
                  <a:pt x="767" y="14804"/>
                </a:lnTo>
                <a:cubicBezTo>
                  <a:pt x="807" y="14905"/>
                  <a:pt x="851" y="15004"/>
                  <a:pt x="894" y="15104"/>
                </a:cubicBezTo>
                <a:lnTo>
                  <a:pt x="15104" y="895"/>
                </a:lnTo>
                <a:cubicBezTo>
                  <a:pt x="15004" y="852"/>
                  <a:pt x="14905" y="807"/>
                  <a:pt x="14804" y="767"/>
                </a:cubicBezTo>
                <a:close/>
                <a:moveTo>
                  <a:pt x="6411" y="932"/>
                </a:moveTo>
                <a:cubicBezTo>
                  <a:pt x="6118" y="1062"/>
                  <a:pt x="5831" y="1206"/>
                  <a:pt x="5549" y="1363"/>
                </a:cubicBezTo>
                <a:lnTo>
                  <a:pt x="1362" y="5549"/>
                </a:lnTo>
                <a:cubicBezTo>
                  <a:pt x="1205" y="5832"/>
                  <a:pt x="1061" y="6119"/>
                  <a:pt x="931" y="6411"/>
                </a:cubicBezTo>
                <a:lnTo>
                  <a:pt x="6411" y="932"/>
                </a:lnTo>
                <a:close/>
                <a:moveTo>
                  <a:pt x="15470" y="1061"/>
                </a:moveTo>
                <a:lnTo>
                  <a:pt x="1060" y="15471"/>
                </a:lnTo>
                <a:cubicBezTo>
                  <a:pt x="1106" y="15567"/>
                  <a:pt x="1153" y="15664"/>
                  <a:pt x="1202" y="15759"/>
                </a:cubicBezTo>
                <a:lnTo>
                  <a:pt x="15759" y="1203"/>
                </a:lnTo>
                <a:cubicBezTo>
                  <a:pt x="15663" y="1153"/>
                  <a:pt x="15567" y="1107"/>
                  <a:pt x="15470" y="1061"/>
                </a:cubicBezTo>
                <a:close/>
                <a:moveTo>
                  <a:pt x="16103" y="1391"/>
                </a:moveTo>
                <a:lnTo>
                  <a:pt x="1391" y="16103"/>
                </a:lnTo>
                <a:cubicBezTo>
                  <a:pt x="1442" y="16194"/>
                  <a:pt x="1494" y="16285"/>
                  <a:pt x="1549" y="16375"/>
                </a:cubicBezTo>
                <a:lnTo>
                  <a:pt x="16375" y="1549"/>
                </a:lnTo>
                <a:cubicBezTo>
                  <a:pt x="16285" y="1495"/>
                  <a:pt x="16194" y="1442"/>
                  <a:pt x="16103" y="1391"/>
                </a:cubicBezTo>
                <a:close/>
                <a:moveTo>
                  <a:pt x="16703" y="1754"/>
                </a:moveTo>
                <a:lnTo>
                  <a:pt x="1753" y="16703"/>
                </a:lnTo>
                <a:cubicBezTo>
                  <a:pt x="1809" y="16788"/>
                  <a:pt x="1869" y="16872"/>
                  <a:pt x="1928" y="16956"/>
                </a:cubicBezTo>
                <a:lnTo>
                  <a:pt x="16956" y="1928"/>
                </a:lnTo>
                <a:cubicBezTo>
                  <a:pt x="16872" y="1869"/>
                  <a:pt x="16788" y="1810"/>
                  <a:pt x="16703" y="1754"/>
                </a:cubicBezTo>
                <a:close/>
                <a:moveTo>
                  <a:pt x="17267" y="2151"/>
                </a:moveTo>
                <a:lnTo>
                  <a:pt x="2151" y="17267"/>
                </a:lnTo>
                <a:cubicBezTo>
                  <a:pt x="2212" y="17349"/>
                  <a:pt x="2274" y="17430"/>
                  <a:pt x="2338" y="17510"/>
                </a:cubicBezTo>
                <a:lnTo>
                  <a:pt x="17510" y="2338"/>
                </a:lnTo>
                <a:cubicBezTo>
                  <a:pt x="17430" y="2275"/>
                  <a:pt x="17349" y="2212"/>
                  <a:pt x="17267" y="2151"/>
                </a:cubicBezTo>
                <a:close/>
                <a:moveTo>
                  <a:pt x="3805" y="2574"/>
                </a:moveTo>
                <a:cubicBezTo>
                  <a:pt x="3586" y="2761"/>
                  <a:pt x="3370" y="2956"/>
                  <a:pt x="3163" y="3163"/>
                </a:cubicBezTo>
                <a:cubicBezTo>
                  <a:pt x="2955" y="3371"/>
                  <a:pt x="2761" y="3586"/>
                  <a:pt x="2574" y="3806"/>
                </a:cubicBezTo>
                <a:lnTo>
                  <a:pt x="3805" y="2574"/>
                </a:lnTo>
                <a:close/>
                <a:moveTo>
                  <a:pt x="17801" y="2579"/>
                </a:moveTo>
                <a:lnTo>
                  <a:pt x="2579" y="17801"/>
                </a:lnTo>
                <a:cubicBezTo>
                  <a:pt x="2645" y="17878"/>
                  <a:pt x="2709" y="17957"/>
                  <a:pt x="2777" y="18032"/>
                </a:cubicBezTo>
                <a:lnTo>
                  <a:pt x="18032" y="2777"/>
                </a:lnTo>
                <a:cubicBezTo>
                  <a:pt x="17957" y="2709"/>
                  <a:pt x="17878" y="2645"/>
                  <a:pt x="17801" y="2579"/>
                </a:cubicBezTo>
                <a:close/>
                <a:moveTo>
                  <a:pt x="18304" y="3036"/>
                </a:moveTo>
                <a:lnTo>
                  <a:pt x="3036" y="18304"/>
                </a:lnTo>
                <a:cubicBezTo>
                  <a:pt x="3079" y="18349"/>
                  <a:pt x="3119" y="18394"/>
                  <a:pt x="3163" y="18438"/>
                </a:cubicBezTo>
                <a:cubicBezTo>
                  <a:pt x="3191" y="18466"/>
                  <a:pt x="3222" y="18492"/>
                  <a:pt x="3250" y="18521"/>
                </a:cubicBezTo>
                <a:lnTo>
                  <a:pt x="18521" y="3251"/>
                </a:lnTo>
                <a:cubicBezTo>
                  <a:pt x="18492" y="3222"/>
                  <a:pt x="18466" y="3192"/>
                  <a:pt x="18438" y="3163"/>
                </a:cubicBezTo>
                <a:cubicBezTo>
                  <a:pt x="18394" y="3119"/>
                  <a:pt x="18348" y="3079"/>
                  <a:pt x="18304" y="3036"/>
                </a:cubicBezTo>
                <a:close/>
                <a:moveTo>
                  <a:pt x="18781" y="3523"/>
                </a:moveTo>
                <a:lnTo>
                  <a:pt x="3522" y="18781"/>
                </a:lnTo>
                <a:cubicBezTo>
                  <a:pt x="3598" y="18850"/>
                  <a:pt x="3676" y="18915"/>
                  <a:pt x="3753" y="18982"/>
                </a:cubicBezTo>
                <a:lnTo>
                  <a:pt x="18982" y="3753"/>
                </a:lnTo>
                <a:cubicBezTo>
                  <a:pt x="18915" y="3676"/>
                  <a:pt x="18850" y="3598"/>
                  <a:pt x="18781" y="3523"/>
                </a:cubicBezTo>
                <a:close/>
                <a:moveTo>
                  <a:pt x="19224" y="4041"/>
                </a:moveTo>
                <a:lnTo>
                  <a:pt x="4041" y="19224"/>
                </a:lnTo>
                <a:cubicBezTo>
                  <a:pt x="4121" y="19289"/>
                  <a:pt x="4202" y="19350"/>
                  <a:pt x="4283" y="19412"/>
                </a:cubicBezTo>
                <a:lnTo>
                  <a:pt x="19412" y="4283"/>
                </a:lnTo>
                <a:cubicBezTo>
                  <a:pt x="19350" y="4202"/>
                  <a:pt x="19289" y="4121"/>
                  <a:pt x="19224" y="4041"/>
                </a:cubicBezTo>
                <a:close/>
                <a:moveTo>
                  <a:pt x="19637" y="4591"/>
                </a:moveTo>
                <a:lnTo>
                  <a:pt x="4591" y="19637"/>
                </a:lnTo>
                <a:cubicBezTo>
                  <a:pt x="4675" y="19696"/>
                  <a:pt x="4758" y="19757"/>
                  <a:pt x="4843" y="19813"/>
                </a:cubicBezTo>
                <a:lnTo>
                  <a:pt x="19813" y="4844"/>
                </a:lnTo>
                <a:cubicBezTo>
                  <a:pt x="19757" y="4758"/>
                  <a:pt x="19696" y="4675"/>
                  <a:pt x="19637" y="4591"/>
                </a:cubicBezTo>
                <a:close/>
                <a:moveTo>
                  <a:pt x="20019" y="5172"/>
                </a:moveTo>
                <a:lnTo>
                  <a:pt x="5172" y="20019"/>
                </a:lnTo>
                <a:cubicBezTo>
                  <a:pt x="5261" y="20073"/>
                  <a:pt x="5351" y="20126"/>
                  <a:pt x="5441" y="20178"/>
                </a:cubicBezTo>
                <a:lnTo>
                  <a:pt x="20178" y="5441"/>
                </a:lnTo>
                <a:cubicBezTo>
                  <a:pt x="20126" y="5351"/>
                  <a:pt x="20073" y="5261"/>
                  <a:pt x="20019" y="5172"/>
                </a:cubicBezTo>
                <a:close/>
                <a:moveTo>
                  <a:pt x="20369" y="5782"/>
                </a:moveTo>
                <a:lnTo>
                  <a:pt x="5782" y="20369"/>
                </a:lnTo>
                <a:cubicBezTo>
                  <a:pt x="5877" y="20419"/>
                  <a:pt x="5974" y="20463"/>
                  <a:pt x="6071" y="20510"/>
                </a:cubicBezTo>
                <a:lnTo>
                  <a:pt x="20510" y="6071"/>
                </a:lnTo>
                <a:cubicBezTo>
                  <a:pt x="20463" y="5975"/>
                  <a:pt x="20419" y="5878"/>
                  <a:pt x="20369" y="5782"/>
                </a:cubicBezTo>
                <a:close/>
                <a:moveTo>
                  <a:pt x="20679" y="6434"/>
                </a:moveTo>
                <a:lnTo>
                  <a:pt x="6434" y="20679"/>
                </a:lnTo>
                <a:cubicBezTo>
                  <a:pt x="6534" y="20723"/>
                  <a:pt x="6633" y="20769"/>
                  <a:pt x="6734" y="20809"/>
                </a:cubicBezTo>
                <a:lnTo>
                  <a:pt x="20809" y="6735"/>
                </a:lnTo>
                <a:cubicBezTo>
                  <a:pt x="20769" y="6634"/>
                  <a:pt x="20723" y="6534"/>
                  <a:pt x="20679" y="6434"/>
                </a:cubicBezTo>
                <a:close/>
                <a:moveTo>
                  <a:pt x="20956" y="7121"/>
                </a:moveTo>
                <a:lnTo>
                  <a:pt x="7120" y="20956"/>
                </a:lnTo>
                <a:cubicBezTo>
                  <a:pt x="7226" y="20994"/>
                  <a:pt x="7333" y="21030"/>
                  <a:pt x="7439" y="21065"/>
                </a:cubicBezTo>
                <a:lnTo>
                  <a:pt x="21065" y="7439"/>
                </a:lnTo>
                <a:cubicBezTo>
                  <a:pt x="21030" y="7333"/>
                  <a:pt x="20994" y="7226"/>
                  <a:pt x="20956" y="7121"/>
                </a:cubicBezTo>
                <a:close/>
                <a:moveTo>
                  <a:pt x="21190" y="7848"/>
                </a:moveTo>
                <a:lnTo>
                  <a:pt x="7848" y="21190"/>
                </a:lnTo>
                <a:cubicBezTo>
                  <a:pt x="7960" y="21221"/>
                  <a:pt x="8073" y="21252"/>
                  <a:pt x="8186" y="21280"/>
                </a:cubicBezTo>
                <a:lnTo>
                  <a:pt x="21280" y="8186"/>
                </a:lnTo>
                <a:cubicBezTo>
                  <a:pt x="21252" y="8073"/>
                  <a:pt x="21221" y="7960"/>
                  <a:pt x="21190" y="7848"/>
                </a:cubicBezTo>
                <a:close/>
                <a:moveTo>
                  <a:pt x="21378" y="8623"/>
                </a:moveTo>
                <a:lnTo>
                  <a:pt x="8623" y="21378"/>
                </a:lnTo>
                <a:cubicBezTo>
                  <a:pt x="8743" y="21402"/>
                  <a:pt x="8863" y="21424"/>
                  <a:pt x="8984" y="21445"/>
                </a:cubicBezTo>
                <a:lnTo>
                  <a:pt x="21445" y="8984"/>
                </a:lnTo>
                <a:cubicBezTo>
                  <a:pt x="21424" y="8864"/>
                  <a:pt x="21402" y="8743"/>
                  <a:pt x="21378" y="8623"/>
                </a:cubicBezTo>
                <a:close/>
                <a:moveTo>
                  <a:pt x="21514" y="9448"/>
                </a:moveTo>
                <a:lnTo>
                  <a:pt x="9447" y="21514"/>
                </a:lnTo>
                <a:cubicBezTo>
                  <a:pt x="9576" y="21530"/>
                  <a:pt x="9704" y="21546"/>
                  <a:pt x="9833" y="21557"/>
                </a:cubicBezTo>
                <a:lnTo>
                  <a:pt x="21557" y="9834"/>
                </a:lnTo>
                <a:cubicBezTo>
                  <a:pt x="21546" y="9705"/>
                  <a:pt x="21530" y="9576"/>
                  <a:pt x="21514" y="9448"/>
                </a:cubicBezTo>
                <a:close/>
                <a:moveTo>
                  <a:pt x="21590" y="10333"/>
                </a:moveTo>
                <a:lnTo>
                  <a:pt x="10332" y="21590"/>
                </a:lnTo>
                <a:cubicBezTo>
                  <a:pt x="10473" y="21596"/>
                  <a:pt x="10613" y="21599"/>
                  <a:pt x="10753" y="21600"/>
                </a:cubicBezTo>
                <a:lnTo>
                  <a:pt x="21600" y="10754"/>
                </a:lnTo>
                <a:cubicBezTo>
                  <a:pt x="21599" y="10613"/>
                  <a:pt x="21596" y="10473"/>
                  <a:pt x="21590" y="10333"/>
                </a:cubicBezTo>
                <a:close/>
                <a:moveTo>
                  <a:pt x="21590" y="11296"/>
                </a:moveTo>
                <a:lnTo>
                  <a:pt x="11295" y="21590"/>
                </a:lnTo>
                <a:cubicBezTo>
                  <a:pt x="11449" y="21583"/>
                  <a:pt x="11603" y="21572"/>
                  <a:pt x="11757" y="21558"/>
                </a:cubicBezTo>
                <a:lnTo>
                  <a:pt x="21558" y="11757"/>
                </a:lnTo>
                <a:cubicBezTo>
                  <a:pt x="21572" y="11603"/>
                  <a:pt x="21583" y="11450"/>
                  <a:pt x="21590" y="11296"/>
                </a:cubicBezTo>
                <a:close/>
                <a:moveTo>
                  <a:pt x="21489" y="12358"/>
                </a:moveTo>
                <a:lnTo>
                  <a:pt x="12358" y="21489"/>
                </a:lnTo>
                <a:cubicBezTo>
                  <a:pt x="12531" y="21464"/>
                  <a:pt x="12703" y="21434"/>
                  <a:pt x="12876" y="21400"/>
                </a:cubicBezTo>
                <a:lnTo>
                  <a:pt x="21400" y="12876"/>
                </a:lnTo>
                <a:cubicBezTo>
                  <a:pt x="21434" y="12704"/>
                  <a:pt x="21464" y="12531"/>
                  <a:pt x="21489" y="12358"/>
                </a:cubicBezTo>
                <a:close/>
                <a:moveTo>
                  <a:pt x="21239" y="13569"/>
                </a:moveTo>
                <a:lnTo>
                  <a:pt x="13569" y="21239"/>
                </a:lnTo>
                <a:cubicBezTo>
                  <a:pt x="13774" y="21185"/>
                  <a:pt x="13978" y="21125"/>
                  <a:pt x="14181" y="21058"/>
                </a:cubicBezTo>
                <a:lnTo>
                  <a:pt x="21058" y="14181"/>
                </a:lnTo>
                <a:cubicBezTo>
                  <a:pt x="21125" y="13978"/>
                  <a:pt x="21185" y="13774"/>
                  <a:pt x="21239" y="13569"/>
                </a:cubicBezTo>
                <a:close/>
                <a:moveTo>
                  <a:pt x="20736" y="15035"/>
                </a:moveTo>
                <a:lnTo>
                  <a:pt x="15035" y="20736"/>
                </a:lnTo>
                <a:cubicBezTo>
                  <a:pt x="15310" y="20619"/>
                  <a:pt x="15581" y="20493"/>
                  <a:pt x="15848" y="20352"/>
                </a:cubicBezTo>
                <a:lnTo>
                  <a:pt x="20352" y="15848"/>
                </a:lnTo>
                <a:cubicBezTo>
                  <a:pt x="20493" y="15581"/>
                  <a:pt x="20619" y="15310"/>
                  <a:pt x="20736" y="15035"/>
                </a:cubicBezTo>
                <a:close/>
                <a:moveTo>
                  <a:pt x="19400" y="17332"/>
                </a:moveTo>
                <a:lnTo>
                  <a:pt x="17332" y="19400"/>
                </a:lnTo>
                <a:cubicBezTo>
                  <a:pt x="17716" y="19108"/>
                  <a:pt x="18087" y="18789"/>
                  <a:pt x="18438" y="18438"/>
                </a:cubicBezTo>
                <a:cubicBezTo>
                  <a:pt x="18788" y="18087"/>
                  <a:pt x="19107" y="17716"/>
                  <a:pt x="19400" y="17332"/>
                </a:cubicBezTo>
                <a:close/>
              </a:path>
            </a:pathLst>
          </a:custGeom>
          <a:solidFill>
            <a:schemeClr val="accent4"/>
          </a:solidFill>
          <a:ln w="12700">
            <a:miter lim="400000"/>
          </a:ln>
        </p:spPr>
        <p:txBody>
          <a:bodyPr lIns="0" tIns="0" rIns="0" bIns="0" anchor="ctr"/>
          <a:lstStyle/>
          <a:p>
            <a:pPr marL="0" marR="0" lvl="0" indent="0" algn="ctr" defTabSz="8255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 kumimoji="0" sz="32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Helvetica Neue Medium"/>
              <a:sym typeface="Helvetica Neue Medium"/>
            </a:endParaRPr>
          </a:p>
        </p:txBody>
      </p:sp>
      <p:sp>
        <p:nvSpPr>
          <p:cNvPr id="221" name="Shape">
            <a:extLst>
              <a:ext uri="{FF2B5EF4-FFF2-40B4-BE49-F238E27FC236}">
                <a16:creationId xmlns:a16="http://schemas.microsoft.com/office/drawing/2014/main" id="{80F5F54A-0892-DC3F-55E5-4A38D0643CFA}"/>
              </a:ext>
            </a:extLst>
          </p:cNvPr>
          <p:cNvSpPr/>
          <p:nvPr/>
        </p:nvSpPr>
        <p:spPr>
          <a:xfrm>
            <a:off x="-9782" y="-14685"/>
            <a:ext cx="5401449" cy="1371951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489" h="21600" extrusionOk="0">
                <a:moveTo>
                  <a:pt x="9876" y="0"/>
                </a:moveTo>
                <a:cubicBezTo>
                  <a:pt x="14909" y="1061"/>
                  <a:pt x="18164" y="3091"/>
                  <a:pt x="18448" y="5345"/>
                </a:cubicBezTo>
                <a:cubicBezTo>
                  <a:pt x="18695" y="7304"/>
                  <a:pt x="16642" y="9198"/>
                  <a:pt x="12885" y="10477"/>
                </a:cubicBezTo>
                <a:cubicBezTo>
                  <a:pt x="8651" y="11730"/>
                  <a:pt x="7084" y="13955"/>
                  <a:pt x="9071" y="15894"/>
                </a:cubicBezTo>
                <a:cubicBezTo>
                  <a:pt x="10355" y="17147"/>
                  <a:pt x="13013" y="18098"/>
                  <a:pt x="16290" y="18479"/>
                </a:cubicBezTo>
                <a:cubicBezTo>
                  <a:pt x="17951" y="18702"/>
                  <a:pt x="19367" y="19144"/>
                  <a:pt x="20305" y="19731"/>
                </a:cubicBezTo>
                <a:cubicBezTo>
                  <a:pt x="21193" y="20288"/>
                  <a:pt x="21600" y="20944"/>
                  <a:pt x="21463" y="21600"/>
                </a:cubicBezTo>
                <a:lnTo>
                  <a:pt x="0" y="21600"/>
                </a:lnTo>
                <a:lnTo>
                  <a:pt x="0" y="1"/>
                </a:lnTo>
                <a:lnTo>
                  <a:pt x="9876" y="0"/>
                </a:lnTo>
                <a:close/>
              </a:path>
            </a:pathLst>
          </a:custGeom>
          <a:solidFill>
            <a:schemeClr val="accent3"/>
          </a:solidFill>
          <a:ln w="12700">
            <a:miter lim="400000"/>
          </a:ln>
          <a:effectLst>
            <a:outerShdw blurRad="914400" dist="25400" dir="5400000" rotWithShape="0">
              <a:srgbClr val="000000">
                <a:alpha val="50000"/>
              </a:srgbClr>
            </a:outerShdw>
          </a:effectLst>
        </p:spPr>
        <p:txBody>
          <a:bodyPr lIns="50800" tIns="50800" rIns="50800" bIns="50800" anchor="ctr"/>
          <a:lstStyle/>
          <a:p>
            <a:pPr marL="0" marR="0" lvl="0" indent="0" algn="ctr" defTabSz="8255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3000" b="1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Helvetica Neue"/>
              <a:sym typeface="Helvetica Neue"/>
            </a:endParaRPr>
          </a:p>
        </p:txBody>
      </p:sp>
      <p:sp>
        <p:nvSpPr>
          <p:cNvPr id="222" name="Shape">
            <a:extLst>
              <a:ext uri="{FF2B5EF4-FFF2-40B4-BE49-F238E27FC236}">
                <a16:creationId xmlns:a16="http://schemas.microsoft.com/office/drawing/2014/main" id="{1F7D7021-1931-BD5E-5000-53EF877C5880}"/>
              </a:ext>
            </a:extLst>
          </p:cNvPr>
          <p:cNvSpPr/>
          <p:nvPr/>
        </p:nvSpPr>
        <p:spPr>
          <a:xfrm>
            <a:off x="14077382" y="-26393"/>
            <a:ext cx="10315136" cy="10264133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490" h="20992" extrusionOk="0">
                <a:moveTo>
                  <a:pt x="22" y="0"/>
                </a:moveTo>
                <a:cubicBezTo>
                  <a:pt x="-110" y="1123"/>
                  <a:pt x="362" y="2232"/>
                  <a:pt x="1268" y="2930"/>
                </a:cubicBezTo>
                <a:cubicBezTo>
                  <a:pt x="2187" y="3637"/>
                  <a:pt x="3418" y="3817"/>
                  <a:pt x="4507" y="3403"/>
                </a:cubicBezTo>
                <a:cubicBezTo>
                  <a:pt x="6055" y="2610"/>
                  <a:pt x="7961" y="3061"/>
                  <a:pt x="8970" y="4460"/>
                </a:cubicBezTo>
                <a:cubicBezTo>
                  <a:pt x="9809" y="5622"/>
                  <a:pt x="9807" y="7178"/>
                  <a:pt x="8965" y="8338"/>
                </a:cubicBezTo>
                <a:cubicBezTo>
                  <a:pt x="6771" y="11924"/>
                  <a:pt x="7613" y="16550"/>
                  <a:pt x="10936" y="19169"/>
                </a:cubicBezTo>
                <a:cubicBezTo>
                  <a:pt x="14018" y="21597"/>
                  <a:pt x="18405" y="21600"/>
                  <a:pt x="21490" y="19175"/>
                </a:cubicBezTo>
                <a:lnTo>
                  <a:pt x="21490" y="35"/>
                </a:lnTo>
                <a:lnTo>
                  <a:pt x="22" y="0"/>
                </a:lnTo>
                <a:close/>
              </a:path>
            </a:pathLst>
          </a:custGeom>
          <a:solidFill>
            <a:schemeClr val="accent3"/>
          </a:solidFill>
          <a:ln w="12700">
            <a:miter lim="400000"/>
          </a:ln>
          <a:effectLst>
            <a:outerShdw blurRad="914400" dist="25400" dir="5400000" rotWithShape="0">
              <a:srgbClr val="000000">
                <a:alpha val="50000"/>
              </a:srgbClr>
            </a:outerShdw>
          </a:effectLst>
        </p:spPr>
        <p:txBody>
          <a:bodyPr lIns="50800" tIns="50800" rIns="50800" bIns="50800" anchor="ctr"/>
          <a:lstStyle/>
          <a:p>
            <a:pPr marL="0" marR="0" lvl="0" indent="0" algn="ctr" defTabSz="8255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3000" b="1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Helvetica Neue"/>
              <a:sym typeface="Helvetica Neue"/>
            </a:endParaRPr>
          </a:p>
        </p:txBody>
      </p:sp>
      <p:sp>
        <p:nvSpPr>
          <p:cNvPr id="223" name="Circle">
            <a:extLst>
              <a:ext uri="{FF2B5EF4-FFF2-40B4-BE49-F238E27FC236}">
                <a16:creationId xmlns:a16="http://schemas.microsoft.com/office/drawing/2014/main" id="{61135322-C331-373A-5B61-744749AE4C98}"/>
              </a:ext>
            </a:extLst>
          </p:cNvPr>
          <p:cNvSpPr/>
          <p:nvPr/>
        </p:nvSpPr>
        <p:spPr>
          <a:xfrm>
            <a:off x="17006264" y="352354"/>
            <a:ext cx="494973" cy="494972"/>
          </a:xfrm>
          <a:prstGeom prst="ellipse">
            <a:avLst/>
          </a:prstGeom>
          <a:gradFill>
            <a:gsLst>
              <a:gs pos="0">
                <a:schemeClr val="accent2"/>
              </a:gs>
              <a:gs pos="100000">
                <a:schemeClr val="accent1"/>
              </a:gs>
            </a:gsLst>
            <a:lin ang="5400000"/>
          </a:gradFill>
          <a:ln w="12700">
            <a:miter lim="400000"/>
          </a:ln>
        </p:spPr>
        <p:txBody>
          <a:bodyPr lIns="0" tIns="0" rIns="0" bIns="0" anchor="ctr"/>
          <a:lstStyle/>
          <a:p>
            <a:pPr marL="0" marR="0" lvl="0" indent="0" algn="ctr" defTabSz="8255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 kumimoji="0" sz="32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Helvetica Neue Medium"/>
              <a:sym typeface="Helvetica Neue Medium"/>
            </a:endParaRPr>
          </a:p>
        </p:txBody>
      </p:sp>
      <p:sp>
        <p:nvSpPr>
          <p:cNvPr id="224" name="Circle">
            <a:extLst>
              <a:ext uri="{FF2B5EF4-FFF2-40B4-BE49-F238E27FC236}">
                <a16:creationId xmlns:a16="http://schemas.microsoft.com/office/drawing/2014/main" id="{C4CE6608-AD34-7A42-9BC4-6309D02CF434}"/>
              </a:ext>
            </a:extLst>
          </p:cNvPr>
          <p:cNvSpPr/>
          <p:nvPr/>
        </p:nvSpPr>
        <p:spPr>
          <a:xfrm>
            <a:off x="-564062" y="1321716"/>
            <a:ext cx="1150610" cy="1150611"/>
          </a:xfrm>
          <a:prstGeom prst="ellipse">
            <a:avLst/>
          </a:prstGeom>
          <a:gradFill>
            <a:gsLst>
              <a:gs pos="0">
                <a:schemeClr val="accent2"/>
              </a:gs>
              <a:gs pos="100000">
                <a:schemeClr val="accent1"/>
              </a:gs>
            </a:gsLst>
            <a:lin ang="5400000"/>
          </a:gradFill>
          <a:ln w="12700">
            <a:miter lim="400000"/>
          </a:ln>
        </p:spPr>
        <p:txBody>
          <a:bodyPr lIns="0" tIns="0" rIns="0" bIns="0" anchor="ctr"/>
          <a:lstStyle/>
          <a:p>
            <a:pPr marL="0" marR="0" lvl="0" indent="0" algn="ctr" defTabSz="8255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 kumimoji="0" sz="32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Helvetica Neue Medium"/>
              <a:sym typeface="Helvetica Neue Medium"/>
            </a:endParaRPr>
          </a:p>
        </p:txBody>
      </p:sp>
      <p:sp>
        <p:nvSpPr>
          <p:cNvPr id="225" name="TOPIC #1 - $100 ANSWER">
            <a:extLst>
              <a:ext uri="{FF2B5EF4-FFF2-40B4-BE49-F238E27FC236}">
                <a16:creationId xmlns:a16="http://schemas.microsoft.com/office/drawing/2014/main" id="{DBEA48B5-5DEF-E386-E015-D20BA3EFAE50}"/>
              </a:ext>
            </a:extLst>
          </p:cNvPr>
          <p:cNvSpPr txBox="1"/>
          <p:nvPr/>
        </p:nvSpPr>
        <p:spPr>
          <a:xfrm>
            <a:off x="1318646" y="1076284"/>
            <a:ext cx="23992454" cy="164147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50800" tIns="50800" rIns="50800" bIns="50800" anchor="ctr">
            <a:spAutoFit/>
          </a:bodyPr>
          <a:lstStyle/>
          <a:p>
            <a:pPr marL="0" marR="0" lvl="0" indent="0" algn="l" defTabSz="8255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0000" b="0">
                <a:solidFill>
                  <a:srgbClr val="F6C543"/>
                </a:solidFill>
                <a:latin typeface="Impact"/>
                <a:ea typeface="Impact"/>
                <a:cs typeface="Impact"/>
                <a:sym typeface="Impact"/>
              </a:defRPr>
            </a:pPr>
            <a:r>
              <a:rPr kumimoji="0" lang="en-US" altLang="zh-CN" sz="10000" b="0" i="0" u="none" strike="noStrike" kern="0" cap="none" spc="0" normalizeH="0" baseline="0" noProof="0" dirty="0">
                <a:ln>
                  <a:noFill/>
                </a:ln>
                <a:solidFill>
                  <a:srgbClr val="F6C542"/>
                </a:solidFill>
                <a:effectLst/>
                <a:uLnTx/>
                <a:uFillTx/>
                <a:latin typeface="Impact"/>
                <a:sym typeface="Impact"/>
              </a:rPr>
              <a:t>UNIT #</a:t>
            </a:r>
            <a:r>
              <a:rPr kumimoji="0" lang="en-US" altLang="zh-CN" sz="10000" b="0" i="0" u="none" strike="noStrike" kern="0" cap="none" spc="0" normalizeH="0" baseline="0" noProof="0" dirty="0">
                <a:ln>
                  <a:noFill/>
                </a:ln>
                <a:solidFill>
                  <a:srgbClr val="F6C543"/>
                </a:solidFill>
                <a:effectLst/>
                <a:uLnTx/>
                <a:uFillTx/>
                <a:latin typeface="Impact"/>
                <a:sym typeface="Impact"/>
              </a:rPr>
              <a:t> </a:t>
            </a:r>
            <a:r>
              <a:rPr kumimoji="0" lang="en-US" altLang="zh-CN" sz="10000" b="0" i="0" u="none" strike="noStrike" kern="0" cap="none" spc="0" normalizeH="0" baseline="0" noProof="0" dirty="0">
                <a:ln>
                  <a:noFill/>
                </a:ln>
                <a:solidFill>
                  <a:srgbClr val="F6C542"/>
                </a:solidFill>
                <a:effectLst/>
                <a:uLnTx/>
                <a:uFillTx/>
                <a:latin typeface="Impact"/>
                <a:sym typeface="Impact"/>
              </a:rPr>
              <a:t>6 </a:t>
            </a:r>
            <a:r>
              <a:rPr kumimoji="0" lang="en-US" altLang="zh-CN" sz="100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Impact"/>
                <a:sym typeface="Impact"/>
              </a:rPr>
              <a:t>–</a:t>
            </a:r>
            <a:r>
              <a:rPr kumimoji="0" lang="zh-CN" altLang="en-US" sz="10000" b="0" i="0" u="none" strike="noStrike" kern="0" cap="none" spc="0" normalizeH="0" baseline="0" noProof="0" dirty="0">
                <a:ln>
                  <a:noFill/>
                </a:ln>
                <a:solidFill>
                  <a:srgbClr val="F6C543"/>
                </a:solidFill>
                <a:effectLst/>
                <a:uLnTx/>
                <a:uFillTx/>
                <a:latin typeface="华文楷体" panose="02010600040101010101" pitchFamily="2" charset="-122"/>
                <a:ea typeface="华文楷体" panose="02010600040101010101" pitchFamily="2" charset="-122"/>
                <a:sym typeface="Impact"/>
              </a:rPr>
              <a:t>断面图</a:t>
            </a:r>
            <a:endParaRPr kumimoji="0" lang="zh-CN" altLang="en-US" sz="100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华文楷体" panose="02010600040101010101" pitchFamily="2" charset="-122"/>
              <a:ea typeface="华文楷体" panose="02010600040101010101" pitchFamily="2" charset="-122"/>
              <a:sym typeface="Impact"/>
            </a:endParaRPr>
          </a:p>
        </p:txBody>
      </p:sp>
      <p:sp>
        <p:nvSpPr>
          <p:cNvPr id="226" name="Shape">
            <a:extLst>
              <a:ext uri="{FF2B5EF4-FFF2-40B4-BE49-F238E27FC236}">
                <a16:creationId xmlns:a16="http://schemas.microsoft.com/office/drawing/2014/main" id="{E6F6DA5A-DA3F-0ABC-E7ED-762D165AC079}"/>
              </a:ext>
            </a:extLst>
          </p:cNvPr>
          <p:cNvSpPr/>
          <p:nvPr/>
        </p:nvSpPr>
        <p:spPr>
          <a:xfrm>
            <a:off x="-306915" y="8239797"/>
            <a:ext cx="1046530" cy="104640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9679" h="20595" extrusionOk="0">
                <a:moveTo>
                  <a:pt x="9839" y="0"/>
                </a:moveTo>
                <a:cubicBezTo>
                  <a:pt x="7321" y="0"/>
                  <a:pt x="4802" y="1006"/>
                  <a:pt x="2881" y="3017"/>
                </a:cubicBezTo>
                <a:cubicBezTo>
                  <a:pt x="-961" y="7038"/>
                  <a:pt x="-961" y="13557"/>
                  <a:pt x="2881" y="17578"/>
                </a:cubicBezTo>
                <a:cubicBezTo>
                  <a:pt x="6724" y="21600"/>
                  <a:pt x="12954" y="21600"/>
                  <a:pt x="16797" y="17578"/>
                </a:cubicBezTo>
                <a:cubicBezTo>
                  <a:pt x="20639" y="13557"/>
                  <a:pt x="20639" y="7038"/>
                  <a:pt x="16797" y="3017"/>
                </a:cubicBezTo>
                <a:cubicBezTo>
                  <a:pt x="14876" y="1006"/>
                  <a:pt x="12357" y="0"/>
                  <a:pt x="9839" y="0"/>
                </a:cubicBezTo>
                <a:close/>
                <a:moveTo>
                  <a:pt x="9839" y="2649"/>
                </a:moveTo>
                <a:cubicBezTo>
                  <a:pt x="11709" y="2649"/>
                  <a:pt x="13580" y="3397"/>
                  <a:pt x="15007" y="4890"/>
                </a:cubicBezTo>
                <a:cubicBezTo>
                  <a:pt x="17861" y="7877"/>
                  <a:pt x="17861" y="12718"/>
                  <a:pt x="15007" y="15705"/>
                </a:cubicBezTo>
                <a:cubicBezTo>
                  <a:pt x="12153" y="18692"/>
                  <a:pt x="7525" y="18692"/>
                  <a:pt x="4671" y="15705"/>
                </a:cubicBezTo>
                <a:cubicBezTo>
                  <a:pt x="1817" y="12718"/>
                  <a:pt x="1817" y="7877"/>
                  <a:pt x="4671" y="4890"/>
                </a:cubicBezTo>
                <a:cubicBezTo>
                  <a:pt x="6098" y="3397"/>
                  <a:pt x="7969" y="2649"/>
                  <a:pt x="9839" y="2649"/>
                </a:cubicBezTo>
                <a:close/>
              </a:path>
            </a:pathLst>
          </a:custGeom>
          <a:gradFill>
            <a:gsLst>
              <a:gs pos="0">
                <a:schemeClr val="accent2"/>
              </a:gs>
              <a:gs pos="100000">
                <a:schemeClr val="accent1"/>
              </a:gs>
            </a:gsLst>
            <a:lin ang="5400000"/>
          </a:gradFill>
          <a:ln w="12700">
            <a:miter lim="400000"/>
          </a:ln>
        </p:spPr>
        <p:txBody>
          <a:bodyPr lIns="0" tIns="0" rIns="0" bIns="0" anchor="ctr"/>
          <a:lstStyle/>
          <a:p>
            <a:pPr marL="0" marR="0" lvl="0" indent="0" algn="ctr" defTabSz="8255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 kumimoji="0" sz="32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Helvetica Neue Medium"/>
              <a:sym typeface="Helvetica Neue Medium"/>
            </a:endParaRPr>
          </a:p>
        </p:txBody>
      </p:sp>
      <p:sp>
        <p:nvSpPr>
          <p:cNvPr id="227" name="Shape">
            <a:extLst>
              <a:ext uri="{FF2B5EF4-FFF2-40B4-BE49-F238E27FC236}">
                <a16:creationId xmlns:a16="http://schemas.microsoft.com/office/drawing/2014/main" id="{A02B7FFC-2DA8-E5A9-7691-21A9115F9972}"/>
              </a:ext>
            </a:extLst>
          </p:cNvPr>
          <p:cNvSpPr/>
          <p:nvPr/>
        </p:nvSpPr>
        <p:spPr>
          <a:xfrm>
            <a:off x="19865947" y="2060686"/>
            <a:ext cx="2330506" cy="233022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9679" h="20595" extrusionOk="0">
                <a:moveTo>
                  <a:pt x="9839" y="0"/>
                </a:moveTo>
                <a:cubicBezTo>
                  <a:pt x="7321" y="0"/>
                  <a:pt x="4802" y="1006"/>
                  <a:pt x="2881" y="3017"/>
                </a:cubicBezTo>
                <a:cubicBezTo>
                  <a:pt x="-961" y="7038"/>
                  <a:pt x="-961" y="13557"/>
                  <a:pt x="2881" y="17578"/>
                </a:cubicBezTo>
                <a:cubicBezTo>
                  <a:pt x="6724" y="21600"/>
                  <a:pt x="12954" y="21600"/>
                  <a:pt x="16797" y="17578"/>
                </a:cubicBezTo>
                <a:cubicBezTo>
                  <a:pt x="20639" y="13557"/>
                  <a:pt x="20639" y="7038"/>
                  <a:pt x="16797" y="3017"/>
                </a:cubicBezTo>
                <a:cubicBezTo>
                  <a:pt x="14876" y="1006"/>
                  <a:pt x="12357" y="0"/>
                  <a:pt x="9839" y="0"/>
                </a:cubicBezTo>
                <a:close/>
                <a:moveTo>
                  <a:pt x="9839" y="2649"/>
                </a:moveTo>
                <a:cubicBezTo>
                  <a:pt x="11709" y="2649"/>
                  <a:pt x="13580" y="3397"/>
                  <a:pt x="15007" y="4890"/>
                </a:cubicBezTo>
                <a:cubicBezTo>
                  <a:pt x="17861" y="7877"/>
                  <a:pt x="17861" y="12718"/>
                  <a:pt x="15007" y="15705"/>
                </a:cubicBezTo>
                <a:cubicBezTo>
                  <a:pt x="12153" y="18692"/>
                  <a:pt x="7525" y="18692"/>
                  <a:pt x="4671" y="15705"/>
                </a:cubicBezTo>
                <a:cubicBezTo>
                  <a:pt x="1817" y="12718"/>
                  <a:pt x="1817" y="7877"/>
                  <a:pt x="4671" y="4890"/>
                </a:cubicBezTo>
                <a:cubicBezTo>
                  <a:pt x="6098" y="3397"/>
                  <a:pt x="7969" y="2649"/>
                  <a:pt x="9839" y="2649"/>
                </a:cubicBezTo>
                <a:close/>
              </a:path>
            </a:pathLst>
          </a:custGeom>
          <a:gradFill>
            <a:gsLst>
              <a:gs pos="0">
                <a:schemeClr val="accent2"/>
              </a:gs>
              <a:gs pos="100000">
                <a:schemeClr val="accent1"/>
              </a:gs>
            </a:gsLst>
            <a:lin ang="5400000"/>
          </a:gradFill>
          <a:ln w="12700">
            <a:miter lim="400000"/>
          </a:ln>
        </p:spPr>
        <p:txBody>
          <a:bodyPr lIns="0" tIns="0" rIns="0" bIns="0" anchor="ctr"/>
          <a:lstStyle/>
          <a:p>
            <a:pPr marL="0" marR="0" lvl="0" indent="0" algn="ctr" defTabSz="8255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 kumimoji="0" sz="32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Helvetica Neue Medium"/>
              <a:sym typeface="Helvetica Neue Medium"/>
            </a:endParaRPr>
          </a:p>
        </p:txBody>
      </p:sp>
      <p:sp>
        <p:nvSpPr>
          <p:cNvPr id="228" name="Rounded Rectangle">
            <a:extLst>
              <a:ext uri="{FF2B5EF4-FFF2-40B4-BE49-F238E27FC236}">
                <a16:creationId xmlns:a16="http://schemas.microsoft.com/office/drawing/2014/main" id="{B8564528-760F-5DE5-C220-C3315726D04F}"/>
              </a:ext>
            </a:extLst>
          </p:cNvPr>
          <p:cNvSpPr/>
          <p:nvPr/>
        </p:nvSpPr>
        <p:spPr>
          <a:xfrm>
            <a:off x="1413182" y="3302000"/>
            <a:ext cx="21616294" cy="8897388"/>
          </a:xfrm>
          <a:prstGeom prst="roundRect">
            <a:avLst>
              <a:gd name="adj" fmla="val 2897"/>
            </a:avLst>
          </a:prstGeom>
          <a:solidFill>
            <a:schemeClr val="accent4"/>
          </a:solidFill>
          <a:ln w="12700">
            <a:miter lim="400000"/>
          </a:ln>
          <a:effectLst>
            <a:outerShdw blurRad="558800" dist="71163" dir="5400000" rotWithShape="0">
              <a:srgbClr val="000000">
                <a:alpha val="19617"/>
              </a:srgbClr>
            </a:outerShdw>
          </a:effectLst>
        </p:spPr>
        <p:txBody>
          <a:bodyPr lIns="0" tIns="0" rIns="0" bIns="0" anchor="ctr"/>
          <a:lstStyle/>
          <a:p>
            <a:pPr marL="0" marR="0" lvl="0" indent="0" algn="ctr" defTabSz="8255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 kumimoji="0" sz="32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Helvetica Neue Medium"/>
              <a:sym typeface="Helvetica Neue Medium"/>
            </a:endParaRP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D3069686-40BB-6D20-8DA0-A8AFE85DAA2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91979" y="2919005"/>
            <a:ext cx="17422160" cy="101814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22323666"/>
      </p:ext>
    </p:extLst>
  </p:cSld>
  <p:clrMapOvr>
    <a:masterClrMapping/>
  </p:clrMapOvr>
  <p:transition spd="med"/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3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44DEDED-0E7C-8793-935B-7F26982472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Shape">
            <a:extLst>
              <a:ext uri="{FF2B5EF4-FFF2-40B4-BE49-F238E27FC236}">
                <a16:creationId xmlns:a16="http://schemas.microsoft.com/office/drawing/2014/main" id="{DBAB31E0-B705-A059-0570-BF7747AE279B}"/>
              </a:ext>
            </a:extLst>
          </p:cNvPr>
          <p:cNvSpPr/>
          <p:nvPr/>
        </p:nvSpPr>
        <p:spPr>
          <a:xfrm>
            <a:off x="6290541" y="12617233"/>
            <a:ext cx="2709718" cy="270939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9679" h="20595" extrusionOk="0">
                <a:moveTo>
                  <a:pt x="9839" y="0"/>
                </a:moveTo>
                <a:cubicBezTo>
                  <a:pt x="7321" y="0"/>
                  <a:pt x="4802" y="1006"/>
                  <a:pt x="2881" y="3017"/>
                </a:cubicBezTo>
                <a:cubicBezTo>
                  <a:pt x="-961" y="7038"/>
                  <a:pt x="-961" y="13557"/>
                  <a:pt x="2881" y="17578"/>
                </a:cubicBezTo>
                <a:cubicBezTo>
                  <a:pt x="6724" y="21600"/>
                  <a:pt x="12954" y="21600"/>
                  <a:pt x="16797" y="17578"/>
                </a:cubicBezTo>
                <a:cubicBezTo>
                  <a:pt x="20639" y="13557"/>
                  <a:pt x="20639" y="7038"/>
                  <a:pt x="16797" y="3017"/>
                </a:cubicBezTo>
                <a:cubicBezTo>
                  <a:pt x="14876" y="1006"/>
                  <a:pt x="12357" y="0"/>
                  <a:pt x="9839" y="0"/>
                </a:cubicBezTo>
                <a:close/>
                <a:moveTo>
                  <a:pt x="9839" y="2649"/>
                </a:moveTo>
                <a:cubicBezTo>
                  <a:pt x="11709" y="2649"/>
                  <a:pt x="13580" y="3397"/>
                  <a:pt x="15007" y="4890"/>
                </a:cubicBezTo>
                <a:cubicBezTo>
                  <a:pt x="17861" y="7877"/>
                  <a:pt x="17861" y="12718"/>
                  <a:pt x="15007" y="15705"/>
                </a:cubicBezTo>
                <a:cubicBezTo>
                  <a:pt x="12153" y="18692"/>
                  <a:pt x="7525" y="18692"/>
                  <a:pt x="4671" y="15705"/>
                </a:cubicBezTo>
                <a:cubicBezTo>
                  <a:pt x="1817" y="12718"/>
                  <a:pt x="1817" y="7877"/>
                  <a:pt x="4671" y="4890"/>
                </a:cubicBezTo>
                <a:cubicBezTo>
                  <a:pt x="6098" y="3397"/>
                  <a:pt x="7969" y="2649"/>
                  <a:pt x="9839" y="2649"/>
                </a:cubicBezTo>
                <a:close/>
              </a:path>
            </a:pathLst>
          </a:custGeom>
          <a:gradFill>
            <a:gsLst>
              <a:gs pos="0">
                <a:schemeClr val="accent2"/>
              </a:gs>
              <a:gs pos="100000">
                <a:schemeClr val="accent1"/>
              </a:gs>
            </a:gsLst>
            <a:lin ang="5400000"/>
          </a:gradFill>
          <a:ln w="12700">
            <a:miter lim="400000"/>
          </a:ln>
        </p:spPr>
        <p:txBody>
          <a:bodyPr lIns="0" tIns="0" rIns="0" bIns="0" anchor="ctr"/>
          <a:lstStyle/>
          <a:p>
            <a:pPr marL="0" marR="0" lvl="0" indent="0" algn="ctr" defTabSz="8255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 kumimoji="0" sz="32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Helvetica Neue Medium"/>
              <a:sym typeface="Helvetica Neue Medium"/>
            </a:endParaRPr>
          </a:p>
        </p:txBody>
      </p:sp>
      <p:sp>
        <p:nvSpPr>
          <p:cNvPr id="216" name="Shape">
            <a:extLst>
              <a:ext uri="{FF2B5EF4-FFF2-40B4-BE49-F238E27FC236}">
                <a16:creationId xmlns:a16="http://schemas.microsoft.com/office/drawing/2014/main" id="{7EAD4AFB-107C-05F1-BB0F-94617507457F}"/>
              </a:ext>
            </a:extLst>
          </p:cNvPr>
          <p:cNvSpPr/>
          <p:nvPr/>
        </p:nvSpPr>
        <p:spPr>
          <a:xfrm>
            <a:off x="14339439" y="2620192"/>
            <a:ext cx="6322300" cy="632257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800" y="0"/>
                </a:moveTo>
                <a:cubicBezTo>
                  <a:pt x="10787" y="0"/>
                  <a:pt x="10773" y="1"/>
                  <a:pt x="10759" y="1"/>
                </a:cubicBezTo>
                <a:lnTo>
                  <a:pt x="1" y="10760"/>
                </a:lnTo>
                <a:cubicBezTo>
                  <a:pt x="0" y="10900"/>
                  <a:pt x="3" y="11040"/>
                  <a:pt x="8" y="11181"/>
                </a:cubicBezTo>
                <a:lnTo>
                  <a:pt x="11180" y="9"/>
                </a:lnTo>
                <a:cubicBezTo>
                  <a:pt x="11054" y="4"/>
                  <a:pt x="10927" y="0"/>
                  <a:pt x="10800" y="0"/>
                </a:cubicBezTo>
                <a:close/>
                <a:moveTo>
                  <a:pt x="10211" y="17"/>
                </a:moveTo>
                <a:cubicBezTo>
                  <a:pt x="10057" y="25"/>
                  <a:pt x="9903" y="36"/>
                  <a:pt x="9748" y="51"/>
                </a:cubicBezTo>
                <a:lnTo>
                  <a:pt x="50" y="9749"/>
                </a:lnTo>
                <a:cubicBezTo>
                  <a:pt x="35" y="9903"/>
                  <a:pt x="25" y="10057"/>
                  <a:pt x="16" y="10212"/>
                </a:cubicBezTo>
                <a:lnTo>
                  <a:pt x="10211" y="17"/>
                </a:lnTo>
                <a:close/>
                <a:moveTo>
                  <a:pt x="11683" y="38"/>
                </a:moveTo>
                <a:lnTo>
                  <a:pt x="38" y="11684"/>
                </a:lnTo>
                <a:cubicBezTo>
                  <a:pt x="48" y="11814"/>
                  <a:pt x="62" y="11944"/>
                  <a:pt x="78" y="12075"/>
                </a:cubicBezTo>
                <a:lnTo>
                  <a:pt x="12074" y="78"/>
                </a:lnTo>
                <a:cubicBezTo>
                  <a:pt x="11944" y="63"/>
                  <a:pt x="11814" y="49"/>
                  <a:pt x="11683" y="38"/>
                </a:cubicBezTo>
                <a:close/>
                <a:moveTo>
                  <a:pt x="9136" y="131"/>
                </a:moveTo>
                <a:cubicBezTo>
                  <a:pt x="8960" y="158"/>
                  <a:pt x="8786" y="190"/>
                  <a:pt x="8611" y="226"/>
                </a:cubicBezTo>
                <a:lnTo>
                  <a:pt x="226" y="8611"/>
                </a:lnTo>
                <a:cubicBezTo>
                  <a:pt x="190" y="8786"/>
                  <a:pt x="157" y="8961"/>
                  <a:pt x="130" y="9137"/>
                </a:cubicBezTo>
                <a:lnTo>
                  <a:pt x="9136" y="131"/>
                </a:lnTo>
                <a:close/>
                <a:moveTo>
                  <a:pt x="12541" y="143"/>
                </a:moveTo>
                <a:lnTo>
                  <a:pt x="143" y="12541"/>
                </a:lnTo>
                <a:cubicBezTo>
                  <a:pt x="163" y="12663"/>
                  <a:pt x="183" y="12785"/>
                  <a:pt x="207" y="12906"/>
                </a:cubicBezTo>
                <a:lnTo>
                  <a:pt x="12906" y="208"/>
                </a:lnTo>
                <a:cubicBezTo>
                  <a:pt x="12785" y="184"/>
                  <a:pt x="12663" y="163"/>
                  <a:pt x="12541" y="143"/>
                </a:cubicBezTo>
                <a:close/>
                <a:moveTo>
                  <a:pt x="13343" y="303"/>
                </a:moveTo>
                <a:lnTo>
                  <a:pt x="303" y="13343"/>
                </a:lnTo>
                <a:cubicBezTo>
                  <a:pt x="330" y="13456"/>
                  <a:pt x="361" y="13569"/>
                  <a:pt x="392" y="13682"/>
                </a:cubicBezTo>
                <a:lnTo>
                  <a:pt x="13682" y="393"/>
                </a:lnTo>
                <a:cubicBezTo>
                  <a:pt x="13569" y="362"/>
                  <a:pt x="13456" y="331"/>
                  <a:pt x="13343" y="303"/>
                </a:cubicBezTo>
                <a:close/>
                <a:moveTo>
                  <a:pt x="7909" y="395"/>
                </a:moveTo>
                <a:cubicBezTo>
                  <a:pt x="7701" y="452"/>
                  <a:pt x="7495" y="515"/>
                  <a:pt x="7290" y="585"/>
                </a:cubicBezTo>
                <a:lnTo>
                  <a:pt x="584" y="7290"/>
                </a:lnTo>
                <a:cubicBezTo>
                  <a:pt x="514" y="7495"/>
                  <a:pt x="452" y="7702"/>
                  <a:pt x="394" y="7909"/>
                </a:cubicBezTo>
                <a:lnTo>
                  <a:pt x="7909" y="395"/>
                </a:lnTo>
                <a:close/>
                <a:moveTo>
                  <a:pt x="14094" y="515"/>
                </a:moveTo>
                <a:lnTo>
                  <a:pt x="514" y="14094"/>
                </a:lnTo>
                <a:cubicBezTo>
                  <a:pt x="549" y="14202"/>
                  <a:pt x="583" y="14310"/>
                  <a:pt x="620" y="14417"/>
                </a:cubicBezTo>
                <a:lnTo>
                  <a:pt x="14417" y="621"/>
                </a:lnTo>
                <a:cubicBezTo>
                  <a:pt x="14310" y="583"/>
                  <a:pt x="14202" y="549"/>
                  <a:pt x="14094" y="515"/>
                </a:cubicBezTo>
                <a:close/>
                <a:moveTo>
                  <a:pt x="14804" y="767"/>
                </a:moveTo>
                <a:lnTo>
                  <a:pt x="767" y="14804"/>
                </a:lnTo>
                <a:cubicBezTo>
                  <a:pt x="807" y="14905"/>
                  <a:pt x="851" y="15004"/>
                  <a:pt x="894" y="15104"/>
                </a:cubicBezTo>
                <a:lnTo>
                  <a:pt x="15104" y="895"/>
                </a:lnTo>
                <a:cubicBezTo>
                  <a:pt x="15004" y="852"/>
                  <a:pt x="14905" y="807"/>
                  <a:pt x="14804" y="767"/>
                </a:cubicBezTo>
                <a:close/>
                <a:moveTo>
                  <a:pt x="6411" y="932"/>
                </a:moveTo>
                <a:cubicBezTo>
                  <a:pt x="6118" y="1062"/>
                  <a:pt x="5831" y="1206"/>
                  <a:pt x="5549" y="1363"/>
                </a:cubicBezTo>
                <a:lnTo>
                  <a:pt x="1362" y="5549"/>
                </a:lnTo>
                <a:cubicBezTo>
                  <a:pt x="1205" y="5832"/>
                  <a:pt x="1061" y="6119"/>
                  <a:pt x="931" y="6411"/>
                </a:cubicBezTo>
                <a:lnTo>
                  <a:pt x="6411" y="932"/>
                </a:lnTo>
                <a:close/>
                <a:moveTo>
                  <a:pt x="15470" y="1061"/>
                </a:moveTo>
                <a:lnTo>
                  <a:pt x="1060" y="15471"/>
                </a:lnTo>
                <a:cubicBezTo>
                  <a:pt x="1106" y="15567"/>
                  <a:pt x="1153" y="15664"/>
                  <a:pt x="1202" y="15759"/>
                </a:cubicBezTo>
                <a:lnTo>
                  <a:pt x="15759" y="1203"/>
                </a:lnTo>
                <a:cubicBezTo>
                  <a:pt x="15663" y="1153"/>
                  <a:pt x="15567" y="1107"/>
                  <a:pt x="15470" y="1061"/>
                </a:cubicBezTo>
                <a:close/>
                <a:moveTo>
                  <a:pt x="16103" y="1391"/>
                </a:moveTo>
                <a:lnTo>
                  <a:pt x="1391" y="16103"/>
                </a:lnTo>
                <a:cubicBezTo>
                  <a:pt x="1442" y="16194"/>
                  <a:pt x="1494" y="16285"/>
                  <a:pt x="1549" y="16375"/>
                </a:cubicBezTo>
                <a:lnTo>
                  <a:pt x="16375" y="1549"/>
                </a:lnTo>
                <a:cubicBezTo>
                  <a:pt x="16285" y="1495"/>
                  <a:pt x="16194" y="1442"/>
                  <a:pt x="16103" y="1391"/>
                </a:cubicBezTo>
                <a:close/>
                <a:moveTo>
                  <a:pt x="16703" y="1754"/>
                </a:moveTo>
                <a:lnTo>
                  <a:pt x="1753" y="16703"/>
                </a:lnTo>
                <a:cubicBezTo>
                  <a:pt x="1809" y="16788"/>
                  <a:pt x="1869" y="16872"/>
                  <a:pt x="1928" y="16956"/>
                </a:cubicBezTo>
                <a:lnTo>
                  <a:pt x="16956" y="1928"/>
                </a:lnTo>
                <a:cubicBezTo>
                  <a:pt x="16872" y="1869"/>
                  <a:pt x="16788" y="1810"/>
                  <a:pt x="16703" y="1754"/>
                </a:cubicBezTo>
                <a:close/>
                <a:moveTo>
                  <a:pt x="17267" y="2151"/>
                </a:moveTo>
                <a:lnTo>
                  <a:pt x="2151" y="17267"/>
                </a:lnTo>
                <a:cubicBezTo>
                  <a:pt x="2212" y="17349"/>
                  <a:pt x="2274" y="17430"/>
                  <a:pt x="2338" y="17510"/>
                </a:cubicBezTo>
                <a:lnTo>
                  <a:pt x="17510" y="2338"/>
                </a:lnTo>
                <a:cubicBezTo>
                  <a:pt x="17430" y="2275"/>
                  <a:pt x="17349" y="2212"/>
                  <a:pt x="17267" y="2151"/>
                </a:cubicBezTo>
                <a:close/>
                <a:moveTo>
                  <a:pt x="3805" y="2574"/>
                </a:moveTo>
                <a:cubicBezTo>
                  <a:pt x="3586" y="2761"/>
                  <a:pt x="3370" y="2956"/>
                  <a:pt x="3163" y="3163"/>
                </a:cubicBezTo>
                <a:cubicBezTo>
                  <a:pt x="2955" y="3371"/>
                  <a:pt x="2761" y="3586"/>
                  <a:pt x="2574" y="3806"/>
                </a:cubicBezTo>
                <a:lnTo>
                  <a:pt x="3805" y="2574"/>
                </a:lnTo>
                <a:close/>
                <a:moveTo>
                  <a:pt x="17801" y="2579"/>
                </a:moveTo>
                <a:lnTo>
                  <a:pt x="2579" y="17801"/>
                </a:lnTo>
                <a:cubicBezTo>
                  <a:pt x="2645" y="17878"/>
                  <a:pt x="2709" y="17957"/>
                  <a:pt x="2777" y="18032"/>
                </a:cubicBezTo>
                <a:lnTo>
                  <a:pt x="18032" y="2777"/>
                </a:lnTo>
                <a:cubicBezTo>
                  <a:pt x="17957" y="2709"/>
                  <a:pt x="17878" y="2645"/>
                  <a:pt x="17801" y="2579"/>
                </a:cubicBezTo>
                <a:close/>
                <a:moveTo>
                  <a:pt x="18304" y="3036"/>
                </a:moveTo>
                <a:lnTo>
                  <a:pt x="3036" y="18304"/>
                </a:lnTo>
                <a:cubicBezTo>
                  <a:pt x="3079" y="18349"/>
                  <a:pt x="3119" y="18394"/>
                  <a:pt x="3163" y="18438"/>
                </a:cubicBezTo>
                <a:cubicBezTo>
                  <a:pt x="3191" y="18466"/>
                  <a:pt x="3222" y="18492"/>
                  <a:pt x="3250" y="18521"/>
                </a:cubicBezTo>
                <a:lnTo>
                  <a:pt x="18521" y="3251"/>
                </a:lnTo>
                <a:cubicBezTo>
                  <a:pt x="18492" y="3222"/>
                  <a:pt x="18466" y="3192"/>
                  <a:pt x="18438" y="3163"/>
                </a:cubicBezTo>
                <a:cubicBezTo>
                  <a:pt x="18394" y="3119"/>
                  <a:pt x="18348" y="3079"/>
                  <a:pt x="18304" y="3036"/>
                </a:cubicBezTo>
                <a:close/>
                <a:moveTo>
                  <a:pt x="18781" y="3523"/>
                </a:moveTo>
                <a:lnTo>
                  <a:pt x="3522" y="18781"/>
                </a:lnTo>
                <a:cubicBezTo>
                  <a:pt x="3598" y="18850"/>
                  <a:pt x="3676" y="18915"/>
                  <a:pt x="3753" y="18982"/>
                </a:cubicBezTo>
                <a:lnTo>
                  <a:pt x="18982" y="3753"/>
                </a:lnTo>
                <a:cubicBezTo>
                  <a:pt x="18915" y="3676"/>
                  <a:pt x="18850" y="3598"/>
                  <a:pt x="18781" y="3523"/>
                </a:cubicBezTo>
                <a:close/>
                <a:moveTo>
                  <a:pt x="19224" y="4041"/>
                </a:moveTo>
                <a:lnTo>
                  <a:pt x="4041" y="19224"/>
                </a:lnTo>
                <a:cubicBezTo>
                  <a:pt x="4121" y="19289"/>
                  <a:pt x="4202" y="19350"/>
                  <a:pt x="4283" y="19412"/>
                </a:cubicBezTo>
                <a:lnTo>
                  <a:pt x="19412" y="4283"/>
                </a:lnTo>
                <a:cubicBezTo>
                  <a:pt x="19350" y="4202"/>
                  <a:pt x="19289" y="4121"/>
                  <a:pt x="19224" y="4041"/>
                </a:cubicBezTo>
                <a:close/>
                <a:moveTo>
                  <a:pt x="19637" y="4591"/>
                </a:moveTo>
                <a:lnTo>
                  <a:pt x="4591" y="19637"/>
                </a:lnTo>
                <a:cubicBezTo>
                  <a:pt x="4675" y="19696"/>
                  <a:pt x="4758" y="19757"/>
                  <a:pt x="4843" y="19813"/>
                </a:cubicBezTo>
                <a:lnTo>
                  <a:pt x="19813" y="4844"/>
                </a:lnTo>
                <a:cubicBezTo>
                  <a:pt x="19757" y="4758"/>
                  <a:pt x="19696" y="4675"/>
                  <a:pt x="19637" y="4591"/>
                </a:cubicBezTo>
                <a:close/>
                <a:moveTo>
                  <a:pt x="20019" y="5172"/>
                </a:moveTo>
                <a:lnTo>
                  <a:pt x="5172" y="20019"/>
                </a:lnTo>
                <a:cubicBezTo>
                  <a:pt x="5261" y="20073"/>
                  <a:pt x="5351" y="20126"/>
                  <a:pt x="5441" y="20178"/>
                </a:cubicBezTo>
                <a:lnTo>
                  <a:pt x="20178" y="5441"/>
                </a:lnTo>
                <a:cubicBezTo>
                  <a:pt x="20126" y="5351"/>
                  <a:pt x="20073" y="5261"/>
                  <a:pt x="20019" y="5172"/>
                </a:cubicBezTo>
                <a:close/>
                <a:moveTo>
                  <a:pt x="20369" y="5782"/>
                </a:moveTo>
                <a:lnTo>
                  <a:pt x="5782" y="20369"/>
                </a:lnTo>
                <a:cubicBezTo>
                  <a:pt x="5877" y="20419"/>
                  <a:pt x="5974" y="20463"/>
                  <a:pt x="6071" y="20510"/>
                </a:cubicBezTo>
                <a:lnTo>
                  <a:pt x="20510" y="6071"/>
                </a:lnTo>
                <a:cubicBezTo>
                  <a:pt x="20463" y="5975"/>
                  <a:pt x="20419" y="5878"/>
                  <a:pt x="20369" y="5782"/>
                </a:cubicBezTo>
                <a:close/>
                <a:moveTo>
                  <a:pt x="20679" y="6434"/>
                </a:moveTo>
                <a:lnTo>
                  <a:pt x="6434" y="20679"/>
                </a:lnTo>
                <a:cubicBezTo>
                  <a:pt x="6534" y="20723"/>
                  <a:pt x="6633" y="20769"/>
                  <a:pt x="6734" y="20809"/>
                </a:cubicBezTo>
                <a:lnTo>
                  <a:pt x="20809" y="6735"/>
                </a:lnTo>
                <a:cubicBezTo>
                  <a:pt x="20769" y="6634"/>
                  <a:pt x="20723" y="6534"/>
                  <a:pt x="20679" y="6434"/>
                </a:cubicBezTo>
                <a:close/>
                <a:moveTo>
                  <a:pt x="20956" y="7121"/>
                </a:moveTo>
                <a:lnTo>
                  <a:pt x="7120" y="20956"/>
                </a:lnTo>
                <a:cubicBezTo>
                  <a:pt x="7226" y="20994"/>
                  <a:pt x="7333" y="21030"/>
                  <a:pt x="7439" y="21065"/>
                </a:cubicBezTo>
                <a:lnTo>
                  <a:pt x="21065" y="7439"/>
                </a:lnTo>
                <a:cubicBezTo>
                  <a:pt x="21030" y="7333"/>
                  <a:pt x="20994" y="7226"/>
                  <a:pt x="20956" y="7121"/>
                </a:cubicBezTo>
                <a:close/>
                <a:moveTo>
                  <a:pt x="21190" y="7848"/>
                </a:moveTo>
                <a:lnTo>
                  <a:pt x="7848" y="21190"/>
                </a:lnTo>
                <a:cubicBezTo>
                  <a:pt x="7960" y="21221"/>
                  <a:pt x="8073" y="21252"/>
                  <a:pt x="8186" y="21280"/>
                </a:cubicBezTo>
                <a:lnTo>
                  <a:pt x="21280" y="8186"/>
                </a:lnTo>
                <a:cubicBezTo>
                  <a:pt x="21252" y="8073"/>
                  <a:pt x="21221" y="7960"/>
                  <a:pt x="21190" y="7848"/>
                </a:cubicBezTo>
                <a:close/>
                <a:moveTo>
                  <a:pt x="21378" y="8623"/>
                </a:moveTo>
                <a:lnTo>
                  <a:pt x="8623" y="21378"/>
                </a:lnTo>
                <a:cubicBezTo>
                  <a:pt x="8743" y="21402"/>
                  <a:pt x="8863" y="21424"/>
                  <a:pt x="8984" y="21445"/>
                </a:cubicBezTo>
                <a:lnTo>
                  <a:pt x="21445" y="8984"/>
                </a:lnTo>
                <a:cubicBezTo>
                  <a:pt x="21424" y="8864"/>
                  <a:pt x="21402" y="8743"/>
                  <a:pt x="21378" y="8623"/>
                </a:cubicBezTo>
                <a:close/>
                <a:moveTo>
                  <a:pt x="21514" y="9448"/>
                </a:moveTo>
                <a:lnTo>
                  <a:pt x="9447" y="21514"/>
                </a:lnTo>
                <a:cubicBezTo>
                  <a:pt x="9576" y="21530"/>
                  <a:pt x="9704" y="21546"/>
                  <a:pt x="9833" y="21557"/>
                </a:cubicBezTo>
                <a:lnTo>
                  <a:pt x="21557" y="9834"/>
                </a:lnTo>
                <a:cubicBezTo>
                  <a:pt x="21546" y="9705"/>
                  <a:pt x="21530" y="9576"/>
                  <a:pt x="21514" y="9448"/>
                </a:cubicBezTo>
                <a:close/>
                <a:moveTo>
                  <a:pt x="21590" y="10333"/>
                </a:moveTo>
                <a:lnTo>
                  <a:pt x="10332" y="21590"/>
                </a:lnTo>
                <a:cubicBezTo>
                  <a:pt x="10473" y="21596"/>
                  <a:pt x="10613" y="21599"/>
                  <a:pt x="10753" y="21600"/>
                </a:cubicBezTo>
                <a:lnTo>
                  <a:pt x="21600" y="10754"/>
                </a:lnTo>
                <a:cubicBezTo>
                  <a:pt x="21599" y="10613"/>
                  <a:pt x="21596" y="10473"/>
                  <a:pt x="21590" y="10333"/>
                </a:cubicBezTo>
                <a:close/>
                <a:moveTo>
                  <a:pt x="21590" y="11296"/>
                </a:moveTo>
                <a:lnTo>
                  <a:pt x="11295" y="21590"/>
                </a:lnTo>
                <a:cubicBezTo>
                  <a:pt x="11449" y="21583"/>
                  <a:pt x="11603" y="21572"/>
                  <a:pt x="11757" y="21558"/>
                </a:cubicBezTo>
                <a:lnTo>
                  <a:pt x="21558" y="11757"/>
                </a:lnTo>
                <a:cubicBezTo>
                  <a:pt x="21572" y="11603"/>
                  <a:pt x="21583" y="11450"/>
                  <a:pt x="21590" y="11296"/>
                </a:cubicBezTo>
                <a:close/>
                <a:moveTo>
                  <a:pt x="21489" y="12358"/>
                </a:moveTo>
                <a:lnTo>
                  <a:pt x="12358" y="21489"/>
                </a:lnTo>
                <a:cubicBezTo>
                  <a:pt x="12531" y="21464"/>
                  <a:pt x="12703" y="21434"/>
                  <a:pt x="12876" y="21400"/>
                </a:cubicBezTo>
                <a:lnTo>
                  <a:pt x="21400" y="12876"/>
                </a:lnTo>
                <a:cubicBezTo>
                  <a:pt x="21434" y="12704"/>
                  <a:pt x="21464" y="12531"/>
                  <a:pt x="21489" y="12358"/>
                </a:cubicBezTo>
                <a:close/>
                <a:moveTo>
                  <a:pt x="21239" y="13569"/>
                </a:moveTo>
                <a:lnTo>
                  <a:pt x="13569" y="21239"/>
                </a:lnTo>
                <a:cubicBezTo>
                  <a:pt x="13774" y="21185"/>
                  <a:pt x="13978" y="21125"/>
                  <a:pt x="14181" y="21058"/>
                </a:cubicBezTo>
                <a:lnTo>
                  <a:pt x="21058" y="14181"/>
                </a:lnTo>
                <a:cubicBezTo>
                  <a:pt x="21125" y="13978"/>
                  <a:pt x="21185" y="13774"/>
                  <a:pt x="21239" y="13569"/>
                </a:cubicBezTo>
                <a:close/>
                <a:moveTo>
                  <a:pt x="20736" y="15035"/>
                </a:moveTo>
                <a:lnTo>
                  <a:pt x="15035" y="20736"/>
                </a:lnTo>
                <a:cubicBezTo>
                  <a:pt x="15310" y="20619"/>
                  <a:pt x="15581" y="20493"/>
                  <a:pt x="15848" y="20352"/>
                </a:cubicBezTo>
                <a:lnTo>
                  <a:pt x="20352" y="15848"/>
                </a:lnTo>
                <a:cubicBezTo>
                  <a:pt x="20493" y="15581"/>
                  <a:pt x="20619" y="15310"/>
                  <a:pt x="20736" y="15035"/>
                </a:cubicBezTo>
                <a:close/>
                <a:moveTo>
                  <a:pt x="19400" y="17332"/>
                </a:moveTo>
                <a:lnTo>
                  <a:pt x="17332" y="19400"/>
                </a:lnTo>
                <a:cubicBezTo>
                  <a:pt x="17716" y="19108"/>
                  <a:pt x="18087" y="18789"/>
                  <a:pt x="18438" y="18438"/>
                </a:cubicBezTo>
                <a:cubicBezTo>
                  <a:pt x="18788" y="18087"/>
                  <a:pt x="19107" y="17716"/>
                  <a:pt x="19400" y="17332"/>
                </a:cubicBezTo>
                <a:close/>
              </a:path>
            </a:pathLst>
          </a:custGeom>
          <a:solidFill>
            <a:schemeClr val="accent4"/>
          </a:solidFill>
          <a:ln w="12700">
            <a:miter lim="400000"/>
          </a:ln>
        </p:spPr>
        <p:txBody>
          <a:bodyPr lIns="0" tIns="0" rIns="0" bIns="0" anchor="ctr"/>
          <a:lstStyle/>
          <a:p>
            <a:pPr marL="0" marR="0" lvl="0" indent="0" algn="ctr" defTabSz="8255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 kumimoji="0" sz="32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Helvetica Neue Medium"/>
              <a:sym typeface="Helvetica Neue Medium"/>
            </a:endParaRPr>
          </a:p>
        </p:txBody>
      </p:sp>
      <p:sp>
        <p:nvSpPr>
          <p:cNvPr id="217" name="Shape">
            <a:extLst>
              <a:ext uri="{FF2B5EF4-FFF2-40B4-BE49-F238E27FC236}">
                <a16:creationId xmlns:a16="http://schemas.microsoft.com/office/drawing/2014/main" id="{2DFCCF45-D23F-231B-EF02-6DEB34B70986}"/>
              </a:ext>
            </a:extLst>
          </p:cNvPr>
          <p:cNvSpPr/>
          <p:nvPr/>
        </p:nvSpPr>
        <p:spPr>
          <a:xfrm>
            <a:off x="5513585" y="9836851"/>
            <a:ext cx="2709536" cy="270965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800" y="0"/>
                </a:moveTo>
                <a:cubicBezTo>
                  <a:pt x="10787" y="0"/>
                  <a:pt x="10773" y="1"/>
                  <a:pt x="10759" y="1"/>
                </a:cubicBezTo>
                <a:lnTo>
                  <a:pt x="1" y="10760"/>
                </a:lnTo>
                <a:cubicBezTo>
                  <a:pt x="0" y="10900"/>
                  <a:pt x="3" y="11040"/>
                  <a:pt x="8" y="11181"/>
                </a:cubicBezTo>
                <a:lnTo>
                  <a:pt x="11180" y="9"/>
                </a:lnTo>
                <a:cubicBezTo>
                  <a:pt x="11054" y="4"/>
                  <a:pt x="10927" y="0"/>
                  <a:pt x="10800" y="0"/>
                </a:cubicBezTo>
                <a:close/>
                <a:moveTo>
                  <a:pt x="10211" y="17"/>
                </a:moveTo>
                <a:cubicBezTo>
                  <a:pt x="10057" y="25"/>
                  <a:pt x="9903" y="36"/>
                  <a:pt x="9748" y="51"/>
                </a:cubicBezTo>
                <a:lnTo>
                  <a:pt x="50" y="9749"/>
                </a:lnTo>
                <a:cubicBezTo>
                  <a:pt x="35" y="9903"/>
                  <a:pt x="25" y="10057"/>
                  <a:pt x="16" y="10212"/>
                </a:cubicBezTo>
                <a:lnTo>
                  <a:pt x="10211" y="17"/>
                </a:lnTo>
                <a:close/>
                <a:moveTo>
                  <a:pt x="11683" y="38"/>
                </a:moveTo>
                <a:lnTo>
                  <a:pt x="38" y="11684"/>
                </a:lnTo>
                <a:cubicBezTo>
                  <a:pt x="48" y="11814"/>
                  <a:pt x="62" y="11944"/>
                  <a:pt x="78" y="12075"/>
                </a:cubicBezTo>
                <a:lnTo>
                  <a:pt x="12074" y="78"/>
                </a:lnTo>
                <a:cubicBezTo>
                  <a:pt x="11944" y="63"/>
                  <a:pt x="11814" y="49"/>
                  <a:pt x="11683" y="38"/>
                </a:cubicBezTo>
                <a:close/>
                <a:moveTo>
                  <a:pt x="9136" y="131"/>
                </a:moveTo>
                <a:cubicBezTo>
                  <a:pt x="8960" y="158"/>
                  <a:pt x="8786" y="190"/>
                  <a:pt x="8611" y="226"/>
                </a:cubicBezTo>
                <a:lnTo>
                  <a:pt x="226" y="8611"/>
                </a:lnTo>
                <a:cubicBezTo>
                  <a:pt x="190" y="8786"/>
                  <a:pt x="157" y="8961"/>
                  <a:pt x="130" y="9137"/>
                </a:cubicBezTo>
                <a:lnTo>
                  <a:pt x="9136" y="131"/>
                </a:lnTo>
                <a:close/>
                <a:moveTo>
                  <a:pt x="12541" y="143"/>
                </a:moveTo>
                <a:lnTo>
                  <a:pt x="143" y="12541"/>
                </a:lnTo>
                <a:cubicBezTo>
                  <a:pt x="163" y="12663"/>
                  <a:pt x="183" y="12785"/>
                  <a:pt x="207" y="12906"/>
                </a:cubicBezTo>
                <a:lnTo>
                  <a:pt x="12906" y="208"/>
                </a:lnTo>
                <a:cubicBezTo>
                  <a:pt x="12785" y="184"/>
                  <a:pt x="12663" y="163"/>
                  <a:pt x="12541" y="143"/>
                </a:cubicBezTo>
                <a:close/>
                <a:moveTo>
                  <a:pt x="13343" y="303"/>
                </a:moveTo>
                <a:lnTo>
                  <a:pt x="303" y="13343"/>
                </a:lnTo>
                <a:cubicBezTo>
                  <a:pt x="330" y="13456"/>
                  <a:pt x="361" y="13569"/>
                  <a:pt x="392" y="13682"/>
                </a:cubicBezTo>
                <a:lnTo>
                  <a:pt x="13682" y="393"/>
                </a:lnTo>
                <a:cubicBezTo>
                  <a:pt x="13569" y="362"/>
                  <a:pt x="13456" y="331"/>
                  <a:pt x="13343" y="303"/>
                </a:cubicBezTo>
                <a:close/>
                <a:moveTo>
                  <a:pt x="7909" y="395"/>
                </a:moveTo>
                <a:cubicBezTo>
                  <a:pt x="7701" y="452"/>
                  <a:pt x="7495" y="515"/>
                  <a:pt x="7290" y="585"/>
                </a:cubicBezTo>
                <a:lnTo>
                  <a:pt x="584" y="7290"/>
                </a:lnTo>
                <a:cubicBezTo>
                  <a:pt x="514" y="7495"/>
                  <a:pt x="452" y="7702"/>
                  <a:pt x="394" y="7909"/>
                </a:cubicBezTo>
                <a:lnTo>
                  <a:pt x="7909" y="395"/>
                </a:lnTo>
                <a:close/>
                <a:moveTo>
                  <a:pt x="14094" y="515"/>
                </a:moveTo>
                <a:lnTo>
                  <a:pt x="514" y="14094"/>
                </a:lnTo>
                <a:cubicBezTo>
                  <a:pt x="549" y="14202"/>
                  <a:pt x="583" y="14310"/>
                  <a:pt x="620" y="14417"/>
                </a:cubicBezTo>
                <a:lnTo>
                  <a:pt x="14417" y="621"/>
                </a:lnTo>
                <a:cubicBezTo>
                  <a:pt x="14310" y="583"/>
                  <a:pt x="14202" y="549"/>
                  <a:pt x="14094" y="515"/>
                </a:cubicBezTo>
                <a:close/>
                <a:moveTo>
                  <a:pt x="14804" y="767"/>
                </a:moveTo>
                <a:lnTo>
                  <a:pt x="767" y="14804"/>
                </a:lnTo>
                <a:cubicBezTo>
                  <a:pt x="807" y="14905"/>
                  <a:pt x="851" y="15004"/>
                  <a:pt x="894" y="15104"/>
                </a:cubicBezTo>
                <a:lnTo>
                  <a:pt x="15104" y="895"/>
                </a:lnTo>
                <a:cubicBezTo>
                  <a:pt x="15004" y="852"/>
                  <a:pt x="14905" y="807"/>
                  <a:pt x="14804" y="767"/>
                </a:cubicBezTo>
                <a:close/>
                <a:moveTo>
                  <a:pt x="6411" y="932"/>
                </a:moveTo>
                <a:cubicBezTo>
                  <a:pt x="6118" y="1062"/>
                  <a:pt x="5831" y="1206"/>
                  <a:pt x="5549" y="1363"/>
                </a:cubicBezTo>
                <a:lnTo>
                  <a:pt x="1362" y="5549"/>
                </a:lnTo>
                <a:cubicBezTo>
                  <a:pt x="1205" y="5832"/>
                  <a:pt x="1061" y="6119"/>
                  <a:pt x="931" y="6411"/>
                </a:cubicBezTo>
                <a:lnTo>
                  <a:pt x="6411" y="932"/>
                </a:lnTo>
                <a:close/>
                <a:moveTo>
                  <a:pt x="15470" y="1061"/>
                </a:moveTo>
                <a:lnTo>
                  <a:pt x="1060" y="15471"/>
                </a:lnTo>
                <a:cubicBezTo>
                  <a:pt x="1106" y="15567"/>
                  <a:pt x="1153" y="15664"/>
                  <a:pt x="1202" y="15759"/>
                </a:cubicBezTo>
                <a:lnTo>
                  <a:pt x="15759" y="1203"/>
                </a:lnTo>
                <a:cubicBezTo>
                  <a:pt x="15663" y="1153"/>
                  <a:pt x="15567" y="1107"/>
                  <a:pt x="15470" y="1061"/>
                </a:cubicBezTo>
                <a:close/>
                <a:moveTo>
                  <a:pt x="16103" y="1391"/>
                </a:moveTo>
                <a:lnTo>
                  <a:pt x="1391" y="16103"/>
                </a:lnTo>
                <a:cubicBezTo>
                  <a:pt x="1442" y="16194"/>
                  <a:pt x="1494" y="16285"/>
                  <a:pt x="1548" y="16375"/>
                </a:cubicBezTo>
                <a:lnTo>
                  <a:pt x="16375" y="1549"/>
                </a:lnTo>
                <a:cubicBezTo>
                  <a:pt x="16285" y="1495"/>
                  <a:pt x="16194" y="1442"/>
                  <a:pt x="16103" y="1391"/>
                </a:cubicBezTo>
                <a:close/>
                <a:moveTo>
                  <a:pt x="16703" y="1754"/>
                </a:moveTo>
                <a:lnTo>
                  <a:pt x="1753" y="16703"/>
                </a:lnTo>
                <a:cubicBezTo>
                  <a:pt x="1809" y="16788"/>
                  <a:pt x="1869" y="16872"/>
                  <a:pt x="1928" y="16956"/>
                </a:cubicBezTo>
                <a:lnTo>
                  <a:pt x="16956" y="1928"/>
                </a:lnTo>
                <a:cubicBezTo>
                  <a:pt x="16872" y="1869"/>
                  <a:pt x="16788" y="1810"/>
                  <a:pt x="16703" y="1754"/>
                </a:cubicBezTo>
                <a:close/>
                <a:moveTo>
                  <a:pt x="17267" y="2151"/>
                </a:moveTo>
                <a:lnTo>
                  <a:pt x="2151" y="17267"/>
                </a:lnTo>
                <a:cubicBezTo>
                  <a:pt x="2212" y="17349"/>
                  <a:pt x="2274" y="17430"/>
                  <a:pt x="2338" y="17510"/>
                </a:cubicBezTo>
                <a:lnTo>
                  <a:pt x="17510" y="2338"/>
                </a:lnTo>
                <a:cubicBezTo>
                  <a:pt x="17430" y="2275"/>
                  <a:pt x="17349" y="2212"/>
                  <a:pt x="17267" y="2151"/>
                </a:cubicBezTo>
                <a:close/>
                <a:moveTo>
                  <a:pt x="3805" y="2574"/>
                </a:moveTo>
                <a:cubicBezTo>
                  <a:pt x="3586" y="2761"/>
                  <a:pt x="3370" y="2956"/>
                  <a:pt x="3163" y="3163"/>
                </a:cubicBezTo>
                <a:cubicBezTo>
                  <a:pt x="2955" y="3371"/>
                  <a:pt x="2761" y="3586"/>
                  <a:pt x="2574" y="3806"/>
                </a:cubicBezTo>
                <a:lnTo>
                  <a:pt x="3805" y="2574"/>
                </a:lnTo>
                <a:close/>
                <a:moveTo>
                  <a:pt x="17801" y="2579"/>
                </a:moveTo>
                <a:lnTo>
                  <a:pt x="2579" y="17801"/>
                </a:lnTo>
                <a:cubicBezTo>
                  <a:pt x="2645" y="17878"/>
                  <a:pt x="2709" y="17957"/>
                  <a:pt x="2777" y="18032"/>
                </a:cubicBezTo>
                <a:lnTo>
                  <a:pt x="18032" y="2777"/>
                </a:lnTo>
                <a:cubicBezTo>
                  <a:pt x="17957" y="2709"/>
                  <a:pt x="17878" y="2645"/>
                  <a:pt x="17801" y="2579"/>
                </a:cubicBezTo>
                <a:close/>
                <a:moveTo>
                  <a:pt x="18304" y="3036"/>
                </a:moveTo>
                <a:lnTo>
                  <a:pt x="3036" y="18304"/>
                </a:lnTo>
                <a:cubicBezTo>
                  <a:pt x="3079" y="18349"/>
                  <a:pt x="3119" y="18394"/>
                  <a:pt x="3163" y="18438"/>
                </a:cubicBezTo>
                <a:cubicBezTo>
                  <a:pt x="3191" y="18466"/>
                  <a:pt x="3222" y="18492"/>
                  <a:pt x="3250" y="18521"/>
                </a:cubicBezTo>
                <a:lnTo>
                  <a:pt x="18521" y="3251"/>
                </a:lnTo>
                <a:cubicBezTo>
                  <a:pt x="18492" y="3222"/>
                  <a:pt x="18466" y="3192"/>
                  <a:pt x="18438" y="3163"/>
                </a:cubicBezTo>
                <a:cubicBezTo>
                  <a:pt x="18394" y="3119"/>
                  <a:pt x="18348" y="3079"/>
                  <a:pt x="18304" y="3036"/>
                </a:cubicBezTo>
                <a:close/>
                <a:moveTo>
                  <a:pt x="18781" y="3523"/>
                </a:moveTo>
                <a:lnTo>
                  <a:pt x="3522" y="18781"/>
                </a:lnTo>
                <a:cubicBezTo>
                  <a:pt x="3598" y="18850"/>
                  <a:pt x="3676" y="18915"/>
                  <a:pt x="3753" y="18982"/>
                </a:cubicBezTo>
                <a:lnTo>
                  <a:pt x="18982" y="3753"/>
                </a:lnTo>
                <a:cubicBezTo>
                  <a:pt x="18915" y="3676"/>
                  <a:pt x="18850" y="3598"/>
                  <a:pt x="18781" y="3523"/>
                </a:cubicBezTo>
                <a:close/>
                <a:moveTo>
                  <a:pt x="19224" y="4041"/>
                </a:moveTo>
                <a:lnTo>
                  <a:pt x="4041" y="19224"/>
                </a:lnTo>
                <a:cubicBezTo>
                  <a:pt x="4121" y="19289"/>
                  <a:pt x="4202" y="19350"/>
                  <a:pt x="4283" y="19412"/>
                </a:cubicBezTo>
                <a:lnTo>
                  <a:pt x="19412" y="4283"/>
                </a:lnTo>
                <a:cubicBezTo>
                  <a:pt x="19350" y="4202"/>
                  <a:pt x="19289" y="4121"/>
                  <a:pt x="19224" y="4041"/>
                </a:cubicBezTo>
                <a:close/>
                <a:moveTo>
                  <a:pt x="19637" y="4591"/>
                </a:moveTo>
                <a:lnTo>
                  <a:pt x="4591" y="19637"/>
                </a:lnTo>
                <a:cubicBezTo>
                  <a:pt x="4675" y="19696"/>
                  <a:pt x="4758" y="19757"/>
                  <a:pt x="4843" y="19813"/>
                </a:cubicBezTo>
                <a:lnTo>
                  <a:pt x="19813" y="4844"/>
                </a:lnTo>
                <a:cubicBezTo>
                  <a:pt x="19757" y="4758"/>
                  <a:pt x="19696" y="4675"/>
                  <a:pt x="19637" y="4591"/>
                </a:cubicBezTo>
                <a:close/>
                <a:moveTo>
                  <a:pt x="20019" y="5172"/>
                </a:moveTo>
                <a:lnTo>
                  <a:pt x="5172" y="20019"/>
                </a:lnTo>
                <a:cubicBezTo>
                  <a:pt x="5261" y="20073"/>
                  <a:pt x="5351" y="20126"/>
                  <a:pt x="5441" y="20178"/>
                </a:cubicBezTo>
                <a:lnTo>
                  <a:pt x="20178" y="5441"/>
                </a:lnTo>
                <a:cubicBezTo>
                  <a:pt x="20126" y="5351"/>
                  <a:pt x="20073" y="5261"/>
                  <a:pt x="20019" y="5172"/>
                </a:cubicBezTo>
                <a:close/>
                <a:moveTo>
                  <a:pt x="20369" y="5782"/>
                </a:moveTo>
                <a:lnTo>
                  <a:pt x="5782" y="20369"/>
                </a:lnTo>
                <a:cubicBezTo>
                  <a:pt x="5877" y="20419"/>
                  <a:pt x="5974" y="20463"/>
                  <a:pt x="6071" y="20510"/>
                </a:cubicBezTo>
                <a:lnTo>
                  <a:pt x="20510" y="6071"/>
                </a:lnTo>
                <a:cubicBezTo>
                  <a:pt x="20463" y="5975"/>
                  <a:pt x="20419" y="5878"/>
                  <a:pt x="20369" y="5782"/>
                </a:cubicBezTo>
                <a:close/>
                <a:moveTo>
                  <a:pt x="20679" y="6434"/>
                </a:moveTo>
                <a:lnTo>
                  <a:pt x="6434" y="20679"/>
                </a:lnTo>
                <a:cubicBezTo>
                  <a:pt x="6534" y="20723"/>
                  <a:pt x="6633" y="20769"/>
                  <a:pt x="6734" y="20809"/>
                </a:cubicBezTo>
                <a:lnTo>
                  <a:pt x="20809" y="6735"/>
                </a:lnTo>
                <a:cubicBezTo>
                  <a:pt x="20769" y="6634"/>
                  <a:pt x="20723" y="6534"/>
                  <a:pt x="20679" y="6434"/>
                </a:cubicBezTo>
                <a:close/>
                <a:moveTo>
                  <a:pt x="20956" y="7121"/>
                </a:moveTo>
                <a:lnTo>
                  <a:pt x="7120" y="20956"/>
                </a:lnTo>
                <a:cubicBezTo>
                  <a:pt x="7226" y="20994"/>
                  <a:pt x="7333" y="21030"/>
                  <a:pt x="7439" y="21065"/>
                </a:cubicBezTo>
                <a:lnTo>
                  <a:pt x="21065" y="7439"/>
                </a:lnTo>
                <a:cubicBezTo>
                  <a:pt x="21030" y="7333"/>
                  <a:pt x="20994" y="7226"/>
                  <a:pt x="20956" y="7121"/>
                </a:cubicBezTo>
                <a:close/>
                <a:moveTo>
                  <a:pt x="21190" y="7848"/>
                </a:moveTo>
                <a:lnTo>
                  <a:pt x="7848" y="21190"/>
                </a:lnTo>
                <a:cubicBezTo>
                  <a:pt x="7960" y="21221"/>
                  <a:pt x="8073" y="21252"/>
                  <a:pt x="8186" y="21280"/>
                </a:cubicBezTo>
                <a:lnTo>
                  <a:pt x="21280" y="8186"/>
                </a:lnTo>
                <a:cubicBezTo>
                  <a:pt x="21252" y="8073"/>
                  <a:pt x="21221" y="7960"/>
                  <a:pt x="21190" y="7848"/>
                </a:cubicBezTo>
                <a:close/>
                <a:moveTo>
                  <a:pt x="21378" y="8623"/>
                </a:moveTo>
                <a:lnTo>
                  <a:pt x="8623" y="21378"/>
                </a:lnTo>
                <a:cubicBezTo>
                  <a:pt x="8743" y="21402"/>
                  <a:pt x="8863" y="21424"/>
                  <a:pt x="8984" y="21445"/>
                </a:cubicBezTo>
                <a:lnTo>
                  <a:pt x="21445" y="8984"/>
                </a:lnTo>
                <a:cubicBezTo>
                  <a:pt x="21424" y="8864"/>
                  <a:pt x="21402" y="8743"/>
                  <a:pt x="21378" y="8623"/>
                </a:cubicBezTo>
                <a:close/>
                <a:moveTo>
                  <a:pt x="21514" y="9448"/>
                </a:moveTo>
                <a:lnTo>
                  <a:pt x="9447" y="21514"/>
                </a:lnTo>
                <a:cubicBezTo>
                  <a:pt x="9576" y="21530"/>
                  <a:pt x="9704" y="21546"/>
                  <a:pt x="9833" y="21557"/>
                </a:cubicBezTo>
                <a:lnTo>
                  <a:pt x="21557" y="9834"/>
                </a:lnTo>
                <a:cubicBezTo>
                  <a:pt x="21546" y="9705"/>
                  <a:pt x="21530" y="9576"/>
                  <a:pt x="21514" y="9448"/>
                </a:cubicBezTo>
                <a:close/>
                <a:moveTo>
                  <a:pt x="21590" y="10333"/>
                </a:moveTo>
                <a:lnTo>
                  <a:pt x="10332" y="21590"/>
                </a:lnTo>
                <a:cubicBezTo>
                  <a:pt x="10473" y="21596"/>
                  <a:pt x="10613" y="21599"/>
                  <a:pt x="10753" y="21600"/>
                </a:cubicBezTo>
                <a:lnTo>
                  <a:pt x="21600" y="10754"/>
                </a:lnTo>
                <a:cubicBezTo>
                  <a:pt x="21599" y="10613"/>
                  <a:pt x="21596" y="10473"/>
                  <a:pt x="21590" y="10333"/>
                </a:cubicBezTo>
                <a:close/>
                <a:moveTo>
                  <a:pt x="21590" y="11296"/>
                </a:moveTo>
                <a:lnTo>
                  <a:pt x="11295" y="21590"/>
                </a:lnTo>
                <a:cubicBezTo>
                  <a:pt x="11449" y="21583"/>
                  <a:pt x="11603" y="21572"/>
                  <a:pt x="11757" y="21558"/>
                </a:cubicBezTo>
                <a:lnTo>
                  <a:pt x="21558" y="11757"/>
                </a:lnTo>
                <a:cubicBezTo>
                  <a:pt x="21572" y="11603"/>
                  <a:pt x="21583" y="11450"/>
                  <a:pt x="21590" y="11296"/>
                </a:cubicBezTo>
                <a:close/>
                <a:moveTo>
                  <a:pt x="21489" y="12358"/>
                </a:moveTo>
                <a:lnTo>
                  <a:pt x="12358" y="21489"/>
                </a:lnTo>
                <a:cubicBezTo>
                  <a:pt x="12531" y="21464"/>
                  <a:pt x="12703" y="21434"/>
                  <a:pt x="12876" y="21400"/>
                </a:cubicBezTo>
                <a:lnTo>
                  <a:pt x="21400" y="12876"/>
                </a:lnTo>
                <a:cubicBezTo>
                  <a:pt x="21434" y="12704"/>
                  <a:pt x="21464" y="12531"/>
                  <a:pt x="21489" y="12358"/>
                </a:cubicBezTo>
                <a:close/>
                <a:moveTo>
                  <a:pt x="21239" y="13569"/>
                </a:moveTo>
                <a:lnTo>
                  <a:pt x="13569" y="21239"/>
                </a:lnTo>
                <a:cubicBezTo>
                  <a:pt x="13774" y="21185"/>
                  <a:pt x="13978" y="21125"/>
                  <a:pt x="14181" y="21058"/>
                </a:cubicBezTo>
                <a:lnTo>
                  <a:pt x="21058" y="14181"/>
                </a:lnTo>
                <a:cubicBezTo>
                  <a:pt x="21125" y="13978"/>
                  <a:pt x="21185" y="13774"/>
                  <a:pt x="21239" y="13569"/>
                </a:cubicBezTo>
                <a:close/>
                <a:moveTo>
                  <a:pt x="20736" y="15035"/>
                </a:moveTo>
                <a:lnTo>
                  <a:pt x="15035" y="20736"/>
                </a:lnTo>
                <a:cubicBezTo>
                  <a:pt x="15310" y="20619"/>
                  <a:pt x="15581" y="20493"/>
                  <a:pt x="15848" y="20352"/>
                </a:cubicBezTo>
                <a:lnTo>
                  <a:pt x="20352" y="15848"/>
                </a:lnTo>
                <a:cubicBezTo>
                  <a:pt x="20493" y="15581"/>
                  <a:pt x="20619" y="15310"/>
                  <a:pt x="20736" y="15035"/>
                </a:cubicBezTo>
                <a:close/>
                <a:moveTo>
                  <a:pt x="19400" y="17332"/>
                </a:moveTo>
                <a:lnTo>
                  <a:pt x="17332" y="19400"/>
                </a:lnTo>
                <a:cubicBezTo>
                  <a:pt x="17716" y="19108"/>
                  <a:pt x="18087" y="18789"/>
                  <a:pt x="18438" y="18438"/>
                </a:cubicBezTo>
                <a:cubicBezTo>
                  <a:pt x="18788" y="18087"/>
                  <a:pt x="19107" y="17716"/>
                  <a:pt x="19400" y="17332"/>
                </a:cubicBezTo>
                <a:close/>
              </a:path>
            </a:pathLst>
          </a:custGeom>
          <a:solidFill>
            <a:schemeClr val="accent4"/>
          </a:solidFill>
          <a:ln w="12700">
            <a:miter lim="400000"/>
          </a:ln>
        </p:spPr>
        <p:txBody>
          <a:bodyPr lIns="0" tIns="0" rIns="0" bIns="0" anchor="ctr"/>
          <a:lstStyle/>
          <a:p>
            <a:pPr marL="0" marR="0" lvl="0" indent="0" algn="ctr" defTabSz="8255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 kumimoji="0" sz="32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Helvetica Neue Medium"/>
              <a:sym typeface="Helvetica Neue Medium"/>
            </a:endParaRPr>
          </a:p>
        </p:txBody>
      </p:sp>
      <p:sp>
        <p:nvSpPr>
          <p:cNvPr id="218" name="Shape">
            <a:extLst>
              <a:ext uri="{FF2B5EF4-FFF2-40B4-BE49-F238E27FC236}">
                <a16:creationId xmlns:a16="http://schemas.microsoft.com/office/drawing/2014/main" id="{A757B85E-3677-18FF-DD16-BDF3162532F4}"/>
              </a:ext>
            </a:extLst>
          </p:cNvPr>
          <p:cNvSpPr/>
          <p:nvPr/>
        </p:nvSpPr>
        <p:spPr>
          <a:xfrm>
            <a:off x="1688166" y="791392"/>
            <a:ext cx="7163901" cy="716420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800" y="0"/>
                </a:moveTo>
                <a:cubicBezTo>
                  <a:pt x="10787" y="0"/>
                  <a:pt x="10773" y="1"/>
                  <a:pt x="10759" y="1"/>
                </a:cubicBezTo>
                <a:lnTo>
                  <a:pt x="1" y="10760"/>
                </a:lnTo>
                <a:cubicBezTo>
                  <a:pt x="0" y="10900"/>
                  <a:pt x="3" y="11040"/>
                  <a:pt x="8" y="11181"/>
                </a:cubicBezTo>
                <a:lnTo>
                  <a:pt x="11180" y="9"/>
                </a:lnTo>
                <a:cubicBezTo>
                  <a:pt x="11054" y="4"/>
                  <a:pt x="10927" y="0"/>
                  <a:pt x="10800" y="0"/>
                </a:cubicBezTo>
                <a:close/>
                <a:moveTo>
                  <a:pt x="10211" y="17"/>
                </a:moveTo>
                <a:cubicBezTo>
                  <a:pt x="10057" y="25"/>
                  <a:pt x="9903" y="36"/>
                  <a:pt x="9748" y="51"/>
                </a:cubicBezTo>
                <a:lnTo>
                  <a:pt x="50" y="9749"/>
                </a:lnTo>
                <a:cubicBezTo>
                  <a:pt x="35" y="9903"/>
                  <a:pt x="25" y="10057"/>
                  <a:pt x="16" y="10212"/>
                </a:cubicBezTo>
                <a:lnTo>
                  <a:pt x="10211" y="17"/>
                </a:lnTo>
                <a:close/>
                <a:moveTo>
                  <a:pt x="11683" y="38"/>
                </a:moveTo>
                <a:lnTo>
                  <a:pt x="38" y="11684"/>
                </a:lnTo>
                <a:cubicBezTo>
                  <a:pt x="48" y="11814"/>
                  <a:pt x="62" y="11944"/>
                  <a:pt x="78" y="12075"/>
                </a:cubicBezTo>
                <a:lnTo>
                  <a:pt x="12074" y="78"/>
                </a:lnTo>
                <a:cubicBezTo>
                  <a:pt x="11944" y="63"/>
                  <a:pt x="11814" y="49"/>
                  <a:pt x="11683" y="38"/>
                </a:cubicBezTo>
                <a:close/>
                <a:moveTo>
                  <a:pt x="9136" y="131"/>
                </a:moveTo>
                <a:cubicBezTo>
                  <a:pt x="8960" y="158"/>
                  <a:pt x="8786" y="190"/>
                  <a:pt x="8611" y="226"/>
                </a:cubicBezTo>
                <a:lnTo>
                  <a:pt x="226" y="8611"/>
                </a:lnTo>
                <a:cubicBezTo>
                  <a:pt x="190" y="8786"/>
                  <a:pt x="157" y="8961"/>
                  <a:pt x="130" y="9137"/>
                </a:cubicBezTo>
                <a:lnTo>
                  <a:pt x="9136" y="131"/>
                </a:lnTo>
                <a:close/>
                <a:moveTo>
                  <a:pt x="12541" y="143"/>
                </a:moveTo>
                <a:lnTo>
                  <a:pt x="143" y="12541"/>
                </a:lnTo>
                <a:cubicBezTo>
                  <a:pt x="163" y="12663"/>
                  <a:pt x="183" y="12785"/>
                  <a:pt x="207" y="12906"/>
                </a:cubicBezTo>
                <a:lnTo>
                  <a:pt x="12906" y="208"/>
                </a:lnTo>
                <a:cubicBezTo>
                  <a:pt x="12785" y="184"/>
                  <a:pt x="12663" y="163"/>
                  <a:pt x="12541" y="143"/>
                </a:cubicBezTo>
                <a:close/>
                <a:moveTo>
                  <a:pt x="13343" y="303"/>
                </a:moveTo>
                <a:lnTo>
                  <a:pt x="303" y="13343"/>
                </a:lnTo>
                <a:cubicBezTo>
                  <a:pt x="330" y="13456"/>
                  <a:pt x="361" y="13569"/>
                  <a:pt x="392" y="13682"/>
                </a:cubicBezTo>
                <a:lnTo>
                  <a:pt x="13682" y="393"/>
                </a:lnTo>
                <a:cubicBezTo>
                  <a:pt x="13569" y="362"/>
                  <a:pt x="13456" y="331"/>
                  <a:pt x="13343" y="303"/>
                </a:cubicBezTo>
                <a:close/>
                <a:moveTo>
                  <a:pt x="7909" y="395"/>
                </a:moveTo>
                <a:cubicBezTo>
                  <a:pt x="7701" y="452"/>
                  <a:pt x="7495" y="515"/>
                  <a:pt x="7290" y="585"/>
                </a:cubicBezTo>
                <a:lnTo>
                  <a:pt x="584" y="7290"/>
                </a:lnTo>
                <a:cubicBezTo>
                  <a:pt x="514" y="7495"/>
                  <a:pt x="452" y="7702"/>
                  <a:pt x="394" y="7909"/>
                </a:cubicBezTo>
                <a:lnTo>
                  <a:pt x="7909" y="395"/>
                </a:lnTo>
                <a:close/>
                <a:moveTo>
                  <a:pt x="14094" y="515"/>
                </a:moveTo>
                <a:lnTo>
                  <a:pt x="514" y="14094"/>
                </a:lnTo>
                <a:cubicBezTo>
                  <a:pt x="549" y="14202"/>
                  <a:pt x="583" y="14310"/>
                  <a:pt x="620" y="14417"/>
                </a:cubicBezTo>
                <a:lnTo>
                  <a:pt x="14417" y="621"/>
                </a:lnTo>
                <a:cubicBezTo>
                  <a:pt x="14310" y="583"/>
                  <a:pt x="14202" y="549"/>
                  <a:pt x="14094" y="515"/>
                </a:cubicBezTo>
                <a:close/>
                <a:moveTo>
                  <a:pt x="14804" y="767"/>
                </a:moveTo>
                <a:lnTo>
                  <a:pt x="767" y="14804"/>
                </a:lnTo>
                <a:cubicBezTo>
                  <a:pt x="807" y="14905"/>
                  <a:pt x="851" y="15004"/>
                  <a:pt x="894" y="15104"/>
                </a:cubicBezTo>
                <a:lnTo>
                  <a:pt x="15104" y="895"/>
                </a:lnTo>
                <a:cubicBezTo>
                  <a:pt x="15004" y="852"/>
                  <a:pt x="14905" y="807"/>
                  <a:pt x="14804" y="767"/>
                </a:cubicBezTo>
                <a:close/>
                <a:moveTo>
                  <a:pt x="6411" y="932"/>
                </a:moveTo>
                <a:cubicBezTo>
                  <a:pt x="6118" y="1062"/>
                  <a:pt x="5831" y="1206"/>
                  <a:pt x="5549" y="1363"/>
                </a:cubicBezTo>
                <a:lnTo>
                  <a:pt x="1362" y="5549"/>
                </a:lnTo>
                <a:cubicBezTo>
                  <a:pt x="1205" y="5832"/>
                  <a:pt x="1061" y="6119"/>
                  <a:pt x="931" y="6411"/>
                </a:cubicBezTo>
                <a:lnTo>
                  <a:pt x="6411" y="932"/>
                </a:lnTo>
                <a:close/>
                <a:moveTo>
                  <a:pt x="15470" y="1061"/>
                </a:moveTo>
                <a:lnTo>
                  <a:pt x="1060" y="15471"/>
                </a:lnTo>
                <a:cubicBezTo>
                  <a:pt x="1106" y="15567"/>
                  <a:pt x="1153" y="15664"/>
                  <a:pt x="1202" y="15759"/>
                </a:cubicBezTo>
                <a:lnTo>
                  <a:pt x="15759" y="1203"/>
                </a:lnTo>
                <a:cubicBezTo>
                  <a:pt x="15663" y="1153"/>
                  <a:pt x="15567" y="1107"/>
                  <a:pt x="15470" y="1061"/>
                </a:cubicBezTo>
                <a:close/>
                <a:moveTo>
                  <a:pt x="16103" y="1391"/>
                </a:moveTo>
                <a:lnTo>
                  <a:pt x="1391" y="16103"/>
                </a:lnTo>
                <a:cubicBezTo>
                  <a:pt x="1442" y="16194"/>
                  <a:pt x="1494" y="16285"/>
                  <a:pt x="1548" y="16375"/>
                </a:cubicBezTo>
                <a:lnTo>
                  <a:pt x="16375" y="1549"/>
                </a:lnTo>
                <a:cubicBezTo>
                  <a:pt x="16285" y="1495"/>
                  <a:pt x="16194" y="1442"/>
                  <a:pt x="16103" y="1391"/>
                </a:cubicBezTo>
                <a:close/>
                <a:moveTo>
                  <a:pt x="16703" y="1754"/>
                </a:moveTo>
                <a:lnTo>
                  <a:pt x="1753" y="16703"/>
                </a:lnTo>
                <a:cubicBezTo>
                  <a:pt x="1809" y="16788"/>
                  <a:pt x="1869" y="16872"/>
                  <a:pt x="1928" y="16956"/>
                </a:cubicBezTo>
                <a:lnTo>
                  <a:pt x="16956" y="1928"/>
                </a:lnTo>
                <a:cubicBezTo>
                  <a:pt x="16872" y="1869"/>
                  <a:pt x="16788" y="1810"/>
                  <a:pt x="16703" y="1754"/>
                </a:cubicBezTo>
                <a:close/>
                <a:moveTo>
                  <a:pt x="17267" y="2151"/>
                </a:moveTo>
                <a:lnTo>
                  <a:pt x="2151" y="17267"/>
                </a:lnTo>
                <a:cubicBezTo>
                  <a:pt x="2212" y="17349"/>
                  <a:pt x="2274" y="17430"/>
                  <a:pt x="2338" y="17510"/>
                </a:cubicBezTo>
                <a:lnTo>
                  <a:pt x="17510" y="2338"/>
                </a:lnTo>
                <a:cubicBezTo>
                  <a:pt x="17430" y="2275"/>
                  <a:pt x="17349" y="2212"/>
                  <a:pt x="17267" y="2151"/>
                </a:cubicBezTo>
                <a:close/>
                <a:moveTo>
                  <a:pt x="3805" y="2574"/>
                </a:moveTo>
                <a:cubicBezTo>
                  <a:pt x="3586" y="2761"/>
                  <a:pt x="3370" y="2956"/>
                  <a:pt x="3163" y="3163"/>
                </a:cubicBezTo>
                <a:cubicBezTo>
                  <a:pt x="2955" y="3371"/>
                  <a:pt x="2761" y="3586"/>
                  <a:pt x="2574" y="3806"/>
                </a:cubicBezTo>
                <a:lnTo>
                  <a:pt x="3805" y="2574"/>
                </a:lnTo>
                <a:close/>
                <a:moveTo>
                  <a:pt x="17801" y="2579"/>
                </a:moveTo>
                <a:lnTo>
                  <a:pt x="2579" y="17801"/>
                </a:lnTo>
                <a:cubicBezTo>
                  <a:pt x="2645" y="17878"/>
                  <a:pt x="2709" y="17957"/>
                  <a:pt x="2777" y="18032"/>
                </a:cubicBezTo>
                <a:lnTo>
                  <a:pt x="18032" y="2777"/>
                </a:lnTo>
                <a:cubicBezTo>
                  <a:pt x="17957" y="2709"/>
                  <a:pt x="17878" y="2645"/>
                  <a:pt x="17801" y="2579"/>
                </a:cubicBezTo>
                <a:close/>
                <a:moveTo>
                  <a:pt x="18304" y="3036"/>
                </a:moveTo>
                <a:lnTo>
                  <a:pt x="3036" y="18304"/>
                </a:lnTo>
                <a:cubicBezTo>
                  <a:pt x="3079" y="18349"/>
                  <a:pt x="3119" y="18394"/>
                  <a:pt x="3163" y="18438"/>
                </a:cubicBezTo>
                <a:cubicBezTo>
                  <a:pt x="3191" y="18466"/>
                  <a:pt x="3222" y="18492"/>
                  <a:pt x="3250" y="18521"/>
                </a:cubicBezTo>
                <a:lnTo>
                  <a:pt x="18521" y="3251"/>
                </a:lnTo>
                <a:cubicBezTo>
                  <a:pt x="18492" y="3222"/>
                  <a:pt x="18466" y="3192"/>
                  <a:pt x="18438" y="3163"/>
                </a:cubicBezTo>
                <a:cubicBezTo>
                  <a:pt x="18394" y="3119"/>
                  <a:pt x="18348" y="3079"/>
                  <a:pt x="18304" y="3036"/>
                </a:cubicBezTo>
                <a:close/>
                <a:moveTo>
                  <a:pt x="18781" y="3523"/>
                </a:moveTo>
                <a:lnTo>
                  <a:pt x="3522" y="18781"/>
                </a:lnTo>
                <a:cubicBezTo>
                  <a:pt x="3598" y="18850"/>
                  <a:pt x="3676" y="18915"/>
                  <a:pt x="3753" y="18982"/>
                </a:cubicBezTo>
                <a:lnTo>
                  <a:pt x="18982" y="3753"/>
                </a:lnTo>
                <a:cubicBezTo>
                  <a:pt x="18915" y="3676"/>
                  <a:pt x="18850" y="3598"/>
                  <a:pt x="18781" y="3523"/>
                </a:cubicBezTo>
                <a:close/>
                <a:moveTo>
                  <a:pt x="19224" y="4041"/>
                </a:moveTo>
                <a:lnTo>
                  <a:pt x="4041" y="19224"/>
                </a:lnTo>
                <a:cubicBezTo>
                  <a:pt x="4121" y="19289"/>
                  <a:pt x="4202" y="19350"/>
                  <a:pt x="4283" y="19412"/>
                </a:cubicBezTo>
                <a:lnTo>
                  <a:pt x="19412" y="4283"/>
                </a:lnTo>
                <a:cubicBezTo>
                  <a:pt x="19350" y="4202"/>
                  <a:pt x="19289" y="4121"/>
                  <a:pt x="19224" y="4041"/>
                </a:cubicBezTo>
                <a:close/>
                <a:moveTo>
                  <a:pt x="19637" y="4591"/>
                </a:moveTo>
                <a:lnTo>
                  <a:pt x="4591" y="19637"/>
                </a:lnTo>
                <a:cubicBezTo>
                  <a:pt x="4675" y="19696"/>
                  <a:pt x="4758" y="19757"/>
                  <a:pt x="4843" y="19813"/>
                </a:cubicBezTo>
                <a:lnTo>
                  <a:pt x="19813" y="4844"/>
                </a:lnTo>
                <a:cubicBezTo>
                  <a:pt x="19757" y="4758"/>
                  <a:pt x="19696" y="4675"/>
                  <a:pt x="19637" y="4591"/>
                </a:cubicBezTo>
                <a:close/>
                <a:moveTo>
                  <a:pt x="20019" y="5172"/>
                </a:moveTo>
                <a:lnTo>
                  <a:pt x="5172" y="20019"/>
                </a:lnTo>
                <a:cubicBezTo>
                  <a:pt x="5261" y="20073"/>
                  <a:pt x="5351" y="20126"/>
                  <a:pt x="5441" y="20178"/>
                </a:cubicBezTo>
                <a:lnTo>
                  <a:pt x="20178" y="5441"/>
                </a:lnTo>
                <a:cubicBezTo>
                  <a:pt x="20126" y="5351"/>
                  <a:pt x="20073" y="5261"/>
                  <a:pt x="20019" y="5172"/>
                </a:cubicBezTo>
                <a:close/>
                <a:moveTo>
                  <a:pt x="20369" y="5782"/>
                </a:moveTo>
                <a:lnTo>
                  <a:pt x="5782" y="20369"/>
                </a:lnTo>
                <a:cubicBezTo>
                  <a:pt x="5877" y="20419"/>
                  <a:pt x="5974" y="20463"/>
                  <a:pt x="6071" y="20510"/>
                </a:cubicBezTo>
                <a:lnTo>
                  <a:pt x="20510" y="6071"/>
                </a:lnTo>
                <a:cubicBezTo>
                  <a:pt x="20463" y="5975"/>
                  <a:pt x="20419" y="5878"/>
                  <a:pt x="20369" y="5782"/>
                </a:cubicBezTo>
                <a:close/>
                <a:moveTo>
                  <a:pt x="20679" y="6434"/>
                </a:moveTo>
                <a:lnTo>
                  <a:pt x="6434" y="20679"/>
                </a:lnTo>
                <a:cubicBezTo>
                  <a:pt x="6534" y="20723"/>
                  <a:pt x="6633" y="20769"/>
                  <a:pt x="6734" y="20809"/>
                </a:cubicBezTo>
                <a:lnTo>
                  <a:pt x="20809" y="6735"/>
                </a:lnTo>
                <a:cubicBezTo>
                  <a:pt x="20769" y="6634"/>
                  <a:pt x="20723" y="6534"/>
                  <a:pt x="20679" y="6434"/>
                </a:cubicBezTo>
                <a:close/>
                <a:moveTo>
                  <a:pt x="20956" y="7121"/>
                </a:moveTo>
                <a:lnTo>
                  <a:pt x="7120" y="20956"/>
                </a:lnTo>
                <a:cubicBezTo>
                  <a:pt x="7226" y="20994"/>
                  <a:pt x="7333" y="21030"/>
                  <a:pt x="7439" y="21065"/>
                </a:cubicBezTo>
                <a:lnTo>
                  <a:pt x="21065" y="7439"/>
                </a:lnTo>
                <a:cubicBezTo>
                  <a:pt x="21030" y="7333"/>
                  <a:pt x="20994" y="7226"/>
                  <a:pt x="20956" y="7121"/>
                </a:cubicBezTo>
                <a:close/>
                <a:moveTo>
                  <a:pt x="21190" y="7848"/>
                </a:moveTo>
                <a:lnTo>
                  <a:pt x="7848" y="21190"/>
                </a:lnTo>
                <a:cubicBezTo>
                  <a:pt x="7960" y="21221"/>
                  <a:pt x="8073" y="21252"/>
                  <a:pt x="8186" y="21280"/>
                </a:cubicBezTo>
                <a:lnTo>
                  <a:pt x="21280" y="8186"/>
                </a:lnTo>
                <a:cubicBezTo>
                  <a:pt x="21252" y="8073"/>
                  <a:pt x="21221" y="7960"/>
                  <a:pt x="21190" y="7848"/>
                </a:cubicBezTo>
                <a:close/>
                <a:moveTo>
                  <a:pt x="21378" y="8623"/>
                </a:moveTo>
                <a:lnTo>
                  <a:pt x="8623" y="21378"/>
                </a:lnTo>
                <a:cubicBezTo>
                  <a:pt x="8743" y="21402"/>
                  <a:pt x="8863" y="21424"/>
                  <a:pt x="8984" y="21445"/>
                </a:cubicBezTo>
                <a:lnTo>
                  <a:pt x="21445" y="8984"/>
                </a:lnTo>
                <a:cubicBezTo>
                  <a:pt x="21424" y="8864"/>
                  <a:pt x="21402" y="8743"/>
                  <a:pt x="21378" y="8623"/>
                </a:cubicBezTo>
                <a:close/>
                <a:moveTo>
                  <a:pt x="21514" y="9448"/>
                </a:moveTo>
                <a:lnTo>
                  <a:pt x="9447" y="21514"/>
                </a:lnTo>
                <a:cubicBezTo>
                  <a:pt x="9576" y="21530"/>
                  <a:pt x="9704" y="21546"/>
                  <a:pt x="9833" y="21557"/>
                </a:cubicBezTo>
                <a:lnTo>
                  <a:pt x="21557" y="9834"/>
                </a:lnTo>
                <a:cubicBezTo>
                  <a:pt x="21546" y="9705"/>
                  <a:pt x="21530" y="9576"/>
                  <a:pt x="21514" y="9448"/>
                </a:cubicBezTo>
                <a:close/>
                <a:moveTo>
                  <a:pt x="21590" y="10333"/>
                </a:moveTo>
                <a:lnTo>
                  <a:pt x="10332" y="21590"/>
                </a:lnTo>
                <a:cubicBezTo>
                  <a:pt x="10473" y="21596"/>
                  <a:pt x="10613" y="21599"/>
                  <a:pt x="10753" y="21600"/>
                </a:cubicBezTo>
                <a:lnTo>
                  <a:pt x="21600" y="10754"/>
                </a:lnTo>
                <a:cubicBezTo>
                  <a:pt x="21599" y="10613"/>
                  <a:pt x="21596" y="10473"/>
                  <a:pt x="21590" y="10333"/>
                </a:cubicBezTo>
                <a:close/>
                <a:moveTo>
                  <a:pt x="21590" y="11296"/>
                </a:moveTo>
                <a:lnTo>
                  <a:pt x="11295" y="21590"/>
                </a:lnTo>
                <a:cubicBezTo>
                  <a:pt x="11449" y="21583"/>
                  <a:pt x="11603" y="21572"/>
                  <a:pt x="11757" y="21558"/>
                </a:cubicBezTo>
                <a:lnTo>
                  <a:pt x="21558" y="11757"/>
                </a:lnTo>
                <a:cubicBezTo>
                  <a:pt x="21572" y="11603"/>
                  <a:pt x="21583" y="11450"/>
                  <a:pt x="21590" y="11296"/>
                </a:cubicBezTo>
                <a:close/>
                <a:moveTo>
                  <a:pt x="21489" y="12358"/>
                </a:moveTo>
                <a:lnTo>
                  <a:pt x="12358" y="21489"/>
                </a:lnTo>
                <a:cubicBezTo>
                  <a:pt x="12531" y="21464"/>
                  <a:pt x="12703" y="21434"/>
                  <a:pt x="12876" y="21400"/>
                </a:cubicBezTo>
                <a:lnTo>
                  <a:pt x="21400" y="12876"/>
                </a:lnTo>
                <a:cubicBezTo>
                  <a:pt x="21434" y="12704"/>
                  <a:pt x="21464" y="12531"/>
                  <a:pt x="21489" y="12358"/>
                </a:cubicBezTo>
                <a:close/>
                <a:moveTo>
                  <a:pt x="21239" y="13569"/>
                </a:moveTo>
                <a:lnTo>
                  <a:pt x="13569" y="21239"/>
                </a:lnTo>
                <a:cubicBezTo>
                  <a:pt x="13774" y="21185"/>
                  <a:pt x="13978" y="21125"/>
                  <a:pt x="14181" y="21058"/>
                </a:cubicBezTo>
                <a:lnTo>
                  <a:pt x="21058" y="14181"/>
                </a:lnTo>
                <a:cubicBezTo>
                  <a:pt x="21125" y="13978"/>
                  <a:pt x="21185" y="13774"/>
                  <a:pt x="21239" y="13569"/>
                </a:cubicBezTo>
                <a:close/>
                <a:moveTo>
                  <a:pt x="20736" y="15035"/>
                </a:moveTo>
                <a:lnTo>
                  <a:pt x="15035" y="20736"/>
                </a:lnTo>
                <a:cubicBezTo>
                  <a:pt x="15310" y="20619"/>
                  <a:pt x="15581" y="20493"/>
                  <a:pt x="15848" y="20352"/>
                </a:cubicBezTo>
                <a:lnTo>
                  <a:pt x="20352" y="15848"/>
                </a:lnTo>
                <a:cubicBezTo>
                  <a:pt x="20493" y="15581"/>
                  <a:pt x="20619" y="15310"/>
                  <a:pt x="20736" y="15035"/>
                </a:cubicBezTo>
                <a:close/>
                <a:moveTo>
                  <a:pt x="19400" y="17332"/>
                </a:moveTo>
                <a:lnTo>
                  <a:pt x="17332" y="19400"/>
                </a:lnTo>
                <a:cubicBezTo>
                  <a:pt x="17716" y="19108"/>
                  <a:pt x="18087" y="18789"/>
                  <a:pt x="18438" y="18438"/>
                </a:cubicBezTo>
                <a:cubicBezTo>
                  <a:pt x="18788" y="18087"/>
                  <a:pt x="19107" y="17716"/>
                  <a:pt x="19400" y="17332"/>
                </a:cubicBezTo>
                <a:close/>
              </a:path>
            </a:pathLst>
          </a:custGeom>
          <a:solidFill>
            <a:schemeClr val="accent4"/>
          </a:solidFill>
          <a:ln w="12700">
            <a:miter lim="400000"/>
          </a:ln>
        </p:spPr>
        <p:txBody>
          <a:bodyPr lIns="0" tIns="0" rIns="0" bIns="0" anchor="ctr"/>
          <a:lstStyle/>
          <a:p>
            <a:pPr marL="0" marR="0" lvl="0" indent="0" algn="ctr" defTabSz="8255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 kumimoji="0" sz="32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Helvetica Neue Medium"/>
              <a:sym typeface="Helvetica Neue Medium"/>
            </a:endParaRPr>
          </a:p>
        </p:txBody>
      </p:sp>
      <p:sp>
        <p:nvSpPr>
          <p:cNvPr id="219" name="Shape">
            <a:extLst>
              <a:ext uri="{FF2B5EF4-FFF2-40B4-BE49-F238E27FC236}">
                <a16:creationId xmlns:a16="http://schemas.microsoft.com/office/drawing/2014/main" id="{A8B7C601-A0E9-1836-3A4F-1315998777B0}"/>
              </a:ext>
            </a:extLst>
          </p:cNvPr>
          <p:cNvSpPr/>
          <p:nvPr/>
        </p:nvSpPr>
        <p:spPr>
          <a:xfrm>
            <a:off x="11727838" y="12253507"/>
            <a:ext cx="4276957" cy="427713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800" y="0"/>
                </a:moveTo>
                <a:cubicBezTo>
                  <a:pt x="10787" y="0"/>
                  <a:pt x="10773" y="1"/>
                  <a:pt x="10759" y="1"/>
                </a:cubicBezTo>
                <a:lnTo>
                  <a:pt x="1" y="10760"/>
                </a:lnTo>
                <a:cubicBezTo>
                  <a:pt x="0" y="10900"/>
                  <a:pt x="3" y="11040"/>
                  <a:pt x="8" y="11181"/>
                </a:cubicBezTo>
                <a:lnTo>
                  <a:pt x="11180" y="9"/>
                </a:lnTo>
                <a:cubicBezTo>
                  <a:pt x="11054" y="4"/>
                  <a:pt x="10927" y="0"/>
                  <a:pt x="10800" y="0"/>
                </a:cubicBezTo>
                <a:close/>
                <a:moveTo>
                  <a:pt x="10211" y="17"/>
                </a:moveTo>
                <a:cubicBezTo>
                  <a:pt x="10057" y="25"/>
                  <a:pt x="9903" y="36"/>
                  <a:pt x="9748" y="51"/>
                </a:cubicBezTo>
                <a:lnTo>
                  <a:pt x="50" y="9749"/>
                </a:lnTo>
                <a:cubicBezTo>
                  <a:pt x="35" y="9903"/>
                  <a:pt x="25" y="10057"/>
                  <a:pt x="16" y="10212"/>
                </a:cubicBezTo>
                <a:lnTo>
                  <a:pt x="10211" y="17"/>
                </a:lnTo>
                <a:close/>
                <a:moveTo>
                  <a:pt x="11683" y="38"/>
                </a:moveTo>
                <a:lnTo>
                  <a:pt x="38" y="11684"/>
                </a:lnTo>
                <a:cubicBezTo>
                  <a:pt x="48" y="11814"/>
                  <a:pt x="62" y="11944"/>
                  <a:pt x="78" y="12075"/>
                </a:cubicBezTo>
                <a:lnTo>
                  <a:pt x="12074" y="78"/>
                </a:lnTo>
                <a:cubicBezTo>
                  <a:pt x="11944" y="63"/>
                  <a:pt x="11814" y="49"/>
                  <a:pt x="11683" y="38"/>
                </a:cubicBezTo>
                <a:close/>
                <a:moveTo>
                  <a:pt x="9136" y="131"/>
                </a:moveTo>
                <a:cubicBezTo>
                  <a:pt x="8960" y="158"/>
                  <a:pt x="8786" y="190"/>
                  <a:pt x="8611" y="226"/>
                </a:cubicBezTo>
                <a:lnTo>
                  <a:pt x="226" y="8611"/>
                </a:lnTo>
                <a:cubicBezTo>
                  <a:pt x="190" y="8786"/>
                  <a:pt x="157" y="8961"/>
                  <a:pt x="130" y="9137"/>
                </a:cubicBezTo>
                <a:lnTo>
                  <a:pt x="9136" y="131"/>
                </a:lnTo>
                <a:close/>
                <a:moveTo>
                  <a:pt x="12541" y="143"/>
                </a:moveTo>
                <a:lnTo>
                  <a:pt x="143" y="12541"/>
                </a:lnTo>
                <a:cubicBezTo>
                  <a:pt x="163" y="12663"/>
                  <a:pt x="183" y="12785"/>
                  <a:pt x="207" y="12906"/>
                </a:cubicBezTo>
                <a:lnTo>
                  <a:pt x="12906" y="208"/>
                </a:lnTo>
                <a:cubicBezTo>
                  <a:pt x="12785" y="184"/>
                  <a:pt x="12663" y="163"/>
                  <a:pt x="12541" y="143"/>
                </a:cubicBezTo>
                <a:close/>
                <a:moveTo>
                  <a:pt x="13343" y="303"/>
                </a:moveTo>
                <a:lnTo>
                  <a:pt x="303" y="13343"/>
                </a:lnTo>
                <a:cubicBezTo>
                  <a:pt x="330" y="13456"/>
                  <a:pt x="361" y="13569"/>
                  <a:pt x="392" y="13682"/>
                </a:cubicBezTo>
                <a:lnTo>
                  <a:pt x="13682" y="393"/>
                </a:lnTo>
                <a:cubicBezTo>
                  <a:pt x="13569" y="362"/>
                  <a:pt x="13456" y="331"/>
                  <a:pt x="13343" y="303"/>
                </a:cubicBezTo>
                <a:close/>
                <a:moveTo>
                  <a:pt x="7909" y="395"/>
                </a:moveTo>
                <a:cubicBezTo>
                  <a:pt x="7701" y="452"/>
                  <a:pt x="7495" y="515"/>
                  <a:pt x="7290" y="585"/>
                </a:cubicBezTo>
                <a:lnTo>
                  <a:pt x="584" y="7290"/>
                </a:lnTo>
                <a:cubicBezTo>
                  <a:pt x="514" y="7495"/>
                  <a:pt x="452" y="7702"/>
                  <a:pt x="394" y="7909"/>
                </a:cubicBezTo>
                <a:lnTo>
                  <a:pt x="7909" y="395"/>
                </a:lnTo>
                <a:close/>
                <a:moveTo>
                  <a:pt x="14094" y="515"/>
                </a:moveTo>
                <a:lnTo>
                  <a:pt x="514" y="14094"/>
                </a:lnTo>
                <a:cubicBezTo>
                  <a:pt x="549" y="14202"/>
                  <a:pt x="583" y="14310"/>
                  <a:pt x="620" y="14417"/>
                </a:cubicBezTo>
                <a:lnTo>
                  <a:pt x="14417" y="621"/>
                </a:lnTo>
                <a:cubicBezTo>
                  <a:pt x="14310" y="583"/>
                  <a:pt x="14202" y="549"/>
                  <a:pt x="14094" y="515"/>
                </a:cubicBezTo>
                <a:close/>
                <a:moveTo>
                  <a:pt x="14804" y="767"/>
                </a:moveTo>
                <a:lnTo>
                  <a:pt x="767" y="14804"/>
                </a:lnTo>
                <a:cubicBezTo>
                  <a:pt x="807" y="14905"/>
                  <a:pt x="851" y="15004"/>
                  <a:pt x="894" y="15104"/>
                </a:cubicBezTo>
                <a:lnTo>
                  <a:pt x="15104" y="895"/>
                </a:lnTo>
                <a:cubicBezTo>
                  <a:pt x="15004" y="852"/>
                  <a:pt x="14905" y="807"/>
                  <a:pt x="14804" y="767"/>
                </a:cubicBezTo>
                <a:close/>
                <a:moveTo>
                  <a:pt x="6411" y="932"/>
                </a:moveTo>
                <a:cubicBezTo>
                  <a:pt x="6118" y="1062"/>
                  <a:pt x="5831" y="1206"/>
                  <a:pt x="5549" y="1363"/>
                </a:cubicBezTo>
                <a:lnTo>
                  <a:pt x="1362" y="5549"/>
                </a:lnTo>
                <a:cubicBezTo>
                  <a:pt x="1205" y="5832"/>
                  <a:pt x="1061" y="6119"/>
                  <a:pt x="931" y="6411"/>
                </a:cubicBezTo>
                <a:lnTo>
                  <a:pt x="6411" y="932"/>
                </a:lnTo>
                <a:close/>
                <a:moveTo>
                  <a:pt x="15470" y="1061"/>
                </a:moveTo>
                <a:lnTo>
                  <a:pt x="1060" y="15471"/>
                </a:lnTo>
                <a:cubicBezTo>
                  <a:pt x="1106" y="15567"/>
                  <a:pt x="1153" y="15664"/>
                  <a:pt x="1202" y="15759"/>
                </a:cubicBezTo>
                <a:lnTo>
                  <a:pt x="15759" y="1203"/>
                </a:lnTo>
                <a:cubicBezTo>
                  <a:pt x="15663" y="1153"/>
                  <a:pt x="15567" y="1107"/>
                  <a:pt x="15470" y="1061"/>
                </a:cubicBezTo>
                <a:close/>
                <a:moveTo>
                  <a:pt x="16103" y="1391"/>
                </a:moveTo>
                <a:lnTo>
                  <a:pt x="1391" y="16103"/>
                </a:lnTo>
                <a:cubicBezTo>
                  <a:pt x="1442" y="16194"/>
                  <a:pt x="1494" y="16285"/>
                  <a:pt x="1549" y="16375"/>
                </a:cubicBezTo>
                <a:lnTo>
                  <a:pt x="16375" y="1549"/>
                </a:lnTo>
                <a:cubicBezTo>
                  <a:pt x="16285" y="1495"/>
                  <a:pt x="16194" y="1442"/>
                  <a:pt x="16103" y="1391"/>
                </a:cubicBezTo>
                <a:close/>
                <a:moveTo>
                  <a:pt x="16703" y="1754"/>
                </a:moveTo>
                <a:lnTo>
                  <a:pt x="1753" y="16703"/>
                </a:lnTo>
                <a:cubicBezTo>
                  <a:pt x="1809" y="16788"/>
                  <a:pt x="1869" y="16872"/>
                  <a:pt x="1928" y="16956"/>
                </a:cubicBezTo>
                <a:lnTo>
                  <a:pt x="16956" y="1928"/>
                </a:lnTo>
                <a:cubicBezTo>
                  <a:pt x="16872" y="1869"/>
                  <a:pt x="16788" y="1810"/>
                  <a:pt x="16703" y="1754"/>
                </a:cubicBezTo>
                <a:close/>
                <a:moveTo>
                  <a:pt x="17267" y="2151"/>
                </a:moveTo>
                <a:lnTo>
                  <a:pt x="2151" y="17267"/>
                </a:lnTo>
                <a:cubicBezTo>
                  <a:pt x="2212" y="17349"/>
                  <a:pt x="2274" y="17430"/>
                  <a:pt x="2338" y="17510"/>
                </a:cubicBezTo>
                <a:lnTo>
                  <a:pt x="17510" y="2338"/>
                </a:lnTo>
                <a:cubicBezTo>
                  <a:pt x="17430" y="2275"/>
                  <a:pt x="17349" y="2212"/>
                  <a:pt x="17267" y="2151"/>
                </a:cubicBezTo>
                <a:close/>
                <a:moveTo>
                  <a:pt x="3805" y="2574"/>
                </a:moveTo>
                <a:cubicBezTo>
                  <a:pt x="3586" y="2761"/>
                  <a:pt x="3370" y="2956"/>
                  <a:pt x="3163" y="3163"/>
                </a:cubicBezTo>
                <a:cubicBezTo>
                  <a:pt x="2955" y="3371"/>
                  <a:pt x="2761" y="3586"/>
                  <a:pt x="2574" y="3806"/>
                </a:cubicBezTo>
                <a:lnTo>
                  <a:pt x="3805" y="2574"/>
                </a:lnTo>
                <a:close/>
                <a:moveTo>
                  <a:pt x="17801" y="2579"/>
                </a:moveTo>
                <a:lnTo>
                  <a:pt x="2579" y="17801"/>
                </a:lnTo>
                <a:cubicBezTo>
                  <a:pt x="2645" y="17878"/>
                  <a:pt x="2709" y="17957"/>
                  <a:pt x="2777" y="18032"/>
                </a:cubicBezTo>
                <a:lnTo>
                  <a:pt x="18032" y="2777"/>
                </a:lnTo>
                <a:cubicBezTo>
                  <a:pt x="17957" y="2709"/>
                  <a:pt x="17878" y="2645"/>
                  <a:pt x="17801" y="2579"/>
                </a:cubicBezTo>
                <a:close/>
                <a:moveTo>
                  <a:pt x="18304" y="3036"/>
                </a:moveTo>
                <a:lnTo>
                  <a:pt x="3036" y="18304"/>
                </a:lnTo>
                <a:cubicBezTo>
                  <a:pt x="3079" y="18349"/>
                  <a:pt x="3119" y="18394"/>
                  <a:pt x="3163" y="18438"/>
                </a:cubicBezTo>
                <a:cubicBezTo>
                  <a:pt x="3191" y="18466"/>
                  <a:pt x="3222" y="18492"/>
                  <a:pt x="3250" y="18521"/>
                </a:cubicBezTo>
                <a:lnTo>
                  <a:pt x="18521" y="3251"/>
                </a:lnTo>
                <a:cubicBezTo>
                  <a:pt x="18492" y="3222"/>
                  <a:pt x="18466" y="3192"/>
                  <a:pt x="18438" y="3163"/>
                </a:cubicBezTo>
                <a:cubicBezTo>
                  <a:pt x="18394" y="3119"/>
                  <a:pt x="18348" y="3079"/>
                  <a:pt x="18304" y="3036"/>
                </a:cubicBezTo>
                <a:close/>
                <a:moveTo>
                  <a:pt x="18781" y="3523"/>
                </a:moveTo>
                <a:lnTo>
                  <a:pt x="3522" y="18781"/>
                </a:lnTo>
                <a:cubicBezTo>
                  <a:pt x="3598" y="18850"/>
                  <a:pt x="3676" y="18915"/>
                  <a:pt x="3753" y="18982"/>
                </a:cubicBezTo>
                <a:lnTo>
                  <a:pt x="18982" y="3753"/>
                </a:lnTo>
                <a:cubicBezTo>
                  <a:pt x="18915" y="3676"/>
                  <a:pt x="18850" y="3598"/>
                  <a:pt x="18781" y="3523"/>
                </a:cubicBezTo>
                <a:close/>
                <a:moveTo>
                  <a:pt x="19224" y="4041"/>
                </a:moveTo>
                <a:lnTo>
                  <a:pt x="4041" y="19224"/>
                </a:lnTo>
                <a:cubicBezTo>
                  <a:pt x="4121" y="19289"/>
                  <a:pt x="4202" y="19350"/>
                  <a:pt x="4283" y="19412"/>
                </a:cubicBezTo>
                <a:lnTo>
                  <a:pt x="19412" y="4283"/>
                </a:lnTo>
                <a:cubicBezTo>
                  <a:pt x="19350" y="4202"/>
                  <a:pt x="19289" y="4121"/>
                  <a:pt x="19224" y="4041"/>
                </a:cubicBezTo>
                <a:close/>
                <a:moveTo>
                  <a:pt x="19637" y="4591"/>
                </a:moveTo>
                <a:lnTo>
                  <a:pt x="4591" y="19637"/>
                </a:lnTo>
                <a:cubicBezTo>
                  <a:pt x="4675" y="19696"/>
                  <a:pt x="4758" y="19757"/>
                  <a:pt x="4843" y="19813"/>
                </a:cubicBezTo>
                <a:lnTo>
                  <a:pt x="19813" y="4844"/>
                </a:lnTo>
                <a:cubicBezTo>
                  <a:pt x="19757" y="4758"/>
                  <a:pt x="19696" y="4675"/>
                  <a:pt x="19637" y="4591"/>
                </a:cubicBezTo>
                <a:close/>
                <a:moveTo>
                  <a:pt x="20019" y="5172"/>
                </a:moveTo>
                <a:lnTo>
                  <a:pt x="5172" y="20019"/>
                </a:lnTo>
                <a:cubicBezTo>
                  <a:pt x="5261" y="20073"/>
                  <a:pt x="5351" y="20126"/>
                  <a:pt x="5441" y="20178"/>
                </a:cubicBezTo>
                <a:lnTo>
                  <a:pt x="20178" y="5441"/>
                </a:lnTo>
                <a:cubicBezTo>
                  <a:pt x="20126" y="5351"/>
                  <a:pt x="20073" y="5261"/>
                  <a:pt x="20019" y="5172"/>
                </a:cubicBezTo>
                <a:close/>
                <a:moveTo>
                  <a:pt x="20369" y="5782"/>
                </a:moveTo>
                <a:lnTo>
                  <a:pt x="5782" y="20369"/>
                </a:lnTo>
                <a:cubicBezTo>
                  <a:pt x="5877" y="20419"/>
                  <a:pt x="5974" y="20463"/>
                  <a:pt x="6071" y="20510"/>
                </a:cubicBezTo>
                <a:lnTo>
                  <a:pt x="20510" y="6071"/>
                </a:lnTo>
                <a:cubicBezTo>
                  <a:pt x="20463" y="5975"/>
                  <a:pt x="20419" y="5878"/>
                  <a:pt x="20369" y="5782"/>
                </a:cubicBezTo>
                <a:close/>
                <a:moveTo>
                  <a:pt x="20679" y="6434"/>
                </a:moveTo>
                <a:lnTo>
                  <a:pt x="6434" y="20679"/>
                </a:lnTo>
                <a:cubicBezTo>
                  <a:pt x="6534" y="20723"/>
                  <a:pt x="6633" y="20769"/>
                  <a:pt x="6734" y="20809"/>
                </a:cubicBezTo>
                <a:lnTo>
                  <a:pt x="20809" y="6735"/>
                </a:lnTo>
                <a:cubicBezTo>
                  <a:pt x="20769" y="6634"/>
                  <a:pt x="20723" y="6534"/>
                  <a:pt x="20679" y="6434"/>
                </a:cubicBezTo>
                <a:close/>
                <a:moveTo>
                  <a:pt x="20956" y="7121"/>
                </a:moveTo>
                <a:lnTo>
                  <a:pt x="7120" y="20956"/>
                </a:lnTo>
                <a:cubicBezTo>
                  <a:pt x="7226" y="20994"/>
                  <a:pt x="7333" y="21030"/>
                  <a:pt x="7439" y="21065"/>
                </a:cubicBezTo>
                <a:lnTo>
                  <a:pt x="21065" y="7439"/>
                </a:lnTo>
                <a:cubicBezTo>
                  <a:pt x="21030" y="7333"/>
                  <a:pt x="20994" y="7226"/>
                  <a:pt x="20956" y="7121"/>
                </a:cubicBezTo>
                <a:close/>
                <a:moveTo>
                  <a:pt x="21190" y="7848"/>
                </a:moveTo>
                <a:lnTo>
                  <a:pt x="7848" y="21190"/>
                </a:lnTo>
                <a:cubicBezTo>
                  <a:pt x="7960" y="21221"/>
                  <a:pt x="8073" y="21252"/>
                  <a:pt x="8186" y="21280"/>
                </a:cubicBezTo>
                <a:lnTo>
                  <a:pt x="21280" y="8186"/>
                </a:lnTo>
                <a:cubicBezTo>
                  <a:pt x="21252" y="8073"/>
                  <a:pt x="21221" y="7960"/>
                  <a:pt x="21190" y="7848"/>
                </a:cubicBezTo>
                <a:close/>
                <a:moveTo>
                  <a:pt x="21378" y="8623"/>
                </a:moveTo>
                <a:lnTo>
                  <a:pt x="8623" y="21378"/>
                </a:lnTo>
                <a:cubicBezTo>
                  <a:pt x="8743" y="21402"/>
                  <a:pt x="8863" y="21424"/>
                  <a:pt x="8984" y="21445"/>
                </a:cubicBezTo>
                <a:lnTo>
                  <a:pt x="21445" y="8984"/>
                </a:lnTo>
                <a:cubicBezTo>
                  <a:pt x="21424" y="8864"/>
                  <a:pt x="21402" y="8743"/>
                  <a:pt x="21378" y="8623"/>
                </a:cubicBezTo>
                <a:close/>
                <a:moveTo>
                  <a:pt x="21514" y="9448"/>
                </a:moveTo>
                <a:lnTo>
                  <a:pt x="9447" y="21514"/>
                </a:lnTo>
                <a:cubicBezTo>
                  <a:pt x="9576" y="21530"/>
                  <a:pt x="9704" y="21546"/>
                  <a:pt x="9833" y="21557"/>
                </a:cubicBezTo>
                <a:lnTo>
                  <a:pt x="21557" y="9834"/>
                </a:lnTo>
                <a:cubicBezTo>
                  <a:pt x="21546" y="9705"/>
                  <a:pt x="21530" y="9576"/>
                  <a:pt x="21514" y="9448"/>
                </a:cubicBezTo>
                <a:close/>
                <a:moveTo>
                  <a:pt x="21590" y="10333"/>
                </a:moveTo>
                <a:lnTo>
                  <a:pt x="10332" y="21590"/>
                </a:lnTo>
                <a:cubicBezTo>
                  <a:pt x="10473" y="21596"/>
                  <a:pt x="10613" y="21599"/>
                  <a:pt x="10753" y="21600"/>
                </a:cubicBezTo>
                <a:lnTo>
                  <a:pt x="21600" y="10754"/>
                </a:lnTo>
                <a:cubicBezTo>
                  <a:pt x="21599" y="10613"/>
                  <a:pt x="21596" y="10473"/>
                  <a:pt x="21590" y="10333"/>
                </a:cubicBezTo>
                <a:close/>
                <a:moveTo>
                  <a:pt x="21590" y="11296"/>
                </a:moveTo>
                <a:lnTo>
                  <a:pt x="11295" y="21590"/>
                </a:lnTo>
                <a:cubicBezTo>
                  <a:pt x="11449" y="21583"/>
                  <a:pt x="11603" y="21572"/>
                  <a:pt x="11757" y="21558"/>
                </a:cubicBezTo>
                <a:lnTo>
                  <a:pt x="21558" y="11757"/>
                </a:lnTo>
                <a:cubicBezTo>
                  <a:pt x="21572" y="11603"/>
                  <a:pt x="21583" y="11450"/>
                  <a:pt x="21590" y="11296"/>
                </a:cubicBezTo>
                <a:close/>
                <a:moveTo>
                  <a:pt x="21489" y="12358"/>
                </a:moveTo>
                <a:lnTo>
                  <a:pt x="12358" y="21489"/>
                </a:lnTo>
                <a:cubicBezTo>
                  <a:pt x="12531" y="21464"/>
                  <a:pt x="12703" y="21434"/>
                  <a:pt x="12876" y="21400"/>
                </a:cubicBezTo>
                <a:lnTo>
                  <a:pt x="21400" y="12876"/>
                </a:lnTo>
                <a:cubicBezTo>
                  <a:pt x="21434" y="12704"/>
                  <a:pt x="21464" y="12531"/>
                  <a:pt x="21489" y="12358"/>
                </a:cubicBezTo>
                <a:close/>
                <a:moveTo>
                  <a:pt x="21239" y="13569"/>
                </a:moveTo>
                <a:lnTo>
                  <a:pt x="13569" y="21239"/>
                </a:lnTo>
                <a:cubicBezTo>
                  <a:pt x="13774" y="21185"/>
                  <a:pt x="13978" y="21125"/>
                  <a:pt x="14181" y="21058"/>
                </a:cubicBezTo>
                <a:lnTo>
                  <a:pt x="21058" y="14181"/>
                </a:lnTo>
                <a:cubicBezTo>
                  <a:pt x="21125" y="13978"/>
                  <a:pt x="21185" y="13774"/>
                  <a:pt x="21239" y="13569"/>
                </a:cubicBezTo>
                <a:close/>
                <a:moveTo>
                  <a:pt x="20736" y="15035"/>
                </a:moveTo>
                <a:lnTo>
                  <a:pt x="15035" y="20736"/>
                </a:lnTo>
                <a:cubicBezTo>
                  <a:pt x="15310" y="20619"/>
                  <a:pt x="15581" y="20493"/>
                  <a:pt x="15848" y="20352"/>
                </a:cubicBezTo>
                <a:lnTo>
                  <a:pt x="20352" y="15848"/>
                </a:lnTo>
                <a:cubicBezTo>
                  <a:pt x="20493" y="15581"/>
                  <a:pt x="20619" y="15310"/>
                  <a:pt x="20736" y="15035"/>
                </a:cubicBezTo>
                <a:close/>
                <a:moveTo>
                  <a:pt x="19400" y="17332"/>
                </a:moveTo>
                <a:lnTo>
                  <a:pt x="17332" y="19400"/>
                </a:lnTo>
                <a:cubicBezTo>
                  <a:pt x="17716" y="19108"/>
                  <a:pt x="18087" y="18789"/>
                  <a:pt x="18438" y="18438"/>
                </a:cubicBezTo>
                <a:cubicBezTo>
                  <a:pt x="18788" y="18087"/>
                  <a:pt x="19107" y="17716"/>
                  <a:pt x="19400" y="17332"/>
                </a:cubicBezTo>
                <a:close/>
              </a:path>
            </a:pathLst>
          </a:custGeom>
          <a:solidFill>
            <a:schemeClr val="accent4"/>
          </a:solidFill>
          <a:ln w="12700">
            <a:miter lim="400000"/>
          </a:ln>
        </p:spPr>
        <p:txBody>
          <a:bodyPr lIns="0" tIns="0" rIns="0" bIns="0" anchor="ctr"/>
          <a:lstStyle/>
          <a:p>
            <a:pPr marL="0" marR="0" lvl="0" indent="0" algn="ctr" defTabSz="8255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 kumimoji="0" sz="32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Helvetica Neue Medium"/>
              <a:sym typeface="Helvetica Neue Medium"/>
            </a:endParaRPr>
          </a:p>
        </p:txBody>
      </p:sp>
      <p:sp>
        <p:nvSpPr>
          <p:cNvPr id="220" name="Shape">
            <a:extLst>
              <a:ext uri="{FF2B5EF4-FFF2-40B4-BE49-F238E27FC236}">
                <a16:creationId xmlns:a16="http://schemas.microsoft.com/office/drawing/2014/main" id="{50902330-072E-135F-B845-CAA9B462ECFA}"/>
              </a:ext>
            </a:extLst>
          </p:cNvPr>
          <p:cNvSpPr/>
          <p:nvPr/>
        </p:nvSpPr>
        <p:spPr>
          <a:xfrm>
            <a:off x="22467966" y="8316507"/>
            <a:ext cx="4276957" cy="427713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800" y="0"/>
                </a:moveTo>
                <a:cubicBezTo>
                  <a:pt x="10787" y="0"/>
                  <a:pt x="10773" y="1"/>
                  <a:pt x="10759" y="1"/>
                </a:cubicBezTo>
                <a:lnTo>
                  <a:pt x="1" y="10760"/>
                </a:lnTo>
                <a:cubicBezTo>
                  <a:pt x="0" y="10900"/>
                  <a:pt x="3" y="11040"/>
                  <a:pt x="8" y="11181"/>
                </a:cubicBezTo>
                <a:lnTo>
                  <a:pt x="11180" y="9"/>
                </a:lnTo>
                <a:cubicBezTo>
                  <a:pt x="11054" y="4"/>
                  <a:pt x="10927" y="0"/>
                  <a:pt x="10800" y="0"/>
                </a:cubicBezTo>
                <a:close/>
                <a:moveTo>
                  <a:pt x="10211" y="17"/>
                </a:moveTo>
                <a:cubicBezTo>
                  <a:pt x="10057" y="25"/>
                  <a:pt x="9903" y="36"/>
                  <a:pt x="9748" y="51"/>
                </a:cubicBezTo>
                <a:lnTo>
                  <a:pt x="50" y="9749"/>
                </a:lnTo>
                <a:cubicBezTo>
                  <a:pt x="35" y="9903"/>
                  <a:pt x="25" y="10057"/>
                  <a:pt x="16" y="10212"/>
                </a:cubicBezTo>
                <a:lnTo>
                  <a:pt x="10211" y="17"/>
                </a:lnTo>
                <a:close/>
                <a:moveTo>
                  <a:pt x="11683" y="38"/>
                </a:moveTo>
                <a:lnTo>
                  <a:pt x="38" y="11684"/>
                </a:lnTo>
                <a:cubicBezTo>
                  <a:pt x="48" y="11814"/>
                  <a:pt x="62" y="11944"/>
                  <a:pt x="78" y="12075"/>
                </a:cubicBezTo>
                <a:lnTo>
                  <a:pt x="12074" y="78"/>
                </a:lnTo>
                <a:cubicBezTo>
                  <a:pt x="11944" y="63"/>
                  <a:pt x="11814" y="49"/>
                  <a:pt x="11683" y="38"/>
                </a:cubicBezTo>
                <a:close/>
                <a:moveTo>
                  <a:pt x="9136" y="131"/>
                </a:moveTo>
                <a:cubicBezTo>
                  <a:pt x="8960" y="158"/>
                  <a:pt x="8786" y="190"/>
                  <a:pt x="8611" y="226"/>
                </a:cubicBezTo>
                <a:lnTo>
                  <a:pt x="226" y="8611"/>
                </a:lnTo>
                <a:cubicBezTo>
                  <a:pt x="190" y="8786"/>
                  <a:pt x="157" y="8961"/>
                  <a:pt x="130" y="9137"/>
                </a:cubicBezTo>
                <a:lnTo>
                  <a:pt x="9136" y="131"/>
                </a:lnTo>
                <a:close/>
                <a:moveTo>
                  <a:pt x="12541" y="143"/>
                </a:moveTo>
                <a:lnTo>
                  <a:pt x="143" y="12541"/>
                </a:lnTo>
                <a:cubicBezTo>
                  <a:pt x="163" y="12663"/>
                  <a:pt x="183" y="12785"/>
                  <a:pt x="207" y="12906"/>
                </a:cubicBezTo>
                <a:lnTo>
                  <a:pt x="12906" y="208"/>
                </a:lnTo>
                <a:cubicBezTo>
                  <a:pt x="12785" y="184"/>
                  <a:pt x="12663" y="163"/>
                  <a:pt x="12541" y="143"/>
                </a:cubicBezTo>
                <a:close/>
                <a:moveTo>
                  <a:pt x="13343" y="303"/>
                </a:moveTo>
                <a:lnTo>
                  <a:pt x="303" y="13343"/>
                </a:lnTo>
                <a:cubicBezTo>
                  <a:pt x="330" y="13456"/>
                  <a:pt x="361" y="13569"/>
                  <a:pt x="392" y="13682"/>
                </a:cubicBezTo>
                <a:lnTo>
                  <a:pt x="13682" y="393"/>
                </a:lnTo>
                <a:cubicBezTo>
                  <a:pt x="13569" y="362"/>
                  <a:pt x="13456" y="331"/>
                  <a:pt x="13343" y="303"/>
                </a:cubicBezTo>
                <a:close/>
                <a:moveTo>
                  <a:pt x="7909" y="395"/>
                </a:moveTo>
                <a:cubicBezTo>
                  <a:pt x="7701" y="452"/>
                  <a:pt x="7495" y="515"/>
                  <a:pt x="7290" y="585"/>
                </a:cubicBezTo>
                <a:lnTo>
                  <a:pt x="584" y="7290"/>
                </a:lnTo>
                <a:cubicBezTo>
                  <a:pt x="514" y="7495"/>
                  <a:pt x="452" y="7702"/>
                  <a:pt x="394" y="7909"/>
                </a:cubicBezTo>
                <a:lnTo>
                  <a:pt x="7909" y="395"/>
                </a:lnTo>
                <a:close/>
                <a:moveTo>
                  <a:pt x="14094" y="515"/>
                </a:moveTo>
                <a:lnTo>
                  <a:pt x="514" y="14094"/>
                </a:lnTo>
                <a:cubicBezTo>
                  <a:pt x="549" y="14202"/>
                  <a:pt x="583" y="14310"/>
                  <a:pt x="620" y="14417"/>
                </a:cubicBezTo>
                <a:lnTo>
                  <a:pt x="14417" y="621"/>
                </a:lnTo>
                <a:cubicBezTo>
                  <a:pt x="14310" y="583"/>
                  <a:pt x="14202" y="549"/>
                  <a:pt x="14094" y="515"/>
                </a:cubicBezTo>
                <a:close/>
                <a:moveTo>
                  <a:pt x="14804" y="767"/>
                </a:moveTo>
                <a:lnTo>
                  <a:pt x="767" y="14804"/>
                </a:lnTo>
                <a:cubicBezTo>
                  <a:pt x="807" y="14905"/>
                  <a:pt x="851" y="15004"/>
                  <a:pt x="894" y="15104"/>
                </a:cubicBezTo>
                <a:lnTo>
                  <a:pt x="15104" y="895"/>
                </a:lnTo>
                <a:cubicBezTo>
                  <a:pt x="15004" y="852"/>
                  <a:pt x="14905" y="807"/>
                  <a:pt x="14804" y="767"/>
                </a:cubicBezTo>
                <a:close/>
                <a:moveTo>
                  <a:pt x="6411" y="932"/>
                </a:moveTo>
                <a:cubicBezTo>
                  <a:pt x="6118" y="1062"/>
                  <a:pt x="5831" y="1206"/>
                  <a:pt x="5549" y="1363"/>
                </a:cubicBezTo>
                <a:lnTo>
                  <a:pt x="1362" y="5549"/>
                </a:lnTo>
                <a:cubicBezTo>
                  <a:pt x="1205" y="5832"/>
                  <a:pt x="1061" y="6119"/>
                  <a:pt x="931" y="6411"/>
                </a:cubicBezTo>
                <a:lnTo>
                  <a:pt x="6411" y="932"/>
                </a:lnTo>
                <a:close/>
                <a:moveTo>
                  <a:pt x="15470" y="1061"/>
                </a:moveTo>
                <a:lnTo>
                  <a:pt x="1060" y="15471"/>
                </a:lnTo>
                <a:cubicBezTo>
                  <a:pt x="1106" y="15567"/>
                  <a:pt x="1153" y="15664"/>
                  <a:pt x="1202" y="15759"/>
                </a:cubicBezTo>
                <a:lnTo>
                  <a:pt x="15759" y="1203"/>
                </a:lnTo>
                <a:cubicBezTo>
                  <a:pt x="15663" y="1153"/>
                  <a:pt x="15567" y="1107"/>
                  <a:pt x="15470" y="1061"/>
                </a:cubicBezTo>
                <a:close/>
                <a:moveTo>
                  <a:pt x="16103" y="1391"/>
                </a:moveTo>
                <a:lnTo>
                  <a:pt x="1391" y="16103"/>
                </a:lnTo>
                <a:cubicBezTo>
                  <a:pt x="1442" y="16194"/>
                  <a:pt x="1494" y="16285"/>
                  <a:pt x="1549" y="16375"/>
                </a:cubicBezTo>
                <a:lnTo>
                  <a:pt x="16375" y="1549"/>
                </a:lnTo>
                <a:cubicBezTo>
                  <a:pt x="16285" y="1495"/>
                  <a:pt x="16194" y="1442"/>
                  <a:pt x="16103" y="1391"/>
                </a:cubicBezTo>
                <a:close/>
                <a:moveTo>
                  <a:pt x="16703" y="1754"/>
                </a:moveTo>
                <a:lnTo>
                  <a:pt x="1753" y="16703"/>
                </a:lnTo>
                <a:cubicBezTo>
                  <a:pt x="1809" y="16788"/>
                  <a:pt x="1869" y="16872"/>
                  <a:pt x="1928" y="16956"/>
                </a:cubicBezTo>
                <a:lnTo>
                  <a:pt x="16956" y="1928"/>
                </a:lnTo>
                <a:cubicBezTo>
                  <a:pt x="16872" y="1869"/>
                  <a:pt x="16788" y="1810"/>
                  <a:pt x="16703" y="1754"/>
                </a:cubicBezTo>
                <a:close/>
                <a:moveTo>
                  <a:pt x="17267" y="2151"/>
                </a:moveTo>
                <a:lnTo>
                  <a:pt x="2151" y="17267"/>
                </a:lnTo>
                <a:cubicBezTo>
                  <a:pt x="2212" y="17349"/>
                  <a:pt x="2274" y="17430"/>
                  <a:pt x="2338" y="17510"/>
                </a:cubicBezTo>
                <a:lnTo>
                  <a:pt x="17510" y="2338"/>
                </a:lnTo>
                <a:cubicBezTo>
                  <a:pt x="17430" y="2275"/>
                  <a:pt x="17349" y="2212"/>
                  <a:pt x="17267" y="2151"/>
                </a:cubicBezTo>
                <a:close/>
                <a:moveTo>
                  <a:pt x="3805" y="2574"/>
                </a:moveTo>
                <a:cubicBezTo>
                  <a:pt x="3586" y="2761"/>
                  <a:pt x="3370" y="2956"/>
                  <a:pt x="3163" y="3163"/>
                </a:cubicBezTo>
                <a:cubicBezTo>
                  <a:pt x="2955" y="3371"/>
                  <a:pt x="2761" y="3586"/>
                  <a:pt x="2574" y="3806"/>
                </a:cubicBezTo>
                <a:lnTo>
                  <a:pt x="3805" y="2574"/>
                </a:lnTo>
                <a:close/>
                <a:moveTo>
                  <a:pt x="17801" y="2579"/>
                </a:moveTo>
                <a:lnTo>
                  <a:pt x="2579" y="17801"/>
                </a:lnTo>
                <a:cubicBezTo>
                  <a:pt x="2645" y="17878"/>
                  <a:pt x="2709" y="17957"/>
                  <a:pt x="2777" y="18032"/>
                </a:cubicBezTo>
                <a:lnTo>
                  <a:pt x="18032" y="2777"/>
                </a:lnTo>
                <a:cubicBezTo>
                  <a:pt x="17957" y="2709"/>
                  <a:pt x="17878" y="2645"/>
                  <a:pt x="17801" y="2579"/>
                </a:cubicBezTo>
                <a:close/>
                <a:moveTo>
                  <a:pt x="18304" y="3036"/>
                </a:moveTo>
                <a:lnTo>
                  <a:pt x="3036" y="18304"/>
                </a:lnTo>
                <a:cubicBezTo>
                  <a:pt x="3079" y="18349"/>
                  <a:pt x="3119" y="18394"/>
                  <a:pt x="3163" y="18438"/>
                </a:cubicBezTo>
                <a:cubicBezTo>
                  <a:pt x="3191" y="18466"/>
                  <a:pt x="3222" y="18492"/>
                  <a:pt x="3250" y="18521"/>
                </a:cubicBezTo>
                <a:lnTo>
                  <a:pt x="18521" y="3251"/>
                </a:lnTo>
                <a:cubicBezTo>
                  <a:pt x="18492" y="3222"/>
                  <a:pt x="18466" y="3192"/>
                  <a:pt x="18438" y="3163"/>
                </a:cubicBezTo>
                <a:cubicBezTo>
                  <a:pt x="18394" y="3119"/>
                  <a:pt x="18348" y="3079"/>
                  <a:pt x="18304" y="3036"/>
                </a:cubicBezTo>
                <a:close/>
                <a:moveTo>
                  <a:pt x="18781" y="3523"/>
                </a:moveTo>
                <a:lnTo>
                  <a:pt x="3522" y="18781"/>
                </a:lnTo>
                <a:cubicBezTo>
                  <a:pt x="3598" y="18850"/>
                  <a:pt x="3676" y="18915"/>
                  <a:pt x="3753" y="18982"/>
                </a:cubicBezTo>
                <a:lnTo>
                  <a:pt x="18982" y="3753"/>
                </a:lnTo>
                <a:cubicBezTo>
                  <a:pt x="18915" y="3676"/>
                  <a:pt x="18850" y="3598"/>
                  <a:pt x="18781" y="3523"/>
                </a:cubicBezTo>
                <a:close/>
                <a:moveTo>
                  <a:pt x="19224" y="4041"/>
                </a:moveTo>
                <a:lnTo>
                  <a:pt x="4041" y="19224"/>
                </a:lnTo>
                <a:cubicBezTo>
                  <a:pt x="4121" y="19289"/>
                  <a:pt x="4202" y="19350"/>
                  <a:pt x="4283" y="19412"/>
                </a:cubicBezTo>
                <a:lnTo>
                  <a:pt x="19412" y="4283"/>
                </a:lnTo>
                <a:cubicBezTo>
                  <a:pt x="19350" y="4202"/>
                  <a:pt x="19289" y="4121"/>
                  <a:pt x="19224" y="4041"/>
                </a:cubicBezTo>
                <a:close/>
                <a:moveTo>
                  <a:pt x="19637" y="4591"/>
                </a:moveTo>
                <a:lnTo>
                  <a:pt x="4591" y="19637"/>
                </a:lnTo>
                <a:cubicBezTo>
                  <a:pt x="4675" y="19696"/>
                  <a:pt x="4758" y="19757"/>
                  <a:pt x="4843" y="19813"/>
                </a:cubicBezTo>
                <a:lnTo>
                  <a:pt x="19813" y="4844"/>
                </a:lnTo>
                <a:cubicBezTo>
                  <a:pt x="19757" y="4758"/>
                  <a:pt x="19696" y="4675"/>
                  <a:pt x="19637" y="4591"/>
                </a:cubicBezTo>
                <a:close/>
                <a:moveTo>
                  <a:pt x="20019" y="5172"/>
                </a:moveTo>
                <a:lnTo>
                  <a:pt x="5172" y="20019"/>
                </a:lnTo>
                <a:cubicBezTo>
                  <a:pt x="5261" y="20073"/>
                  <a:pt x="5351" y="20126"/>
                  <a:pt x="5441" y="20178"/>
                </a:cubicBezTo>
                <a:lnTo>
                  <a:pt x="20178" y="5441"/>
                </a:lnTo>
                <a:cubicBezTo>
                  <a:pt x="20126" y="5351"/>
                  <a:pt x="20073" y="5261"/>
                  <a:pt x="20019" y="5172"/>
                </a:cubicBezTo>
                <a:close/>
                <a:moveTo>
                  <a:pt x="20369" y="5782"/>
                </a:moveTo>
                <a:lnTo>
                  <a:pt x="5782" y="20369"/>
                </a:lnTo>
                <a:cubicBezTo>
                  <a:pt x="5877" y="20419"/>
                  <a:pt x="5974" y="20463"/>
                  <a:pt x="6071" y="20510"/>
                </a:cubicBezTo>
                <a:lnTo>
                  <a:pt x="20510" y="6071"/>
                </a:lnTo>
                <a:cubicBezTo>
                  <a:pt x="20463" y="5975"/>
                  <a:pt x="20419" y="5878"/>
                  <a:pt x="20369" y="5782"/>
                </a:cubicBezTo>
                <a:close/>
                <a:moveTo>
                  <a:pt x="20679" y="6434"/>
                </a:moveTo>
                <a:lnTo>
                  <a:pt x="6434" y="20679"/>
                </a:lnTo>
                <a:cubicBezTo>
                  <a:pt x="6534" y="20723"/>
                  <a:pt x="6633" y="20769"/>
                  <a:pt x="6734" y="20809"/>
                </a:cubicBezTo>
                <a:lnTo>
                  <a:pt x="20809" y="6735"/>
                </a:lnTo>
                <a:cubicBezTo>
                  <a:pt x="20769" y="6634"/>
                  <a:pt x="20723" y="6534"/>
                  <a:pt x="20679" y="6434"/>
                </a:cubicBezTo>
                <a:close/>
                <a:moveTo>
                  <a:pt x="20956" y="7121"/>
                </a:moveTo>
                <a:lnTo>
                  <a:pt x="7120" y="20956"/>
                </a:lnTo>
                <a:cubicBezTo>
                  <a:pt x="7226" y="20994"/>
                  <a:pt x="7333" y="21030"/>
                  <a:pt x="7439" y="21065"/>
                </a:cubicBezTo>
                <a:lnTo>
                  <a:pt x="21065" y="7439"/>
                </a:lnTo>
                <a:cubicBezTo>
                  <a:pt x="21030" y="7333"/>
                  <a:pt x="20994" y="7226"/>
                  <a:pt x="20956" y="7121"/>
                </a:cubicBezTo>
                <a:close/>
                <a:moveTo>
                  <a:pt x="21190" y="7848"/>
                </a:moveTo>
                <a:lnTo>
                  <a:pt x="7848" y="21190"/>
                </a:lnTo>
                <a:cubicBezTo>
                  <a:pt x="7960" y="21221"/>
                  <a:pt x="8073" y="21252"/>
                  <a:pt x="8186" y="21280"/>
                </a:cubicBezTo>
                <a:lnTo>
                  <a:pt x="21280" y="8186"/>
                </a:lnTo>
                <a:cubicBezTo>
                  <a:pt x="21252" y="8073"/>
                  <a:pt x="21221" y="7960"/>
                  <a:pt x="21190" y="7848"/>
                </a:cubicBezTo>
                <a:close/>
                <a:moveTo>
                  <a:pt x="21378" y="8623"/>
                </a:moveTo>
                <a:lnTo>
                  <a:pt x="8623" y="21378"/>
                </a:lnTo>
                <a:cubicBezTo>
                  <a:pt x="8743" y="21402"/>
                  <a:pt x="8863" y="21424"/>
                  <a:pt x="8984" y="21445"/>
                </a:cubicBezTo>
                <a:lnTo>
                  <a:pt x="21445" y="8984"/>
                </a:lnTo>
                <a:cubicBezTo>
                  <a:pt x="21424" y="8864"/>
                  <a:pt x="21402" y="8743"/>
                  <a:pt x="21378" y="8623"/>
                </a:cubicBezTo>
                <a:close/>
                <a:moveTo>
                  <a:pt x="21514" y="9448"/>
                </a:moveTo>
                <a:lnTo>
                  <a:pt x="9447" y="21514"/>
                </a:lnTo>
                <a:cubicBezTo>
                  <a:pt x="9576" y="21530"/>
                  <a:pt x="9704" y="21546"/>
                  <a:pt x="9833" y="21557"/>
                </a:cubicBezTo>
                <a:lnTo>
                  <a:pt x="21557" y="9834"/>
                </a:lnTo>
                <a:cubicBezTo>
                  <a:pt x="21546" y="9705"/>
                  <a:pt x="21530" y="9576"/>
                  <a:pt x="21514" y="9448"/>
                </a:cubicBezTo>
                <a:close/>
                <a:moveTo>
                  <a:pt x="21590" y="10333"/>
                </a:moveTo>
                <a:lnTo>
                  <a:pt x="10332" y="21590"/>
                </a:lnTo>
                <a:cubicBezTo>
                  <a:pt x="10473" y="21596"/>
                  <a:pt x="10613" y="21599"/>
                  <a:pt x="10753" y="21600"/>
                </a:cubicBezTo>
                <a:lnTo>
                  <a:pt x="21600" y="10754"/>
                </a:lnTo>
                <a:cubicBezTo>
                  <a:pt x="21599" y="10613"/>
                  <a:pt x="21596" y="10473"/>
                  <a:pt x="21590" y="10333"/>
                </a:cubicBezTo>
                <a:close/>
                <a:moveTo>
                  <a:pt x="21590" y="11296"/>
                </a:moveTo>
                <a:lnTo>
                  <a:pt x="11295" y="21590"/>
                </a:lnTo>
                <a:cubicBezTo>
                  <a:pt x="11449" y="21583"/>
                  <a:pt x="11603" y="21572"/>
                  <a:pt x="11757" y="21558"/>
                </a:cubicBezTo>
                <a:lnTo>
                  <a:pt x="21558" y="11757"/>
                </a:lnTo>
                <a:cubicBezTo>
                  <a:pt x="21572" y="11603"/>
                  <a:pt x="21583" y="11450"/>
                  <a:pt x="21590" y="11296"/>
                </a:cubicBezTo>
                <a:close/>
                <a:moveTo>
                  <a:pt x="21489" y="12358"/>
                </a:moveTo>
                <a:lnTo>
                  <a:pt x="12358" y="21489"/>
                </a:lnTo>
                <a:cubicBezTo>
                  <a:pt x="12531" y="21464"/>
                  <a:pt x="12703" y="21434"/>
                  <a:pt x="12876" y="21400"/>
                </a:cubicBezTo>
                <a:lnTo>
                  <a:pt x="21400" y="12876"/>
                </a:lnTo>
                <a:cubicBezTo>
                  <a:pt x="21434" y="12704"/>
                  <a:pt x="21464" y="12531"/>
                  <a:pt x="21489" y="12358"/>
                </a:cubicBezTo>
                <a:close/>
                <a:moveTo>
                  <a:pt x="21239" y="13569"/>
                </a:moveTo>
                <a:lnTo>
                  <a:pt x="13569" y="21239"/>
                </a:lnTo>
                <a:cubicBezTo>
                  <a:pt x="13774" y="21185"/>
                  <a:pt x="13978" y="21125"/>
                  <a:pt x="14181" y="21058"/>
                </a:cubicBezTo>
                <a:lnTo>
                  <a:pt x="21058" y="14181"/>
                </a:lnTo>
                <a:cubicBezTo>
                  <a:pt x="21125" y="13978"/>
                  <a:pt x="21185" y="13774"/>
                  <a:pt x="21239" y="13569"/>
                </a:cubicBezTo>
                <a:close/>
                <a:moveTo>
                  <a:pt x="20736" y="15035"/>
                </a:moveTo>
                <a:lnTo>
                  <a:pt x="15035" y="20736"/>
                </a:lnTo>
                <a:cubicBezTo>
                  <a:pt x="15310" y="20619"/>
                  <a:pt x="15581" y="20493"/>
                  <a:pt x="15848" y="20352"/>
                </a:cubicBezTo>
                <a:lnTo>
                  <a:pt x="20352" y="15848"/>
                </a:lnTo>
                <a:cubicBezTo>
                  <a:pt x="20493" y="15581"/>
                  <a:pt x="20619" y="15310"/>
                  <a:pt x="20736" y="15035"/>
                </a:cubicBezTo>
                <a:close/>
                <a:moveTo>
                  <a:pt x="19400" y="17332"/>
                </a:moveTo>
                <a:lnTo>
                  <a:pt x="17332" y="19400"/>
                </a:lnTo>
                <a:cubicBezTo>
                  <a:pt x="17716" y="19108"/>
                  <a:pt x="18087" y="18789"/>
                  <a:pt x="18438" y="18438"/>
                </a:cubicBezTo>
                <a:cubicBezTo>
                  <a:pt x="18788" y="18087"/>
                  <a:pt x="19107" y="17716"/>
                  <a:pt x="19400" y="17332"/>
                </a:cubicBezTo>
                <a:close/>
              </a:path>
            </a:pathLst>
          </a:custGeom>
          <a:solidFill>
            <a:schemeClr val="accent4"/>
          </a:solidFill>
          <a:ln w="12700">
            <a:miter lim="400000"/>
          </a:ln>
        </p:spPr>
        <p:txBody>
          <a:bodyPr lIns="0" tIns="0" rIns="0" bIns="0" anchor="ctr"/>
          <a:lstStyle/>
          <a:p>
            <a:pPr marL="0" marR="0" lvl="0" indent="0" algn="ctr" defTabSz="8255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 kumimoji="0" sz="32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Helvetica Neue Medium"/>
              <a:sym typeface="Helvetica Neue Medium"/>
            </a:endParaRPr>
          </a:p>
        </p:txBody>
      </p:sp>
      <p:sp>
        <p:nvSpPr>
          <p:cNvPr id="221" name="Shape">
            <a:extLst>
              <a:ext uri="{FF2B5EF4-FFF2-40B4-BE49-F238E27FC236}">
                <a16:creationId xmlns:a16="http://schemas.microsoft.com/office/drawing/2014/main" id="{CC8472EF-E9BC-2D56-2DC4-9DF140839E75}"/>
              </a:ext>
            </a:extLst>
          </p:cNvPr>
          <p:cNvSpPr/>
          <p:nvPr/>
        </p:nvSpPr>
        <p:spPr>
          <a:xfrm>
            <a:off x="-9782" y="-14685"/>
            <a:ext cx="5401449" cy="1371951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489" h="21600" extrusionOk="0">
                <a:moveTo>
                  <a:pt x="9876" y="0"/>
                </a:moveTo>
                <a:cubicBezTo>
                  <a:pt x="14909" y="1061"/>
                  <a:pt x="18164" y="3091"/>
                  <a:pt x="18448" y="5345"/>
                </a:cubicBezTo>
                <a:cubicBezTo>
                  <a:pt x="18695" y="7304"/>
                  <a:pt x="16642" y="9198"/>
                  <a:pt x="12885" y="10477"/>
                </a:cubicBezTo>
                <a:cubicBezTo>
                  <a:pt x="8651" y="11730"/>
                  <a:pt x="7084" y="13955"/>
                  <a:pt x="9071" y="15894"/>
                </a:cubicBezTo>
                <a:cubicBezTo>
                  <a:pt x="10355" y="17147"/>
                  <a:pt x="13013" y="18098"/>
                  <a:pt x="16290" y="18479"/>
                </a:cubicBezTo>
                <a:cubicBezTo>
                  <a:pt x="17951" y="18702"/>
                  <a:pt x="19367" y="19144"/>
                  <a:pt x="20305" y="19731"/>
                </a:cubicBezTo>
                <a:cubicBezTo>
                  <a:pt x="21193" y="20288"/>
                  <a:pt x="21600" y="20944"/>
                  <a:pt x="21463" y="21600"/>
                </a:cubicBezTo>
                <a:lnTo>
                  <a:pt x="0" y="21600"/>
                </a:lnTo>
                <a:lnTo>
                  <a:pt x="0" y="1"/>
                </a:lnTo>
                <a:lnTo>
                  <a:pt x="9876" y="0"/>
                </a:lnTo>
                <a:close/>
              </a:path>
            </a:pathLst>
          </a:custGeom>
          <a:solidFill>
            <a:schemeClr val="accent3"/>
          </a:solidFill>
          <a:ln w="12700">
            <a:miter lim="400000"/>
          </a:ln>
          <a:effectLst>
            <a:outerShdw blurRad="914400" dist="25400" dir="5400000" rotWithShape="0">
              <a:srgbClr val="000000">
                <a:alpha val="50000"/>
              </a:srgbClr>
            </a:outerShdw>
          </a:effectLst>
        </p:spPr>
        <p:txBody>
          <a:bodyPr lIns="50800" tIns="50800" rIns="50800" bIns="50800" anchor="ctr"/>
          <a:lstStyle/>
          <a:p>
            <a:pPr marL="0" marR="0" lvl="0" indent="0" algn="ctr" defTabSz="8255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3000" b="1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Helvetica Neue"/>
              <a:sym typeface="Helvetica Neue"/>
            </a:endParaRPr>
          </a:p>
        </p:txBody>
      </p:sp>
      <p:sp>
        <p:nvSpPr>
          <p:cNvPr id="222" name="Shape">
            <a:extLst>
              <a:ext uri="{FF2B5EF4-FFF2-40B4-BE49-F238E27FC236}">
                <a16:creationId xmlns:a16="http://schemas.microsoft.com/office/drawing/2014/main" id="{EABAFC62-6AC1-8D37-B9A8-8F9D220CF1C7}"/>
              </a:ext>
            </a:extLst>
          </p:cNvPr>
          <p:cNvSpPr/>
          <p:nvPr/>
        </p:nvSpPr>
        <p:spPr>
          <a:xfrm>
            <a:off x="14077382" y="-26393"/>
            <a:ext cx="10315136" cy="10264133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490" h="20992" extrusionOk="0">
                <a:moveTo>
                  <a:pt x="22" y="0"/>
                </a:moveTo>
                <a:cubicBezTo>
                  <a:pt x="-110" y="1123"/>
                  <a:pt x="362" y="2232"/>
                  <a:pt x="1268" y="2930"/>
                </a:cubicBezTo>
                <a:cubicBezTo>
                  <a:pt x="2187" y="3637"/>
                  <a:pt x="3418" y="3817"/>
                  <a:pt x="4507" y="3403"/>
                </a:cubicBezTo>
                <a:cubicBezTo>
                  <a:pt x="6055" y="2610"/>
                  <a:pt x="7961" y="3061"/>
                  <a:pt x="8970" y="4460"/>
                </a:cubicBezTo>
                <a:cubicBezTo>
                  <a:pt x="9809" y="5622"/>
                  <a:pt x="9807" y="7178"/>
                  <a:pt x="8965" y="8338"/>
                </a:cubicBezTo>
                <a:cubicBezTo>
                  <a:pt x="6771" y="11924"/>
                  <a:pt x="7613" y="16550"/>
                  <a:pt x="10936" y="19169"/>
                </a:cubicBezTo>
                <a:cubicBezTo>
                  <a:pt x="14018" y="21597"/>
                  <a:pt x="18405" y="21600"/>
                  <a:pt x="21490" y="19175"/>
                </a:cubicBezTo>
                <a:lnTo>
                  <a:pt x="21490" y="35"/>
                </a:lnTo>
                <a:lnTo>
                  <a:pt x="22" y="0"/>
                </a:lnTo>
                <a:close/>
              </a:path>
            </a:pathLst>
          </a:custGeom>
          <a:solidFill>
            <a:schemeClr val="accent3"/>
          </a:solidFill>
          <a:ln w="12700">
            <a:miter lim="400000"/>
          </a:ln>
          <a:effectLst>
            <a:outerShdw blurRad="914400" dist="25400" dir="5400000" rotWithShape="0">
              <a:srgbClr val="000000">
                <a:alpha val="50000"/>
              </a:srgbClr>
            </a:outerShdw>
          </a:effectLst>
        </p:spPr>
        <p:txBody>
          <a:bodyPr lIns="50800" tIns="50800" rIns="50800" bIns="50800" anchor="ctr"/>
          <a:lstStyle/>
          <a:p>
            <a:pPr marL="0" marR="0" lvl="0" indent="0" algn="ctr" defTabSz="8255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3000" b="1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Helvetica Neue"/>
              <a:sym typeface="Helvetica Neue"/>
            </a:endParaRPr>
          </a:p>
        </p:txBody>
      </p:sp>
      <p:sp>
        <p:nvSpPr>
          <p:cNvPr id="223" name="Circle">
            <a:extLst>
              <a:ext uri="{FF2B5EF4-FFF2-40B4-BE49-F238E27FC236}">
                <a16:creationId xmlns:a16="http://schemas.microsoft.com/office/drawing/2014/main" id="{C3444D10-CBF2-DAE6-2F95-62F81ACAE35A}"/>
              </a:ext>
            </a:extLst>
          </p:cNvPr>
          <p:cNvSpPr/>
          <p:nvPr/>
        </p:nvSpPr>
        <p:spPr>
          <a:xfrm>
            <a:off x="17006264" y="352354"/>
            <a:ext cx="494973" cy="494972"/>
          </a:xfrm>
          <a:prstGeom prst="ellipse">
            <a:avLst/>
          </a:prstGeom>
          <a:gradFill>
            <a:gsLst>
              <a:gs pos="0">
                <a:schemeClr val="accent2"/>
              </a:gs>
              <a:gs pos="100000">
                <a:schemeClr val="accent1"/>
              </a:gs>
            </a:gsLst>
            <a:lin ang="5400000"/>
          </a:gradFill>
          <a:ln w="12700">
            <a:miter lim="400000"/>
          </a:ln>
        </p:spPr>
        <p:txBody>
          <a:bodyPr lIns="0" tIns="0" rIns="0" bIns="0" anchor="ctr"/>
          <a:lstStyle/>
          <a:p>
            <a:pPr marL="0" marR="0" lvl="0" indent="0" algn="ctr" defTabSz="8255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 kumimoji="0" sz="32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Helvetica Neue Medium"/>
              <a:sym typeface="Helvetica Neue Medium"/>
            </a:endParaRPr>
          </a:p>
        </p:txBody>
      </p:sp>
      <p:sp>
        <p:nvSpPr>
          <p:cNvPr id="224" name="Circle">
            <a:extLst>
              <a:ext uri="{FF2B5EF4-FFF2-40B4-BE49-F238E27FC236}">
                <a16:creationId xmlns:a16="http://schemas.microsoft.com/office/drawing/2014/main" id="{65F57CDB-3031-26F8-00F8-F42CA7DAB9BD}"/>
              </a:ext>
            </a:extLst>
          </p:cNvPr>
          <p:cNvSpPr/>
          <p:nvPr/>
        </p:nvSpPr>
        <p:spPr>
          <a:xfrm>
            <a:off x="-564062" y="1321716"/>
            <a:ext cx="1150610" cy="1150611"/>
          </a:xfrm>
          <a:prstGeom prst="ellipse">
            <a:avLst/>
          </a:prstGeom>
          <a:gradFill>
            <a:gsLst>
              <a:gs pos="0">
                <a:schemeClr val="accent2"/>
              </a:gs>
              <a:gs pos="100000">
                <a:schemeClr val="accent1"/>
              </a:gs>
            </a:gsLst>
            <a:lin ang="5400000"/>
          </a:gradFill>
          <a:ln w="12700">
            <a:miter lim="400000"/>
          </a:ln>
        </p:spPr>
        <p:txBody>
          <a:bodyPr lIns="0" tIns="0" rIns="0" bIns="0" anchor="ctr"/>
          <a:lstStyle/>
          <a:p>
            <a:pPr marL="0" marR="0" lvl="0" indent="0" algn="ctr" defTabSz="8255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 kumimoji="0" sz="32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Helvetica Neue Medium"/>
              <a:sym typeface="Helvetica Neue Medium"/>
            </a:endParaRPr>
          </a:p>
        </p:txBody>
      </p:sp>
      <p:sp>
        <p:nvSpPr>
          <p:cNvPr id="225" name="TOPIC #1 - $100 ANSWER">
            <a:extLst>
              <a:ext uri="{FF2B5EF4-FFF2-40B4-BE49-F238E27FC236}">
                <a16:creationId xmlns:a16="http://schemas.microsoft.com/office/drawing/2014/main" id="{DB88E0C9-9051-4684-3F46-0C4D3DA228DA}"/>
              </a:ext>
            </a:extLst>
          </p:cNvPr>
          <p:cNvSpPr txBox="1"/>
          <p:nvPr/>
        </p:nvSpPr>
        <p:spPr>
          <a:xfrm>
            <a:off x="1318646" y="1076284"/>
            <a:ext cx="23992454" cy="164147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50800" tIns="50800" rIns="50800" bIns="50800" anchor="ctr">
            <a:spAutoFit/>
          </a:bodyPr>
          <a:lstStyle/>
          <a:p>
            <a:pPr marL="0" marR="0" lvl="0" indent="0" algn="l" defTabSz="8255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0000" b="0">
                <a:solidFill>
                  <a:srgbClr val="F6C543"/>
                </a:solidFill>
                <a:latin typeface="Impact"/>
                <a:ea typeface="Impact"/>
                <a:cs typeface="Impact"/>
                <a:sym typeface="Impact"/>
              </a:defRPr>
            </a:pPr>
            <a:r>
              <a:rPr kumimoji="0" lang="en-US" altLang="zh-CN" sz="10000" b="0" i="0" u="none" strike="noStrike" kern="0" cap="none" spc="0" normalizeH="0" baseline="0" noProof="0" dirty="0">
                <a:ln>
                  <a:noFill/>
                </a:ln>
                <a:solidFill>
                  <a:srgbClr val="F6C542"/>
                </a:solidFill>
                <a:effectLst/>
                <a:uLnTx/>
                <a:uFillTx/>
                <a:latin typeface="Impact"/>
                <a:sym typeface="Impact"/>
              </a:rPr>
              <a:t>UNIT #</a:t>
            </a:r>
            <a:r>
              <a:rPr kumimoji="0" lang="en-US" altLang="zh-CN" sz="10000" b="0" i="0" u="none" strike="noStrike" kern="0" cap="none" spc="0" normalizeH="0" baseline="0" noProof="0" dirty="0">
                <a:ln>
                  <a:noFill/>
                </a:ln>
                <a:solidFill>
                  <a:srgbClr val="F6C543"/>
                </a:solidFill>
                <a:effectLst/>
                <a:uLnTx/>
                <a:uFillTx/>
                <a:latin typeface="Impact"/>
                <a:sym typeface="Impact"/>
              </a:rPr>
              <a:t> </a:t>
            </a:r>
            <a:r>
              <a:rPr kumimoji="0" lang="en-US" altLang="zh-CN" sz="10000" b="0" i="0" u="none" strike="noStrike" kern="0" cap="none" spc="0" normalizeH="0" baseline="0" noProof="0" dirty="0">
                <a:ln>
                  <a:noFill/>
                </a:ln>
                <a:solidFill>
                  <a:srgbClr val="F6C542"/>
                </a:solidFill>
                <a:effectLst/>
                <a:uLnTx/>
                <a:uFillTx/>
                <a:latin typeface="Impact"/>
                <a:sym typeface="Impact"/>
              </a:rPr>
              <a:t>6 </a:t>
            </a:r>
            <a:r>
              <a:rPr kumimoji="0" lang="en-US" altLang="zh-CN" sz="100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Impact"/>
                <a:sym typeface="Impact"/>
              </a:rPr>
              <a:t>–</a:t>
            </a:r>
            <a:r>
              <a:rPr kumimoji="0" lang="zh-CN" altLang="en-US" sz="10000" b="0" i="0" u="none" strike="noStrike" kern="0" cap="none" spc="0" normalizeH="0" baseline="0" noProof="0" dirty="0">
                <a:ln>
                  <a:noFill/>
                </a:ln>
                <a:solidFill>
                  <a:srgbClr val="F6C543"/>
                </a:solidFill>
                <a:effectLst/>
                <a:uLnTx/>
                <a:uFillTx/>
                <a:latin typeface="华文楷体" panose="02010600040101010101" pitchFamily="2" charset="-122"/>
                <a:ea typeface="华文楷体" panose="02010600040101010101" pitchFamily="2" charset="-122"/>
                <a:sym typeface="Impact"/>
              </a:rPr>
              <a:t>断面图</a:t>
            </a:r>
            <a:endParaRPr kumimoji="0" lang="zh-CN" altLang="en-US" sz="100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华文楷体" panose="02010600040101010101" pitchFamily="2" charset="-122"/>
              <a:ea typeface="华文楷体" panose="02010600040101010101" pitchFamily="2" charset="-122"/>
              <a:sym typeface="Impact"/>
            </a:endParaRPr>
          </a:p>
        </p:txBody>
      </p:sp>
      <p:sp>
        <p:nvSpPr>
          <p:cNvPr id="226" name="Shape">
            <a:extLst>
              <a:ext uri="{FF2B5EF4-FFF2-40B4-BE49-F238E27FC236}">
                <a16:creationId xmlns:a16="http://schemas.microsoft.com/office/drawing/2014/main" id="{A0B38326-486B-D6B5-0775-9888FC806629}"/>
              </a:ext>
            </a:extLst>
          </p:cNvPr>
          <p:cNvSpPr/>
          <p:nvPr/>
        </p:nvSpPr>
        <p:spPr>
          <a:xfrm>
            <a:off x="-306915" y="8239797"/>
            <a:ext cx="1046530" cy="104640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9679" h="20595" extrusionOk="0">
                <a:moveTo>
                  <a:pt x="9839" y="0"/>
                </a:moveTo>
                <a:cubicBezTo>
                  <a:pt x="7321" y="0"/>
                  <a:pt x="4802" y="1006"/>
                  <a:pt x="2881" y="3017"/>
                </a:cubicBezTo>
                <a:cubicBezTo>
                  <a:pt x="-961" y="7038"/>
                  <a:pt x="-961" y="13557"/>
                  <a:pt x="2881" y="17578"/>
                </a:cubicBezTo>
                <a:cubicBezTo>
                  <a:pt x="6724" y="21600"/>
                  <a:pt x="12954" y="21600"/>
                  <a:pt x="16797" y="17578"/>
                </a:cubicBezTo>
                <a:cubicBezTo>
                  <a:pt x="20639" y="13557"/>
                  <a:pt x="20639" y="7038"/>
                  <a:pt x="16797" y="3017"/>
                </a:cubicBezTo>
                <a:cubicBezTo>
                  <a:pt x="14876" y="1006"/>
                  <a:pt x="12357" y="0"/>
                  <a:pt x="9839" y="0"/>
                </a:cubicBezTo>
                <a:close/>
                <a:moveTo>
                  <a:pt x="9839" y="2649"/>
                </a:moveTo>
                <a:cubicBezTo>
                  <a:pt x="11709" y="2649"/>
                  <a:pt x="13580" y="3397"/>
                  <a:pt x="15007" y="4890"/>
                </a:cubicBezTo>
                <a:cubicBezTo>
                  <a:pt x="17861" y="7877"/>
                  <a:pt x="17861" y="12718"/>
                  <a:pt x="15007" y="15705"/>
                </a:cubicBezTo>
                <a:cubicBezTo>
                  <a:pt x="12153" y="18692"/>
                  <a:pt x="7525" y="18692"/>
                  <a:pt x="4671" y="15705"/>
                </a:cubicBezTo>
                <a:cubicBezTo>
                  <a:pt x="1817" y="12718"/>
                  <a:pt x="1817" y="7877"/>
                  <a:pt x="4671" y="4890"/>
                </a:cubicBezTo>
                <a:cubicBezTo>
                  <a:pt x="6098" y="3397"/>
                  <a:pt x="7969" y="2649"/>
                  <a:pt x="9839" y="2649"/>
                </a:cubicBezTo>
                <a:close/>
              </a:path>
            </a:pathLst>
          </a:custGeom>
          <a:gradFill>
            <a:gsLst>
              <a:gs pos="0">
                <a:schemeClr val="accent2"/>
              </a:gs>
              <a:gs pos="100000">
                <a:schemeClr val="accent1"/>
              </a:gs>
            </a:gsLst>
            <a:lin ang="5400000"/>
          </a:gradFill>
          <a:ln w="12700">
            <a:miter lim="400000"/>
          </a:ln>
        </p:spPr>
        <p:txBody>
          <a:bodyPr lIns="0" tIns="0" rIns="0" bIns="0" anchor="ctr"/>
          <a:lstStyle/>
          <a:p>
            <a:pPr marL="0" marR="0" lvl="0" indent="0" algn="ctr" defTabSz="8255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 kumimoji="0" sz="32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Helvetica Neue Medium"/>
              <a:sym typeface="Helvetica Neue Medium"/>
            </a:endParaRPr>
          </a:p>
        </p:txBody>
      </p:sp>
      <p:sp>
        <p:nvSpPr>
          <p:cNvPr id="227" name="Shape">
            <a:extLst>
              <a:ext uri="{FF2B5EF4-FFF2-40B4-BE49-F238E27FC236}">
                <a16:creationId xmlns:a16="http://schemas.microsoft.com/office/drawing/2014/main" id="{F459D211-2962-98CD-5521-C1D815A53B1A}"/>
              </a:ext>
            </a:extLst>
          </p:cNvPr>
          <p:cNvSpPr/>
          <p:nvPr/>
        </p:nvSpPr>
        <p:spPr>
          <a:xfrm>
            <a:off x="19865947" y="2060686"/>
            <a:ext cx="2330506" cy="233022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9679" h="20595" extrusionOk="0">
                <a:moveTo>
                  <a:pt x="9839" y="0"/>
                </a:moveTo>
                <a:cubicBezTo>
                  <a:pt x="7321" y="0"/>
                  <a:pt x="4802" y="1006"/>
                  <a:pt x="2881" y="3017"/>
                </a:cubicBezTo>
                <a:cubicBezTo>
                  <a:pt x="-961" y="7038"/>
                  <a:pt x="-961" y="13557"/>
                  <a:pt x="2881" y="17578"/>
                </a:cubicBezTo>
                <a:cubicBezTo>
                  <a:pt x="6724" y="21600"/>
                  <a:pt x="12954" y="21600"/>
                  <a:pt x="16797" y="17578"/>
                </a:cubicBezTo>
                <a:cubicBezTo>
                  <a:pt x="20639" y="13557"/>
                  <a:pt x="20639" y="7038"/>
                  <a:pt x="16797" y="3017"/>
                </a:cubicBezTo>
                <a:cubicBezTo>
                  <a:pt x="14876" y="1006"/>
                  <a:pt x="12357" y="0"/>
                  <a:pt x="9839" y="0"/>
                </a:cubicBezTo>
                <a:close/>
                <a:moveTo>
                  <a:pt x="9839" y="2649"/>
                </a:moveTo>
                <a:cubicBezTo>
                  <a:pt x="11709" y="2649"/>
                  <a:pt x="13580" y="3397"/>
                  <a:pt x="15007" y="4890"/>
                </a:cubicBezTo>
                <a:cubicBezTo>
                  <a:pt x="17861" y="7877"/>
                  <a:pt x="17861" y="12718"/>
                  <a:pt x="15007" y="15705"/>
                </a:cubicBezTo>
                <a:cubicBezTo>
                  <a:pt x="12153" y="18692"/>
                  <a:pt x="7525" y="18692"/>
                  <a:pt x="4671" y="15705"/>
                </a:cubicBezTo>
                <a:cubicBezTo>
                  <a:pt x="1817" y="12718"/>
                  <a:pt x="1817" y="7877"/>
                  <a:pt x="4671" y="4890"/>
                </a:cubicBezTo>
                <a:cubicBezTo>
                  <a:pt x="6098" y="3397"/>
                  <a:pt x="7969" y="2649"/>
                  <a:pt x="9839" y="2649"/>
                </a:cubicBezTo>
                <a:close/>
              </a:path>
            </a:pathLst>
          </a:custGeom>
          <a:gradFill>
            <a:gsLst>
              <a:gs pos="0">
                <a:schemeClr val="accent2"/>
              </a:gs>
              <a:gs pos="100000">
                <a:schemeClr val="accent1"/>
              </a:gs>
            </a:gsLst>
            <a:lin ang="5400000"/>
          </a:gradFill>
          <a:ln w="12700">
            <a:miter lim="400000"/>
          </a:ln>
        </p:spPr>
        <p:txBody>
          <a:bodyPr lIns="0" tIns="0" rIns="0" bIns="0" anchor="ctr"/>
          <a:lstStyle/>
          <a:p>
            <a:pPr marL="0" marR="0" lvl="0" indent="0" algn="ctr" defTabSz="8255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 kumimoji="0" sz="32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Helvetica Neue Medium"/>
              <a:sym typeface="Helvetica Neue Medium"/>
            </a:endParaRPr>
          </a:p>
        </p:txBody>
      </p:sp>
      <p:sp>
        <p:nvSpPr>
          <p:cNvPr id="228" name="Rounded Rectangle">
            <a:extLst>
              <a:ext uri="{FF2B5EF4-FFF2-40B4-BE49-F238E27FC236}">
                <a16:creationId xmlns:a16="http://schemas.microsoft.com/office/drawing/2014/main" id="{D0763F3F-04A0-3FB1-2C27-A2680CC9F870}"/>
              </a:ext>
            </a:extLst>
          </p:cNvPr>
          <p:cNvSpPr/>
          <p:nvPr/>
        </p:nvSpPr>
        <p:spPr>
          <a:xfrm>
            <a:off x="1413182" y="3302000"/>
            <a:ext cx="21616294" cy="8897388"/>
          </a:xfrm>
          <a:prstGeom prst="roundRect">
            <a:avLst>
              <a:gd name="adj" fmla="val 2897"/>
            </a:avLst>
          </a:prstGeom>
          <a:solidFill>
            <a:schemeClr val="accent4"/>
          </a:solidFill>
          <a:ln w="12700">
            <a:miter lim="400000"/>
          </a:ln>
          <a:effectLst>
            <a:outerShdw blurRad="558800" dist="71163" dir="5400000" rotWithShape="0">
              <a:srgbClr val="000000">
                <a:alpha val="19617"/>
              </a:srgbClr>
            </a:outerShdw>
          </a:effectLst>
        </p:spPr>
        <p:txBody>
          <a:bodyPr lIns="0" tIns="0" rIns="0" bIns="0" anchor="ctr"/>
          <a:lstStyle/>
          <a:p>
            <a:pPr marL="0" marR="0" lvl="0" indent="0" algn="ctr" defTabSz="8255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 kumimoji="0" sz="32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Helvetica Neue Medium"/>
              <a:sym typeface="Helvetica Neue Medium"/>
            </a:endParaRP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85B47809-7322-8CCB-6FF7-911AE247F5D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24549" y="2759915"/>
            <a:ext cx="15811963" cy="100999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47510160"/>
      </p:ext>
    </p:extLst>
  </p:cSld>
  <p:clrMapOvr>
    <a:masterClrMapping/>
  </p:clrMapOvr>
  <p:transition spd="med"/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3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848D973-63BE-7320-BF0F-062B79E63E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Shape">
            <a:extLst>
              <a:ext uri="{FF2B5EF4-FFF2-40B4-BE49-F238E27FC236}">
                <a16:creationId xmlns:a16="http://schemas.microsoft.com/office/drawing/2014/main" id="{28EC6BE4-2471-3F4D-0226-DEFD37CD8F79}"/>
              </a:ext>
            </a:extLst>
          </p:cNvPr>
          <p:cNvSpPr/>
          <p:nvPr/>
        </p:nvSpPr>
        <p:spPr>
          <a:xfrm>
            <a:off x="6290541" y="12617233"/>
            <a:ext cx="2709718" cy="270939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9679" h="20595" extrusionOk="0">
                <a:moveTo>
                  <a:pt x="9839" y="0"/>
                </a:moveTo>
                <a:cubicBezTo>
                  <a:pt x="7321" y="0"/>
                  <a:pt x="4802" y="1006"/>
                  <a:pt x="2881" y="3017"/>
                </a:cubicBezTo>
                <a:cubicBezTo>
                  <a:pt x="-961" y="7038"/>
                  <a:pt x="-961" y="13557"/>
                  <a:pt x="2881" y="17578"/>
                </a:cubicBezTo>
                <a:cubicBezTo>
                  <a:pt x="6724" y="21600"/>
                  <a:pt x="12954" y="21600"/>
                  <a:pt x="16797" y="17578"/>
                </a:cubicBezTo>
                <a:cubicBezTo>
                  <a:pt x="20639" y="13557"/>
                  <a:pt x="20639" y="7038"/>
                  <a:pt x="16797" y="3017"/>
                </a:cubicBezTo>
                <a:cubicBezTo>
                  <a:pt x="14876" y="1006"/>
                  <a:pt x="12357" y="0"/>
                  <a:pt x="9839" y="0"/>
                </a:cubicBezTo>
                <a:close/>
                <a:moveTo>
                  <a:pt x="9839" y="2649"/>
                </a:moveTo>
                <a:cubicBezTo>
                  <a:pt x="11709" y="2649"/>
                  <a:pt x="13580" y="3397"/>
                  <a:pt x="15007" y="4890"/>
                </a:cubicBezTo>
                <a:cubicBezTo>
                  <a:pt x="17861" y="7877"/>
                  <a:pt x="17861" y="12718"/>
                  <a:pt x="15007" y="15705"/>
                </a:cubicBezTo>
                <a:cubicBezTo>
                  <a:pt x="12153" y="18692"/>
                  <a:pt x="7525" y="18692"/>
                  <a:pt x="4671" y="15705"/>
                </a:cubicBezTo>
                <a:cubicBezTo>
                  <a:pt x="1817" y="12718"/>
                  <a:pt x="1817" y="7877"/>
                  <a:pt x="4671" y="4890"/>
                </a:cubicBezTo>
                <a:cubicBezTo>
                  <a:pt x="6098" y="3397"/>
                  <a:pt x="7969" y="2649"/>
                  <a:pt x="9839" y="2649"/>
                </a:cubicBezTo>
                <a:close/>
              </a:path>
            </a:pathLst>
          </a:custGeom>
          <a:gradFill>
            <a:gsLst>
              <a:gs pos="0">
                <a:schemeClr val="accent2"/>
              </a:gs>
              <a:gs pos="100000">
                <a:schemeClr val="accent1"/>
              </a:gs>
            </a:gsLst>
            <a:lin ang="5400000"/>
          </a:gradFill>
          <a:ln w="12700">
            <a:miter lim="400000"/>
          </a:ln>
        </p:spPr>
        <p:txBody>
          <a:bodyPr lIns="0" tIns="0" rIns="0" bIns="0" anchor="ctr"/>
          <a:lstStyle/>
          <a:p>
            <a:pPr marL="0" marR="0" lvl="0" indent="0" algn="ctr" defTabSz="8255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 kumimoji="0" sz="32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Helvetica Neue Medium"/>
              <a:sym typeface="Helvetica Neue Medium"/>
            </a:endParaRPr>
          </a:p>
        </p:txBody>
      </p:sp>
      <p:sp>
        <p:nvSpPr>
          <p:cNvPr id="216" name="Shape">
            <a:extLst>
              <a:ext uri="{FF2B5EF4-FFF2-40B4-BE49-F238E27FC236}">
                <a16:creationId xmlns:a16="http://schemas.microsoft.com/office/drawing/2014/main" id="{23852E17-E495-0C98-F64A-8EDFEE6209D9}"/>
              </a:ext>
            </a:extLst>
          </p:cNvPr>
          <p:cNvSpPr/>
          <p:nvPr/>
        </p:nvSpPr>
        <p:spPr>
          <a:xfrm>
            <a:off x="14339439" y="2620192"/>
            <a:ext cx="6322300" cy="632257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800" y="0"/>
                </a:moveTo>
                <a:cubicBezTo>
                  <a:pt x="10787" y="0"/>
                  <a:pt x="10773" y="1"/>
                  <a:pt x="10759" y="1"/>
                </a:cubicBezTo>
                <a:lnTo>
                  <a:pt x="1" y="10760"/>
                </a:lnTo>
                <a:cubicBezTo>
                  <a:pt x="0" y="10900"/>
                  <a:pt x="3" y="11040"/>
                  <a:pt x="8" y="11181"/>
                </a:cubicBezTo>
                <a:lnTo>
                  <a:pt x="11180" y="9"/>
                </a:lnTo>
                <a:cubicBezTo>
                  <a:pt x="11054" y="4"/>
                  <a:pt x="10927" y="0"/>
                  <a:pt x="10800" y="0"/>
                </a:cubicBezTo>
                <a:close/>
                <a:moveTo>
                  <a:pt x="10211" y="17"/>
                </a:moveTo>
                <a:cubicBezTo>
                  <a:pt x="10057" y="25"/>
                  <a:pt x="9903" y="36"/>
                  <a:pt x="9748" y="51"/>
                </a:cubicBezTo>
                <a:lnTo>
                  <a:pt x="50" y="9749"/>
                </a:lnTo>
                <a:cubicBezTo>
                  <a:pt x="35" y="9903"/>
                  <a:pt x="25" y="10057"/>
                  <a:pt x="16" y="10212"/>
                </a:cubicBezTo>
                <a:lnTo>
                  <a:pt x="10211" y="17"/>
                </a:lnTo>
                <a:close/>
                <a:moveTo>
                  <a:pt x="11683" y="38"/>
                </a:moveTo>
                <a:lnTo>
                  <a:pt x="38" y="11684"/>
                </a:lnTo>
                <a:cubicBezTo>
                  <a:pt x="48" y="11814"/>
                  <a:pt x="62" y="11944"/>
                  <a:pt x="78" y="12075"/>
                </a:cubicBezTo>
                <a:lnTo>
                  <a:pt x="12074" y="78"/>
                </a:lnTo>
                <a:cubicBezTo>
                  <a:pt x="11944" y="63"/>
                  <a:pt x="11814" y="49"/>
                  <a:pt x="11683" y="38"/>
                </a:cubicBezTo>
                <a:close/>
                <a:moveTo>
                  <a:pt x="9136" y="131"/>
                </a:moveTo>
                <a:cubicBezTo>
                  <a:pt x="8960" y="158"/>
                  <a:pt x="8786" y="190"/>
                  <a:pt x="8611" y="226"/>
                </a:cubicBezTo>
                <a:lnTo>
                  <a:pt x="226" y="8611"/>
                </a:lnTo>
                <a:cubicBezTo>
                  <a:pt x="190" y="8786"/>
                  <a:pt x="157" y="8961"/>
                  <a:pt x="130" y="9137"/>
                </a:cubicBezTo>
                <a:lnTo>
                  <a:pt x="9136" y="131"/>
                </a:lnTo>
                <a:close/>
                <a:moveTo>
                  <a:pt x="12541" y="143"/>
                </a:moveTo>
                <a:lnTo>
                  <a:pt x="143" y="12541"/>
                </a:lnTo>
                <a:cubicBezTo>
                  <a:pt x="163" y="12663"/>
                  <a:pt x="183" y="12785"/>
                  <a:pt x="207" y="12906"/>
                </a:cubicBezTo>
                <a:lnTo>
                  <a:pt x="12906" y="208"/>
                </a:lnTo>
                <a:cubicBezTo>
                  <a:pt x="12785" y="184"/>
                  <a:pt x="12663" y="163"/>
                  <a:pt x="12541" y="143"/>
                </a:cubicBezTo>
                <a:close/>
                <a:moveTo>
                  <a:pt x="13343" y="303"/>
                </a:moveTo>
                <a:lnTo>
                  <a:pt x="303" y="13343"/>
                </a:lnTo>
                <a:cubicBezTo>
                  <a:pt x="330" y="13456"/>
                  <a:pt x="361" y="13569"/>
                  <a:pt x="392" y="13682"/>
                </a:cubicBezTo>
                <a:lnTo>
                  <a:pt x="13682" y="393"/>
                </a:lnTo>
                <a:cubicBezTo>
                  <a:pt x="13569" y="362"/>
                  <a:pt x="13456" y="331"/>
                  <a:pt x="13343" y="303"/>
                </a:cubicBezTo>
                <a:close/>
                <a:moveTo>
                  <a:pt x="7909" y="395"/>
                </a:moveTo>
                <a:cubicBezTo>
                  <a:pt x="7701" y="452"/>
                  <a:pt x="7495" y="515"/>
                  <a:pt x="7290" y="585"/>
                </a:cubicBezTo>
                <a:lnTo>
                  <a:pt x="584" y="7290"/>
                </a:lnTo>
                <a:cubicBezTo>
                  <a:pt x="514" y="7495"/>
                  <a:pt x="452" y="7702"/>
                  <a:pt x="394" y="7909"/>
                </a:cubicBezTo>
                <a:lnTo>
                  <a:pt x="7909" y="395"/>
                </a:lnTo>
                <a:close/>
                <a:moveTo>
                  <a:pt x="14094" y="515"/>
                </a:moveTo>
                <a:lnTo>
                  <a:pt x="514" y="14094"/>
                </a:lnTo>
                <a:cubicBezTo>
                  <a:pt x="549" y="14202"/>
                  <a:pt x="583" y="14310"/>
                  <a:pt x="620" y="14417"/>
                </a:cubicBezTo>
                <a:lnTo>
                  <a:pt x="14417" y="621"/>
                </a:lnTo>
                <a:cubicBezTo>
                  <a:pt x="14310" y="583"/>
                  <a:pt x="14202" y="549"/>
                  <a:pt x="14094" y="515"/>
                </a:cubicBezTo>
                <a:close/>
                <a:moveTo>
                  <a:pt x="14804" y="767"/>
                </a:moveTo>
                <a:lnTo>
                  <a:pt x="767" y="14804"/>
                </a:lnTo>
                <a:cubicBezTo>
                  <a:pt x="807" y="14905"/>
                  <a:pt x="851" y="15004"/>
                  <a:pt x="894" y="15104"/>
                </a:cubicBezTo>
                <a:lnTo>
                  <a:pt x="15104" y="895"/>
                </a:lnTo>
                <a:cubicBezTo>
                  <a:pt x="15004" y="852"/>
                  <a:pt x="14905" y="807"/>
                  <a:pt x="14804" y="767"/>
                </a:cubicBezTo>
                <a:close/>
                <a:moveTo>
                  <a:pt x="6411" y="932"/>
                </a:moveTo>
                <a:cubicBezTo>
                  <a:pt x="6118" y="1062"/>
                  <a:pt x="5831" y="1206"/>
                  <a:pt x="5549" y="1363"/>
                </a:cubicBezTo>
                <a:lnTo>
                  <a:pt x="1362" y="5549"/>
                </a:lnTo>
                <a:cubicBezTo>
                  <a:pt x="1205" y="5832"/>
                  <a:pt x="1061" y="6119"/>
                  <a:pt x="931" y="6411"/>
                </a:cubicBezTo>
                <a:lnTo>
                  <a:pt x="6411" y="932"/>
                </a:lnTo>
                <a:close/>
                <a:moveTo>
                  <a:pt x="15470" y="1061"/>
                </a:moveTo>
                <a:lnTo>
                  <a:pt x="1060" y="15471"/>
                </a:lnTo>
                <a:cubicBezTo>
                  <a:pt x="1106" y="15567"/>
                  <a:pt x="1153" y="15664"/>
                  <a:pt x="1202" y="15759"/>
                </a:cubicBezTo>
                <a:lnTo>
                  <a:pt x="15759" y="1203"/>
                </a:lnTo>
                <a:cubicBezTo>
                  <a:pt x="15663" y="1153"/>
                  <a:pt x="15567" y="1107"/>
                  <a:pt x="15470" y="1061"/>
                </a:cubicBezTo>
                <a:close/>
                <a:moveTo>
                  <a:pt x="16103" y="1391"/>
                </a:moveTo>
                <a:lnTo>
                  <a:pt x="1391" y="16103"/>
                </a:lnTo>
                <a:cubicBezTo>
                  <a:pt x="1442" y="16194"/>
                  <a:pt x="1494" y="16285"/>
                  <a:pt x="1549" y="16375"/>
                </a:cubicBezTo>
                <a:lnTo>
                  <a:pt x="16375" y="1549"/>
                </a:lnTo>
                <a:cubicBezTo>
                  <a:pt x="16285" y="1495"/>
                  <a:pt x="16194" y="1442"/>
                  <a:pt x="16103" y="1391"/>
                </a:cubicBezTo>
                <a:close/>
                <a:moveTo>
                  <a:pt x="16703" y="1754"/>
                </a:moveTo>
                <a:lnTo>
                  <a:pt x="1753" y="16703"/>
                </a:lnTo>
                <a:cubicBezTo>
                  <a:pt x="1809" y="16788"/>
                  <a:pt x="1869" y="16872"/>
                  <a:pt x="1928" y="16956"/>
                </a:cubicBezTo>
                <a:lnTo>
                  <a:pt x="16956" y="1928"/>
                </a:lnTo>
                <a:cubicBezTo>
                  <a:pt x="16872" y="1869"/>
                  <a:pt x="16788" y="1810"/>
                  <a:pt x="16703" y="1754"/>
                </a:cubicBezTo>
                <a:close/>
                <a:moveTo>
                  <a:pt x="17267" y="2151"/>
                </a:moveTo>
                <a:lnTo>
                  <a:pt x="2151" y="17267"/>
                </a:lnTo>
                <a:cubicBezTo>
                  <a:pt x="2212" y="17349"/>
                  <a:pt x="2274" y="17430"/>
                  <a:pt x="2338" y="17510"/>
                </a:cubicBezTo>
                <a:lnTo>
                  <a:pt x="17510" y="2338"/>
                </a:lnTo>
                <a:cubicBezTo>
                  <a:pt x="17430" y="2275"/>
                  <a:pt x="17349" y="2212"/>
                  <a:pt x="17267" y="2151"/>
                </a:cubicBezTo>
                <a:close/>
                <a:moveTo>
                  <a:pt x="3805" y="2574"/>
                </a:moveTo>
                <a:cubicBezTo>
                  <a:pt x="3586" y="2761"/>
                  <a:pt x="3370" y="2956"/>
                  <a:pt x="3163" y="3163"/>
                </a:cubicBezTo>
                <a:cubicBezTo>
                  <a:pt x="2955" y="3371"/>
                  <a:pt x="2761" y="3586"/>
                  <a:pt x="2574" y="3806"/>
                </a:cubicBezTo>
                <a:lnTo>
                  <a:pt x="3805" y="2574"/>
                </a:lnTo>
                <a:close/>
                <a:moveTo>
                  <a:pt x="17801" y="2579"/>
                </a:moveTo>
                <a:lnTo>
                  <a:pt x="2579" y="17801"/>
                </a:lnTo>
                <a:cubicBezTo>
                  <a:pt x="2645" y="17878"/>
                  <a:pt x="2709" y="17957"/>
                  <a:pt x="2777" y="18032"/>
                </a:cubicBezTo>
                <a:lnTo>
                  <a:pt x="18032" y="2777"/>
                </a:lnTo>
                <a:cubicBezTo>
                  <a:pt x="17957" y="2709"/>
                  <a:pt x="17878" y="2645"/>
                  <a:pt x="17801" y="2579"/>
                </a:cubicBezTo>
                <a:close/>
                <a:moveTo>
                  <a:pt x="18304" y="3036"/>
                </a:moveTo>
                <a:lnTo>
                  <a:pt x="3036" y="18304"/>
                </a:lnTo>
                <a:cubicBezTo>
                  <a:pt x="3079" y="18349"/>
                  <a:pt x="3119" y="18394"/>
                  <a:pt x="3163" y="18438"/>
                </a:cubicBezTo>
                <a:cubicBezTo>
                  <a:pt x="3191" y="18466"/>
                  <a:pt x="3222" y="18492"/>
                  <a:pt x="3250" y="18521"/>
                </a:cubicBezTo>
                <a:lnTo>
                  <a:pt x="18521" y="3251"/>
                </a:lnTo>
                <a:cubicBezTo>
                  <a:pt x="18492" y="3222"/>
                  <a:pt x="18466" y="3192"/>
                  <a:pt x="18438" y="3163"/>
                </a:cubicBezTo>
                <a:cubicBezTo>
                  <a:pt x="18394" y="3119"/>
                  <a:pt x="18348" y="3079"/>
                  <a:pt x="18304" y="3036"/>
                </a:cubicBezTo>
                <a:close/>
                <a:moveTo>
                  <a:pt x="18781" y="3523"/>
                </a:moveTo>
                <a:lnTo>
                  <a:pt x="3522" y="18781"/>
                </a:lnTo>
                <a:cubicBezTo>
                  <a:pt x="3598" y="18850"/>
                  <a:pt x="3676" y="18915"/>
                  <a:pt x="3753" y="18982"/>
                </a:cubicBezTo>
                <a:lnTo>
                  <a:pt x="18982" y="3753"/>
                </a:lnTo>
                <a:cubicBezTo>
                  <a:pt x="18915" y="3676"/>
                  <a:pt x="18850" y="3598"/>
                  <a:pt x="18781" y="3523"/>
                </a:cubicBezTo>
                <a:close/>
                <a:moveTo>
                  <a:pt x="19224" y="4041"/>
                </a:moveTo>
                <a:lnTo>
                  <a:pt x="4041" y="19224"/>
                </a:lnTo>
                <a:cubicBezTo>
                  <a:pt x="4121" y="19289"/>
                  <a:pt x="4202" y="19350"/>
                  <a:pt x="4283" y="19412"/>
                </a:cubicBezTo>
                <a:lnTo>
                  <a:pt x="19412" y="4283"/>
                </a:lnTo>
                <a:cubicBezTo>
                  <a:pt x="19350" y="4202"/>
                  <a:pt x="19289" y="4121"/>
                  <a:pt x="19224" y="4041"/>
                </a:cubicBezTo>
                <a:close/>
                <a:moveTo>
                  <a:pt x="19637" y="4591"/>
                </a:moveTo>
                <a:lnTo>
                  <a:pt x="4591" y="19637"/>
                </a:lnTo>
                <a:cubicBezTo>
                  <a:pt x="4675" y="19696"/>
                  <a:pt x="4758" y="19757"/>
                  <a:pt x="4843" y="19813"/>
                </a:cubicBezTo>
                <a:lnTo>
                  <a:pt x="19813" y="4844"/>
                </a:lnTo>
                <a:cubicBezTo>
                  <a:pt x="19757" y="4758"/>
                  <a:pt x="19696" y="4675"/>
                  <a:pt x="19637" y="4591"/>
                </a:cubicBezTo>
                <a:close/>
                <a:moveTo>
                  <a:pt x="20019" y="5172"/>
                </a:moveTo>
                <a:lnTo>
                  <a:pt x="5172" y="20019"/>
                </a:lnTo>
                <a:cubicBezTo>
                  <a:pt x="5261" y="20073"/>
                  <a:pt x="5351" y="20126"/>
                  <a:pt x="5441" y="20178"/>
                </a:cubicBezTo>
                <a:lnTo>
                  <a:pt x="20178" y="5441"/>
                </a:lnTo>
                <a:cubicBezTo>
                  <a:pt x="20126" y="5351"/>
                  <a:pt x="20073" y="5261"/>
                  <a:pt x="20019" y="5172"/>
                </a:cubicBezTo>
                <a:close/>
                <a:moveTo>
                  <a:pt x="20369" y="5782"/>
                </a:moveTo>
                <a:lnTo>
                  <a:pt x="5782" y="20369"/>
                </a:lnTo>
                <a:cubicBezTo>
                  <a:pt x="5877" y="20419"/>
                  <a:pt x="5974" y="20463"/>
                  <a:pt x="6071" y="20510"/>
                </a:cubicBezTo>
                <a:lnTo>
                  <a:pt x="20510" y="6071"/>
                </a:lnTo>
                <a:cubicBezTo>
                  <a:pt x="20463" y="5975"/>
                  <a:pt x="20419" y="5878"/>
                  <a:pt x="20369" y="5782"/>
                </a:cubicBezTo>
                <a:close/>
                <a:moveTo>
                  <a:pt x="20679" y="6434"/>
                </a:moveTo>
                <a:lnTo>
                  <a:pt x="6434" y="20679"/>
                </a:lnTo>
                <a:cubicBezTo>
                  <a:pt x="6534" y="20723"/>
                  <a:pt x="6633" y="20769"/>
                  <a:pt x="6734" y="20809"/>
                </a:cubicBezTo>
                <a:lnTo>
                  <a:pt x="20809" y="6735"/>
                </a:lnTo>
                <a:cubicBezTo>
                  <a:pt x="20769" y="6634"/>
                  <a:pt x="20723" y="6534"/>
                  <a:pt x="20679" y="6434"/>
                </a:cubicBezTo>
                <a:close/>
                <a:moveTo>
                  <a:pt x="20956" y="7121"/>
                </a:moveTo>
                <a:lnTo>
                  <a:pt x="7120" y="20956"/>
                </a:lnTo>
                <a:cubicBezTo>
                  <a:pt x="7226" y="20994"/>
                  <a:pt x="7333" y="21030"/>
                  <a:pt x="7439" y="21065"/>
                </a:cubicBezTo>
                <a:lnTo>
                  <a:pt x="21065" y="7439"/>
                </a:lnTo>
                <a:cubicBezTo>
                  <a:pt x="21030" y="7333"/>
                  <a:pt x="20994" y="7226"/>
                  <a:pt x="20956" y="7121"/>
                </a:cubicBezTo>
                <a:close/>
                <a:moveTo>
                  <a:pt x="21190" y="7848"/>
                </a:moveTo>
                <a:lnTo>
                  <a:pt x="7848" y="21190"/>
                </a:lnTo>
                <a:cubicBezTo>
                  <a:pt x="7960" y="21221"/>
                  <a:pt x="8073" y="21252"/>
                  <a:pt x="8186" y="21280"/>
                </a:cubicBezTo>
                <a:lnTo>
                  <a:pt x="21280" y="8186"/>
                </a:lnTo>
                <a:cubicBezTo>
                  <a:pt x="21252" y="8073"/>
                  <a:pt x="21221" y="7960"/>
                  <a:pt x="21190" y="7848"/>
                </a:cubicBezTo>
                <a:close/>
                <a:moveTo>
                  <a:pt x="21378" y="8623"/>
                </a:moveTo>
                <a:lnTo>
                  <a:pt x="8623" y="21378"/>
                </a:lnTo>
                <a:cubicBezTo>
                  <a:pt x="8743" y="21402"/>
                  <a:pt x="8863" y="21424"/>
                  <a:pt x="8984" y="21445"/>
                </a:cubicBezTo>
                <a:lnTo>
                  <a:pt x="21445" y="8984"/>
                </a:lnTo>
                <a:cubicBezTo>
                  <a:pt x="21424" y="8864"/>
                  <a:pt x="21402" y="8743"/>
                  <a:pt x="21378" y="8623"/>
                </a:cubicBezTo>
                <a:close/>
                <a:moveTo>
                  <a:pt x="21514" y="9448"/>
                </a:moveTo>
                <a:lnTo>
                  <a:pt x="9447" y="21514"/>
                </a:lnTo>
                <a:cubicBezTo>
                  <a:pt x="9576" y="21530"/>
                  <a:pt x="9704" y="21546"/>
                  <a:pt x="9833" y="21557"/>
                </a:cubicBezTo>
                <a:lnTo>
                  <a:pt x="21557" y="9834"/>
                </a:lnTo>
                <a:cubicBezTo>
                  <a:pt x="21546" y="9705"/>
                  <a:pt x="21530" y="9576"/>
                  <a:pt x="21514" y="9448"/>
                </a:cubicBezTo>
                <a:close/>
                <a:moveTo>
                  <a:pt x="21590" y="10333"/>
                </a:moveTo>
                <a:lnTo>
                  <a:pt x="10332" y="21590"/>
                </a:lnTo>
                <a:cubicBezTo>
                  <a:pt x="10473" y="21596"/>
                  <a:pt x="10613" y="21599"/>
                  <a:pt x="10753" y="21600"/>
                </a:cubicBezTo>
                <a:lnTo>
                  <a:pt x="21600" y="10754"/>
                </a:lnTo>
                <a:cubicBezTo>
                  <a:pt x="21599" y="10613"/>
                  <a:pt x="21596" y="10473"/>
                  <a:pt x="21590" y="10333"/>
                </a:cubicBezTo>
                <a:close/>
                <a:moveTo>
                  <a:pt x="21590" y="11296"/>
                </a:moveTo>
                <a:lnTo>
                  <a:pt x="11295" y="21590"/>
                </a:lnTo>
                <a:cubicBezTo>
                  <a:pt x="11449" y="21583"/>
                  <a:pt x="11603" y="21572"/>
                  <a:pt x="11757" y="21558"/>
                </a:cubicBezTo>
                <a:lnTo>
                  <a:pt x="21558" y="11757"/>
                </a:lnTo>
                <a:cubicBezTo>
                  <a:pt x="21572" y="11603"/>
                  <a:pt x="21583" y="11450"/>
                  <a:pt x="21590" y="11296"/>
                </a:cubicBezTo>
                <a:close/>
                <a:moveTo>
                  <a:pt x="21489" y="12358"/>
                </a:moveTo>
                <a:lnTo>
                  <a:pt x="12358" y="21489"/>
                </a:lnTo>
                <a:cubicBezTo>
                  <a:pt x="12531" y="21464"/>
                  <a:pt x="12703" y="21434"/>
                  <a:pt x="12876" y="21400"/>
                </a:cubicBezTo>
                <a:lnTo>
                  <a:pt x="21400" y="12876"/>
                </a:lnTo>
                <a:cubicBezTo>
                  <a:pt x="21434" y="12704"/>
                  <a:pt x="21464" y="12531"/>
                  <a:pt x="21489" y="12358"/>
                </a:cubicBezTo>
                <a:close/>
                <a:moveTo>
                  <a:pt x="21239" y="13569"/>
                </a:moveTo>
                <a:lnTo>
                  <a:pt x="13569" y="21239"/>
                </a:lnTo>
                <a:cubicBezTo>
                  <a:pt x="13774" y="21185"/>
                  <a:pt x="13978" y="21125"/>
                  <a:pt x="14181" y="21058"/>
                </a:cubicBezTo>
                <a:lnTo>
                  <a:pt x="21058" y="14181"/>
                </a:lnTo>
                <a:cubicBezTo>
                  <a:pt x="21125" y="13978"/>
                  <a:pt x="21185" y="13774"/>
                  <a:pt x="21239" y="13569"/>
                </a:cubicBezTo>
                <a:close/>
                <a:moveTo>
                  <a:pt x="20736" y="15035"/>
                </a:moveTo>
                <a:lnTo>
                  <a:pt x="15035" y="20736"/>
                </a:lnTo>
                <a:cubicBezTo>
                  <a:pt x="15310" y="20619"/>
                  <a:pt x="15581" y="20493"/>
                  <a:pt x="15848" y="20352"/>
                </a:cubicBezTo>
                <a:lnTo>
                  <a:pt x="20352" y="15848"/>
                </a:lnTo>
                <a:cubicBezTo>
                  <a:pt x="20493" y="15581"/>
                  <a:pt x="20619" y="15310"/>
                  <a:pt x="20736" y="15035"/>
                </a:cubicBezTo>
                <a:close/>
                <a:moveTo>
                  <a:pt x="19400" y="17332"/>
                </a:moveTo>
                <a:lnTo>
                  <a:pt x="17332" y="19400"/>
                </a:lnTo>
                <a:cubicBezTo>
                  <a:pt x="17716" y="19108"/>
                  <a:pt x="18087" y="18789"/>
                  <a:pt x="18438" y="18438"/>
                </a:cubicBezTo>
                <a:cubicBezTo>
                  <a:pt x="18788" y="18087"/>
                  <a:pt x="19107" y="17716"/>
                  <a:pt x="19400" y="17332"/>
                </a:cubicBezTo>
                <a:close/>
              </a:path>
            </a:pathLst>
          </a:custGeom>
          <a:solidFill>
            <a:schemeClr val="accent4"/>
          </a:solidFill>
          <a:ln w="12700">
            <a:miter lim="400000"/>
          </a:ln>
        </p:spPr>
        <p:txBody>
          <a:bodyPr lIns="0" tIns="0" rIns="0" bIns="0" anchor="ctr"/>
          <a:lstStyle/>
          <a:p>
            <a:pPr marL="0" marR="0" lvl="0" indent="0" algn="ctr" defTabSz="8255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 kumimoji="0" sz="32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Helvetica Neue Medium"/>
              <a:sym typeface="Helvetica Neue Medium"/>
            </a:endParaRPr>
          </a:p>
        </p:txBody>
      </p:sp>
      <p:sp>
        <p:nvSpPr>
          <p:cNvPr id="217" name="Shape">
            <a:extLst>
              <a:ext uri="{FF2B5EF4-FFF2-40B4-BE49-F238E27FC236}">
                <a16:creationId xmlns:a16="http://schemas.microsoft.com/office/drawing/2014/main" id="{ECCF048E-1DA7-40C7-6C47-2EAB20FA8CA6}"/>
              </a:ext>
            </a:extLst>
          </p:cNvPr>
          <p:cNvSpPr/>
          <p:nvPr/>
        </p:nvSpPr>
        <p:spPr>
          <a:xfrm>
            <a:off x="5513585" y="9836851"/>
            <a:ext cx="2709536" cy="270965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800" y="0"/>
                </a:moveTo>
                <a:cubicBezTo>
                  <a:pt x="10787" y="0"/>
                  <a:pt x="10773" y="1"/>
                  <a:pt x="10759" y="1"/>
                </a:cubicBezTo>
                <a:lnTo>
                  <a:pt x="1" y="10760"/>
                </a:lnTo>
                <a:cubicBezTo>
                  <a:pt x="0" y="10900"/>
                  <a:pt x="3" y="11040"/>
                  <a:pt x="8" y="11181"/>
                </a:cubicBezTo>
                <a:lnTo>
                  <a:pt x="11180" y="9"/>
                </a:lnTo>
                <a:cubicBezTo>
                  <a:pt x="11054" y="4"/>
                  <a:pt x="10927" y="0"/>
                  <a:pt x="10800" y="0"/>
                </a:cubicBezTo>
                <a:close/>
                <a:moveTo>
                  <a:pt x="10211" y="17"/>
                </a:moveTo>
                <a:cubicBezTo>
                  <a:pt x="10057" y="25"/>
                  <a:pt x="9903" y="36"/>
                  <a:pt x="9748" y="51"/>
                </a:cubicBezTo>
                <a:lnTo>
                  <a:pt x="50" y="9749"/>
                </a:lnTo>
                <a:cubicBezTo>
                  <a:pt x="35" y="9903"/>
                  <a:pt x="25" y="10057"/>
                  <a:pt x="16" y="10212"/>
                </a:cubicBezTo>
                <a:lnTo>
                  <a:pt x="10211" y="17"/>
                </a:lnTo>
                <a:close/>
                <a:moveTo>
                  <a:pt x="11683" y="38"/>
                </a:moveTo>
                <a:lnTo>
                  <a:pt x="38" y="11684"/>
                </a:lnTo>
                <a:cubicBezTo>
                  <a:pt x="48" y="11814"/>
                  <a:pt x="62" y="11944"/>
                  <a:pt x="78" y="12075"/>
                </a:cubicBezTo>
                <a:lnTo>
                  <a:pt x="12074" y="78"/>
                </a:lnTo>
                <a:cubicBezTo>
                  <a:pt x="11944" y="63"/>
                  <a:pt x="11814" y="49"/>
                  <a:pt x="11683" y="38"/>
                </a:cubicBezTo>
                <a:close/>
                <a:moveTo>
                  <a:pt x="9136" y="131"/>
                </a:moveTo>
                <a:cubicBezTo>
                  <a:pt x="8960" y="158"/>
                  <a:pt x="8786" y="190"/>
                  <a:pt x="8611" y="226"/>
                </a:cubicBezTo>
                <a:lnTo>
                  <a:pt x="226" y="8611"/>
                </a:lnTo>
                <a:cubicBezTo>
                  <a:pt x="190" y="8786"/>
                  <a:pt x="157" y="8961"/>
                  <a:pt x="130" y="9137"/>
                </a:cubicBezTo>
                <a:lnTo>
                  <a:pt x="9136" y="131"/>
                </a:lnTo>
                <a:close/>
                <a:moveTo>
                  <a:pt x="12541" y="143"/>
                </a:moveTo>
                <a:lnTo>
                  <a:pt x="143" y="12541"/>
                </a:lnTo>
                <a:cubicBezTo>
                  <a:pt x="163" y="12663"/>
                  <a:pt x="183" y="12785"/>
                  <a:pt x="207" y="12906"/>
                </a:cubicBezTo>
                <a:lnTo>
                  <a:pt x="12906" y="208"/>
                </a:lnTo>
                <a:cubicBezTo>
                  <a:pt x="12785" y="184"/>
                  <a:pt x="12663" y="163"/>
                  <a:pt x="12541" y="143"/>
                </a:cubicBezTo>
                <a:close/>
                <a:moveTo>
                  <a:pt x="13343" y="303"/>
                </a:moveTo>
                <a:lnTo>
                  <a:pt x="303" y="13343"/>
                </a:lnTo>
                <a:cubicBezTo>
                  <a:pt x="330" y="13456"/>
                  <a:pt x="361" y="13569"/>
                  <a:pt x="392" y="13682"/>
                </a:cubicBezTo>
                <a:lnTo>
                  <a:pt x="13682" y="393"/>
                </a:lnTo>
                <a:cubicBezTo>
                  <a:pt x="13569" y="362"/>
                  <a:pt x="13456" y="331"/>
                  <a:pt x="13343" y="303"/>
                </a:cubicBezTo>
                <a:close/>
                <a:moveTo>
                  <a:pt x="7909" y="395"/>
                </a:moveTo>
                <a:cubicBezTo>
                  <a:pt x="7701" y="452"/>
                  <a:pt x="7495" y="515"/>
                  <a:pt x="7290" y="585"/>
                </a:cubicBezTo>
                <a:lnTo>
                  <a:pt x="584" y="7290"/>
                </a:lnTo>
                <a:cubicBezTo>
                  <a:pt x="514" y="7495"/>
                  <a:pt x="452" y="7702"/>
                  <a:pt x="394" y="7909"/>
                </a:cubicBezTo>
                <a:lnTo>
                  <a:pt x="7909" y="395"/>
                </a:lnTo>
                <a:close/>
                <a:moveTo>
                  <a:pt x="14094" y="515"/>
                </a:moveTo>
                <a:lnTo>
                  <a:pt x="514" y="14094"/>
                </a:lnTo>
                <a:cubicBezTo>
                  <a:pt x="549" y="14202"/>
                  <a:pt x="583" y="14310"/>
                  <a:pt x="620" y="14417"/>
                </a:cubicBezTo>
                <a:lnTo>
                  <a:pt x="14417" y="621"/>
                </a:lnTo>
                <a:cubicBezTo>
                  <a:pt x="14310" y="583"/>
                  <a:pt x="14202" y="549"/>
                  <a:pt x="14094" y="515"/>
                </a:cubicBezTo>
                <a:close/>
                <a:moveTo>
                  <a:pt x="14804" y="767"/>
                </a:moveTo>
                <a:lnTo>
                  <a:pt x="767" y="14804"/>
                </a:lnTo>
                <a:cubicBezTo>
                  <a:pt x="807" y="14905"/>
                  <a:pt x="851" y="15004"/>
                  <a:pt x="894" y="15104"/>
                </a:cubicBezTo>
                <a:lnTo>
                  <a:pt x="15104" y="895"/>
                </a:lnTo>
                <a:cubicBezTo>
                  <a:pt x="15004" y="852"/>
                  <a:pt x="14905" y="807"/>
                  <a:pt x="14804" y="767"/>
                </a:cubicBezTo>
                <a:close/>
                <a:moveTo>
                  <a:pt x="6411" y="932"/>
                </a:moveTo>
                <a:cubicBezTo>
                  <a:pt x="6118" y="1062"/>
                  <a:pt x="5831" y="1206"/>
                  <a:pt x="5549" y="1363"/>
                </a:cubicBezTo>
                <a:lnTo>
                  <a:pt x="1362" y="5549"/>
                </a:lnTo>
                <a:cubicBezTo>
                  <a:pt x="1205" y="5832"/>
                  <a:pt x="1061" y="6119"/>
                  <a:pt x="931" y="6411"/>
                </a:cubicBezTo>
                <a:lnTo>
                  <a:pt x="6411" y="932"/>
                </a:lnTo>
                <a:close/>
                <a:moveTo>
                  <a:pt x="15470" y="1061"/>
                </a:moveTo>
                <a:lnTo>
                  <a:pt x="1060" y="15471"/>
                </a:lnTo>
                <a:cubicBezTo>
                  <a:pt x="1106" y="15567"/>
                  <a:pt x="1153" y="15664"/>
                  <a:pt x="1202" y="15759"/>
                </a:cubicBezTo>
                <a:lnTo>
                  <a:pt x="15759" y="1203"/>
                </a:lnTo>
                <a:cubicBezTo>
                  <a:pt x="15663" y="1153"/>
                  <a:pt x="15567" y="1107"/>
                  <a:pt x="15470" y="1061"/>
                </a:cubicBezTo>
                <a:close/>
                <a:moveTo>
                  <a:pt x="16103" y="1391"/>
                </a:moveTo>
                <a:lnTo>
                  <a:pt x="1391" y="16103"/>
                </a:lnTo>
                <a:cubicBezTo>
                  <a:pt x="1442" y="16194"/>
                  <a:pt x="1494" y="16285"/>
                  <a:pt x="1548" y="16375"/>
                </a:cubicBezTo>
                <a:lnTo>
                  <a:pt x="16375" y="1549"/>
                </a:lnTo>
                <a:cubicBezTo>
                  <a:pt x="16285" y="1495"/>
                  <a:pt x="16194" y="1442"/>
                  <a:pt x="16103" y="1391"/>
                </a:cubicBezTo>
                <a:close/>
                <a:moveTo>
                  <a:pt x="16703" y="1754"/>
                </a:moveTo>
                <a:lnTo>
                  <a:pt x="1753" y="16703"/>
                </a:lnTo>
                <a:cubicBezTo>
                  <a:pt x="1809" y="16788"/>
                  <a:pt x="1869" y="16872"/>
                  <a:pt x="1928" y="16956"/>
                </a:cubicBezTo>
                <a:lnTo>
                  <a:pt x="16956" y="1928"/>
                </a:lnTo>
                <a:cubicBezTo>
                  <a:pt x="16872" y="1869"/>
                  <a:pt x="16788" y="1810"/>
                  <a:pt x="16703" y="1754"/>
                </a:cubicBezTo>
                <a:close/>
                <a:moveTo>
                  <a:pt x="17267" y="2151"/>
                </a:moveTo>
                <a:lnTo>
                  <a:pt x="2151" y="17267"/>
                </a:lnTo>
                <a:cubicBezTo>
                  <a:pt x="2212" y="17349"/>
                  <a:pt x="2274" y="17430"/>
                  <a:pt x="2338" y="17510"/>
                </a:cubicBezTo>
                <a:lnTo>
                  <a:pt x="17510" y="2338"/>
                </a:lnTo>
                <a:cubicBezTo>
                  <a:pt x="17430" y="2275"/>
                  <a:pt x="17349" y="2212"/>
                  <a:pt x="17267" y="2151"/>
                </a:cubicBezTo>
                <a:close/>
                <a:moveTo>
                  <a:pt x="3805" y="2574"/>
                </a:moveTo>
                <a:cubicBezTo>
                  <a:pt x="3586" y="2761"/>
                  <a:pt x="3370" y="2956"/>
                  <a:pt x="3163" y="3163"/>
                </a:cubicBezTo>
                <a:cubicBezTo>
                  <a:pt x="2955" y="3371"/>
                  <a:pt x="2761" y="3586"/>
                  <a:pt x="2574" y="3806"/>
                </a:cubicBezTo>
                <a:lnTo>
                  <a:pt x="3805" y="2574"/>
                </a:lnTo>
                <a:close/>
                <a:moveTo>
                  <a:pt x="17801" y="2579"/>
                </a:moveTo>
                <a:lnTo>
                  <a:pt x="2579" y="17801"/>
                </a:lnTo>
                <a:cubicBezTo>
                  <a:pt x="2645" y="17878"/>
                  <a:pt x="2709" y="17957"/>
                  <a:pt x="2777" y="18032"/>
                </a:cubicBezTo>
                <a:lnTo>
                  <a:pt x="18032" y="2777"/>
                </a:lnTo>
                <a:cubicBezTo>
                  <a:pt x="17957" y="2709"/>
                  <a:pt x="17878" y="2645"/>
                  <a:pt x="17801" y="2579"/>
                </a:cubicBezTo>
                <a:close/>
                <a:moveTo>
                  <a:pt x="18304" y="3036"/>
                </a:moveTo>
                <a:lnTo>
                  <a:pt x="3036" y="18304"/>
                </a:lnTo>
                <a:cubicBezTo>
                  <a:pt x="3079" y="18349"/>
                  <a:pt x="3119" y="18394"/>
                  <a:pt x="3163" y="18438"/>
                </a:cubicBezTo>
                <a:cubicBezTo>
                  <a:pt x="3191" y="18466"/>
                  <a:pt x="3222" y="18492"/>
                  <a:pt x="3250" y="18521"/>
                </a:cubicBezTo>
                <a:lnTo>
                  <a:pt x="18521" y="3251"/>
                </a:lnTo>
                <a:cubicBezTo>
                  <a:pt x="18492" y="3222"/>
                  <a:pt x="18466" y="3192"/>
                  <a:pt x="18438" y="3163"/>
                </a:cubicBezTo>
                <a:cubicBezTo>
                  <a:pt x="18394" y="3119"/>
                  <a:pt x="18348" y="3079"/>
                  <a:pt x="18304" y="3036"/>
                </a:cubicBezTo>
                <a:close/>
                <a:moveTo>
                  <a:pt x="18781" y="3523"/>
                </a:moveTo>
                <a:lnTo>
                  <a:pt x="3522" y="18781"/>
                </a:lnTo>
                <a:cubicBezTo>
                  <a:pt x="3598" y="18850"/>
                  <a:pt x="3676" y="18915"/>
                  <a:pt x="3753" y="18982"/>
                </a:cubicBezTo>
                <a:lnTo>
                  <a:pt x="18982" y="3753"/>
                </a:lnTo>
                <a:cubicBezTo>
                  <a:pt x="18915" y="3676"/>
                  <a:pt x="18850" y="3598"/>
                  <a:pt x="18781" y="3523"/>
                </a:cubicBezTo>
                <a:close/>
                <a:moveTo>
                  <a:pt x="19224" y="4041"/>
                </a:moveTo>
                <a:lnTo>
                  <a:pt x="4041" y="19224"/>
                </a:lnTo>
                <a:cubicBezTo>
                  <a:pt x="4121" y="19289"/>
                  <a:pt x="4202" y="19350"/>
                  <a:pt x="4283" y="19412"/>
                </a:cubicBezTo>
                <a:lnTo>
                  <a:pt x="19412" y="4283"/>
                </a:lnTo>
                <a:cubicBezTo>
                  <a:pt x="19350" y="4202"/>
                  <a:pt x="19289" y="4121"/>
                  <a:pt x="19224" y="4041"/>
                </a:cubicBezTo>
                <a:close/>
                <a:moveTo>
                  <a:pt x="19637" y="4591"/>
                </a:moveTo>
                <a:lnTo>
                  <a:pt x="4591" y="19637"/>
                </a:lnTo>
                <a:cubicBezTo>
                  <a:pt x="4675" y="19696"/>
                  <a:pt x="4758" y="19757"/>
                  <a:pt x="4843" y="19813"/>
                </a:cubicBezTo>
                <a:lnTo>
                  <a:pt x="19813" y="4844"/>
                </a:lnTo>
                <a:cubicBezTo>
                  <a:pt x="19757" y="4758"/>
                  <a:pt x="19696" y="4675"/>
                  <a:pt x="19637" y="4591"/>
                </a:cubicBezTo>
                <a:close/>
                <a:moveTo>
                  <a:pt x="20019" y="5172"/>
                </a:moveTo>
                <a:lnTo>
                  <a:pt x="5172" y="20019"/>
                </a:lnTo>
                <a:cubicBezTo>
                  <a:pt x="5261" y="20073"/>
                  <a:pt x="5351" y="20126"/>
                  <a:pt x="5441" y="20178"/>
                </a:cubicBezTo>
                <a:lnTo>
                  <a:pt x="20178" y="5441"/>
                </a:lnTo>
                <a:cubicBezTo>
                  <a:pt x="20126" y="5351"/>
                  <a:pt x="20073" y="5261"/>
                  <a:pt x="20019" y="5172"/>
                </a:cubicBezTo>
                <a:close/>
                <a:moveTo>
                  <a:pt x="20369" y="5782"/>
                </a:moveTo>
                <a:lnTo>
                  <a:pt x="5782" y="20369"/>
                </a:lnTo>
                <a:cubicBezTo>
                  <a:pt x="5877" y="20419"/>
                  <a:pt x="5974" y="20463"/>
                  <a:pt x="6071" y="20510"/>
                </a:cubicBezTo>
                <a:lnTo>
                  <a:pt x="20510" y="6071"/>
                </a:lnTo>
                <a:cubicBezTo>
                  <a:pt x="20463" y="5975"/>
                  <a:pt x="20419" y="5878"/>
                  <a:pt x="20369" y="5782"/>
                </a:cubicBezTo>
                <a:close/>
                <a:moveTo>
                  <a:pt x="20679" y="6434"/>
                </a:moveTo>
                <a:lnTo>
                  <a:pt x="6434" y="20679"/>
                </a:lnTo>
                <a:cubicBezTo>
                  <a:pt x="6534" y="20723"/>
                  <a:pt x="6633" y="20769"/>
                  <a:pt x="6734" y="20809"/>
                </a:cubicBezTo>
                <a:lnTo>
                  <a:pt x="20809" y="6735"/>
                </a:lnTo>
                <a:cubicBezTo>
                  <a:pt x="20769" y="6634"/>
                  <a:pt x="20723" y="6534"/>
                  <a:pt x="20679" y="6434"/>
                </a:cubicBezTo>
                <a:close/>
                <a:moveTo>
                  <a:pt x="20956" y="7121"/>
                </a:moveTo>
                <a:lnTo>
                  <a:pt x="7120" y="20956"/>
                </a:lnTo>
                <a:cubicBezTo>
                  <a:pt x="7226" y="20994"/>
                  <a:pt x="7333" y="21030"/>
                  <a:pt x="7439" y="21065"/>
                </a:cubicBezTo>
                <a:lnTo>
                  <a:pt x="21065" y="7439"/>
                </a:lnTo>
                <a:cubicBezTo>
                  <a:pt x="21030" y="7333"/>
                  <a:pt x="20994" y="7226"/>
                  <a:pt x="20956" y="7121"/>
                </a:cubicBezTo>
                <a:close/>
                <a:moveTo>
                  <a:pt x="21190" y="7848"/>
                </a:moveTo>
                <a:lnTo>
                  <a:pt x="7848" y="21190"/>
                </a:lnTo>
                <a:cubicBezTo>
                  <a:pt x="7960" y="21221"/>
                  <a:pt x="8073" y="21252"/>
                  <a:pt x="8186" y="21280"/>
                </a:cubicBezTo>
                <a:lnTo>
                  <a:pt x="21280" y="8186"/>
                </a:lnTo>
                <a:cubicBezTo>
                  <a:pt x="21252" y="8073"/>
                  <a:pt x="21221" y="7960"/>
                  <a:pt x="21190" y="7848"/>
                </a:cubicBezTo>
                <a:close/>
                <a:moveTo>
                  <a:pt x="21378" y="8623"/>
                </a:moveTo>
                <a:lnTo>
                  <a:pt x="8623" y="21378"/>
                </a:lnTo>
                <a:cubicBezTo>
                  <a:pt x="8743" y="21402"/>
                  <a:pt x="8863" y="21424"/>
                  <a:pt x="8984" y="21445"/>
                </a:cubicBezTo>
                <a:lnTo>
                  <a:pt x="21445" y="8984"/>
                </a:lnTo>
                <a:cubicBezTo>
                  <a:pt x="21424" y="8864"/>
                  <a:pt x="21402" y="8743"/>
                  <a:pt x="21378" y="8623"/>
                </a:cubicBezTo>
                <a:close/>
                <a:moveTo>
                  <a:pt x="21514" y="9448"/>
                </a:moveTo>
                <a:lnTo>
                  <a:pt x="9447" y="21514"/>
                </a:lnTo>
                <a:cubicBezTo>
                  <a:pt x="9576" y="21530"/>
                  <a:pt x="9704" y="21546"/>
                  <a:pt x="9833" y="21557"/>
                </a:cubicBezTo>
                <a:lnTo>
                  <a:pt x="21557" y="9834"/>
                </a:lnTo>
                <a:cubicBezTo>
                  <a:pt x="21546" y="9705"/>
                  <a:pt x="21530" y="9576"/>
                  <a:pt x="21514" y="9448"/>
                </a:cubicBezTo>
                <a:close/>
                <a:moveTo>
                  <a:pt x="21590" y="10333"/>
                </a:moveTo>
                <a:lnTo>
                  <a:pt x="10332" y="21590"/>
                </a:lnTo>
                <a:cubicBezTo>
                  <a:pt x="10473" y="21596"/>
                  <a:pt x="10613" y="21599"/>
                  <a:pt x="10753" y="21600"/>
                </a:cubicBezTo>
                <a:lnTo>
                  <a:pt x="21600" y="10754"/>
                </a:lnTo>
                <a:cubicBezTo>
                  <a:pt x="21599" y="10613"/>
                  <a:pt x="21596" y="10473"/>
                  <a:pt x="21590" y="10333"/>
                </a:cubicBezTo>
                <a:close/>
                <a:moveTo>
                  <a:pt x="21590" y="11296"/>
                </a:moveTo>
                <a:lnTo>
                  <a:pt x="11295" y="21590"/>
                </a:lnTo>
                <a:cubicBezTo>
                  <a:pt x="11449" y="21583"/>
                  <a:pt x="11603" y="21572"/>
                  <a:pt x="11757" y="21558"/>
                </a:cubicBezTo>
                <a:lnTo>
                  <a:pt x="21558" y="11757"/>
                </a:lnTo>
                <a:cubicBezTo>
                  <a:pt x="21572" y="11603"/>
                  <a:pt x="21583" y="11450"/>
                  <a:pt x="21590" y="11296"/>
                </a:cubicBezTo>
                <a:close/>
                <a:moveTo>
                  <a:pt x="21489" y="12358"/>
                </a:moveTo>
                <a:lnTo>
                  <a:pt x="12358" y="21489"/>
                </a:lnTo>
                <a:cubicBezTo>
                  <a:pt x="12531" y="21464"/>
                  <a:pt x="12703" y="21434"/>
                  <a:pt x="12876" y="21400"/>
                </a:cubicBezTo>
                <a:lnTo>
                  <a:pt x="21400" y="12876"/>
                </a:lnTo>
                <a:cubicBezTo>
                  <a:pt x="21434" y="12704"/>
                  <a:pt x="21464" y="12531"/>
                  <a:pt x="21489" y="12358"/>
                </a:cubicBezTo>
                <a:close/>
                <a:moveTo>
                  <a:pt x="21239" y="13569"/>
                </a:moveTo>
                <a:lnTo>
                  <a:pt x="13569" y="21239"/>
                </a:lnTo>
                <a:cubicBezTo>
                  <a:pt x="13774" y="21185"/>
                  <a:pt x="13978" y="21125"/>
                  <a:pt x="14181" y="21058"/>
                </a:cubicBezTo>
                <a:lnTo>
                  <a:pt x="21058" y="14181"/>
                </a:lnTo>
                <a:cubicBezTo>
                  <a:pt x="21125" y="13978"/>
                  <a:pt x="21185" y="13774"/>
                  <a:pt x="21239" y="13569"/>
                </a:cubicBezTo>
                <a:close/>
                <a:moveTo>
                  <a:pt x="20736" y="15035"/>
                </a:moveTo>
                <a:lnTo>
                  <a:pt x="15035" y="20736"/>
                </a:lnTo>
                <a:cubicBezTo>
                  <a:pt x="15310" y="20619"/>
                  <a:pt x="15581" y="20493"/>
                  <a:pt x="15848" y="20352"/>
                </a:cubicBezTo>
                <a:lnTo>
                  <a:pt x="20352" y="15848"/>
                </a:lnTo>
                <a:cubicBezTo>
                  <a:pt x="20493" y="15581"/>
                  <a:pt x="20619" y="15310"/>
                  <a:pt x="20736" y="15035"/>
                </a:cubicBezTo>
                <a:close/>
                <a:moveTo>
                  <a:pt x="19400" y="17332"/>
                </a:moveTo>
                <a:lnTo>
                  <a:pt x="17332" y="19400"/>
                </a:lnTo>
                <a:cubicBezTo>
                  <a:pt x="17716" y="19108"/>
                  <a:pt x="18087" y="18789"/>
                  <a:pt x="18438" y="18438"/>
                </a:cubicBezTo>
                <a:cubicBezTo>
                  <a:pt x="18788" y="18087"/>
                  <a:pt x="19107" y="17716"/>
                  <a:pt x="19400" y="17332"/>
                </a:cubicBezTo>
                <a:close/>
              </a:path>
            </a:pathLst>
          </a:custGeom>
          <a:solidFill>
            <a:schemeClr val="accent4"/>
          </a:solidFill>
          <a:ln w="12700">
            <a:miter lim="400000"/>
          </a:ln>
        </p:spPr>
        <p:txBody>
          <a:bodyPr lIns="0" tIns="0" rIns="0" bIns="0" anchor="ctr"/>
          <a:lstStyle/>
          <a:p>
            <a:pPr marL="0" marR="0" lvl="0" indent="0" algn="ctr" defTabSz="8255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 kumimoji="0" sz="32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Helvetica Neue Medium"/>
              <a:sym typeface="Helvetica Neue Medium"/>
            </a:endParaRPr>
          </a:p>
        </p:txBody>
      </p:sp>
      <p:sp>
        <p:nvSpPr>
          <p:cNvPr id="218" name="Shape">
            <a:extLst>
              <a:ext uri="{FF2B5EF4-FFF2-40B4-BE49-F238E27FC236}">
                <a16:creationId xmlns:a16="http://schemas.microsoft.com/office/drawing/2014/main" id="{A095188F-0723-C5DC-3318-C12B5E8FF531}"/>
              </a:ext>
            </a:extLst>
          </p:cNvPr>
          <p:cNvSpPr/>
          <p:nvPr/>
        </p:nvSpPr>
        <p:spPr>
          <a:xfrm>
            <a:off x="1688166" y="791392"/>
            <a:ext cx="7163901" cy="716420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800" y="0"/>
                </a:moveTo>
                <a:cubicBezTo>
                  <a:pt x="10787" y="0"/>
                  <a:pt x="10773" y="1"/>
                  <a:pt x="10759" y="1"/>
                </a:cubicBezTo>
                <a:lnTo>
                  <a:pt x="1" y="10760"/>
                </a:lnTo>
                <a:cubicBezTo>
                  <a:pt x="0" y="10900"/>
                  <a:pt x="3" y="11040"/>
                  <a:pt x="8" y="11181"/>
                </a:cubicBezTo>
                <a:lnTo>
                  <a:pt x="11180" y="9"/>
                </a:lnTo>
                <a:cubicBezTo>
                  <a:pt x="11054" y="4"/>
                  <a:pt x="10927" y="0"/>
                  <a:pt x="10800" y="0"/>
                </a:cubicBezTo>
                <a:close/>
                <a:moveTo>
                  <a:pt x="10211" y="17"/>
                </a:moveTo>
                <a:cubicBezTo>
                  <a:pt x="10057" y="25"/>
                  <a:pt x="9903" y="36"/>
                  <a:pt x="9748" y="51"/>
                </a:cubicBezTo>
                <a:lnTo>
                  <a:pt x="50" y="9749"/>
                </a:lnTo>
                <a:cubicBezTo>
                  <a:pt x="35" y="9903"/>
                  <a:pt x="25" y="10057"/>
                  <a:pt x="16" y="10212"/>
                </a:cubicBezTo>
                <a:lnTo>
                  <a:pt x="10211" y="17"/>
                </a:lnTo>
                <a:close/>
                <a:moveTo>
                  <a:pt x="11683" y="38"/>
                </a:moveTo>
                <a:lnTo>
                  <a:pt x="38" y="11684"/>
                </a:lnTo>
                <a:cubicBezTo>
                  <a:pt x="48" y="11814"/>
                  <a:pt x="62" y="11944"/>
                  <a:pt x="78" y="12075"/>
                </a:cubicBezTo>
                <a:lnTo>
                  <a:pt x="12074" y="78"/>
                </a:lnTo>
                <a:cubicBezTo>
                  <a:pt x="11944" y="63"/>
                  <a:pt x="11814" y="49"/>
                  <a:pt x="11683" y="38"/>
                </a:cubicBezTo>
                <a:close/>
                <a:moveTo>
                  <a:pt x="9136" y="131"/>
                </a:moveTo>
                <a:cubicBezTo>
                  <a:pt x="8960" y="158"/>
                  <a:pt x="8786" y="190"/>
                  <a:pt x="8611" y="226"/>
                </a:cubicBezTo>
                <a:lnTo>
                  <a:pt x="226" y="8611"/>
                </a:lnTo>
                <a:cubicBezTo>
                  <a:pt x="190" y="8786"/>
                  <a:pt x="157" y="8961"/>
                  <a:pt x="130" y="9137"/>
                </a:cubicBezTo>
                <a:lnTo>
                  <a:pt x="9136" y="131"/>
                </a:lnTo>
                <a:close/>
                <a:moveTo>
                  <a:pt x="12541" y="143"/>
                </a:moveTo>
                <a:lnTo>
                  <a:pt x="143" y="12541"/>
                </a:lnTo>
                <a:cubicBezTo>
                  <a:pt x="163" y="12663"/>
                  <a:pt x="183" y="12785"/>
                  <a:pt x="207" y="12906"/>
                </a:cubicBezTo>
                <a:lnTo>
                  <a:pt x="12906" y="208"/>
                </a:lnTo>
                <a:cubicBezTo>
                  <a:pt x="12785" y="184"/>
                  <a:pt x="12663" y="163"/>
                  <a:pt x="12541" y="143"/>
                </a:cubicBezTo>
                <a:close/>
                <a:moveTo>
                  <a:pt x="13343" y="303"/>
                </a:moveTo>
                <a:lnTo>
                  <a:pt x="303" y="13343"/>
                </a:lnTo>
                <a:cubicBezTo>
                  <a:pt x="330" y="13456"/>
                  <a:pt x="361" y="13569"/>
                  <a:pt x="392" y="13682"/>
                </a:cubicBezTo>
                <a:lnTo>
                  <a:pt x="13682" y="393"/>
                </a:lnTo>
                <a:cubicBezTo>
                  <a:pt x="13569" y="362"/>
                  <a:pt x="13456" y="331"/>
                  <a:pt x="13343" y="303"/>
                </a:cubicBezTo>
                <a:close/>
                <a:moveTo>
                  <a:pt x="7909" y="395"/>
                </a:moveTo>
                <a:cubicBezTo>
                  <a:pt x="7701" y="452"/>
                  <a:pt x="7495" y="515"/>
                  <a:pt x="7290" y="585"/>
                </a:cubicBezTo>
                <a:lnTo>
                  <a:pt x="584" y="7290"/>
                </a:lnTo>
                <a:cubicBezTo>
                  <a:pt x="514" y="7495"/>
                  <a:pt x="452" y="7702"/>
                  <a:pt x="394" y="7909"/>
                </a:cubicBezTo>
                <a:lnTo>
                  <a:pt x="7909" y="395"/>
                </a:lnTo>
                <a:close/>
                <a:moveTo>
                  <a:pt x="14094" y="515"/>
                </a:moveTo>
                <a:lnTo>
                  <a:pt x="514" y="14094"/>
                </a:lnTo>
                <a:cubicBezTo>
                  <a:pt x="549" y="14202"/>
                  <a:pt x="583" y="14310"/>
                  <a:pt x="620" y="14417"/>
                </a:cubicBezTo>
                <a:lnTo>
                  <a:pt x="14417" y="621"/>
                </a:lnTo>
                <a:cubicBezTo>
                  <a:pt x="14310" y="583"/>
                  <a:pt x="14202" y="549"/>
                  <a:pt x="14094" y="515"/>
                </a:cubicBezTo>
                <a:close/>
                <a:moveTo>
                  <a:pt x="14804" y="767"/>
                </a:moveTo>
                <a:lnTo>
                  <a:pt x="767" y="14804"/>
                </a:lnTo>
                <a:cubicBezTo>
                  <a:pt x="807" y="14905"/>
                  <a:pt x="851" y="15004"/>
                  <a:pt x="894" y="15104"/>
                </a:cubicBezTo>
                <a:lnTo>
                  <a:pt x="15104" y="895"/>
                </a:lnTo>
                <a:cubicBezTo>
                  <a:pt x="15004" y="852"/>
                  <a:pt x="14905" y="807"/>
                  <a:pt x="14804" y="767"/>
                </a:cubicBezTo>
                <a:close/>
                <a:moveTo>
                  <a:pt x="6411" y="932"/>
                </a:moveTo>
                <a:cubicBezTo>
                  <a:pt x="6118" y="1062"/>
                  <a:pt x="5831" y="1206"/>
                  <a:pt x="5549" y="1363"/>
                </a:cubicBezTo>
                <a:lnTo>
                  <a:pt x="1362" y="5549"/>
                </a:lnTo>
                <a:cubicBezTo>
                  <a:pt x="1205" y="5832"/>
                  <a:pt x="1061" y="6119"/>
                  <a:pt x="931" y="6411"/>
                </a:cubicBezTo>
                <a:lnTo>
                  <a:pt x="6411" y="932"/>
                </a:lnTo>
                <a:close/>
                <a:moveTo>
                  <a:pt x="15470" y="1061"/>
                </a:moveTo>
                <a:lnTo>
                  <a:pt x="1060" y="15471"/>
                </a:lnTo>
                <a:cubicBezTo>
                  <a:pt x="1106" y="15567"/>
                  <a:pt x="1153" y="15664"/>
                  <a:pt x="1202" y="15759"/>
                </a:cubicBezTo>
                <a:lnTo>
                  <a:pt x="15759" y="1203"/>
                </a:lnTo>
                <a:cubicBezTo>
                  <a:pt x="15663" y="1153"/>
                  <a:pt x="15567" y="1107"/>
                  <a:pt x="15470" y="1061"/>
                </a:cubicBezTo>
                <a:close/>
                <a:moveTo>
                  <a:pt x="16103" y="1391"/>
                </a:moveTo>
                <a:lnTo>
                  <a:pt x="1391" y="16103"/>
                </a:lnTo>
                <a:cubicBezTo>
                  <a:pt x="1442" y="16194"/>
                  <a:pt x="1494" y="16285"/>
                  <a:pt x="1548" y="16375"/>
                </a:cubicBezTo>
                <a:lnTo>
                  <a:pt x="16375" y="1549"/>
                </a:lnTo>
                <a:cubicBezTo>
                  <a:pt x="16285" y="1495"/>
                  <a:pt x="16194" y="1442"/>
                  <a:pt x="16103" y="1391"/>
                </a:cubicBezTo>
                <a:close/>
                <a:moveTo>
                  <a:pt x="16703" y="1754"/>
                </a:moveTo>
                <a:lnTo>
                  <a:pt x="1753" y="16703"/>
                </a:lnTo>
                <a:cubicBezTo>
                  <a:pt x="1809" y="16788"/>
                  <a:pt x="1869" y="16872"/>
                  <a:pt x="1928" y="16956"/>
                </a:cubicBezTo>
                <a:lnTo>
                  <a:pt x="16956" y="1928"/>
                </a:lnTo>
                <a:cubicBezTo>
                  <a:pt x="16872" y="1869"/>
                  <a:pt x="16788" y="1810"/>
                  <a:pt x="16703" y="1754"/>
                </a:cubicBezTo>
                <a:close/>
                <a:moveTo>
                  <a:pt x="17267" y="2151"/>
                </a:moveTo>
                <a:lnTo>
                  <a:pt x="2151" y="17267"/>
                </a:lnTo>
                <a:cubicBezTo>
                  <a:pt x="2212" y="17349"/>
                  <a:pt x="2274" y="17430"/>
                  <a:pt x="2338" y="17510"/>
                </a:cubicBezTo>
                <a:lnTo>
                  <a:pt x="17510" y="2338"/>
                </a:lnTo>
                <a:cubicBezTo>
                  <a:pt x="17430" y="2275"/>
                  <a:pt x="17349" y="2212"/>
                  <a:pt x="17267" y="2151"/>
                </a:cubicBezTo>
                <a:close/>
                <a:moveTo>
                  <a:pt x="3805" y="2574"/>
                </a:moveTo>
                <a:cubicBezTo>
                  <a:pt x="3586" y="2761"/>
                  <a:pt x="3370" y="2956"/>
                  <a:pt x="3163" y="3163"/>
                </a:cubicBezTo>
                <a:cubicBezTo>
                  <a:pt x="2955" y="3371"/>
                  <a:pt x="2761" y="3586"/>
                  <a:pt x="2574" y="3806"/>
                </a:cubicBezTo>
                <a:lnTo>
                  <a:pt x="3805" y="2574"/>
                </a:lnTo>
                <a:close/>
                <a:moveTo>
                  <a:pt x="17801" y="2579"/>
                </a:moveTo>
                <a:lnTo>
                  <a:pt x="2579" y="17801"/>
                </a:lnTo>
                <a:cubicBezTo>
                  <a:pt x="2645" y="17878"/>
                  <a:pt x="2709" y="17957"/>
                  <a:pt x="2777" y="18032"/>
                </a:cubicBezTo>
                <a:lnTo>
                  <a:pt x="18032" y="2777"/>
                </a:lnTo>
                <a:cubicBezTo>
                  <a:pt x="17957" y="2709"/>
                  <a:pt x="17878" y="2645"/>
                  <a:pt x="17801" y="2579"/>
                </a:cubicBezTo>
                <a:close/>
                <a:moveTo>
                  <a:pt x="18304" y="3036"/>
                </a:moveTo>
                <a:lnTo>
                  <a:pt x="3036" y="18304"/>
                </a:lnTo>
                <a:cubicBezTo>
                  <a:pt x="3079" y="18349"/>
                  <a:pt x="3119" y="18394"/>
                  <a:pt x="3163" y="18438"/>
                </a:cubicBezTo>
                <a:cubicBezTo>
                  <a:pt x="3191" y="18466"/>
                  <a:pt x="3222" y="18492"/>
                  <a:pt x="3250" y="18521"/>
                </a:cubicBezTo>
                <a:lnTo>
                  <a:pt x="18521" y="3251"/>
                </a:lnTo>
                <a:cubicBezTo>
                  <a:pt x="18492" y="3222"/>
                  <a:pt x="18466" y="3192"/>
                  <a:pt x="18438" y="3163"/>
                </a:cubicBezTo>
                <a:cubicBezTo>
                  <a:pt x="18394" y="3119"/>
                  <a:pt x="18348" y="3079"/>
                  <a:pt x="18304" y="3036"/>
                </a:cubicBezTo>
                <a:close/>
                <a:moveTo>
                  <a:pt x="18781" y="3523"/>
                </a:moveTo>
                <a:lnTo>
                  <a:pt x="3522" y="18781"/>
                </a:lnTo>
                <a:cubicBezTo>
                  <a:pt x="3598" y="18850"/>
                  <a:pt x="3676" y="18915"/>
                  <a:pt x="3753" y="18982"/>
                </a:cubicBezTo>
                <a:lnTo>
                  <a:pt x="18982" y="3753"/>
                </a:lnTo>
                <a:cubicBezTo>
                  <a:pt x="18915" y="3676"/>
                  <a:pt x="18850" y="3598"/>
                  <a:pt x="18781" y="3523"/>
                </a:cubicBezTo>
                <a:close/>
                <a:moveTo>
                  <a:pt x="19224" y="4041"/>
                </a:moveTo>
                <a:lnTo>
                  <a:pt x="4041" y="19224"/>
                </a:lnTo>
                <a:cubicBezTo>
                  <a:pt x="4121" y="19289"/>
                  <a:pt x="4202" y="19350"/>
                  <a:pt x="4283" y="19412"/>
                </a:cubicBezTo>
                <a:lnTo>
                  <a:pt x="19412" y="4283"/>
                </a:lnTo>
                <a:cubicBezTo>
                  <a:pt x="19350" y="4202"/>
                  <a:pt x="19289" y="4121"/>
                  <a:pt x="19224" y="4041"/>
                </a:cubicBezTo>
                <a:close/>
                <a:moveTo>
                  <a:pt x="19637" y="4591"/>
                </a:moveTo>
                <a:lnTo>
                  <a:pt x="4591" y="19637"/>
                </a:lnTo>
                <a:cubicBezTo>
                  <a:pt x="4675" y="19696"/>
                  <a:pt x="4758" y="19757"/>
                  <a:pt x="4843" y="19813"/>
                </a:cubicBezTo>
                <a:lnTo>
                  <a:pt x="19813" y="4844"/>
                </a:lnTo>
                <a:cubicBezTo>
                  <a:pt x="19757" y="4758"/>
                  <a:pt x="19696" y="4675"/>
                  <a:pt x="19637" y="4591"/>
                </a:cubicBezTo>
                <a:close/>
                <a:moveTo>
                  <a:pt x="20019" y="5172"/>
                </a:moveTo>
                <a:lnTo>
                  <a:pt x="5172" y="20019"/>
                </a:lnTo>
                <a:cubicBezTo>
                  <a:pt x="5261" y="20073"/>
                  <a:pt x="5351" y="20126"/>
                  <a:pt x="5441" y="20178"/>
                </a:cubicBezTo>
                <a:lnTo>
                  <a:pt x="20178" y="5441"/>
                </a:lnTo>
                <a:cubicBezTo>
                  <a:pt x="20126" y="5351"/>
                  <a:pt x="20073" y="5261"/>
                  <a:pt x="20019" y="5172"/>
                </a:cubicBezTo>
                <a:close/>
                <a:moveTo>
                  <a:pt x="20369" y="5782"/>
                </a:moveTo>
                <a:lnTo>
                  <a:pt x="5782" y="20369"/>
                </a:lnTo>
                <a:cubicBezTo>
                  <a:pt x="5877" y="20419"/>
                  <a:pt x="5974" y="20463"/>
                  <a:pt x="6071" y="20510"/>
                </a:cubicBezTo>
                <a:lnTo>
                  <a:pt x="20510" y="6071"/>
                </a:lnTo>
                <a:cubicBezTo>
                  <a:pt x="20463" y="5975"/>
                  <a:pt x="20419" y="5878"/>
                  <a:pt x="20369" y="5782"/>
                </a:cubicBezTo>
                <a:close/>
                <a:moveTo>
                  <a:pt x="20679" y="6434"/>
                </a:moveTo>
                <a:lnTo>
                  <a:pt x="6434" y="20679"/>
                </a:lnTo>
                <a:cubicBezTo>
                  <a:pt x="6534" y="20723"/>
                  <a:pt x="6633" y="20769"/>
                  <a:pt x="6734" y="20809"/>
                </a:cubicBezTo>
                <a:lnTo>
                  <a:pt x="20809" y="6735"/>
                </a:lnTo>
                <a:cubicBezTo>
                  <a:pt x="20769" y="6634"/>
                  <a:pt x="20723" y="6534"/>
                  <a:pt x="20679" y="6434"/>
                </a:cubicBezTo>
                <a:close/>
                <a:moveTo>
                  <a:pt x="20956" y="7121"/>
                </a:moveTo>
                <a:lnTo>
                  <a:pt x="7120" y="20956"/>
                </a:lnTo>
                <a:cubicBezTo>
                  <a:pt x="7226" y="20994"/>
                  <a:pt x="7333" y="21030"/>
                  <a:pt x="7439" y="21065"/>
                </a:cubicBezTo>
                <a:lnTo>
                  <a:pt x="21065" y="7439"/>
                </a:lnTo>
                <a:cubicBezTo>
                  <a:pt x="21030" y="7333"/>
                  <a:pt x="20994" y="7226"/>
                  <a:pt x="20956" y="7121"/>
                </a:cubicBezTo>
                <a:close/>
                <a:moveTo>
                  <a:pt x="21190" y="7848"/>
                </a:moveTo>
                <a:lnTo>
                  <a:pt x="7848" y="21190"/>
                </a:lnTo>
                <a:cubicBezTo>
                  <a:pt x="7960" y="21221"/>
                  <a:pt x="8073" y="21252"/>
                  <a:pt x="8186" y="21280"/>
                </a:cubicBezTo>
                <a:lnTo>
                  <a:pt x="21280" y="8186"/>
                </a:lnTo>
                <a:cubicBezTo>
                  <a:pt x="21252" y="8073"/>
                  <a:pt x="21221" y="7960"/>
                  <a:pt x="21190" y="7848"/>
                </a:cubicBezTo>
                <a:close/>
                <a:moveTo>
                  <a:pt x="21378" y="8623"/>
                </a:moveTo>
                <a:lnTo>
                  <a:pt x="8623" y="21378"/>
                </a:lnTo>
                <a:cubicBezTo>
                  <a:pt x="8743" y="21402"/>
                  <a:pt x="8863" y="21424"/>
                  <a:pt x="8984" y="21445"/>
                </a:cubicBezTo>
                <a:lnTo>
                  <a:pt x="21445" y="8984"/>
                </a:lnTo>
                <a:cubicBezTo>
                  <a:pt x="21424" y="8864"/>
                  <a:pt x="21402" y="8743"/>
                  <a:pt x="21378" y="8623"/>
                </a:cubicBezTo>
                <a:close/>
                <a:moveTo>
                  <a:pt x="21514" y="9448"/>
                </a:moveTo>
                <a:lnTo>
                  <a:pt x="9447" y="21514"/>
                </a:lnTo>
                <a:cubicBezTo>
                  <a:pt x="9576" y="21530"/>
                  <a:pt x="9704" y="21546"/>
                  <a:pt x="9833" y="21557"/>
                </a:cubicBezTo>
                <a:lnTo>
                  <a:pt x="21557" y="9834"/>
                </a:lnTo>
                <a:cubicBezTo>
                  <a:pt x="21546" y="9705"/>
                  <a:pt x="21530" y="9576"/>
                  <a:pt x="21514" y="9448"/>
                </a:cubicBezTo>
                <a:close/>
                <a:moveTo>
                  <a:pt x="21590" y="10333"/>
                </a:moveTo>
                <a:lnTo>
                  <a:pt x="10332" y="21590"/>
                </a:lnTo>
                <a:cubicBezTo>
                  <a:pt x="10473" y="21596"/>
                  <a:pt x="10613" y="21599"/>
                  <a:pt x="10753" y="21600"/>
                </a:cubicBezTo>
                <a:lnTo>
                  <a:pt x="21600" y="10754"/>
                </a:lnTo>
                <a:cubicBezTo>
                  <a:pt x="21599" y="10613"/>
                  <a:pt x="21596" y="10473"/>
                  <a:pt x="21590" y="10333"/>
                </a:cubicBezTo>
                <a:close/>
                <a:moveTo>
                  <a:pt x="21590" y="11296"/>
                </a:moveTo>
                <a:lnTo>
                  <a:pt x="11295" y="21590"/>
                </a:lnTo>
                <a:cubicBezTo>
                  <a:pt x="11449" y="21583"/>
                  <a:pt x="11603" y="21572"/>
                  <a:pt x="11757" y="21558"/>
                </a:cubicBezTo>
                <a:lnTo>
                  <a:pt x="21558" y="11757"/>
                </a:lnTo>
                <a:cubicBezTo>
                  <a:pt x="21572" y="11603"/>
                  <a:pt x="21583" y="11450"/>
                  <a:pt x="21590" y="11296"/>
                </a:cubicBezTo>
                <a:close/>
                <a:moveTo>
                  <a:pt x="21489" y="12358"/>
                </a:moveTo>
                <a:lnTo>
                  <a:pt x="12358" y="21489"/>
                </a:lnTo>
                <a:cubicBezTo>
                  <a:pt x="12531" y="21464"/>
                  <a:pt x="12703" y="21434"/>
                  <a:pt x="12876" y="21400"/>
                </a:cubicBezTo>
                <a:lnTo>
                  <a:pt x="21400" y="12876"/>
                </a:lnTo>
                <a:cubicBezTo>
                  <a:pt x="21434" y="12704"/>
                  <a:pt x="21464" y="12531"/>
                  <a:pt x="21489" y="12358"/>
                </a:cubicBezTo>
                <a:close/>
                <a:moveTo>
                  <a:pt x="21239" y="13569"/>
                </a:moveTo>
                <a:lnTo>
                  <a:pt x="13569" y="21239"/>
                </a:lnTo>
                <a:cubicBezTo>
                  <a:pt x="13774" y="21185"/>
                  <a:pt x="13978" y="21125"/>
                  <a:pt x="14181" y="21058"/>
                </a:cubicBezTo>
                <a:lnTo>
                  <a:pt x="21058" y="14181"/>
                </a:lnTo>
                <a:cubicBezTo>
                  <a:pt x="21125" y="13978"/>
                  <a:pt x="21185" y="13774"/>
                  <a:pt x="21239" y="13569"/>
                </a:cubicBezTo>
                <a:close/>
                <a:moveTo>
                  <a:pt x="20736" y="15035"/>
                </a:moveTo>
                <a:lnTo>
                  <a:pt x="15035" y="20736"/>
                </a:lnTo>
                <a:cubicBezTo>
                  <a:pt x="15310" y="20619"/>
                  <a:pt x="15581" y="20493"/>
                  <a:pt x="15848" y="20352"/>
                </a:cubicBezTo>
                <a:lnTo>
                  <a:pt x="20352" y="15848"/>
                </a:lnTo>
                <a:cubicBezTo>
                  <a:pt x="20493" y="15581"/>
                  <a:pt x="20619" y="15310"/>
                  <a:pt x="20736" y="15035"/>
                </a:cubicBezTo>
                <a:close/>
                <a:moveTo>
                  <a:pt x="19400" y="17332"/>
                </a:moveTo>
                <a:lnTo>
                  <a:pt x="17332" y="19400"/>
                </a:lnTo>
                <a:cubicBezTo>
                  <a:pt x="17716" y="19108"/>
                  <a:pt x="18087" y="18789"/>
                  <a:pt x="18438" y="18438"/>
                </a:cubicBezTo>
                <a:cubicBezTo>
                  <a:pt x="18788" y="18087"/>
                  <a:pt x="19107" y="17716"/>
                  <a:pt x="19400" y="17332"/>
                </a:cubicBezTo>
                <a:close/>
              </a:path>
            </a:pathLst>
          </a:custGeom>
          <a:solidFill>
            <a:schemeClr val="accent4"/>
          </a:solidFill>
          <a:ln w="12700">
            <a:miter lim="400000"/>
          </a:ln>
        </p:spPr>
        <p:txBody>
          <a:bodyPr lIns="0" tIns="0" rIns="0" bIns="0" anchor="ctr"/>
          <a:lstStyle/>
          <a:p>
            <a:pPr marL="0" marR="0" lvl="0" indent="0" algn="ctr" defTabSz="8255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 kumimoji="0" sz="32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Helvetica Neue Medium"/>
              <a:sym typeface="Helvetica Neue Medium"/>
            </a:endParaRPr>
          </a:p>
        </p:txBody>
      </p:sp>
      <p:sp>
        <p:nvSpPr>
          <p:cNvPr id="219" name="Shape">
            <a:extLst>
              <a:ext uri="{FF2B5EF4-FFF2-40B4-BE49-F238E27FC236}">
                <a16:creationId xmlns:a16="http://schemas.microsoft.com/office/drawing/2014/main" id="{C0708C5C-7263-A71A-E294-6DB12987A8C3}"/>
              </a:ext>
            </a:extLst>
          </p:cNvPr>
          <p:cNvSpPr/>
          <p:nvPr/>
        </p:nvSpPr>
        <p:spPr>
          <a:xfrm>
            <a:off x="11727838" y="12253507"/>
            <a:ext cx="4276957" cy="427713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800" y="0"/>
                </a:moveTo>
                <a:cubicBezTo>
                  <a:pt x="10787" y="0"/>
                  <a:pt x="10773" y="1"/>
                  <a:pt x="10759" y="1"/>
                </a:cubicBezTo>
                <a:lnTo>
                  <a:pt x="1" y="10760"/>
                </a:lnTo>
                <a:cubicBezTo>
                  <a:pt x="0" y="10900"/>
                  <a:pt x="3" y="11040"/>
                  <a:pt x="8" y="11181"/>
                </a:cubicBezTo>
                <a:lnTo>
                  <a:pt x="11180" y="9"/>
                </a:lnTo>
                <a:cubicBezTo>
                  <a:pt x="11054" y="4"/>
                  <a:pt x="10927" y="0"/>
                  <a:pt x="10800" y="0"/>
                </a:cubicBezTo>
                <a:close/>
                <a:moveTo>
                  <a:pt x="10211" y="17"/>
                </a:moveTo>
                <a:cubicBezTo>
                  <a:pt x="10057" y="25"/>
                  <a:pt x="9903" y="36"/>
                  <a:pt x="9748" y="51"/>
                </a:cubicBezTo>
                <a:lnTo>
                  <a:pt x="50" y="9749"/>
                </a:lnTo>
                <a:cubicBezTo>
                  <a:pt x="35" y="9903"/>
                  <a:pt x="25" y="10057"/>
                  <a:pt x="16" y="10212"/>
                </a:cubicBezTo>
                <a:lnTo>
                  <a:pt x="10211" y="17"/>
                </a:lnTo>
                <a:close/>
                <a:moveTo>
                  <a:pt x="11683" y="38"/>
                </a:moveTo>
                <a:lnTo>
                  <a:pt x="38" y="11684"/>
                </a:lnTo>
                <a:cubicBezTo>
                  <a:pt x="48" y="11814"/>
                  <a:pt x="62" y="11944"/>
                  <a:pt x="78" y="12075"/>
                </a:cubicBezTo>
                <a:lnTo>
                  <a:pt x="12074" y="78"/>
                </a:lnTo>
                <a:cubicBezTo>
                  <a:pt x="11944" y="63"/>
                  <a:pt x="11814" y="49"/>
                  <a:pt x="11683" y="38"/>
                </a:cubicBezTo>
                <a:close/>
                <a:moveTo>
                  <a:pt x="9136" y="131"/>
                </a:moveTo>
                <a:cubicBezTo>
                  <a:pt x="8960" y="158"/>
                  <a:pt x="8786" y="190"/>
                  <a:pt x="8611" y="226"/>
                </a:cubicBezTo>
                <a:lnTo>
                  <a:pt x="226" y="8611"/>
                </a:lnTo>
                <a:cubicBezTo>
                  <a:pt x="190" y="8786"/>
                  <a:pt x="157" y="8961"/>
                  <a:pt x="130" y="9137"/>
                </a:cubicBezTo>
                <a:lnTo>
                  <a:pt x="9136" y="131"/>
                </a:lnTo>
                <a:close/>
                <a:moveTo>
                  <a:pt x="12541" y="143"/>
                </a:moveTo>
                <a:lnTo>
                  <a:pt x="143" y="12541"/>
                </a:lnTo>
                <a:cubicBezTo>
                  <a:pt x="163" y="12663"/>
                  <a:pt x="183" y="12785"/>
                  <a:pt x="207" y="12906"/>
                </a:cubicBezTo>
                <a:lnTo>
                  <a:pt x="12906" y="208"/>
                </a:lnTo>
                <a:cubicBezTo>
                  <a:pt x="12785" y="184"/>
                  <a:pt x="12663" y="163"/>
                  <a:pt x="12541" y="143"/>
                </a:cubicBezTo>
                <a:close/>
                <a:moveTo>
                  <a:pt x="13343" y="303"/>
                </a:moveTo>
                <a:lnTo>
                  <a:pt x="303" y="13343"/>
                </a:lnTo>
                <a:cubicBezTo>
                  <a:pt x="330" y="13456"/>
                  <a:pt x="361" y="13569"/>
                  <a:pt x="392" y="13682"/>
                </a:cubicBezTo>
                <a:lnTo>
                  <a:pt x="13682" y="393"/>
                </a:lnTo>
                <a:cubicBezTo>
                  <a:pt x="13569" y="362"/>
                  <a:pt x="13456" y="331"/>
                  <a:pt x="13343" y="303"/>
                </a:cubicBezTo>
                <a:close/>
                <a:moveTo>
                  <a:pt x="7909" y="395"/>
                </a:moveTo>
                <a:cubicBezTo>
                  <a:pt x="7701" y="452"/>
                  <a:pt x="7495" y="515"/>
                  <a:pt x="7290" y="585"/>
                </a:cubicBezTo>
                <a:lnTo>
                  <a:pt x="584" y="7290"/>
                </a:lnTo>
                <a:cubicBezTo>
                  <a:pt x="514" y="7495"/>
                  <a:pt x="452" y="7702"/>
                  <a:pt x="394" y="7909"/>
                </a:cubicBezTo>
                <a:lnTo>
                  <a:pt x="7909" y="395"/>
                </a:lnTo>
                <a:close/>
                <a:moveTo>
                  <a:pt x="14094" y="515"/>
                </a:moveTo>
                <a:lnTo>
                  <a:pt x="514" y="14094"/>
                </a:lnTo>
                <a:cubicBezTo>
                  <a:pt x="549" y="14202"/>
                  <a:pt x="583" y="14310"/>
                  <a:pt x="620" y="14417"/>
                </a:cubicBezTo>
                <a:lnTo>
                  <a:pt x="14417" y="621"/>
                </a:lnTo>
                <a:cubicBezTo>
                  <a:pt x="14310" y="583"/>
                  <a:pt x="14202" y="549"/>
                  <a:pt x="14094" y="515"/>
                </a:cubicBezTo>
                <a:close/>
                <a:moveTo>
                  <a:pt x="14804" y="767"/>
                </a:moveTo>
                <a:lnTo>
                  <a:pt x="767" y="14804"/>
                </a:lnTo>
                <a:cubicBezTo>
                  <a:pt x="807" y="14905"/>
                  <a:pt x="851" y="15004"/>
                  <a:pt x="894" y="15104"/>
                </a:cubicBezTo>
                <a:lnTo>
                  <a:pt x="15104" y="895"/>
                </a:lnTo>
                <a:cubicBezTo>
                  <a:pt x="15004" y="852"/>
                  <a:pt x="14905" y="807"/>
                  <a:pt x="14804" y="767"/>
                </a:cubicBezTo>
                <a:close/>
                <a:moveTo>
                  <a:pt x="6411" y="932"/>
                </a:moveTo>
                <a:cubicBezTo>
                  <a:pt x="6118" y="1062"/>
                  <a:pt x="5831" y="1206"/>
                  <a:pt x="5549" y="1363"/>
                </a:cubicBezTo>
                <a:lnTo>
                  <a:pt x="1362" y="5549"/>
                </a:lnTo>
                <a:cubicBezTo>
                  <a:pt x="1205" y="5832"/>
                  <a:pt x="1061" y="6119"/>
                  <a:pt x="931" y="6411"/>
                </a:cubicBezTo>
                <a:lnTo>
                  <a:pt x="6411" y="932"/>
                </a:lnTo>
                <a:close/>
                <a:moveTo>
                  <a:pt x="15470" y="1061"/>
                </a:moveTo>
                <a:lnTo>
                  <a:pt x="1060" y="15471"/>
                </a:lnTo>
                <a:cubicBezTo>
                  <a:pt x="1106" y="15567"/>
                  <a:pt x="1153" y="15664"/>
                  <a:pt x="1202" y="15759"/>
                </a:cubicBezTo>
                <a:lnTo>
                  <a:pt x="15759" y="1203"/>
                </a:lnTo>
                <a:cubicBezTo>
                  <a:pt x="15663" y="1153"/>
                  <a:pt x="15567" y="1107"/>
                  <a:pt x="15470" y="1061"/>
                </a:cubicBezTo>
                <a:close/>
                <a:moveTo>
                  <a:pt x="16103" y="1391"/>
                </a:moveTo>
                <a:lnTo>
                  <a:pt x="1391" y="16103"/>
                </a:lnTo>
                <a:cubicBezTo>
                  <a:pt x="1442" y="16194"/>
                  <a:pt x="1494" y="16285"/>
                  <a:pt x="1549" y="16375"/>
                </a:cubicBezTo>
                <a:lnTo>
                  <a:pt x="16375" y="1549"/>
                </a:lnTo>
                <a:cubicBezTo>
                  <a:pt x="16285" y="1495"/>
                  <a:pt x="16194" y="1442"/>
                  <a:pt x="16103" y="1391"/>
                </a:cubicBezTo>
                <a:close/>
                <a:moveTo>
                  <a:pt x="16703" y="1754"/>
                </a:moveTo>
                <a:lnTo>
                  <a:pt x="1753" y="16703"/>
                </a:lnTo>
                <a:cubicBezTo>
                  <a:pt x="1809" y="16788"/>
                  <a:pt x="1869" y="16872"/>
                  <a:pt x="1928" y="16956"/>
                </a:cubicBezTo>
                <a:lnTo>
                  <a:pt x="16956" y="1928"/>
                </a:lnTo>
                <a:cubicBezTo>
                  <a:pt x="16872" y="1869"/>
                  <a:pt x="16788" y="1810"/>
                  <a:pt x="16703" y="1754"/>
                </a:cubicBezTo>
                <a:close/>
                <a:moveTo>
                  <a:pt x="17267" y="2151"/>
                </a:moveTo>
                <a:lnTo>
                  <a:pt x="2151" y="17267"/>
                </a:lnTo>
                <a:cubicBezTo>
                  <a:pt x="2212" y="17349"/>
                  <a:pt x="2274" y="17430"/>
                  <a:pt x="2338" y="17510"/>
                </a:cubicBezTo>
                <a:lnTo>
                  <a:pt x="17510" y="2338"/>
                </a:lnTo>
                <a:cubicBezTo>
                  <a:pt x="17430" y="2275"/>
                  <a:pt x="17349" y="2212"/>
                  <a:pt x="17267" y="2151"/>
                </a:cubicBezTo>
                <a:close/>
                <a:moveTo>
                  <a:pt x="3805" y="2574"/>
                </a:moveTo>
                <a:cubicBezTo>
                  <a:pt x="3586" y="2761"/>
                  <a:pt x="3370" y="2956"/>
                  <a:pt x="3163" y="3163"/>
                </a:cubicBezTo>
                <a:cubicBezTo>
                  <a:pt x="2955" y="3371"/>
                  <a:pt x="2761" y="3586"/>
                  <a:pt x="2574" y="3806"/>
                </a:cubicBezTo>
                <a:lnTo>
                  <a:pt x="3805" y="2574"/>
                </a:lnTo>
                <a:close/>
                <a:moveTo>
                  <a:pt x="17801" y="2579"/>
                </a:moveTo>
                <a:lnTo>
                  <a:pt x="2579" y="17801"/>
                </a:lnTo>
                <a:cubicBezTo>
                  <a:pt x="2645" y="17878"/>
                  <a:pt x="2709" y="17957"/>
                  <a:pt x="2777" y="18032"/>
                </a:cubicBezTo>
                <a:lnTo>
                  <a:pt x="18032" y="2777"/>
                </a:lnTo>
                <a:cubicBezTo>
                  <a:pt x="17957" y="2709"/>
                  <a:pt x="17878" y="2645"/>
                  <a:pt x="17801" y="2579"/>
                </a:cubicBezTo>
                <a:close/>
                <a:moveTo>
                  <a:pt x="18304" y="3036"/>
                </a:moveTo>
                <a:lnTo>
                  <a:pt x="3036" y="18304"/>
                </a:lnTo>
                <a:cubicBezTo>
                  <a:pt x="3079" y="18349"/>
                  <a:pt x="3119" y="18394"/>
                  <a:pt x="3163" y="18438"/>
                </a:cubicBezTo>
                <a:cubicBezTo>
                  <a:pt x="3191" y="18466"/>
                  <a:pt x="3222" y="18492"/>
                  <a:pt x="3250" y="18521"/>
                </a:cubicBezTo>
                <a:lnTo>
                  <a:pt x="18521" y="3251"/>
                </a:lnTo>
                <a:cubicBezTo>
                  <a:pt x="18492" y="3222"/>
                  <a:pt x="18466" y="3192"/>
                  <a:pt x="18438" y="3163"/>
                </a:cubicBezTo>
                <a:cubicBezTo>
                  <a:pt x="18394" y="3119"/>
                  <a:pt x="18348" y="3079"/>
                  <a:pt x="18304" y="3036"/>
                </a:cubicBezTo>
                <a:close/>
                <a:moveTo>
                  <a:pt x="18781" y="3523"/>
                </a:moveTo>
                <a:lnTo>
                  <a:pt x="3522" y="18781"/>
                </a:lnTo>
                <a:cubicBezTo>
                  <a:pt x="3598" y="18850"/>
                  <a:pt x="3676" y="18915"/>
                  <a:pt x="3753" y="18982"/>
                </a:cubicBezTo>
                <a:lnTo>
                  <a:pt x="18982" y="3753"/>
                </a:lnTo>
                <a:cubicBezTo>
                  <a:pt x="18915" y="3676"/>
                  <a:pt x="18850" y="3598"/>
                  <a:pt x="18781" y="3523"/>
                </a:cubicBezTo>
                <a:close/>
                <a:moveTo>
                  <a:pt x="19224" y="4041"/>
                </a:moveTo>
                <a:lnTo>
                  <a:pt x="4041" y="19224"/>
                </a:lnTo>
                <a:cubicBezTo>
                  <a:pt x="4121" y="19289"/>
                  <a:pt x="4202" y="19350"/>
                  <a:pt x="4283" y="19412"/>
                </a:cubicBezTo>
                <a:lnTo>
                  <a:pt x="19412" y="4283"/>
                </a:lnTo>
                <a:cubicBezTo>
                  <a:pt x="19350" y="4202"/>
                  <a:pt x="19289" y="4121"/>
                  <a:pt x="19224" y="4041"/>
                </a:cubicBezTo>
                <a:close/>
                <a:moveTo>
                  <a:pt x="19637" y="4591"/>
                </a:moveTo>
                <a:lnTo>
                  <a:pt x="4591" y="19637"/>
                </a:lnTo>
                <a:cubicBezTo>
                  <a:pt x="4675" y="19696"/>
                  <a:pt x="4758" y="19757"/>
                  <a:pt x="4843" y="19813"/>
                </a:cubicBezTo>
                <a:lnTo>
                  <a:pt x="19813" y="4844"/>
                </a:lnTo>
                <a:cubicBezTo>
                  <a:pt x="19757" y="4758"/>
                  <a:pt x="19696" y="4675"/>
                  <a:pt x="19637" y="4591"/>
                </a:cubicBezTo>
                <a:close/>
                <a:moveTo>
                  <a:pt x="20019" y="5172"/>
                </a:moveTo>
                <a:lnTo>
                  <a:pt x="5172" y="20019"/>
                </a:lnTo>
                <a:cubicBezTo>
                  <a:pt x="5261" y="20073"/>
                  <a:pt x="5351" y="20126"/>
                  <a:pt x="5441" y="20178"/>
                </a:cubicBezTo>
                <a:lnTo>
                  <a:pt x="20178" y="5441"/>
                </a:lnTo>
                <a:cubicBezTo>
                  <a:pt x="20126" y="5351"/>
                  <a:pt x="20073" y="5261"/>
                  <a:pt x="20019" y="5172"/>
                </a:cubicBezTo>
                <a:close/>
                <a:moveTo>
                  <a:pt x="20369" y="5782"/>
                </a:moveTo>
                <a:lnTo>
                  <a:pt x="5782" y="20369"/>
                </a:lnTo>
                <a:cubicBezTo>
                  <a:pt x="5877" y="20419"/>
                  <a:pt x="5974" y="20463"/>
                  <a:pt x="6071" y="20510"/>
                </a:cubicBezTo>
                <a:lnTo>
                  <a:pt x="20510" y="6071"/>
                </a:lnTo>
                <a:cubicBezTo>
                  <a:pt x="20463" y="5975"/>
                  <a:pt x="20419" y="5878"/>
                  <a:pt x="20369" y="5782"/>
                </a:cubicBezTo>
                <a:close/>
                <a:moveTo>
                  <a:pt x="20679" y="6434"/>
                </a:moveTo>
                <a:lnTo>
                  <a:pt x="6434" y="20679"/>
                </a:lnTo>
                <a:cubicBezTo>
                  <a:pt x="6534" y="20723"/>
                  <a:pt x="6633" y="20769"/>
                  <a:pt x="6734" y="20809"/>
                </a:cubicBezTo>
                <a:lnTo>
                  <a:pt x="20809" y="6735"/>
                </a:lnTo>
                <a:cubicBezTo>
                  <a:pt x="20769" y="6634"/>
                  <a:pt x="20723" y="6534"/>
                  <a:pt x="20679" y="6434"/>
                </a:cubicBezTo>
                <a:close/>
                <a:moveTo>
                  <a:pt x="20956" y="7121"/>
                </a:moveTo>
                <a:lnTo>
                  <a:pt x="7120" y="20956"/>
                </a:lnTo>
                <a:cubicBezTo>
                  <a:pt x="7226" y="20994"/>
                  <a:pt x="7333" y="21030"/>
                  <a:pt x="7439" y="21065"/>
                </a:cubicBezTo>
                <a:lnTo>
                  <a:pt x="21065" y="7439"/>
                </a:lnTo>
                <a:cubicBezTo>
                  <a:pt x="21030" y="7333"/>
                  <a:pt x="20994" y="7226"/>
                  <a:pt x="20956" y="7121"/>
                </a:cubicBezTo>
                <a:close/>
                <a:moveTo>
                  <a:pt x="21190" y="7848"/>
                </a:moveTo>
                <a:lnTo>
                  <a:pt x="7848" y="21190"/>
                </a:lnTo>
                <a:cubicBezTo>
                  <a:pt x="7960" y="21221"/>
                  <a:pt x="8073" y="21252"/>
                  <a:pt x="8186" y="21280"/>
                </a:cubicBezTo>
                <a:lnTo>
                  <a:pt x="21280" y="8186"/>
                </a:lnTo>
                <a:cubicBezTo>
                  <a:pt x="21252" y="8073"/>
                  <a:pt x="21221" y="7960"/>
                  <a:pt x="21190" y="7848"/>
                </a:cubicBezTo>
                <a:close/>
                <a:moveTo>
                  <a:pt x="21378" y="8623"/>
                </a:moveTo>
                <a:lnTo>
                  <a:pt x="8623" y="21378"/>
                </a:lnTo>
                <a:cubicBezTo>
                  <a:pt x="8743" y="21402"/>
                  <a:pt x="8863" y="21424"/>
                  <a:pt x="8984" y="21445"/>
                </a:cubicBezTo>
                <a:lnTo>
                  <a:pt x="21445" y="8984"/>
                </a:lnTo>
                <a:cubicBezTo>
                  <a:pt x="21424" y="8864"/>
                  <a:pt x="21402" y="8743"/>
                  <a:pt x="21378" y="8623"/>
                </a:cubicBezTo>
                <a:close/>
                <a:moveTo>
                  <a:pt x="21514" y="9448"/>
                </a:moveTo>
                <a:lnTo>
                  <a:pt x="9447" y="21514"/>
                </a:lnTo>
                <a:cubicBezTo>
                  <a:pt x="9576" y="21530"/>
                  <a:pt x="9704" y="21546"/>
                  <a:pt x="9833" y="21557"/>
                </a:cubicBezTo>
                <a:lnTo>
                  <a:pt x="21557" y="9834"/>
                </a:lnTo>
                <a:cubicBezTo>
                  <a:pt x="21546" y="9705"/>
                  <a:pt x="21530" y="9576"/>
                  <a:pt x="21514" y="9448"/>
                </a:cubicBezTo>
                <a:close/>
                <a:moveTo>
                  <a:pt x="21590" y="10333"/>
                </a:moveTo>
                <a:lnTo>
                  <a:pt x="10332" y="21590"/>
                </a:lnTo>
                <a:cubicBezTo>
                  <a:pt x="10473" y="21596"/>
                  <a:pt x="10613" y="21599"/>
                  <a:pt x="10753" y="21600"/>
                </a:cubicBezTo>
                <a:lnTo>
                  <a:pt x="21600" y="10754"/>
                </a:lnTo>
                <a:cubicBezTo>
                  <a:pt x="21599" y="10613"/>
                  <a:pt x="21596" y="10473"/>
                  <a:pt x="21590" y="10333"/>
                </a:cubicBezTo>
                <a:close/>
                <a:moveTo>
                  <a:pt x="21590" y="11296"/>
                </a:moveTo>
                <a:lnTo>
                  <a:pt x="11295" y="21590"/>
                </a:lnTo>
                <a:cubicBezTo>
                  <a:pt x="11449" y="21583"/>
                  <a:pt x="11603" y="21572"/>
                  <a:pt x="11757" y="21558"/>
                </a:cubicBezTo>
                <a:lnTo>
                  <a:pt x="21558" y="11757"/>
                </a:lnTo>
                <a:cubicBezTo>
                  <a:pt x="21572" y="11603"/>
                  <a:pt x="21583" y="11450"/>
                  <a:pt x="21590" y="11296"/>
                </a:cubicBezTo>
                <a:close/>
                <a:moveTo>
                  <a:pt x="21489" y="12358"/>
                </a:moveTo>
                <a:lnTo>
                  <a:pt x="12358" y="21489"/>
                </a:lnTo>
                <a:cubicBezTo>
                  <a:pt x="12531" y="21464"/>
                  <a:pt x="12703" y="21434"/>
                  <a:pt x="12876" y="21400"/>
                </a:cubicBezTo>
                <a:lnTo>
                  <a:pt x="21400" y="12876"/>
                </a:lnTo>
                <a:cubicBezTo>
                  <a:pt x="21434" y="12704"/>
                  <a:pt x="21464" y="12531"/>
                  <a:pt x="21489" y="12358"/>
                </a:cubicBezTo>
                <a:close/>
                <a:moveTo>
                  <a:pt x="21239" y="13569"/>
                </a:moveTo>
                <a:lnTo>
                  <a:pt x="13569" y="21239"/>
                </a:lnTo>
                <a:cubicBezTo>
                  <a:pt x="13774" y="21185"/>
                  <a:pt x="13978" y="21125"/>
                  <a:pt x="14181" y="21058"/>
                </a:cubicBezTo>
                <a:lnTo>
                  <a:pt x="21058" y="14181"/>
                </a:lnTo>
                <a:cubicBezTo>
                  <a:pt x="21125" y="13978"/>
                  <a:pt x="21185" y="13774"/>
                  <a:pt x="21239" y="13569"/>
                </a:cubicBezTo>
                <a:close/>
                <a:moveTo>
                  <a:pt x="20736" y="15035"/>
                </a:moveTo>
                <a:lnTo>
                  <a:pt x="15035" y="20736"/>
                </a:lnTo>
                <a:cubicBezTo>
                  <a:pt x="15310" y="20619"/>
                  <a:pt x="15581" y="20493"/>
                  <a:pt x="15848" y="20352"/>
                </a:cubicBezTo>
                <a:lnTo>
                  <a:pt x="20352" y="15848"/>
                </a:lnTo>
                <a:cubicBezTo>
                  <a:pt x="20493" y="15581"/>
                  <a:pt x="20619" y="15310"/>
                  <a:pt x="20736" y="15035"/>
                </a:cubicBezTo>
                <a:close/>
                <a:moveTo>
                  <a:pt x="19400" y="17332"/>
                </a:moveTo>
                <a:lnTo>
                  <a:pt x="17332" y="19400"/>
                </a:lnTo>
                <a:cubicBezTo>
                  <a:pt x="17716" y="19108"/>
                  <a:pt x="18087" y="18789"/>
                  <a:pt x="18438" y="18438"/>
                </a:cubicBezTo>
                <a:cubicBezTo>
                  <a:pt x="18788" y="18087"/>
                  <a:pt x="19107" y="17716"/>
                  <a:pt x="19400" y="17332"/>
                </a:cubicBezTo>
                <a:close/>
              </a:path>
            </a:pathLst>
          </a:custGeom>
          <a:solidFill>
            <a:schemeClr val="accent4"/>
          </a:solidFill>
          <a:ln w="12700">
            <a:miter lim="400000"/>
          </a:ln>
        </p:spPr>
        <p:txBody>
          <a:bodyPr lIns="0" tIns="0" rIns="0" bIns="0" anchor="ctr"/>
          <a:lstStyle/>
          <a:p>
            <a:pPr marL="0" marR="0" lvl="0" indent="0" algn="ctr" defTabSz="8255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 kumimoji="0" sz="32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Helvetica Neue Medium"/>
              <a:sym typeface="Helvetica Neue Medium"/>
            </a:endParaRPr>
          </a:p>
        </p:txBody>
      </p:sp>
      <p:sp>
        <p:nvSpPr>
          <p:cNvPr id="220" name="Shape">
            <a:extLst>
              <a:ext uri="{FF2B5EF4-FFF2-40B4-BE49-F238E27FC236}">
                <a16:creationId xmlns:a16="http://schemas.microsoft.com/office/drawing/2014/main" id="{DF2953EA-B67B-0942-0002-67D24FCB58EA}"/>
              </a:ext>
            </a:extLst>
          </p:cNvPr>
          <p:cNvSpPr/>
          <p:nvPr/>
        </p:nvSpPr>
        <p:spPr>
          <a:xfrm>
            <a:off x="22467966" y="8316507"/>
            <a:ext cx="4276957" cy="427713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800" y="0"/>
                </a:moveTo>
                <a:cubicBezTo>
                  <a:pt x="10787" y="0"/>
                  <a:pt x="10773" y="1"/>
                  <a:pt x="10759" y="1"/>
                </a:cubicBezTo>
                <a:lnTo>
                  <a:pt x="1" y="10760"/>
                </a:lnTo>
                <a:cubicBezTo>
                  <a:pt x="0" y="10900"/>
                  <a:pt x="3" y="11040"/>
                  <a:pt x="8" y="11181"/>
                </a:cubicBezTo>
                <a:lnTo>
                  <a:pt x="11180" y="9"/>
                </a:lnTo>
                <a:cubicBezTo>
                  <a:pt x="11054" y="4"/>
                  <a:pt x="10927" y="0"/>
                  <a:pt x="10800" y="0"/>
                </a:cubicBezTo>
                <a:close/>
                <a:moveTo>
                  <a:pt x="10211" y="17"/>
                </a:moveTo>
                <a:cubicBezTo>
                  <a:pt x="10057" y="25"/>
                  <a:pt x="9903" y="36"/>
                  <a:pt x="9748" y="51"/>
                </a:cubicBezTo>
                <a:lnTo>
                  <a:pt x="50" y="9749"/>
                </a:lnTo>
                <a:cubicBezTo>
                  <a:pt x="35" y="9903"/>
                  <a:pt x="25" y="10057"/>
                  <a:pt x="16" y="10212"/>
                </a:cubicBezTo>
                <a:lnTo>
                  <a:pt x="10211" y="17"/>
                </a:lnTo>
                <a:close/>
                <a:moveTo>
                  <a:pt x="11683" y="38"/>
                </a:moveTo>
                <a:lnTo>
                  <a:pt x="38" y="11684"/>
                </a:lnTo>
                <a:cubicBezTo>
                  <a:pt x="48" y="11814"/>
                  <a:pt x="62" y="11944"/>
                  <a:pt x="78" y="12075"/>
                </a:cubicBezTo>
                <a:lnTo>
                  <a:pt x="12074" y="78"/>
                </a:lnTo>
                <a:cubicBezTo>
                  <a:pt x="11944" y="63"/>
                  <a:pt x="11814" y="49"/>
                  <a:pt x="11683" y="38"/>
                </a:cubicBezTo>
                <a:close/>
                <a:moveTo>
                  <a:pt x="9136" y="131"/>
                </a:moveTo>
                <a:cubicBezTo>
                  <a:pt x="8960" y="158"/>
                  <a:pt x="8786" y="190"/>
                  <a:pt x="8611" y="226"/>
                </a:cubicBezTo>
                <a:lnTo>
                  <a:pt x="226" y="8611"/>
                </a:lnTo>
                <a:cubicBezTo>
                  <a:pt x="190" y="8786"/>
                  <a:pt x="157" y="8961"/>
                  <a:pt x="130" y="9137"/>
                </a:cubicBezTo>
                <a:lnTo>
                  <a:pt x="9136" y="131"/>
                </a:lnTo>
                <a:close/>
                <a:moveTo>
                  <a:pt x="12541" y="143"/>
                </a:moveTo>
                <a:lnTo>
                  <a:pt x="143" y="12541"/>
                </a:lnTo>
                <a:cubicBezTo>
                  <a:pt x="163" y="12663"/>
                  <a:pt x="183" y="12785"/>
                  <a:pt x="207" y="12906"/>
                </a:cubicBezTo>
                <a:lnTo>
                  <a:pt x="12906" y="208"/>
                </a:lnTo>
                <a:cubicBezTo>
                  <a:pt x="12785" y="184"/>
                  <a:pt x="12663" y="163"/>
                  <a:pt x="12541" y="143"/>
                </a:cubicBezTo>
                <a:close/>
                <a:moveTo>
                  <a:pt x="13343" y="303"/>
                </a:moveTo>
                <a:lnTo>
                  <a:pt x="303" y="13343"/>
                </a:lnTo>
                <a:cubicBezTo>
                  <a:pt x="330" y="13456"/>
                  <a:pt x="361" y="13569"/>
                  <a:pt x="392" y="13682"/>
                </a:cubicBezTo>
                <a:lnTo>
                  <a:pt x="13682" y="393"/>
                </a:lnTo>
                <a:cubicBezTo>
                  <a:pt x="13569" y="362"/>
                  <a:pt x="13456" y="331"/>
                  <a:pt x="13343" y="303"/>
                </a:cubicBezTo>
                <a:close/>
                <a:moveTo>
                  <a:pt x="7909" y="395"/>
                </a:moveTo>
                <a:cubicBezTo>
                  <a:pt x="7701" y="452"/>
                  <a:pt x="7495" y="515"/>
                  <a:pt x="7290" y="585"/>
                </a:cubicBezTo>
                <a:lnTo>
                  <a:pt x="584" y="7290"/>
                </a:lnTo>
                <a:cubicBezTo>
                  <a:pt x="514" y="7495"/>
                  <a:pt x="452" y="7702"/>
                  <a:pt x="394" y="7909"/>
                </a:cubicBezTo>
                <a:lnTo>
                  <a:pt x="7909" y="395"/>
                </a:lnTo>
                <a:close/>
                <a:moveTo>
                  <a:pt x="14094" y="515"/>
                </a:moveTo>
                <a:lnTo>
                  <a:pt x="514" y="14094"/>
                </a:lnTo>
                <a:cubicBezTo>
                  <a:pt x="549" y="14202"/>
                  <a:pt x="583" y="14310"/>
                  <a:pt x="620" y="14417"/>
                </a:cubicBezTo>
                <a:lnTo>
                  <a:pt x="14417" y="621"/>
                </a:lnTo>
                <a:cubicBezTo>
                  <a:pt x="14310" y="583"/>
                  <a:pt x="14202" y="549"/>
                  <a:pt x="14094" y="515"/>
                </a:cubicBezTo>
                <a:close/>
                <a:moveTo>
                  <a:pt x="14804" y="767"/>
                </a:moveTo>
                <a:lnTo>
                  <a:pt x="767" y="14804"/>
                </a:lnTo>
                <a:cubicBezTo>
                  <a:pt x="807" y="14905"/>
                  <a:pt x="851" y="15004"/>
                  <a:pt x="894" y="15104"/>
                </a:cubicBezTo>
                <a:lnTo>
                  <a:pt x="15104" y="895"/>
                </a:lnTo>
                <a:cubicBezTo>
                  <a:pt x="15004" y="852"/>
                  <a:pt x="14905" y="807"/>
                  <a:pt x="14804" y="767"/>
                </a:cubicBezTo>
                <a:close/>
                <a:moveTo>
                  <a:pt x="6411" y="932"/>
                </a:moveTo>
                <a:cubicBezTo>
                  <a:pt x="6118" y="1062"/>
                  <a:pt x="5831" y="1206"/>
                  <a:pt x="5549" y="1363"/>
                </a:cubicBezTo>
                <a:lnTo>
                  <a:pt x="1362" y="5549"/>
                </a:lnTo>
                <a:cubicBezTo>
                  <a:pt x="1205" y="5832"/>
                  <a:pt x="1061" y="6119"/>
                  <a:pt x="931" y="6411"/>
                </a:cubicBezTo>
                <a:lnTo>
                  <a:pt x="6411" y="932"/>
                </a:lnTo>
                <a:close/>
                <a:moveTo>
                  <a:pt x="15470" y="1061"/>
                </a:moveTo>
                <a:lnTo>
                  <a:pt x="1060" y="15471"/>
                </a:lnTo>
                <a:cubicBezTo>
                  <a:pt x="1106" y="15567"/>
                  <a:pt x="1153" y="15664"/>
                  <a:pt x="1202" y="15759"/>
                </a:cubicBezTo>
                <a:lnTo>
                  <a:pt x="15759" y="1203"/>
                </a:lnTo>
                <a:cubicBezTo>
                  <a:pt x="15663" y="1153"/>
                  <a:pt x="15567" y="1107"/>
                  <a:pt x="15470" y="1061"/>
                </a:cubicBezTo>
                <a:close/>
                <a:moveTo>
                  <a:pt x="16103" y="1391"/>
                </a:moveTo>
                <a:lnTo>
                  <a:pt x="1391" y="16103"/>
                </a:lnTo>
                <a:cubicBezTo>
                  <a:pt x="1442" y="16194"/>
                  <a:pt x="1494" y="16285"/>
                  <a:pt x="1549" y="16375"/>
                </a:cubicBezTo>
                <a:lnTo>
                  <a:pt x="16375" y="1549"/>
                </a:lnTo>
                <a:cubicBezTo>
                  <a:pt x="16285" y="1495"/>
                  <a:pt x="16194" y="1442"/>
                  <a:pt x="16103" y="1391"/>
                </a:cubicBezTo>
                <a:close/>
                <a:moveTo>
                  <a:pt x="16703" y="1754"/>
                </a:moveTo>
                <a:lnTo>
                  <a:pt x="1753" y="16703"/>
                </a:lnTo>
                <a:cubicBezTo>
                  <a:pt x="1809" y="16788"/>
                  <a:pt x="1869" y="16872"/>
                  <a:pt x="1928" y="16956"/>
                </a:cubicBezTo>
                <a:lnTo>
                  <a:pt x="16956" y="1928"/>
                </a:lnTo>
                <a:cubicBezTo>
                  <a:pt x="16872" y="1869"/>
                  <a:pt x="16788" y="1810"/>
                  <a:pt x="16703" y="1754"/>
                </a:cubicBezTo>
                <a:close/>
                <a:moveTo>
                  <a:pt x="17267" y="2151"/>
                </a:moveTo>
                <a:lnTo>
                  <a:pt x="2151" y="17267"/>
                </a:lnTo>
                <a:cubicBezTo>
                  <a:pt x="2212" y="17349"/>
                  <a:pt x="2274" y="17430"/>
                  <a:pt x="2338" y="17510"/>
                </a:cubicBezTo>
                <a:lnTo>
                  <a:pt x="17510" y="2338"/>
                </a:lnTo>
                <a:cubicBezTo>
                  <a:pt x="17430" y="2275"/>
                  <a:pt x="17349" y="2212"/>
                  <a:pt x="17267" y="2151"/>
                </a:cubicBezTo>
                <a:close/>
                <a:moveTo>
                  <a:pt x="3805" y="2574"/>
                </a:moveTo>
                <a:cubicBezTo>
                  <a:pt x="3586" y="2761"/>
                  <a:pt x="3370" y="2956"/>
                  <a:pt x="3163" y="3163"/>
                </a:cubicBezTo>
                <a:cubicBezTo>
                  <a:pt x="2955" y="3371"/>
                  <a:pt x="2761" y="3586"/>
                  <a:pt x="2574" y="3806"/>
                </a:cubicBezTo>
                <a:lnTo>
                  <a:pt x="3805" y="2574"/>
                </a:lnTo>
                <a:close/>
                <a:moveTo>
                  <a:pt x="17801" y="2579"/>
                </a:moveTo>
                <a:lnTo>
                  <a:pt x="2579" y="17801"/>
                </a:lnTo>
                <a:cubicBezTo>
                  <a:pt x="2645" y="17878"/>
                  <a:pt x="2709" y="17957"/>
                  <a:pt x="2777" y="18032"/>
                </a:cubicBezTo>
                <a:lnTo>
                  <a:pt x="18032" y="2777"/>
                </a:lnTo>
                <a:cubicBezTo>
                  <a:pt x="17957" y="2709"/>
                  <a:pt x="17878" y="2645"/>
                  <a:pt x="17801" y="2579"/>
                </a:cubicBezTo>
                <a:close/>
                <a:moveTo>
                  <a:pt x="18304" y="3036"/>
                </a:moveTo>
                <a:lnTo>
                  <a:pt x="3036" y="18304"/>
                </a:lnTo>
                <a:cubicBezTo>
                  <a:pt x="3079" y="18349"/>
                  <a:pt x="3119" y="18394"/>
                  <a:pt x="3163" y="18438"/>
                </a:cubicBezTo>
                <a:cubicBezTo>
                  <a:pt x="3191" y="18466"/>
                  <a:pt x="3222" y="18492"/>
                  <a:pt x="3250" y="18521"/>
                </a:cubicBezTo>
                <a:lnTo>
                  <a:pt x="18521" y="3251"/>
                </a:lnTo>
                <a:cubicBezTo>
                  <a:pt x="18492" y="3222"/>
                  <a:pt x="18466" y="3192"/>
                  <a:pt x="18438" y="3163"/>
                </a:cubicBezTo>
                <a:cubicBezTo>
                  <a:pt x="18394" y="3119"/>
                  <a:pt x="18348" y="3079"/>
                  <a:pt x="18304" y="3036"/>
                </a:cubicBezTo>
                <a:close/>
                <a:moveTo>
                  <a:pt x="18781" y="3523"/>
                </a:moveTo>
                <a:lnTo>
                  <a:pt x="3522" y="18781"/>
                </a:lnTo>
                <a:cubicBezTo>
                  <a:pt x="3598" y="18850"/>
                  <a:pt x="3676" y="18915"/>
                  <a:pt x="3753" y="18982"/>
                </a:cubicBezTo>
                <a:lnTo>
                  <a:pt x="18982" y="3753"/>
                </a:lnTo>
                <a:cubicBezTo>
                  <a:pt x="18915" y="3676"/>
                  <a:pt x="18850" y="3598"/>
                  <a:pt x="18781" y="3523"/>
                </a:cubicBezTo>
                <a:close/>
                <a:moveTo>
                  <a:pt x="19224" y="4041"/>
                </a:moveTo>
                <a:lnTo>
                  <a:pt x="4041" y="19224"/>
                </a:lnTo>
                <a:cubicBezTo>
                  <a:pt x="4121" y="19289"/>
                  <a:pt x="4202" y="19350"/>
                  <a:pt x="4283" y="19412"/>
                </a:cubicBezTo>
                <a:lnTo>
                  <a:pt x="19412" y="4283"/>
                </a:lnTo>
                <a:cubicBezTo>
                  <a:pt x="19350" y="4202"/>
                  <a:pt x="19289" y="4121"/>
                  <a:pt x="19224" y="4041"/>
                </a:cubicBezTo>
                <a:close/>
                <a:moveTo>
                  <a:pt x="19637" y="4591"/>
                </a:moveTo>
                <a:lnTo>
                  <a:pt x="4591" y="19637"/>
                </a:lnTo>
                <a:cubicBezTo>
                  <a:pt x="4675" y="19696"/>
                  <a:pt x="4758" y="19757"/>
                  <a:pt x="4843" y="19813"/>
                </a:cubicBezTo>
                <a:lnTo>
                  <a:pt x="19813" y="4844"/>
                </a:lnTo>
                <a:cubicBezTo>
                  <a:pt x="19757" y="4758"/>
                  <a:pt x="19696" y="4675"/>
                  <a:pt x="19637" y="4591"/>
                </a:cubicBezTo>
                <a:close/>
                <a:moveTo>
                  <a:pt x="20019" y="5172"/>
                </a:moveTo>
                <a:lnTo>
                  <a:pt x="5172" y="20019"/>
                </a:lnTo>
                <a:cubicBezTo>
                  <a:pt x="5261" y="20073"/>
                  <a:pt x="5351" y="20126"/>
                  <a:pt x="5441" y="20178"/>
                </a:cubicBezTo>
                <a:lnTo>
                  <a:pt x="20178" y="5441"/>
                </a:lnTo>
                <a:cubicBezTo>
                  <a:pt x="20126" y="5351"/>
                  <a:pt x="20073" y="5261"/>
                  <a:pt x="20019" y="5172"/>
                </a:cubicBezTo>
                <a:close/>
                <a:moveTo>
                  <a:pt x="20369" y="5782"/>
                </a:moveTo>
                <a:lnTo>
                  <a:pt x="5782" y="20369"/>
                </a:lnTo>
                <a:cubicBezTo>
                  <a:pt x="5877" y="20419"/>
                  <a:pt x="5974" y="20463"/>
                  <a:pt x="6071" y="20510"/>
                </a:cubicBezTo>
                <a:lnTo>
                  <a:pt x="20510" y="6071"/>
                </a:lnTo>
                <a:cubicBezTo>
                  <a:pt x="20463" y="5975"/>
                  <a:pt x="20419" y="5878"/>
                  <a:pt x="20369" y="5782"/>
                </a:cubicBezTo>
                <a:close/>
                <a:moveTo>
                  <a:pt x="20679" y="6434"/>
                </a:moveTo>
                <a:lnTo>
                  <a:pt x="6434" y="20679"/>
                </a:lnTo>
                <a:cubicBezTo>
                  <a:pt x="6534" y="20723"/>
                  <a:pt x="6633" y="20769"/>
                  <a:pt x="6734" y="20809"/>
                </a:cubicBezTo>
                <a:lnTo>
                  <a:pt x="20809" y="6735"/>
                </a:lnTo>
                <a:cubicBezTo>
                  <a:pt x="20769" y="6634"/>
                  <a:pt x="20723" y="6534"/>
                  <a:pt x="20679" y="6434"/>
                </a:cubicBezTo>
                <a:close/>
                <a:moveTo>
                  <a:pt x="20956" y="7121"/>
                </a:moveTo>
                <a:lnTo>
                  <a:pt x="7120" y="20956"/>
                </a:lnTo>
                <a:cubicBezTo>
                  <a:pt x="7226" y="20994"/>
                  <a:pt x="7333" y="21030"/>
                  <a:pt x="7439" y="21065"/>
                </a:cubicBezTo>
                <a:lnTo>
                  <a:pt x="21065" y="7439"/>
                </a:lnTo>
                <a:cubicBezTo>
                  <a:pt x="21030" y="7333"/>
                  <a:pt x="20994" y="7226"/>
                  <a:pt x="20956" y="7121"/>
                </a:cubicBezTo>
                <a:close/>
                <a:moveTo>
                  <a:pt x="21190" y="7848"/>
                </a:moveTo>
                <a:lnTo>
                  <a:pt x="7848" y="21190"/>
                </a:lnTo>
                <a:cubicBezTo>
                  <a:pt x="7960" y="21221"/>
                  <a:pt x="8073" y="21252"/>
                  <a:pt x="8186" y="21280"/>
                </a:cubicBezTo>
                <a:lnTo>
                  <a:pt x="21280" y="8186"/>
                </a:lnTo>
                <a:cubicBezTo>
                  <a:pt x="21252" y="8073"/>
                  <a:pt x="21221" y="7960"/>
                  <a:pt x="21190" y="7848"/>
                </a:cubicBezTo>
                <a:close/>
                <a:moveTo>
                  <a:pt x="21378" y="8623"/>
                </a:moveTo>
                <a:lnTo>
                  <a:pt x="8623" y="21378"/>
                </a:lnTo>
                <a:cubicBezTo>
                  <a:pt x="8743" y="21402"/>
                  <a:pt x="8863" y="21424"/>
                  <a:pt x="8984" y="21445"/>
                </a:cubicBezTo>
                <a:lnTo>
                  <a:pt x="21445" y="8984"/>
                </a:lnTo>
                <a:cubicBezTo>
                  <a:pt x="21424" y="8864"/>
                  <a:pt x="21402" y="8743"/>
                  <a:pt x="21378" y="8623"/>
                </a:cubicBezTo>
                <a:close/>
                <a:moveTo>
                  <a:pt x="21514" y="9448"/>
                </a:moveTo>
                <a:lnTo>
                  <a:pt x="9447" y="21514"/>
                </a:lnTo>
                <a:cubicBezTo>
                  <a:pt x="9576" y="21530"/>
                  <a:pt x="9704" y="21546"/>
                  <a:pt x="9833" y="21557"/>
                </a:cubicBezTo>
                <a:lnTo>
                  <a:pt x="21557" y="9834"/>
                </a:lnTo>
                <a:cubicBezTo>
                  <a:pt x="21546" y="9705"/>
                  <a:pt x="21530" y="9576"/>
                  <a:pt x="21514" y="9448"/>
                </a:cubicBezTo>
                <a:close/>
                <a:moveTo>
                  <a:pt x="21590" y="10333"/>
                </a:moveTo>
                <a:lnTo>
                  <a:pt x="10332" y="21590"/>
                </a:lnTo>
                <a:cubicBezTo>
                  <a:pt x="10473" y="21596"/>
                  <a:pt x="10613" y="21599"/>
                  <a:pt x="10753" y="21600"/>
                </a:cubicBezTo>
                <a:lnTo>
                  <a:pt x="21600" y="10754"/>
                </a:lnTo>
                <a:cubicBezTo>
                  <a:pt x="21599" y="10613"/>
                  <a:pt x="21596" y="10473"/>
                  <a:pt x="21590" y="10333"/>
                </a:cubicBezTo>
                <a:close/>
                <a:moveTo>
                  <a:pt x="21590" y="11296"/>
                </a:moveTo>
                <a:lnTo>
                  <a:pt x="11295" y="21590"/>
                </a:lnTo>
                <a:cubicBezTo>
                  <a:pt x="11449" y="21583"/>
                  <a:pt x="11603" y="21572"/>
                  <a:pt x="11757" y="21558"/>
                </a:cubicBezTo>
                <a:lnTo>
                  <a:pt x="21558" y="11757"/>
                </a:lnTo>
                <a:cubicBezTo>
                  <a:pt x="21572" y="11603"/>
                  <a:pt x="21583" y="11450"/>
                  <a:pt x="21590" y="11296"/>
                </a:cubicBezTo>
                <a:close/>
                <a:moveTo>
                  <a:pt x="21489" y="12358"/>
                </a:moveTo>
                <a:lnTo>
                  <a:pt x="12358" y="21489"/>
                </a:lnTo>
                <a:cubicBezTo>
                  <a:pt x="12531" y="21464"/>
                  <a:pt x="12703" y="21434"/>
                  <a:pt x="12876" y="21400"/>
                </a:cubicBezTo>
                <a:lnTo>
                  <a:pt x="21400" y="12876"/>
                </a:lnTo>
                <a:cubicBezTo>
                  <a:pt x="21434" y="12704"/>
                  <a:pt x="21464" y="12531"/>
                  <a:pt x="21489" y="12358"/>
                </a:cubicBezTo>
                <a:close/>
                <a:moveTo>
                  <a:pt x="21239" y="13569"/>
                </a:moveTo>
                <a:lnTo>
                  <a:pt x="13569" y="21239"/>
                </a:lnTo>
                <a:cubicBezTo>
                  <a:pt x="13774" y="21185"/>
                  <a:pt x="13978" y="21125"/>
                  <a:pt x="14181" y="21058"/>
                </a:cubicBezTo>
                <a:lnTo>
                  <a:pt x="21058" y="14181"/>
                </a:lnTo>
                <a:cubicBezTo>
                  <a:pt x="21125" y="13978"/>
                  <a:pt x="21185" y="13774"/>
                  <a:pt x="21239" y="13569"/>
                </a:cubicBezTo>
                <a:close/>
                <a:moveTo>
                  <a:pt x="20736" y="15035"/>
                </a:moveTo>
                <a:lnTo>
                  <a:pt x="15035" y="20736"/>
                </a:lnTo>
                <a:cubicBezTo>
                  <a:pt x="15310" y="20619"/>
                  <a:pt x="15581" y="20493"/>
                  <a:pt x="15848" y="20352"/>
                </a:cubicBezTo>
                <a:lnTo>
                  <a:pt x="20352" y="15848"/>
                </a:lnTo>
                <a:cubicBezTo>
                  <a:pt x="20493" y="15581"/>
                  <a:pt x="20619" y="15310"/>
                  <a:pt x="20736" y="15035"/>
                </a:cubicBezTo>
                <a:close/>
                <a:moveTo>
                  <a:pt x="19400" y="17332"/>
                </a:moveTo>
                <a:lnTo>
                  <a:pt x="17332" y="19400"/>
                </a:lnTo>
                <a:cubicBezTo>
                  <a:pt x="17716" y="19108"/>
                  <a:pt x="18087" y="18789"/>
                  <a:pt x="18438" y="18438"/>
                </a:cubicBezTo>
                <a:cubicBezTo>
                  <a:pt x="18788" y="18087"/>
                  <a:pt x="19107" y="17716"/>
                  <a:pt x="19400" y="17332"/>
                </a:cubicBezTo>
                <a:close/>
              </a:path>
            </a:pathLst>
          </a:custGeom>
          <a:solidFill>
            <a:schemeClr val="accent4"/>
          </a:solidFill>
          <a:ln w="12700">
            <a:miter lim="400000"/>
          </a:ln>
        </p:spPr>
        <p:txBody>
          <a:bodyPr lIns="0" tIns="0" rIns="0" bIns="0" anchor="ctr"/>
          <a:lstStyle/>
          <a:p>
            <a:pPr marL="0" marR="0" lvl="0" indent="0" algn="ctr" defTabSz="8255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 kumimoji="0" sz="32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Helvetica Neue Medium"/>
              <a:sym typeface="Helvetica Neue Medium"/>
            </a:endParaRPr>
          </a:p>
        </p:txBody>
      </p:sp>
      <p:sp>
        <p:nvSpPr>
          <p:cNvPr id="221" name="Shape">
            <a:extLst>
              <a:ext uri="{FF2B5EF4-FFF2-40B4-BE49-F238E27FC236}">
                <a16:creationId xmlns:a16="http://schemas.microsoft.com/office/drawing/2014/main" id="{F98B3404-C17A-8B52-DB4C-2636693A87E9}"/>
              </a:ext>
            </a:extLst>
          </p:cNvPr>
          <p:cNvSpPr/>
          <p:nvPr/>
        </p:nvSpPr>
        <p:spPr>
          <a:xfrm>
            <a:off x="-9782" y="-14685"/>
            <a:ext cx="5401449" cy="1371951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489" h="21600" extrusionOk="0">
                <a:moveTo>
                  <a:pt x="9876" y="0"/>
                </a:moveTo>
                <a:cubicBezTo>
                  <a:pt x="14909" y="1061"/>
                  <a:pt x="18164" y="3091"/>
                  <a:pt x="18448" y="5345"/>
                </a:cubicBezTo>
                <a:cubicBezTo>
                  <a:pt x="18695" y="7304"/>
                  <a:pt x="16642" y="9198"/>
                  <a:pt x="12885" y="10477"/>
                </a:cubicBezTo>
                <a:cubicBezTo>
                  <a:pt x="8651" y="11730"/>
                  <a:pt x="7084" y="13955"/>
                  <a:pt x="9071" y="15894"/>
                </a:cubicBezTo>
                <a:cubicBezTo>
                  <a:pt x="10355" y="17147"/>
                  <a:pt x="13013" y="18098"/>
                  <a:pt x="16290" y="18479"/>
                </a:cubicBezTo>
                <a:cubicBezTo>
                  <a:pt x="17951" y="18702"/>
                  <a:pt x="19367" y="19144"/>
                  <a:pt x="20305" y="19731"/>
                </a:cubicBezTo>
                <a:cubicBezTo>
                  <a:pt x="21193" y="20288"/>
                  <a:pt x="21600" y="20944"/>
                  <a:pt x="21463" y="21600"/>
                </a:cubicBezTo>
                <a:lnTo>
                  <a:pt x="0" y="21600"/>
                </a:lnTo>
                <a:lnTo>
                  <a:pt x="0" y="1"/>
                </a:lnTo>
                <a:lnTo>
                  <a:pt x="9876" y="0"/>
                </a:lnTo>
                <a:close/>
              </a:path>
            </a:pathLst>
          </a:custGeom>
          <a:solidFill>
            <a:schemeClr val="accent3"/>
          </a:solidFill>
          <a:ln w="12700">
            <a:miter lim="400000"/>
          </a:ln>
          <a:effectLst>
            <a:outerShdw blurRad="914400" dist="25400" dir="5400000" rotWithShape="0">
              <a:srgbClr val="000000">
                <a:alpha val="50000"/>
              </a:srgbClr>
            </a:outerShdw>
          </a:effectLst>
        </p:spPr>
        <p:txBody>
          <a:bodyPr lIns="50800" tIns="50800" rIns="50800" bIns="50800" anchor="ctr"/>
          <a:lstStyle/>
          <a:p>
            <a:pPr marL="0" marR="0" lvl="0" indent="0" algn="ctr" defTabSz="8255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3000" b="1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Helvetica Neue"/>
              <a:sym typeface="Helvetica Neue"/>
            </a:endParaRPr>
          </a:p>
        </p:txBody>
      </p:sp>
      <p:sp>
        <p:nvSpPr>
          <p:cNvPr id="222" name="Shape">
            <a:extLst>
              <a:ext uri="{FF2B5EF4-FFF2-40B4-BE49-F238E27FC236}">
                <a16:creationId xmlns:a16="http://schemas.microsoft.com/office/drawing/2014/main" id="{06D39C2D-7EF5-AF62-1E6F-5EE3B2846659}"/>
              </a:ext>
            </a:extLst>
          </p:cNvPr>
          <p:cNvSpPr/>
          <p:nvPr/>
        </p:nvSpPr>
        <p:spPr>
          <a:xfrm>
            <a:off x="14077382" y="-26393"/>
            <a:ext cx="10315136" cy="10264133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490" h="20992" extrusionOk="0">
                <a:moveTo>
                  <a:pt x="22" y="0"/>
                </a:moveTo>
                <a:cubicBezTo>
                  <a:pt x="-110" y="1123"/>
                  <a:pt x="362" y="2232"/>
                  <a:pt x="1268" y="2930"/>
                </a:cubicBezTo>
                <a:cubicBezTo>
                  <a:pt x="2187" y="3637"/>
                  <a:pt x="3418" y="3817"/>
                  <a:pt x="4507" y="3403"/>
                </a:cubicBezTo>
                <a:cubicBezTo>
                  <a:pt x="6055" y="2610"/>
                  <a:pt x="7961" y="3061"/>
                  <a:pt x="8970" y="4460"/>
                </a:cubicBezTo>
                <a:cubicBezTo>
                  <a:pt x="9809" y="5622"/>
                  <a:pt x="9807" y="7178"/>
                  <a:pt x="8965" y="8338"/>
                </a:cubicBezTo>
                <a:cubicBezTo>
                  <a:pt x="6771" y="11924"/>
                  <a:pt x="7613" y="16550"/>
                  <a:pt x="10936" y="19169"/>
                </a:cubicBezTo>
                <a:cubicBezTo>
                  <a:pt x="14018" y="21597"/>
                  <a:pt x="18405" y="21600"/>
                  <a:pt x="21490" y="19175"/>
                </a:cubicBezTo>
                <a:lnTo>
                  <a:pt x="21490" y="35"/>
                </a:lnTo>
                <a:lnTo>
                  <a:pt x="22" y="0"/>
                </a:lnTo>
                <a:close/>
              </a:path>
            </a:pathLst>
          </a:custGeom>
          <a:solidFill>
            <a:schemeClr val="accent3"/>
          </a:solidFill>
          <a:ln w="12700">
            <a:miter lim="400000"/>
          </a:ln>
          <a:effectLst>
            <a:outerShdw blurRad="914400" dist="25400" dir="5400000" rotWithShape="0">
              <a:srgbClr val="000000">
                <a:alpha val="50000"/>
              </a:srgbClr>
            </a:outerShdw>
          </a:effectLst>
        </p:spPr>
        <p:txBody>
          <a:bodyPr lIns="50800" tIns="50800" rIns="50800" bIns="50800" anchor="ctr"/>
          <a:lstStyle/>
          <a:p>
            <a:pPr marL="0" marR="0" lvl="0" indent="0" algn="ctr" defTabSz="8255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3000" b="1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Helvetica Neue"/>
              <a:sym typeface="Helvetica Neue"/>
            </a:endParaRPr>
          </a:p>
        </p:txBody>
      </p:sp>
      <p:sp>
        <p:nvSpPr>
          <p:cNvPr id="223" name="Circle">
            <a:extLst>
              <a:ext uri="{FF2B5EF4-FFF2-40B4-BE49-F238E27FC236}">
                <a16:creationId xmlns:a16="http://schemas.microsoft.com/office/drawing/2014/main" id="{4C5A09B9-F209-57EE-72E0-2533F91184DF}"/>
              </a:ext>
            </a:extLst>
          </p:cNvPr>
          <p:cNvSpPr/>
          <p:nvPr/>
        </p:nvSpPr>
        <p:spPr>
          <a:xfrm>
            <a:off x="17006264" y="352354"/>
            <a:ext cx="494973" cy="494972"/>
          </a:xfrm>
          <a:prstGeom prst="ellipse">
            <a:avLst/>
          </a:prstGeom>
          <a:gradFill>
            <a:gsLst>
              <a:gs pos="0">
                <a:schemeClr val="accent2"/>
              </a:gs>
              <a:gs pos="100000">
                <a:schemeClr val="accent1"/>
              </a:gs>
            </a:gsLst>
            <a:lin ang="5400000"/>
          </a:gradFill>
          <a:ln w="12700">
            <a:miter lim="400000"/>
          </a:ln>
        </p:spPr>
        <p:txBody>
          <a:bodyPr lIns="0" tIns="0" rIns="0" bIns="0" anchor="ctr"/>
          <a:lstStyle/>
          <a:p>
            <a:pPr marL="0" marR="0" lvl="0" indent="0" algn="ctr" defTabSz="8255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 kumimoji="0" sz="32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Helvetica Neue Medium"/>
              <a:sym typeface="Helvetica Neue Medium"/>
            </a:endParaRPr>
          </a:p>
        </p:txBody>
      </p:sp>
      <p:sp>
        <p:nvSpPr>
          <p:cNvPr id="224" name="Circle">
            <a:extLst>
              <a:ext uri="{FF2B5EF4-FFF2-40B4-BE49-F238E27FC236}">
                <a16:creationId xmlns:a16="http://schemas.microsoft.com/office/drawing/2014/main" id="{5893CA48-08A1-7A1C-9BED-DACA6F95403F}"/>
              </a:ext>
            </a:extLst>
          </p:cNvPr>
          <p:cNvSpPr/>
          <p:nvPr/>
        </p:nvSpPr>
        <p:spPr>
          <a:xfrm>
            <a:off x="-564062" y="1321716"/>
            <a:ext cx="1150610" cy="1150611"/>
          </a:xfrm>
          <a:prstGeom prst="ellipse">
            <a:avLst/>
          </a:prstGeom>
          <a:gradFill>
            <a:gsLst>
              <a:gs pos="0">
                <a:schemeClr val="accent2"/>
              </a:gs>
              <a:gs pos="100000">
                <a:schemeClr val="accent1"/>
              </a:gs>
            </a:gsLst>
            <a:lin ang="5400000"/>
          </a:gradFill>
          <a:ln w="12700">
            <a:miter lim="400000"/>
          </a:ln>
        </p:spPr>
        <p:txBody>
          <a:bodyPr lIns="0" tIns="0" rIns="0" bIns="0" anchor="ctr"/>
          <a:lstStyle/>
          <a:p>
            <a:pPr marL="0" marR="0" lvl="0" indent="0" algn="ctr" defTabSz="8255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 kumimoji="0" sz="32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Helvetica Neue Medium"/>
              <a:sym typeface="Helvetica Neue Medium"/>
            </a:endParaRPr>
          </a:p>
        </p:txBody>
      </p:sp>
      <p:sp>
        <p:nvSpPr>
          <p:cNvPr id="225" name="TOPIC #1 - $100 ANSWER">
            <a:extLst>
              <a:ext uri="{FF2B5EF4-FFF2-40B4-BE49-F238E27FC236}">
                <a16:creationId xmlns:a16="http://schemas.microsoft.com/office/drawing/2014/main" id="{6EC86307-3276-AEE2-6EF9-77E6425DB7A0}"/>
              </a:ext>
            </a:extLst>
          </p:cNvPr>
          <p:cNvSpPr txBox="1"/>
          <p:nvPr/>
        </p:nvSpPr>
        <p:spPr>
          <a:xfrm>
            <a:off x="1318646" y="1076284"/>
            <a:ext cx="23992454" cy="164147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50800" tIns="50800" rIns="50800" bIns="50800" anchor="ctr">
            <a:spAutoFit/>
          </a:bodyPr>
          <a:lstStyle/>
          <a:p>
            <a:pPr marL="0" marR="0" lvl="0" indent="0" algn="l" defTabSz="8255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0000" b="0">
                <a:solidFill>
                  <a:srgbClr val="F6C543"/>
                </a:solidFill>
                <a:latin typeface="Impact"/>
                <a:ea typeface="Impact"/>
                <a:cs typeface="Impact"/>
                <a:sym typeface="Impact"/>
              </a:defRPr>
            </a:pPr>
            <a:r>
              <a:rPr kumimoji="0" lang="en-US" altLang="zh-CN" sz="10000" b="0" i="0" u="none" strike="noStrike" kern="0" cap="none" spc="0" normalizeH="0" baseline="0" noProof="0" dirty="0">
                <a:ln>
                  <a:noFill/>
                </a:ln>
                <a:solidFill>
                  <a:srgbClr val="F6C542"/>
                </a:solidFill>
                <a:effectLst/>
                <a:uLnTx/>
                <a:uFillTx/>
                <a:latin typeface="Impact"/>
                <a:sym typeface="Impact"/>
              </a:rPr>
              <a:t>UNIT #</a:t>
            </a:r>
            <a:r>
              <a:rPr kumimoji="0" lang="en-US" altLang="zh-CN" sz="10000" b="0" i="0" u="none" strike="noStrike" kern="0" cap="none" spc="0" normalizeH="0" baseline="0" noProof="0" dirty="0">
                <a:ln>
                  <a:noFill/>
                </a:ln>
                <a:solidFill>
                  <a:srgbClr val="F6C543"/>
                </a:solidFill>
                <a:effectLst/>
                <a:uLnTx/>
                <a:uFillTx/>
                <a:latin typeface="Impact"/>
                <a:sym typeface="Impact"/>
              </a:rPr>
              <a:t> </a:t>
            </a:r>
            <a:r>
              <a:rPr kumimoji="0" lang="en-US" altLang="zh-CN" sz="10000" b="0" i="0" u="none" strike="noStrike" kern="0" cap="none" spc="0" normalizeH="0" baseline="0" noProof="0" dirty="0">
                <a:ln>
                  <a:noFill/>
                </a:ln>
                <a:solidFill>
                  <a:srgbClr val="F6C542"/>
                </a:solidFill>
                <a:effectLst/>
                <a:uLnTx/>
                <a:uFillTx/>
                <a:latin typeface="Impact"/>
                <a:sym typeface="Impact"/>
              </a:rPr>
              <a:t>6 </a:t>
            </a:r>
            <a:r>
              <a:rPr kumimoji="0" lang="en-US" altLang="zh-CN" sz="100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Impact"/>
                <a:sym typeface="Impact"/>
              </a:rPr>
              <a:t>–</a:t>
            </a:r>
            <a:r>
              <a:rPr kumimoji="0" lang="zh-CN" altLang="en-US" sz="10000" b="0" i="0" u="none" strike="noStrike" kern="0" cap="none" spc="0" normalizeH="0" baseline="0" noProof="0" dirty="0">
                <a:ln>
                  <a:noFill/>
                </a:ln>
                <a:solidFill>
                  <a:srgbClr val="F6C543"/>
                </a:solidFill>
                <a:effectLst/>
                <a:uLnTx/>
                <a:uFillTx/>
                <a:latin typeface="华文楷体" panose="02010600040101010101" pitchFamily="2" charset="-122"/>
                <a:ea typeface="华文楷体" panose="02010600040101010101" pitchFamily="2" charset="-122"/>
                <a:sym typeface="Impact"/>
              </a:rPr>
              <a:t>规定画法</a:t>
            </a:r>
            <a:endParaRPr kumimoji="0" lang="zh-CN" altLang="en-US" sz="100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华文楷体" panose="02010600040101010101" pitchFamily="2" charset="-122"/>
              <a:ea typeface="华文楷体" panose="02010600040101010101" pitchFamily="2" charset="-122"/>
              <a:sym typeface="Impact"/>
            </a:endParaRPr>
          </a:p>
        </p:txBody>
      </p:sp>
      <p:sp>
        <p:nvSpPr>
          <p:cNvPr id="226" name="Shape">
            <a:extLst>
              <a:ext uri="{FF2B5EF4-FFF2-40B4-BE49-F238E27FC236}">
                <a16:creationId xmlns:a16="http://schemas.microsoft.com/office/drawing/2014/main" id="{83B457BF-5BF9-6819-C387-35FEBBE7E333}"/>
              </a:ext>
            </a:extLst>
          </p:cNvPr>
          <p:cNvSpPr/>
          <p:nvPr/>
        </p:nvSpPr>
        <p:spPr>
          <a:xfrm>
            <a:off x="-306915" y="8239797"/>
            <a:ext cx="1046530" cy="104640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9679" h="20595" extrusionOk="0">
                <a:moveTo>
                  <a:pt x="9839" y="0"/>
                </a:moveTo>
                <a:cubicBezTo>
                  <a:pt x="7321" y="0"/>
                  <a:pt x="4802" y="1006"/>
                  <a:pt x="2881" y="3017"/>
                </a:cubicBezTo>
                <a:cubicBezTo>
                  <a:pt x="-961" y="7038"/>
                  <a:pt x="-961" y="13557"/>
                  <a:pt x="2881" y="17578"/>
                </a:cubicBezTo>
                <a:cubicBezTo>
                  <a:pt x="6724" y="21600"/>
                  <a:pt x="12954" y="21600"/>
                  <a:pt x="16797" y="17578"/>
                </a:cubicBezTo>
                <a:cubicBezTo>
                  <a:pt x="20639" y="13557"/>
                  <a:pt x="20639" y="7038"/>
                  <a:pt x="16797" y="3017"/>
                </a:cubicBezTo>
                <a:cubicBezTo>
                  <a:pt x="14876" y="1006"/>
                  <a:pt x="12357" y="0"/>
                  <a:pt x="9839" y="0"/>
                </a:cubicBezTo>
                <a:close/>
                <a:moveTo>
                  <a:pt x="9839" y="2649"/>
                </a:moveTo>
                <a:cubicBezTo>
                  <a:pt x="11709" y="2649"/>
                  <a:pt x="13580" y="3397"/>
                  <a:pt x="15007" y="4890"/>
                </a:cubicBezTo>
                <a:cubicBezTo>
                  <a:pt x="17861" y="7877"/>
                  <a:pt x="17861" y="12718"/>
                  <a:pt x="15007" y="15705"/>
                </a:cubicBezTo>
                <a:cubicBezTo>
                  <a:pt x="12153" y="18692"/>
                  <a:pt x="7525" y="18692"/>
                  <a:pt x="4671" y="15705"/>
                </a:cubicBezTo>
                <a:cubicBezTo>
                  <a:pt x="1817" y="12718"/>
                  <a:pt x="1817" y="7877"/>
                  <a:pt x="4671" y="4890"/>
                </a:cubicBezTo>
                <a:cubicBezTo>
                  <a:pt x="6098" y="3397"/>
                  <a:pt x="7969" y="2649"/>
                  <a:pt x="9839" y="2649"/>
                </a:cubicBezTo>
                <a:close/>
              </a:path>
            </a:pathLst>
          </a:custGeom>
          <a:gradFill>
            <a:gsLst>
              <a:gs pos="0">
                <a:schemeClr val="accent2"/>
              </a:gs>
              <a:gs pos="100000">
                <a:schemeClr val="accent1"/>
              </a:gs>
            </a:gsLst>
            <a:lin ang="5400000"/>
          </a:gradFill>
          <a:ln w="12700">
            <a:miter lim="400000"/>
          </a:ln>
        </p:spPr>
        <p:txBody>
          <a:bodyPr lIns="0" tIns="0" rIns="0" bIns="0" anchor="ctr"/>
          <a:lstStyle/>
          <a:p>
            <a:pPr marL="0" marR="0" lvl="0" indent="0" algn="ctr" defTabSz="8255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 kumimoji="0" sz="32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Helvetica Neue Medium"/>
              <a:sym typeface="Helvetica Neue Medium"/>
            </a:endParaRPr>
          </a:p>
        </p:txBody>
      </p:sp>
      <p:sp>
        <p:nvSpPr>
          <p:cNvPr id="227" name="Shape">
            <a:extLst>
              <a:ext uri="{FF2B5EF4-FFF2-40B4-BE49-F238E27FC236}">
                <a16:creationId xmlns:a16="http://schemas.microsoft.com/office/drawing/2014/main" id="{02285979-00A8-A2C7-9107-BB5B8888193D}"/>
              </a:ext>
            </a:extLst>
          </p:cNvPr>
          <p:cNvSpPr/>
          <p:nvPr/>
        </p:nvSpPr>
        <p:spPr>
          <a:xfrm>
            <a:off x="19865947" y="2060686"/>
            <a:ext cx="2330506" cy="233022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9679" h="20595" extrusionOk="0">
                <a:moveTo>
                  <a:pt x="9839" y="0"/>
                </a:moveTo>
                <a:cubicBezTo>
                  <a:pt x="7321" y="0"/>
                  <a:pt x="4802" y="1006"/>
                  <a:pt x="2881" y="3017"/>
                </a:cubicBezTo>
                <a:cubicBezTo>
                  <a:pt x="-961" y="7038"/>
                  <a:pt x="-961" y="13557"/>
                  <a:pt x="2881" y="17578"/>
                </a:cubicBezTo>
                <a:cubicBezTo>
                  <a:pt x="6724" y="21600"/>
                  <a:pt x="12954" y="21600"/>
                  <a:pt x="16797" y="17578"/>
                </a:cubicBezTo>
                <a:cubicBezTo>
                  <a:pt x="20639" y="13557"/>
                  <a:pt x="20639" y="7038"/>
                  <a:pt x="16797" y="3017"/>
                </a:cubicBezTo>
                <a:cubicBezTo>
                  <a:pt x="14876" y="1006"/>
                  <a:pt x="12357" y="0"/>
                  <a:pt x="9839" y="0"/>
                </a:cubicBezTo>
                <a:close/>
                <a:moveTo>
                  <a:pt x="9839" y="2649"/>
                </a:moveTo>
                <a:cubicBezTo>
                  <a:pt x="11709" y="2649"/>
                  <a:pt x="13580" y="3397"/>
                  <a:pt x="15007" y="4890"/>
                </a:cubicBezTo>
                <a:cubicBezTo>
                  <a:pt x="17861" y="7877"/>
                  <a:pt x="17861" y="12718"/>
                  <a:pt x="15007" y="15705"/>
                </a:cubicBezTo>
                <a:cubicBezTo>
                  <a:pt x="12153" y="18692"/>
                  <a:pt x="7525" y="18692"/>
                  <a:pt x="4671" y="15705"/>
                </a:cubicBezTo>
                <a:cubicBezTo>
                  <a:pt x="1817" y="12718"/>
                  <a:pt x="1817" y="7877"/>
                  <a:pt x="4671" y="4890"/>
                </a:cubicBezTo>
                <a:cubicBezTo>
                  <a:pt x="6098" y="3397"/>
                  <a:pt x="7969" y="2649"/>
                  <a:pt x="9839" y="2649"/>
                </a:cubicBezTo>
                <a:close/>
              </a:path>
            </a:pathLst>
          </a:custGeom>
          <a:gradFill>
            <a:gsLst>
              <a:gs pos="0">
                <a:schemeClr val="accent2"/>
              </a:gs>
              <a:gs pos="100000">
                <a:schemeClr val="accent1"/>
              </a:gs>
            </a:gsLst>
            <a:lin ang="5400000"/>
          </a:gradFill>
          <a:ln w="12700">
            <a:miter lim="400000"/>
          </a:ln>
        </p:spPr>
        <p:txBody>
          <a:bodyPr lIns="0" tIns="0" rIns="0" bIns="0" anchor="ctr"/>
          <a:lstStyle/>
          <a:p>
            <a:pPr marL="0" marR="0" lvl="0" indent="0" algn="ctr" defTabSz="8255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 kumimoji="0" sz="32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Helvetica Neue Medium"/>
              <a:sym typeface="Helvetica Neue Medium"/>
            </a:endParaRPr>
          </a:p>
        </p:txBody>
      </p:sp>
      <p:sp>
        <p:nvSpPr>
          <p:cNvPr id="228" name="Rounded Rectangle">
            <a:extLst>
              <a:ext uri="{FF2B5EF4-FFF2-40B4-BE49-F238E27FC236}">
                <a16:creationId xmlns:a16="http://schemas.microsoft.com/office/drawing/2014/main" id="{885F9686-E77A-193C-A472-B0FA9F3FD09C}"/>
              </a:ext>
            </a:extLst>
          </p:cNvPr>
          <p:cNvSpPr/>
          <p:nvPr/>
        </p:nvSpPr>
        <p:spPr>
          <a:xfrm>
            <a:off x="1413182" y="3302000"/>
            <a:ext cx="21616294" cy="8897388"/>
          </a:xfrm>
          <a:prstGeom prst="roundRect">
            <a:avLst>
              <a:gd name="adj" fmla="val 2897"/>
            </a:avLst>
          </a:prstGeom>
          <a:solidFill>
            <a:schemeClr val="accent4"/>
          </a:solidFill>
          <a:ln w="12700">
            <a:miter lim="400000"/>
          </a:ln>
          <a:effectLst>
            <a:outerShdw blurRad="558800" dist="71163" dir="5400000" rotWithShape="0">
              <a:srgbClr val="000000">
                <a:alpha val="19617"/>
              </a:srgbClr>
            </a:outerShdw>
          </a:effectLst>
        </p:spPr>
        <p:txBody>
          <a:bodyPr lIns="0" tIns="0" rIns="0" bIns="0" anchor="ctr"/>
          <a:lstStyle/>
          <a:p>
            <a:pPr marL="0" marR="0" lvl="0" indent="0" algn="ctr" defTabSz="8255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 kumimoji="0" sz="32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Helvetica Neue Medium"/>
              <a:sym typeface="Helvetica Neue Medium"/>
            </a:endParaRP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8B688DB0-9C1E-F2E5-D340-F36983BC403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22605" y="3073216"/>
            <a:ext cx="15992956" cy="101268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14783231"/>
      </p:ext>
    </p:extLst>
  </p:cSld>
  <p:clrMapOvr>
    <a:masterClrMapping/>
  </p:clrMapOvr>
  <p:transition spd="med"/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3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03E45E2-98AD-1976-B848-AAF5BE9CB5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Shape">
            <a:extLst>
              <a:ext uri="{FF2B5EF4-FFF2-40B4-BE49-F238E27FC236}">
                <a16:creationId xmlns:a16="http://schemas.microsoft.com/office/drawing/2014/main" id="{36FCC35F-6C04-6AA4-86EE-138C6FE3B050}"/>
              </a:ext>
            </a:extLst>
          </p:cNvPr>
          <p:cNvSpPr/>
          <p:nvPr/>
        </p:nvSpPr>
        <p:spPr>
          <a:xfrm>
            <a:off x="6290541" y="12617233"/>
            <a:ext cx="2709718" cy="270939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9679" h="20595" extrusionOk="0">
                <a:moveTo>
                  <a:pt x="9839" y="0"/>
                </a:moveTo>
                <a:cubicBezTo>
                  <a:pt x="7321" y="0"/>
                  <a:pt x="4802" y="1006"/>
                  <a:pt x="2881" y="3017"/>
                </a:cubicBezTo>
                <a:cubicBezTo>
                  <a:pt x="-961" y="7038"/>
                  <a:pt x="-961" y="13557"/>
                  <a:pt x="2881" y="17578"/>
                </a:cubicBezTo>
                <a:cubicBezTo>
                  <a:pt x="6724" y="21600"/>
                  <a:pt x="12954" y="21600"/>
                  <a:pt x="16797" y="17578"/>
                </a:cubicBezTo>
                <a:cubicBezTo>
                  <a:pt x="20639" y="13557"/>
                  <a:pt x="20639" y="7038"/>
                  <a:pt x="16797" y="3017"/>
                </a:cubicBezTo>
                <a:cubicBezTo>
                  <a:pt x="14876" y="1006"/>
                  <a:pt x="12357" y="0"/>
                  <a:pt x="9839" y="0"/>
                </a:cubicBezTo>
                <a:close/>
                <a:moveTo>
                  <a:pt x="9839" y="2649"/>
                </a:moveTo>
                <a:cubicBezTo>
                  <a:pt x="11709" y="2649"/>
                  <a:pt x="13580" y="3397"/>
                  <a:pt x="15007" y="4890"/>
                </a:cubicBezTo>
                <a:cubicBezTo>
                  <a:pt x="17861" y="7877"/>
                  <a:pt x="17861" y="12718"/>
                  <a:pt x="15007" y="15705"/>
                </a:cubicBezTo>
                <a:cubicBezTo>
                  <a:pt x="12153" y="18692"/>
                  <a:pt x="7525" y="18692"/>
                  <a:pt x="4671" y="15705"/>
                </a:cubicBezTo>
                <a:cubicBezTo>
                  <a:pt x="1817" y="12718"/>
                  <a:pt x="1817" y="7877"/>
                  <a:pt x="4671" y="4890"/>
                </a:cubicBezTo>
                <a:cubicBezTo>
                  <a:pt x="6098" y="3397"/>
                  <a:pt x="7969" y="2649"/>
                  <a:pt x="9839" y="2649"/>
                </a:cubicBezTo>
                <a:close/>
              </a:path>
            </a:pathLst>
          </a:custGeom>
          <a:gradFill>
            <a:gsLst>
              <a:gs pos="0">
                <a:schemeClr val="accent2"/>
              </a:gs>
              <a:gs pos="100000">
                <a:schemeClr val="accent1"/>
              </a:gs>
            </a:gsLst>
            <a:lin ang="5400000"/>
          </a:gradFill>
          <a:ln w="12700">
            <a:miter lim="400000"/>
          </a:ln>
        </p:spPr>
        <p:txBody>
          <a:bodyPr lIns="0" tIns="0" rIns="0" bIns="0" anchor="ctr"/>
          <a:lstStyle/>
          <a:p>
            <a:pPr marL="0" marR="0" lvl="0" indent="0" algn="ctr" defTabSz="8255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 kumimoji="0" sz="32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Helvetica Neue Medium"/>
              <a:sym typeface="Helvetica Neue Medium"/>
            </a:endParaRPr>
          </a:p>
        </p:txBody>
      </p:sp>
      <p:sp>
        <p:nvSpPr>
          <p:cNvPr id="216" name="Shape">
            <a:extLst>
              <a:ext uri="{FF2B5EF4-FFF2-40B4-BE49-F238E27FC236}">
                <a16:creationId xmlns:a16="http://schemas.microsoft.com/office/drawing/2014/main" id="{FE5BCB99-E11C-E4D1-D909-AB1B7B9BDFF6}"/>
              </a:ext>
            </a:extLst>
          </p:cNvPr>
          <p:cNvSpPr/>
          <p:nvPr/>
        </p:nvSpPr>
        <p:spPr>
          <a:xfrm>
            <a:off x="14339439" y="2620192"/>
            <a:ext cx="6322300" cy="632257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800" y="0"/>
                </a:moveTo>
                <a:cubicBezTo>
                  <a:pt x="10787" y="0"/>
                  <a:pt x="10773" y="1"/>
                  <a:pt x="10759" y="1"/>
                </a:cubicBezTo>
                <a:lnTo>
                  <a:pt x="1" y="10760"/>
                </a:lnTo>
                <a:cubicBezTo>
                  <a:pt x="0" y="10900"/>
                  <a:pt x="3" y="11040"/>
                  <a:pt x="8" y="11181"/>
                </a:cubicBezTo>
                <a:lnTo>
                  <a:pt x="11180" y="9"/>
                </a:lnTo>
                <a:cubicBezTo>
                  <a:pt x="11054" y="4"/>
                  <a:pt x="10927" y="0"/>
                  <a:pt x="10800" y="0"/>
                </a:cubicBezTo>
                <a:close/>
                <a:moveTo>
                  <a:pt x="10211" y="17"/>
                </a:moveTo>
                <a:cubicBezTo>
                  <a:pt x="10057" y="25"/>
                  <a:pt x="9903" y="36"/>
                  <a:pt x="9748" y="51"/>
                </a:cubicBezTo>
                <a:lnTo>
                  <a:pt x="50" y="9749"/>
                </a:lnTo>
                <a:cubicBezTo>
                  <a:pt x="35" y="9903"/>
                  <a:pt x="25" y="10057"/>
                  <a:pt x="16" y="10212"/>
                </a:cubicBezTo>
                <a:lnTo>
                  <a:pt x="10211" y="17"/>
                </a:lnTo>
                <a:close/>
                <a:moveTo>
                  <a:pt x="11683" y="38"/>
                </a:moveTo>
                <a:lnTo>
                  <a:pt x="38" y="11684"/>
                </a:lnTo>
                <a:cubicBezTo>
                  <a:pt x="48" y="11814"/>
                  <a:pt x="62" y="11944"/>
                  <a:pt x="78" y="12075"/>
                </a:cubicBezTo>
                <a:lnTo>
                  <a:pt x="12074" y="78"/>
                </a:lnTo>
                <a:cubicBezTo>
                  <a:pt x="11944" y="63"/>
                  <a:pt x="11814" y="49"/>
                  <a:pt x="11683" y="38"/>
                </a:cubicBezTo>
                <a:close/>
                <a:moveTo>
                  <a:pt x="9136" y="131"/>
                </a:moveTo>
                <a:cubicBezTo>
                  <a:pt x="8960" y="158"/>
                  <a:pt x="8786" y="190"/>
                  <a:pt x="8611" y="226"/>
                </a:cubicBezTo>
                <a:lnTo>
                  <a:pt x="226" y="8611"/>
                </a:lnTo>
                <a:cubicBezTo>
                  <a:pt x="190" y="8786"/>
                  <a:pt x="157" y="8961"/>
                  <a:pt x="130" y="9137"/>
                </a:cubicBezTo>
                <a:lnTo>
                  <a:pt x="9136" y="131"/>
                </a:lnTo>
                <a:close/>
                <a:moveTo>
                  <a:pt x="12541" y="143"/>
                </a:moveTo>
                <a:lnTo>
                  <a:pt x="143" y="12541"/>
                </a:lnTo>
                <a:cubicBezTo>
                  <a:pt x="163" y="12663"/>
                  <a:pt x="183" y="12785"/>
                  <a:pt x="207" y="12906"/>
                </a:cubicBezTo>
                <a:lnTo>
                  <a:pt x="12906" y="208"/>
                </a:lnTo>
                <a:cubicBezTo>
                  <a:pt x="12785" y="184"/>
                  <a:pt x="12663" y="163"/>
                  <a:pt x="12541" y="143"/>
                </a:cubicBezTo>
                <a:close/>
                <a:moveTo>
                  <a:pt x="13343" y="303"/>
                </a:moveTo>
                <a:lnTo>
                  <a:pt x="303" y="13343"/>
                </a:lnTo>
                <a:cubicBezTo>
                  <a:pt x="330" y="13456"/>
                  <a:pt x="361" y="13569"/>
                  <a:pt x="392" y="13682"/>
                </a:cubicBezTo>
                <a:lnTo>
                  <a:pt x="13682" y="393"/>
                </a:lnTo>
                <a:cubicBezTo>
                  <a:pt x="13569" y="362"/>
                  <a:pt x="13456" y="331"/>
                  <a:pt x="13343" y="303"/>
                </a:cubicBezTo>
                <a:close/>
                <a:moveTo>
                  <a:pt x="7909" y="395"/>
                </a:moveTo>
                <a:cubicBezTo>
                  <a:pt x="7701" y="452"/>
                  <a:pt x="7495" y="515"/>
                  <a:pt x="7290" y="585"/>
                </a:cubicBezTo>
                <a:lnTo>
                  <a:pt x="584" y="7290"/>
                </a:lnTo>
                <a:cubicBezTo>
                  <a:pt x="514" y="7495"/>
                  <a:pt x="452" y="7702"/>
                  <a:pt x="394" y="7909"/>
                </a:cubicBezTo>
                <a:lnTo>
                  <a:pt x="7909" y="395"/>
                </a:lnTo>
                <a:close/>
                <a:moveTo>
                  <a:pt x="14094" y="515"/>
                </a:moveTo>
                <a:lnTo>
                  <a:pt x="514" y="14094"/>
                </a:lnTo>
                <a:cubicBezTo>
                  <a:pt x="549" y="14202"/>
                  <a:pt x="583" y="14310"/>
                  <a:pt x="620" y="14417"/>
                </a:cubicBezTo>
                <a:lnTo>
                  <a:pt x="14417" y="621"/>
                </a:lnTo>
                <a:cubicBezTo>
                  <a:pt x="14310" y="583"/>
                  <a:pt x="14202" y="549"/>
                  <a:pt x="14094" y="515"/>
                </a:cubicBezTo>
                <a:close/>
                <a:moveTo>
                  <a:pt x="14804" y="767"/>
                </a:moveTo>
                <a:lnTo>
                  <a:pt x="767" y="14804"/>
                </a:lnTo>
                <a:cubicBezTo>
                  <a:pt x="807" y="14905"/>
                  <a:pt x="851" y="15004"/>
                  <a:pt x="894" y="15104"/>
                </a:cubicBezTo>
                <a:lnTo>
                  <a:pt x="15104" y="895"/>
                </a:lnTo>
                <a:cubicBezTo>
                  <a:pt x="15004" y="852"/>
                  <a:pt x="14905" y="807"/>
                  <a:pt x="14804" y="767"/>
                </a:cubicBezTo>
                <a:close/>
                <a:moveTo>
                  <a:pt x="6411" y="932"/>
                </a:moveTo>
                <a:cubicBezTo>
                  <a:pt x="6118" y="1062"/>
                  <a:pt x="5831" y="1206"/>
                  <a:pt x="5549" y="1363"/>
                </a:cubicBezTo>
                <a:lnTo>
                  <a:pt x="1362" y="5549"/>
                </a:lnTo>
                <a:cubicBezTo>
                  <a:pt x="1205" y="5832"/>
                  <a:pt x="1061" y="6119"/>
                  <a:pt x="931" y="6411"/>
                </a:cubicBezTo>
                <a:lnTo>
                  <a:pt x="6411" y="932"/>
                </a:lnTo>
                <a:close/>
                <a:moveTo>
                  <a:pt x="15470" y="1061"/>
                </a:moveTo>
                <a:lnTo>
                  <a:pt x="1060" y="15471"/>
                </a:lnTo>
                <a:cubicBezTo>
                  <a:pt x="1106" y="15567"/>
                  <a:pt x="1153" y="15664"/>
                  <a:pt x="1202" y="15759"/>
                </a:cubicBezTo>
                <a:lnTo>
                  <a:pt x="15759" y="1203"/>
                </a:lnTo>
                <a:cubicBezTo>
                  <a:pt x="15663" y="1153"/>
                  <a:pt x="15567" y="1107"/>
                  <a:pt x="15470" y="1061"/>
                </a:cubicBezTo>
                <a:close/>
                <a:moveTo>
                  <a:pt x="16103" y="1391"/>
                </a:moveTo>
                <a:lnTo>
                  <a:pt x="1391" y="16103"/>
                </a:lnTo>
                <a:cubicBezTo>
                  <a:pt x="1442" y="16194"/>
                  <a:pt x="1494" y="16285"/>
                  <a:pt x="1549" y="16375"/>
                </a:cubicBezTo>
                <a:lnTo>
                  <a:pt x="16375" y="1549"/>
                </a:lnTo>
                <a:cubicBezTo>
                  <a:pt x="16285" y="1495"/>
                  <a:pt x="16194" y="1442"/>
                  <a:pt x="16103" y="1391"/>
                </a:cubicBezTo>
                <a:close/>
                <a:moveTo>
                  <a:pt x="16703" y="1754"/>
                </a:moveTo>
                <a:lnTo>
                  <a:pt x="1753" y="16703"/>
                </a:lnTo>
                <a:cubicBezTo>
                  <a:pt x="1809" y="16788"/>
                  <a:pt x="1869" y="16872"/>
                  <a:pt x="1928" y="16956"/>
                </a:cubicBezTo>
                <a:lnTo>
                  <a:pt x="16956" y="1928"/>
                </a:lnTo>
                <a:cubicBezTo>
                  <a:pt x="16872" y="1869"/>
                  <a:pt x="16788" y="1810"/>
                  <a:pt x="16703" y="1754"/>
                </a:cubicBezTo>
                <a:close/>
                <a:moveTo>
                  <a:pt x="17267" y="2151"/>
                </a:moveTo>
                <a:lnTo>
                  <a:pt x="2151" y="17267"/>
                </a:lnTo>
                <a:cubicBezTo>
                  <a:pt x="2212" y="17349"/>
                  <a:pt x="2274" y="17430"/>
                  <a:pt x="2338" y="17510"/>
                </a:cubicBezTo>
                <a:lnTo>
                  <a:pt x="17510" y="2338"/>
                </a:lnTo>
                <a:cubicBezTo>
                  <a:pt x="17430" y="2275"/>
                  <a:pt x="17349" y="2212"/>
                  <a:pt x="17267" y="2151"/>
                </a:cubicBezTo>
                <a:close/>
                <a:moveTo>
                  <a:pt x="3805" y="2574"/>
                </a:moveTo>
                <a:cubicBezTo>
                  <a:pt x="3586" y="2761"/>
                  <a:pt x="3370" y="2956"/>
                  <a:pt x="3163" y="3163"/>
                </a:cubicBezTo>
                <a:cubicBezTo>
                  <a:pt x="2955" y="3371"/>
                  <a:pt x="2761" y="3586"/>
                  <a:pt x="2574" y="3806"/>
                </a:cubicBezTo>
                <a:lnTo>
                  <a:pt x="3805" y="2574"/>
                </a:lnTo>
                <a:close/>
                <a:moveTo>
                  <a:pt x="17801" y="2579"/>
                </a:moveTo>
                <a:lnTo>
                  <a:pt x="2579" y="17801"/>
                </a:lnTo>
                <a:cubicBezTo>
                  <a:pt x="2645" y="17878"/>
                  <a:pt x="2709" y="17957"/>
                  <a:pt x="2777" y="18032"/>
                </a:cubicBezTo>
                <a:lnTo>
                  <a:pt x="18032" y="2777"/>
                </a:lnTo>
                <a:cubicBezTo>
                  <a:pt x="17957" y="2709"/>
                  <a:pt x="17878" y="2645"/>
                  <a:pt x="17801" y="2579"/>
                </a:cubicBezTo>
                <a:close/>
                <a:moveTo>
                  <a:pt x="18304" y="3036"/>
                </a:moveTo>
                <a:lnTo>
                  <a:pt x="3036" y="18304"/>
                </a:lnTo>
                <a:cubicBezTo>
                  <a:pt x="3079" y="18349"/>
                  <a:pt x="3119" y="18394"/>
                  <a:pt x="3163" y="18438"/>
                </a:cubicBezTo>
                <a:cubicBezTo>
                  <a:pt x="3191" y="18466"/>
                  <a:pt x="3222" y="18492"/>
                  <a:pt x="3250" y="18521"/>
                </a:cubicBezTo>
                <a:lnTo>
                  <a:pt x="18521" y="3251"/>
                </a:lnTo>
                <a:cubicBezTo>
                  <a:pt x="18492" y="3222"/>
                  <a:pt x="18466" y="3192"/>
                  <a:pt x="18438" y="3163"/>
                </a:cubicBezTo>
                <a:cubicBezTo>
                  <a:pt x="18394" y="3119"/>
                  <a:pt x="18348" y="3079"/>
                  <a:pt x="18304" y="3036"/>
                </a:cubicBezTo>
                <a:close/>
                <a:moveTo>
                  <a:pt x="18781" y="3523"/>
                </a:moveTo>
                <a:lnTo>
                  <a:pt x="3522" y="18781"/>
                </a:lnTo>
                <a:cubicBezTo>
                  <a:pt x="3598" y="18850"/>
                  <a:pt x="3676" y="18915"/>
                  <a:pt x="3753" y="18982"/>
                </a:cubicBezTo>
                <a:lnTo>
                  <a:pt x="18982" y="3753"/>
                </a:lnTo>
                <a:cubicBezTo>
                  <a:pt x="18915" y="3676"/>
                  <a:pt x="18850" y="3598"/>
                  <a:pt x="18781" y="3523"/>
                </a:cubicBezTo>
                <a:close/>
                <a:moveTo>
                  <a:pt x="19224" y="4041"/>
                </a:moveTo>
                <a:lnTo>
                  <a:pt x="4041" y="19224"/>
                </a:lnTo>
                <a:cubicBezTo>
                  <a:pt x="4121" y="19289"/>
                  <a:pt x="4202" y="19350"/>
                  <a:pt x="4283" y="19412"/>
                </a:cubicBezTo>
                <a:lnTo>
                  <a:pt x="19412" y="4283"/>
                </a:lnTo>
                <a:cubicBezTo>
                  <a:pt x="19350" y="4202"/>
                  <a:pt x="19289" y="4121"/>
                  <a:pt x="19224" y="4041"/>
                </a:cubicBezTo>
                <a:close/>
                <a:moveTo>
                  <a:pt x="19637" y="4591"/>
                </a:moveTo>
                <a:lnTo>
                  <a:pt x="4591" y="19637"/>
                </a:lnTo>
                <a:cubicBezTo>
                  <a:pt x="4675" y="19696"/>
                  <a:pt x="4758" y="19757"/>
                  <a:pt x="4843" y="19813"/>
                </a:cubicBezTo>
                <a:lnTo>
                  <a:pt x="19813" y="4844"/>
                </a:lnTo>
                <a:cubicBezTo>
                  <a:pt x="19757" y="4758"/>
                  <a:pt x="19696" y="4675"/>
                  <a:pt x="19637" y="4591"/>
                </a:cubicBezTo>
                <a:close/>
                <a:moveTo>
                  <a:pt x="20019" y="5172"/>
                </a:moveTo>
                <a:lnTo>
                  <a:pt x="5172" y="20019"/>
                </a:lnTo>
                <a:cubicBezTo>
                  <a:pt x="5261" y="20073"/>
                  <a:pt x="5351" y="20126"/>
                  <a:pt x="5441" y="20178"/>
                </a:cubicBezTo>
                <a:lnTo>
                  <a:pt x="20178" y="5441"/>
                </a:lnTo>
                <a:cubicBezTo>
                  <a:pt x="20126" y="5351"/>
                  <a:pt x="20073" y="5261"/>
                  <a:pt x="20019" y="5172"/>
                </a:cubicBezTo>
                <a:close/>
                <a:moveTo>
                  <a:pt x="20369" y="5782"/>
                </a:moveTo>
                <a:lnTo>
                  <a:pt x="5782" y="20369"/>
                </a:lnTo>
                <a:cubicBezTo>
                  <a:pt x="5877" y="20419"/>
                  <a:pt x="5974" y="20463"/>
                  <a:pt x="6071" y="20510"/>
                </a:cubicBezTo>
                <a:lnTo>
                  <a:pt x="20510" y="6071"/>
                </a:lnTo>
                <a:cubicBezTo>
                  <a:pt x="20463" y="5975"/>
                  <a:pt x="20419" y="5878"/>
                  <a:pt x="20369" y="5782"/>
                </a:cubicBezTo>
                <a:close/>
                <a:moveTo>
                  <a:pt x="20679" y="6434"/>
                </a:moveTo>
                <a:lnTo>
                  <a:pt x="6434" y="20679"/>
                </a:lnTo>
                <a:cubicBezTo>
                  <a:pt x="6534" y="20723"/>
                  <a:pt x="6633" y="20769"/>
                  <a:pt x="6734" y="20809"/>
                </a:cubicBezTo>
                <a:lnTo>
                  <a:pt x="20809" y="6735"/>
                </a:lnTo>
                <a:cubicBezTo>
                  <a:pt x="20769" y="6634"/>
                  <a:pt x="20723" y="6534"/>
                  <a:pt x="20679" y="6434"/>
                </a:cubicBezTo>
                <a:close/>
                <a:moveTo>
                  <a:pt x="20956" y="7121"/>
                </a:moveTo>
                <a:lnTo>
                  <a:pt x="7120" y="20956"/>
                </a:lnTo>
                <a:cubicBezTo>
                  <a:pt x="7226" y="20994"/>
                  <a:pt x="7333" y="21030"/>
                  <a:pt x="7439" y="21065"/>
                </a:cubicBezTo>
                <a:lnTo>
                  <a:pt x="21065" y="7439"/>
                </a:lnTo>
                <a:cubicBezTo>
                  <a:pt x="21030" y="7333"/>
                  <a:pt x="20994" y="7226"/>
                  <a:pt x="20956" y="7121"/>
                </a:cubicBezTo>
                <a:close/>
                <a:moveTo>
                  <a:pt x="21190" y="7848"/>
                </a:moveTo>
                <a:lnTo>
                  <a:pt x="7848" y="21190"/>
                </a:lnTo>
                <a:cubicBezTo>
                  <a:pt x="7960" y="21221"/>
                  <a:pt x="8073" y="21252"/>
                  <a:pt x="8186" y="21280"/>
                </a:cubicBezTo>
                <a:lnTo>
                  <a:pt x="21280" y="8186"/>
                </a:lnTo>
                <a:cubicBezTo>
                  <a:pt x="21252" y="8073"/>
                  <a:pt x="21221" y="7960"/>
                  <a:pt x="21190" y="7848"/>
                </a:cubicBezTo>
                <a:close/>
                <a:moveTo>
                  <a:pt x="21378" y="8623"/>
                </a:moveTo>
                <a:lnTo>
                  <a:pt x="8623" y="21378"/>
                </a:lnTo>
                <a:cubicBezTo>
                  <a:pt x="8743" y="21402"/>
                  <a:pt x="8863" y="21424"/>
                  <a:pt x="8984" y="21445"/>
                </a:cubicBezTo>
                <a:lnTo>
                  <a:pt x="21445" y="8984"/>
                </a:lnTo>
                <a:cubicBezTo>
                  <a:pt x="21424" y="8864"/>
                  <a:pt x="21402" y="8743"/>
                  <a:pt x="21378" y="8623"/>
                </a:cubicBezTo>
                <a:close/>
                <a:moveTo>
                  <a:pt x="21514" y="9448"/>
                </a:moveTo>
                <a:lnTo>
                  <a:pt x="9447" y="21514"/>
                </a:lnTo>
                <a:cubicBezTo>
                  <a:pt x="9576" y="21530"/>
                  <a:pt x="9704" y="21546"/>
                  <a:pt x="9833" y="21557"/>
                </a:cubicBezTo>
                <a:lnTo>
                  <a:pt x="21557" y="9834"/>
                </a:lnTo>
                <a:cubicBezTo>
                  <a:pt x="21546" y="9705"/>
                  <a:pt x="21530" y="9576"/>
                  <a:pt x="21514" y="9448"/>
                </a:cubicBezTo>
                <a:close/>
                <a:moveTo>
                  <a:pt x="21590" y="10333"/>
                </a:moveTo>
                <a:lnTo>
                  <a:pt x="10332" y="21590"/>
                </a:lnTo>
                <a:cubicBezTo>
                  <a:pt x="10473" y="21596"/>
                  <a:pt x="10613" y="21599"/>
                  <a:pt x="10753" y="21600"/>
                </a:cubicBezTo>
                <a:lnTo>
                  <a:pt x="21600" y="10754"/>
                </a:lnTo>
                <a:cubicBezTo>
                  <a:pt x="21599" y="10613"/>
                  <a:pt x="21596" y="10473"/>
                  <a:pt x="21590" y="10333"/>
                </a:cubicBezTo>
                <a:close/>
                <a:moveTo>
                  <a:pt x="21590" y="11296"/>
                </a:moveTo>
                <a:lnTo>
                  <a:pt x="11295" y="21590"/>
                </a:lnTo>
                <a:cubicBezTo>
                  <a:pt x="11449" y="21583"/>
                  <a:pt x="11603" y="21572"/>
                  <a:pt x="11757" y="21558"/>
                </a:cubicBezTo>
                <a:lnTo>
                  <a:pt x="21558" y="11757"/>
                </a:lnTo>
                <a:cubicBezTo>
                  <a:pt x="21572" y="11603"/>
                  <a:pt x="21583" y="11450"/>
                  <a:pt x="21590" y="11296"/>
                </a:cubicBezTo>
                <a:close/>
                <a:moveTo>
                  <a:pt x="21489" y="12358"/>
                </a:moveTo>
                <a:lnTo>
                  <a:pt x="12358" y="21489"/>
                </a:lnTo>
                <a:cubicBezTo>
                  <a:pt x="12531" y="21464"/>
                  <a:pt x="12703" y="21434"/>
                  <a:pt x="12876" y="21400"/>
                </a:cubicBezTo>
                <a:lnTo>
                  <a:pt x="21400" y="12876"/>
                </a:lnTo>
                <a:cubicBezTo>
                  <a:pt x="21434" y="12704"/>
                  <a:pt x="21464" y="12531"/>
                  <a:pt x="21489" y="12358"/>
                </a:cubicBezTo>
                <a:close/>
                <a:moveTo>
                  <a:pt x="21239" y="13569"/>
                </a:moveTo>
                <a:lnTo>
                  <a:pt x="13569" y="21239"/>
                </a:lnTo>
                <a:cubicBezTo>
                  <a:pt x="13774" y="21185"/>
                  <a:pt x="13978" y="21125"/>
                  <a:pt x="14181" y="21058"/>
                </a:cubicBezTo>
                <a:lnTo>
                  <a:pt x="21058" y="14181"/>
                </a:lnTo>
                <a:cubicBezTo>
                  <a:pt x="21125" y="13978"/>
                  <a:pt x="21185" y="13774"/>
                  <a:pt x="21239" y="13569"/>
                </a:cubicBezTo>
                <a:close/>
                <a:moveTo>
                  <a:pt x="20736" y="15035"/>
                </a:moveTo>
                <a:lnTo>
                  <a:pt x="15035" y="20736"/>
                </a:lnTo>
                <a:cubicBezTo>
                  <a:pt x="15310" y="20619"/>
                  <a:pt x="15581" y="20493"/>
                  <a:pt x="15848" y="20352"/>
                </a:cubicBezTo>
                <a:lnTo>
                  <a:pt x="20352" y="15848"/>
                </a:lnTo>
                <a:cubicBezTo>
                  <a:pt x="20493" y="15581"/>
                  <a:pt x="20619" y="15310"/>
                  <a:pt x="20736" y="15035"/>
                </a:cubicBezTo>
                <a:close/>
                <a:moveTo>
                  <a:pt x="19400" y="17332"/>
                </a:moveTo>
                <a:lnTo>
                  <a:pt x="17332" y="19400"/>
                </a:lnTo>
                <a:cubicBezTo>
                  <a:pt x="17716" y="19108"/>
                  <a:pt x="18087" y="18789"/>
                  <a:pt x="18438" y="18438"/>
                </a:cubicBezTo>
                <a:cubicBezTo>
                  <a:pt x="18788" y="18087"/>
                  <a:pt x="19107" y="17716"/>
                  <a:pt x="19400" y="17332"/>
                </a:cubicBezTo>
                <a:close/>
              </a:path>
            </a:pathLst>
          </a:custGeom>
          <a:solidFill>
            <a:schemeClr val="accent4"/>
          </a:solidFill>
          <a:ln w="12700">
            <a:miter lim="400000"/>
          </a:ln>
        </p:spPr>
        <p:txBody>
          <a:bodyPr lIns="0" tIns="0" rIns="0" bIns="0" anchor="ctr"/>
          <a:lstStyle/>
          <a:p>
            <a:pPr marL="0" marR="0" lvl="0" indent="0" algn="ctr" defTabSz="8255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 kumimoji="0" sz="32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Helvetica Neue Medium"/>
              <a:sym typeface="Helvetica Neue Medium"/>
            </a:endParaRPr>
          </a:p>
        </p:txBody>
      </p:sp>
      <p:sp>
        <p:nvSpPr>
          <p:cNvPr id="217" name="Shape">
            <a:extLst>
              <a:ext uri="{FF2B5EF4-FFF2-40B4-BE49-F238E27FC236}">
                <a16:creationId xmlns:a16="http://schemas.microsoft.com/office/drawing/2014/main" id="{D00BF780-42F6-1752-5EBD-8D240892E50B}"/>
              </a:ext>
            </a:extLst>
          </p:cNvPr>
          <p:cNvSpPr/>
          <p:nvPr/>
        </p:nvSpPr>
        <p:spPr>
          <a:xfrm>
            <a:off x="5513585" y="9836851"/>
            <a:ext cx="2709536" cy="270965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800" y="0"/>
                </a:moveTo>
                <a:cubicBezTo>
                  <a:pt x="10787" y="0"/>
                  <a:pt x="10773" y="1"/>
                  <a:pt x="10759" y="1"/>
                </a:cubicBezTo>
                <a:lnTo>
                  <a:pt x="1" y="10760"/>
                </a:lnTo>
                <a:cubicBezTo>
                  <a:pt x="0" y="10900"/>
                  <a:pt x="3" y="11040"/>
                  <a:pt x="8" y="11181"/>
                </a:cubicBezTo>
                <a:lnTo>
                  <a:pt x="11180" y="9"/>
                </a:lnTo>
                <a:cubicBezTo>
                  <a:pt x="11054" y="4"/>
                  <a:pt x="10927" y="0"/>
                  <a:pt x="10800" y="0"/>
                </a:cubicBezTo>
                <a:close/>
                <a:moveTo>
                  <a:pt x="10211" y="17"/>
                </a:moveTo>
                <a:cubicBezTo>
                  <a:pt x="10057" y="25"/>
                  <a:pt x="9903" y="36"/>
                  <a:pt x="9748" y="51"/>
                </a:cubicBezTo>
                <a:lnTo>
                  <a:pt x="50" y="9749"/>
                </a:lnTo>
                <a:cubicBezTo>
                  <a:pt x="35" y="9903"/>
                  <a:pt x="25" y="10057"/>
                  <a:pt x="16" y="10212"/>
                </a:cubicBezTo>
                <a:lnTo>
                  <a:pt x="10211" y="17"/>
                </a:lnTo>
                <a:close/>
                <a:moveTo>
                  <a:pt x="11683" y="38"/>
                </a:moveTo>
                <a:lnTo>
                  <a:pt x="38" y="11684"/>
                </a:lnTo>
                <a:cubicBezTo>
                  <a:pt x="48" y="11814"/>
                  <a:pt x="62" y="11944"/>
                  <a:pt x="78" y="12075"/>
                </a:cubicBezTo>
                <a:lnTo>
                  <a:pt x="12074" y="78"/>
                </a:lnTo>
                <a:cubicBezTo>
                  <a:pt x="11944" y="63"/>
                  <a:pt x="11814" y="49"/>
                  <a:pt x="11683" y="38"/>
                </a:cubicBezTo>
                <a:close/>
                <a:moveTo>
                  <a:pt x="9136" y="131"/>
                </a:moveTo>
                <a:cubicBezTo>
                  <a:pt x="8960" y="158"/>
                  <a:pt x="8786" y="190"/>
                  <a:pt x="8611" y="226"/>
                </a:cubicBezTo>
                <a:lnTo>
                  <a:pt x="226" y="8611"/>
                </a:lnTo>
                <a:cubicBezTo>
                  <a:pt x="190" y="8786"/>
                  <a:pt x="157" y="8961"/>
                  <a:pt x="130" y="9137"/>
                </a:cubicBezTo>
                <a:lnTo>
                  <a:pt x="9136" y="131"/>
                </a:lnTo>
                <a:close/>
                <a:moveTo>
                  <a:pt x="12541" y="143"/>
                </a:moveTo>
                <a:lnTo>
                  <a:pt x="143" y="12541"/>
                </a:lnTo>
                <a:cubicBezTo>
                  <a:pt x="163" y="12663"/>
                  <a:pt x="183" y="12785"/>
                  <a:pt x="207" y="12906"/>
                </a:cubicBezTo>
                <a:lnTo>
                  <a:pt x="12906" y="208"/>
                </a:lnTo>
                <a:cubicBezTo>
                  <a:pt x="12785" y="184"/>
                  <a:pt x="12663" y="163"/>
                  <a:pt x="12541" y="143"/>
                </a:cubicBezTo>
                <a:close/>
                <a:moveTo>
                  <a:pt x="13343" y="303"/>
                </a:moveTo>
                <a:lnTo>
                  <a:pt x="303" y="13343"/>
                </a:lnTo>
                <a:cubicBezTo>
                  <a:pt x="330" y="13456"/>
                  <a:pt x="361" y="13569"/>
                  <a:pt x="392" y="13682"/>
                </a:cubicBezTo>
                <a:lnTo>
                  <a:pt x="13682" y="393"/>
                </a:lnTo>
                <a:cubicBezTo>
                  <a:pt x="13569" y="362"/>
                  <a:pt x="13456" y="331"/>
                  <a:pt x="13343" y="303"/>
                </a:cubicBezTo>
                <a:close/>
                <a:moveTo>
                  <a:pt x="7909" y="395"/>
                </a:moveTo>
                <a:cubicBezTo>
                  <a:pt x="7701" y="452"/>
                  <a:pt x="7495" y="515"/>
                  <a:pt x="7290" y="585"/>
                </a:cubicBezTo>
                <a:lnTo>
                  <a:pt x="584" y="7290"/>
                </a:lnTo>
                <a:cubicBezTo>
                  <a:pt x="514" y="7495"/>
                  <a:pt x="452" y="7702"/>
                  <a:pt x="394" y="7909"/>
                </a:cubicBezTo>
                <a:lnTo>
                  <a:pt x="7909" y="395"/>
                </a:lnTo>
                <a:close/>
                <a:moveTo>
                  <a:pt x="14094" y="515"/>
                </a:moveTo>
                <a:lnTo>
                  <a:pt x="514" y="14094"/>
                </a:lnTo>
                <a:cubicBezTo>
                  <a:pt x="549" y="14202"/>
                  <a:pt x="583" y="14310"/>
                  <a:pt x="620" y="14417"/>
                </a:cubicBezTo>
                <a:lnTo>
                  <a:pt x="14417" y="621"/>
                </a:lnTo>
                <a:cubicBezTo>
                  <a:pt x="14310" y="583"/>
                  <a:pt x="14202" y="549"/>
                  <a:pt x="14094" y="515"/>
                </a:cubicBezTo>
                <a:close/>
                <a:moveTo>
                  <a:pt x="14804" y="767"/>
                </a:moveTo>
                <a:lnTo>
                  <a:pt x="767" y="14804"/>
                </a:lnTo>
                <a:cubicBezTo>
                  <a:pt x="807" y="14905"/>
                  <a:pt x="851" y="15004"/>
                  <a:pt x="894" y="15104"/>
                </a:cubicBezTo>
                <a:lnTo>
                  <a:pt x="15104" y="895"/>
                </a:lnTo>
                <a:cubicBezTo>
                  <a:pt x="15004" y="852"/>
                  <a:pt x="14905" y="807"/>
                  <a:pt x="14804" y="767"/>
                </a:cubicBezTo>
                <a:close/>
                <a:moveTo>
                  <a:pt x="6411" y="932"/>
                </a:moveTo>
                <a:cubicBezTo>
                  <a:pt x="6118" y="1062"/>
                  <a:pt x="5831" y="1206"/>
                  <a:pt x="5549" y="1363"/>
                </a:cubicBezTo>
                <a:lnTo>
                  <a:pt x="1362" y="5549"/>
                </a:lnTo>
                <a:cubicBezTo>
                  <a:pt x="1205" y="5832"/>
                  <a:pt x="1061" y="6119"/>
                  <a:pt x="931" y="6411"/>
                </a:cubicBezTo>
                <a:lnTo>
                  <a:pt x="6411" y="932"/>
                </a:lnTo>
                <a:close/>
                <a:moveTo>
                  <a:pt x="15470" y="1061"/>
                </a:moveTo>
                <a:lnTo>
                  <a:pt x="1060" y="15471"/>
                </a:lnTo>
                <a:cubicBezTo>
                  <a:pt x="1106" y="15567"/>
                  <a:pt x="1153" y="15664"/>
                  <a:pt x="1202" y="15759"/>
                </a:cubicBezTo>
                <a:lnTo>
                  <a:pt x="15759" y="1203"/>
                </a:lnTo>
                <a:cubicBezTo>
                  <a:pt x="15663" y="1153"/>
                  <a:pt x="15567" y="1107"/>
                  <a:pt x="15470" y="1061"/>
                </a:cubicBezTo>
                <a:close/>
                <a:moveTo>
                  <a:pt x="16103" y="1391"/>
                </a:moveTo>
                <a:lnTo>
                  <a:pt x="1391" y="16103"/>
                </a:lnTo>
                <a:cubicBezTo>
                  <a:pt x="1442" y="16194"/>
                  <a:pt x="1494" y="16285"/>
                  <a:pt x="1548" y="16375"/>
                </a:cubicBezTo>
                <a:lnTo>
                  <a:pt x="16375" y="1549"/>
                </a:lnTo>
                <a:cubicBezTo>
                  <a:pt x="16285" y="1495"/>
                  <a:pt x="16194" y="1442"/>
                  <a:pt x="16103" y="1391"/>
                </a:cubicBezTo>
                <a:close/>
                <a:moveTo>
                  <a:pt x="16703" y="1754"/>
                </a:moveTo>
                <a:lnTo>
                  <a:pt x="1753" y="16703"/>
                </a:lnTo>
                <a:cubicBezTo>
                  <a:pt x="1809" y="16788"/>
                  <a:pt x="1869" y="16872"/>
                  <a:pt x="1928" y="16956"/>
                </a:cubicBezTo>
                <a:lnTo>
                  <a:pt x="16956" y="1928"/>
                </a:lnTo>
                <a:cubicBezTo>
                  <a:pt x="16872" y="1869"/>
                  <a:pt x="16788" y="1810"/>
                  <a:pt x="16703" y="1754"/>
                </a:cubicBezTo>
                <a:close/>
                <a:moveTo>
                  <a:pt x="17267" y="2151"/>
                </a:moveTo>
                <a:lnTo>
                  <a:pt x="2151" y="17267"/>
                </a:lnTo>
                <a:cubicBezTo>
                  <a:pt x="2212" y="17349"/>
                  <a:pt x="2274" y="17430"/>
                  <a:pt x="2338" y="17510"/>
                </a:cubicBezTo>
                <a:lnTo>
                  <a:pt x="17510" y="2338"/>
                </a:lnTo>
                <a:cubicBezTo>
                  <a:pt x="17430" y="2275"/>
                  <a:pt x="17349" y="2212"/>
                  <a:pt x="17267" y="2151"/>
                </a:cubicBezTo>
                <a:close/>
                <a:moveTo>
                  <a:pt x="3805" y="2574"/>
                </a:moveTo>
                <a:cubicBezTo>
                  <a:pt x="3586" y="2761"/>
                  <a:pt x="3370" y="2956"/>
                  <a:pt x="3163" y="3163"/>
                </a:cubicBezTo>
                <a:cubicBezTo>
                  <a:pt x="2955" y="3371"/>
                  <a:pt x="2761" y="3586"/>
                  <a:pt x="2574" y="3806"/>
                </a:cubicBezTo>
                <a:lnTo>
                  <a:pt x="3805" y="2574"/>
                </a:lnTo>
                <a:close/>
                <a:moveTo>
                  <a:pt x="17801" y="2579"/>
                </a:moveTo>
                <a:lnTo>
                  <a:pt x="2579" y="17801"/>
                </a:lnTo>
                <a:cubicBezTo>
                  <a:pt x="2645" y="17878"/>
                  <a:pt x="2709" y="17957"/>
                  <a:pt x="2777" y="18032"/>
                </a:cubicBezTo>
                <a:lnTo>
                  <a:pt x="18032" y="2777"/>
                </a:lnTo>
                <a:cubicBezTo>
                  <a:pt x="17957" y="2709"/>
                  <a:pt x="17878" y="2645"/>
                  <a:pt x="17801" y="2579"/>
                </a:cubicBezTo>
                <a:close/>
                <a:moveTo>
                  <a:pt x="18304" y="3036"/>
                </a:moveTo>
                <a:lnTo>
                  <a:pt x="3036" y="18304"/>
                </a:lnTo>
                <a:cubicBezTo>
                  <a:pt x="3079" y="18349"/>
                  <a:pt x="3119" y="18394"/>
                  <a:pt x="3163" y="18438"/>
                </a:cubicBezTo>
                <a:cubicBezTo>
                  <a:pt x="3191" y="18466"/>
                  <a:pt x="3222" y="18492"/>
                  <a:pt x="3250" y="18521"/>
                </a:cubicBezTo>
                <a:lnTo>
                  <a:pt x="18521" y="3251"/>
                </a:lnTo>
                <a:cubicBezTo>
                  <a:pt x="18492" y="3222"/>
                  <a:pt x="18466" y="3192"/>
                  <a:pt x="18438" y="3163"/>
                </a:cubicBezTo>
                <a:cubicBezTo>
                  <a:pt x="18394" y="3119"/>
                  <a:pt x="18348" y="3079"/>
                  <a:pt x="18304" y="3036"/>
                </a:cubicBezTo>
                <a:close/>
                <a:moveTo>
                  <a:pt x="18781" y="3523"/>
                </a:moveTo>
                <a:lnTo>
                  <a:pt x="3522" y="18781"/>
                </a:lnTo>
                <a:cubicBezTo>
                  <a:pt x="3598" y="18850"/>
                  <a:pt x="3676" y="18915"/>
                  <a:pt x="3753" y="18982"/>
                </a:cubicBezTo>
                <a:lnTo>
                  <a:pt x="18982" y="3753"/>
                </a:lnTo>
                <a:cubicBezTo>
                  <a:pt x="18915" y="3676"/>
                  <a:pt x="18850" y="3598"/>
                  <a:pt x="18781" y="3523"/>
                </a:cubicBezTo>
                <a:close/>
                <a:moveTo>
                  <a:pt x="19224" y="4041"/>
                </a:moveTo>
                <a:lnTo>
                  <a:pt x="4041" y="19224"/>
                </a:lnTo>
                <a:cubicBezTo>
                  <a:pt x="4121" y="19289"/>
                  <a:pt x="4202" y="19350"/>
                  <a:pt x="4283" y="19412"/>
                </a:cubicBezTo>
                <a:lnTo>
                  <a:pt x="19412" y="4283"/>
                </a:lnTo>
                <a:cubicBezTo>
                  <a:pt x="19350" y="4202"/>
                  <a:pt x="19289" y="4121"/>
                  <a:pt x="19224" y="4041"/>
                </a:cubicBezTo>
                <a:close/>
                <a:moveTo>
                  <a:pt x="19637" y="4591"/>
                </a:moveTo>
                <a:lnTo>
                  <a:pt x="4591" y="19637"/>
                </a:lnTo>
                <a:cubicBezTo>
                  <a:pt x="4675" y="19696"/>
                  <a:pt x="4758" y="19757"/>
                  <a:pt x="4843" y="19813"/>
                </a:cubicBezTo>
                <a:lnTo>
                  <a:pt x="19813" y="4844"/>
                </a:lnTo>
                <a:cubicBezTo>
                  <a:pt x="19757" y="4758"/>
                  <a:pt x="19696" y="4675"/>
                  <a:pt x="19637" y="4591"/>
                </a:cubicBezTo>
                <a:close/>
                <a:moveTo>
                  <a:pt x="20019" y="5172"/>
                </a:moveTo>
                <a:lnTo>
                  <a:pt x="5172" y="20019"/>
                </a:lnTo>
                <a:cubicBezTo>
                  <a:pt x="5261" y="20073"/>
                  <a:pt x="5351" y="20126"/>
                  <a:pt x="5441" y="20178"/>
                </a:cubicBezTo>
                <a:lnTo>
                  <a:pt x="20178" y="5441"/>
                </a:lnTo>
                <a:cubicBezTo>
                  <a:pt x="20126" y="5351"/>
                  <a:pt x="20073" y="5261"/>
                  <a:pt x="20019" y="5172"/>
                </a:cubicBezTo>
                <a:close/>
                <a:moveTo>
                  <a:pt x="20369" y="5782"/>
                </a:moveTo>
                <a:lnTo>
                  <a:pt x="5782" y="20369"/>
                </a:lnTo>
                <a:cubicBezTo>
                  <a:pt x="5877" y="20419"/>
                  <a:pt x="5974" y="20463"/>
                  <a:pt x="6071" y="20510"/>
                </a:cubicBezTo>
                <a:lnTo>
                  <a:pt x="20510" y="6071"/>
                </a:lnTo>
                <a:cubicBezTo>
                  <a:pt x="20463" y="5975"/>
                  <a:pt x="20419" y="5878"/>
                  <a:pt x="20369" y="5782"/>
                </a:cubicBezTo>
                <a:close/>
                <a:moveTo>
                  <a:pt x="20679" y="6434"/>
                </a:moveTo>
                <a:lnTo>
                  <a:pt x="6434" y="20679"/>
                </a:lnTo>
                <a:cubicBezTo>
                  <a:pt x="6534" y="20723"/>
                  <a:pt x="6633" y="20769"/>
                  <a:pt x="6734" y="20809"/>
                </a:cubicBezTo>
                <a:lnTo>
                  <a:pt x="20809" y="6735"/>
                </a:lnTo>
                <a:cubicBezTo>
                  <a:pt x="20769" y="6634"/>
                  <a:pt x="20723" y="6534"/>
                  <a:pt x="20679" y="6434"/>
                </a:cubicBezTo>
                <a:close/>
                <a:moveTo>
                  <a:pt x="20956" y="7121"/>
                </a:moveTo>
                <a:lnTo>
                  <a:pt x="7120" y="20956"/>
                </a:lnTo>
                <a:cubicBezTo>
                  <a:pt x="7226" y="20994"/>
                  <a:pt x="7333" y="21030"/>
                  <a:pt x="7439" y="21065"/>
                </a:cubicBezTo>
                <a:lnTo>
                  <a:pt x="21065" y="7439"/>
                </a:lnTo>
                <a:cubicBezTo>
                  <a:pt x="21030" y="7333"/>
                  <a:pt x="20994" y="7226"/>
                  <a:pt x="20956" y="7121"/>
                </a:cubicBezTo>
                <a:close/>
                <a:moveTo>
                  <a:pt x="21190" y="7848"/>
                </a:moveTo>
                <a:lnTo>
                  <a:pt x="7848" y="21190"/>
                </a:lnTo>
                <a:cubicBezTo>
                  <a:pt x="7960" y="21221"/>
                  <a:pt x="8073" y="21252"/>
                  <a:pt x="8186" y="21280"/>
                </a:cubicBezTo>
                <a:lnTo>
                  <a:pt x="21280" y="8186"/>
                </a:lnTo>
                <a:cubicBezTo>
                  <a:pt x="21252" y="8073"/>
                  <a:pt x="21221" y="7960"/>
                  <a:pt x="21190" y="7848"/>
                </a:cubicBezTo>
                <a:close/>
                <a:moveTo>
                  <a:pt x="21378" y="8623"/>
                </a:moveTo>
                <a:lnTo>
                  <a:pt x="8623" y="21378"/>
                </a:lnTo>
                <a:cubicBezTo>
                  <a:pt x="8743" y="21402"/>
                  <a:pt x="8863" y="21424"/>
                  <a:pt x="8984" y="21445"/>
                </a:cubicBezTo>
                <a:lnTo>
                  <a:pt x="21445" y="8984"/>
                </a:lnTo>
                <a:cubicBezTo>
                  <a:pt x="21424" y="8864"/>
                  <a:pt x="21402" y="8743"/>
                  <a:pt x="21378" y="8623"/>
                </a:cubicBezTo>
                <a:close/>
                <a:moveTo>
                  <a:pt x="21514" y="9448"/>
                </a:moveTo>
                <a:lnTo>
                  <a:pt x="9447" y="21514"/>
                </a:lnTo>
                <a:cubicBezTo>
                  <a:pt x="9576" y="21530"/>
                  <a:pt x="9704" y="21546"/>
                  <a:pt x="9833" y="21557"/>
                </a:cubicBezTo>
                <a:lnTo>
                  <a:pt x="21557" y="9834"/>
                </a:lnTo>
                <a:cubicBezTo>
                  <a:pt x="21546" y="9705"/>
                  <a:pt x="21530" y="9576"/>
                  <a:pt x="21514" y="9448"/>
                </a:cubicBezTo>
                <a:close/>
                <a:moveTo>
                  <a:pt x="21590" y="10333"/>
                </a:moveTo>
                <a:lnTo>
                  <a:pt x="10332" y="21590"/>
                </a:lnTo>
                <a:cubicBezTo>
                  <a:pt x="10473" y="21596"/>
                  <a:pt x="10613" y="21599"/>
                  <a:pt x="10753" y="21600"/>
                </a:cubicBezTo>
                <a:lnTo>
                  <a:pt x="21600" y="10754"/>
                </a:lnTo>
                <a:cubicBezTo>
                  <a:pt x="21599" y="10613"/>
                  <a:pt x="21596" y="10473"/>
                  <a:pt x="21590" y="10333"/>
                </a:cubicBezTo>
                <a:close/>
                <a:moveTo>
                  <a:pt x="21590" y="11296"/>
                </a:moveTo>
                <a:lnTo>
                  <a:pt x="11295" y="21590"/>
                </a:lnTo>
                <a:cubicBezTo>
                  <a:pt x="11449" y="21583"/>
                  <a:pt x="11603" y="21572"/>
                  <a:pt x="11757" y="21558"/>
                </a:cubicBezTo>
                <a:lnTo>
                  <a:pt x="21558" y="11757"/>
                </a:lnTo>
                <a:cubicBezTo>
                  <a:pt x="21572" y="11603"/>
                  <a:pt x="21583" y="11450"/>
                  <a:pt x="21590" y="11296"/>
                </a:cubicBezTo>
                <a:close/>
                <a:moveTo>
                  <a:pt x="21489" y="12358"/>
                </a:moveTo>
                <a:lnTo>
                  <a:pt x="12358" y="21489"/>
                </a:lnTo>
                <a:cubicBezTo>
                  <a:pt x="12531" y="21464"/>
                  <a:pt x="12703" y="21434"/>
                  <a:pt x="12876" y="21400"/>
                </a:cubicBezTo>
                <a:lnTo>
                  <a:pt x="21400" y="12876"/>
                </a:lnTo>
                <a:cubicBezTo>
                  <a:pt x="21434" y="12704"/>
                  <a:pt x="21464" y="12531"/>
                  <a:pt x="21489" y="12358"/>
                </a:cubicBezTo>
                <a:close/>
                <a:moveTo>
                  <a:pt x="21239" y="13569"/>
                </a:moveTo>
                <a:lnTo>
                  <a:pt x="13569" y="21239"/>
                </a:lnTo>
                <a:cubicBezTo>
                  <a:pt x="13774" y="21185"/>
                  <a:pt x="13978" y="21125"/>
                  <a:pt x="14181" y="21058"/>
                </a:cubicBezTo>
                <a:lnTo>
                  <a:pt x="21058" y="14181"/>
                </a:lnTo>
                <a:cubicBezTo>
                  <a:pt x="21125" y="13978"/>
                  <a:pt x="21185" y="13774"/>
                  <a:pt x="21239" y="13569"/>
                </a:cubicBezTo>
                <a:close/>
                <a:moveTo>
                  <a:pt x="20736" y="15035"/>
                </a:moveTo>
                <a:lnTo>
                  <a:pt x="15035" y="20736"/>
                </a:lnTo>
                <a:cubicBezTo>
                  <a:pt x="15310" y="20619"/>
                  <a:pt x="15581" y="20493"/>
                  <a:pt x="15848" y="20352"/>
                </a:cubicBezTo>
                <a:lnTo>
                  <a:pt x="20352" y="15848"/>
                </a:lnTo>
                <a:cubicBezTo>
                  <a:pt x="20493" y="15581"/>
                  <a:pt x="20619" y="15310"/>
                  <a:pt x="20736" y="15035"/>
                </a:cubicBezTo>
                <a:close/>
                <a:moveTo>
                  <a:pt x="19400" y="17332"/>
                </a:moveTo>
                <a:lnTo>
                  <a:pt x="17332" y="19400"/>
                </a:lnTo>
                <a:cubicBezTo>
                  <a:pt x="17716" y="19108"/>
                  <a:pt x="18087" y="18789"/>
                  <a:pt x="18438" y="18438"/>
                </a:cubicBezTo>
                <a:cubicBezTo>
                  <a:pt x="18788" y="18087"/>
                  <a:pt x="19107" y="17716"/>
                  <a:pt x="19400" y="17332"/>
                </a:cubicBezTo>
                <a:close/>
              </a:path>
            </a:pathLst>
          </a:custGeom>
          <a:solidFill>
            <a:schemeClr val="accent4"/>
          </a:solidFill>
          <a:ln w="12700">
            <a:miter lim="400000"/>
          </a:ln>
        </p:spPr>
        <p:txBody>
          <a:bodyPr lIns="0" tIns="0" rIns="0" bIns="0" anchor="ctr"/>
          <a:lstStyle/>
          <a:p>
            <a:pPr marL="0" marR="0" lvl="0" indent="0" algn="ctr" defTabSz="8255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 kumimoji="0" sz="32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Helvetica Neue Medium"/>
              <a:sym typeface="Helvetica Neue Medium"/>
            </a:endParaRPr>
          </a:p>
        </p:txBody>
      </p:sp>
      <p:sp>
        <p:nvSpPr>
          <p:cNvPr id="218" name="Shape">
            <a:extLst>
              <a:ext uri="{FF2B5EF4-FFF2-40B4-BE49-F238E27FC236}">
                <a16:creationId xmlns:a16="http://schemas.microsoft.com/office/drawing/2014/main" id="{1AE520C3-B26D-78E1-9279-699151D51D10}"/>
              </a:ext>
            </a:extLst>
          </p:cNvPr>
          <p:cNvSpPr/>
          <p:nvPr/>
        </p:nvSpPr>
        <p:spPr>
          <a:xfrm>
            <a:off x="1688166" y="791392"/>
            <a:ext cx="7163901" cy="716420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800" y="0"/>
                </a:moveTo>
                <a:cubicBezTo>
                  <a:pt x="10787" y="0"/>
                  <a:pt x="10773" y="1"/>
                  <a:pt x="10759" y="1"/>
                </a:cubicBezTo>
                <a:lnTo>
                  <a:pt x="1" y="10760"/>
                </a:lnTo>
                <a:cubicBezTo>
                  <a:pt x="0" y="10900"/>
                  <a:pt x="3" y="11040"/>
                  <a:pt x="8" y="11181"/>
                </a:cubicBezTo>
                <a:lnTo>
                  <a:pt x="11180" y="9"/>
                </a:lnTo>
                <a:cubicBezTo>
                  <a:pt x="11054" y="4"/>
                  <a:pt x="10927" y="0"/>
                  <a:pt x="10800" y="0"/>
                </a:cubicBezTo>
                <a:close/>
                <a:moveTo>
                  <a:pt x="10211" y="17"/>
                </a:moveTo>
                <a:cubicBezTo>
                  <a:pt x="10057" y="25"/>
                  <a:pt x="9903" y="36"/>
                  <a:pt x="9748" y="51"/>
                </a:cubicBezTo>
                <a:lnTo>
                  <a:pt x="50" y="9749"/>
                </a:lnTo>
                <a:cubicBezTo>
                  <a:pt x="35" y="9903"/>
                  <a:pt x="25" y="10057"/>
                  <a:pt x="16" y="10212"/>
                </a:cubicBezTo>
                <a:lnTo>
                  <a:pt x="10211" y="17"/>
                </a:lnTo>
                <a:close/>
                <a:moveTo>
                  <a:pt x="11683" y="38"/>
                </a:moveTo>
                <a:lnTo>
                  <a:pt x="38" y="11684"/>
                </a:lnTo>
                <a:cubicBezTo>
                  <a:pt x="48" y="11814"/>
                  <a:pt x="62" y="11944"/>
                  <a:pt x="78" y="12075"/>
                </a:cubicBezTo>
                <a:lnTo>
                  <a:pt x="12074" y="78"/>
                </a:lnTo>
                <a:cubicBezTo>
                  <a:pt x="11944" y="63"/>
                  <a:pt x="11814" y="49"/>
                  <a:pt x="11683" y="38"/>
                </a:cubicBezTo>
                <a:close/>
                <a:moveTo>
                  <a:pt x="9136" y="131"/>
                </a:moveTo>
                <a:cubicBezTo>
                  <a:pt x="8960" y="158"/>
                  <a:pt x="8786" y="190"/>
                  <a:pt x="8611" y="226"/>
                </a:cubicBezTo>
                <a:lnTo>
                  <a:pt x="226" y="8611"/>
                </a:lnTo>
                <a:cubicBezTo>
                  <a:pt x="190" y="8786"/>
                  <a:pt x="157" y="8961"/>
                  <a:pt x="130" y="9137"/>
                </a:cubicBezTo>
                <a:lnTo>
                  <a:pt x="9136" y="131"/>
                </a:lnTo>
                <a:close/>
                <a:moveTo>
                  <a:pt x="12541" y="143"/>
                </a:moveTo>
                <a:lnTo>
                  <a:pt x="143" y="12541"/>
                </a:lnTo>
                <a:cubicBezTo>
                  <a:pt x="163" y="12663"/>
                  <a:pt x="183" y="12785"/>
                  <a:pt x="207" y="12906"/>
                </a:cubicBezTo>
                <a:lnTo>
                  <a:pt x="12906" y="208"/>
                </a:lnTo>
                <a:cubicBezTo>
                  <a:pt x="12785" y="184"/>
                  <a:pt x="12663" y="163"/>
                  <a:pt x="12541" y="143"/>
                </a:cubicBezTo>
                <a:close/>
                <a:moveTo>
                  <a:pt x="13343" y="303"/>
                </a:moveTo>
                <a:lnTo>
                  <a:pt x="303" y="13343"/>
                </a:lnTo>
                <a:cubicBezTo>
                  <a:pt x="330" y="13456"/>
                  <a:pt x="361" y="13569"/>
                  <a:pt x="392" y="13682"/>
                </a:cubicBezTo>
                <a:lnTo>
                  <a:pt x="13682" y="393"/>
                </a:lnTo>
                <a:cubicBezTo>
                  <a:pt x="13569" y="362"/>
                  <a:pt x="13456" y="331"/>
                  <a:pt x="13343" y="303"/>
                </a:cubicBezTo>
                <a:close/>
                <a:moveTo>
                  <a:pt x="7909" y="395"/>
                </a:moveTo>
                <a:cubicBezTo>
                  <a:pt x="7701" y="452"/>
                  <a:pt x="7495" y="515"/>
                  <a:pt x="7290" y="585"/>
                </a:cubicBezTo>
                <a:lnTo>
                  <a:pt x="584" y="7290"/>
                </a:lnTo>
                <a:cubicBezTo>
                  <a:pt x="514" y="7495"/>
                  <a:pt x="452" y="7702"/>
                  <a:pt x="394" y="7909"/>
                </a:cubicBezTo>
                <a:lnTo>
                  <a:pt x="7909" y="395"/>
                </a:lnTo>
                <a:close/>
                <a:moveTo>
                  <a:pt x="14094" y="515"/>
                </a:moveTo>
                <a:lnTo>
                  <a:pt x="514" y="14094"/>
                </a:lnTo>
                <a:cubicBezTo>
                  <a:pt x="549" y="14202"/>
                  <a:pt x="583" y="14310"/>
                  <a:pt x="620" y="14417"/>
                </a:cubicBezTo>
                <a:lnTo>
                  <a:pt x="14417" y="621"/>
                </a:lnTo>
                <a:cubicBezTo>
                  <a:pt x="14310" y="583"/>
                  <a:pt x="14202" y="549"/>
                  <a:pt x="14094" y="515"/>
                </a:cubicBezTo>
                <a:close/>
                <a:moveTo>
                  <a:pt x="14804" y="767"/>
                </a:moveTo>
                <a:lnTo>
                  <a:pt x="767" y="14804"/>
                </a:lnTo>
                <a:cubicBezTo>
                  <a:pt x="807" y="14905"/>
                  <a:pt x="851" y="15004"/>
                  <a:pt x="894" y="15104"/>
                </a:cubicBezTo>
                <a:lnTo>
                  <a:pt x="15104" y="895"/>
                </a:lnTo>
                <a:cubicBezTo>
                  <a:pt x="15004" y="852"/>
                  <a:pt x="14905" y="807"/>
                  <a:pt x="14804" y="767"/>
                </a:cubicBezTo>
                <a:close/>
                <a:moveTo>
                  <a:pt x="6411" y="932"/>
                </a:moveTo>
                <a:cubicBezTo>
                  <a:pt x="6118" y="1062"/>
                  <a:pt x="5831" y="1206"/>
                  <a:pt x="5549" y="1363"/>
                </a:cubicBezTo>
                <a:lnTo>
                  <a:pt x="1362" y="5549"/>
                </a:lnTo>
                <a:cubicBezTo>
                  <a:pt x="1205" y="5832"/>
                  <a:pt x="1061" y="6119"/>
                  <a:pt x="931" y="6411"/>
                </a:cubicBezTo>
                <a:lnTo>
                  <a:pt x="6411" y="932"/>
                </a:lnTo>
                <a:close/>
                <a:moveTo>
                  <a:pt x="15470" y="1061"/>
                </a:moveTo>
                <a:lnTo>
                  <a:pt x="1060" y="15471"/>
                </a:lnTo>
                <a:cubicBezTo>
                  <a:pt x="1106" y="15567"/>
                  <a:pt x="1153" y="15664"/>
                  <a:pt x="1202" y="15759"/>
                </a:cubicBezTo>
                <a:lnTo>
                  <a:pt x="15759" y="1203"/>
                </a:lnTo>
                <a:cubicBezTo>
                  <a:pt x="15663" y="1153"/>
                  <a:pt x="15567" y="1107"/>
                  <a:pt x="15470" y="1061"/>
                </a:cubicBezTo>
                <a:close/>
                <a:moveTo>
                  <a:pt x="16103" y="1391"/>
                </a:moveTo>
                <a:lnTo>
                  <a:pt x="1391" y="16103"/>
                </a:lnTo>
                <a:cubicBezTo>
                  <a:pt x="1442" y="16194"/>
                  <a:pt x="1494" y="16285"/>
                  <a:pt x="1548" y="16375"/>
                </a:cubicBezTo>
                <a:lnTo>
                  <a:pt x="16375" y="1549"/>
                </a:lnTo>
                <a:cubicBezTo>
                  <a:pt x="16285" y="1495"/>
                  <a:pt x="16194" y="1442"/>
                  <a:pt x="16103" y="1391"/>
                </a:cubicBezTo>
                <a:close/>
                <a:moveTo>
                  <a:pt x="16703" y="1754"/>
                </a:moveTo>
                <a:lnTo>
                  <a:pt x="1753" y="16703"/>
                </a:lnTo>
                <a:cubicBezTo>
                  <a:pt x="1809" y="16788"/>
                  <a:pt x="1869" y="16872"/>
                  <a:pt x="1928" y="16956"/>
                </a:cubicBezTo>
                <a:lnTo>
                  <a:pt x="16956" y="1928"/>
                </a:lnTo>
                <a:cubicBezTo>
                  <a:pt x="16872" y="1869"/>
                  <a:pt x="16788" y="1810"/>
                  <a:pt x="16703" y="1754"/>
                </a:cubicBezTo>
                <a:close/>
                <a:moveTo>
                  <a:pt x="17267" y="2151"/>
                </a:moveTo>
                <a:lnTo>
                  <a:pt x="2151" y="17267"/>
                </a:lnTo>
                <a:cubicBezTo>
                  <a:pt x="2212" y="17349"/>
                  <a:pt x="2274" y="17430"/>
                  <a:pt x="2338" y="17510"/>
                </a:cubicBezTo>
                <a:lnTo>
                  <a:pt x="17510" y="2338"/>
                </a:lnTo>
                <a:cubicBezTo>
                  <a:pt x="17430" y="2275"/>
                  <a:pt x="17349" y="2212"/>
                  <a:pt x="17267" y="2151"/>
                </a:cubicBezTo>
                <a:close/>
                <a:moveTo>
                  <a:pt x="3805" y="2574"/>
                </a:moveTo>
                <a:cubicBezTo>
                  <a:pt x="3586" y="2761"/>
                  <a:pt x="3370" y="2956"/>
                  <a:pt x="3163" y="3163"/>
                </a:cubicBezTo>
                <a:cubicBezTo>
                  <a:pt x="2955" y="3371"/>
                  <a:pt x="2761" y="3586"/>
                  <a:pt x="2574" y="3806"/>
                </a:cubicBezTo>
                <a:lnTo>
                  <a:pt x="3805" y="2574"/>
                </a:lnTo>
                <a:close/>
                <a:moveTo>
                  <a:pt x="17801" y="2579"/>
                </a:moveTo>
                <a:lnTo>
                  <a:pt x="2579" y="17801"/>
                </a:lnTo>
                <a:cubicBezTo>
                  <a:pt x="2645" y="17878"/>
                  <a:pt x="2709" y="17957"/>
                  <a:pt x="2777" y="18032"/>
                </a:cubicBezTo>
                <a:lnTo>
                  <a:pt x="18032" y="2777"/>
                </a:lnTo>
                <a:cubicBezTo>
                  <a:pt x="17957" y="2709"/>
                  <a:pt x="17878" y="2645"/>
                  <a:pt x="17801" y="2579"/>
                </a:cubicBezTo>
                <a:close/>
                <a:moveTo>
                  <a:pt x="18304" y="3036"/>
                </a:moveTo>
                <a:lnTo>
                  <a:pt x="3036" y="18304"/>
                </a:lnTo>
                <a:cubicBezTo>
                  <a:pt x="3079" y="18349"/>
                  <a:pt x="3119" y="18394"/>
                  <a:pt x="3163" y="18438"/>
                </a:cubicBezTo>
                <a:cubicBezTo>
                  <a:pt x="3191" y="18466"/>
                  <a:pt x="3222" y="18492"/>
                  <a:pt x="3250" y="18521"/>
                </a:cubicBezTo>
                <a:lnTo>
                  <a:pt x="18521" y="3251"/>
                </a:lnTo>
                <a:cubicBezTo>
                  <a:pt x="18492" y="3222"/>
                  <a:pt x="18466" y="3192"/>
                  <a:pt x="18438" y="3163"/>
                </a:cubicBezTo>
                <a:cubicBezTo>
                  <a:pt x="18394" y="3119"/>
                  <a:pt x="18348" y="3079"/>
                  <a:pt x="18304" y="3036"/>
                </a:cubicBezTo>
                <a:close/>
                <a:moveTo>
                  <a:pt x="18781" y="3523"/>
                </a:moveTo>
                <a:lnTo>
                  <a:pt x="3522" y="18781"/>
                </a:lnTo>
                <a:cubicBezTo>
                  <a:pt x="3598" y="18850"/>
                  <a:pt x="3676" y="18915"/>
                  <a:pt x="3753" y="18982"/>
                </a:cubicBezTo>
                <a:lnTo>
                  <a:pt x="18982" y="3753"/>
                </a:lnTo>
                <a:cubicBezTo>
                  <a:pt x="18915" y="3676"/>
                  <a:pt x="18850" y="3598"/>
                  <a:pt x="18781" y="3523"/>
                </a:cubicBezTo>
                <a:close/>
                <a:moveTo>
                  <a:pt x="19224" y="4041"/>
                </a:moveTo>
                <a:lnTo>
                  <a:pt x="4041" y="19224"/>
                </a:lnTo>
                <a:cubicBezTo>
                  <a:pt x="4121" y="19289"/>
                  <a:pt x="4202" y="19350"/>
                  <a:pt x="4283" y="19412"/>
                </a:cubicBezTo>
                <a:lnTo>
                  <a:pt x="19412" y="4283"/>
                </a:lnTo>
                <a:cubicBezTo>
                  <a:pt x="19350" y="4202"/>
                  <a:pt x="19289" y="4121"/>
                  <a:pt x="19224" y="4041"/>
                </a:cubicBezTo>
                <a:close/>
                <a:moveTo>
                  <a:pt x="19637" y="4591"/>
                </a:moveTo>
                <a:lnTo>
                  <a:pt x="4591" y="19637"/>
                </a:lnTo>
                <a:cubicBezTo>
                  <a:pt x="4675" y="19696"/>
                  <a:pt x="4758" y="19757"/>
                  <a:pt x="4843" y="19813"/>
                </a:cubicBezTo>
                <a:lnTo>
                  <a:pt x="19813" y="4844"/>
                </a:lnTo>
                <a:cubicBezTo>
                  <a:pt x="19757" y="4758"/>
                  <a:pt x="19696" y="4675"/>
                  <a:pt x="19637" y="4591"/>
                </a:cubicBezTo>
                <a:close/>
                <a:moveTo>
                  <a:pt x="20019" y="5172"/>
                </a:moveTo>
                <a:lnTo>
                  <a:pt x="5172" y="20019"/>
                </a:lnTo>
                <a:cubicBezTo>
                  <a:pt x="5261" y="20073"/>
                  <a:pt x="5351" y="20126"/>
                  <a:pt x="5441" y="20178"/>
                </a:cubicBezTo>
                <a:lnTo>
                  <a:pt x="20178" y="5441"/>
                </a:lnTo>
                <a:cubicBezTo>
                  <a:pt x="20126" y="5351"/>
                  <a:pt x="20073" y="5261"/>
                  <a:pt x="20019" y="5172"/>
                </a:cubicBezTo>
                <a:close/>
                <a:moveTo>
                  <a:pt x="20369" y="5782"/>
                </a:moveTo>
                <a:lnTo>
                  <a:pt x="5782" y="20369"/>
                </a:lnTo>
                <a:cubicBezTo>
                  <a:pt x="5877" y="20419"/>
                  <a:pt x="5974" y="20463"/>
                  <a:pt x="6071" y="20510"/>
                </a:cubicBezTo>
                <a:lnTo>
                  <a:pt x="20510" y="6071"/>
                </a:lnTo>
                <a:cubicBezTo>
                  <a:pt x="20463" y="5975"/>
                  <a:pt x="20419" y="5878"/>
                  <a:pt x="20369" y="5782"/>
                </a:cubicBezTo>
                <a:close/>
                <a:moveTo>
                  <a:pt x="20679" y="6434"/>
                </a:moveTo>
                <a:lnTo>
                  <a:pt x="6434" y="20679"/>
                </a:lnTo>
                <a:cubicBezTo>
                  <a:pt x="6534" y="20723"/>
                  <a:pt x="6633" y="20769"/>
                  <a:pt x="6734" y="20809"/>
                </a:cubicBezTo>
                <a:lnTo>
                  <a:pt x="20809" y="6735"/>
                </a:lnTo>
                <a:cubicBezTo>
                  <a:pt x="20769" y="6634"/>
                  <a:pt x="20723" y="6534"/>
                  <a:pt x="20679" y="6434"/>
                </a:cubicBezTo>
                <a:close/>
                <a:moveTo>
                  <a:pt x="20956" y="7121"/>
                </a:moveTo>
                <a:lnTo>
                  <a:pt x="7120" y="20956"/>
                </a:lnTo>
                <a:cubicBezTo>
                  <a:pt x="7226" y="20994"/>
                  <a:pt x="7333" y="21030"/>
                  <a:pt x="7439" y="21065"/>
                </a:cubicBezTo>
                <a:lnTo>
                  <a:pt x="21065" y="7439"/>
                </a:lnTo>
                <a:cubicBezTo>
                  <a:pt x="21030" y="7333"/>
                  <a:pt x="20994" y="7226"/>
                  <a:pt x="20956" y="7121"/>
                </a:cubicBezTo>
                <a:close/>
                <a:moveTo>
                  <a:pt x="21190" y="7848"/>
                </a:moveTo>
                <a:lnTo>
                  <a:pt x="7848" y="21190"/>
                </a:lnTo>
                <a:cubicBezTo>
                  <a:pt x="7960" y="21221"/>
                  <a:pt x="8073" y="21252"/>
                  <a:pt x="8186" y="21280"/>
                </a:cubicBezTo>
                <a:lnTo>
                  <a:pt x="21280" y="8186"/>
                </a:lnTo>
                <a:cubicBezTo>
                  <a:pt x="21252" y="8073"/>
                  <a:pt x="21221" y="7960"/>
                  <a:pt x="21190" y="7848"/>
                </a:cubicBezTo>
                <a:close/>
                <a:moveTo>
                  <a:pt x="21378" y="8623"/>
                </a:moveTo>
                <a:lnTo>
                  <a:pt x="8623" y="21378"/>
                </a:lnTo>
                <a:cubicBezTo>
                  <a:pt x="8743" y="21402"/>
                  <a:pt x="8863" y="21424"/>
                  <a:pt x="8984" y="21445"/>
                </a:cubicBezTo>
                <a:lnTo>
                  <a:pt x="21445" y="8984"/>
                </a:lnTo>
                <a:cubicBezTo>
                  <a:pt x="21424" y="8864"/>
                  <a:pt x="21402" y="8743"/>
                  <a:pt x="21378" y="8623"/>
                </a:cubicBezTo>
                <a:close/>
                <a:moveTo>
                  <a:pt x="21514" y="9448"/>
                </a:moveTo>
                <a:lnTo>
                  <a:pt x="9447" y="21514"/>
                </a:lnTo>
                <a:cubicBezTo>
                  <a:pt x="9576" y="21530"/>
                  <a:pt x="9704" y="21546"/>
                  <a:pt x="9833" y="21557"/>
                </a:cubicBezTo>
                <a:lnTo>
                  <a:pt x="21557" y="9834"/>
                </a:lnTo>
                <a:cubicBezTo>
                  <a:pt x="21546" y="9705"/>
                  <a:pt x="21530" y="9576"/>
                  <a:pt x="21514" y="9448"/>
                </a:cubicBezTo>
                <a:close/>
                <a:moveTo>
                  <a:pt x="21590" y="10333"/>
                </a:moveTo>
                <a:lnTo>
                  <a:pt x="10332" y="21590"/>
                </a:lnTo>
                <a:cubicBezTo>
                  <a:pt x="10473" y="21596"/>
                  <a:pt x="10613" y="21599"/>
                  <a:pt x="10753" y="21600"/>
                </a:cubicBezTo>
                <a:lnTo>
                  <a:pt x="21600" y="10754"/>
                </a:lnTo>
                <a:cubicBezTo>
                  <a:pt x="21599" y="10613"/>
                  <a:pt x="21596" y="10473"/>
                  <a:pt x="21590" y="10333"/>
                </a:cubicBezTo>
                <a:close/>
                <a:moveTo>
                  <a:pt x="21590" y="11296"/>
                </a:moveTo>
                <a:lnTo>
                  <a:pt x="11295" y="21590"/>
                </a:lnTo>
                <a:cubicBezTo>
                  <a:pt x="11449" y="21583"/>
                  <a:pt x="11603" y="21572"/>
                  <a:pt x="11757" y="21558"/>
                </a:cubicBezTo>
                <a:lnTo>
                  <a:pt x="21558" y="11757"/>
                </a:lnTo>
                <a:cubicBezTo>
                  <a:pt x="21572" y="11603"/>
                  <a:pt x="21583" y="11450"/>
                  <a:pt x="21590" y="11296"/>
                </a:cubicBezTo>
                <a:close/>
                <a:moveTo>
                  <a:pt x="21489" y="12358"/>
                </a:moveTo>
                <a:lnTo>
                  <a:pt x="12358" y="21489"/>
                </a:lnTo>
                <a:cubicBezTo>
                  <a:pt x="12531" y="21464"/>
                  <a:pt x="12703" y="21434"/>
                  <a:pt x="12876" y="21400"/>
                </a:cubicBezTo>
                <a:lnTo>
                  <a:pt x="21400" y="12876"/>
                </a:lnTo>
                <a:cubicBezTo>
                  <a:pt x="21434" y="12704"/>
                  <a:pt x="21464" y="12531"/>
                  <a:pt x="21489" y="12358"/>
                </a:cubicBezTo>
                <a:close/>
                <a:moveTo>
                  <a:pt x="21239" y="13569"/>
                </a:moveTo>
                <a:lnTo>
                  <a:pt x="13569" y="21239"/>
                </a:lnTo>
                <a:cubicBezTo>
                  <a:pt x="13774" y="21185"/>
                  <a:pt x="13978" y="21125"/>
                  <a:pt x="14181" y="21058"/>
                </a:cubicBezTo>
                <a:lnTo>
                  <a:pt x="21058" y="14181"/>
                </a:lnTo>
                <a:cubicBezTo>
                  <a:pt x="21125" y="13978"/>
                  <a:pt x="21185" y="13774"/>
                  <a:pt x="21239" y="13569"/>
                </a:cubicBezTo>
                <a:close/>
                <a:moveTo>
                  <a:pt x="20736" y="15035"/>
                </a:moveTo>
                <a:lnTo>
                  <a:pt x="15035" y="20736"/>
                </a:lnTo>
                <a:cubicBezTo>
                  <a:pt x="15310" y="20619"/>
                  <a:pt x="15581" y="20493"/>
                  <a:pt x="15848" y="20352"/>
                </a:cubicBezTo>
                <a:lnTo>
                  <a:pt x="20352" y="15848"/>
                </a:lnTo>
                <a:cubicBezTo>
                  <a:pt x="20493" y="15581"/>
                  <a:pt x="20619" y="15310"/>
                  <a:pt x="20736" y="15035"/>
                </a:cubicBezTo>
                <a:close/>
                <a:moveTo>
                  <a:pt x="19400" y="17332"/>
                </a:moveTo>
                <a:lnTo>
                  <a:pt x="17332" y="19400"/>
                </a:lnTo>
                <a:cubicBezTo>
                  <a:pt x="17716" y="19108"/>
                  <a:pt x="18087" y="18789"/>
                  <a:pt x="18438" y="18438"/>
                </a:cubicBezTo>
                <a:cubicBezTo>
                  <a:pt x="18788" y="18087"/>
                  <a:pt x="19107" y="17716"/>
                  <a:pt x="19400" y="17332"/>
                </a:cubicBezTo>
                <a:close/>
              </a:path>
            </a:pathLst>
          </a:custGeom>
          <a:solidFill>
            <a:schemeClr val="accent4"/>
          </a:solidFill>
          <a:ln w="12700">
            <a:miter lim="400000"/>
          </a:ln>
        </p:spPr>
        <p:txBody>
          <a:bodyPr lIns="0" tIns="0" rIns="0" bIns="0" anchor="ctr"/>
          <a:lstStyle/>
          <a:p>
            <a:pPr marL="0" marR="0" lvl="0" indent="0" algn="ctr" defTabSz="8255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 kumimoji="0" sz="32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Helvetica Neue Medium"/>
              <a:sym typeface="Helvetica Neue Medium"/>
            </a:endParaRPr>
          </a:p>
        </p:txBody>
      </p:sp>
      <p:sp>
        <p:nvSpPr>
          <p:cNvPr id="219" name="Shape">
            <a:extLst>
              <a:ext uri="{FF2B5EF4-FFF2-40B4-BE49-F238E27FC236}">
                <a16:creationId xmlns:a16="http://schemas.microsoft.com/office/drawing/2014/main" id="{5D370F39-0183-FD6E-8DE1-99E5CAF97953}"/>
              </a:ext>
            </a:extLst>
          </p:cNvPr>
          <p:cNvSpPr/>
          <p:nvPr/>
        </p:nvSpPr>
        <p:spPr>
          <a:xfrm>
            <a:off x="11727838" y="12253507"/>
            <a:ext cx="4276957" cy="427713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800" y="0"/>
                </a:moveTo>
                <a:cubicBezTo>
                  <a:pt x="10787" y="0"/>
                  <a:pt x="10773" y="1"/>
                  <a:pt x="10759" y="1"/>
                </a:cubicBezTo>
                <a:lnTo>
                  <a:pt x="1" y="10760"/>
                </a:lnTo>
                <a:cubicBezTo>
                  <a:pt x="0" y="10900"/>
                  <a:pt x="3" y="11040"/>
                  <a:pt x="8" y="11181"/>
                </a:cubicBezTo>
                <a:lnTo>
                  <a:pt x="11180" y="9"/>
                </a:lnTo>
                <a:cubicBezTo>
                  <a:pt x="11054" y="4"/>
                  <a:pt x="10927" y="0"/>
                  <a:pt x="10800" y="0"/>
                </a:cubicBezTo>
                <a:close/>
                <a:moveTo>
                  <a:pt x="10211" y="17"/>
                </a:moveTo>
                <a:cubicBezTo>
                  <a:pt x="10057" y="25"/>
                  <a:pt x="9903" y="36"/>
                  <a:pt x="9748" y="51"/>
                </a:cubicBezTo>
                <a:lnTo>
                  <a:pt x="50" y="9749"/>
                </a:lnTo>
                <a:cubicBezTo>
                  <a:pt x="35" y="9903"/>
                  <a:pt x="25" y="10057"/>
                  <a:pt x="16" y="10212"/>
                </a:cubicBezTo>
                <a:lnTo>
                  <a:pt x="10211" y="17"/>
                </a:lnTo>
                <a:close/>
                <a:moveTo>
                  <a:pt x="11683" y="38"/>
                </a:moveTo>
                <a:lnTo>
                  <a:pt x="38" y="11684"/>
                </a:lnTo>
                <a:cubicBezTo>
                  <a:pt x="48" y="11814"/>
                  <a:pt x="62" y="11944"/>
                  <a:pt x="78" y="12075"/>
                </a:cubicBezTo>
                <a:lnTo>
                  <a:pt x="12074" y="78"/>
                </a:lnTo>
                <a:cubicBezTo>
                  <a:pt x="11944" y="63"/>
                  <a:pt x="11814" y="49"/>
                  <a:pt x="11683" y="38"/>
                </a:cubicBezTo>
                <a:close/>
                <a:moveTo>
                  <a:pt x="9136" y="131"/>
                </a:moveTo>
                <a:cubicBezTo>
                  <a:pt x="8960" y="158"/>
                  <a:pt x="8786" y="190"/>
                  <a:pt x="8611" y="226"/>
                </a:cubicBezTo>
                <a:lnTo>
                  <a:pt x="226" y="8611"/>
                </a:lnTo>
                <a:cubicBezTo>
                  <a:pt x="190" y="8786"/>
                  <a:pt x="157" y="8961"/>
                  <a:pt x="130" y="9137"/>
                </a:cubicBezTo>
                <a:lnTo>
                  <a:pt x="9136" y="131"/>
                </a:lnTo>
                <a:close/>
                <a:moveTo>
                  <a:pt x="12541" y="143"/>
                </a:moveTo>
                <a:lnTo>
                  <a:pt x="143" y="12541"/>
                </a:lnTo>
                <a:cubicBezTo>
                  <a:pt x="163" y="12663"/>
                  <a:pt x="183" y="12785"/>
                  <a:pt x="207" y="12906"/>
                </a:cubicBezTo>
                <a:lnTo>
                  <a:pt x="12906" y="208"/>
                </a:lnTo>
                <a:cubicBezTo>
                  <a:pt x="12785" y="184"/>
                  <a:pt x="12663" y="163"/>
                  <a:pt x="12541" y="143"/>
                </a:cubicBezTo>
                <a:close/>
                <a:moveTo>
                  <a:pt x="13343" y="303"/>
                </a:moveTo>
                <a:lnTo>
                  <a:pt x="303" y="13343"/>
                </a:lnTo>
                <a:cubicBezTo>
                  <a:pt x="330" y="13456"/>
                  <a:pt x="361" y="13569"/>
                  <a:pt x="392" y="13682"/>
                </a:cubicBezTo>
                <a:lnTo>
                  <a:pt x="13682" y="393"/>
                </a:lnTo>
                <a:cubicBezTo>
                  <a:pt x="13569" y="362"/>
                  <a:pt x="13456" y="331"/>
                  <a:pt x="13343" y="303"/>
                </a:cubicBezTo>
                <a:close/>
                <a:moveTo>
                  <a:pt x="7909" y="395"/>
                </a:moveTo>
                <a:cubicBezTo>
                  <a:pt x="7701" y="452"/>
                  <a:pt x="7495" y="515"/>
                  <a:pt x="7290" y="585"/>
                </a:cubicBezTo>
                <a:lnTo>
                  <a:pt x="584" y="7290"/>
                </a:lnTo>
                <a:cubicBezTo>
                  <a:pt x="514" y="7495"/>
                  <a:pt x="452" y="7702"/>
                  <a:pt x="394" y="7909"/>
                </a:cubicBezTo>
                <a:lnTo>
                  <a:pt x="7909" y="395"/>
                </a:lnTo>
                <a:close/>
                <a:moveTo>
                  <a:pt x="14094" y="515"/>
                </a:moveTo>
                <a:lnTo>
                  <a:pt x="514" y="14094"/>
                </a:lnTo>
                <a:cubicBezTo>
                  <a:pt x="549" y="14202"/>
                  <a:pt x="583" y="14310"/>
                  <a:pt x="620" y="14417"/>
                </a:cubicBezTo>
                <a:lnTo>
                  <a:pt x="14417" y="621"/>
                </a:lnTo>
                <a:cubicBezTo>
                  <a:pt x="14310" y="583"/>
                  <a:pt x="14202" y="549"/>
                  <a:pt x="14094" y="515"/>
                </a:cubicBezTo>
                <a:close/>
                <a:moveTo>
                  <a:pt x="14804" y="767"/>
                </a:moveTo>
                <a:lnTo>
                  <a:pt x="767" y="14804"/>
                </a:lnTo>
                <a:cubicBezTo>
                  <a:pt x="807" y="14905"/>
                  <a:pt x="851" y="15004"/>
                  <a:pt x="894" y="15104"/>
                </a:cubicBezTo>
                <a:lnTo>
                  <a:pt x="15104" y="895"/>
                </a:lnTo>
                <a:cubicBezTo>
                  <a:pt x="15004" y="852"/>
                  <a:pt x="14905" y="807"/>
                  <a:pt x="14804" y="767"/>
                </a:cubicBezTo>
                <a:close/>
                <a:moveTo>
                  <a:pt x="6411" y="932"/>
                </a:moveTo>
                <a:cubicBezTo>
                  <a:pt x="6118" y="1062"/>
                  <a:pt x="5831" y="1206"/>
                  <a:pt x="5549" y="1363"/>
                </a:cubicBezTo>
                <a:lnTo>
                  <a:pt x="1362" y="5549"/>
                </a:lnTo>
                <a:cubicBezTo>
                  <a:pt x="1205" y="5832"/>
                  <a:pt x="1061" y="6119"/>
                  <a:pt x="931" y="6411"/>
                </a:cubicBezTo>
                <a:lnTo>
                  <a:pt x="6411" y="932"/>
                </a:lnTo>
                <a:close/>
                <a:moveTo>
                  <a:pt x="15470" y="1061"/>
                </a:moveTo>
                <a:lnTo>
                  <a:pt x="1060" y="15471"/>
                </a:lnTo>
                <a:cubicBezTo>
                  <a:pt x="1106" y="15567"/>
                  <a:pt x="1153" y="15664"/>
                  <a:pt x="1202" y="15759"/>
                </a:cubicBezTo>
                <a:lnTo>
                  <a:pt x="15759" y="1203"/>
                </a:lnTo>
                <a:cubicBezTo>
                  <a:pt x="15663" y="1153"/>
                  <a:pt x="15567" y="1107"/>
                  <a:pt x="15470" y="1061"/>
                </a:cubicBezTo>
                <a:close/>
                <a:moveTo>
                  <a:pt x="16103" y="1391"/>
                </a:moveTo>
                <a:lnTo>
                  <a:pt x="1391" y="16103"/>
                </a:lnTo>
                <a:cubicBezTo>
                  <a:pt x="1442" y="16194"/>
                  <a:pt x="1494" y="16285"/>
                  <a:pt x="1549" y="16375"/>
                </a:cubicBezTo>
                <a:lnTo>
                  <a:pt x="16375" y="1549"/>
                </a:lnTo>
                <a:cubicBezTo>
                  <a:pt x="16285" y="1495"/>
                  <a:pt x="16194" y="1442"/>
                  <a:pt x="16103" y="1391"/>
                </a:cubicBezTo>
                <a:close/>
                <a:moveTo>
                  <a:pt x="16703" y="1754"/>
                </a:moveTo>
                <a:lnTo>
                  <a:pt x="1753" y="16703"/>
                </a:lnTo>
                <a:cubicBezTo>
                  <a:pt x="1809" y="16788"/>
                  <a:pt x="1869" y="16872"/>
                  <a:pt x="1928" y="16956"/>
                </a:cubicBezTo>
                <a:lnTo>
                  <a:pt x="16956" y="1928"/>
                </a:lnTo>
                <a:cubicBezTo>
                  <a:pt x="16872" y="1869"/>
                  <a:pt x="16788" y="1810"/>
                  <a:pt x="16703" y="1754"/>
                </a:cubicBezTo>
                <a:close/>
                <a:moveTo>
                  <a:pt x="17267" y="2151"/>
                </a:moveTo>
                <a:lnTo>
                  <a:pt x="2151" y="17267"/>
                </a:lnTo>
                <a:cubicBezTo>
                  <a:pt x="2212" y="17349"/>
                  <a:pt x="2274" y="17430"/>
                  <a:pt x="2338" y="17510"/>
                </a:cubicBezTo>
                <a:lnTo>
                  <a:pt x="17510" y="2338"/>
                </a:lnTo>
                <a:cubicBezTo>
                  <a:pt x="17430" y="2275"/>
                  <a:pt x="17349" y="2212"/>
                  <a:pt x="17267" y="2151"/>
                </a:cubicBezTo>
                <a:close/>
                <a:moveTo>
                  <a:pt x="3805" y="2574"/>
                </a:moveTo>
                <a:cubicBezTo>
                  <a:pt x="3586" y="2761"/>
                  <a:pt x="3370" y="2956"/>
                  <a:pt x="3163" y="3163"/>
                </a:cubicBezTo>
                <a:cubicBezTo>
                  <a:pt x="2955" y="3371"/>
                  <a:pt x="2761" y="3586"/>
                  <a:pt x="2574" y="3806"/>
                </a:cubicBezTo>
                <a:lnTo>
                  <a:pt x="3805" y="2574"/>
                </a:lnTo>
                <a:close/>
                <a:moveTo>
                  <a:pt x="17801" y="2579"/>
                </a:moveTo>
                <a:lnTo>
                  <a:pt x="2579" y="17801"/>
                </a:lnTo>
                <a:cubicBezTo>
                  <a:pt x="2645" y="17878"/>
                  <a:pt x="2709" y="17957"/>
                  <a:pt x="2777" y="18032"/>
                </a:cubicBezTo>
                <a:lnTo>
                  <a:pt x="18032" y="2777"/>
                </a:lnTo>
                <a:cubicBezTo>
                  <a:pt x="17957" y="2709"/>
                  <a:pt x="17878" y="2645"/>
                  <a:pt x="17801" y="2579"/>
                </a:cubicBezTo>
                <a:close/>
                <a:moveTo>
                  <a:pt x="18304" y="3036"/>
                </a:moveTo>
                <a:lnTo>
                  <a:pt x="3036" y="18304"/>
                </a:lnTo>
                <a:cubicBezTo>
                  <a:pt x="3079" y="18349"/>
                  <a:pt x="3119" y="18394"/>
                  <a:pt x="3163" y="18438"/>
                </a:cubicBezTo>
                <a:cubicBezTo>
                  <a:pt x="3191" y="18466"/>
                  <a:pt x="3222" y="18492"/>
                  <a:pt x="3250" y="18521"/>
                </a:cubicBezTo>
                <a:lnTo>
                  <a:pt x="18521" y="3251"/>
                </a:lnTo>
                <a:cubicBezTo>
                  <a:pt x="18492" y="3222"/>
                  <a:pt x="18466" y="3192"/>
                  <a:pt x="18438" y="3163"/>
                </a:cubicBezTo>
                <a:cubicBezTo>
                  <a:pt x="18394" y="3119"/>
                  <a:pt x="18348" y="3079"/>
                  <a:pt x="18304" y="3036"/>
                </a:cubicBezTo>
                <a:close/>
                <a:moveTo>
                  <a:pt x="18781" y="3523"/>
                </a:moveTo>
                <a:lnTo>
                  <a:pt x="3522" y="18781"/>
                </a:lnTo>
                <a:cubicBezTo>
                  <a:pt x="3598" y="18850"/>
                  <a:pt x="3676" y="18915"/>
                  <a:pt x="3753" y="18982"/>
                </a:cubicBezTo>
                <a:lnTo>
                  <a:pt x="18982" y="3753"/>
                </a:lnTo>
                <a:cubicBezTo>
                  <a:pt x="18915" y="3676"/>
                  <a:pt x="18850" y="3598"/>
                  <a:pt x="18781" y="3523"/>
                </a:cubicBezTo>
                <a:close/>
                <a:moveTo>
                  <a:pt x="19224" y="4041"/>
                </a:moveTo>
                <a:lnTo>
                  <a:pt x="4041" y="19224"/>
                </a:lnTo>
                <a:cubicBezTo>
                  <a:pt x="4121" y="19289"/>
                  <a:pt x="4202" y="19350"/>
                  <a:pt x="4283" y="19412"/>
                </a:cubicBezTo>
                <a:lnTo>
                  <a:pt x="19412" y="4283"/>
                </a:lnTo>
                <a:cubicBezTo>
                  <a:pt x="19350" y="4202"/>
                  <a:pt x="19289" y="4121"/>
                  <a:pt x="19224" y="4041"/>
                </a:cubicBezTo>
                <a:close/>
                <a:moveTo>
                  <a:pt x="19637" y="4591"/>
                </a:moveTo>
                <a:lnTo>
                  <a:pt x="4591" y="19637"/>
                </a:lnTo>
                <a:cubicBezTo>
                  <a:pt x="4675" y="19696"/>
                  <a:pt x="4758" y="19757"/>
                  <a:pt x="4843" y="19813"/>
                </a:cubicBezTo>
                <a:lnTo>
                  <a:pt x="19813" y="4844"/>
                </a:lnTo>
                <a:cubicBezTo>
                  <a:pt x="19757" y="4758"/>
                  <a:pt x="19696" y="4675"/>
                  <a:pt x="19637" y="4591"/>
                </a:cubicBezTo>
                <a:close/>
                <a:moveTo>
                  <a:pt x="20019" y="5172"/>
                </a:moveTo>
                <a:lnTo>
                  <a:pt x="5172" y="20019"/>
                </a:lnTo>
                <a:cubicBezTo>
                  <a:pt x="5261" y="20073"/>
                  <a:pt x="5351" y="20126"/>
                  <a:pt x="5441" y="20178"/>
                </a:cubicBezTo>
                <a:lnTo>
                  <a:pt x="20178" y="5441"/>
                </a:lnTo>
                <a:cubicBezTo>
                  <a:pt x="20126" y="5351"/>
                  <a:pt x="20073" y="5261"/>
                  <a:pt x="20019" y="5172"/>
                </a:cubicBezTo>
                <a:close/>
                <a:moveTo>
                  <a:pt x="20369" y="5782"/>
                </a:moveTo>
                <a:lnTo>
                  <a:pt x="5782" y="20369"/>
                </a:lnTo>
                <a:cubicBezTo>
                  <a:pt x="5877" y="20419"/>
                  <a:pt x="5974" y="20463"/>
                  <a:pt x="6071" y="20510"/>
                </a:cubicBezTo>
                <a:lnTo>
                  <a:pt x="20510" y="6071"/>
                </a:lnTo>
                <a:cubicBezTo>
                  <a:pt x="20463" y="5975"/>
                  <a:pt x="20419" y="5878"/>
                  <a:pt x="20369" y="5782"/>
                </a:cubicBezTo>
                <a:close/>
                <a:moveTo>
                  <a:pt x="20679" y="6434"/>
                </a:moveTo>
                <a:lnTo>
                  <a:pt x="6434" y="20679"/>
                </a:lnTo>
                <a:cubicBezTo>
                  <a:pt x="6534" y="20723"/>
                  <a:pt x="6633" y="20769"/>
                  <a:pt x="6734" y="20809"/>
                </a:cubicBezTo>
                <a:lnTo>
                  <a:pt x="20809" y="6735"/>
                </a:lnTo>
                <a:cubicBezTo>
                  <a:pt x="20769" y="6634"/>
                  <a:pt x="20723" y="6534"/>
                  <a:pt x="20679" y="6434"/>
                </a:cubicBezTo>
                <a:close/>
                <a:moveTo>
                  <a:pt x="20956" y="7121"/>
                </a:moveTo>
                <a:lnTo>
                  <a:pt x="7120" y="20956"/>
                </a:lnTo>
                <a:cubicBezTo>
                  <a:pt x="7226" y="20994"/>
                  <a:pt x="7333" y="21030"/>
                  <a:pt x="7439" y="21065"/>
                </a:cubicBezTo>
                <a:lnTo>
                  <a:pt x="21065" y="7439"/>
                </a:lnTo>
                <a:cubicBezTo>
                  <a:pt x="21030" y="7333"/>
                  <a:pt x="20994" y="7226"/>
                  <a:pt x="20956" y="7121"/>
                </a:cubicBezTo>
                <a:close/>
                <a:moveTo>
                  <a:pt x="21190" y="7848"/>
                </a:moveTo>
                <a:lnTo>
                  <a:pt x="7848" y="21190"/>
                </a:lnTo>
                <a:cubicBezTo>
                  <a:pt x="7960" y="21221"/>
                  <a:pt x="8073" y="21252"/>
                  <a:pt x="8186" y="21280"/>
                </a:cubicBezTo>
                <a:lnTo>
                  <a:pt x="21280" y="8186"/>
                </a:lnTo>
                <a:cubicBezTo>
                  <a:pt x="21252" y="8073"/>
                  <a:pt x="21221" y="7960"/>
                  <a:pt x="21190" y="7848"/>
                </a:cubicBezTo>
                <a:close/>
                <a:moveTo>
                  <a:pt x="21378" y="8623"/>
                </a:moveTo>
                <a:lnTo>
                  <a:pt x="8623" y="21378"/>
                </a:lnTo>
                <a:cubicBezTo>
                  <a:pt x="8743" y="21402"/>
                  <a:pt x="8863" y="21424"/>
                  <a:pt x="8984" y="21445"/>
                </a:cubicBezTo>
                <a:lnTo>
                  <a:pt x="21445" y="8984"/>
                </a:lnTo>
                <a:cubicBezTo>
                  <a:pt x="21424" y="8864"/>
                  <a:pt x="21402" y="8743"/>
                  <a:pt x="21378" y="8623"/>
                </a:cubicBezTo>
                <a:close/>
                <a:moveTo>
                  <a:pt x="21514" y="9448"/>
                </a:moveTo>
                <a:lnTo>
                  <a:pt x="9447" y="21514"/>
                </a:lnTo>
                <a:cubicBezTo>
                  <a:pt x="9576" y="21530"/>
                  <a:pt x="9704" y="21546"/>
                  <a:pt x="9833" y="21557"/>
                </a:cubicBezTo>
                <a:lnTo>
                  <a:pt x="21557" y="9834"/>
                </a:lnTo>
                <a:cubicBezTo>
                  <a:pt x="21546" y="9705"/>
                  <a:pt x="21530" y="9576"/>
                  <a:pt x="21514" y="9448"/>
                </a:cubicBezTo>
                <a:close/>
                <a:moveTo>
                  <a:pt x="21590" y="10333"/>
                </a:moveTo>
                <a:lnTo>
                  <a:pt x="10332" y="21590"/>
                </a:lnTo>
                <a:cubicBezTo>
                  <a:pt x="10473" y="21596"/>
                  <a:pt x="10613" y="21599"/>
                  <a:pt x="10753" y="21600"/>
                </a:cubicBezTo>
                <a:lnTo>
                  <a:pt x="21600" y="10754"/>
                </a:lnTo>
                <a:cubicBezTo>
                  <a:pt x="21599" y="10613"/>
                  <a:pt x="21596" y="10473"/>
                  <a:pt x="21590" y="10333"/>
                </a:cubicBezTo>
                <a:close/>
                <a:moveTo>
                  <a:pt x="21590" y="11296"/>
                </a:moveTo>
                <a:lnTo>
                  <a:pt x="11295" y="21590"/>
                </a:lnTo>
                <a:cubicBezTo>
                  <a:pt x="11449" y="21583"/>
                  <a:pt x="11603" y="21572"/>
                  <a:pt x="11757" y="21558"/>
                </a:cubicBezTo>
                <a:lnTo>
                  <a:pt x="21558" y="11757"/>
                </a:lnTo>
                <a:cubicBezTo>
                  <a:pt x="21572" y="11603"/>
                  <a:pt x="21583" y="11450"/>
                  <a:pt x="21590" y="11296"/>
                </a:cubicBezTo>
                <a:close/>
                <a:moveTo>
                  <a:pt x="21489" y="12358"/>
                </a:moveTo>
                <a:lnTo>
                  <a:pt x="12358" y="21489"/>
                </a:lnTo>
                <a:cubicBezTo>
                  <a:pt x="12531" y="21464"/>
                  <a:pt x="12703" y="21434"/>
                  <a:pt x="12876" y="21400"/>
                </a:cubicBezTo>
                <a:lnTo>
                  <a:pt x="21400" y="12876"/>
                </a:lnTo>
                <a:cubicBezTo>
                  <a:pt x="21434" y="12704"/>
                  <a:pt x="21464" y="12531"/>
                  <a:pt x="21489" y="12358"/>
                </a:cubicBezTo>
                <a:close/>
                <a:moveTo>
                  <a:pt x="21239" y="13569"/>
                </a:moveTo>
                <a:lnTo>
                  <a:pt x="13569" y="21239"/>
                </a:lnTo>
                <a:cubicBezTo>
                  <a:pt x="13774" y="21185"/>
                  <a:pt x="13978" y="21125"/>
                  <a:pt x="14181" y="21058"/>
                </a:cubicBezTo>
                <a:lnTo>
                  <a:pt x="21058" y="14181"/>
                </a:lnTo>
                <a:cubicBezTo>
                  <a:pt x="21125" y="13978"/>
                  <a:pt x="21185" y="13774"/>
                  <a:pt x="21239" y="13569"/>
                </a:cubicBezTo>
                <a:close/>
                <a:moveTo>
                  <a:pt x="20736" y="15035"/>
                </a:moveTo>
                <a:lnTo>
                  <a:pt x="15035" y="20736"/>
                </a:lnTo>
                <a:cubicBezTo>
                  <a:pt x="15310" y="20619"/>
                  <a:pt x="15581" y="20493"/>
                  <a:pt x="15848" y="20352"/>
                </a:cubicBezTo>
                <a:lnTo>
                  <a:pt x="20352" y="15848"/>
                </a:lnTo>
                <a:cubicBezTo>
                  <a:pt x="20493" y="15581"/>
                  <a:pt x="20619" y="15310"/>
                  <a:pt x="20736" y="15035"/>
                </a:cubicBezTo>
                <a:close/>
                <a:moveTo>
                  <a:pt x="19400" y="17332"/>
                </a:moveTo>
                <a:lnTo>
                  <a:pt x="17332" y="19400"/>
                </a:lnTo>
                <a:cubicBezTo>
                  <a:pt x="17716" y="19108"/>
                  <a:pt x="18087" y="18789"/>
                  <a:pt x="18438" y="18438"/>
                </a:cubicBezTo>
                <a:cubicBezTo>
                  <a:pt x="18788" y="18087"/>
                  <a:pt x="19107" y="17716"/>
                  <a:pt x="19400" y="17332"/>
                </a:cubicBezTo>
                <a:close/>
              </a:path>
            </a:pathLst>
          </a:custGeom>
          <a:solidFill>
            <a:schemeClr val="accent4"/>
          </a:solidFill>
          <a:ln w="12700">
            <a:miter lim="400000"/>
          </a:ln>
        </p:spPr>
        <p:txBody>
          <a:bodyPr lIns="0" tIns="0" rIns="0" bIns="0" anchor="ctr"/>
          <a:lstStyle/>
          <a:p>
            <a:pPr marL="0" marR="0" lvl="0" indent="0" algn="ctr" defTabSz="8255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 kumimoji="0" sz="32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Helvetica Neue Medium"/>
              <a:sym typeface="Helvetica Neue Medium"/>
            </a:endParaRPr>
          </a:p>
        </p:txBody>
      </p:sp>
      <p:sp>
        <p:nvSpPr>
          <p:cNvPr id="220" name="Shape">
            <a:extLst>
              <a:ext uri="{FF2B5EF4-FFF2-40B4-BE49-F238E27FC236}">
                <a16:creationId xmlns:a16="http://schemas.microsoft.com/office/drawing/2014/main" id="{42270B15-D77D-4C3F-2C91-C6BC28FFB173}"/>
              </a:ext>
            </a:extLst>
          </p:cNvPr>
          <p:cNvSpPr/>
          <p:nvPr/>
        </p:nvSpPr>
        <p:spPr>
          <a:xfrm>
            <a:off x="22467966" y="8316507"/>
            <a:ext cx="4276957" cy="427713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800" y="0"/>
                </a:moveTo>
                <a:cubicBezTo>
                  <a:pt x="10787" y="0"/>
                  <a:pt x="10773" y="1"/>
                  <a:pt x="10759" y="1"/>
                </a:cubicBezTo>
                <a:lnTo>
                  <a:pt x="1" y="10760"/>
                </a:lnTo>
                <a:cubicBezTo>
                  <a:pt x="0" y="10900"/>
                  <a:pt x="3" y="11040"/>
                  <a:pt x="8" y="11181"/>
                </a:cubicBezTo>
                <a:lnTo>
                  <a:pt x="11180" y="9"/>
                </a:lnTo>
                <a:cubicBezTo>
                  <a:pt x="11054" y="4"/>
                  <a:pt x="10927" y="0"/>
                  <a:pt x="10800" y="0"/>
                </a:cubicBezTo>
                <a:close/>
                <a:moveTo>
                  <a:pt x="10211" y="17"/>
                </a:moveTo>
                <a:cubicBezTo>
                  <a:pt x="10057" y="25"/>
                  <a:pt x="9903" y="36"/>
                  <a:pt x="9748" y="51"/>
                </a:cubicBezTo>
                <a:lnTo>
                  <a:pt x="50" y="9749"/>
                </a:lnTo>
                <a:cubicBezTo>
                  <a:pt x="35" y="9903"/>
                  <a:pt x="25" y="10057"/>
                  <a:pt x="16" y="10212"/>
                </a:cubicBezTo>
                <a:lnTo>
                  <a:pt x="10211" y="17"/>
                </a:lnTo>
                <a:close/>
                <a:moveTo>
                  <a:pt x="11683" y="38"/>
                </a:moveTo>
                <a:lnTo>
                  <a:pt x="38" y="11684"/>
                </a:lnTo>
                <a:cubicBezTo>
                  <a:pt x="48" y="11814"/>
                  <a:pt x="62" y="11944"/>
                  <a:pt x="78" y="12075"/>
                </a:cubicBezTo>
                <a:lnTo>
                  <a:pt x="12074" y="78"/>
                </a:lnTo>
                <a:cubicBezTo>
                  <a:pt x="11944" y="63"/>
                  <a:pt x="11814" y="49"/>
                  <a:pt x="11683" y="38"/>
                </a:cubicBezTo>
                <a:close/>
                <a:moveTo>
                  <a:pt x="9136" y="131"/>
                </a:moveTo>
                <a:cubicBezTo>
                  <a:pt x="8960" y="158"/>
                  <a:pt x="8786" y="190"/>
                  <a:pt x="8611" y="226"/>
                </a:cubicBezTo>
                <a:lnTo>
                  <a:pt x="226" y="8611"/>
                </a:lnTo>
                <a:cubicBezTo>
                  <a:pt x="190" y="8786"/>
                  <a:pt x="157" y="8961"/>
                  <a:pt x="130" y="9137"/>
                </a:cubicBezTo>
                <a:lnTo>
                  <a:pt x="9136" y="131"/>
                </a:lnTo>
                <a:close/>
                <a:moveTo>
                  <a:pt x="12541" y="143"/>
                </a:moveTo>
                <a:lnTo>
                  <a:pt x="143" y="12541"/>
                </a:lnTo>
                <a:cubicBezTo>
                  <a:pt x="163" y="12663"/>
                  <a:pt x="183" y="12785"/>
                  <a:pt x="207" y="12906"/>
                </a:cubicBezTo>
                <a:lnTo>
                  <a:pt x="12906" y="208"/>
                </a:lnTo>
                <a:cubicBezTo>
                  <a:pt x="12785" y="184"/>
                  <a:pt x="12663" y="163"/>
                  <a:pt x="12541" y="143"/>
                </a:cubicBezTo>
                <a:close/>
                <a:moveTo>
                  <a:pt x="13343" y="303"/>
                </a:moveTo>
                <a:lnTo>
                  <a:pt x="303" y="13343"/>
                </a:lnTo>
                <a:cubicBezTo>
                  <a:pt x="330" y="13456"/>
                  <a:pt x="361" y="13569"/>
                  <a:pt x="392" y="13682"/>
                </a:cubicBezTo>
                <a:lnTo>
                  <a:pt x="13682" y="393"/>
                </a:lnTo>
                <a:cubicBezTo>
                  <a:pt x="13569" y="362"/>
                  <a:pt x="13456" y="331"/>
                  <a:pt x="13343" y="303"/>
                </a:cubicBezTo>
                <a:close/>
                <a:moveTo>
                  <a:pt x="7909" y="395"/>
                </a:moveTo>
                <a:cubicBezTo>
                  <a:pt x="7701" y="452"/>
                  <a:pt x="7495" y="515"/>
                  <a:pt x="7290" y="585"/>
                </a:cubicBezTo>
                <a:lnTo>
                  <a:pt x="584" y="7290"/>
                </a:lnTo>
                <a:cubicBezTo>
                  <a:pt x="514" y="7495"/>
                  <a:pt x="452" y="7702"/>
                  <a:pt x="394" y="7909"/>
                </a:cubicBezTo>
                <a:lnTo>
                  <a:pt x="7909" y="395"/>
                </a:lnTo>
                <a:close/>
                <a:moveTo>
                  <a:pt x="14094" y="515"/>
                </a:moveTo>
                <a:lnTo>
                  <a:pt x="514" y="14094"/>
                </a:lnTo>
                <a:cubicBezTo>
                  <a:pt x="549" y="14202"/>
                  <a:pt x="583" y="14310"/>
                  <a:pt x="620" y="14417"/>
                </a:cubicBezTo>
                <a:lnTo>
                  <a:pt x="14417" y="621"/>
                </a:lnTo>
                <a:cubicBezTo>
                  <a:pt x="14310" y="583"/>
                  <a:pt x="14202" y="549"/>
                  <a:pt x="14094" y="515"/>
                </a:cubicBezTo>
                <a:close/>
                <a:moveTo>
                  <a:pt x="14804" y="767"/>
                </a:moveTo>
                <a:lnTo>
                  <a:pt x="767" y="14804"/>
                </a:lnTo>
                <a:cubicBezTo>
                  <a:pt x="807" y="14905"/>
                  <a:pt x="851" y="15004"/>
                  <a:pt x="894" y="15104"/>
                </a:cubicBezTo>
                <a:lnTo>
                  <a:pt x="15104" y="895"/>
                </a:lnTo>
                <a:cubicBezTo>
                  <a:pt x="15004" y="852"/>
                  <a:pt x="14905" y="807"/>
                  <a:pt x="14804" y="767"/>
                </a:cubicBezTo>
                <a:close/>
                <a:moveTo>
                  <a:pt x="6411" y="932"/>
                </a:moveTo>
                <a:cubicBezTo>
                  <a:pt x="6118" y="1062"/>
                  <a:pt x="5831" y="1206"/>
                  <a:pt x="5549" y="1363"/>
                </a:cubicBezTo>
                <a:lnTo>
                  <a:pt x="1362" y="5549"/>
                </a:lnTo>
                <a:cubicBezTo>
                  <a:pt x="1205" y="5832"/>
                  <a:pt x="1061" y="6119"/>
                  <a:pt x="931" y="6411"/>
                </a:cubicBezTo>
                <a:lnTo>
                  <a:pt x="6411" y="932"/>
                </a:lnTo>
                <a:close/>
                <a:moveTo>
                  <a:pt x="15470" y="1061"/>
                </a:moveTo>
                <a:lnTo>
                  <a:pt x="1060" y="15471"/>
                </a:lnTo>
                <a:cubicBezTo>
                  <a:pt x="1106" y="15567"/>
                  <a:pt x="1153" y="15664"/>
                  <a:pt x="1202" y="15759"/>
                </a:cubicBezTo>
                <a:lnTo>
                  <a:pt x="15759" y="1203"/>
                </a:lnTo>
                <a:cubicBezTo>
                  <a:pt x="15663" y="1153"/>
                  <a:pt x="15567" y="1107"/>
                  <a:pt x="15470" y="1061"/>
                </a:cubicBezTo>
                <a:close/>
                <a:moveTo>
                  <a:pt x="16103" y="1391"/>
                </a:moveTo>
                <a:lnTo>
                  <a:pt x="1391" y="16103"/>
                </a:lnTo>
                <a:cubicBezTo>
                  <a:pt x="1442" y="16194"/>
                  <a:pt x="1494" y="16285"/>
                  <a:pt x="1549" y="16375"/>
                </a:cubicBezTo>
                <a:lnTo>
                  <a:pt x="16375" y="1549"/>
                </a:lnTo>
                <a:cubicBezTo>
                  <a:pt x="16285" y="1495"/>
                  <a:pt x="16194" y="1442"/>
                  <a:pt x="16103" y="1391"/>
                </a:cubicBezTo>
                <a:close/>
                <a:moveTo>
                  <a:pt x="16703" y="1754"/>
                </a:moveTo>
                <a:lnTo>
                  <a:pt x="1753" y="16703"/>
                </a:lnTo>
                <a:cubicBezTo>
                  <a:pt x="1809" y="16788"/>
                  <a:pt x="1869" y="16872"/>
                  <a:pt x="1928" y="16956"/>
                </a:cubicBezTo>
                <a:lnTo>
                  <a:pt x="16956" y="1928"/>
                </a:lnTo>
                <a:cubicBezTo>
                  <a:pt x="16872" y="1869"/>
                  <a:pt x="16788" y="1810"/>
                  <a:pt x="16703" y="1754"/>
                </a:cubicBezTo>
                <a:close/>
                <a:moveTo>
                  <a:pt x="17267" y="2151"/>
                </a:moveTo>
                <a:lnTo>
                  <a:pt x="2151" y="17267"/>
                </a:lnTo>
                <a:cubicBezTo>
                  <a:pt x="2212" y="17349"/>
                  <a:pt x="2274" y="17430"/>
                  <a:pt x="2338" y="17510"/>
                </a:cubicBezTo>
                <a:lnTo>
                  <a:pt x="17510" y="2338"/>
                </a:lnTo>
                <a:cubicBezTo>
                  <a:pt x="17430" y="2275"/>
                  <a:pt x="17349" y="2212"/>
                  <a:pt x="17267" y="2151"/>
                </a:cubicBezTo>
                <a:close/>
                <a:moveTo>
                  <a:pt x="3805" y="2574"/>
                </a:moveTo>
                <a:cubicBezTo>
                  <a:pt x="3586" y="2761"/>
                  <a:pt x="3370" y="2956"/>
                  <a:pt x="3163" y="3163"/>
                </a:cubicBezTo>
                <a:cubicBezTo>
                  <a:pt x="2955" y="3371"/>
                  <a:pt x="2761" y="3586"/>
                  <a:pt x="2574" y="3806"/>
                </a:cubicBezTo>
                <a:lnTo>
                  <a:pt x="3805" y="2574"/>
                </a:lnTo>
                <a:close/>
                <a:moveTo>
                  <a:pt x="17801" y="2579"/>
                </a:moveTo>
                <a:lnTo>
                  <a:pt x="2579" y="17801"/>
                </a:lnTo>
                <a:cubicBezTo>
                  <a:pt x="2645" y="17878"/>
                  <a:pt x="2709" y="17957"/>
                  <a:pt x="2777" y="18032"/>
                </a:cubicBezTo>
                <a:lnTo>
                  <a:pt x="18032" y="2777"/>
                </a:lnTo>
                <a:cubicBezTo>
                  <a:pt x="17957" y="2709"/>
                  <a:pt x="17878" y="2645"/>
                  <a:pt x="17801" y="2579"/>
                </a:cubicBezTo>
                <a:close/>
                <a:moveTo>
                  <a:pt x="18304" y="3036"/>
                </a:moveTo>
                <a:lnTo>
                  <a:pt x="3036" y="18304"/>
                </a:lnTo>
                <a:cubicBezTo>
                  <a:pt x="3079" y="18349"/>
                  <a:pt x="3119" y="18394"/>
                  <a:pt x="3163" y="18438"/>
                </a:cubicBezTo>
                <a:cubicBezTo>
                  <a:pt x="3191" y="18466"/>
                  <a:pt x="3222" y="18492"/>
                  <a:pt x="3250" y="18521"/>
                </a:cubicBezTo>
                <a:lnTo>
                  <a:pt x="18521" y="3251"/>
                </a:lnTo>
                <a:cubicBezTo>
                  <a:pt x="18492" y="3222"/>
                  <a:pt x="18466" y="3192"/>
                  <a:pt x="18438" y="3163"/>
                </a:cubicBezTo>
                <a:cubicBezTo>
                  <a:pt x="18394" y="3119"/>
                  <a:pt x="18348" y="3079"/>
                  <a:pt x="18304" y="3036"/>
                </a:cubicBezTo>
                <a:close/>
                <a:moveTo>
                  <a:pt x="18781" y="3523"/>
                </a:moveTo>
                <a:lnTo>
                  <a:pt x="3522" y="18781"/>
                </a:lnTo>
                <a:cubicBezTo>
                  <a:pt x="3598" y="18850"/>
                  <a:pt x="3676" y="18915"/>
                  <a:pt x="3753" y="18982"/>
                </a:cubicBezTo>
                <a:lnTo>
                  <a:pt x="18982" y="3753"/>
                </a:lnTo>
                <a:cubicBezTo>
                  <a:pt x="18915" y="3676"/>
                  <a:pt x="18850" y="3598"/>
                  <a:pt x="18781" y="3523"/>
                </a:cubicBezTo>
                <a:close/>
                <a:moveTo>
                  <a:pt x="19224" y="4041"/>
                </a:moveTo>
                <a:lnTo>
                  <a:pt x="4041" y="19224"/>
                </a:lnTo>
                <a:cubicBezTo>
                  <a:pt x="4121" y="19289"/>
                  <a:pt x="4202" y="19350"/>
                  <a:pt x="4283" y="19412"/>
                </a:cubicBezTo>
                <a:lnTo>
                  <a:pt x="19412" y="4283"/>
                </a:lnTo>
                <a:cubicBezTo>
                  <a:pt x="19350" y="4202"/>
                  <a:pt x="19289" y="4121"/>
                  <a:pt x="19224" y="4041"/>
                </a:cubicBezTo>
                <a:close/>
                <a:moveTo>
                  <a:pt x="19637" y="4591"/>
                </a:moveTo>
                <a:lnTo>
                  <a:pt x="4591" y="19637"/>
                </a:lnTo>
                <a:cubicBezTo>
                  <a:pt x="4675" y="19696"/>
                  <a:pt x="4758" y="19757"/>
                  <a:pt x="4843" y="19813"/>
                </a:cubicBezTo>
                <a:lnTo>
                  <a:pt x="19813" y="4844"/>
                </a:lnTo>
                <a:cubicBezTo>
                  <a:pt x="19757" y="4758"/>
                  <a:pt x="19696" y="4675"/>
                  <a:pt x="19637" y="4591"/>
                </a:cubicBezTo>
                <a:close/>
                <a:moveTo>
                  <a:pt x="20019" y="5172"/>
                </a:moveTo>
                <a:lnTo>
                  <a:pt x="5172" y="20019"/>
                </a:lnTo>
                <a:cubicBezTo>
                  <a:pt x="5261" y="20073"/>
                  <a:pt x="5351" y="20126"/>
                  <a:pt x="5441" y="20178"/>
                </a:cubicBezTo>
                <a:lnTo>
                  <a:pt x="20178" y="5441"/>
                </a:lnTo>
                <a:cubicBezTo>
                  <a:pt x="20126" y="5351"/>
                  <a:pt x="20073" y="5261"/>
                  <a:pt x="20019" y="5172"/>
                </a:cubicBezTo>
                <a:close/>
                <a:moveTo>
                  <a:pt x="20369" y="5782"/>
                </a:moveTo>
                <a:lnTo>
                  <a:pt x="5782" y="20369"/>
                </a:lnTo>
                <a:cubicBezTo>
                  <a:pt x="5877" y="20419"/>
                  <a:pt x="5974" y="20463"/>
                  <a:pt x="6071" y="20510"/>
                </a:cubicBezTo>
                <a:lnTo>
                  <a:pt x="20510" y="6071"/>
                </a:lnTo>
                <a:cubicBezTo>
                  <a:pt x="20463" y="5975"/>
                  <a:pt x="20419" y="5878"/>
                  <a:pt x="20369" y="5782"/>
                </a:cubicBezTo>
                <a:close/>
                <a:moveTo>
                  <a:pt x="20679" y="6434"/>
                </a:moveTo>
                <a:lnTo>
                  <a:pt x="6434" y="20679"/>
                </a:lnTo>
                <a:cubicBezTo>
                  <a:pt x="6534" y="20723"/>
                  <a:pt x="6633" y="20769"/>
                  <a:pt x="6734" y="20809"/>
                </a:cubicBezTo>
                <a:lnTo>
                  <a:pt x="20809" y="6735"/>
                </a:lnTo>
                <a:cubicBezTo>
                  <a:pt x="20769" y="6634"/>
                  <a:pt x="20723" y="6534"/>
                  <a:pt x="20679" y="6434"/>
                </a:cubicBezTo>
                <a:close/>
                <a:moveTo>
                  <a:pt x="20956" y="7121"/>
                </a:moveTo>
                <a:lnTo>
                  <a:pt x="7120" y="20956"/>
                </a:lnTo>
                <a:cubicBezTo>
                  <a:pt x="7226" y="20994"/>
                  <a:pt x="7333" y="21030"/>
                  <a:pt x="7439" y="21065"/>
                </a:cubicBezTo>
                <a:lnTo>
                  <a:pt x="21065" y="7439"/>
                </a:lnTo>
                <a:cubicBezTo>
                  <a:pt x="21030" y="7333"/>
                  <a:pt x="20994" y="7226"/>
                  <a:pt x="20956" y="7121"/>
                </a:cubicBezTo>
                <a:close/>
                <a:moveTo>
                  <a:pt x="21190" y="7848"/>
                </a:moveTo>
                <a:lnTo>
                  <a:pt x="7848" y="21190"/>
                </a:lnTo>
                <a:cubicBezTo>
                  <a:pt x="7960" y="21221"/>
                  <a:pt x="8073" y="21252"/>
                  <a:pt x="8186" y="21280"/>
                </a:cubicBezTo>
                <a:lnTo>
                  <a:pt x="21280" y="8186"/>
                </a:lnTo>
                <a:cubicBezTo>
                  <a:pt x="21252" y="8073"/>
                  <a:pt x="21221" y="7960"/>
                  <a:pt x="21190" y="7848"/>
                </a:cubicBezTo>
                <a:close/>
                <a:moveTo>
                  <a:pt x="21378" y="8623"/>
                </a:moveTo>
                <a:lnTo>
                  <a:pt x="8623" y="21378"/>
                </a:lnTo>
                <a:cubicBezTo>
                  <a:pt x="8743" y="21402"/>
                  <a:pt x="8863" y="21424"/>
                  <a:pt x="8984" y="21445"/>
                </a:cubicBezTo>
                <a:lnTo>
                  <a:pt x="21445" y="8984"/>
                </a:lnTo>
                <a:cubicBezTo>
                  <a:pt x="21424" y="8864"/>
                  <a:pt x="21402" y="8743"/>
                  <a:pt x="21378" y="8623"/>
                </a:cubicBezTo>
                <a:close/>
                <a:moveTo>
                  <a:pt x="21514" y="9448"/>
                </a:moveTo>
                <a:lnTo>
                  <a:pt x="9447" y="21514"/>
                </a:lnTo>
                <a:cubicBezTo>
                  <a:pt x="9576" y="21530"/>
                  <a:pt x="9704" y="21546"/>
                  <a:pt x="9833" y="21557"/>
                </a:cubicBezTo>
                <a:lnTo>
                  <a:pt x="21557" y="9834"/>
                </a:lnTo>
                <a:cubicBezTo>
                  <a:pt x="21546" y="9705"/>
                  <a:pt x="21530" y="9576"/>
                  <a:pt x="21514" y="9448"/>
                </a:cubicBezTo>
                <a:close/>
                <a:moveTo>
                  <a:pt x="21590" y="10333"/>
                </a:moveTo>
                <a:lnTo>
                  <a:pt x="10332" y="21590"/>
                </a:lnTo>
                <a:cubicBezTo>
                  <a:pt x="10473" y="21596"/>
                  <a:pt x="10613" y="21599"/>
                  <a:pt x="10753" y="21600"/>
                </a:cubicBezTo>
                <a:lnTo>
                  <a:pt x="21600" y="10754"/>
                </a:lnTo>
                <a:cubicBezTo>
                  <a:pt x="21599" y="10613"/>
                  <a:pt x="21596" y="10473"/>
                  <a:pt x="21590" y="10333"/>
                </a:cubicBezTo>
                <a:close/>
                <a:moveTo>
                  <a:pt x="21590" y="11296"/>
                </a:moveTo>
                <a:lnTo>
                  <a:pt x="11295" y="21590"/>
                </a:lnTo>
                <a:cubicBezTo>
                  <a:pt x="11449" y="21583"/>
                  <a:pt x="11603" y="21572"/>
                  <a:pt x="11757" y="21558"/>
                </a:cubicBezTo>
                <a:lnTo>
                  <a:pt x="21558" y="11757"/>
                </a:lnTo>
                <a:cubicBezTo>
                  <a:pt x="21572" y="11603"/>
                  <a:pt x="21583" y="11450"/>
                  <a:pt x="21590" y="11296"/>
                </a:cubicBezTo>
                <a:close/>
                <a:moveTo>
                  <a:pt x="21489" y="12358"/>
                </a:moveTo>
                <a:lnTo>
                  <a:pt x="12358" y="21489"/>
                </a:lnTo>
                <a:cubicBezTo>
                  <a:pt x="12531" y="21464"/>
                  <a:pt x="12703" y="21434"/>
                  <a:pt x="12876" y="21400"/>
                </a:cubicBezTo>
                <a:lnTo>
                  <a:pt x="21400" y="12876"/>
                </a:lnTo>
                <a:cubicBezTo>
                  <a:pt x="21434" y="12704"/>
                  <a:pt x="21464" y="12531"/>
                  <a:pt x="21489" y="12358"/>
                </a:cubicBezTo>
                <a:close/>
                <a:moveTo>
                  <a:pt x="21239" y="13569"/>
                </a:moveTo>
                <a:lnTo>
                  <a:pt x="13569" y="21239"/>
                </a:lnTo>
                <a:cubicBezTo>
                  <a:pt x="13774" y="21185"/>
                  <a:pt x="13978" y="21125"/>
                  <a:pt x="14181" y="21058"/>
                </a:cubicBezTo>
                <a:lnTo>
                  <a:pt x="21058" y="14181"/>
                </a:lnTo>
                <a:cubicBezTo>
                  <a:pt x="21125" y="13978"/>
                  <a:pt x="21185" y="13774"/>
                  <a:pt x="21239" y="13569"/>
                </a:cubicBezTo>
                <a:close/>
                <a:moveTo>
                  <a:pt x="20736" y="15035"/>
                </a:moveTo>
                <a:lnTo>
                  <a:pt x="15035" y="20736"/>
                </a:lnTo>
                <a:cubicBezTo>
                  <a:pt x="15310" y="20619"/>
                  <a:pt x="15581" y="20493"/>
                  <a:pt x="15848" y="20352"/>
                </a:cubicBezTo>
                <a:lnTo>
                  <a:pt x="20352" y="15848"/>
                </a:lnTo>
                <a:cubicBezTo>
                  <a:pt x="20493" y="15581"/>
                  <a:pt x="20619" y="15310"/>
                  <a:pt x="20736" y="15035"/>
                </a:cubicBezTo>
                <a:close/>
                <a:moveTo>
                  <a:pt x="19400" y="17332"/>
                </a:moveTo>
                <a:lnTo>
                  <a:pt x="17332" y="19400"/>
                </a:lnTo>
                <a:cubicBezTo>
                  <a:pt x="17716" y="19108"/>
                  <a:pt x="18087" y="18789"/>
                  <a:pt x="18438" y="18438"/>
                </a:cubicBezTo>
                <a:cubicBezTo>
                  <a:pt x="18788" y="18087"/>
                  <a:pt x="19107" y="17716"/>
                  <a:pt x="19400" y="17332"/>
                </a:cubicBezTo>
                <a:close/>
              </a:path>
            </a:pathLst>
          </a:custGeom>
          <a:solidFill>
            <a:schemeClr val="accent4"/>
          </a:solidFill>
          <a:ln w="12700">
            <a:miter lim="400000"/>
          </a:ln>
        </p:spPr>
        <p:txBody>
          <a:bodyPr lIns="0" tIns="0" rIns="0" bIns="0" anchor="ctr"/>
          <a:lstStyle/>
          <a:p>
            <a:pPr marL="0" marR="0" lvl="0" indent="0" algn="ctr" defTabSz="8255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 kumimoji="0" sz="32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Helvetica Neue Medium"/>
              <a:sym typeface="Helvetica Neue Medium"/>
            </a:endParaRPr>
          </a:p>
        </p:txBody>
      </p:sp>
      <p:sp>
        <p:nvSpPr>
          <p:cNvPr id="221" name="Shape">
            <a:extLst>
              <a:ext uri="{FF2B5EF4-FFF2-40B4-BE49-F238E27FC236}">
                <a16:creationId xmlns:a16="http://schemas.microsoft.com/office/drawing/2014/main" id="{06DAD2D6-5BB1-8B44-7506-1116C7A44296}"/>
              </a:ext>
            </a:extLst>
          </p:cNvPr>
          <p:cNvSpPr/>
          <p:nvPr/>
        </p:nvSpPr>
        <p:spPr>
          <a:xfrm>
            <a:off x="-9782" y="-14685"/>
            <a:ext cx="5401449" cy="1371951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489" h="21600" extrusionOk="0">
                <a:moveTo>
                  <a:pt x="9876" y="0"/>
                </a:moveTo>
                <a:cubicBezTo>
                  <a:pt x="14909" y="1061"/>
                  <a:pt x="18164" y="3091"/>
                  <a:pt x="18448" y="5345"/>
                </a:cubicBezTo>
                <a:cubicBezTo>
                  <a:pt x="18695" y="7304"/>
                  <a:pt x="16642" y="9198"/>
                  <a:pt x="12885" y="10477"/>
                </a:cubicBezTo>
                <a:cubicBezTo>
                  <a:pt x="8651" y="11730"/>
                  <a:pt x="7084" y="13955"/>
                  <a:pt x="9071" y="15894"/>
                </a:cubicBezTo>
                <a:cubicBezTo>
                  <a:pt x="10355" y="17147"/>
                  <a:pt x="13013" y="18098"/>
                  <a:pt x="16290" y="18479"/>
                </a:cubicBezTo>
                <a:cubicBezTo>
                  <a:pt x="17951" y="18702"/>
                  <a:pt x="19367" y="19144"/>
                  <a:pt x="20305" y="19731"/>
                </a:cubicBezTo>
                <a:cubicBezTo>
                  <a:pt x="21193" y="20288"/>
                  <a:pt x="21600" y="20944"/>
                  <a:pt x="21463" y="21600"/>
                </a:cubicBezTo>
                <a:lnTo>
                  <a:pt x="0" y="21600"/>
                </a:lnTo>
                <a:lnTo>
                  <a:pt x="0" y="1"/>
                </a:lnTo>
                <a:lnTo>
                  <a:pt x="9876" y="0"/>
                </a:lnTo>
                <a:close/>
              </a:path>
            </a:pathLst>
          </a:custGeom>
          <a:solidFill>
            <a:schemeClr val="accent3"/>
          </a:solidFill>
          <a:ln w="12700">
            <a:miter lim="400000"/>
          </a:ln>
          <a:effectLst>
            <a:outerShdw blurRad="914400" dist="25400" dir="5400000" rotWithShape="0">
              <a:srgbClr val="000000">
                <a:alpha val="50000"/>
              </a:srgbClr>
            </a:outerShdw>
          </a:effectLst>
        </p:spPr>
        <p:txBody>
          <a:bodyPr lIns="50800" tIns="50800" rIns="50800" bIns="50800" anchor="ctr"/>
          <a:lstStyle/>
          <a:p>
            <a:pPr marL="0" marR="0" lvl="0" indent="0" algn="ctr" defTabSz="8255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3000" b="1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Helvetica Neue"/>
              <a:sym typeface="Helvetica Neue"/>
            </a:endParaRPr>
          </a:p>
        </p:txBody>
      </p:sp>
      <p:sp>
        <p:nvSpPr>
          <p:cNvPr id="222" name="Shape">
            <a:extLst>
              <a:ext uri="{FF2B5EF4-FFF2-40B4-BE49-F238E27FC236}">
                <a16:creationId xmlns:a16="http://schemas.microsoft.com/office/drawing/2014/main" id="{B0F15CD7-A17E-8353-06AE-CBBC1E14B0A2}"/>
              </a:ext>
            </a:extLst>
          </p:cNvPr>
          <p:cNvSpPr/>
          <p:nvPr/>
        </p:nvSpPr>
        <p:spPr>
          <a:xfrm>
            <a:off x="14077382" y="-26393"/>
            <a:ext cx="10315136" cy="10264133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490" h="20992" extrusionOk="0">
                <a:moveTo>
                  <a:pt x="22" y="0"/>
                </a:moveTo>
                <a:cubicBezTo>
                  <a:pt x="-110" y="1123"/>
                  <a:pt x="362" y="2232"/>
                  <a:pt x="1268" y="2930"/>
                </a:cubicBezTo>
                <a:cubicBezTo>
                  <a:pt x="2187" y="3637"/>
                  <a:pt x="3418" y="3817"/>
                  <a:pt x="4507" y="3403"/>
                </a:cubicBezTo>
                <a:cubicBezTo>
                  <a:pt x="6055" y="2610"/>
                  <a:pt x="7961" y="3061"/>
                  <a:pt x="8970" y="4460"/>
                </a:cubicBezTo>
                <a:cubicBezTo>
                  <a:pt x="9809" y="5622"/>
                  <a:pt x="9807" y="7178"/>
                  <a:pt x="8965" y="8338"/>
                </a:cubicBezTo>
                <a:cubicBezTo>
                  <a:pt x="6771" y="11924"/>
                  <a:pt x="7613" y="16550"/>
                  <a:pt x="10936" y="19169"/>
                </a:cubicBezTo>
                <a:cubicBezTo>
                  <a:pt x="14018" y="21597"/>
                  <a:pt x="18405" y="21600"/>
                  <a:pt x="21490" y="19175"/>
                </a:cubicBezTo>
                <a:lnTo>
                  <a:pt x="21490" y="35"/>
                </a:lnTo>
                <a:lnTo>
                  <a:pt x="22" y="0"/>
                </a:lnTo>
                <a:close/>
              </a:path>
            </a:pathLst>
          </a:custGeom>
          <a:solidFill>
            <a:schemeClr val="accent3"/>
          </a:solidFill>
          <a:ln w="12700">
            <a:miter lim="400000"/>
          </a:ln>
          <a:effectLst>
            <a:outerShdw blurRad="914400" dist="25400" dir="5400000" rotWithShape="0">
              <a:srgbClr val="000000">
                <a:alpha val="50000"/>
              </a:srgbClr>
            </a:outerShdw>
          </a:effectLst>
        </p:spPr>
        <p:txBody>
          <a:bodyPr lIns="50800" tIns="50800" rIns="50800" bIns="50800" anchor="ctr"/>
          <a:lstStyle/>
          <a:p>
            <a:pPr marL="0" marR="0" lvl="0" indent="0" algn="ctr" defTabSz="8255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3000" b="1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Helvetica Neue"/>
              <a:sym typeface="Helvetica Neue"/>
            </a:endParaRPr>
          </a:p>
        </p:txBody>
      </p:sp>
      <p:sp>
        <p:nvSpPr>
          <p:cNvPr id="223" name="Circle">
            <a:extLst>
              <a:ext uri="{FF2B5EF4-FFF2-40B4-BE49-F238E27FC236}">
                <a16:creationId xmlns:a16="http://schemas.microsoft.com/office/drawing/2014/main" id="{53FC24F7-5B8C-26A5-B7C1-56B7152C4702}"/>
              </a:ext>
            </a:extLst>
          </p:cNvPr>
          <p:cNvSpPr/>
          <p:nvPr/>
        </p:nvSpPr>
        <p:spPr>
          <a:xfrm>
            <a:off x="17006264" y="352354"/>
            <a:ext cx="494973" cy="494972"/>
          </a:xfrm>
          <a:prstGeom prst="ellipse">
            <a:avLst/>
          </a:prstGeom>
          <a:gradFill>
            <a:gsLst>
              <a:gs pos="0">
                <a:schemeClr val="accent2"/>
              </a:gs>
              <a:gs pos="100000">
                <a:schemeClr val="accent1"/>
              </a:gs>
            </a:gsLst>
            <a:lin ang="5400000"/>
          </a:gradFill>
          <a:ln w="12700">
            <a:miter lim="400000"/>
          </a:ln>
        </p:spPr>
        <p:txBody>
          <a:bodyPr lIns="0" tIns="0" rIns="0" bIns="0" anchor="ctr"/>
          <a:lstStyle/>
          <a:p>
            <a:pPr marL="0" marR="0" lvl="0" indent="0" algn="ctr" defTabSz="8255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 kumimoji="0" sz="32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Helvetica Neue Medium"/>
              <a:sym typeface="Helvetica Neue Medium"/>
            </a:endParaRPr>
          </a:p>
        </p:txBody>
      </p:sp>
      <p:sp>
        <p:nvSpPr>
          <p:cNvPr id="224" name="Circle">
            <a:extLst>
              <a:ext uri="{FF2B5EF4-FFF2-40B4-BE49-F238E27FC236}">
                <a16:creationId xmlns:a16="http://schemas.microsoft.com/office/drawing/2014/main" id="{93CDF812-434C-921E-0368-DAD89214E08A}"/>
              </a:ext>
            </a:extLst>
          </p:cNvPr>
          <p:cNvSpPr/>
          <p:nvPr/>
        </p:nvSpPr>
        <p:spPr>
          <a:xfrm>
            <a:off x="-564062" y="1321716"/>
            <a:ext cx="1150610" cy="1150611"/>
          </a:xfrm>
          <a:prstGeom prst="ellipse">
            <a:avLst/>
          </a:prstGeom>
          <a:gradFill>
            <a:gsLst>
              <a:gs pos="0">
                <a:schemeClr val="accent2"/>
              </a:gs>
              <a:gs pos="100000">
                <a:schemeClr val="accent1"/>
              </a:gs>
            </a:gsLst>
            <a:lin ang="5400000"/>
          </a:gradFill>
          <a:ln w="12700">
            <a:miter lim="400000"/>
          </a:ln>
        </p:spPr>
        <p:txBody>
          <a:bodyPr lIns="0" tIns="0" rIns="0" bIns="0" anchor="ctr"/>
          <a:lstStyle/>
          <a:p>
            <a:pPr marL="0" marR="0" lvl="0" indent="0" algn="ctr" defTabSz="8255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 kumimoji="0" sz="32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Helvetica Neue Medium"/>
              <a:sym typeface="Helvetica Neue Medium"/>
            </a:endParaRPr>
          </a:p>
        </p:txBody>
      </p:sp>
      <p:sp>
        <p:nvSpPr>
          <p:cNvPr id="225" name="TOPIC #1 - $100 ANSWER">
            <a:extLst>
              <a:ext uri="{FF2B5EF4-FFF2-40B4-BE49-F238E27FC236}">
                <a16:creationId xmlns:a16="http://schemas.microsoft.com/office/drawing/2014/main" id="{BC2BC692-5D95-2B26-CF03-0BC7AC549800}"/>
              </a:ext>
            </a:extLst>
          </p:cNvPr>
          <p:cNvSpPr txBox="1"/>
          <p:nvPr/>
        </p:nvSpPr>
        <p:spPr>
          <a:xfrm>
            <a:off x="1318646" y="1076284"/>
            <a:ext cx="23992454" cy="164147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50800" tIns="50800" rIns="50800" bIns="50800" anchor="ctr">
            <a:spAutoFit/>
          </a:bodyPr>
          <a:lstStyle/>
          <a:p>
            <a:pPr marL="0" marR="0" lvl="0" indent="0" algn="l" defTabSz="8255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0000" b="0">
                <a:solidFill>
                  <a:srgbClr val="F6C543"/>
                </a:solidFill>
                <a:latin typeface="Impact"/>
                <a:ea typeface="Impact"/>
                <a:cs typeface="Impact"/>
                <a:sym typeface="Impact"/>
              </a:defRPr>
            </a:pPr>
            <a:r>
              <a:rPr kumimoji="0" lang="en-US" altLang="zh-CN" sz="10000" b="0" i="0" u="none" strike="noStrike" kern="0" cap="none" spc="0" normalizeH="0" baseline="0" noProof="0" dirty="0">
                <a:ln>
                  <a:noFill/>
                </a:ln>
                <a:solidFill>
                  <a:srgbClr val="F6C542"/>
                </a:solidFill>
                <a:effectLst/>
                <a:uLnTx/>
                <a:uFillTx/>
                <a:latin typeface="Impact"/>
                <a:sym typeface="Impact"/>
              </a:rPr>
              <a:t>UNIT #</a:t>
            </a:r>
            <a:r>
              <a:rPr kumimoji="0" lang="en-US" altLang="zh-CN" sz="10000" b="0" i="0" u="none" strike="noStrike" kern="0" cap="none" spc="0" normalizeH="0" baseline="0" noProof="0" dirty="0">
                <a:ln>
                  <a:noFill/>
                </a:ln>
                <a:solidFill>
                  <a:srgbClr val="F6C543"/>
                </a:solidFill>
                <a:effectLst/>
                <a:uLnTx/>
                <a:uFillTx/>
                <a:latin typeface="Impact"/>
                <a:sym typeface="Impact"/>
              </a:rPr>
              <a:t> </a:t>
            </a:r>
            <a:r>
              <a:rPr kumimoji="0" lang="en-US" altLang="zh-CN" sz="10000" b="0" i="0" u="none" strike="noStrike" kern="0" cap="none" spc="0" normalizeH="0" baseline="0" noProof="0" dirty="0">
                <a:ln>
                  <a:noFill/>
                </a:ln>
                <a:solidFill>
                  <a:srgbClr val="F6C542"/>
                </a:solidFill>
                <a:effectLst/>
                <a:uLnTx/>
                <a:uFillTx/>
                <a:latin typeface="Impact"/>
                <a:sym typeface="Impact"/>
              </a:rPr>
              <a:t>6 </a:t>
            </a:r>
            <a:r>
              <a:rPr kumimoji="0" lang="en-US" altLang="zh-CN" sz="100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Impact"/>
                <a:sym typeface="Impact"/>
              </a:rPr>
              <a:t>–</a:t>
            </a:r>
            <a:r>
              <a:rPr kumimoji="0" lang="zh-CN" altLang="en-US" sz="10000" b="0" i="0" u="none" strike="noStrike" kern="0" cap="none" spc="0" normalizeH="0" baseline="0" noProof="0" dirty="0">
                <a:ln>
                  <a:noFill/>
                </a:ln>
                <a:solidFill>
                  <a:srgbClr val="F6C543"/>
                </a:solidFill>
                <a:effectLst/>
                <a:uLnTx/>
                <a:uFillTx/>
                <a:latin typeface="华文楷体" panose="02010600040101010101" pitchFamily="2" charset="-122"/>
                <a:ea typeface="华文楷体" panose="02010600040101010101" pitchFamily="2" charset="-122"/>
                <a:sym typeface="Impact"/>
              </a:rPr>
              <a:t>规定画法</a:t>
            </a:r>
            <a:endParaRPr kumimoji="0" lang="zh-CN" altLang="en-US" sz="100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华文楷体" panose="02010600040101010101" pitchFamily="2" charset="-122"/>
              <a:ea typeface="华文楷体" panose="02010600040101010101" pitchFamily="2" charset="-122"/>
              <a:sym typeface="Impact"/>
            </a:endParaRPr>
          </a:p>
        </p:txBody>
      </p:sp>
      <p:sp>
        <p:nvSpPr>
          <p:cNvPr id="226" name="Shape">
            <a:extLst>
              <a:ext uri="{FF2B5EF4-FFF2-40B4-BE49-F238E27FC236}">
                <a16:creationId xmlns:a16="http://schemas.microsoft.com/office/drawing/2014/main" id="{AE88E01E-889B-AA05-0122-52A8A4394652}"/>
              </a:ext>
            </a:extLst>
          </p:cNvPr>
          <p:cNvSpPr/>
          <p:nvPr/>
        </p:nvSpPr>
        <p:spPr>
          <a:xfrm>
            <a:off x="-306915" y="8239797"/>
            <a:ext cx="1046530" cy="104640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9679" h="20595" extrusionOk="0">
                <a:moveTo>
                  <a:pt x="9839" y="0"/>
                </a:moveTo>
                <a:cubicBezTo>
                  <a:pt x="7321" y="0"/>
                  <a:pt x="4802" y="1006"/>
                  <a:pt x="2881" y="3017"/>
                </a:cubicBezTo>
                <a:cubicBezTo>
                  <a:pt x="-961" y="7038"/>
                  <a:pt x="-961" y="13557"/>
                  <a:pt x="2881" y="17578"/>
                </a:cubicBezTo>
                <a:cubicBezTo>
                  <a:pt x="6724" y="21600"/>
                  <a:pt x="12954" y="21600"/>
                  <a:pt x="16797" y="17578"/>
                </a:cubicBezTo>
                <a:cubicBezTo>
                  <a:pt x="20639" y="13557"/>
                  <a:pt x="20639" y="7038"/>
                  <a:pt x="16797" y="3017"/>
                </a:cubicBezTo>
                <a:cubicBezTo>
                  <a:pt x="14876" y="1006"/>
                  <a:pt x="12357" y="0"/>
                  <a:pt x="9839" y="0"/>
                </a:cubicBezTo>
                <a:close/>
                <a:moveTo>
                  <a:pt x="9839" y="2649"/>
                </a:moveTo>
                <a:cubicBezTo>
                  <a:pt x="11709" y="2649"/>
                  <a:pt x="13580" y="3397"/>
                  <a:pt x="15007" y="4890"/>
                </a:cubicBezTo>
                <a:cubicBezTo>
                  <a:pt x="17861" y="7877"/>
                  <a:pt x="17861" y="12718"/>
                  <a:pt x="15007" y="15705"/>
                </a:cubicBezTo>
                <a:cubicBezTo>
                  <a:pt x="12153" y="18692"/>
                  <a:pt x="7525" y="18692"/>
                  <a:pt x="4671" y="15705"/>
                </a:cubicBezTo>
                <a:cubicBezTo>
                  <a:pt x="1817" y="12718"/>
                  <a:pt x="1817" y="7877"/>
                  <a:pt x="4671" y="4890"/>
                </a:cubicBezTo>
                <a:cubicBezTo>
                  <a:pt x="6098" y="3397"/>
                  <a:pt x="7969" y="2649"/>
                  <a:pt x="9839" y="2649"/>
                </a:cubicBezTo>
                <a:close/>
              </a:path>
            </a:pathLst>
          </a:custGeom>
          <a:gradFill>
            <a:gsLst>
              <a:gs pos="0">
                <a:schemeClr val="accent2"/>
              </a:gs>
              <a:gs pos="100000">
                <a:schemeClr val="accent1"/>
              </a:gs>
            </a:gsLst>
            <a:lin ang="5400000"/>
          </a:gradFill>
          <a:ln w="12700">
            <a:miter lim="400000"/>
          </a:ln>
        </p:spPr>
        <p:txBody>
          <a:bodyPr lIns="0" tIns="0" rIns="0" bIns="0" anchor="ctr"/>
          <a:lstStyle/>
          <a:p>
            <a:pPr marL="0" marR="0" lvl="0" indent="0" algn="ctr" defTabSz="8255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 kumimoji="0" sz="32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Helvetica Neue Medium"/>
              <a:sym typeface="Helvetica Neue Medium"/>
            </a:endParaRPr>
          </a:p>
        </p:txBody>
      </p:sp>
      <p:sp>
        <p:nvSpPr>
          <p:cNvPr id="227" name="Shape">
            <a:extLst>
              <a:ext uri="{FF2B5EF4-FFF2-40B4-BE49-F238E27FC236}">
                <a16:creationId xmlns:a16="http://schemas.microsoft.com/office/drawing/2014/main" id="{AEA25DC7-C559-24E4-96AA-139A3F24AA1D}"/>
              </a:ext>
            </a:extLst>
          </p:cNvPr>
          <p:cNvSpPr/>
          <p:nvPr/>
        </p:nvSpPr>
        <p:spPr>
          <a:xfrm>
            <a:off x="19865947" y="2060686"/>
            <a:ext cx="2330506" cy="233022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9679" h="20595" extrusionOk="0">
                <a:moveTo>
                  <a:pt x="9839" y="0"/>
                </a:moveTo>
                <a:cubicBezTo>
                  <a:pt x="7321" y="0"/>
                  <a:pt x="4802" y="1006"/>
                  <a:pt x="2881" y="3017"/>
                </a:cubicBezTo>
                <a:cubicBezTo>
                  <a:pt x="-961" y="7038"/>
                  <a:pt x="-961" y="13557"/>
                  <a:pt x="2881" y="17578"/>
                </a:cubicBezTo>
                <a:cubicBezTo>
                  <a:pt x="6724" y="21600"/>
                  <a:pt x="12954" y="21600"/>
                  <a:pt x="16797" y="17578"/>
                </a:cubicBezTo>
                <a:cubicBezTo>
                  <a:pt x="20639" y="13557"/>
                  <a:pt x="20639" y="7038"/>
                  <a:pt x="16797" y="3017"/>
                </a:cubicBezTo>
                <a:cubicBezTo>
                  <a:pt x="14876" y="1006"/>
                  <a:pt x="12357" y="0"/>
                  <a:pt x="9839" y="0"/>
                </a:cubicBezTo>
                <a:close/>
                <a:moveTo>
                  <a:pt x="9839" y="2649"/>
                </a:moveTo>
                <a:cubicBezTo>
                  <a:pt x="11709" y="2649"/>
                  <a:pt x="13580" y="3397"/>
                  <a:pt x="15007" y="4890"/>
                </a:cubicBezTo>
                <a:cubicBezTo>
                  <a:pt x="17861" y="7877"/>
                  <a:pt x="17861" y="12718"/>
                  <a:pt x="15007" y="15705"/>
                </a:cubicBezTo>
                <a:cubicBezTo>
                  <a:pt x="12153" y="18692"/>
                  <a:pt x="7525" y="18692"/>
                  <a:pt x="4671" y="15705"/>
                </a:cubicBezTo>
                <a:cubicBezTo>
                  <a:pt x="1817" y="12718"/>
                  <a:pt x="1817" y="7877"/>
                  <a:pt x="4671" y="4890"/>
                </a:cubicBezTo>
                <a:cubicBezTo>
                  <a:pt x="6098" y="3397"/>
                  <a:pt x="7969" y="2649"/>
                  <a:pt x="9839" y="2649"/>
                </a:cubicBezTo>
                <a:close/>
              </a:path>
            </a:pathLst>
          </a:custGeom>
          <a:gradFill>
            <a:gsLst>
              <a:gs pos="0">
                <a:schemeClr val="accent2"/>
              </a:gs>
              <a:gs pos="100000">
                <a:schemeClr val="accent1"/>
              </a:gs>
            </a:gsLst>
            <a:lin ang="5400000"/>
          </a:gradFill>
          <a:ln w="12700">
            <a:miter lim="400000"/>
          </a:ln>
        </p:spPr>
        <p:txBody>
          <a:bodyPr lIns="0" tIns="0" rIns="0" bIns="0" anchor="ctr"/>
          <a:lstStyle/>
          <a:p>
            <a:pPr marL="0" marR="0" lvl="0" indent="0" algn="ctr" defTabSz="8255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 kumimoji="0" sz="32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Helvetica Neue Medium"/>
              <a:sym typeface="Helvetica Neue Medium"/>
            </a:endParaRPr>
          </a:p>
        </p:txBody>
      </p:sp>
      <p:sp>
        <p:nvSpPr>
          <p:cNvPr id="228" name="Rounded Rectangle">
            <a:extLst>
              <a:ext uri="{FF2B5EF4-FFF2-40B4-BE49-F238E27FC236}">
                <a16:creationId xmlns:a16="http://schemas.microsoft.com/office/drawing/2014/main" id="{0D6ECA83-3791-1590-6708-1D3938F46731}"/>
              </a:ext>
            </a:extLst>
          </p:cNvPr>
          <p:cNvSpPr/>
          <p:nvPr/>
        </p:nvSpPr>
        <p:spPr>
          <a:xfrm>
            <a:off x="1413182" y="3302000"/>
            <a:ext cx="21616294" cy="8897388"/>
          </a:xfrm>
          <a:prstGeom prst="roundRect">
            <a:avLst>
              <a:gd name="adj" fmla="val 2897"/>
            </a:avLst>
          </a:prstGeom>
          <a:solidFill>
            <a:schemeClr val="accent4"/>
          </a:solidFill>
          <a:ln w="12700">
            <a:miter lim="400000"/>
          </a:ln>
          <a:effectLst>
            <a:outerShdw blurRad="558800" dist="71163" dir="5400000" rotWithShape="0">
              <a:srgbClr val="000000">
                <a:alpha val="19617"/>
              </a:srgbClr>
            </a:outerShdw>
          </a:effectLst>
        </p:spPr>
        <p:txBody>
          <a:bodyPr lIns="0" tIns="0" rIns="0" bIns="0" anchor="ctr"/>
          <a:lstStyle/>
          <a:p>
            <a:pPr marL="0" marR="0" lvl="0" indent="0" algn="ctr" defTabSz="8255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 kumimoji="0" sz="32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Helvetica Neue Medium"/>
              <a:sym typeface="Helvetica Neue Medium"/>
            </a:endParaRP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44A7DE10-8877-AA34-54C6-E4CE2E3A1D5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39087" y="2761834"/>
            <a:ext cx="17122652" cy="104957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14710903"/>
      </p:ext>
    </p:extLst>
  </p:cSld>
  <p:clrMapOvr>
    <a:masterClrMapping/>
  </p:clrMapOvr>
  <p:transition spd="med"/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3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2CFDB5F-BE02-F216-0C3E-B3BB0A95C4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Shape">
            <a:extLst>
              <a:ext uri="{FF2B5EF4-FFF2-40B4-BE49-F238E27FC236}">
                <a16:creationId xmlns:a16="http://schemas.microsoft.com/office/drawing/2014/main" id="{0BA5AFD7-3821-946E-BAF7-6EB3AEAC6030}"/>
              </a:ext>
            </a:extLst>
          </p:cNvPr>
          <p:cNvSpPr/>
          <p:nvPr/>
        </p:nvSpPr>
        <p:spPr>
          <a:xfrm>
            <a:off x="12552091" y="-805657"/>
            <a:ext cx="2709717" cy="270939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9679" h="20595" extrusionOk="0">
                <a:moveTo>
                  <a:pt x="9839" y="0"/>
                </a:moveTo>
                <a:cubicBezTo>
                  <a:pt x="7321" y="0"/>
                  <a:pt x="4802" y="1006"/>
                  <a:pt x="2881" y="3017"/>
                </a:cubicBezTo>
                <a:cubicBezTo>
                  <a:pt x="-961" y="7038"/>
                  <a:pt x="-961" y="13557"/>
                  <a:pt x="2881" y="17578"/>
                </a:cubicBezTo>
                <a:cubicBezTo>
                  <a:pt x="6724" y="21600"/>
                  <a:pt x="12954" y="21600"/>
                  <a:pt x="16797" y="17578"/>
                </a:cubicBezTo>
                <a:cubicBezTo>
                  <a:pt x="20639" y="13557"/>
                  <a:pt x="20639" y="7038"/>
                  <a:pt x="16797" y="3017"/>
                </a:cubicBezTo>
                <a:cubicBezTo>
                  <a:pt x="14876" y="1006"/>
                  <a:pt x="12357" y="0"/>
                  <a:pt x="9839" y="0"/>
                </a:cubicBezTo>
                <a:close/>
                <a:moveTo>
                  <a:pt x="9839" y="2649"/>
                </a:moveTo>
                <a:cubicBezTo>
                  <a:pt x="11709" y="2649"/>
                  <a:pt x="13580" y="3397"/>
                  <a:pt x="15007" y="4890"/>
                </a:cubicBezTo>
                <a:cubicBezTo>
                  <a:pt x="17861" y="7877"/>
                  <a:pt x="17861" y="12718"/>
                  <a:pt x="15007" y="15705"/>
                </a:cubicBezTo>
                <a:cubicBezTo>
                  <a:pt x="12153" y="18692"/>
                  <a:pt x="7525" y="18692"/>
                  <a:pt x="4671" y="15705"/>
                </a:cubicBezTo>
                <a:cubicBezTo>
                  <a:pt x="1817" y="12718"/>
                  <a:pt x="1817" y="7877"/>
                  <a:pt x="4671" y="4890"/>
                </a:cubicBezTo>
                <a:cubicBezTo>
                  <a:pt x="6098" y="3397"/>
                  <a:pt x="7969" y="2649"/>
                  <a:pt x="9839" y="2649"/>
                </a:cubicBezTo>
                <a:close/>
              </a:path>
            </a:pathLst>
          </a:custGeom>
          <a:gradFill>
            <a:gsLst>
              <a:gs pos="0">
                <a:schemeClr val="accent2"/>
              </a:gs>
              <a:gs pos="100000">
                <a:schemeClr val="accent1"/>
              </a:gs>
            </a:gsLst>
            <a:lin ang="5400000"/>
          </a:gradFill>
          <a:ln w="12700">
            <a:miter lim="400000"/>
          </a:ln>
        </p:spPr>
        <p:txBody>
          <a:bodyPr lIns="0" tIns="0" rIns="0" bIns="0" anchor="ctr"/>
          <a:lstStyle/>
          <a:p>
            <a:pPr marL="0" marR="0" lvl="0" indent="0" algn="ctr" defTabSz="8255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 kumimoji="0" sz="32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Helvetica Neue Medium"/>
              <a:sym typeface="Helvetica Neue Medium"/>
            </a:endParaRPr>
          </a:p>
        </p:txBody>
      </p:sp>
      <p:sp>
        <p:nvSpPr>
          <p:cNvPr id="236" name="Shape">
            <a:extLst>
              <a:ext uri="{FF2B5EF4-FFF2-40B4-BE49-F238E27FC236}">
                <a16:creationId xmlns:a16="http://schemas.microsoft.com/office/drawing/2014/main" id="{D1F6820C-21D9-6E17-2E39-651B4ACE2617}"/>
              </a:ext>
            </a:extLst>
          </p:cNvPr>
          <p:cNvSpPr/>
          <p:nvPr/>
        </p:nvSpPr>
        <p:spPr>
          <a:xfrm>
            <a:off x="14339439" y="2620192"/>
            <a:ext cx="6322300" cy="632257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800" y="0"/>
                </a:moveTo>
                <a:cubicBezTo>
                  <a:pt x="10787" y="0"/>
                  <a:pt x="10773" y="1"/>
                  <a:pt x="10759" y="1"/>
                </a:cubicBezTo>
                <a:lnTo>
                  <a:pt x="1" y="10760"/>
                </a:lnTo>
                <a:cubicBezTo>
                  <a:pt x="0" y="10900"/>
                  <a:pt x="3" y="11040"/>
                  <a:pt x="8" y="11181"/>
                </a:cubicBezTo>
                <a:lnTo>
                  <a:pt x="11180" y="9"/>
                </a:lnTo>
                <a:cubicBezTo>
                  <a:pt x="11054" y="4"/>
                  <a:pt x="10927" y="0"/>
                  <a:pt x="10800" y="0"/>
                </a:cubicBezTo>
                <a:close/>
                <a:moveTo>
                  <a:pt x="10211" y="17"/>
                </a:moveTo>
                <a:cubicBezTo>
                  <a:pt x="10057" y="25"/>
                  <a:pt x="9903" y="36"/>
                  <a:pt x="9748" y="51"/>
                </a:cubicBezTo>
                <a:lnTo>
                  <a:pt x="50" y="9749"/>
                </a:lnTo>
                <a:cubicBezTo>
                  <a:pt x="35" y="9903"/>
                  <a:pt x="25" y="10057"/>
                  <a:pt x="16" y="10212"/>
                </a:cubicBezTo>
                <a:lnTo>
                  <a:pt x="10211" y="17"/>
                </a:lnTo>
                <a:close/>
                <a:moveTo>
                  <a:pt x="11683" y="38"/>
                </a:moveTo>
                <a:lnTo>
                  <a:pt x="38" y="11684"/>
                </a:lnTo>
                <a:cubicBezTo>
                  <a:pt x="48" y="11814"/>
                  <a:pt x="62" y="11944"/>
                  <a:pt x="78" y="12075"/>
                </a:cubicBezTo>
                <a:lnTo>
                  <a:pt x="12074" y="78"/>
                </a:lnTo>
                <a:cubicBezTo>
                  <a:pt x="11944" y="63"/>
                  <a:pt x="11814" y="49"/>
                  <a:pt x="11683" y="38"/>
                </a:cubicBezTo>
                <a:close/>
                <a:moveTo>
                  <a:pt x="9136" y="131"/>
                </a:moveTo>
                <a:cubicBezTo>
                  <a:pt x="8960" y="158"/>
                  <a:pt x="8786" y="190"/>
                  <a:pt x="8611" y="226"/>
                </a:cubicBezTo>
                <a:lnTo>
                  <a:pt x="226" y="8611"/>
                </a:lnTo>
                <a:cubicBezTo>
                  <a:pt x="190" y="8786"/>
                  <a:pt x="157" y="8961"/>
                  <a:pt x="130" y="9137"/>
                </a:cubicBezTo>
                <a:lnTo>
                  <a:pt x="9136" y="131"/>
                </a:lnTo>
                <a:close/>
                <a:moveTo>
                  <a:pt x="12541" y="143"/>
                </a:moveTo>
                <a:lnTo>
                  <a:pt x="143" y="12541"/>
                </a:lnTo>
                <a:cubicBezTo>
                  <a:pt x="163" y="12663"/>
                  <a:pt x="183" y="12785"/>
                  <a:pt x="207" y="12906"/>
                </a:cubicBezTo>
                <a:lnTo>
                  <a:pt x="12906" y="208"/>
                </a:lnTo>
                <a:cubicBezTo>
                  <a:pt x="12785" y="184"/>
                  <a:pt x="12663" y="163"/>
                  <a:pt x="12541" y="143"/>
                </a:cubicBezTo>
                <a:close/>
                <a:moveTo>
                  <a:pt x="13343" y="303"/>
                </a:moveTo>
                <a:lnTo>
                  <a:pt x="303" y="13343"/>
                </a:lnTo>
                <a:cubicBezTo>
                  <a:pt x="330" y="13456"/>
                  <a:pt x="361" y="13569"/>
                  <a:pt x="392" y="13682"/>
                </a:cubicBezTo>
                <a:lnTo>
                  <a:pt x="13682" y="393"/>
                </a:lnTo>
                <a:cubicBezTo>
                  <a:pt x="13569" y="362"/>
                  <a:pt x="13456" y="331"/>
                  <a:pt x="13343" y="303"/>
                </a:cubicBezTo>
                <a:close/>
                <a:moveTo>
                  <a:pt x="7909" y="395"/>
                </a:moveTo>
                <a:cubicBezTo>
                  <a:pt x="7701" y="452"/>
                  <a:pt x="7495" y="515"/>
                  <a:pt x="7290" y="585"/>
                </a:cubicBezTo>
                <a:lnTo>
                  <a:pt x="584" y="7290"/>
                </a:lnTo>
                <a:cubicBezTo>
                  <a:pt x="514" y="7495"/>
                  <a:pt x="452" y="7702"/>
                  <a:pt x="394" y="7909"/>
                </a:cubicBezTo>
                <a:lnTo>
                  <a:pt x="7909" y="395"/>
                </a:lnTo>
                <a:close/>
                <a:moveTo>
                  <a:pt x="14094" y="515"/>
                </a:moveTo>
                <a:lnTo>
                  <a:pt x="514" y="14094"/>
                </a:lnTo>
                <a:cubicBezTo>
                  <a:pt x="549" y="14202"/>
                  <a:pt x="583" y="14310"/>
                  <a:pt x="620" y="14417"/>
                </a:cubicBezTo>
                <a:lnTo>
                  <a:pt x="14417" y="621"/>
                </a:lnTo>
                <a:cubicBezTo>
                  <a:pt x="14310" y="583"/>
                  <a:pt x="14202" y="549"/>
                  <a:pt x="14094" y="515"/>
                </a:cubicBezTo>
                <a:close/>
                <a:moveTo>
                  <a:pt x="14804" y="767"/>
                </a:moveTo>
                <a:lnTo>
                  <a:pt x="767" y="14804"/>
                </a:lnTo>
                <a:cubicBezTo>
                  <a:pt x="807" y="14905"/>
                  <a:pt x="851" y="15004"/>
                  <a:pt x="894" y="15104"/>
                </a:cubicBezTo>
                <a:lnTo>
                  <a:pt x="15104" y="895"/>
                </a:lnTo>
                <a:cubicBezTo>
                  <a:pt x="15004" y="852"/>
                  <a:pt x="14905" y="807"/>
                  <a:pt x="14804" y="767"/>
                </a:cubicBezTo>
                <a:close/>
                <a:moveTo>
                  <a:pt x="6411" y="932"/>
                </a:moveTo>
                <a:cubicBezTo>
                  <a:pt x="6118" y="1062"/>
                  <a:pt x="5831" y="1206"/>
                  <a:pt x="5549" y="1363"/>
                </a:cubicBezTo>
                <a:lnTo>
                  <a:pt x="1362" y="5549"/>
                </a:lnTo>
                <a:cubicBezTo>
                  <a:pt x="1205" y="5832"/>
                  <a:pt x="1061" y="6119"/>
                  <a:pt x="931" y="6411"/>
                </a:cubicBezTo>
                <a:lnTo>
                  <a:pt x="6411" y="932"/>
                </a:lnTo>
                <a:close/>
                <a:moveTo>
                  <a:pt x="15470" y="1061"/>
                </a:moveTo>
                <a:lnTo>
                  <a:pt x="1060" y="15471"/>
                </a:lnTo>
                <a:cubicBezTo>
                  <a:pt x="1106" y="15567"/>
                  <a:pt x="1153" y="15664"/>
                  <a:pt x="1202" y="15759"/>
                </a:cubicBezTo>
                <a:lnTo>
                  <a:pt x="15759" y="1203"/>
                </a:lnTo>
                <a:cubicBezTo>
                  <a:pt x="15663" y="1153"/>
                  <a:pt x="15567" y="1107"/>
                  <a:pt x="15470" y="1061"/>
                </a:cubicBezTo>
                <a:close/>
                <a:moveTo>
                  <a:pt x="16103" y="1391"/>
                </a:moveTo>
                <a:lnTo>
                  <a:pt x="1391" y="16103"/>
                </a:lnTo>
                <a:cubicBezTo>
                  <a:pt x="1442" y="16194"/>
                  <a:pt x="1494" y="16285"/>
                  <a:pt x="1549" y="16375"/>
                </a:cubicBezTo>
                <a:lnTo>
                  <a:pt x="16375" y="1549"/>
                </a:lnTo>
                <a:cubicBezTo>
                  <a:pt x="16285" y="1495"/>
                  <a:pt x="16194" y="1442"/>
                  <a:pt x="16103" y="1391"/>
                </a:cubicBezTo>
                <a:close/>
                <a:moveTo>
                  <a:pt x="16703" y="1754"/>
                </a:moveTo>
                <a:lnTo>
                  <a:pt x="1753" y="16703"/>
                </a:lnTo>
                <a:cubicBezTo>
                  <a:pt x="1809" y="16788"/>
                  <a:pt x="1869" y="16872"/>
                  <a:pt x="1928" y="16956"/>
                </a:cubicBezTo>
                <a:lnTo>
                  <a:pt x="16956" y="1928"/>
                </a:lnTo>
                <a:cubicBezTo>
                  <a:pt x="16872" y="1869"/>
                  <a:pt x="16788" y="1810"/>
                  <a:pt x="16703" y="1754"/>
                </a:cubicBezTo>
                <a:close/>
                <a:moveTo>
                  <a:pt x="17267" y="2151"/>
                </a:moveTo>
                <a:lnTo>
                  <a:pt x="2151" y="17267"/>
                </a:lnTo>
                <a:cubicBezTo>
                  <a:pt x="2212" y="17349"/>
                  <a:pt x="2274" y="17430"/>
                  <a:pt x="2338" y="17510"/>
                </a:cubicBezTo>
                <a:lnTo>
                  <a:pt x="17510" y="2338"/>
                </a:lnTo>
                <a:cubicBezTo>
                  <a:pt x="17430" y="2275"/>
                  <a:pt x="17349" y="2212"/>
                  <a:pt x="17267" y="2151"/>
                </a:cubicBezTo>
                <a:close/>
                <a:moveTo>
                  <a:pt x="3805" y="2574"/>
                </a:moveTo>
                <a:cubicBezTo>
                  <a:pt x="3586" y="2761"/>
                  <a:pt x="3370" y="2956"/>
                  <a:pt x="3163" y="3163"/>
                </a:cubicBezTo>
                <a:cubicBezTo>
                  <a:pt x="2955" y="3371"/>
                  <a:pt x="2761" y="3586"/>
                  <a:pt x="2574" y="3806"/>
                </a:cubicBezTo>
                <a:lnTo>
                  <a:pt x="3805" y="2574"/>
                </a:lnTo>
                <a:close/>
                <a:moveTo>
                  <a:pt x="17801" y="2579"/>
                </a:moveTo>
                <a:lnTo>
                  <a:pt x="2579" y="17801"/>
                </a:lnTo>
                <a:cubicBezTo>
                  <a:pt x="2645" y="17878"/>
                  <a:pt x="2709" y="17957"/>
                  <a:pt x="2777" y="18032"/>
                </a:cubicBezTo>
                <a:lnTo>
                  <a:pt x="18032" y="2777"/>
                </a:lnTo>
                <a:cubicBezTo>
                  <a:pt x="17957" y="2709"/>
                  <a:pt x="17878" y="2645"/>
                  <a:pt x="17801" y="2579"/>
                </a:cubicBezTo>
                <a:close/>
                <a:moveTo>
                  <a:pt x="18304" y="3036"/>
                </a:moveTo>
                <a:lnTo>
                  <a:pt x="3036" y="18304"/>
                </a:lnTo>
                <a:cubicBezTo>
                  <a:pt x="3079" y="18349"/>
                  <a:pt x="3119" y="18394"/>
                  <a:pt x="3163" y="18438"/>
                </a:cubicBezTo>
                <a:cubicBezTo>
                  <a:pt x="3191" y="18466"/>
                  <a:pt x="3222" y="18492"/>
                  <a:pt x="3250" y="18521"/>
                </a:cubicBezTo>
                <a:lnTo>
                  <a:pt x="18521" y="3251"/>
                </a:lnTo>
                <a:cubicBezTo>
                  <a:pt x="18492" y="3222"/>
                  <a:pt x="18466" y="3192"/>
                  <a:pt x="18438" y="3163"/>
                </a:cubicBezTo>
                <a:cubicBezTo>
                  <a:pt x="18394" y="3119"/>
                  <a:pt x="18348" y="3079"/>
                  <a:pt x="18304" y="3036"/>
                </a:cubicBezTo>
                <a:close/>
                <a:moveTo>
                  <a:pt x="18781" y="3523"/>
                </a:moveTo>
                <a:lnTo>
                  <a:pt x="3522" y="18781"/>
                </a:lnTo>
                <a:cubicBezTo>
                  <a:pt x="3598" y="18850"/>
                  <a:pt x="3676" y="18915"/>
                  <a:pt x="3753" y="18982"/>
                </a:cubicBezTo>
                <a:lnTo>
                  <a:pt x="18982" y="3753"/>
                </a:lnTo>
                <a:cubicBezTo>
                  <a:pt x="18915" y="3676"/>
                  <a:pt x="18850" y="3598"/>
                  <a:pt x="18781" y="3523"/>
                </a:cubicBezTo>
                <a:close/>
                <a:moveTo>
                  <a:pt x="19224" y="4041"/>
                </a:moveTo>
                <a:lnTo>
                  <a:pt x="4041" y="19224"/>
                </a:lnTo>
                <a:cubicBezTo>
                  <a:pt x="4121" y="19289"/>
                  <a:pt x="4202" y="19350"/>
                  <a:pt x="4283" y="19412"/>
                </a:cubicBezTo>
                <a:lnTo>
                  <a:pt x="19412" y="4283"/>
                </a:lnTo>
                <a:cubicBezTo>
                  <a:pt x="19350" y="4202"/>
                  <a:pt x="19289" y="4121"/>
                  <a:pt x="19224" y="4041"/>
                </a:cubicBezTo>
                <a:close/>
                <a:moveTo>
                  <a:pt x="19637" y="4591"/>
                </a:moveTo>
                <a:lnTo>
                  <a:pt x="4591" y="19637"/>
                </a:lnTo>
                <a:cubicBezTo>
                  <a:pt x="4675" y="19696"/>
                  <a:pt x="4758" y="19757"/>
                  <a:pt x="4843" y="19813"/>
                </a:cubicBezTo>
                <a:lnTo>
                  <a:pt x="19813" y="4844"/>
                </a:lnTo>
                <a:cubicBezTo>
                  <a:pt x="19757" y="4758"/>
                  <a:pt x="19696" y="4675"/>
                  <a:pt x="19637" y="4591"/>
                </a:cubicBezTo>
                <a:close/>
                <a:moveTo>
                  <a:pt x="20019" y="5172"/>
                </a:moveTo>
                <a:lnTo>
                  <a:pt x="5172" y="20019"/>
                </a:lnTo>
                <a:cubicBezTo>
                  <a:pt x="5261" y="20073"/>
                  <a:pt x="5351" y="20126"/>
                  <a:pt x="5441" y="20178"/>
                </a:cubicBezTo>
                <a:lnTo>
                  <a:pt x="20178" y="5441"/>
                </a:lnTo>
                <a:cubicBezTo>
                  <a:pt x="20126" y="5351"/>
                  <a:pt x="20073" y="5261"/>
                  <a:pt x="20019" y="5172"/>
                </a:cubicBezTo>
                <a:close/>
                <a:moveTo>
                  <a:pt x="20369" y="5782"/>
                </a:moveTo>
                <a:lnTo>
                  <a:pt x="5782" y="20369"/>
                </a:lnTo>
                <a:cubicBezTo>
                  <a:pt x="5877" y="20419"/>
                  <a:pt x="5974" y="20463"/>
                  <a:pt x="6071" y="20510"/>
                </a:cubicBezTo>
                <a:lnTo>
                  <a:pt x="20510" y="6071"/>
                </a:lnTo>
                <a:cubicBezTo>
                  <a:pt x="20463" y="5975"/>
                  <a:pt x="20419" y="5878"/>
                  <a:pt x="20369" y="5782"/>
                </a:cubicBezTo>
                <a:close/>
                <a:moveTo>
                  <a:pt x="20679" y="6434"/>
                </a:moveTo>
                <a:lnTo>
                  <a:pt x="6434" y="20679"/>
                </a:lnTo>
                <a:cubicBezTo>
                  <a:pt x="6534" y="20723"/>
                  <a:pt x="6633" y="20769"/>
                  <a:pt x="6734" y="20809"/>
                </a:cubicBezTo>
                <a:lnTo>
                  <a:pt x="20809" y="6735"/>
                </a:lnTo>
                <a:cubicBezTo>
                  <a:pt x="20769" y="6634"/>
                  <a:pt x="20723" y="6534"/>
                  <a:pt x="20679" y="6434"/>
                </a:cubicBezTo>
                <a:close/>
                <a:moveTo>
                  <a:pt x="20956" y="7121"/>
                </a:moveTo>
                <a:lnTo>
                  <a:pt x="7120" y="20956"/>
                </a:lnTo>
                <a:cubicBezTo>
                  <a:pt x="7226" y="20994"/>
                  <a:pt x="7333" y="21030"/>
                  <a:pt x="7439" y="21065"/>
                </a:cubicBezTo>
                <a:lnTo>
                  <a:pt x="21065" y="7439"/>
                </a:lnTo>
                <a:cubicBezTo>
                  <a:pt x="21030" y="7333"/>
                  <a:pt x="20994" y="7226"/>
                  <a:pt x="20956" y="7121"/>
                </a:cubicBezTo>
                <a:close/>
                <a:moveTo>
                  <a:pt x="21190" y="7848"/>
                </a:moveTo>
                <a:lnTo>
                  <a:pt x="7848" y="21190"/>
                </a:lnTo>
                <a:cubicBezTo>
                  <a:pt x="7960" y="21221"/>
                  <a:pt x="8073" y="21252"/>
                  <a:pt x="8186" y="21280"/>
                </a:cubicBezTo>
                <a:lnTo>
                  <a:pt x="21280" y="8186"/>
                </a:lnTo>
                <a:cubicBezTo>
                  <a:pt x="21252" y="8073"/>
                  <a:pt x="21221" y="7960"/>
                  <a:pt x="21190" y="7848"/>
                </a:cubicBezTo>
                <a:close/>
                <a:moveTo>
                  <a:pt x="21378" y="8623"/>
                </a:moveTo>
                <a:lnTo>
                  <a:pt x="8623" y="21378"/>
                </a:lnTo>
                <a:cubicBezTo>
                  <a:pt x="8743" y="21402"/>
                  <a:pt x="8863" y="21424"/>
                  <a:pt x="8984" y="21445"/>
                </a:cubicBezTo>
                <a:lnTo>
                  <a:pt x="21445" y="8984"/>
                </a:lnTo>
                <a:cubicBezTo>
                  <a:pt x="21424" y="8864"/>
                  <a:pt x="21402" y="8743"/>
                  <a:pt x="21378" y="8623"/>
                </a:cubicBezTo>
                <a:close/>
                <a:moveTo>
                  <a:pt x="21514" y="9448"/>
                </a:moveTo>
                <a:lnTo>
                  <a:pt x="9447" y="21514"/>
                </a:lnTo>
                <a:cubicBezTo>
                  <a:pt x="9576" y="21530"/>
                  <a:pt x="9704" y="21546"/>
                  <a:pt x="9833" y="21557"/>
                </a:cubicBezTo>
                <a:lnTo>
                  <a:pt x="21557" y="9834"/>
                </a:lnTo>
                <a:cubicBezTo>
                  <a:pt x="21546" y="9705"/>
                  <a:pt x="21530" y="9576"/>
                  <a:pt x="21514" y="9448"/>
                </a:cubicBezTo>
                <a:close/>
                <a:moveTo>
                  <a:pt x="21590" y="10333"/>
                </a:moveTo>
                <a:lnTo>
                  <a:pt x="10332" y="21590"/>
                </a:lnTo>
                <a:cubicBezTo>
                  <a:pt x="10473" y="21596"/>
                  <a:pt x="10613" y="21599"/>
                  <a:pt x="10753" y="21600"/>
                </a:cubicBezTo>
                <a:lnTo>
                  <a:pt x="21600" y="10754"/>
                </a:lnTo>
                <a:cubicBezTo>
                  <a:pt x="21599" y="10613"/>
                  <a:pt x="21596" y="10473"/>
                  <a:pt x="21590" y="10333"/>
                </a:cubicBezTo>
                <a:close/>
                <a:moveTo>
                  <a:pt x="21590" y="11296"/>
                </a:moveTo>
                <a:lnTo>
                  <a:pt x="11295" y="21590"/>
                </a:lnTo>
                <a:cubicBezTo>
                  <a:pt x="11449" y="21583"/>
                  <a:pt x="11603" y="21572"/>
                  <a:pt x="11757" y="21558"/>
                </a:cubicBezTo>
                <a:lnTo>
                  <a:pt x="21558" y="11757"/>
                </a:lnTo>
                <a:cubicBezTo>
                  <a:pt x="21572" y="11603"/>
                  <a:pt x="21583" y="11450"/>
                  <a:pt x="21590" y="11296"/>
                </a:cubicBezTo>
                <a:close/>
                <a:moveTo>
                  <a:pt x="21489" y="12358"/>
                </a:moveTo>
                <a:lnTo>
                  <a:pt x="12358" y="21489"/>
                </a:lnTo>
                <a:cubicBezTo>
                  <a:pt x="12531" y="21464"/>
                  <a:pt x="12703" y="21434"/>
                  <a:pt x="12876" y="21400"/>
                </a:cubicBezTo>
                <a:lnTo>
                  <a:pt x="21400" y="12876"/>
                </a:lnTo>
                <a:cubicBezTo>
                  <a:pt x="21434" y="12704"/>
                  <a:pt x="21464" y="12531"/>
                  <a:pt x="21489" y="12358"/>
                </a:cubicBezTo>
                <a:close/>
                <a:moveTo>
                  <a:pt x="21239" y="13569"/>
                </a:moveTo>
                <a:lnTo>
                  <a:pt x="13569" y="21239"/>
                </a:lnTo>
                <a:cubicBezTo>
                  <a:pt x="13774" y="21185"/>
                  <a:pt x="13978" y="21125"/>
                  <a:pt x="14181" y="21058"/>
                </a:cubicBezTo>
                <a:lnTo>
                  <a:pt x="21058" y="14181"/>
                </a:lnTo>
                <a:cubicBezTo>
                  <a:pt x="21125" y="13978"/>
                  <a:pt x="21185" y="13774"/>
                  <a:pt x="21239" y="13569"/>
                </a:cubicBezTo>
                <a:close/>
                <a:moveTo>
                  <a:pt x="20736" y="15035"/>
                </a:moveTo>
                <a:lnTo>
                  <a:pt x="15035" y="20736"/>
                </a:lnTo>
                <a:cubicBezTo>
                  <a:pt x="15310" y="20619"/>
                  <a:pt x="15581" y="20493"/>
                  <a:pt x="15848" y="20352"/>
                </a:cubicBezTo>
                <a:lnTo>
                  <a:pt x="20352" y="15848"/>
                </a:lnTo>
                <a:cubicBezTo>
                  <a:pt x="20493" y="15581"/>
                  <a:pt x="20619" y="15310"/>
                  <a:pt x="20736" y="15035"/>
                </a:cubicBezTo>
                <a:close/>
                <a:moveTo>
                  <a:pt x="19400" y="17332"/>
                </a:moveTo>
                <a:lnTo>
                  <a:pt x="17332" y="19400"/>
                </a:lnTo>
                <a:cubicBezTo>
                  <a:pt x="17716" y="19108"/>
                  <a:pt x="18087" y="18789"/>
                  <a:pt x="18438" y="18438"/>
                </a:cubicBezTo>
                <a:cubicBezTo>
                  <a:pt x="18788" y="18087"/>
                  <a:pt x="19107" y="17716"/>
                  <a:pt x="19400" y="17332"/>
                </a:cubicBezTo>
                <a:close/>
              </a:path>
            </a:pathLst>
          </a:custGeom>
          <a:solidFill>
            <a:schemeClr val="accent4"/>
          </a:solidFill>
          <a:ln w="12700">
            <a:miter lim="400000"/>
          </a:ln>
        </p:spPr>
        <p:txBody>
          <a:bodyPr lIns="0" tIns="0" rIns="0" bIns="0" anchor="ctr"/>
          <a:lstStyle/>
          <a:p>
            <a:pPr marL="0" marR="0" lvl="0" indent="0" algn="ctr" defTabSz="8255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 kumimoji="0" sz="32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Helvetica Neue Medium"/>
              <a:sym typeface="Helvetica Neue Medium"/>
            </a:endParaRPr>
          </a:p>
        </p:txBody>
      </p:sp>
      <p:sp>
        <p:nvSpPr>
          <p:cNvPr id="237" name="Shape">
            <a:extLst>
              <a:ext uri="{FF2B5EF4-FFF2-40B4-BE49-F238E27FC236}">
                <a16:creationId xmlns:a16="http://schemas.microsoft.com/office/drawing/2014/main" id="{0CCF53D7-81F6-B2DA-7F87-F6882C5CDCA8}"/>
              </a:ext>
            </a:extLst>
          </p:cNvPr>
          <p:cNvSpPr/>
          <p:nvPr/>
        </p:nvSpPr>
        <p:spPr>
          <a:xfrm>
            <a:off x="5513585" y="9836851"/>
            <a:ext cx="2709536" cy="270965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800" y="0"/>
                </a:moveTo>
                <a:cubicBezTo>
                  <a:pt x="10787" y="0"/>
                  <a:pt x="10773" y="1"/>
                  <a:pt x="10759" y="1"/>
                </a:cubicBezTo>
                <a:lnTo>
                  <a:pt x="1" y="10760"/>
                </a:lnTo>
                <a:cubicBezTo>
                  <a:pt x="0" y="10900"/>
                  <a:pt x="3" y="11040"/>
                  <a:pt x="8" y="11181"/>
                </a:cubicBezTo>
                <a:lnTo>
                  <a:pt x="11180" y="9"/>
                </a:lnTo>
                <a:cubicBezTo>
                  <a:pt x="11054" y="4"/>
                  <a:pt x="10927" y="0"/>
                  <a:pt x="10800" y="0"/>
                </a:cubicBezTo>
                <a:close/>
                <a:moveTo>
                  <a:pt x="10211" y="17"/>
                </a:moveTo>
                <a:cubicBezTo>
                  <a:pt x="10057" y="25"/>
                  <a:pt x="9903" y="36"/>
                  <a:pt x="9748" y="51"/>
                </a:cubicBezTo>
                <a:lnTo>
                  <a:pt x="50" y="9749"/>
                </a:lnTo>
                <a:cubicBezTo>
                  <a:pt x="35" y="9903"/>
                  <a:pt x="25" y="10057"/>
                  <a:pt x="16" y="10212"/>
                </a:cubicBezTo>
                <a:lnTo>
                  <a:pt x="10211" y="17"/>
                </a:lnTo>
                <a:close/>
                <a:moveTo>
                  <a:pt x="11683" y="38"/>
                </a:moveTo>
                <a:lnTo>
                  <a:pt x="38" y="11684"/>
                </a:lnTo>
                <a:cubicBezTo>
                  <a:pt x="48" y="11814"/>
                  <a:pt x="62" y="11944"/>
                  <a:pt x="78" y="12075"/>
                </a:cubicBezTo>
                <a:lnTo>
                  <a:pt x="12074" y="78"/>
                </a:lnTo>
                <a:cubicBezTo>
                  <a:pt x="11944" y="63"/>
                  <a:pt x="11814" y="49"/>
                  <a:pt x="11683" y="38"/>
                </a:cubicBezTo>
                <a:close/>
                <a:moveTo>
                  <a:pt x="9136" y="131"/>
                </a:moveTo>
                <a:cubicBezTo>
                  <a:pt x="8960" y="158"/>
                  <a:pt x="8786" y="190"/>
                  <a:pt x="8611" y="226"/>
                </a:cubicBezTo>
                <a:lnTo>
                  <a:pt x="226" y="8611"/>
                </a:lnTo>
                <a:cubicBezTo>
                  <a:pt x="190" y="8786"/>
                  <a:pt x="157" y="8961"/>
                  <a:pt x="130" y="9137"/>
                </a:cubicBezTo>
                <a:lnTo>
                  <a:pt x="9136" y="131"/>
                </a:lnTo>
                <a:close/>
                <a:moveTo>
                  <a:pt x="12541" y="143"/>
                </a:moveTo>
                <a:lnTo>
                  <a:pt x="143" y="12541"/>
                </a:lnTo>
                <a:cubicBezTo>
                  <a:pt x="163" y="12663"/>
                  <a:pt x="183" y="12785"/>
                  <a:pt x="207" y="12906"/>
                </a:cubicBezTo>
                <a:lnTo>
                  <a:pt x="12906" y="208"/>
                </a:lnTo>
                <a:cubicBezTo>
                  <a:pt x="12785" y="184"/>
                  <a:pt x="12663" y="163"/>
                  <a:pt x="12541" y="143"/>
                </a:cubicBezTo>
                <a:close/>
                <a:moveTo>
                  <a:pt x="13343" y="303"/>
                </a:moveTo>
                <a:lnTo>
                  <a:pt x="303" y="13343"/>
                </a:lnTo>
                <a:cubicBezTo>
                  <a:pt x="330" y="13456"/>
                  <a:pt x="361" y="13569"/>
                  <a:pt x="392" y="13682"/>
                </a:cubicBezTo>
                <a:lnTo>
                  <a:pt x="13682" y="393"/>
                </a:lnTo>
                <a:cubicBezTo>
                  <a:pt x="13569" y="362"/>
                  <a:pt x="13456" y="331"/>
                  <a:pt x="13343" y="303"/>
                </a:cubicBezTo>
                <a:close/>
                <a:moveTo>
                  <a:pt x="7909" y="395"/>
                </a:moveTo>
                <a:cubicBezTo>
                  <a:pt x="7701" y="452"/>
                  <a:pt x="7495" y="515"/>
                  <a:pt x="7290" y="585"/>
                </a:cubicBezTo>
                <a:lnTo>
                  <a:pt x="584" y="7290"/>
                </a:lnTo>
                <a:cubicBezTo>
                  <a:pt x="514" y="7495"/>
                  <a:pt x="452" y="7702"/>
                  <a:pt x="394" y="7909"/>
                </a:cubicBezTo>
                <a:lnTo>
                  <a:pt x="7909" y="395"/>
                </a:lnTo>
                <a:close/>
                <a:moveTo>
                  <a:pt x="14094" y="515"/>
                </a:moveTo>
                <a:lnTo>
                  <a:pt x="514" y="14094"/>
                </a:lnTo>
                <a:cubicBezTo>
                  <a:pt x="549" y="14202"/>
                  <a:pt x="583" y="14310"/>
                  <a:pt x="620" y="14417"/>
                </a:cubicBezTo>
                <a:lnTo>
                  <a:pt x="14417" y="621"/>
                </a:lnTo>
                <a:cubicBezTo>
                  <a:pt x="14310" y="583"/>
                  <a:pt x="14202" y="549"/>
                  <a:pt x="14094" y="515"/>
                </a:cubicBezTo>
                <a:close/>
                <a:moveTo>
                  <a:pt x="14804" y="767"/>
                </a:moveTo>
                <a:lnTo>
                  <a:pt x="767" y="14804"/>
                </a:lnTo>
                <a:cubicBezTo>
                  <a:pt x="807" y="14905"/>
                  <a:pt x="851" y="15004"/>
                  <a:pt x="894" y="15104"/>
                </a:cubicBezTo>
                <a:lnTo>
                  <a:pt x="15104" y="895"/>
                </a:lnTo>
                <a:cubicBezTo>
                  <a:pt x="15004" y="852"/>
                  <a:pt x="14905" y="807"/>
                  <a:pt x="14804" y="767"/>
                </a:cubicBezTo>
                <a:close/>
                <a:moveTo>
                  <a:pt x="6411" y="932"/>
                </a:moveTo>
                <a:cubicBezTo>
                  <a:pt x="6118" y="1062"/>
                  <a:pt x="5831" y="1206"/>
                  <a:pt x="5549" y="1363"/>
                </a:cubicBezTo>
                <a:lnTo>
                  <a:pt x="1362" y="5549"/>
                </a:lnTo>
                <a:cubicBezTo>
                  <a:pt x="1205" y="5832"/>
                  <a:pt x="1061" y="6119"/>
                  <a:pt x="931" y="6411"/>
                </a:cubicBezTo>
                <a:lnTo>
                  <a:pt x="6411" y="932"/>
                </a:lnTo>
                <a:close/>
                <a:moveTo>
                  <a:pt x="15470" y="1061"/>
                </a:moveTo>
                <a:lnTo>
                  <a:pt x="1060" y="15471"/>
                </a:lnTo>
                <a:cubicBezTo>
                  <a:pt x="1106" y="15567"/>
                  <a:pt x="1153" y="15664"/>
                  <a:pt x="1202" y="15759"/>
                </a:cubicBezTo>
                <a:lnTo>
                  <a:pt x="15759" y="1203"/>
                </a:lnTo>
                <a:cubicBezTo>
                  <a:pt x="15663" y="1153"/>
                  <a:pt x="15567" y="1107"/>
                  <a:pt x="15470" y="1061"/>
                </a:cubicBezTo>
                <a:close/>
                <a:moveTo>
                  <a:pt x="16103" y="1391"/>
                </a:moveTo>
                <a:lnTo>
                  <a:pt x="1391" y="16103"/>
                </a:lnTo>
                <a:cubicBezTo>
                  <a:pt x="1442" y="16194"/>
                  <a:pt x="1494" y="16285"/>
                  <a:pt x="1548" y="16375"/>
                </a:cubicBezTo>
                <a:lnTo>
                  <a:pt x="16375" y="1549"/>
                </a:lnTo>
                <a:cubicBezTo>
                  <a:pt x="16285" y="1495"/>
                  <a:pt x="16194" y="1442"/>
                  <a:pt x="16103" y="1391"/>
                </a:cubicBezTo>
                <a:close/>
                <a:moveTo>
                  <a:pt x="16703" y="1754"/>
                </a:moveTo>
                <a:lnTo>
                  <a:pt x="1753" y="16703"/>
                </a:lnTo>
                <a:cubicBezTo>
                  <a:pt x="1809" y="16788"/>
                  <a:pt x="1869" y="16872"/>
                  <a:pt x="1928" y="16956"/>
                </a:cubicBezTo>
                <a:lnTo>
                  <a:pt x="16956" y="1928"/>
                </a:lnTo>
                <a:cubicBezTo>
                  <a:pt x="16872" y="1869"/>
                  <a:pt x="16788" y="1810"/>
                  <a:pt x="16703" y="1754"/>
                </a:cubicBezTo>
                <a:close/>
                <a:moveTo>
                  <a:pt x="17267" y="2151"/>
                </a:moveTo>
                <a:lnTo>
                  <a:pt x="2151" y="17267"/>
                </a:lnTo>
                <a:cubicBezTo>
                  <a:pt x="2212" y="17349"/>
                  <a:pt x="2274" y="17430"/>
                  <a:pt x="2338" y="17510"/>
                </a:cubicBezTo>
                <a:lnTo>
                  <a:pt x="17510" y="2338"/>
                </a:lnTo>
                <a:cubicBezTo>
                  <a:pt x="17430" y="2275"/>
                  <a:pt x="17349" y="2212"/>
                  <a:pt x="17267" y="2151"/>
                </a:cubicBezTo>
                <a:close/>
                <a:moveTo>
                  <a:pt x="3805" y="2574"/>
                </a:moveTo>
                <a:cubicBezTo>
                  <a:pt x="3586" y="2761"/>
                  <a:pt x="3370" y="2956"/>
                  <a:pt x="3163" y="3163"/>
                </a:cubicBezTo>
                <a:cubicBezTo>
                  <a:pt x="2955" y="3371"/>
                  <a:pt x="2761" y="3586"/>
                  <a:pt x="2574" y="3806"/>
                </a:cubicBezTo>
                <a:lnTo>
                  <a:pt x="3805" y="2574"/>
                </a:lnTo>
                <a:close/>
                <a:moveTo>
                  <a:pt x="17801" y="2579"/>
                </a:moveTo>
                <a:lnTo>
                  <a:pt x="2579" y="17801"/>
                </a:lnTo>
                <a:cubicBezTo>
                  <a:pt x="2645" y="17878"/>
                  <a:pt x="2709" y="17957"/>
                  <a:pt x="2777" y="18032"/>
                </a:cubicBezTo>
                <a:lnTo>
                  <a:pt x="18032" y="2777"/>
                </a:lnTo>
                <a:cubicBezTo>
                  <a:pt x="17957" y="2709"/>
                  <a:pt x="17878" y="2645"/>
                  <a:pt x="17801" y="2579"/>
                </a:cubicBezTo>
                <a:close/>
                <a:moveTo>
                  <a:pt x="18304" y="3036"/>
                </a:moveTo>
                <a:lnTo>
                  <a:pt x="3036" y="18304"/>
                </a:lnTo>
                <a:cubicBezTo>
                  <a:pt x="3079" y="18349"/>
                  <a:pt x="3119" y="18394"/>
                  <a:pt x="3163" y="18438"/>
                </a:cubicBezTo>
                <a:cubicBezTo>
                  <a:pt x="3191" y="18466"/>
                  <a:pt x="3222" y="18492"/>
                  <a:pt x="3250" y="18521"/>
                </a:cubicBezTo>
                <a:lnTo>
                  <a:pt x="18521" y="3251"/>
                </a:lnTo>
                <a:cubicBezTo>
                  <a:pt x="18492" y="3222"/>
                  <a:pt x="18466" y="3192"/>
                  <a:pt x="18438" y="3163"/>
                </a:cubicBezTo>
                <a:cubicBezTo>
                  <a:pt x="18394" y="3119"/>
                  <a:pt x="18348" y="3079"/>
                  <a:pt x="18304" y="3036"/>
                </a:cubicBezTo>
                <a:close/>
                <a:moveTo>
                  <a:pt x="18781" y="3523"/>
                </a:moveTo>
                <a:lnTo>
                  <a:pt x="3522" y="18781"/>
                </a:lnTo>
                <a:cubicBezTo>
                  <a:pt x="3598" y="18850"/>
                  <a:pt x="3676" y="18915"/>
                  <a:pt x="3753" y="18982"/>
                </a:cubicBezTo>
                <a:lnTo>
                  <a:pt x="18982" y="3753"/>
                </a:lnTo>
                <a:cubicBezTo>
                  <a:pt x="18915" y="3676"/>
                  <a:pt x="18850" y="3598"/>
                  <a:pt x="18781" y="3523"/>
                </a:cubicBezTo>
                <a:close/>
                <a:moveTo>
                  <a:pt x="19224" y="4041"/>
                </a:moveTo>
                <a:lnTo>
                  <a:pt x="4041" y="19224"/>
                </a:lnTo>
                <a:cubicBezTo>
                  <a:pt x="4121" y="19289"/>
                  <a:pt x="4202" y="19350"/>
                  <a:pt x="4283" y="19412"/>
                </a:cubicBezTo>
                <a:lnTo>
                  <a:pt x="19412" y="4283"/>
                </a:lnTo>
                <a:cubicBezTo>
                  <a:pt x="19350" y="4202"/>
                  <a:pt x="19289" y="4121"/>
                  <a:pt x="19224" y="4041"/>
                </a:cubicBezTo>
                <a:close/>
                <a:moveTo>
                  <a:pt x="19637" y="4591"/>
                </a:moveTo>
                <a:lnTo>
                  <a:pt x="4591" y="19637"/>
                </a:lnTo>
                <a:cubicBezTo>
                  <a:pt x="4675" y="19696"/>
                  <a:pt x="4758" y="19757"/>
                  <a:pt x="4843" y="19813"/>
                </a:cubicBezTo>
                <a:lnTo>
                  <a:pt x="19813" y="4844"/>
                </a:lnTo>
                <a:cubicBezTo>
                  <a:pt x="19757" y="4758"/>
                  <a:pt x="19696" y="4675"/>
                  <a:pt x="19637" y="4591"/>
                </a:cubicBezTo>
                <a:close/>
                <a:moveTo>
                  <a:pt x="20019" y="5172"/>
                </a:moveTo>
                <a:lnTo>
                  <a:pt x="5172" y="20019"/>
                </a:lnTo>
                <a:cubicBezTo>
                  <a:pt x="5261" y="20073"/>
                  <a:pt x="5351" y="20126"/>
                  <a:pt x="5441" y="20178"/>
                </a:cubicBezTo>
                <a:lnTo>
                  <a:pt x="20178" y="5441"/>
                </a:lnTo>
                <a:cubicBezTo>
                  <a:pt x="20126" y="5351"/>
                  <a:pt x="20073" y="5261"/>
                  <a:pt x="20019" y="5172"/>
                </a:cubicBezTo>
                <a:close/>
                <a:moveTo>
                  <a:pt x="20369" y="5782"/>
                </a:moveTo>
                <a:lnTo>
                  <a:pt x="5782" y="20369"/>
                </a:lnTo>
                <a:cubicBezTo>
                  <a:pt x="5877" y="20419"/>
                  <a:pt x="5974" y="20463"/>
                  <a:pt x="6071" y="20510"/>
                </a:cubicBezTo>
                <a:lnTo>
                  <a:pt x="20510" y="6071"/>
                </a:lnTo>
                <a:cubicBezTo>
                  <a:pt x="20463" y="5975"/>
                  <a:pt x="20419" y="5878"/>
                  <a:pt x="20369" y="5782"/>
                </a:cubicBezTo>
                <a:close/>
                <a:moveTo>
                  <a:pt x="20679" y="6434"/>
                </a:moveTo>
                <a:lnTo>
                  <a:pt x="6434" y="20679"/>
                </a:lnTo>
                <a:cubicBezTo>
                  <a:pt x="6534" y="20723"/>
                  <a:pt x="6633" y="20769"/>
                  <a:pt x="6734" y="20809"/>
                </a:cubicBezTo>
                <a:lnTo>
                  <a:pt x="20809" y="6735"/>
                </a:lnTo>
                <a:cubicBezTo>
                  <a:pt x="20769" y="6634"/>
                  <a:pt x="20723" y="6534"/>
                  <a:pt x="20679" y="6434"/>
                </a:cubicBezTo>
                <a:close/>
                <a:moveTo>
                  <a:pt x="20956" y="7121"/>
                </a:moveTo>
                <a:lnTo>
                  <a:pt x="7120" y="20956"/>
                </a:lnTo>
                <a:cubicBezTo>
                  <a:pt x="7226" y="20994"/>
                  <a:pt x="7333" y="21030"/>
                  <a:pt x="7439" y="21065"/>
                </a:cubicBezTo>
                <a:lnTo>
                  <a:pt x="21065" y="7439"/>
                </a:lnTo>
                <a:cubicBezTo>
                  <a:pt x="21030" y="7333"/>
                  <a:pt x="20994" y="7226"/>
                  <a:pt x="20956" y="7121"/>
                </a:cubicBezTo>
                <a:close/>
                <a:moveTo>
                  <a:pt x="21190" y="7848"/>
                </a:moveTo>
                <a:lnTo>
                  <a:pt x="7848" y="21190"/>
                </a:lnTo>
                <a:cubicBezTo>
                  <a:pt x="7960" y="21221"/>
                  <a:pt x="8073" y="21252"/>
                  <a:pt x="8186" y="21280"/>
                </a:cubicBezTo>
                <a:lnTo>
                  <a:pt x="21280" y="8186"/>
                </a:lnTo>
                <a:cubicBezTo>
                  <a:pt x="21252" y="8073"/>
                  <a:pt x="21221" y="7960"/>
                  <a:pt x="21190" y="7848"/>
                </a:cubicBezTo>
                <a:close/>
                <a:moveTo>
                  <a:pt x="21378" y="8623"/>
                </a:moveTo>
                <a:lnTo>
                  <a:pt x="8623" y="21378"/>
                </a:lnTo>
                <a:cubicBezTo>
                  <a:pt x="8743" y="21402"/>
                  <a:pt x="8863" y="21424"/>
                  <a:pt x="8984" y="21445"/>
                </a:cubicBezTo>
                <a:lnTo>
                  <a:pt x="21445" y="8984"/>
                </a:lnTo>
                <a:cubicBezTo>
                  <a:pt x="21424" y="8864"/>
                  <a:pt x="21402" y="8743"/>
                  <a:pt x="21378" y="8623"/>
                </a:cubicBezTo>
                <a:close/>
                <a:moveTo>
                  <a:pt x="21514" y="9448"/>
                </a:moveTo>
                <a:lnTo>
                  <a:pt x="9447" y="21514"/>
                </a:lnTo>
                <a:cubicBezTo>
                  <a:pt x="9576" y="21530"/>
                  <a:pt x="9704" y="21546"/>
                  <a:pt x="9833" y="21557"/>
                </a:cubicBezTo>
                <a:lnTo>
                  <a:pt x="21557" y="9834"/>
                </a:lnTo>
                <a:cubicBezTo>
                  <a:pt x="21546" y="9705"/>
                  <a:pt x="21530" y="9576"/>
                  <a:pt x="21514" y="9448"/>
                </a:cubicBezTo>
                <a:close/>
                <a:moveTo>
                  <a:pt x="21590" y="10333"/>
                </a:moveTo>
                <a:lnTo>
                  <a:pt x="10332" y="21590"/>
                </a:lnTo>
                <a:cubicBezTo>
                  <a:pt x="10473" y="21596"/>
                  <a:pt x="10613" y="21599"/>
                  <a:pt x="10753" y="21600"/>
                </a:cubicBezTo>
                <a:lnTo>
                  <a:pt x="21600" y="10754"/>
                </a:lnTo>
                <a:cubicBezTo>
                  <a:pt x="21599" y="10613"/>
                  <a:pt x="21596" y="10473"/>
                  <a:pt x="21590" y="10333"/>
                </a:cubicBezTo>
                <a:close/>
                <a:moveTo>
                  <a:pt x="21590" y="11296"/>
                </a:moveTo>
                <a:lnTo>
                  <a:pt x="11295" y="21590"/>
                </a:lnTo>
                <a:cubicBezTo>
                  <a:pt x="11449" y="21583"/>
                  <a:pt x="11603" y="21572"/>
                  <a:pt x="11757" y="21558"/>
                </a:cubicBezTo>
                <a:lnTo>
                  <a:pt x="21558" y="11757"/>
                </a:lnTo>
                <a:cubicBezTo>
                  <a:pt x="21572" y="11603"/>
                  <a:pt x="21583" y="11450"/>
                  <a:pt x="21590" y="11296"/>
                </a:cubicBezTo>
                <a:close/>
                <a:moveTo>
                  <a:pt x="21489" y="12358"/>
                </a:moveTo>
                <a:lnTo>
                  <a:pt x="12358" y="21489"/>
                </a:lnTo>
                <a:cubicBezTo>
                  <a:pt x="12531" y="21464"/>
                  <a:pt x="12703" y="21434"/>
                  <a:pt x="12876" y="21400"/>
                </a:cubicBezTo>
                <a:lnTo>
                  <a:pt x="21400" y="12876"/>
                </a:lnTo>
                <a:cubicBezTo>
                  <a:pt x="21434" y="12704"/>
                  <a:pt x="21464" y="12531"/>
                  <a:pt x="21489" y="12358"/>
                </a:cubicBezTo>
                <a:close/>
                <a:moveTo>
                  <a:pt x="21239" y="13569"/>
                </a:moveTo>
                <a:lnTo>
                  <a:pt x="13569" y="21239"/>
                </a:lnTo>
                <a:cubicBezTo>
                  <a:pt x="13774" y="21185"/>
                  <a:pt x="13978" y="21125"/>
                  <a:pt x="14181" y="21058"/>
                </a:cubicBezTo>
                <a:lnTo>
                  <a:pt x="21058" y="14181"/>
                </a:lnTo>
                <a:cubicBezTo>
                  <a:pt x="21125" y="13978"/>
                  <a:pt x="21185" y="13774"/>
                  <a:pt x="21239" y="13569"/>
                </a:cubicBezTo>
                <a:close/>
                <a:moveTo>
                  <a:pt x="20736" y="15035"/>
                </a:moveTo>
                <a:lnTo>
                  <a:pt x="15035" y="20736"/>
                </a:lnTo>
                <a:cubicBezTo>
                  <a:pt x="15310" y="20619"/>
                  <a:pt x="15581" y="20493"/>
                  <a:pt x="15848" y="20352"/>
                </a:cubicBezTo>
                <a:lnTo>
                  <a:pt x="20352" y="15848"/>
                </a:lnTo>
                <a:cubicBezTo>
                  <a:pt x="20493" y="15581"/>
                  <a:pt x="20619" y="15310"/>
                  <a:pt x="20736" y="15035"/>
                </a:cubicBezTo>
                <a:close/>
                <a:moveTo>
                  <a:pt x="19400" y="17332"/>
                </a:moveTo>
                <a:lnTo>
                  <a:pt x="17332" y="19400"/>
                </a:lnTo>
                <a:cubicBezTo>
                  <a:pt x="17716" y="19108"/>
                  <a:pt x="18087" y="18789"/>
                  <a:pt x="18438" y="18438"/>
                </a:cubicBezTo>
                <a:cubicBezTo>
                  <a:pt x="18788" y="18087"/>
                  <a:pt x="19107" y="17716"/>
                  <a:pt x="19400" y="17332"/>
                </a:cubicBezTo>
                <a:close/>
              </a:path>
            </a:pathLst>
          </a:custGeom>
          <a:solidFill>
            <a:schemeClr val="accent4"/>
          </a:solidFill>
          <a:ln w="12700">
            <a:miter lim="400000"/>
          </a:ln>
        </p:spPr>
        <p:txBody>
          <a:bodyPr lIns="0" tIns="0" rIns="0" bIns="0" anchor="ctr"/>
          <a:lstStyle/>
          <a:p>
            <a:pPr marL="0" marR="0" lvl="0" indent="0" algn="ctr" defTabSz="8255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 kumimoji="0" sz="32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Helvetica Neue Medium"/>
              <a:sym typeface="Helvetica Neue Medium"/>
            </a:endParaRPr>
          </a:p>
        </p:txBody>
      </p:sp>
      <p:sp>
        <p:nvSpPr>
          <p:cNvPr id="238" name="Shape">
            <a:extLst>
              <a:ext uri="{FF2B5EF4-FFF2-40B4-BE49-F238E27FC236}">
                <a16:creationId xmlns:a16="http://schemas.microsoft.com/office/drawing/2014/main" id="{CC972F72-F970-4F7C-BD6A-624DE4E3ACFB}"/>
              </a:ext>
            </a:extLst>
          </p:cNvPr>
          <p:cNvSpPr/>
          <p:nvPr/>
        </p:nvSpPr>
        <p:spPr>
          <a:xfrm>
            <a:off x="1688166" y="791392"/>
            <a:ext cx="7163901" cy="716420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800" y="0"/>
                </a:moveTo>
                <a:cubicBezTo>
                  <a:pt x="10787" y="0"/>
                  <a:pt x="10773" y="1"/>
                  <a:pt x="10759" y="1"/>
                </a:cubicBezTo>
                <a:lnTo>
                  <a:pt x="1" y="10760"/>
                </a:lnTo>
                <a:cubicBezTo>
                  <a:pt x="0" y="10900"/>
                  <a:pt x="3" y="11040"/>
                  <a:pt x="8" y="11181"/>
                </a:cubicBezTo>
                <a:lnTo>
                  <a:pt x="11180" y="9"/>
                </a:lnTo>
                <a:cubicBezTo>
                  <a:pt x="11054" y="4"/>
                  <a:pt x="10927" y="0"/>
                  <a:pt x="10800" y="0"/>
                </a:cubicBezTo>
                <a:close/>
                <a:moveTo>
                  <a:pt x="10211" y="17"/>
                </a:moveTo>
                <a:cubicBezTo>
                  <a:pt x="10057" y="25"/>
                  <a:pt x="9903" y="36"/>
                  <a:pt x="9748" y="51"/>
                </a:cubicBezTo>
                <a:lnTo>
                  <a:pt x="50" y="9749"/>
                </a:lnTo>
                <a:cubicBezTo>
                  <a:pt x="35" y="9903"/>
                  <a:pt x="25" y="10057"/>
                  <a:pt x="16" y="10212"/>
                </a:cubicBezTo>
                <a:lnTo>
                  <a:pt x="10211" y="17"/>
                </a:lnTo>
                <a:close/>
                <a:moveTo>
                  <a:pt x="11683" y="38"/>
                </a:moveTo>
                <a:lnTo>
                  <a:pt x="38" y="11684"/>
                </a:lnTo>
                <a:cubicBezTo>
                  <a:pt x="48" y="11814"/>
                  <a:pt x="62" y="11944"/>
                  <a:pt x="78" y="12075"/>
                </a:cubicBezTo>
                <a:lnTo>
                  <a:pt x="12074" y="78"/>
                </a:lnTo>
                <a:cubicBezTo>
                  <a:pt x="11944" y="63"/>
                  <a:pt x="11814" y="49"/>
                  <a:pt x="11683" y="38"/>
                </a:cubicBezTo>
                <a:close/>
                <a:moveTo>
                  <a:pt x="9136" y="131"/>
                </a:moveTo>
                <a:cubicBezTo>
                  <a:pt x="8960" y="158"/>
                  <a:pt x="8786" y="190"/>
                  <a:pt x="8611" y="226"/>
                </a:cubicBezTo>
                <a:lnTo>
                  <a:pt x="226" y="8611"/>
                </a:lnTo>
                <a:cubicBezTo>
                  <a:pt x="190" y="8786"/>
                  <a:pt x="157" y="8961"/>
                  <a:pt x="130" y="9137"/>
                </a:cubicBezTo>
                <a:lnTo>
                  <a:pt x="9136" y="131"/>
                </a:lnTo>
                <a:close/>
                <a:moveTo>
                  <a:pt x="12541" y="143"/>
                </a:moveTo>
                <a:lnTo>
                  <a:pt x="143" y="12541"/>
                </a:lnTo>
                <a:cubicBezTo>
                  <a:pt x="163" y="12663"/>
                  <a:pt x="183" y="12785"/>
                  <a:pt x="207" y="12906"/>
                </a:cubicBezTo>
                <a:lnTo>
                  <a:pt x="12906" y="208"/>
                </a:lnTo>
                <a:cubicBezTo>
                  <a:pt x="12785" y="184"/>
                  <a:pt x="12663" y="163"/>
                  <a:pt x="12541" y="143"/>
                </a:cubicBezTo>
                <a:close/>
                <a:moveTo>
                  <a:pt x="13343" y="303"/>
                </a:moveTo>
                <a:lnTo>
                  <a:pt x="303" y="13343"/>
                </a:lnTo>
                <a:cubicBezTo>
                  <a:pt x="330" y="13456"/>
                  <a:pt x="361" y="13569"/>
                  <a:pt x="392" y="13682"/>
                </a:cubicBezTo>
                <a:lnTo>
                  <a:pt x="13682" y="393"/>
                </a:lnTo>
                <a:cubicBezTo>
                  <a:pt x="13569" y="362"/>
                  <a:pt x="13456" y="331"/>
                  <a:pt x="13343" y="303"/>
                </a:cubicBezTo>
                <a:close/>
                <a:moveTo>
                  <a:pt x="7909" y="395"/>
                </a:moveTo>
                <a:cubicBezTo>
                  <a:pt x="7701" y="452"/>
                  <a:pt x="7495" y="515"/>
                  <a:pt x="7290" y="585"/>
                </a:cubicBezTo>
                <a:lnTo>
                  <a:pt x="584" y="7290"/>
                </a:lnTo>
                <a:cubicBezTo>
                  <a:pt x="514" y="7495"/>
                  <a:pt x="452" y="7702"/>
                  <a:pt x="394" y="7909"/>
                </a:cubicBezTo>
                <a:lnTo>
                  <a:pt x="7909" y="395"/>
                </a:lnTo>
                <a:close/>
                <a:moveTo>
                  <a:pt x="14094" y="515"/>
                </a:moveTo>
                <a:lnTo>
                  <a:pt x="514" y="14094"/>
                </a:lnTo>
                <a:cubicBezTo>
                  <a:pt x="549" y="14202"/>
                  <a:pt x="583" y="14310"/>
                  <a:pt x="620" y="14417"/>
                </a:cubicBezTo>
                <a:lnTo>
                  <a:pt x="14417" y="621"/>
                </a:lnTo>
                <a:cubicBezTo>
                  <a:pt x="14310" y="583"/>
                  <a:pt x="14202" y="549"/>
                  <a:pt x="14094" y="515"/>
                </a:cubicBezTo>
                <a:close/>
                <a:moveTo>
                  <a:pt x="14804" y="767"/>
                </a:moveTo>
                <a:lnTo>
                  <a:pt x="767" y="14804"/>
                </a:lnTo>
                <a:cubicBezTo>
                  <a:pt x="807" y="14905"/>
                  <a:pt x="851" y="15004"/>
                  <a:pt x="894" y="15104"/>
                </a:cubicBezTo>
                <a:lnTo>
                  <a:pt x="15104" y="895"/>
                </a:lnTo>
                <a:cubicBezTo>
                  <a:pt x="15004" y="852"/>
                  <a:pt x="14905" y="807"/>
                  <a:pt x="14804" y="767"/>
                </a:cubicBezTo>
                <a:close/>
                <a:moveTo>
                  <a:pt x="6411" y="932"/>
                </a:moveTo>
                <a:cubicBezTo>
                  <a:pt x="6118" y="1062"/>
                  <a:pt x="5831" y="1206"/>
                  <a:pt x="5549" y="1363"/>
                </a:cubicBezTo>
                <a:lnTo>
                  <a:pt x="1362" y="5549"/>
                </a:lnTo>
                <a:cubicBezTo>
                  <a:pt x="1205" y="5832"/>
                  <a:pt x="1061" y="6119"/>
                  <a:pt x="931" y="6411"/>
                </a:cubicBezTo>
                <a:lnTo>
                  <a:pt x="6411" y="932"/>
                </a:lnTo>
                <a:close/>
                <a:moveTo>
                  <a:pt x="15470" y="1061"/>
                </a:moveTo>
                <a:lnTo>
                  <a:pt x="1060" y="15471"/>
                </a:lnTo>
                <a:cubicBezTo>
                  <a:pt x="1106" y="15567"/>
                  <a:pt x="1153" y="15664"/>
                  <a:pt x="1202" y="15759"/>
                </a:cubicBezTo>
                <a:lnTo>
                  <a:pt x="15759" y="1203"/>
                </a:lnTo>
                <a:cubicBezTo>
                  <a:pt x="15663" y="1153"/>
                  <a:pt x="15567" y="1107"/>
                  <a:pt x="15470" y="1061"/>
                </a:cubicBezTo>
                <a:close/>
                <a:moveTo>
                  <a:pt x="16103" y="1391"/>
                </a:moveTo>
                <a:lnTo>
                  <a:pt x="1391" y="16103"/>
                </a:lnTo>
                <a:cubicBezTo>
                  <a:pt x="1442" y="16194"/>
                  <a:pt x="1494" y="16285"/>
                  <a:pt x="1548" y="16375"/>
                </a:cubicBezTo>
                <a:lnTo>
                  <a:pt x="16375" y="1549"/>
                </a:lnTo>
                <a:cubicBezTo>
                  <a:pt x="16285" y="1495"/>
                  <a:pt x="16194" y="1442"/>
                  <a:pt x="16103" y="1391"/>
                </a:cubicBezTo>
                <a:close/>
                <a:moveTo>
                  <a:pt x="16703" y="1754"/>
                </a:moveTo>
                <a:lnTo>
                  <a:pt x="1753" y="16703"/>
                </a:lnTo>
                <a:cubicBezTo>
                  <a:pt x="1809" y="16788"/>
                  <a:pt x="1869" y="16872"/>
                  <a:pt x="1928" y="16956"/>
                </a:cubicBezTo>
                <a:lnTo>
                  <a:pt x="16956" y="1928"/>
                </a:lnTo>
                <a:cubicBezTo>
                  <a:pt x="16872" y="1869"/>
                  <a:pt x="16788" y="1810"/>
                  <a:pt x="16703" y="1754"/>
                </a:cubicBezTo>
                <a:close/>
                <a:moveTo>
                  <a:pt x="17267" y="2151"/>
                </a:moveTo>
                <a:lnTo>
                  <a:pt x="2151" y="17267"/>
                </a:lnTo>
                <a:cubicBezTo>
                  <a:pt x="2212" y="17349"/>
                  <a:pt x="2274" y="17430"/>
                  <a:pt x="2338" y="17510"/>
                </a:cubicBezTo>
                <a:lnTo>
                  <a:pt x="17510" y="2338"/>
                </a:lnTo>
                <a:cubicBezTo>
                  <a:pt x="17430" y="2275"/>
                  <a:pt x="17349" y="2212"/>
                  <a:pt x="17267" y="2151"/>
                </a:cubicBezTo>
                <a:close/>
                <a:moveTo>
                  <a:pt x="3805" y="2574"/>
                </a:moveTo>
                <a:cubicBezTo>
                  <a:pt x="3586" y="2761"/>
                  <a:pt x="3370" y="2956"/>
                  <a:pt x="3163" y="3163"/>
                </a:cubicBezTo>
                <a:cubicBezTo>
                  <a:pt x="2955" y="3371"/>
                  <a:pt x="2761" y="3586"/>
                  <a:pt x="2574" y="3806"/>
                </a:cubicBezTo>
                <a:lnTo>
                  <a:pt x="3805" y="2574"/>
                </a:lnTo>
                <a:close/>
                <a:moveTo>
                  <a:pt x="17801" y="2579"/>
                </a:moveTo>
                <a:lnTo>
                  <a:pt x="2579" y="17801"/>
                </a:lnTo>
                <a:cubicBezTo>
                  <a:pt x="2645" y="17878"/>
                  <a:pt x="2709" y="17957"/>
                  <a:pt x="2777" y="18032"/>
                </a:cubicBezTo>
                <a:lnTo>
                  <a:pt x="18032" y="2777"/>
                </a:lnTo>
                <a:cubicBezTo>
                  <a:pt x="17957" y="2709"/>
                  <a:pt x="17878" y="2645"/>
                  <a:pt x="17801" y="2579"/>
                </a:cubicBezTo>
                <a:close/>
                <a:moveTo>
                  <a:pt x="18304" y="3036"/>
                </a:moveTo>
                <a:lnTo>
                  <a:pt x="3036" y="18304"/>
                </a:lnTo>
                <a:cubicBezTo>
                  <a:pt x="3079" y="18349"/>
                  <a:pt x="3119" y="18394"/>
                  <a:pt x="3163" y="18438"/>
                </a:cubicBezTo>
                <a:cubicBezTo>
                  <a:pt x="3191" y="18466"/>
                  <a:pt x="3222" y="18492"/>
                  <a:pt x="3250" y="18521"/>
                </a:cubicBezTo>
                <a:lnTo>
                  <a:pt x="18521" y="3251"/>
                </a:lnTo>
                <a:cubicBezTo>
                  <a:pt x="18492" y="3222"/>
                  <a:pt x="18466" y="3192"/>
                  <a:pt x="18438" y="3163"/>
                </a:cubicBezTo>
                <a:cubicBezTo>
                  <a:pt x="18394" y="3119"/>
                  <a:pt x="18348" y="3079"/>
                  <a:pt x="18304" y="3036"/>
                </a:cubicBezTo>
                <a:close/>
                <a:moveTo>
                  <a:pt x="18781" y="3523"/>
                </a:moveTo>
                <a:lnTo>
                  <a:pt x="3522" y="18781"/>
                </a:lnTo>
                <a:cubicBezTo>
                  <a:pt x="3598" y="18850"/>
                  <a:pt x="3676" y="18915"/>
                  <a:pt x="3753" y="18982"/>
                </a:cubicBezTo>
                <a:lnTo>
                  <a:pt x="18982" y="3753"/>
                </a:lnTo>
                <a:cubicBezTo>
                  <a:pt x="18915" y="3676"/>
                  <a:pt x="18850" y="3598"/>
                  <a:pt x="18781" y="3523"/>
                </a:cubicBezTo>
                <a:close/>
                <a:moveTo>
                  <a:pt x="19224" y="4041"/>
                </a:moveTo>
                <a:lnTo>
                  <a:pt x="4041" y="19224"/>
                </a:lnTo>
                <a:cubicBezTo>
                  <a:pt x="4121" y="19289"/>
                  <a:pt x="4202" y="19350"/>
                  <a:pt x="4283" y="19412"/>
                </a:cubicBezTo>
                <a:lnTo>
                  <a:pt x="19412" y="4283"/>
                </a:lnTo>
                <a:cubicBezTo>
                  <a:pt x="19350" y="4202"/>
                  <a:pt x="19289" y="4121"/>
                  <a:pt x="19224" y="4041"/>
                </a:cubicBezTo>
                <a:close/>
                <a:moveTo>
                  <a:pt x="19637" y="4591"/>
                </a:moveTo>
                <a:lnTo>
                  <a:pt x="4591" y="19637"/>
                </a:lnTo>
                <a:cubicBezTo>
                  <a:pt x="4675" y="19696"/>
                  <a:pt x="4758" y="19757"/>
                  <a:pt x="4843" y="19813"/>
                </a:cubicBezTo>
                <a:lnTo>
                  <a:pt x="19813" y="4844"/>
                </a:lnTo>
                <a:cubicBezTo>
                  <a:pt x="19757" y="4758"/>
                  <a:pt x="19696" y="4675"/>
                  <a:pt x="19637" y="4591"/>
                </a:cubicBezTo>
                <a:close/>
                <a:moveTo>
                  <a:pt x="20019" y="5172"/>
                </a:moveTo>
                <a:lnTo>
                  <a:pt x="5172" y="20019"/>
                </a:lnTo>
                <a:cubicBezTo>
                  <a:pt x="5261" y="20073"/>
                  <a:pt x="5351" y="20126"/>
                  <a:pt x="5441" y="20178"/>
                </a:cubicBezTo>
                <a:lnTo>
                  <a:pt x="20178" y="5441"/>
                </a:lnTo>
                <a:cubicBezTo>
                  <a:pt x="20126" y="5351"/>
                  <a:pt x="20073" y="5261"/>
                  <a:pt x="20019" y="5172"/>
                </a:cubicBezTo>
                <a:close/>
                <a:moveTo>
                  <a:pt x="20369" y="5782"/>
                </a:moveTo>
                <a:lnTo>
                  <a:pt x="5782" y="20369"/>
                </a:lnTo>
                <a:cubicBezTo>
                  <a:pt x="5877" y="20419"/>
                  <a:pt x="5974" y="20463"/>
                  <a:pt x="6071" y="20510"/>
                </a:cubicBezTo>
                <a:lnTo>
                  <a:pt x="20510" y="6071"/>
                </a:lnTo>
                <a:cubicBezTo>
                  <a:pt x="20463" y="5975"/>
                  <a:pt x="20419" y="5878"/>
                  <a:pt x="20369" y="5782"/>
                </a:cubicBezTo>
                <a:close/>
                <a:moveTo>
                  <a:pt x="20679" y="6434"/>
                </a:moveTo>
                <a:lnTo>
                  <a:pt x="6434" y="20679"/>
                </a:lnTo>
                <a:cubicBezTo>
                  <a:pt x="6534" y="20723"/>
                  <a:pt x="6633" y="20769"/>
                  <a:pt x="6734" y="20809"/>
                </a:cubicBezTo>
                <a:lnTo>
                  <a:pt x="20809" y="6735"/>
                </a:lnTo>
                <a:cubicBezTo>
                  <a:pt x="20769" y="6634"/>
                  <a:pt x="20723" y="6534"/>
                  <a:pt x="20679" y="6434"/>
                </a:cubicBezTo>
                <a:close/>
                <a:moveTo>
                  <a:pt x="20956" y="7121"/>
                </a:moveTo>
                <a:lnTo>
                  <a:pt x="7120" y="20956"/>
                </a:lnTo>
                <a:cubicBezTo>
                  <a:pt x="7226" y="20994"/>
                  <a:pt x="7333" y="21030"/>
                  <a:pt x="7439" y="21065"/>
                </a:cubicBezTo>
                <a:lnTo>
                  <a:pt x="21065" y="7439"/>
                </a:lnTo>
                <a:cubicBezTo>
                  <a:pt x="21030" y="7333"/>
                  <a:pt x="20994" y="7226"/>
                  <a:pt x="20956" y="7121"/>
                </a:cubicBezTo>
                <a:close/>
                <a:moveTo>
                  <a:pt x="21190" y="7848"/>
                </a:moveTo>
                <a:lnTo>
                  <a:pt x="7848" y="21190"/>
                </a:lnTo>
                <a:cubicBezTo>
                  <a:pt x="7960" y="21221"/>
                  <a:pt x="8073" y="21252"/>
                  <a:pt x="8186" y="21280"/>
                </a:cubicBezTo>
                <a:lnTo>
                  <a:pt x="21280" y="8186"/>
                </a:lnTo>
                <a:cubicBezTo>
                  <a:pt x="21252" y="8073"/>
                  <a:pt x="21221" y="7960"/>
                  <a:pt x="21190" y="7848"/>
                </a:cubicBezTo>
                <a:close/>
                <a:moveTo>
                  <a:pt x="21378" y="8623"/>
                </a:moveTo>
                <a:lnTo>
                  <a:pt x="8623" y="21378"/>
                </a:lnTo>
                <a:cubicBezTo>
                  <a:pt x="8743" y="21402"/>
                  <a:pt x="8863" y="21424"/>
                  <a:pt x="8984" y="21445"/>
                </a:cubicBezTo>
                <a:lnTo>
                  <a:pt x="21445" y="8984"/>
                </a:lnTo>
                <a:cubicBezTo>
                  <a:pt x="21424" y="8864"/>
                  <a:pt x="21402" y="8743"/>
                  <a:pt x="21378" y="8623"/>
                </a:cubicBezTo>
                <a:close/>
                <a:moveTo>
                  <a:pt x="21514" y="9448"/>
                </a:moveTo>
                <a:lnTo>
                  <a:pt x="9447" y="21514"/>
                </a:lnTo>
                <a:cubicBezTo>
                  <a:pt x="9576" y="21530"/>
                  <a:pt x="9704" y="21546"/>
                  <a:pt x="9833" y="21557"/>
                </a:cubicBezTo>
                <a:lnTo>
                  <a:pt x="21557" y="9834"/>
                </a:lnTo>
                <a:cubicBezTo>
                  <a:pt x="21546" y="9705"/>
                  <a:pt x="21530" y="9576"/>
                  <a:pt x="21514" y="9448"/>
                </a:cubicBezTo>
                <a:close/>
                <a:moveTo>
                  <a:pt x="21590" y="10333"/>
                </a:moveTo>
                <a:lnTo>
                  <a:pt x="10332" y="21590"/>
                </a:lnTo>
                <a:cubicBezTo>
                  <a:pt x="10473" y="21596"/>
                  <a:pt x="10613" y="21599"/>
                  <a:pt x="10753" y="21600"/>
                </a:cubicBezTo>
                <a:lnTo>
                  <a:pt x="21600" y="10754"/>
                </a:lnTo>
                <a:cubicBezTo>
                  <a:pt x="21599" y="10613"/>
                  <a:pt x="21596" y="10473"/>
                  <a:pt x="21590" y="10333"/>
                </a:cubicBezTo>
                <a:close/>
                <a:moveTo>
                  <a:pt x="21590" y="11296"/>
                </a:moveTo>
                <a:lnTo>
                  <a:pt x="11295" y="21590"/>
                </a:lnTo>
                <a:cubicBezTo>
                  <a:pt x="11449" y="21583"/>
                  <a:pt x="11603" y="21572"/>
                  <a:pt x="11757" y="21558"/>
                </a:cubicBezTo>
                <a:lnTo>
                  <a:pt x="21558" y="11757"/>
                </a:lnTo>
                <a:cubicBezTo>
                  <a:pt x="21572" y="11603"/>
                  <a:pt x="21583" y="11450"/>
                  <a:pt x="21590" y="11296"/>
                </a:cubicBezTo>
                <a:close/>
                <a:moveTo>
                  <a:pt x="21489" y="12358"/>
                </a:moveTo>
                <a:lnTo>
                  <a:pt x="12358" y="21489"/>
                </a:lnTo>
                <a:cubicBezTo>
                  <a:pt x="12531" y="21464"/>
                  <a:pt x="12703" y="21434"/>
                  <a:pt x="12876" y="21400"/>
                </a:cubicBezTo>
                <a:lnTo>
                  <a:pt x="21400" y="12876"/>
                </a:lnTo>
                <a:cubicBezTo>
                  <a:pt x="21434" y="12704"/>
                  <a:pt x="21464" y="12531"/>
                  <a:pt x="21489" y="12358"/>
                </a:cubicBezTo>
                <a:close/>
                <a:moveTo>
                  <a:pt x="21239" y="13569"/>
                </a:moveTo>
                <a:lnTo>
                  <a:pt x="13569" y="21239"/>
                </a:lnTo>
                <a:cubicBezTo>
                  <a:pt x="13774" y="21185"/>
                  <a:pt x="13978" y="21125"/>
                  <a:pt x="14181" y="21058"/>
                </a:cubicBezTo>
                <a:lnTo>
                  <a:pt x="21058" y="14181"/>
                </a:lnTo>
                <a:cubicBezTo>
                  <a:pt x="21125" y="13978"/>
                  <a:pt x="21185" y="13774"/>
                  <a:pt x="21239" y="13569"/>
                </a:cubicBezTo>
                <a:close/>
                <a:moveTo>
                  <a:pt x="20736" y="15035"/>
                </a:moveTo>
                <a:lnTo>
                  <a:pt x="15035" y="20736"/>
                </a:lnTo>
                <a:cubicBezTo>
                  <a:pt x="15310" y="20619"/>
                  <a:pt x="15581" y="20493"/>
                  <a:pt x="15848" y="20352"/>
                </a:cubicBezTo>
                <a:lnTo>
                  <a:pt x="20352" y="15848"/>
                </a:lnTo>
                <a:cubicBezTo>
                  <a:pt x="20493" y="15581"/>
                  <a:pt x="20619" y="15310"/>
                  <a:pt x="20736" y="15035"/>
                </a:cubicBezTo>
                <a:close/>
                <a:moveTo>
                  <a:pt x="19400" y="17332"/>
                </a:moveTo>
                <a:lnTo>
                  <a:pt x="17332" y="19400"/>
                </a:lnTo>
                <a:cubicBezTo>
                  <a:pt x="17716" y="19108"/>
                  <a:pt x="18087" y="18789"/>
                  <a:pt x="18438" y="18438"/>
                </a:cubicBezTo>
                <a:cubicBezTo>
                  <a:pt x="18788" y="18087"/>
                  <a:pt x="19107" y="17716"/>
                  <a:pt x="19400" y="17332"/>
                </a:cubicBezTo>
                <a:close/>
              </a:path>
            </a:pathLst>
          </a:custGeom>
          <a:solidFill>
            <a:schemeClr val="accent4"/>
          </a:solidFill>
          <a:ln w="12700">
            <a:miter lim="400000"/>
          </a:ln>
        </p:spPr>
        <p:txBody>
          <a:bodyPr lIns="0" tIns="0" rIns="0" bIns="0" anchor="ctr"/>
          <a:lstStyle/>
          <a:p>
            <a:pPr marL="0" marR="0" lvl="0" indent="0" algn="ctr" defTabSz="8255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 kumimoji="0" sz="32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Helvetica Neue Medium"/>
              <a:sym typeface="Helvetica Neue Medium"/>
            </a:endParaRPr>
          </a:p>
        </p:txBody>
      </p:sp>
      <p:sp>
        <p:nvSpPr>
          <p:cNvPr id="239" name="Shape">
            <a:extLst>
              <a:ext uri="{FF2B5EF4-FFF2-40B4-BE49-F238E27FC236}">
                <a16:creationId xmlns:a16="http://schemas.microsoft.com/office/drawing/2014/main" id="{A5FCFEFF-B4C8-69DE-9A1F-32DEDEB3AB69}"/>
              </a:ext>
            </a:extLst>
          </p:cNvPr>
          <p:cNvSpPr/>
          <p:nvPr/>
        </p:nvSpPr>
        <p:spPr>
          <a:xfrm>
            <a:off x="11727838" y="12253507"/>
            <a:ext cx="4276957" cy="427713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800" y="0"/>
                </a:moveTo>
                <a:cubicBezTo>
                  <a:pt x="10787" y="0"/>
                  <a:pt x="10773" y="1"/>
                  <a:pt x="10759" y="1"/>
                </a:cubicBezTo>
                <a:lnTo>
                  <a:pt x="1" y="10760"/>
                </a:lnTo>
                <a:cubicBezTo>
                  <a:pt x="0" y="10900"/>
                  <a:pt x="3" y="11040"/>
                  <a:pt x="8" y="11181"/>
                </a:cubicBezTo>
                <a:lnTo>
                  <a:pt x="11180" y="9"/>
                </a:lnTo>
                <a:cubicBezTo>
                  <a:pt x="11054" y="4"/>
                  <a:pt x="10927" y="0"/>
                  <a:pt x="10800" y="0"/>
                </a:cubicBezTo>
                <a:close/>
                <a:moveTo>
                  <a:pt x="10211" y="17"/>
                </a:moveTo>
                <a:cubicBezTo>
                  <a:pt x="10057" y="25"/>
                  <a:pt x="9903" y="36"/>
                  <a:pt x="9748" y="51"/>
                </a:cubicBezTo>
                <a:lnTo>
                  <a:pt x="50" y="9749"/>
                </a:lnTo>
                <a:cubicBezTo>
                  <a:pt x="35" y="9903"/>
                  <a:pt x="25" y="10057"/>
                  <a:pt x="16" y="10212"/>
                </a:cubicBezTo>
                <a:lnTo>
                  <a:pt x="10211" y="17"/>
                </a:lnTo>
                <a:close/>
                <a:moveTo>
                  <a:pt x="11683" y="38"/>
                </a:moveTo>
                <a:lnTo>
                  <a:pt x="38" y="11684"/>
                </a:lnTo>
                <a:cubicBezTo>
                  <a:pt x="48" y="11814"/>
                  <a:pt x="62" y="11944"/>
                  <a:pt x="78" y="12075"/>
                </a:cubicBezTo>
                <a:lnTo>
                  <a:pt x="12074" y="78"/>
                </a:lnTo>
                <a:cubicBezTo>
                  <a:pt x="11944" y="63"/>
                  <a:pt x="11814" y="49"/>
                  <a:pt x="11683" y="38"/>
                </a:cubicBezTo>
                <a:close/>
                <a:moveTo>
                  <a:pt x="9136" y="131"/>
                </a:moveTo>
                <a:cubicBezTo>
                  <a:pt x="8960" y="158"/>
                  <a:pt x="8786" y="190"/>
                  <a:pt x="8611" y="226"/>
                </a:cubicBezTo>
                <a:lnTo>
                  <a:pt x="226" y="8611"/>
                </a:lnTo>
                <a:cubicBezTo>
                  <a:pt x="190" y="8786"/>
                  <a:pt x="157" y="8961"/>
                  <a:pt x="130" y="9137"/>
                </a:cubicBezTo>
                <a:lnTo>
                  <a:pt x="9136" y="131"/>
                </a:lnTo>
                <a:close/>
                <a:moveTo>
                  <a:pt x="12541" y="143"/>
                </a:moveTo>
                <a:lnTo>
                  <a:pt x="143" y="12541"/>
                </a:lnTo>
                <a:cubicBezTo>
                  <a:pt x="163" y="12663"/>
                  <a:pt x="183" y="12785"/>
                  <a:pt x="207" y="12906"/>
                </a:cubicBezTo>
                <a:lnTo>
                  <a:pt x="12906" y="208"/>
                </a:lnTo>
                <a:cubicBezTo>
                  <a:pt x="12785" y="184"/>
                  <a:pt x="12663" y="163"/>
                  <a:pt x="12541" y="143"/>
                </a:cubicBezTo>
                <a:close/>
                <a:moveTo>
                  <a:pt x="13343" y="303"/>
                </a:moveTo>
                <a:lnTo>
                  <a:pt x="303" y="13343"/>
                </a:lnTo>
                <a:cubicBezTo>
                  <a:pt x="330" y="13456"/>
                  <a:pt x="361" y="13569"/>
                  <a:pt x="392" y="13682"/>
                </a:cubicBezTo>
                <a:lnTo>
                  <a:pt x="13682" y="393"/>
                </a:lnTo>
                <a:cubicBezTo>
                  <a:pt x="13569" y="362"/>
                  <a:pt x="13456" y="331"/>
                  <a:pt x="13343" y="303"/>
                </a:cubicBezTo>
                <a:close/>
                <a:moveTo>
                  <a:pt x="7909" y="395"/>
                </a:moveTo>
                <a:cubicBezTo>
                  <a:pt x="7701" y="452"/>
                  <a:pt x="7495" y="515"/>
                  <a:pt x="7290" y="585"/>
                </a:cubicBezTo>
                <a:lnTo>
                  <a:pt x="584" y="7290"/>
                </a:lnTo>
                <a:cubicBezTo>
                  <a:pt x="514" y="7495"/>
                  <a:pt x="452" y="7702"/>
                  <a:pt x="394" y="7909"/>
                </a:cubicBezTo>
                <a:lnTo>
                  <a:pt x="7909" y="395"/>
                </a:lnTo>
                <a:close/>
                <a:moveTo>
                  <a:pt x="14094" y="515"/>
                </a:moveTo>
                <a:lnTo>
                  <a:pt x="514" y="14094"/>
                </a:lnTo>
                <a:cubicBezTo>
                  <a:pt x="549" y="14202"/>
                  <a:pt x="583" y="14310"/>
                  <a:pt x="620" y="14417"/>
                </a:cubicBezTo>
                <a:lnTo>
                  <a:pt x="14417" y="621"/>
                </a:lnTo>
                <a:cubicBezTo>
                  <a:pt x="14310" y="583"/>
                  <a:pt x="14202" y="549"/>
                  <a:pt x="14094" y="515"/>
                </a:cubicBezTo>
                <a:close/>
                <a:moveTo>
                  <a:pt x="14804" y="767"/>
                </a:moveTo>
                <a:lnTo>
                  <a:pt x="767" y="14804"/>
                </a:lnTo>
                <a:cubicBezTo>
                  <a:pt x="807" y="14905"/>
                  <a:pt x="851" y="15004"/>
                  <a:pt x="894" y="15104"/>
                </a:cubicBezTo>
                <a:lnTo>
                  <a:pt x="15104" y="895"/>
                </a:lnTo>
                <a:cubicBezTo>
                  <a:pt x="15004" y="852"/>
                  <a:pt x="14905" y="807"/>
                  <a:pt x="14804" y="767"/>
                </a:cubicBezTo>
                <a:close/>
                <a:moveTo>
                  <a:pt x="6411" y="932"/>
                </a:moveTo>
                <a:cubicBezTo>
                  <a:pt x="6118" y="1062"/>
                  <a:pt x="5831" y="1206"/>
                  <a:pt x="5549" y="1363"/>
                </a:cubicBezTo>
                <a:lnTo>
                  <a:pt x="1362" y="5549"/>
                </a:lnTo>
                <a:cubicBezTo>
                  <a:pt x="1205" y="5832"/>
                  <a:pt x="1061" y="6119"/>
                  <a:pt x="931" y="6411"/>
                </a:cubicBezTo>
                <a:lnTo>
                  <a:pt x="6411" y="932"/>
                </a:lnTo>
                <a:close/>
                <a:moveTo>
                  <a:pt x="15470" y="1061"/>
                </a:moveTo>
                <a:lnTo>
                  <a:pt x="1060" y="15471"/>
                </a:lnTo>
                <a:cubicBezTo>
                  <a:pt x="1106" y="15567"/>
                  <a:pt x="1153" y="15664"/>
                  <a:pt x="1202" y="15759"/>
                </a:cubicBezTo>
                <a:lnTo>
                  <a:pt x="15759" y="1203"/>
                </a:lnTo>
                <a:cubicBezTo>
                  <a:pt x="15663" y="1153"/>
                  <a:pt x="15567" y="1107"/>
                  <a:pt x="15470" y="1061"/>
                </a:cubicBezTo>
                <a:close/>
                <a:moveTo>
                  <a:pt x="16103" y="1391"/>
                </a:moveTo>
                <a:lnTo>
                  <a:pt x="1391" y="16103"/>
                </a:lnTo>
                <a:cubicBezTo>
                  <a:pt x="1442" y="16194"/>
                  <a:pt x="1494" y="16285"/>
                  <a:pt x="1549" y="16375"/>
                </a:cubicBezTo>
                <a:lnTo>
                  <a:pt x="16375" y="1549"/>
                </a:lnTo>
                <a:cubicBezTo>
                  <a:pt x="16285" y="1495"/>
                  <a:pt x="16194" y="1442"/>
                  <a:pt x="16103" y="1391"/>
                </a:cubicBezTo>
                <a:close/>
                <a:moveTo>
                  <a:pt x="16703" y="1754"/>
                </a:moveTo>
                <a:lnTo>
                  <a:pt x="1753" y="16703"/>
                </a:lnTo>
                <a:cubicBezTo>
                  <a:pt x="1809" y="16788"/>
                  <a:pt x="1869" y="16872"/>
                  <a:pt x="1928" y="16956"/>
                </a:cubicBezTo>
                <a:lnTo>
                  <a:pt x="16956" y="1928"/>
                </a:lnTo>
                <a:cubicBezTo>
                  <a:pt x="16872" y="1869"/>
                  <a:pt x="16788" y="1810"/>
                  <a:pt x="16703" y="1754"/>
                </a:cubicBezTo>
                <a:close/>
                <a:moveTo>
                  <a:pt x="17267" y="2151"/>
                </a:moveTo>
                <a:lnTo>
                  <a:pt x="2151" y="17267"/>
                </a:lnTo>
                <a:cubicBezTo>
                  <a:pt x="2212" y="17349"/>
                  <a:pt x="2274" y="17430"/>
                  <a:pt x="2338" y="17510"/>
                </a:cubicBezTo>
                <a:lnTo>
                  <a:pt x="17510" y="2338"/>
                </a:lnTo>
                <a:cubicBezTo>
                  <a:pt x="17430" y="2275"/>
                  <a:pt x="17349" y="2212"/>
                  <a:pt x="17267" y="2151"/>
                </a:cubicBezTo>
                <a:close/>
                <a:moveTo>
                  <a:pt x="3805" y="2574"/>
                </a:moveTo>
                <a:cubicBezTo>
                  <a:pt x="3586" y="2761"/>
                  <a:pt x="3370" y="2956"/>
                  <a:pt x="3163" y="3163"/>
                </a:cubicBezTo>
                <a:cubicBezTo>
                  <a:pt x="2955" y="3371"/>
                  <a:pt x="2761" y="3586"/>
                  <a:pt x="2574" y="3806"/>
                </a:cubicBezTo>
                <a:lnTo>
                  <a:pt x="3805" y="2574"/>
                </a:lnTo>
                <a:close/>
                <a:moveTo>
                  <a:pt x="17801" y="2579"/>
                </a:moveTo>
                <a:lnTo>
                  <a:pt x="2579" y="17801"/>
                </a:lnTo>
                <a:cubicBezTo>
                  <a:pt x="2645" y="17878"/>
                  <a:pt x="2709" y="17957"/>
                  <a:pt x="2777" y="18032"/>
                </a:cubicBezTo>
                <a:lnTo>
                  <a:pt x="18032" y="2777"/>
                </a:lnTo>
                <a:cubicBezTo>
                  <a:pt x="17957" y="2709"/>
                  <a:pt x="17878" y="2645"/>
                  <a:pt x="17801" y="2579"/>
                </a:cubicBezTo>
                <a:close/>
                <a:moveTo>
                  <a:pt x="18304" y="3036"/>
                </a:moveTo>
                <a:lnTo>
                  <a:pt x="3036" y="18304"/>
                </a:lnTo>
                <a:cubicBezTo>
                  <a:pt x="3079" y="18349"/>
                  <a:pt x="3119" y="18394"/>
                  <a:pt x="3163" y="18438"/>
                </a:cubicBezTo>
                <a:cubicBezTo>
                  <a:pt x="3191" y="18466"/>
                  <a:pt x="3222" y="18492"/>
                  <a:pt x="3250" y="18521"/>
                </a:cubicBezTo>
                <a:lnTo>
                  <a:pt x="18521" y="3251"/>
                </a:lnTo>
                <a:cubicBezTo>
                  <a:pt x="18492" y="3222"/>
                  <a:pt x="18466" y="3192"/>
                  <a:pt x="18438" y="3163"/>
                </a:cubicBezTo>
                <a:cubicBezTo>
                  <a:pt x="18394" y="3119"/>
                  <a:pt x="18348" y="3079"/>
                  <a:pt x="18304" y="3036"/>
                </a:cubicBezTo>
                <a:close/>
                <a:moveTo>
                  <a:pt x="18781" y="3523"/>
                </a:moveTo>
                <a:lnTo>
                  <a:pt x="3522" y="18781"/>
                </a:lnTo>
                <a:cubicBezTo>
                  <a:pt x="3598" y="18850"/>
                  <a:pt x="3676" y="18915"/>
                  <a:pt x="3753" y="18982"/>
                </a:cubicBezTo>
                <a:lnTo>
                  <a:pt x="18982" y="3753"/>
                </a:lnTo>
                <a:cubicBezTo>
                  <a:pt x="18915" y="3676"/>
                  <a:pt x="18850" y="3598"/>
                  <a:pt x="18781" y="3523"/>
                </a:cubicBezTo>
                <a:close/>
                <a:moveTo>
                  <a:pt x="19224" y="4041"/>
                </a:moveTo>
                <a:lnTo>
                  <a:pt x="4041" y="19224"/>
                </a:lnTo>
                <a:cubicBezTo>
                  <a:pt x="4121" y="19289"/>
                  <a:pt x="4202" y="19350"/>
                  <a:pt x="4283" y="19412"/>
                </a:cubicBezTo>
                <a:lnTo>
                  <a:pt x="19412" y="4283"/>
                </a:lnTo>
                <a:cubicBezTo>
                  <a:pt x="19350" y="4202"/>
                  <a:pt x="19289" y="4121"/>
                  <a:pt x="19224" y="4041"/>
                </a:cubicBezTo>
                <a:close/>
                <a:moveTo>
                  <a:pt x="19637" y="4591"/>
                </a:moveTo>
                <a:lnTo>
                  <a:pt x="4591" y="19637"/>
                </a:lnTo>
                <a:cubicBezTo>
                  <a:pt x="4675" y="19696"/>
                  <a:pt x="4758" y="19757"/>
                  <a:pt x="4843" y="19813"/>
                </a:cubicBezTo>
                <a:lnTo>
                  <a:pt x="19813" y="4844"/>
                </a:lnTo>
                <a:cubicBezTo>
                  <a:pt x="19757" y="4758"/>
                  <a:pt x="19696" y="4675"/>
                  <a:pt x="19637" y="4591"/>
                </a:cubicBezTo>
                <a:close/>
                <a:moveTo>
                  <a:pt x="20019" y="5172"/>
                </a:moveTo>
                <a:lnTo>
                  <a:pt x="5172" y="20019"/>
                </a:lnTo>
                <a:cubicBezTo>
                  <a:pt x="5261" y="20073"/>
                  <a:pt x="5351" y="20126"/>
                  <a:pt x="5441" y="20178"/>
                </a:cubicBezTo>
                <a:lnTo>
                  <a:pt x="20178" y="5441"/>
                </a:lnTo>
                <a:cubicBezTo>
                  <a:pt x="20126" y="5351"/>
                  <a:pt x="20073" y="5261"/>
                  <a:pt x="20019" y="5172"/>
                </a:cubicBezTo>
                <a:close/>
                <a:moveTo>
                  <a:pt x="20369" y="5782"/>
                </a:moveTo>
                <a:lnTo>
                  <a:pt x="5782" y="20369"/>
                </a:lnTo>
                <a:cubicBezTo>
                  <a:pt x="5877" y="20419"/>
                  <a:pt x="5974" y="20463"/>
                  <a:pt x="6071" y="20510"/>
                </a:cubicBezTo>
                <a:lnTo>
                  <a:pt x="20510" y="6071"/>
                </a:lnTo>
                <a:cubicBezTo>
                  <a:pt x="20463" y="5975"/>
                  <a:pt x="20419" y="5878"/>
                  <a:pt x="20369" y="5782"/>
                </a:cubicBezTo>
                <a:close/>
                <a:moveTo>
                  <a:pt x="20679" y="6434"/>
                </a:moveTo>
                <a:lnTo>
                  <a:pt x="6434" y="20679"/>
                </a:lnTo>
                <a:cubicBezTo>
                  <a:pt x="6534" y="20723"/>
                  <a:pt x="6633" y="20769"/>
                  <a:pt x="6734" y="20809"/>
                </a:cubicBezTo>
                <a:lnTo>
                  <a:pt x="20809" y="6735"/>
                </a:lnTo>
                <a:cubicBezTo>
                  <a:pt x="20769" y="6634"/>
                  <a:pt x="20723" y="6534"/>
                  <a:pt x="20679" y="6434"/>
                </a:cubicBezTo>
                <a:close/>
                <a:moveTo>
                  <a:pt x="20956" y="7121"/>
                </a:moveTo>
                <a:lnTo>
                  <a:pt x="7120" y="20956"/>
                </a:lnTo>
                <a:cubicBezTo>
                  <a:pt x="7226" y="20994"/>
                  <a:pt x="7333" y="21030"/>
                  <a:pt x="7439" y="21065"/>
                </a:cubicBezTo>
                <a:lnTo>
                  <a:pt x="21065" y="7439"/>
                </a:lnTo>
                <a:cubicBezTo>
                  <a:pt x="21030" y="7333"/>
                  <a:pt x="20994" y="7226"/>
                  <a:pt x="20956" y="7121"/>
                </a:cubicBezTo>
                <a:close/>
                <a:moveTo>
                  <a:pt x="21190" y="7848"/>
                </a:moveTo>
                <a:lnTo>
                  <a:pt x="7848" y="21190"/>
                </a:lnTo>
                <a:cubicBezTo>
                  <a:pt x="7960" y="21221"/>
                  <a:pt x="8073" y="21252"/>
                  <a:pt x="8186" y="21280"/>
                </a:cubicBezTo>
                <a:lnTo>
                  <a:pt x="21280" y="8186"/>
                </a:lnTo>
                <a:cubicBezTo>
                  <a:pt x="21252" y="8073"/>
                  <a:pt x="21221" y="7960"/>
                  <a:pt x="21190" y="7848"/>
                </a:cubicBezTo>
                <a:close/>
                <a:moveTo>
                  <a:pt x="21378" y="8623"/>
                </a:moveTo>
                <a:lnTo>
                  <a:pt x="8623" y="21378"/>
                </a:lnTo>
                <a:cubicBezTo>
                  <a:pt x="8743" y="21402"/>
                  <a:pt x="8863" y="21424"/>
                  <a:pt x="8984" y="21445"/>
                </a:cubicBezTo>
                <a:lnTo>
                  <a:pt x="21445" y="8984"/>
                </a:lnTo>
                <a:cubicBezTo>
                  <a:pt x="21424" y="8864"/>
                  <a:pt x="21402" y="8743"/>
                  <a:pt x="21378" y="8623"/>
                </a:cubicBezTo>
                <a:close/>
                <a:moveTo>
                  <a:pt x="21514" y="9448"/>
                </a:moveTo>
                <a:lnTo>
                  <a:pt x="9447" y="21514"/>
                </a:lnTo>
                <a:cubicBezTo>
                  <a:pt x="9576" y="21530"/>
                  <a:pt x="9704" y="21546"/>
                  <a:pt x="9833" y="21557"/>
                </a:cubicBezTo>
                <a:lnTo>
                  <a:pt x="21557" y="9834"/>
                </a:lnTo>
                <a:cubicBezTo>
                  <a:pt x="21546" y="9705"/>
                  <a:pt x="21530" y="9576"/>
                  <a:pt x="21514" y="9448"/>
                </a:cubicBezTo>
                <a:close/>
                <a:moveTo>
                  <a:pt x="21590" y="10333"/>
                </a:moveTo>
                <a:lnTo>
                  <a:pt x="10332" y="21590"/>
                </a:lnTo>
                <a:cubicBezTo>
                  <a:pt x="10473" y="21596"/>
                  <a:pt x="10613" y="21599"/>
                  <a:pt x="10753" y="21600"/>
                </a:cubicBezTo>
                <a:lnTo>
                  <a:pt x="21600" y="10754"/>
                </a:lnTo>
                <a:cubicBezTo>
                  <a:pt x="21599" y="10613"/>
                  <a:pt x="21596" y="10473"/>
                  <a:pt x="21590" y="10333"/>
                </a:cubicBezTo>
                <a:close/>
                <a:moveTo>
                  <a:pt x="21590" y="11296"/>
                </a:moveTo>
                <a:lnTo>
                  <a:pt x="11295" y="21590"/>
                </a:lnTo>
                <a:cubicBezTo>
                  <a:pt x="11449" y="21583"/>
                  <a:pt x="11603" y="21572"/>
                  <a:pt x="11757" y="21558"/>
                </a:cubicBezTo>
                <a:lnTo>
                  <a:pt x="21558" y="11757"/>
                </a:lnTo>
                <a:cubicBezTo>
                  <a:pt x="21572" y="11603"/>
                  <a:pt x="21583" y="11450"/>
                  <a:pt x="21590" y="11296"/>
                </a:cubicBezTo>
                <a:close/>
                <a:moveTo>
                  <a:pt x="21489" y="12358"/>
                </a:moveTo>
                <a:lnTo>
                  <a:pt x="12358" y="21489"/>
                </a:lnTo>
                <a:cubicBezTo>
                  <a:pt x="12531" y="21464"/>
                  <a:pt x="12703" y="21434"/>
                  <a:pt x="12876" y="21400"/>
                </a:cubicBezTo>
                <a:lnTo>
                  <a:pt x="21400" y="12876"/>
                </a:lnTo>
                <a:cubicBezTo>
                  <a:pt x="21434" y="12704"/>
                  <a:pt x="21464" y="12531"/>
                  <a:pt x="21489" y="12358"/>
                </a:cubicBezTo>
                <a:close/>
                <a:moveTo>
                  <a:pt x="21239" y="13569"/>
                </a:moveTo>
                <a:lnTo>
                  <a:pt x="13569" y="21239"/>
                </a:lnTo>
                <a:cubicBezTo>
                  <a:pt x="13774" y="21185"/>
                  <a:pt x="13978" y="21125"/>
                  <a:pt x="14181" y="21058"/>
                </a:cubicBezTo>
                <a:lnTo>
                  <a:pt x="21058" y="14181"/>
                </a:lnTo>
                <a:cubicBezTo>
                  <a:pt x="21125" y="13978"/>
                  <a:pt x="21185" y="13774"/>
                  <a:pt x="21239" y="13569"/>
                </a:cubicBezTo>
                <a:close/>
                <a:moveTo>
                  <a:pt x="20736" y="15035"/>
                </a:moveTo>
                <a:lnTo>
                  <a:pt x="15035" y="20736"/>
                </a:lnTo>
                <a:cubicBezTo>
                  <a:pt x="15310" y="20619"/>
                  <a:pt x="15581" y="20493"/>
                  <a:pt x="15848" y="20352"/>
                </a:cubicBezTo>
                <a:lnTo>
                  <a:pt x="20352" y="15848"/>
                </a:lnTo>
                <a:cubicBezTo>
                  <a:pt x="20493" y="15581"/>
                  <a:pt x="20619" y="15310"/>
                  <a:pt x="20736" y="15035"/>
                </a:cubicBezTo>
                <a:close/>
                <a:moveTo>
                  <a:pt x="19400" y="17332"/>
                </a:moveTo>
                <a:lnTo>
                  <a:pt x="17332" y="19400"/>
                </a:lnTo>
                <a:cubicBezTo>
                  <a:pt x="17716" y="19108"/>
                  <a:pt x="18087" y="18789"/>
                  <a:pt x="18438" y="18438"/>
                </a:cubicBezTo>
                <a:cubicBezTo>
                  <a:pt x="18788" y="18087"/>
                  <a:pt x="19107" y="17716"/>
                  <a:pt x="19400" y="17332"/>
                </a:cubicBezTo>
                <a:close/>
              </a:path>
            </a:pathLst>
          </a:custGeom>
          <a:solidFill>
            <a:schemeClr val="accent4"/>
          </a:solidFill>
          <a:ln w="12700">
            <a:miter lim="400000"/>
          </a:ln>
        </p:spPr>
        <p:txBody>
          <a:bodyPr lIns="0" tIns="0" rIns="0" bIns="0" anchor="ctr"/>
          <a:lstStyle/>
          <a:p>
            <a:pPr marL="0" marR="0" lvl="0" indent="0" algn="ctr" defTabSz="8255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 kumimoji="0" sz="32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Helvetica Neue Medium"/>
              <a:sym typeface="Helvetica Neue Medium"/>
            </a:endParaRPr>
          </a:p>
        </p:txBody>
      </p:sp>
      <p:sp>
        <p:nvSpPr>
          <p:cNvPr id="240" name="Shape">
            <a:extLst>
              <a:ext uri="{FF2B5EF4-FFF2-40B4-BE49-F238E27FC236}">
                <a16:creationId xmlns:a16="http://schemas.microsoft.com/office/drawing/2014/main" id="{19285C64-DDB1-5FA2-51BA-90514DBB59F7}"/>
              </a:ext>
            </a:extLst>
          </p:cNvPr>
          <p:cNvSpPr/>
          <p:nvPr/>
        </p:nvSpPr>
        <p:spPr>
          <a:xfrm>
            <a:off x="22467966" y="8316507"/>
            <a:ext cx="4276957" cy="427713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800" y="0"/>
                </a:moveTo>
                <a:cubicBezTo>
                  <a:pt x="10787" y="0"/>
                  <a:pt x="10773" y="1"/>
                  <a:pt x="10759" y="1"/>
                </a:cubicBezTo>
                <a:lnTo>
                  <a:pt x="1" y="10760"/>
                </a:lnTo>
                <a:cubicBezTo>
                  <a:pt x="0" y="10900"/>
                  <a:pt x="3" y="11040"/>
                  <a:pt x="8" y="11181"/>
                </a:cubicBezTo>
                <a:lnTo>
                  <a:pt x="11180" y="9"/>
                </a:lnTo>
                <a:cubicBezTo>
                  <a:pt x="11054" y="4"/>
                  <a:pt x="10927" y="0"/>
                  <a:pt x="10800" y="0"/>
                </a:cubicBezTo>
                <a:close/>
                <a:moveTo>
                  <a:pt x="10211" y="17"/>
                </a:moveTo>
                <a:cubicBezTo>
                  <a:pt x="10057" y="25"/>
                  <a:pt x="9903" y="36"/>
                  <a:pt x="9748" y="51"/>
                </a:cubicBezTo>
                <a:lnTo>
                  <a:pt x="50" y="9749"/>
                </a:lnTo>
                <a:cubicBezTo>
                  <a:pt x="35" y="9903"/>
                  <a:pt x="25" y="10057"/>
                  <a:pt x="16" y="10212"/>
                </a:cubicBezTo>
                <a:lnTo>
                  <a:pt x="10211" y="17"/>
                </a:lnTo>
                <a:close/>
                <a:moveTo>
                  <a:pt x="11683" y="38"/>
                </a:moveTo>
                <a:lnTo>
                  <a:pt x="38" y="11684"/>
                </a:lnTo>
                <a:cubicBezTo>
                  <a:pt x="48" y="11814"/>
                  <a:pt x="62" y="11944"/>
                  <a:pt x="78" y="12075"/>
                </a:cubicBezTo>
                <a:lnTo>
                  <a:pt x="12074" y="78"/>
                </a:lnTo>
                <a:cubicBezTo>
                  <a:pt x="11944" y="63"/>
                  <a:pt x="11814" y="49"/>
                  <a:pt x="11683" y="38"/>
                </a:cubicBezTo>
                <a:close/>
                <a:moveTo>
                  <a:pt x="9136" y="131"/>
                </a:moveTo>
                <a:cubicBezTo>
                  <a:pt x="8960" y="158"/>
                  <a:pt x="8786" y="190"/>
                  <a:pt x="8611" y="226"/>
                </a:cubicBezTo>
                <a:lnTo>
                  <a:pt x="226" y="8611"/>
                </a:lnTo>
                <a:cubicBezTo>
                  <a:pt x="190" y="8786"/>
                  <a:pt x="157" y="8961"/>
                  <a:pt x="130" y="9137"/>
                </a:cubicBezTo>
                <a:lnTo>
                  <a:pt x="9136" y="131"/>
                </a:lnTo>
                <a:close/>
                <a:moveTo>
                  <a:pt x="12541" y="143"/>
                </a:moveTo>
                <a:lnTo>
                  <a:pt x="143" y="12541"/>
                </a:lnTo>
                <a:cubicBezTo>
                  <a:pt x="163" y="12663"/>
                  <a:pt x="183" y="12785"/>
                  <a:pt x="207" y="12906"/>
                </a:cubicBezTo>
                <a:lnTo>
                  <a:pt x="12906" y="208"/>
                </a:lnTo>
                <a:cubicBezTo>
                  <a:pt x="12785" y="184"/>
                  <a:pt x="12663" y="163"/>
                  <a:pt x="12541" y="143"/>
                </a:cubicBezTo>
                <a:close/>
                <a:moveTo>
                  <a:pt x="13343" y="303"/>
                </a:moveTo>
                <a:lnTo>
                  <a:pt x="303" y="13343"/>
                </a:lnTo>
                <a:cubicBezTo>
                  <a:pt x="330" y="13456"/>
                  <a:pt x="361" y="13569"/>
                  <a:pt x="392" y="13682"/>
                </a:cubicBezTo>
                <a:lnTo>
                  <a:pt x="13682" y="393"/>
                </a:lnTo>
                <a:cubicBezTo>
                  <a:pt x="13569" y="362"/>
                  <a:pt x="13456" y="331"/>
                  <a:pt x="13343" y="303"/>
                </a:cubicBezTo>
                <a:close/>
                <a:moveTo>
                  <a:pt x="7909" y="395"/>
                </a:moveTo>
                <a:cubicBezTo>
                  <a:pt x="7701" y="452"/>
                  <a:pt x="7495" y="515"/>
                  <a:pt x="7290" y="585"/>
                </a:cubicBezTo>
                <a:lnTo>
                  <a:pt x="584" y="7290"/>
                </a:lnTo>
                <a:cubicBezTo>
                  <a:pt x="514" y="7495"/>
                  <a:pt x="452" y="7702"/>
                  <a:pt x="394" y="7909"/>
                </a:cubicBezTo>
                <a:lnTo>
                  <a:pt x="7909" y="395"/>
                </a:lnTo>
                <a:close/>
                <a:moveTo>
                  <a:pt x="14094" y="515"/>
                </a:moveTo>
                <a:lnTo>
                  <a:pt x="514" y="14094"/>
                </a:lnTo>
                <a:cubicBezTo>
                  <a:pt x="549" y="14202"/>
                  <a:pt x="583" y="14310"/>
                  <a:pt x="620" y="14417"/>
                </a:cubicBezTo>
                <a:lnTo>
                  <a:pt x="14417" y="621"/>
                </a:lnTo>
                <a:cubicBezTo>
                  <a:pt x="14310" y="583"/>
                  <a:pt x="14202" y="549"/>
                  <a:pt x="14094" y="515"/>
                </a:cubicBezTo>
                <a:close/>
                <a:moveTo>
                  <a:pt x="14804" y="767"/>
                </a:moveTo>
                <a:lnTo>
                  <a:pt x="767" y="14804"/>
                </a:lnTo>
                <a:cubicBezTo>
                  <a:pt x="807" y="14905"/>
                  <a:pt x="851" y="15004"/>
                  <a:pt x="894" y="15104"/>
                </a:cubicBezTo>
                <a:lnTo>
                  <a:pt x="15104" y="895"/>
                </a:lnTo>
                <a:cubicBezTo>
                  <a:pt x="15004" y="852"/>
                  <a:pt x="14905" y="807"/>
                  <a:pt x="14804" y="767"/>
                </a:cubicBezTo>
                <a:close/>
                <a:moveTo>
                  <a:pt x="6411" y="932"/>
                </a:moveTo>
                <a:cubicBezTo>
                  <a:pt x="6118" y="1062"/>
                  <a:pt x="5831" y="1206"/>
                  <a:pt x="5549" y="1363"/>
                </a:cubicBezTo>
                <a:lnTo>
                  <a:pt x="1362" y="5549"/>
                </a:lnTo>
                <a:cubicBezTo>
                  <a:pt x="1205" y="5832"/>
                  <a:pt x="1061" y="6119"/>
                  <a:pt x="931" y="6411"/>
                </a:cubicBezTo>
                <a:lnTo>
                  <a:pt x="6411" y="932"/>
                </a:lnTo>
                <a:close/>
                <a:moveTo>
                  <a:pt x="15470" y="1061"/>
                </a:moveTo>
                <a:lnTo>
                  <a:pt x="1060" y="15471"/>
                </a:lnTo>
                <a:cubicBezTo>
                  <a:pt x="1106" y="15567"/>
                  <a:pt x="1153" y="15664"/>
                  <a:pt x="1202" y="15759"/>
                </a:cubicBezTo>
                <a:lnTo>
                  <a:pt x="15759" y="1203"/>
                </a:lnTo>
                <a:cubicBezTo>
                  <a:pt x="15663" y="1153"/>
                  <a:pt x="15567" y="1107"/>
                  <a:pt x="15470" y="1061"/>
                </a:cubicBezTo>
                <a:close/>
                <a:moveTo>
                  <a:pt x="16103" y="1391"/>
                </a:moveTo>
                <a:lnTo>
                  <a:pt x="1391" y="16103"/>
                </a:lnTo>
                <a:cubicBezTo>
                  <a:pt x="1442" y="16194"/>
                  <a:pt x="1494" y="16285"/>
                  <a:pt x="1549" y="16375"/>
                </a:cubicBezTo>
                <a:lnTo>
                  <a:pt x="16375" y="1549"/>
                </a:lnTo>
                <a:cubicBezTo>
                  <a:pt x="16285" y="1495"/>
                  <a:pt x="16194" y="1442"/>
                  <a:pt x="16103" y="1391"/>
                </a:cubicBezTo>
                <a:close/>
                <a:moveTo>
                  <a:pt x="16703" y="1754"/>
                </a:moveTo>
                <a:lnTo>
                  <a:pt x="1753" y="16703"/>
                </a:lnTo>
                <a:cubicBezTo>
                  <a:pt x="1809" y="16788"/>
                  <a:pt x="1869" y="16872"/>
                  <a:pt x="1928" y="16956"/>
                </a:cubicBezTo>
                <a:lnTo>
                  <a:pt x="16956" y="1928"/>
                </a:lnTo>
                <a:cubicBezTo>
                  <a:pt x="16872" y="1869"/>
                  <a:pt x="16788" y="1810"/>
                  <a:pt x="16703" y="1754"/>
                </a:cubicBezTo>
                <a:close/>
                <a:moveTo>
                  <a:pt x="17267" y="2151"/>
                </a:moveTo>
                <a:lnTo>
                  <a:pt x="2151" y="17267"/>
                </a:lnTo>
                <a:cubicBezTo>
                  <a:pt x="2212" y="17349"/>
                  <a:pt x="2274" y="17430"/>
                  <a:pt x="2338" y="17510"/>
                </a:cubicBezTo>
                <a:lnTo>
                  <a:pt x="17510" y="2338"/>
                </a:lnTo>
                <a:cubicBezTo>
                  <a:pt x="17430" y="2275"/>
                  <a:pt x="17349" y="2212"/>
                  <a:pt x="17267" y="2151"/>
                </a:cubicBezTo>
                <a:close/>
                <a:moveTo>
                  <a:pt x="3805" y="2574"/>
                </a:moveTo>
                <a:cubicBezTo>
                  <a:pt x="3586" y="2761"/>
                  <a:pt x="3370" y="2956"/>
                  <a:pt x="3163" y="3163"/>
                </a:cubicBezTo>
                <a:cubicBezTo>
                  <a:pt x="2955" y="3371"/>
                  <a:pt x="2761" y="3586"/>
                  <a:pt x="2574" y="3806"/>
                </a:cubicBezTo>
                <a:lnTo>
                  <a:pt x="3805" y="2574"/>
                </a:lnTo>
                <a:close/>
                <a:moveTo>
                  <a:pt x="17801" y="2579"/>
                </a:moveTo>
                <a:lnTo>
                  <a:pt x="2579" y="17801"/>
                </a:lnTo>
                <a:cubicBezTo>
                  <a:pt x="2645" y="17878"/>
                  <a:pt x="2709" y="17957"/>
                  <a:pt x="2777" y="18032"/>
                </a:cubicBezTo>
                <a:lnTo>
                  <a:pt x="18032" y="2777"/>
                </a:lnTo>
                <a:cubicBezTo>
                  <a:pt x="17957" y="2709"/>
                  <a:pt x="17878" y="2645"/>
                  <a:pt x="17801" y="2579"/>
                </a:cubicBezTo>
                <a:close/>
                <a:moveTo>
                  <a:pt x="18304" y="3036"/>
                </a:moveTo>
                <a:lnTo>
                  <a:pt x="3036" y="18304"/>
                </a:lnTo>
                <a:cubicBezTo>
                  <a:pt x="3079" y="18349"/>
                  <a:pt x="3119" y="18394"/>
                  <a:pt x="3163" y="18438"/>
                </a:cubicBezTo>
                <a:cubicBezTo>
                  <a:pt x="3191" y="18466"/>
                  <a:pt x="3222" y="18492"/>
                  <a:pt x="3250" y="18521"/>
                </a:cubicBezTo>
                <a:lnTo>
                  <a:pt x="18521" y="3251"/>
                </a:lnTo>
                <a:cubicBezTo>
                  <a:pt x="18492" y="3222"/>
                  <a:pt x="18466" y="3192"/>
                  <a:pt x="18438" y="3163"/>
                </a:cubicBezTo>
                <a:cubicBezTo>
                  <a:pt x="18394" y="3119"/>
                  <a:pt x="18348" y="3079"/>
                  <a:pt x="18304" y="3036"/>
                </a:cubicBezTo>
                <a:close/>
                <a:moveTo>
                  <a:pt x="18781" y="3523"/>
                </a:moveTo>
                <a:lnTo>
                  <a:pt x="3522" y="18781"/>
                </a:lnTo>
                <a:cubicBezTo>
                  <a:pt x="3598" y="18850"/>
                  <a:pt x="3676" y="18915"/>
                  <a:pt x="3753" y="18982"/>
                </a:cubicBezTo>
                <a:lnTo>
                  <a:pt x="18982" y="3753"/>
                </a:lnTo>
                <a:cubicBezTo>
                  <a:pt x="18915" y="3676"/>
                  <a:pt x="18850" y="3598"/>
                  <a:pt x="18781" y="3523"/>
                </a:cubicBezTo>
                <a:close/>
                <a:moveTo>
                  <a:pt x="19224" y="4041"/>
                </a:moveTo>
                <a:lnTo>
                  <a:pt x="4041" y="19224"/>
                </a:lnTo>
                <a:cubicBezTo>
                  <a:pt x="4121" y="19289"/>
                  <a:pt x="4202" y="19350"/>
                  <a:pt x="4283" y="19412"/>
                </a:cubicBezTo>
                <a:lnTo>
                  <a:pt x="19412" y="4283"/>
                </a:lnTo>
                <a:cubicBezTo>
                  <a:pt x="19350" y="4202"/>
                  <a:pt x="19289" y="4121"/>
                  <a:pt x="19224" y="4041"/>
                </a:cubicBezTo>
                <a:close/>
                <a:moveTo>
                  <a:pt x="19637" y="4591"/>
                </a:moveTo>
                <a:lnTo>
                  <a:pt x="4591" y="19637"/>
                </a:lnTo>
                <a:cubicBezTo>
                  <a:pt x="4675" y="19696"/>
                  <a:pt x="4758" y="19757"/>
                  <a:pt x="4843" y="19813"/>
                </a:cubicBezTo>
                <a:lnTo>
                  <a:pt x="19813" y="4844"/>
                </a:lnTo>
                <a:cubicBezTo>
                  <a:pt x="19757" y="4758"/>
                  <a:pt x="19696" y="4675"/>
                  <a:pt x="19637" y="4591"/>
                </a:cubicBezTo>
                <a:close/>
                <a:moveTo>
                  <a:pt x="20019" y="5172"/>
                </a:moveTo>
                <a:lnTo>
                  <a:pt x="5172" y="20019"/>
                </a:lnTo>
                <a:cubicBezTo>
                  <a:pt x="5261" y="20073"/>
                  <a:pt x="5351" y="20126"/>
                  <a:pt x="5441" y="20178"/>
                </a:cubicBezTo>
                <a:lnTo>
                  <a:pt x="20178" y="5441"/>
                </a:lnTo>
                <a:cubicBezTo>
                  <a:pt x="20126" y="5351"/>
                  <a:pt x="20073" y="5261"/>
                  <a:pt x="20019" y="5172"/>
                </a:cubicBezTo>
                <a:close/>
                <a:moveTo>
                  <a:pt x="20369" y="5782"/>
                </a:moveTo>
                <a:lnTo>
                  <a:pt x="5782" y="20369"/>
                </a:lnTo>
                <a:cubicBezTo>
                  <a:pt x="5877" y="20419"/>
                  <a:pt x="5974" y="20463"/>
                  <a:pt x="6071" y="20510"/>
                </a:cubicBezTo>
                <a:lnTo>
                  <a:pt x="20510" y="6071"/>
                </a:lnTo>
                <a:cubicBezTo>
                  <a:pt x="20463" y="5975"/>
                  <a:pt x="20419" y="5878"/>
                  <a:pt x="20369" y="5782"/>
                </a:cubicBezTo>
                <a:close/>
                <a:moveTo>
                  <a:pt x="20679" y="6434"/>
                </a:moveTo>
                <a:lnTo>
                  <a:pt x="6434" y="20679"/>
                </a:lnTo>
                <a:cubicBezTo>
                  <a:pt x="6534" y="20723"/>
                  <a:pt x="6633" y="20769"/>
                  <a:pt x="6734" y="20809"/>
                </a:cubicBezTo>
                <a:lnTo>
                  <a:pt x="20809" y="6735"/>
                </a:lnTo>
                <a:cubicBezTo>
                  <a:pt x="20769" y="6634"/>
                  <a:pt x="20723" y="6534"/>
                  <a:pt x="20679" y="6434"/>
                </a:cubicBezTo>
                <a:close/>
                <a:moveTo>
                  <a:pt x="20956" y="7121"/>
                </a:moveTo>
                <a:lnTo>
                  <a:pt x="7120" y="20956"/>
                </a:lnTo>
                <a:cubicBezTo>
                  <a:pt x="7226" y="20994"/>
                  <a:pt x="7333" y="21030"/>
                  <a:pt x="7439" y="21065"/>
                </a:cubicBezTo>
                <a:lnTo>
                  <a:pt x="21065" y="7439"/>
                </a:lnTo>
                <a:cubicBezTo>
                  <a:pt x="21030" y="7333"/>
                  <a:pt x="20994" y="7226"/>
                  <a:pt x="20956" y="7121"/>
                </a:cubicBezTo>
                <a:close/>
                <a:moveTo>
                  <a:pt x="21190" y="7848"/>
                </a:moveTo>
                <a:lnTo>
                  <a:pt x="7848" y="21190"/>
                </a:lnTo>
                <a:cubicBezTo>
                  <a:pt x="7960" y="21221"/>
                  <a:pt x="8073" y="21252"/>
                  <a:pt x="8186" y="21280"/>
                </a:cubicBezTo>
                <a:lnTo>
                  <a:pt x="21280" y="8186"/>
                </a:lnTo>
                <a:cubicBezTo>
                  <a:pt x="21252" y="8073"/>
                  <a:pt x="21221" y="7960"/>
                  <a:pt x="21190" y="7848"/>
                </a:cubicBezTo>
                <a:close/>
                <a:moveTo>
                  <a:pt x="21378" y="8623"/>
                </a:moveTo>
                <a:lnTo>
                  <a:pt x="8623" y="21378"/>
                </a:lnTo>
                <a:cubicBezTo>
                  <a:pt x="8743" y="21402"/>
                  <a:pt x="8863" y="21424"/>
                  <a:pt x="8984" y="21445"/>
                </a:cubicBezTo>
                <a:lnTo>
                  <a:pt x="21445" y="8984"/>
                </a:lnTo>
                <a:cubicBezTo>
                  <a:pt x="21424" y="8864"/>
                  <a:pt x="21402" y="8743"/>
                  <a:pt x="21378" y="8623"/>
                </a:cubicBezTo>
                <a:close/>
                <a:moveTo>
                  <a:pt x="21514" y="9448"/>
                </a:moveTo>
                <a:lnTo>
                  <a:pt x="9447" y="21514"/>
                </a:lnTo>
                <a:cubicBezTo>
                  <a:pt x="9576" y="21530"/>
                  <a:pt x="9704" y="21546"/>
                  <a:pt x="9833" y="21557"/>
                </a:cubicBezTo>
                <a:lnTo>
                  <a:pt x="21557" y="9834"/>
                </a:lnTo>
                <a:cubicBezTo>
                  <a:pt x="21546" y="9705"/>
                  <a:pt x="21530" y="9576"/>
                  <a:pt x="21514" y="9448"/>
                </a:cubicBezTo>
                <a:close/>
                <a:moveTo>
                  <a:pt x="21590" y="10333"/>
                </a:moveTo>
                <a:lnTo>
                  <a:pt x="10332" y="21590"/>
                </a:lnTo>
                <a:cubicBezTo>
                  <a:pt x="10473" y="21596"/>
                  <a:pt x="10613" y="21599"/>
                  <a:pt x="10753" y="21600"/>
                </a:cubicBezTo>
                <a:lnTo>
                  <a:pt x="21600" y="10754"/>
                </a:lnTo>
                <a:cubicBezTo>
                  <a:pt x="21599" y="10613"/>
                  <a:pt x="21596" y="10473"/>
                  <a:pt x="21590" y="10333"/>
                </a:cubicBezTo>
                <a:close/>
                <a:moveTo>
                  <a:pt x="21590" y="11296"/>
                </a:moveTo>
                <a:lnTo>
                  <a:pt x="11295" y="21590"/>
                </a:lnTo>
                <a:cubicBezTo>
                  <a:pt x="11449" y="21583"/>
                  <a:pt x="11603" y="21572"/>
                  <a:pt x="11757" y="21558"/>
                </a:cubicBezTo>
                <a:lnTo>
                  <a:pt x="21558" y="11757"/>
                </a:lnTo>
                <a:cubicBezTo>
                  <a:pt x="21572" y="11603"/>
                  <a:pt x="21583" y="11450"/>
                  <a:pt x="21590" y="11296"/>
                </a:cubicBezTo>
                <a:close/>
                <a:moveTo>
                  <a:pt x="21489" y="12358"/>
                </a:moveTo>
                <a:lnTo>
                  <a:pt x="12358" y="21489"/>
                </a:lnTo>
                <a:cubicBezTo>
                  <a:pt x="12531" y="21464"/>
                  <a:pt x="12703" y="21434"/>
                  <a:pt x="12876" y="21400"/>
                </a:cubicBezTo>
                <a:lnTo>
                  <a:pt x="21400" y="12876"/>
                </a:lnTo>
                <a:cubicBezTo>
                  <a:pt x="21434" y="12704"/>
                  <a:pt x="21464" y="12531"/>
                  <a:pt x="21489" y="12358"/>
                </a:cubicBezTo>
                <a:close/>
                <a:moveTo>
                  <a:pt x="21239" y="13569"/>
                </a:moveTo>
                <a:lnTo>
                  <a:pt x="13569" y="21239"/>
                </a:lnTo>
                <a:cubicBezTo>
                  <a:pt x="13774" y="21185"/>
                  <a:pt x="13978" y="21125"/>
                  <a:pt x="14181" y="21058"/>
                </a:cubicBezTo>
                <a:lnTo>
                  <a:pt x="21058" y="14181"/>
                </a:lnTo>
                <a:cubicBezTo>
                  <a:pt x="21125" y="13978"/>
                  <a:pt x="21185" y="13774"/>
                  <a:pt x="21239" y="13569"/>
                </a:cubicBezTo>
                <a:close/>
                <a:moveTo>
                  <a:pt x="20736" y="15035"/>
                </a:moveTo>
                <a:lnTo>
                  <a:pt x="15035" y="20736"/>
                </a:lnTo>
                <a:cubicBezTo>
                  <a:pt x="15310" y="20619"/>
                  <a:pt x="15581" y="20493"/>
                  <a:pt x="15848" y="20352"/>
                </a:cubicBezTo>
                <a:lnTo>
                  <a:pt x="20352" y="15848"/>
                </a:lnTo>
                <a:cubicBezTo>
                  <a:pt x="20493" y="15581"/>
                  <a:pt x="20619" y="15310"/>
                  <a:pt x="20736" y="15035"/>
                </a:cubicBezTo>
                <a:close/>
                <a:moveTo>
                  <a:pt x="19400" y="17332"/>
                </a:moveTo>
                <a:lnTo>
                  <a:pt x="17332" y="19400"/>
                </a:lnTo>
                <a:cubicBezTo>
                  <a:pt x="17716" y="19108"/>
                  <a:pt x="18087" y="18789"/>
                  <a:pt x="18438" y="18438"/>
                </a:cubicBezTo>
                <a:cubicBezTo>
                  <a:pt x="18788" y="18087"/>
                  <a:pt x="19107" y="17716"/>
                  <a:pt x="19400" y="17332"/>
                </a:cubicBezTo>
                <a:close/>
              </a:path>
            </a:pathLst>
          </a:custGeom>
          <a:solidFill>
            <a:schemeClr val="accent4"/>
          </a:solidFill>
          <a:ln w="12700">
            <a:miter lim="400000"/>
          </a:ln>
        </p:spPr>
        <p:txBody>
          <a:bodyPr lIns="0" tIns="0" rIns="0" bIns="0" anchor="ctr"/>
          <a:lstStyle/>
          <a:p>
            <a:pPr marL="0" marR="0" lvl="0" indent="0" algn="ctr" defTabSz="8255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 kumimoji="0" sz="32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Helvetica Neue Medium"/>
              <a:sym typeface="Helvetica Neue Medium"/>
            </a:endParaRPr>
          </a:p>
        </p:txBody>
      </p:sp>
      <p:sp>
        <p:nvSpPr>
          <p:cNvPr id="241" name="Shape">
            <a:extLst>
              <a:ext uri="{FF2B5EF4-FFF2-40B4-BE49-F238E27FC236}">
                <a16:creationId xmlns:a16="http://schemas.microsoft.com/office/drawing/2014/main" id="{24FAC23B-3ACE-A4EA-F9ED-557EAF9F2F73}"/>
              </a:ext>
            </a:extLst>
          </p:cNvPr>
          <p:cNvSpPr/>
          <p:nvPr/>
        </p:nvSpPr>
        <p:spPr>
          <a:xfrm>
            <a:off x="-9782" y="-14685"/>
            <a:ext cx="5401449" cy="1371951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489" h="21600" extrusionOk="0">
                <a:moveTo>
                  <a:pt x="9876" y="0"/>
                </a:moveTo>
                <a:cubicBezTo>
                  <a:pt x="14909" y="1061"/>
                  <a:pt x="18164" y="3091"/>
                  <a:pt x="18448" y="5345"/>
                </a:cubicBezTo>
                <a:cubicBezTo>
                  <a:pt x="18695" y="7304"/>
                  <a:pt x="16642" y="9198"/>
                  <a:pt x="12885" y="10477"/>
                </a:cubicBezTo>
                <a:cubicBezTo>
                  <a:pt x="8651" y="11730"/>
                  <a:pt x="7084" y="13955"/>
                  <a:pt x="9071" y="15894"/>
                </a:cubicBezTo>
                <a:cubicBezTo>
                  <a:pt x="10355" y="17147"/>
                  <a:pt x="13013" y="18098"/>
                  <a:pt x="16290" y="18479"/>
                </a:cubicBezTo>
                <a:cubicBezTo>
                  <a:pt x="17951" y="18702"/>
                  <a:pt x="19367" y="19144"/>
                  <a:pt x="20305" y="19731"/>
                </a:cubicBezTo>
                <a:cubicBezTo>
                  <a:pt x="21193" y="20288"/>
                  <a:pt x="21600" y="20944"/>
                  <a:pt x="21463" y="21600"/>
                </a:cubicBezTo>
                <a:lnTo>
                  <a:pt x="0" y="21600"/>
                </a:lnTo>
                <a:lnTo>
                  <a:pt x="0" y="1"/>
                </a:lnTo>
                <a:lnTo>
                  <a:pt x="9876" y="0"/>
                </a:lnTo>
                <a:close/>
              </a:path>
            </a:pathLst>
          </a:custGeom>
          <a:solidFill>
            <a:schemeClr val="accent3"/>
          </a:solidFill>
          <a:ln w="12700">
            <a:miter lim="400000"/>
          </a:ln>
          <a:effectLst>
            <a:outerShdw blurRad="914400" dist="25400" dir="5400000" rotWithShape="0">
              <a:srgbClr val="000000">
                <a:alpha val="50000"/>
              </a:srgbClr>
            </a:outerShdw>
          </a:effectLst>
        </p:spPr>
        <p:txBody>
          <a:bodyPr lIns="50800" tIns="50800" rIns="50800" bIns="50800" anchor="ctr"/>
          <a:lstStyle/>
          <a:p>
            <a:pPr marL="0" marR="0" lvl="0" indent="0" algn="ctr" defTabSz="8255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3000" b="1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Helvetica Neue"/>
              <a:sym typeface="Helvetica Neue"/>
            </a:endParaRPr>
          </a:p>
        </p:txBody>
      </p:sp>
      <p:sp>
        <p:nvSpPr>
          <p:cNvPr id="242" name="Shape">
            <a:extLst>
              <a:ext uri="{FF2B5EF4-FFF2-40B4-BE49-F238E27FC236}">
                <a16:creationId xmlns:a16="http://schemas.microsoft.com/office/drawing/2014/main" id="{E58880B9-5E83-FCE9-9D55-72D07538CC9C}"/>
              </a:ext>
            </a:extLst>
          </p:cNvPr>
          <p:cNvSpPr/>
          <p:nvPr/>
        </p:nvSpPr>
        <p:spPr>
          <a:xfrm>
            <a:off x="14077382" y="-26393"/>
            <a:ext cx="10315136" cy="10264133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490" h="20992" extrusionOk="0">
                <a:moveTo>
                  <a:pt x="22" y="0"/>
                </a:moveTo>
                <a:cubicBezTo>
                  <a:pt x="-110" y="1123"/>
                  <a:pt x="362" y="2232"/>
                  <a:pt x="1268" y="2930"/>
                </a:cubicBezTo>
                <a:cubicBezTo>
                  <a:pt x="2187" y="3637"/>
                  <a:pt x="3418" y="3817"/>
                  <a:pt x="4507" y="3403"/>
                </a:cubicBezTo>
                <a:cubicBezTo>
                  <a:pt x="6055" y="2610"/>
                  <a:pt x="7961" y="3061"/>
                  <a:pt x="8970" y="4460"/>
                </a:cubicBezTo>
                <a:cubicBezTo>
                  <a:pt x="9809" y="5622"/>
                  <a:pt x="9807" y="7178"/>
                  <a:pt x="8965" y="8338"/>
                </a:cubicBezTo>
                <a:cubicBezTo>
                  <a:pt x="6771" y="11924"/>
                  <a:pt x="7613" y="16550"/>
                  <a:pt x="10936" y="19169"/>
                </a:cubicBezTo>
                <a:cubicBezTo>
                  <a:pt x="14018" y="21597"/>
                  <a:pt x="18405" y="21600"/>
                  <a:pt x="21490" y="19175"/>
                </a:cubicBezTo>
                <a:lnTo>
                  <a:pt x="21490" y="35"/>
                </a:lnTo>
                <a:lnTo>
                  <a:pt x="22" y="0"/>
                </a:lnTo>
                <a:close/>
              </a:path>
            </a:pathLst>
          </a:custGeom>
          <a:solidFill>
            <a:schemeClr val="accent3"/>
          </a:solidFill>
          <a:ln w="12700">
            <a:miter lim="400000"/>
          </a:ln>
          <a:effectLst>
            <a:outerShdw blurRad="914400" dist="25400" dir="5400000" rotWithShape="0">
              <a:srgbClr val="000000">
                <a:alpha val="50000"/>
              </a:srgbClr>
            </a:outerShdw>
          </a:effectLst>
        </p:spPr>
        <p:txBody>
          <a:bodyPr lIns="50800" tIns="50800" rIns="50800" bIns="50800" anchor="ctr"/>
          <a:lstStyle/>
          <a:p>
            <a:pPr marL="0" marR="0" lvl="0" indent="0" algn="ctr" defTabSz="8255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3000" b="1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Helvetica Neue"/>
              <a:sym typeface="Helvetica Neue"/>
            </a:endParaRPr>
          </a:p>
        </p:txBody>
      </p:sp>
      <p:sp>
        <p:nvSpPr>
          <p:cNvPr id="243" name="Circle">
            <a:extLst>
              <a:ext uri="{FF2B5EF4-FFF2-40B4-BE49-F238E27FC236}">
                <a16:creationId xmlns:a16="http://schemas.microsoft.com/office/drawing/2014/main" id="{80BEAE99-4A89-92ED-78B6-A4D4149AEAC8}"/>
              </a:ext>
            </a:extLst>
          </p:cNvPr>
          <p:cNvSpPr/>
          <p:nvPr/>
        </p:nvSpPr>
        <p:spPr>
          <a:xfrm>
            <a:off x="19803433" y="-1288291"/>
            <a:ext cx="2709535" cy="2709535"/>
          </a:xfrm>
          <a:prstGeom prst="ellipse">
            <a:avLst/>
          </a:prstGeom>
          <a:gradFill>
            <a:gsLst>
              <a:gs pos="0">
                <a:schemeClr val="accent2"/>
              </a:gs>
              <a:gs pos="100000">
                <a:schemeClr val="accent1"/>
              </a:gs>
            </a:gsLst>
            <a:lin ang="5400000"/>
          </a:gradFill>
          <a:ln w="12700">
            <a:miter lim="400000"/>
          </a:ln>
        </p:spPr>
        <p:txBody>
          <a:bodyPr lIns="0" tIns="0" rIns="0" bIns="0" anchor="ctr"/>
          <a:lstStyle/>
          <a:p>
            <a:pPr marL="0" marR="0" lvl="0" indent="0" algn="ctr" defTabSz="8255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 kumimoji="0" sz="32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Helvetica Neue Medium"/>
              <a:sym typeface="Helvetica Neue Medium"/>
            </a:endParaRPr>
          </a:p>
        </p:txBody>
      </p:sp>
      <p:sp>
        <p:nvSpPr>
          <p:cNvPr id="244" name="Circle">
            <a:extLst>
              <a:ext uri="{FF2B5EF4-FFF2-40B4-BE49-F238E27FC236}">
                <a16:creationId xmlns:a16="http://schemas.microsoft.com/office/drawing/2014/main" id="{F5FF2A6D-5D65-6128-F90E-E64397096C1F}"/>
              </a:ext>
            </a:extLst>
          </p:cNvPr>
          <p:cNvSpPr/>
          <p:nvPr/>
        </p:nvSpPr>
        <p:spPr>
          <a:xfrm>
            <a:off x="21418714" y="7413590"/>
            <a:ext cx="494973" cy="494973"/>
          </a:xfrm>
          <a:prstGeom prst="ellipse">
            <a:avLst/>
          </a:prstGeom>
          <a:gradFill>
            <a:gsLst>
              <a:gs pos="0">
                <a:schemeClr val="accent2"/>
              </a:gs>
              <a:gs pos="100000">
                <a:schemeClr val="accent1"/>
              </a:gs>
            </a:gsLst>
            <a:lin ang="5400000"/>
          </a:gradFill>
          <a:ln w="12700">
            <a:miter lim="400000"/>
          </a:ln>
        </p:spPr>
        <p:txBody>
          <a:bodyPr lIns="0" tIns="0" rIns="0" bIns="0" anchor="ctr"/>
          <a:lstStyle/>
          <a:p>
            <a:pPr marL="0" marR="0" lvl="0" indent="0" algn="ctr" defTabSz="8255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 kumimoji="0" sz="32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Helvetica Neue Medium"/>
              <a:sym typeface="Helvetica Neue Medium"/>
            </a:endParaRPr>
          </a:p>
        </p:txBody>
      </p:sp>
      <p:sp>
        <p:nvSpPr>
          <p:cNvPr id="245" name="Circle">
            <a:extLst>
              <a:ext uri="{FF2B5EF4-FFF2-40B4-BE49-F238E27FC236}">
                <a16:creationId xmlns:a16="http://schemas.microsoft.com/office/drawing/2014/main" id="{104F1250-219D-1838-BAD9-37ABA56A3DCF}"/>
              </a:ext>
            </a:extLst>
          </p:cNvPr>
          <p:cNvSpPr/>
          <p:nvPr/>
        </p:nvSpPr>
        <p:spPr>
          <a:xfrm>
            <a:off x="3257714" y="11223590"/>
            <a:ext cx="494973" cy="494973"/>
          </a:xfrm>
          <a:prstGeom prst="ellipse">
            <a:avLst/>
          </a:prstGeom>
          <a:gradFill>
            <a:gsLst>
              <a:gs pos="0">
                <a:schemeClr val="accent2"/>
              </a:gs>
              <a:gs pos="100000">
                <a:schemeClr val="accent1"/>
              </a:gs>
            </a:gsLst>
            <a:lin ang="5400000"/>
          </a:gradFill>
          <a:ln w="12700">
            <a:miter lim="400000"/>
          </a:ln>
        </p:spPr>
        <p:txBody>
          <a:bodyPr lIns="0" tIns="0" rIns="0" bIns="0" anchor="ctr"/>
          <a:lstStyle/>
          <a:p>
            <a:pPr marL="0" marR="0" lvl="0" indent="0" algn="ctr" defTabSz="8255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 kumimoji="0" sz="32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Helvetica Neue Medium"/>
              <a:sym typeface="Helvetica Neue Medium"/>
            </a:endParaRPr>
          </a:p>
        </p:txBody>
      </p:sp>
      <p:sp>
        <p:nvSpPr>
          <p:cNvPr id="246" name="Circle">
            <a:extLst>
              <a:ext uri="{FF2B5EF4-FFF2-40B4-BE49-F238E27FC236}">
                <a16:creationId xmlns:a16="http://schemas.microsoft.com/office/drawing/2014/main" id="{D909EBB6-3C05-95E5-232F-E947D03BE72C}"/>
              </a:ext>
            </a:extLst>
          </p:cNvPr>
          <p:cNvSpPr/>
          <p:nvPr/>
        </p:nvSpPr>
        <p:spPr>
          <a:xfrm>
            <a:off x="1178535" y="3912012"/>
            <a:ext cx="1046530" cy="1046530"/>
          </a:xfrm>
          <a:prstGeom prst="ellipse">
            <a:avLst/>
          </a:prstGeom>
          <a:gradFill>
            <a:gsLst>
              <a:gs pos="0">
                <a:schemeClr val="accent2"/>
              </a:gs>
              <a:gs pos="100000">
                <a:schemeClr val="accent1"/>
              </a:gs>
            </a:gsLst>
            <a:lin ang="5400000"/>
          </a:gradFill>
          <a:ln w="12700">
            <a:miter lim="400000"/>
          </a:ln>
        </p:spPr>
        <p:txBody>
          <a:bodyPr lIns="0" tIns="0" rIns="0" bIns="0" anchor="ctr"/>
          <a:lstStyle/>
          <a:p>
            <a:pPr marL="0" marR="0" lvl="0" indent="0" algn="ctr" defTabSz="8255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 kumimoji="0" sz="32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Helvetica Neue Medium"/>
              <a:sym typeface="Helvetica Neue Medium"/>
            </a:endParaRPr>
          </a:p>
        </p:txBody>
      </p:sp>
      <p:sp>
        <p:nvSpPr>
          <p:cNvPr id="247" name="Circle">
            <a:extLst>
              <a:ext uri="{FF2B5EF4-FFF2-40B4-BE49-F238E27FC236}">
                <a16:creationId xmlns:a16="http://schemas.microsoft.com/office/drawing/2014/main" id="{50A341C1-09A5-517A-B48D-B6E37CDF3E4D}"/>
              </a:ext>
            </a:extLst>
          </p:cNvPr>
          <p:cNvSpPr/>
          <p:nvPr/>
        </p:nvSpPr>
        <p:spPr>
          <a:xfrm>
            <a:off x="7653501" y="-1347822"/>
            <a:ext cx="1812598" cy="1812597"/>
          </a:xfrm>
          <a:prstGeom prst="ellipse">
            <a:avLst/>
          </a:prstGeom>
          <a:gradFill>
            <a:gsLst>
              <a:gs pos="0">
                <a:schemeClr val="accent2"/>
              </a:gs>
              <a:gs pos="100000">
                <a:schemeClr val="accent1"/>
              </a:gs>
            </a:gsLst>
            <a:lin ang="5400000"/>
          </a:gradFill>
          <a:ln w="12700">
            <a:miter lim="400000"/>
          </a:ln>
        </p:spPr>
        <p:txBody>
          <a:bodyPr lIns="0" tIns="0" rIns="0" bIns="0" anchor="ctr"/>
          <a:lstStyle/>
          <a:p>
            <a:pPr marL="0" marR="0" lvl="0" indent="0" algn="ctr" defTabSz="8255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 kumimoji="0" sz="32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Helvetica Neue Medium"/>
              <a:sym typeface="Helvetica Neue Medium"/>
            </a:endParaRPr>
          </a:p>
        </p:txBody>
      </p:sp>
      <p:sp>
        <p:nvSpPr>
          <p:cNvPr id="248" name="Circle">
            <a:extLst>
              <a:ext uri="{FF2B5EF4-FFF2-40B4-BE49-F238E27FC236}">
                <a16:creationId xmlns:a16="http://schemas.microsoft.com/office/drawing/2014/main" id="{8335E8FE-4C0A-367F-609D-959574DF2689}"/>
              </a:ext>
            </a:extLst>
          </p:cNvPr>
          <p:cNvSpPr/>
          <p:nvPr/>
        </p:nvSpPr>
        <p:spPr>
          <a:xfrm>
            <a:off x="16592714" y="12010990"/>
            <a:ext cx="494973" cy="494973"/>
          </a:xfrm>
          <a:prstGeom prst="ellipse">
            <a:avLst/>
          </a:prstGeom>
          <a:gradFill>
            <a:gsLst>
              <a:gs pos="0">
                <a:schemeClr val="accent2"/>
              </a:gs>
              <a:gs pos="100000">
                <a:schemeClr val="accent1"/>
              </a:gs>
            </a:gsLst>
            <a:lin ang="5400000"/>
          </a:gradFill>
          <a:ln w="12700">
            <a:miter lim="400000"/>
          </a:ln>
        </p:spPr>
        <p:txBody>
          <a:bodyPr lIns="0" tIns="0" rIns="0" bIns="0" anchor="ctr"/>
          <a:lstStyle/>
          <a:p>
            <a:pPr marL="0" marR="0" lvl="0" indent="0" algn="ctr" defTabSz="8255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 kumimoji="0" sz="32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Helvetica Neue Medium"/>
              <a:sym typeface="Helvetica Neue Medium"/>
            </a:endParaRPr>
          </a:p>
        </p:txBody>
      </p:sp>
      <p:sp>
        <p:nvSpPr>
          <p:cNvPr id="249" name="THANK YOU!">
            <a:extLst>
              <a:ext uri="{FF2B5EF4-FFF2-40B4-BE49-F238E27FC236}">
                <a16:creationId xmlns:a16="http://schemas.microsoft.com/office/drawing/2014/main" id="{15654106-1B4E-2992-0186-6F8440C7EFC5}"/>
              </a:ext>
            </a:extLst>
          </p:cNvPr>
          <p:cNvSpPr txBox="1"/>
          <p:nvPr/>
        </p:nvSpPr>
        <p:spPr>
          <a:xfrm>
            <a:off x="4759289" y="6006485"/>
            <a:ext cx="15311841" cy="170303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50800" tIns="50800" rIns="50800" bIns="50800" anchor="ctr">
            <a:spAutoFit/>
          </a:bodyPr>
          <a:lstStyle/>
          <a:p>
            <a:pPr marL="0" marR="0" lvl="0" indent="0" defTabSz="8255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5000" b="0">
                <a:solidFill>
                  <a:srgbClr val="F6C543"/>
                </a:solidFill>
                <a:latin typeface="Impact"/>
                <a:ea typeface="Impact"/>
                <a:cs typeface="Impact"/>
                <a:sym typeface="Impact"/>
              </a:defRPr>
            </a:pPr>
            <a:r>
              <a:rPr kumimoji="0" lang="zh-CN" altLang="en-US" sz="104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华文楷体" panose="02010600040101010101" pitchFamily="2" charset="-122"/>
                <a:ea typeface="华文楷体" panose="02010600040101010101" pitchFamily="2" charset="-122"/>
                <a:sym typeface="Impact"/>
              </a:rPr>
              <a:t>预祝大家取得理想成绩！</a:t>
            </a:r>
            <a:endParaRPr kumimoji="0" sz="104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华文楷体" panose="02010600040101010101" pitchFamily="2" charset="-122"/>
              <a:ea typeface="华文楷体" panose="02010600040101010101" pitchFamily="2" charset="-122"/>
              <a:sym typeface="Impact"/>
            </a:endParaRPr>
          </a:p>
        </p:txBody>
      </p:sp>
      <p:sp>
        <p:nvSpPr>
          <p:cNvPr id="250" name="Shape">
            <a:extLst>
              <a:ext uri="{FF2B5EF4-FFF2-40B4-BE49-F238E27FC236}">
                <a16:creationId xmlns:a16="http://schemas.microsoft.com/office/drawing/2014/main" id="{8C982736-9AA1-152B-A8DF-CEDE7B4C8EC5}"/>
              </a:ext>
            </a:extLst>
          </p:cNvPr>
          <p:cNvSpPr/>
          <p:nvPr/>
        </p:nvSpPr>
        <p:spPr>
          <a:xfrm>
            <a:off x="1623485" y="7350797"/>
            <a:ext cx="1046530" cy="104640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9679" h="20595" extrusionOk="0">
                <a:moveTo>
                  <a:pt x="9839" y="0"/>
                </a:moveTo>
                <a:cubicBezTo>
                  <a:pt x="7321" y="0"/>
                  <a:pt x="4802" y="1006"/>
                  <a:pt x="2881" y="3017"/>
                </a:cubicBezTo>
                <a:cubicBezTo>
                  <a:pt x="-961" y="7038"/>
                  <a:pt x="-961" y="13557"/>
                  <a:pt x="2881" y="17578"/>
                </a:cubicBezTo>
                <a:cubicBezTo>
                  <a:pt x="6724" y="21600"/>
                  <a:pt x="12954" y="21600"/>
                  <a:pt x="16797" y="17578"/>
                </a:cubicBezTo>
                <a:cubicBezTo>
                  <a:pt x="20639" y="13557"/>
                  <a:pt x="20639" y="7038"/>
                  <a:pt x="16797" y="3017"/>
                </a:cubicBezTo>
                <a:cubicBezTo>
                  <a:pt x="14876" y="1006"/>
                  <a:pt x="12357" y="0"/>
                  <a:pt x="9839" y="0"/>
                </a:cubicBezTo>
                <a:close/>
                <a:moveTo>
                  <a:pt x="9839" y="2649"/>
                </a:moveTo>
                <a:cubicBezTo>
                  <a:pt x="11709" y="2649"/>
                  <a:pt x="13580" y="3397"/>
                  <a:pt x="15007" y="4890"/>
                </a:cubicBezTo>
                <a:cubicBezTo>
                  <a:pt x="17861" y="7877"/>
                  <a:pt x="17861" y="12718"/>
                  <a:pt x="15007" y="15705"/>
                </a:cubicBezTo>
                <a:cubicBezTo>
                  <a:pt x="12153" y="18692"/>
                  <a:pt x="7525" y="18692"/>
                  <a:pt x="4671" y="15705"/>
                </a:cubicBezTo>
                <a:cubicBezTo>
                  <a:pt x="1817" y="12718"/>
                  <a:pt x="1817" y="7877"/>
                  <a:pt x="4671" y="4890"/>
                </a:cubicBezTo>
                <a:cubicBezTo>
                  <a:pt x="6098" y="3397"/>
                  <a:pt x="7969" y="2649"/>
                  <a:pt x="9839" y="2649"/>
                </a:cubicBezTo>
                <a:close/>
              </a:path>
            </a:pathLst>
          </a:custGeom>
          <a:gradFill>
            <a:gsLst>
              <a:gs pos="0">
                <a:schemeClr val="accent2"/>
              </a:gs>
              <a:gs pos="100000">
                <a:schemeClr val="accent1"/>
              </a:gs>
            </a:gsLst>
            <a:lin ang="5400000"/>
          </a:gradFill>
          <a:ln w="12700">
            <a:miter lim="400000"/>
          </a:ln>
        </p:spPr>
        <p:txBody>
          <a:bodyPr lIns="0" tIns="0" rIns="0" bIns="0" anchor="ctr"/>
          <a:lstStyle/>
          <a:p>
            <a:pPr marL="0" marR="0" lvl="0" indent="0" algn="ctr" defTabSz="8255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 kumimoji="0" sz="32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Helvetica Neue Medium"/>
              <a:sym typeface="Helvetica Neue Medium"/>
            </a:endParaRPr>
          </a:p>
        </p:txBody>
      </p:sp>
      <p:sp>
        <p:nvSpPr>
          <p:cNvPr id="251" name="Shape">
            <a:extLst>
              <a:ext uri="{FF2B5EF4-FFF2-40B4-BE49-F238E27FC236}">
                <a16:creationId xmlns:a16="http://schemas.microsoft.com/office/drawing/2014/main" id="{CFBAD237-0644-2207-2CC8-3F57741045CE}"/>
              </a:ext>
            </a:extLst>
          </p:cNvPr>
          <p:cNvSpPr/>
          <p:nvPr/>
        </p:nvSpPr>
        <p:spPr>
          <a:xfrm>
            <a:off x="18939296" y="9096486"/>
            <a:ext cx="2330506" cy="233022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9679" h="20595" extrusionOk="0">
                <a:moveTo>
                  <a:pt x="9839" y="0"/>
                </a:moveTo>
                <a:cubicBezTo>
                  <a:pt x="7321" y="0"/>
                  <a:pt x="4802" y="1006"/>
                  <a:pt x="2881" y="3017"/>
                </a:cubicBezTo>
                <a:cubicBezTo>
                  <a:pt x="-961" y="7038"/>
                  <a:pt x="-961" y="13557"/>
                  <a:pt x="2881" y="17578"/>
                </a:cubicBezTo>
                <a:cubicBezTo>
                  <a:pt x="6724" y="21600"/>
                  <a:pt x="12954" y="21600"/>
                  <a:pt x="16797" y="17578"/>
                </a:cubicBezTo>
                <a:cubicBezTo>
                  <a:pt x="20639" y="13557"/>
                  <a:pt x="20639" y="7038"/>
                  <a:pt x="16797" y="3017"/>
                </a:cubicBezTo>
                <a:cubicBezTo>
                  <a:pt x="14876" y="1006"/>
                  <a:pt x="12357" y="0"/>
                  <a:pt x="9839" y="0"/>
                </a:cubicBezTo>
                <a:close/>
                <a:moveTo>
                  <a:pt x="9839" y="2649"/>
                </a:moveTo>
                <a:cubicBezTo>
                  <a:pt x="11709" y="2649"/>
                  <a:pt x="13580" y="3397"/>
                  <a:pt x="15007" y="4890"/>
                </a:cubicBezTo>
                <a:cubicBezTo>
                  <a:pt x="17861" y="7877"/>
                  <a:pt x="17861" y="12718"/>
                  <a:pt x="15007" y="15705"/>
                </a:cubicBezTo>
                <a:cubicBezTo>
                  <a:pt x="12153" y="18692"/>
                  <a:pt x="7525" y="18692"/>
                  <a:pt x="4671" y="15705"/>
                </a:cubicBezTo>
                <a:cubicBezTo>
                  <a:pt x="1817" y="12718"/>
                  <a:pt x="1817" y="7877"/>
                  <a:pt x="4671" y="4890"/>
                </a:cubicBezTo>
                <a:cubicBezTo>
                  <a:pt x="6098" y="3397"/>
                  <a:pt x="7969" y="2649"/>
                  <a:pt x="9839" y="2649"/>
                </a:cubicBezTo>
                <a:close/>
              </a:path>
            </a:pathLst>
          </a:custGeom>
          <a:gradFill>
            <a:gsLst>
              <a:gs pos="0">
                <a:schemeClr val="accent2"/>
              </a:gs>
              <a:gs pos="100000">
                <a:schemeClr val="accent1"/>
              </a:gs>
            </a:gsLst>
            <a:lin ang="5400000"/>
          </a:gradFill>
          <a:ln w="12700">
            <a:miter lim="400000"/>
          </a:ln>
        </p:spPr>
        <p:txBody>
          <a:bodyPr lIns="0" tIns="0" rIns="0" bIns="0" anchor="ctr"/>
          <a:lstStyle/>
          <a:p>
            <a:pPr marL="0" marR="0" lvl="0" indent="0" algn="ctr" defTabSz="8255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 kumimoji="0" sz="32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Helvetica Neue Medium"/>
              <a:sym typeface="Helvetica Neue Medium"/>
            </a:endParaRPr>
          </a:p>
        </p:txBody>
      </p:sp>
      <p:sp>
        <p:nvSpPr>
          <p:cNvPr id="252" name="Shape">
            <a:extLst>
              <a:ext uri="{FF2B5EF4-FFF2-40B4-BE49-F238E27FC236}">
                <a16:creationId xmlns:a16="http://schemas.microsoft.com/office/drawing/2014/main" id="{D601A425-842E-730A-2F67-728984633808}"/>
              </a:ext>
            </a:extLst>
          </p:cNvPr>
          <p:cNvSpPr/>
          <p:nvPr/>
        </p:nvSpPr>
        <p:spPr>
          <a:xfrm>
            <a:off x="21530096" y="2166365"/>
            <a:ext cx="4663288" cy="466272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9679" h="20595" extrusionOk="0">
                <a:moveTo>
                  <a:pt x="9839" y="0"/>
                </a:moveTo>
                <a:cubicBezTo>
                  <a:pt x="7321" y="0"/>
                  <a:pt x="4802" y="1006"/>
                  <a:pt x="2881" y="3017"/>
                </a:cubicBezTo>
                <a:cubicBezTo>
                  <a:pt x="-961" y="7038"/>
                  <a:pt x="-961" y="13557"/>
                  <a:pt x="2881" y="17578"/>
                </a:cubicBezTo>
                <a:cubicBezTo>
                  <a:pt x="6724" y="21600"/>
                  <a:pt x="12954" y="21600"/>
                  <a:pt x="16797" y="17578"/>
                </a:cubicBezTo>
                <a:cubicBezTo>
                  <a:pt x="20639" y="13557"/>
                  <a:pt x="20639" y="7038"/>
                  <a:pt x="16797" y="3017"/>
                </a:cubicBezTo>
                <a:cubicBezTo>
                  <a:pt x="14876" y="1006"/>
                  <a:pt x="12357" y="0"/>
                  <a:pt x="9839" y="0"/>
                </a:cubicBezTo>
                <a:close/>
                <a:moveTo>
                  <a:pt x="9839" y="2649"/>
                </a:moveTo>
                <a:cubicBezTo>
                  <a:pt x="11709" y="2649"/>
                  <a:pt x="13580" y="3397"/>
                  <a:pt x="15007" y="4890"/>
                </a:cubicBezTo>
                <a:cubicBezTo>
                  <a:pt x="17861" y="7877"/>
                  <a:pt x="17861" y="12718"/>
                  <a:pt x="15007" y="15705"/>
                </a:cubicBezTo>
                <a:cubicBezTo>
                  <a:pt x="12153" y="18692"/>
                  <a:pt x="7525" y="18692"/>
                  <a:pt x="4671" y="15705"/>
                </a:cubicBezTo>
                <a:cubicBezTo>
                  <a:pt x="1817" y="12718"/>
                  <a:pt x="1817" y="7877"/>
                  <a:pt x="4671" y="4890"/>
                </a:cubicBezTo>
                <a:cubicBezTo>
                  <a:pt x="6098" y="3397"/>
                  <a:pt x="7969" y="2649"/>
                  <a:pt x="9839" y="2649"/>
                </a:cubicBezTo>
                <a:close/>
              </a:path>
            </a:pathLst>
          </a:custGeom>
          <a:gradFill>
            <a:gsLst>
              <a:gs pos="0">
                <a:schemeClr val="accent2"/>
              </a:gs>
              <a:gs pos="100000">
                <a:schemeClr val="accent1"/>
              </a:gs>
            </a:gsLst>
            <a:lin ang="5400000"/>
          </a:gradFill>
          <a:ln w="12700">
            <a:miter lim="400000"/>
          </a:ln>
        </p:spPr>
        <p:txBody>
          <a:bodyPr lIns="0" tIns="0" rIns="0" bIns="0" anchor="ctr"/>
          <a:lstStyle/>
          <a:p>
            <a:pPr marL="0" marR="0" lvl="0" indent="0" algn="ctr" defTabSz="8255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 kumimoji="0" sz="32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Helvetica Neue Medium"/>
              <a:sym typeface="Helvetica Neue Medium"/>
            </a:endParaRPr>
          </a:p>
        </p:txBody>
      </p:sp>
    </p:spTree>
    <p:extLst>
      <p:ext uri="{BB962C8B-B14F-4D97-AF65-F5344CB8AC3E}">
        <p14:creationId xmlns:p14="http://schemas.microsoft.com/office/powerpoint/2010/main" val="2804753295"/>
      </p:ext>
    </p:extLst>
  </p:cSld>
  <p:clrMapOvr>
    <a:masterClrMapping/>
  </p:clrMapOvr>
  <p:transition spd="med"/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Shape"/>
          <p:cNvSpPr/>
          <p:nvPr/>
        </p:nvSpPr>
        <p:spPr>
          <a:xfrm>
            <a:off x="12552091" y="-805657"/>
            <a:ext cx="2709717" cy="270939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9679" h="20595" extrusionOk="0">
                <a:moveTo>
                  <a:pt x="9839" y="0"/>
                </a:moveTo>
                <a:cubicBezTo>
                  <a:pt x="7321" y="0"/>
                  <a:pt x="4802" y="1006"/>
                  <a:pt x="2881" y="3017"/>
                </a:cubicBezTo>
                <a:cubicBezTo>
                  <a:pt x="-961" y="7038"/>
                  <a:pt x="-961" y="13557"/>
                  <a:pt x="2881" y="17578"/>
                </a:cubicBezTo>
                <a:cubicBezTo>
                  <a:pt x="6724" y="21600"/>
                  <a:pt x="12954" y="21600"/>
                  <a:pt x="16797" y="17578"/>
                </a:cubicBezTo>
                <a:cubicBezTo>
                  <a:pt x="20639" y="13557"/>
                  <a:pt x="20639" y="7038"/>
                  <a:pt x="16797" y="3017"/>
                </a:cubicBezTo>
                <a:cubicBezTo>
                  <a:pt x="14876" y="1006"/>
                  <a:pt x="12357" y="0"/>
                  <a:pt x="9839" y="0"/>
                </a:cubicBezTo>
                <a:close/>
                <a:moveTo>
                  <a:pt x="9839" y="2649"/>
                </a:moveTo>
                <a:cubicBezTo>
                  <a:pt x="11709" y="2649"/>
                  <a:pt x="13580" y="3397"/>
                  <a:pt x="15007" y="4890"/>
                </a:cubicBezTo>
                <a:cubicBezTo>
                  <a:pt x="17861" y="7877"/>
                  <a:pt x="17861" y="12718"/>
                  <a:pt x="15007" y="15705"/>
                </a:cubicBezTo>
                <a:cubicBezTo>
                  <a:pt x="12153" y="18692"/>
                  <a:pt x="7525" y="18692"/>
                  <a:pt x="4671" y="15705"/>
                </a:cubicBezTo>
                <a:cubicBezTo>
                  <a:pt x="1817" y="12718"/>
                  <a:pt x="1817" y="7877"/>
                  <a:pt x="4671" y="4890"/>
                </a:cubicBezTo>
                <a:cubicBezTo>
                  <a:pt x="6098" y="3397"/>
                  <a:pt x="7969" y="2649"/>
                  <a:pt x="9839" y="2649"/>
                </a:cubicBezTo>
                <a:close/>
              </a:path>
            </a:pathLst>
          </a:custGeom>
          <a:gradFill>
            <a:gsLst>
              <a:gs pos="0">
                <a:schemeClr val="accent2"/>
              </a:gs>
              <a:gs pos="100000">
                <a:schemeClr val="accent1"/>
              </a:gs>
            </a:gsLst>
            <a:lin ang="5400000"/>
          </a:gradFill>
          <a:ln w="12700">
            <a:miter lim="400000"/>
          </a:ln>
        </p:spPr>
        <p:txBody>
          <a:bodyPr lIns="0" tIns="0" rIns="0" bIns="0" anchor="ctr"/>
          <a:lstStyle/>
          <a:p>
            <a:pPr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/>
          </a:p>
        </p:txBody>
      </p:sp>
      <p:sp>
        <p:nvSpPr>
          <p:cNvPr id="236" name="Shape"/>
          <p:cNvSpPr/>
          <p:nvPr/>
        </p:nvSpPr>
        <p:spPr>
          <a:xfrm>
            <a:off x="14339439" y="2620192"/>
            <a:ext cx="6322300" cy="632257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800" y="0"/>
                </a:moveTo>
                <a:cubicBezTo>
                  <a:pt x="10787" y="0"/>
                  <a:pt x="10773" y="1"/>
                  <a:pt x="10759" y="1"/>
                </a:cubicBezTo>
                <a:lnTo>
                  <a:pt x="1" y="10760"/>
                </a:lnTo>
                <a:cubicBezTo>
                  <a:pt x="0" y="10900"/>
                  <a:pt x="3" y="11040"/>
                  <a:pt x="8" y="11181"/>
                </a:cubicBezTo>
                <a:lnTo>
                  <a:pt x="11180" y="9"/>
                </a:lnTo>
                <a:cubicBezTo>
                  <a:pt x="11054" y="4"/>
                  <a:pt x="10927" y="0"/>
                  <a:pt x="10800" y="0"/>
                </a:cubicBezTo>
                <a:close/>
                <a:moveTo>
                  <a:pt x="10211" y="17"/>
                </a:moveTo>
                <a:cubicBezTo>
                  <a:pt x="10057" y="25"/>
                  <a:pt x="9903" y="36"/>
                  <a:pt x="9748" y="51"/>
                </a:cubicBezTo>
                <a:lnTo>
                  <a:pt x="50" y="9749"/>
                </a:lnTo>
                <a:cubicBezTo>
                  <a:pt x="35" y="9903"/>
                  <a:pt x="25" y="10057"/>
                  <a:pt x="16" y="10212"/>
                </a:cubicBezTo>
                <a:lnTo>
                  <a:pt x="10211" y="17"/>
                </a:lnTo>
                <a:close/>
                <a:moveTo>
                  <a:pt x="11683" y="38"/>
                </a:moveTo>
                <a:lnTo>
                  <a:pt x="38" y="11684"/>
                </a:lnTo>
                <a:cubicBezTo>
                  <a:pt x="48" y="11814"/>
                  <a:pt x="62" y="11944"/>
                  <a:pt x="78" y="12075"/>
                </a:cubicBezTo>
                <a:lnTo>
                  <a:pt x="12074" y="78"/>
                </a:lnTo>
                <a:cubicBezTo>
                  <a:pt x="11944" y="63"/>
                  <a:pt x="11814" y="49"/>
                  <a:pt x="11683" y="38"/>
                </a:cubicBezTo>
                <a:close/>
                <a:moveTo>
                  <a:pt x="9136" y="131"/>
                </a:moveTo>
                <a:cubicBezTo>
                  <a:pt x="8960" y="158"/>
                  <a:pt x="8786" y="190"/>
                  <a:pt x="8611" y="226"/>
                </a:cubicBezTo>
                <a:lnTo>
                  <a:pt x="226" y="8611"/>
                </a:lnTo>
                <a:cubicBezTo>
                  <a:pt x="190" y="8786"/>
                  <a:pt x="157" y="8961"/>
                  <a:pt x="130" y="9137"/>
                </a:cubicBezTo>
                <a:lnTo>
                  <a:pt x="9136" y="131"/>
                </a:lnTo>
                <a:close/>
                <a:moveTo>
                  <a:pt x="12541" y="143"/>
                </a:moveTo>
                <a:lnTo>
                  <a:pt x="143" y="12541"/>
                </a:lnTo>
                <a:cubicBezTo>
                  <a:pt x="163" y="12663"/>
                  <a:pt x="183" y="12785"/>
                  <a:pt x="207" y="12906"/>
                </a:cubicBezTo>
                <a:lnTo>
                  <a:pt x="12906" y="208"/>
                </a:lnTo>
                <a:cubicBezTo>
                  <a:pt x="12785" y="184"/>
                  <a:pt x="12663" y="163"/>
                  <a:pt x="12541" y="143"/>
                </a:cubicBezTo>
                <a:close/>
                <a:moveTo>
                  <a:pt x="13343" y="303"/>
                </a:moveTo>
                <a:lnTo>
                  <a:pt x="303" y="13343"/>
                </a:lnTo>
                <a:cubicBezTo>
                  <a:pt x="330" y="13456"/>
                  <a:pt x="361" y="13569"/>
                  <a:pt x="392" y="13682"/>
                </a:cubicBezTo>
                <a:lnTo>
                  <a:pt x="13682" y="393"/>
                </a:lnTo>
                <a:cubicBezTo>
                  <a:pt x="13569" y="362"/>
                  <a:pt x="13456" y="331"/>
                  <a:pt x="13343" y="303"/>
                </a:cubicBezTo>
                <a:close/>
                <a:moveTo>
                  <a:pt x="7909" y="395"/>
                </a:moveTo>
                <a:cubicBezTo>
                  <a:pt x="7701" y="452"/>
                  <a:pt x="7495" y="515"/>
                  <a:pt x="7290" y="585"/>
                </a:cubicBezTo>
                <a:lnTo>
                  <a:pt x="584" y="7290"/>
                </a:lnTo>
                <a:cubicBezTo>
                  <a:pt x="514" y="7495"/>
                  <a:pt x="452" y="7702"/>
                  <a:pt x="394" y="7909"/>
                </a:cubicBezTo>
                <a:lnTo>
                  <a:pt x="7909" y="395"/>
                </a:lnTo>
                <a:close/>
                <a:moveTo>
                  <a:pt x="14094" y="515"/>
                </a:moveTo>
                <a:lnTo>
                  <a:pt x="514" y="14094"/>
                </a:lnTo>
                <a:cubicBezTo>
                  <a:pt x="549" y="14202"/>
                  <a:pt x="583" y="14310"/>
                  <a:pt x="620" y="14417"/>
                </a:cubicBezTo>
                <a:lnTo>
                  <a:pt x="14417" y="621"/>
                </a:lnTo>
                <a:cubicBezTo>
                  <a:pt x="14310" y="583"/>
                  <a:pt x="14202" y="549"/>
                  <a:pt x="14094" y="515"/>
                </a:cubicBezTo>
                <a:close/>
                <a:moveTo>
                  <a:pt x="14804" y="767"/>
                </a:moveTo>
                <a:lnTo>
                  <a:pt x="767" y="14804"/>
                </a:lnTo>
                <a:cubicBezTo>
                  <a:pt x="807" y="14905"/>
                  <a:pt x="851" y="15004"/>
                  <a:pt x="894" y="15104"/>
                </a:cubicBezTo>
                <a:lnTo>
                  <a:pt x="15104" y="895"/>
                </a:lnTo>
                <a:cubicBezTo>
                  <a:pt x="15004" y="852"/>
                  <a:pt x="14905" y="807"/>
                  <a:pt x="14804" y="767"/>
                </a:cubicBezTo>
                <a:close/>
                <a:moveTo>
                  <a:pt x="6411" y="932"/>
                </a:moveTo>
                <a:cubicBezTo>
                  <a:pt x="6118" y="1062"/>
                  <a:pt x="5831" y="1206"/>
                  <a:pt x="5549" y="1363"/>
                </a:cubicBezTo>
                <a:lnTo>
                  <a:pt x="1362" y="5549"/>
                </a:lnTo>
                <a:cubicBezTo>
                  <a:pt x="1205" y="5832"/>
                  <a:pt x="1061" y="6119"/>
                  <a:pt x="931" y="6411"/>
                </a:cubicBezTo>
                <a:lnTo>
                  <a:pt x="6411" y="932"/>
                </a:lnTo>
                <a:close/>
                <a:moveTo>
                  <a:pt x="15470" y="1061"/>
                </a:moveTo>
                <a:lnTo>
                  <a:pt x="1060" y="15471"/>
                </a:lnTo>
                <a:cubicBezTo>
                  <a:pt x="1106" y="15567"/>
                  <a:pt x="1153" y="15664"/>
                  <a:pt x="1202" y="15759"/>
                </a:cubicBezTo>
                <a:lnTo>
                  <a:pt x="15759" y="1203"/>
                </a:lnTo>
                <a:cubicBezTo>
                  <a:pt x="15663" y="1153"/>
                  <a:pt x="15567" y="1107"/>
                  <a:pt x="15470" y="1061"/>
                </a:cubicBezTo>
                <a:close/>
                <a:moveTo>
                  <a:pt x="16103" y="1391"/>
                </a:moveTo>
                <a:lnTo>
                  <a:pt x="1391" y="16103"/>
                </a:lnTo>
                <a:cubicBezTo>
                  <a:pt x="1442" y="16194"/>
                  <a:pt x="1494" y="16285"/>
                  <a:pt x="1549" y="16375"/>
                </a:cubicBezTo>
                <a:lnTo>
                  <a:pt x="16375" y="1549"/>
                </a:lnTo>
                <a:cubicBezTo>
                  <a:pt x="16285" y="1495"/>
                  <a:pt x="16194" y="1442"/>
                  <a:pt x="16103" y="1391"/>
                </a:cubicBezTo>
                <a:close/>
                <a:moveTo>
                  <a:pt x="16703" y="1754"/>
                </a:moveTo>
                <a:lnTo>
                  <a:pt x="1753" y="16703"/>
                </a:lnTo>
                <a:cubicBezTo>
                  <a:pt x="1809" y="16788"/>
                  <a:pt x="1869" y="16872"/>
                  <a:pt x="1928" y="16956"/>
                </a:cubicBezTo>
                <a:lnTo>
                  <a:pt x="16956" y="1928"/>
                </a:lnTo>
                <a:cubicBezTo>
                  <a:pt x="16872" y="1869"/>
                  <a:pt x="16788" y="1810"/>
                  <a:pt x="16703" y="1754"/>
                </a:cubicBezTo>
                <a:close/>
                <a:moveTo>
                  <a:pt x="17267" y="2151"/>
                </a:moveTo>
                <a:lnTo>
                  <a:pt x="2151" y="17267"/>
                </a:lnTo>
                <a:cubicBezTo>
                  <a:pt x="2212" y="17349"/>
                  <a:pt x="2274" y="17430"/>
                  <a:pt x="2338" y="17510"/>
                </a:cubicBezTo>
                <a:lnTo>
                  <a:pt x="17510" y="2338"/>
                </a:lnTo>
                <a:cubicBezTo>
                  <a:pt x="17430" y="2275"/>
                  <a:pt x="17349" y="2212"/>
                  <a:pt x="17267" y="2151"/>
                </a:cubicBezTo>
                <a:close/>
                <a:moveTo>
                  <a:pt x="3805" y="2574"/>
                </a:moveTo>
                <a:cubicBezTo>
                  <a:pt x="3586" y="2761"/>
                  <a:pt x="3370" y="2956"/>
                  <a:pt x="3163" y="3163"/>
                </a:cubicBezTo>
                <a:cubicBezTo>
                  <a:pt x="2955" y="3371"/>
                  <a:pt x="2761" y="3586"/>
                  <a:pt x="2574" y="3806"/>
                </a:cubicBezTo>
                <a:lnTo>
                  <a:pt x="3805" y="2574"/>
                </a:lnTo>
                <a:close/>
                <a:moveTo>
                  <a:pt x="17801" y="2579"/>
                </a:moveTo>
                <a:lnTo>
                  <a:pt x="2579" y="17801"/>
                </a:lnTo>
                <a:cubicBezTo>
                  <a:pt x="2645" y="17878"/>
                  <a:pt x="2709" y="17957"/>
                  <a:pt x="2777" y="18032"/>
                </a:cubicBezTo>
                <a:lnTo>
                  <a:pt x="18032" y="2777"/>
                </a:lnTo>
                <a:cubicBezTo>
                  <a:pt x="17957" y="2709"/>
                  <a:pt x="17878" y="2645"/>
                  <a:pt x="17801" y="2579"/>
                </a:cubicBezTo>
                <a:close/>
                <a:moveTo>
                  <a:pt x="18304" y="3036"/>
                </a:moveTo>
                <a:lnTo>
                  <a:pt x="3036" y="18304"/>
                </a:lnTo>
                <a:cubicBezTo>
                  <a:pt x="3079" y="18349"/>
                  <a:pt x="3119" y="18394"/>
                  <a:pt x="3163" y="18438"/>
                </a:cubicBezTo>
                <a:cubicBezTo>
                  <a:pt x="3191" y="18466"/>
                  <a:pt x="3222" y="18492"/>
                  <a:pt x="3250" y="18521"/>
                </a:cubicBezTo>
                <a:lnTo>
                  <a:pt x="18521" y="3251"/>
                </a:lnTo>
                <a:cubicBezTo>
                  <a:pt x="18492" y="3222"/>
                  <a:pt x="18466" y="3192"/>
                  <a:pt x="18438" y="3163"/>
                </a:cubicBezTo>
                <a:cubicBezTo>
                  <a:pt x="18394" y="3119"/>
                  <a:pt x="18348" y="3079"/>
                  <a:pt x="18304" y="3036"/>
                </a:cubicBezTo>
                <a:close/>
                <a:moveTo>
                  <a:pt x="18781" y="3523"/>
                </a:moveTo>
                <a:lnTo>
                  <a:pt x="3522" y="18781"/>
                </a:lnTo>
                <a:cubicBezTo>
                  <a:pt x="3598" y="18850"/>
                  <a:pt x="3676" y="18915"/>
                  <a:pt x="3753" y="18982"/>
                </a:cubicBezTo>
                <a:lnTo>
                  <a:pt x="18982" y="3753"/>
                </a:lnTo>
                <a:cubicBezTo>
                  <a:pt x="18915" y="3676"/>
                  <a:pt x="18850" y="3598"/>
                  <a:pt x="18781" y="3523"/>
                </a:cubicBezTo>
                <a:close/>
                <a:moveTo>
                  <a:pt x="19224" y="4041"/>
                </a:moveTo>
                <a:lnTo>
                  <a:pt x="4041" y="19224"/>
                </a:lnTo>
                <a:cubicBezTo>
                  <a:pt x="4121" y="19289"/>
                  <a:pt x="4202" y="19350"/>
                  <a:pt x="4283" y="19412"/>
                </a:cubicBezTo>
                <a:lnTo>
                  <a:pt x="19412" y="4283"/>
                </a:lnTo>
                <a:cubicBezTo>
                  <a:pt x="19350" y="4202"/>
                  <a:pt x="19289" y="4121"/>
                  <a:pt x="19224" y="4041"/>
                </a:cubicBezTo>
                <a:close/>
                <a:moveTo>
                  <a:pt x="19637" y="4591"/>
                </a:moveTo>
                <a:lnTo>
                  <a:pt x="4591" y="19637"/>
                </a:lnTo>
                <a:cubicBezTo>
                  <a:pt x="4675" y="19696"/>
                  <a:pt x="4758" y="19757"/>
                  <a:pt x="4843" y="19813"/>
                </a:cubicBezTo>
                <a:lnTo>
                  <a:pt x="19813" y="4844"/>
                </a:lnTo>
                <a:cubicBezTo>
                  <a:pt x="19757" y="4758"/>
                  <a:pt x="19696" y="4675"/>
                  <a:pt x="19637" y="4591"/>
                </a:cubicBezTo>
                <a:close/>
                <a:moveTo>
                  <a:pt x="20019" y="5172"/>
                </a:moveTo>
                <a:lnTo>
                  <a:pt x="5172" y="20019"/>
                </a:lnTo>
                <a:cubicBezTo>
                  <a:pt x="5261" y="20073"/>
                  <a:pt x="5351" y="20126"/>
                  <a:pt x="5441" y="20178"/>
                </a:cubicBezTo>
                <a:lnTo>
                  <a:pt x="20178" y="5441"/>
                </a:lnTo>
                <a:cubicBezTo>
                  <a:pt x="20126" y="5351"/>
                  <a:pt x="20073" y="5261"/>
                  <a:pt x="20019" y="5172"/>
                </a:cubicBezTo>
                <a:close/>
                <a:moveTo>
                  <a:pt x="20369" y="5782"/>
                </a:moveTo>
                <a:lnTo>
                  <a:pt x="5782" y="20369"/>
                </a:lnTo>
                <a:cubicBezTo>
                  <a:pt x="5877" y="20419"/>
                  <a:pt x="5974" y="20463"/>
                  <a:pt x="6071" y="20510"/>
                </a:cubicBezTo>
                <a:lnTo>
                  <a:pt x="20510" y="6071"/>
                </a:lnTo>
                <a:cubicBezTo>
                  <a:pt x="20463" y="5975"/>
                  <a:pt x="20419" y="5878"/>
                  <a:pt x="20369" y="5782"/>
                </a:cubicBezTo>
                <a:close/>
                <a:moveTo>
                  <a:pt x="20679" y="6434"/>
                </a:moveTo>
                <a:lnTo>
                  <a:pt x="6434" y="20679"/>
                </a:lnTo>
                <a:cubicBezTo>
                  <a:pt x="6534" y="20723"/>
                  <a:pt x="6633" y="20769"/>
                  <a:pt x="6734" y="20809"/>
                </a:cubicBezTo>
                <a:lnTo>
                  <a:pt x="20809" y="6735"/>
                </a:lnTo>
                <a:cubicBezTo>
                  <a:pt x="20769" y="6634"/>
                  <a:pt x="20723" y="6534"/>
                  <a:pt x="20679" y="6434"/>
                </a:cubicBezTo>
                <a:close/>
                <a:moveTo>
                  <a:pt x="20956" y="7121"/>
                </a:moveTo>
                <a:lnTo>
                  <a:pt x="7120" y="20956"/>
                </a:lnTo>
                <a:cubicBezTo>
                  <a:pt x="7226" y="20994"/>
                  <a:pt x="7333" y="21030"/>
                  <a:pt x="7439" y="21065"/>
                </a:cubicBezTo>
                <a:lnTo>
                  <a:pt x="21065" y="7439"/>
                </a:lnTo>
                <a:cubicBezTo>
                  <a:pt x="21030" y="7333"/>
                  <a:pt x="20994" y="7226"/>
                  <a:pt x="20956" y="7121"/>
                </a:cubicBezTo>
                <a:close/>
                <a:moveTo>
                  <a:pt x="21190" y="7848"/>
                </a:moveTo>
                <a:lnTo>
                  <a:pt x="7848" y="21190"/>
                </a:lnTo>
                <a:cubicBezTo>
                  <a:pt x="7960" y="21221"/>
                  <a:pt x="8073" y="21252"/>
                  <a:pt x="8186" y="21280"/>
                </a:cubicBezTo>
                <a:lnTo>
                  <a:pt x="21280" y="8186"/>
                </a:lnTo>
                <a:cubicBezTo>
                  <a:pt x="21252" y="8073"/>
                  <a:pt x="21221" y="7960"/>
                  <a:pt x="21190" y="7848"/>
                </a:cubicBezTo>
                <a:close/>
                <a:moveTo>
                  <a:pt x="21378" y="8623"/>
                </a:moveTo>
                <a:lnTo>
                  <a:pt x="8623" y="21378"/>
                </a:lnTo>
                <a:cubicBezTo>
                  <a:pt x="8743" y="21402"/>
                  <a:pt x="8863" y="21424"/>
                  <a:pt x="8984" y="21445"/>
                </a:cubicBezTo>
                <a:lnTo>
                  <a:pt x="21445" y="8984"/>
                </a:lnTo>
                <a:cubicBezTo>
                  <a:pt x="21424" y="8864"/>
                  <a:pt x="21402" y="8743"/>
                  <a:pt x="21378" y="8623"/>
                </a:cubicBezTo>
                <a:close/>
                <a:moveTo>
                  <a:pt x="21514" y="9448"/>
                </a:moveTo>
                <a:lnTo>
                  <a:pt x="9447" y="21514"/>
                </a:lnTo>
                <a:cubicBezTo>
                  <a:pt x="9576" y="21530"/>
                  <a:pt x="9704" y="21546"/>
                  <a:pt x="9833" y="21557"/>
                </a:cubicBezTo>
                <a:lnTo>
                  <a:pt x="21557" y="9834"/>
                </a:lnTo>
                <a:cubicBezTo>
                  <a:pt x="21546" y="9705"/>
                  <a:pt x="21530" y="9576"/>
                  <a:pt x="21514" y="9448"/>
                </a:cubicBezTo>
                <a:close/>
                <a:moveTo>
                  <a:pt x="21590" y="10333"/>
                </a:moveTo>
                <a:lnTo>
                  <a:pt x="10332" y="21590"/>
                </a:lnTo>
                <a:cubicBezTo>
                  <a:pt x="10473" y="21596"/>
                  <a:pt x="10613" y="21599"/>
                  <a:pt x="10753" y="21600"/>
                </a:cubicBezTo>
                <a:lnTo>
                  <a:pt x="21600" y="10754"/>
                </a:lnTo>
                <a:cubicBezTo>
                  <a:pt x="21599" y="10613"/>
                  <a:pt x="21596" y="10473"/>
                  <a:pt x="21590" y="10333"/>
                </a:cubicBezTo>
                <a:close/>
                <a:moveTo>
                  <a:pt x="21590" y="11296"/>
                </a:moveTo>
                <a:lnTo>
                  <a:pt x="11295" y="21590"/>
                </a:lnTo>
                <a:cubicBezTo>
                  <a:pt x="11449" y="21583"/>
                  <a:pt x="11603" y="21572"/>
                  <a:pt x="11757" y="21558"/>
                </a:cubicBezTo>
                <a:lnTo>
                  <a:pt x="21558" y="11757"/>
                </a:lnTo>
                <a:cubicBezTo>
                  <a:pt x="21572" y="11603"/>
                  <a:pt x="21583" y="11450"/>
                  <a:pt x="21590" y="11296"/>
                </a:cubicBezTo>
                <a:close/>
                <a:moveTo>
                  <a:pt x="21489" y="12358"/>
                </a:moveTo>
                <a:lnTo>
                  <a:pt x="12358" y="21489"/>
                </a:lnTo>
                <a:cubicBezTo>
                  <a:pt x="12531" y="21464"/>
                  <a:pt x="12703" y="21434"/>
                  <a:pt x="12876" y="21400"/>
                </a:cubicBezTo>
                <a:lnTo>
                  <a:pt x="21400" y="12876"/>
                </a:lnTo>
                <a:cubicBezTo>
                  <a:pt x="21434" y="12704"/>
                  <a:pt x="21464" y="12531"/>
                  <a:pt x="21489" y="12358"/>
                </a:cubicBezTo>
                <a:close/>
                <a:moveTo>
                  <a:pt x="21239" y="13569"/>
                </a:moveTo>
                <a:lnTo>
                  <a:pt x="13569" y="21239"/>
                </a:lnTo>
                <a:cubicBezTo>
                  <a:pt x="13774" y="21185"/>
                  <a:pt x="13978" y="21125"/>
                  <a:pt x="14181" y="21058"/>
                </a:cubicBezTo>
                <a:lnTo>
                  <a:pt x="21058" y="14181"/>
                </a:lnTo>
                <a:cubicBezTo>
                  <a:pt x="21125" y="13978"/>
                  <a:pt x="21185" y="13774"/>
                  <a:pt x="21239" y="13569"/>
                </a:cubicBezTo>
                <a:close/>
                <a:moveTo>
                  <a:pt x="20736" y="15035"/>
                </a:moveTo>
                <a:lnTo>
                  <a:pt x="15035" y="20736"/>
                </a:lnTo>
                <a:cubicBezTo>
                  <a:pt x="15310" y="20619"/>
                  <a:pt x="15581" y="20493"/>
                  <a:pt x="15848" y="20352"/>
                </a:cubicBezTo>
                <a:lnTo>
                  <a:pt x="20352" y="15848"/>
                </a:lnTo>
                <a:cubicBezTo>
                  <a:pt x="20493" y="15581"/>
                  <a:pt x="20619" y="15310"/>
                  <a:pt x="20736" y="15035"/>
                </a:cubicBezTo>
                <a:close/>
                <a:moveTo>
                  <a:pt x="19400" y="17332"/>
                </a:moveTo>
                <a:lnTo>
                  <a:pt x="17332" y="19400"/>
                </a:lnTo>
                <a:cubicBezTo>
                  <a:pt x="17716" y="19108"/>
                  <a:pt x="18087" y="18789"/>
                  <a:pt x="18438" y="18438"/>
                </a:cubicBezTo>
                <a:cubicBezTo>
                  <a:pt x="18788" y="18087"/>
                  <a:pt x="19107" y="17716"/>
                  <a:pt x="19400" y="17332"/>
                </a:cubicBezTo>
                <a:close/>
              </a:path>
            </a:pathLst>
          </a:custGeom>
          <a:solidFill>
            <a:schemeClr val="accent4"/>
          </a:solidFill>
          <a:ln w="12700">
            <a:miter lim="400000"/>
          </a:ln>
        </p:spPr>
        <p:txBody>
          <a:bodyPr lIns="0" tIns="0" rIns="0" bIns="0" anchor="ctr"/>
          <a:lstStyle/>
          <a:p>
            <a:pPr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/>
          </a:p>
        </p:txBody>
      </p:sp>
      <p:sp>
        <p:nvSpPr>
          <p:cNvPr id="237" name="Shape"/>
          <p:cNvSpPr/>
          <p:nvPr/>
        </p:nvSpPr>
        <p:spPr>
          <a:xfrm>
            <a:off x="5513585" y="9836851"/>
            <a:ext cx="2709536" cy="270965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800" y="0"/>
                </a:moveTo>
                <a:cubicBezTo>
                  <a:pt x="10787" y="0"/>
                  <a:pt x="10773" y="1"/>
                  <a:pt x="10759" y="1"/>
                </a:cubicBezTo>
                <a:lnTo>
                  <a:pt x="1" y="10760"/>
                </a:lnTo>
                <a:cubicBezTo>
                  <a:pt x="0" y="10900"/>
                  <a:pt x="3" y="11040"/>
                  <a:pt x="8" y="11181"/>
                </a:cubicBezTo>
                <a:lnTo>
                  <a:pt x="11180" y="9"/>
                </a:lnTo>
                <a:cubicBezTo>
                  <a:pt x="11054" y="4"/>
                  <a:pt x="10927" y="0"/>
                  <a:pt x="10800" y="0"/>
                </a:cubicBezTo>
                <a:close/>
                <a:moveTo>
                  <a:pt x="10211" y="17"/>
                </a:moveTo>
                <a:cubicBezTo>
                  <a:pt x="10057" y="25"/>
                  <a:pt x="9903" y="36"/>
                  <a:pt x="9748" y="51"/>
                </a:cubicBezTo>
                <a:lnTo>
                  <a:pt x="50" y="9749"/>
                </a:lnTo>
                <a:cubicBezTo>
                  <a:pt x="35" y="9903"/>
                  <a:pt x="25" y="10057"/>
                  <a:pt x="16" y="10212"/>
                </a:cubicBezTo>
                <a:lnTo>
                  <a:pt x="10211" y="17"/>
                </a:lnTo>
                <a:close/>
                <a:moveTo>
                  <a:pt x="11683" y="38"/>
                </a:moveTo>
                <a:lnTo>
                  <a:pt x="38" y="11684"/>
                </a:lnTo>
                <a:cubicBezTo>
                  <a:pt x="48" y="11814"/>
                  <a:pt x="62" y="11944"/>
                  <a:pt x="78" y="12075"/>
                </a:cubicBezTo>
                <a:lnTo>
                  <a:pt x="12074" y="78"/>
                </a:lnTo>
                <a:cubicBezTo>
                  <a:pt x="11944" y="63"/>
                  <a:pt x="11814" y="49"/>
                  <a:pt x="11683" y="38"/>
                </a:cubicBezTo>
                <a:close/>
                <a:moveTo>
                  <a:pt x="9136" y="131"/>
                </a:moveTo>
                <a:cubicBezTo>
                  <a:pt x="8960" y="158"/>
                  <a:pt x="8786" y="190"/>
                  <a:pt x="8611" y="226"/>
                </a:cubicBezTo>
                <a:lnTo>
                  <a:pt x="226" y="8611"/>
                </a:lnTo>
                <a:cubicBezTo>
                  <a:pt x="190" y="8786"/>
                  <a:pt x="157" y="8961"/>
                  <a:pt x="130" y="9137"/>
                </a:cubicBezTo>
                <a:lnTo>
                  <a:pt x="9136" y="131"/>
                </a:lnTo>
                <a:close/>
                <a:moveTo>
                  <a:pt x="12541" y="143"/>
                </a:moveTo>
                <a:lnTo>
                  <a:pt x="143" y="12541"/>
                </a:lnTo>
                <a:cubicBezTo>
                  <a:pt x="163" y="12663"/>
                  <a:pt x="183" y="12785"/>
                  <a:pt x="207" y="12906"/>
                </a:cubicBezTo>
                <a:lnTo>
                  <a:pt x="12906" y="208"/>
                </a:lnTo>
                <a:cubicBezTo>
                  <a:pt x="12785" y="184"/>
                  <a:pt x="12663" y="163"/>
                  <a:pt x="12541" y="143"/>
                </a:cubicBezTo>
                <a:close/>
                <a:moveTo>
                  <a:pt x="13343" y="303"/>
                </a:moveTo>
                <a:lnTo>
                  <a:pt x="303" y="13343"/>
                </a:lnTo>
                <a:cubicBezTo>
                  <a:pt x="330" y="13456"/>
                  <a:pt x="361" y="13569"/>
                  <a:pt x="392" y="13682"/>
                </a:cubicBezTo>
                <a:lnTo>
                  <a:pt x="13682" y="393"/>
                </a:lnTo>
                <a:cubicBezTo>
                  <a:pt x="13569" y="362"/>
                  <a:pt x="13456" y="331"/>
                  <a:pt x="13343" y="303"/>
                </a:cubicBezTo>
                <a:close/>
                <a:moveTo>
                  <a:pt x="7909" y="395"/>
                </a:moveTo>
                <a:cubicBezTo>
                  <a:pt x="7701" y="452"/>
                  <a:pt x="7495" y="515"/>
                  <a:pt x="7290" y="585"/>
                </a:cubicBezTo>
                <a:lnTo>
                  <a:pt x="584" y="7290"/>
                </a:lnTo>
                <a:cubicBezTo>
                  <a:pt x="514" y="7495"/>
                  <a:pt x="452" y="7702"/>
                  <a:pt x="394" y="7909"/>
                </a:cubicBezTo>
                <a:lnTo>
                  <a:pt x="7909" y="395"/>
                </a:lnTo>
                <a:close/>
                <a:moveTo>
                  <a:pt x="14094" y="515"/>
                </a:moveTo>
                <a:lnTo>
                  <a:pt x="514" y="14094"/>
                </a:lnTo>
                <a:cubicBezTo>
                  <a:pt x="549" y="14202"/>
                  <a:pt x="583" y="14310"/>
                  <a:pt x="620" y="14417"/>
                </a:cubicBezTo>
                <a:lnTo>
                  <a:pt x="14417" y="621"/>
                </a:lnTo>
                <a:cubicBezTo>
                  <a:pt x="14310" y="583"/>
                  <a:pt x="14202" y="549"/>
                  <a:pt x="14094" y="515"/>
                </a:cubicBezTo>
                <a:close/>
                <a:moveTo>
                  <a:pt x="14804" y="767"/>
                </a:moveTo>
                <a:lnTo>
                  <a:pt x="767" y="14804"/>
                </a:lnTo>
                <a:cubicBezTo>
                  <a:pt x="807" y="14905"/>
                  <a:pt x="851" y="15004"/>
                  <a:pt x="894" y="15104"/>
                </a:cubicBezTo>
                <a:lnTo>
                  <a:pt x="15104" y="895"/>
                </a:lnTo>
                <a:cubicBezTo>
                  <a:pt x="15004" y="852"/>
                  <a:pt x="14905" y="807"/>
                  <a:pt x="14804" y="767"/>
                </a:cubicBezTo>
                <a:close/>
                <a:moveTo>
                  <a:pt x="6411" y="932"/>
                </a:moveTo>
                <a:cubicBezTo>
                  <a:pt x="6118" y="1062"/>
                  <a:pt x="5831" y="1206"/>
                  <a:pt x="5549" y="1363"/>
                </a:cubicBezTo>
                <a:lnTo>
                  <a:pt x="1362" y="5549"/>
                </a:lnTo>
                <a:cubicBezTo>
                  <a:pt x="1205" y="5832"/>
                  <a:pt x="1061" y="6119"/>
                  <a:pt x="931" y="6411"/>
                </a:cubicBezTo>
                <a:lnTo>
                  <a:pt x="6411" y="932"/>
                </a:lnTo>
                <a:close/>
                <a:moveTo>
                  <a:pt x="15470" y="1061"/>
                </a:moveTo>
                <a:lnTo>
                  <a:pt x="1060" y="15471"/>
                </a:lnTo>
                <a:cubicBezTo>
                  <a:pt x="1106" y="15567"/>
                  <a:pt x="1153" y="15664"/>
                  <a:pt x="1202" y="15759"/>
                </a:cubicBezTo>
                <a:lnTo>
                  <a:pt x="15759" y="1203"/>
                </a:lnTo>
                <a:cubicBezTo>
                  <a:pt x="15663" y="1153"/>
                  <a:pt x="15567" y="1107"/>
                  <a:pt x="15470" y="1061"/>
                </a:cubicBezTo>
                <a:close/>
                <a:moveTo>
                  <a:pt x="16103" y="1391"/>
                </a:moveTo>
                <a:lnTo>
                  <a:pt x="1391" y="16103"/>
                </a:lnTo>
                <a:cubicBezTo>
                  <a:pt x="1442" y="16194"/>
                  <a:pt x="1494" y="16285"/>
                  <a:pt x="1548" y="16375"/>
                </a:cubicBezTo>
                <a:lnTo>
                  <a:pt x="16375" y="1549"/>
                </a:lnTo>
                <a:cubicBezTo>
                  <a:pt x="16285" y="1495"/>
                  <a:pt x="16194" y="1442"/>
                  <a:pt x="16103" y="1391"/>
                </a:cubicBezTo>
                <a:close/>
                <a:moveTo>
                  <a:pt x="16703" y="1754"/>
                </a:moveTo>
                <a:lnTo>
                  <a:pt x="1753" y="16703"/>
                </a:lnTo>
                <a:cubicBezTo>
                  <a:pt x="1809" y="16788"/>
                  <a:pt x="1869" y="16872"/>
                  <a:pt x="1928" y="16956"/>
                </a:cubicBezTo>
                <a:lnTo>
                  <a:pt x="16956" y="1928"/>
                </a:lnTo>
                <a:cubicBezTo>
                  <a:pt x="16872" y="1869"/>
                  <a:pt x="16788" y="1810"/>
                  <a:pt x="16703" y="1754"/>
                </a:cubicBezTo>
                <a:close/>
                <a:moveTo>
                  <a:pt x="17267" y="2151"/>
                </a:moveTo>
                <a:lnTo>
                  <a:pt x="2151" y="17267"/>
                </a:lnTo>
                <a:cubicBezTo>
                  <a:pt x="2212" y="17349"/>
                  <a:pt x="2274" y="17430"/>
                  <a:pt x="2338" y="17510"/>
                </a:cubicBezTo>
                <a:lnTo>
                  <a:pt x="17510" y="2338"/>
                </a:lnTo>
                <a:cubicBezTo>
                  <a:pt x="17430" y="2275"/>
                  <a:pt x="17349" y="2212"/>
                  <a:pt x="17267" y="2151"/>
                </a:cubicBezTo>
                <a:close/>
                <a:moveTo>
                  <a:pt x="3805" y="2574"/>
                </a:moveTo>
                <a:cubicBezTo>
                  <a:pt x="3586" y="2761"/>
                  <a:pt x="3370" y="2956"/>
                  <a:pt x="3163" y="3163"/>
                </a:cubicBezTo>
                <a:cubicBezTo>
                  <a:pt x="2955" y="3371"/>
                  <a:pt x="2761" y="3586"/>
                  <a:pt x="2574" y="3806"/>
                </a:cubicBezTo>
                <a:lnTo>
                  <a:pt x="3805" y="2574"/>
                </a:lnTo>
                <a:close/>
                <a:moveTo>
                  <a:pt x="17801" y="2579"/>
                </a:moveTo>
                <a:lnTo>
                  <a:pt x="2579" y="17801"/>
                </a:lnTo>
                <a:cubicBezTo>
                  <a:pt x="2645" y="17878"/>
                  <a:pt x="2709" y="17957"/>
                  <a:pt x="2777" y="18032"/>
                </a:cubicBezTo>
                <a:lnTo>
                  <a:pt x="18032" y="2777"/>
                </a:lnTo>
                <a:cubicBezTo>
                  <a:pt x="17957" y="2709"/>
                  <a:pt x="17878" y="2645"/>
                  <a:pt x="17801" y="2579"/>
                </a:cubicBezTo>
                <a:close/>
                <a:moveTo>
                  <a:pt x="18304" y="3036"/>
                </a:moveTo>
                <a:lnTo>
                  <a:pt x="3036" y="18304"/>
                </a:lnTo>
                <a:cubicBezTo>
                  <a:pt x="3079" y="18349"/>
                  <a:pt x="3119" y="18394"/>
                  <a:pt x="3163" y="18438"/>
                </a:cubicBezTo>
                <a:cubicBezTo>
                  <a:pt x="3191" y="18466"/>
                  <a:pt x="3222" y="18492"/>
                  <a:pt x="3250" y="18521"/>
                </a:cubicBezTo>
                <a:lnTo>
                  <a:pt x="18521" y="3251"/>
                </a:lnTo>
                <a:cubicBezTo>
                  <a:pt x="18492" y="3222"/>
                  <a:pt x="18466" y="3192"/>
                  <a:pt x="18438" y="3163"/>
                </a:cubicBezTo>
                <a:cubicBezTo>
                  <a:pt x="18394" y="3119"/>
                  <a:pt x="18348" y="3079"/>
                  <a:pt x="18304" y="3036"/>
                </a:cubicBezTo>
                <a:close/>
                <a:moveTo>
                  <a:pt x="18781" y="3523"/>
                </a:moveTo>
                <a:lnTo>
                  <a:pt x="3522" y="18781"/>
                </a:lnTo>
                <a:cubicBezTo>
                  <a:pt x="3598" y="18850"/>
                  <a:pt x="3676" y="18915"/>
                  <a:pt x="3753" y="18982"/>
                </a:cubicBezTo>
                <a:lnTo>
                  <a:pt x="18982" y="3753"/>
                </a:lnTo>
                <a:cubicBezTo>
                  <a:pt x="18915" y="3676"/>
                  <a:pt x="18850" y="3598"/>
                  <a:pt x="18781" y="3523"/>
                </a:cubicBezTo>
                <a:close/>
                <a:moveTo>
                  <a:pt x="19224" y="4041"/>
                </a:moveTo>
                <a:lnTo>
                  <a:pt x="4041" y="19224"/>
                </a:lnTo>
                <a:cubicBezTo>
                  <a:pt x="4121" y="19289"/>
                  <a:pt x="4202" y="19350"/>
                  <a:pt x="4283" y="19412"/>
                </a:cubicBezTo>
                <a:lnTo>
                  <a:pt x="19412" y="4283"/>
                </a:lnTo>
                <a:cubicBezTo>
                  <a:pt x="19350" y="4202"/>
                  <a:pt x="19289" y="4121"/>
                  <a:pt x="19224" y="4041"/>
                </a:cubicBezTo>
                <a:close/>
                <a:moveTo>
                  <a:pt x="19637" y="4591"/>
                </a:moveTo>
                <a:lnTo>
                  <a:pt x="4591" y="19637"/>
                </a:lnTo>
                <a:cubicBezTo>
                  <a:pt x="4675" y="19696"/>
                  <a:pt x="4758" y="19757"/>
                  <a:pt x="4843" y="19813"/>
                </a:cubicBezTo>
                <a:lnTo>
                  <a:pt x="19813" y="4844"/>
                </a:lnTo>
                <a:cubicBezTo>
                  <a:pt x="19757" y="4758"/>
                  <a:pt x="19696" y="4675"/>
                  <a:pt x="19637" y="4591"/>
                </a:cubicBezTo>
                <a:close/>
                <a:moveTo>
                  <a:pt x="20019" y="5172"/>
                </a:moveTo>
                <a:lnTo>
                  <a:pt x="5172" y="20019"/>
                </a:lnTo>
                <a:cubicBezTo>
                  <a:pt x="5261" y="20073"/>
                  <a:pt x="5351" y="20126"/>
                  <a:pt x="5441" y="20178"/>
                </a:cubicBezTo>
                <a:lnTo>
                  <a:pt x="20178" y="5441"/>
                </a:lnTo>
                <a:cubicBezTo>
                  <a:pt x="20126" y="5351"/>
                  <a:pt x="20073" y="5261"/>
                  <a:pt x="20019" y="5172"/>
                </a:cubicBezTo>
                <a:close/>
                <a:moveTo>
                  <a:pt x="20369" y="5782"/>
                </a:moveTo>
                <a:lnTo>
                  <a:pt x="5782" y="20369"/>
                </a:lnTo>
                <a:cubicBezTo>
                  <a:pt x="5877" y="20419"/>
                  <a:pt x="5974" y="20463"/>
                  <a:pt x="6071" y="20510"/>
                </a:cubicBezTo>
                <a:lnTo>
                  <a:pt x="20510" y="6071"/>
                </a:lnTo>
                <a:cubicBezTo>
                  <a:pt x="20463" y="5975"/>
                  <a:pt x="20419" y="5878"/>
                  <a:pt x="20369" y="5782"/>
                </a:cubicBezTo>
                <a:close/>
                <a:moveTo>
                  <a:pt x="20679" y="6434"/>
                </a:moveTo>
                <a:lnTo>
                  <a:pt x="6434" y="20679"/>
                </a:lnTo>
                <a:cubicBezTo>
                  <a:pt x="6534" y="20723"/>
                  <a:pt x="6633" y="20769"/>
                  <a:pt x="6734" y="20809"/>
                </a:cubicBezTo>
                <a:lnTo>
                  <a:pt x="20809" y="6735"/>
                </a:lnTo>
                <a:cubicBezTo>
                  <a:pt x="20769" y="6634"/>
                  <a:pt x="20723" y="6534"/>
                  <a:pt x="20679" y="6434"/>
                </a:cubicBezTo>
                <a:close/>
                <a:moveTo>
                  <a:pt x="20956" y="7121"/>
                </a:moveTo>
                <a:lnTo>
                  <a:pt x="7120" y="20956"/>
                </a:lnTo>
                <a:cubicBezTo>
                  <a:pt x="7226" y="20994"/>
                  <a:pt x="7333" y="21030"/>
                  <a:pt x="7439" y="21065"/>
                </a:cubicBezTo>
                <a:lnTo>
                  <a:pt x="21065" y="7439"/>
                </a:lnTo>
                <a:cubicBezTo>
                  <a:pt x="21030" y="7333"/>
                  <a:pt x="20994" y="7226"/>
                  <a:pt x="20956" y="7121"/>
                </a:cubicBezTo>
                <a:close/>
                <a:moveTo>
                  <a:pt x="21190" y="7848"/>
                </a:moveTo>
                <a:lnTo>
                  <a:pt x="7848" y="21190"/>
                </a:lnTo>
                <a:cubicBezTo>
                  <a:pt x="7960" y="21221"/>
                  <a:pt x="8073" y="21252"/>
                  <a:pt x="8186" y="21280"/>
                </a:cubicBezTo>
                <a:lnTo>
                  <a:pt x="21280" y="8186"/>
                </a:lnTo>
                <a:cubicBezTo>
                  <a:pt x="21252" y="8073"/>
                  <a:pt x="21221" y="7960"/>
                  <a:pt x="21190" y="7848"/>
                </a:cubicBezTo>
                <a:close/>
                <a:moveTo>
                  <a:pt x="21378" y="8623"/>
                </a:moveTo>
                <a:lnTo>
                  <a:pt x="8623" y="21378"/>
                </a:lnTo>
                <a:cubicBezTo>
                  <a:pt x="8743" y="21402"/>
                  <a:pt x="8863" y="21424"/>
                  <a:pt x="8984" y="21445"/>
                </a:cubicBezTo>
                <a:lnTo>
                  <a:pt x="21445" y="8984"/>
                </a:lnTo>
                <a:cubicBezTo>
                  <a:pt x="21424" y="8864"/>
                  <a:pt x="21402" y="8743"/>
                  <a:pt x="21378" y="8623"/>
                </a:cubicBezTo>
                <a:close/>
                <a:moveTo>
                  <a:pt x="21514" y="9448"/>
                </a:moveTo>
                <a:lnTo>
                  <a:pt x="9447" y="21514"/>
                </a:lnTo>
                <a:cubicBezTo>
                  <a:pt x="9576" y="21530"/>
                  <a:pt x="9704" y="21546"/>
                  <a:pt x="9833" y="21557"/>
                </a:cubicBezTo>
                <a:lnTo>
                  <a:pt x="21557" y="9834"/>
                </a:lnTo>
                <a:cubicBezTo>
                  <a:pt x="21546" y="9705"/>
                  <a:pt x="21530" y="9576"/>
                  <a:pt x="21514" y="9448"/>
                </a:cubicBezTo>
                <a:close/>
                <a:moveTo>
                  <a:pt x="21590" y="10333"/>
                </a:moveTo>
                <a:lnTo>
                  <a:pt x="10332" y="21590"/>
                </a:lnTo>
                <a:cubicBezTo>
                  <a:pt x="10473" y="21596"/>
                  <a:pt x="10613" y="21599"/>
                  <a:pt x="10753" y="21600"/>
                </a:cubicBezTo>
                <a:lnTo>
                  <a:pt x="21600" y="10754"/>
                </a:lnTo>
                <a:cubicBezTo>
                  <a:pt x="21599" y="10613"/>
                  <a:pt x="21596" y="10473"/>
                  <a:pt x="21590" y="10333"/>
                </a:cubicBezTo>
                <a:close/>
                <a:moveTo>
                  <a:pt x="21590" y="11296"/>
                </a:moveTo>
                <a:lnTo>
                  <a:pt x="11295" y="21590"/>
                </a:lnTo>
                <a:cubicBezTo>
                  <a:pt x="11449" y="21583"/>
                  <a:pt x="11603" y="21572"/>
                  <a:pt x="11757" y="21558"/>
                </a:cubicBezTo>
                <a:lnTo>
                  <a:pt x="21558" y="11757"/>
                </a:lnTo>
                <a:cubicBezTo>
                  <a:pt x="21572" y="11603"/>
                  <a:pt x="21583" y="11450"/>
                  <a:pt x="21590" y="11296"/>
                </a:cubicBezTo>
                <a:close/>
                <a:moveTo>
                  <a:pt x="21489" y="12358"/>
                </a:moveTo>
                <a:lnTo>
                  <a:pt x="12358" y="21489"/>
                </a:lnTo>
                <a:cubicBezTo>
                  <a:pt x="12531" y="21464"/>
                  <a:pt x="12703" y="21434"/>
                  <a:pt x="12876" y="21400"/>
                </a:cubicBezTo>
                <a:lnTo>
                  <a:pt x="21400" y="12876"/>
                </a:lnTo>
                <a:cubicBezTo>
                  <a:pt x="21434" y="12704"/>
                  <a:pt x="21464" y="12531"/>
                  <a:pt x="21489" y="12358"/>
                </a:cubicBezTo>
                <a:close/>
                <a:moveTo>
                  <a:pt x="21239" y="13569"/>
                </a:moveTo>
                <a:lnTo>
                  <a:pt x="13569" y="21239"/>
                </a:lnTo>
                <a:cubicBezTo>
                  <a:pt x="13774" y="21185"/>
                  <a:pt x="13978" y="21125"/>
                  <a:pt x="14181" y="21058"/>
                </a:cubicBezTo>
                <a:lnTo>
                  <a:pt x="21058" y="14181"/>
                </a:lnTo>
                <a:cubicBezTo>
                  <a:pt x="21125" y="13978"/>
                  <a:pt x="21185" y="13774"/>
                  <a:pt x="21239" y="13569"/>
                </a:cubicBezTo>
                <a:close/>
                <a:moveTo>
                  <a:pt x="20736" y="15035"/>
                </a:moveTo>
                <a:lnTo>
                  <a:pt x="15035" y="20736"/>
                </a:lnTo>
                <a:cubicBezTo>
                  <a:pt x="15310" y="20619"/>
                  <a:pt x="15581" y="20493"/>
                  <a:pt x="15848" y="20352"/>
                </a:cubicBezTo>
                <a:lnTo>
                  <a:pt x="20352" y="15848"/>
                </a:lnTo>
                <a:cubicBezTo>
                  <a:pt x="20493" y="15581"/>
                  <a:pt x="20619" y="15310"/>
                  <a:pt x="20736" y="15035"/>
                </a:cubicBezTo>
                <a:close/>
                <a:moveTo>
                  <a:pt x="19400" y="17332"/>
                </a:moveTo>
                <a:lnTo>
                  <a:pt x="17332" y="19400"/>
                </a:lnTo>
                <a:cubicBezTo>
                  <a:pt x="17716" y="19108"/>
                  <a:pt x="18087" y="18789"/>
                  <a:pt x="18438" y="18438"/>
                </a:cubicBezTo>
                <a:cubicBezTo>
                  <a:pt x="18788" y="18087"/>
                  <a:pt x="19107" y="17716"/>
                  <a:pt x="19400" y="17332"/>
                </a:cubicBezTo>
                <a:close/>
              </a:path>
            </a:pathLst>
          </a:custGeom>
          <a:solidFill>
            <a:schemeClr val="accent4"/>
          </a:solidFill>
          <a:ln w="12700">
            <a:miter lim="400000"/>
          </a:ln>
        </p:spPr>
        <p:txBody>
          <a:bodyPr lIns="0" tIns="0" rIns="0" bIns="0" anchor="ctr"/>
          <a:lstStyle/>
          <a:p>
            <a:pPr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/>
          </a:p>
        </p:txBody>
      </p:sp>
      <p:sp>
        <p:nvSpPr>
          <p:cNvPr id="238" name="Shape"/>
          <p:cNvSpPr/>
          <p:nvPr/>
        </p:nvSpPr>
        <p:spPr>
          <a:xfrm>
            <a:off x="1688166" y="791392"/>
            <a:ext cx="7163901" cy="716420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800" y="0"/>
                </a:moveTo>
                <a:cubicBezTo>
                  <a:pt x="10787" y="0"/>
                  <a:pt x="10773" y="1"/>
                  <a:pt x="10759" y="1"/>
                </a:cubicBezTo>
                <a:lnTo>
                  <a:pt x="1" y="10760"/>
                </a:lnTo>
                <a:cubicBezTo>
                  <a:pt x="0" y="10900"/>
                  <a:pt x="3" y="11040"/>
                  <a:pt x="8" y="11181"/>
                </a:cubicBezTo>
                <a:lnTo>
                  <a:pt x="11180" y="9"/>
                </a:lnTo>
                <a:cubicBezTo>
                  <a:pt x="11054" y="4"/>
                  <a:pt x="10927" y="0"/>
                  <a:pt x="10800" y="0"/>
                </a:cubicBezTo>
                <a:close/>
                <a:moveTo>
                  <a:pt x="10211" y="17"/>
                </a:moveTo>
                <a:cubicBezTo>
                  <a:pt x="10057" y="25"/>
                  <a:pt x="9903" y="36"/>
                  <a:pt x="9748" y="51"/>
                </a:cubicBezTo>
                <a:lnTo>
                  <a:pt x="50" y="9749"/>
                </a:lnTo>
                <a:cubicBezTo>
                  <a:pt x="35" y="9903"/>
                  <a:pt x="25" y="10057"/>
                  <a:pt x="16" y="10212"/>
                </a:cubicBezTo>
                <a:lnTo>
                  <a:pt x="10211" y="17"/>
                </a:lnTo>
                <a:close/>
                <a:moveTo>
                  <a:pt x="11683" y="38"/>
                </a:moveTo>
                <a:lnTo>
                  <a:pt x="38" y="11684"/>
                </a:lnTo>
                <a:cubicBezTo>
                  <a:pt x="48" y="11814"/>
                  <a:pt x="62" y="11944"/>
                  <a:pt x="78" y="12075"/>
                </a:cubicBezTo>
                <a:lnTo>
                  <a:pt x="12074" y="78"/>
                </a:lnTo>
                <a:cubicBezTo>
                  <a:pt x="11944" y="63"/>
                  <a:pt x="11814" y="49"/>
                  <a:pt x="11683" y="38"/>
                </a:cubicBezTo>
                <a:close/>
                <a:moveTo>
                  <a:pt x="9136" y="131"/>
                </a:moveTo>
                <a:cubicBezTo>
                  <a:pt x="8960" y="158"/>
                  <a:pt x="8786" y="190"/>
                  <a:pt x="8611" y="226"/>
                </a:cubicBezTo>
                <a:lnTo>
                  <a:pt x="226" y="8611"/>
                </a:lnTo>
                <a:cubicBezTo>
                  <a:pt x="190" y="8786"/>
                  <a:pt x="157" y="8961"/>
                  <a:pt x="130" y="9137"/>
                </a:cubicBezTo>
                <a:lnTo>
                  <a:pt x="9136" y="131"/>
                </a:lnTo>
                <a:close/>
                <a:moveTo>
                  <a:pt x="12541" y="143"/>
                </a:moveTo>
                <a:lnTo>
                  <a:pt x="143" y="12541"/>
                </a:lnTo>
                <a:cubicBezTo>
                  <a:pt x="163" y="12663"/>
                  <a:pt x="183" y="12785"/>
                  <a:pt x="207" y="12906"/>
                </a:cubicBezTo>
                <a:lnTo>
                  <a:pt x="12906" y="208"/>
                </a:lnTo>
                <a:cubicBezTo>
                  <a:pt x="12785" y="184"/>
                  <a:pt x="12663" y="163"/>
                  <a:pt x="12541" y="143"/>
                </a:cubicBezTo>
                <a:close/>
                <a:moveTo>
                  <a:pt x="13343" y="303"/>
                </a:moveTo>
                <a:lnTo>
                  <a:pt x="303" y="13343"/>
                </a:lnTo>
                <a:cubicBezTo>
                  <a:pt x="330" y="13456"/>
                  <a:pt x="361" y="13569"/>
                  <a:pt x="392" y="13682"/>
                </a:cubicBezTo>
                <a:lnTo>
                  <a:pt x="13682" y="393"/>
                </a:lnTo>
                <a:cubicBezTo>
                  <a:pt x="13569" y="362"/>
                  <a:pt x="13456" y="331"/>
                  <a:pt x="13343" y="303"/>
                </a:cubicBezTo>
                <a:close/>
                <a:moveTo>
                  <a:pt x="7909" y="395"/>
                </a:moveTo>
                <a:cubicBezTo>
                  <a:pt x="7701" y="452"/>
                  <a:pt x="7495" y="515"/>
                  <a:pt x="7290" y="585"/>
                </a:cubicBezTo>
                <a:lnTo>
                  <a:pt x="584" y="7290"/>
                </a:lnTo>
                <a:cubicBezTo>
                  <a:pt x="514" y="7495"/>
                  <a:pt x="452" y="7702"/>
                  <a:pt x="394" y="7909"/>
                </a:cubicBezTo>
                <a:lnTo>
                  <a:pt x="7909" y="395"/>
                </a:lnTo>
                <a:close/>
                <a:moveTo>
                  <a:pt x="14094" y="515"/>
                </a:moveTo>
                <a:lnTo>
                  <a:pt x="514" y="14094"/>
                </a:lnTo>
                <a:cubicBezTo>
                  <a:pt x="549" y="14202"/>
                  <a:pt x="583" y="14310"/>
                  <a:pt x="620" y="14417"/>
                </a:cubicBezTo>
                <a:lnTo>
                  <a:pt x="14417" y="621"/>
                </a:lnTo>
                <a:cubicBezTo>
                  <a:pt x="14310" y="583"/>
                  <a:pt x="14202" y="549"/>
                  <a:pt x="14094" y="515"/>
                </a:cubicBezTo>
                <a:close/>
                <a:moveTo>
                  <a:pt x="14804" y="767"/>
                </a:moveTo>
                <a:lnTo>
                  <a:pt x="767" y="14804"/>
                </a:lnTo>
                <a:cubicBezTo>
                  <a:pt x="807" y="14905"/>
                  <a:pt x="851" y="15004"/>
                  <a:pt x="894" y="15104"/>
                </a:cubicBezTo>
                <a:lnTo>
                  <a:pt x="15104" y="895"/>
                </a:lnTo>
                <a:cubicBezTo>
                  <a:pt x="15004" y="852"/>
                  <a:pt x="14905" y="807"/>
                  <a:pt x="14804" y="767"/>
                </a:cubicBezTo>
                <a:close/>
                <a:moveTo>
                  <a:pt x="6411" y="932"/>
                </a:moveTo>
                <a:cubicBezTo>
                  <a:pt x="6118" y="1062"/>
                  <a:pt x="5831" y="1206"/>
                  <a:pt x="5549" y="1363"/>
                </a:cubicBezTo>
                <a:lnTo>
                  <a:pt x="1362" y="5549"/>
                </a:lnTo>
                <a:cubicBezTo>
                  <a:pt x="1205" y="5832"/>
                  <a:pt x="1061" y="6119"/>
                  <a:pt x="931" y="6411"/>
                </a:cubicBezTo>
                <a:lnTo>
                  <a:pt x="6411" y="932"/>
                </a:lnTo>
                <a:close/>
                <a:moveTo>
                  <a:pt x="15470" y="1061"/>
                </a:moveTo>
                <a:lnTo>
                  <a:pt x="1060" y="15471"/>
                </a:lnTo>
                <a:cubicBezTo>
                  <a:pt x="1106" y="15567"/>
                  <a:pt x="1153" y="15664"/>
                  <a:pt x="1202" y="15759"/>
                </a:cubicBezTo>
                <a:lnTo>
                  <a:pt x="15759" y="1203"/>
                </a:lnTo>
                <a:cubicBezTo>
                  <a:pt x="15663" y="1153"/>
                  <a:pt x="15567" y="1107"/>
                  <a:pt x="15470" y="1061"/>
                </a:cubicBezTo>
                <a:close/>
                <a:moveTo>
                  <a:pt x="16103" y="1391"/>
                </a:moveTo>
                <a:lnTo>
                  <a:pt x="1391" y="16103"/>
                </a:lnTo>
                <a:cubicBezTo>
                  <a:pt x="1442" y="16194"/>
                  <a:pt x="1494" y="16285"/>
                  <a:pt x="1548" y="16375"/>
                </a:cubicBezTo>
                <a:lnTo>
                  <a:pt x="16375" y="1549"/>
                </a:lnTo>
                <a:cubicBezTo>
                  <a:pt x="16285" y="1495"/>
                  <a:pt x="16194" y="1442"/>
                  <a:pt x="16103" y="1391"/>
                </a:cubicBezTo>
                <a:close/>
                <a:moveTo>
                  <a:pt x="16703" y="1754"/>
                </a:moveTo>
                <a:lnTo>
                  <a:pt x="1753" y="16703"/>
                </a:lnTo>
                <a:cubicBezTo>
                  <a:pt x="1809" y="16788"/>
                  <a:pt x="1869" y="16872"/>
                  <a:pt x="1928" y="16956"/>
                </a:cubicBezTo>
                <a:lnTo>
                  <a:pt x="16956" y="1928"/>
                </a:lnTo>
                <a:cubicBezTo>
                  <a:pt x="16872" y="1869"/>
                  <a:pt x="16788" y="1810"/>
                  <a:pt x="16703" y="1754"/>
                </a:cubicBezTo>
                <a:close/>
                <a:moveTo>
                  <a:pt x="17267" y="2151"/>
                </a:moveTo>
                <a:lnTo>
                  <a:pt x="2151" y="17267"/>
                </a:lnTo>
                <a:cubicBezTo>
                  <a:pt x="2212" y="17349"/>
                  <a:pt x="2274" y="17430"/>
                  <a:pt x="2338" y="17510"/>
                </a:cubicBezTo>
                <a:lnTo>
                  <a:pt x="17510" y="2338"/>
                </a:lnTo>
                <a:cubicBezTo>
                  <a:pt x="17430" y="2275"/>
                  <a:pt x="17349" y="2212"/>
                  <a:pt x="17267" y="2151"/>
                </a:cubicBezTo>
                <a:close/>
                <a:moveTo>
                  <a:pt x="3805" y="2574"/>
                </a:moveTo>
                <a:cubicBezTo>
                  <a:pt x="3586" y="2761"/>
                  <a:pt x="3370" y="2956"/>
                  <a:pt x="3163" y="3163"/>
                </a:cubicBezTo>
                <a:cubicBezTo>
                  <a:pt x="2955" y="3371"/>
                  <a:pt x="2761" y="3586"/>
                  <a:pt x="2574" y="3806"/>
                </a:cubicBezTo>
                <a:lnTo>
                  <a:pt x="3805" y="2574"/>
                </a:lnTo>
                <a:close/>
                <a:moveTo>
                  <a:pt x="17801" y="2579"/>
                </a:moveTo>
                <a:lnTo>
                  <a:pt x="2579" y="17801"/>
                </a:lnTo>
                <a:cubicBezTo>
                  <a:pt x="2645" y="17878"/>
                  <a:pt x="2709" y="17957"/>
                  <a:pt x="2777" y="18032"/>
                </a:cubicBezTo>
                <a:lnTo>
                  <a:pt x="18032" y="2777"/>
                </a:lnTo>
                <a:cubicBezTo>
                  <a:pt x="17957" y="2709"/>
                  <a:pt x="17878" y="2645"/>
                  <a:pt x="17801" y="2579"/>
                </a:cubicBezTo>
                <a:close/>
                <a:moveTo>
                  <a:pt x="18304" y="3036"/>
                </a:moveTo>
                <a:lnTo>
                  <a:pt x="3036" y="18304"/>
                </a:lnTo>
                <a:cubicBezTo>
                  <a:pt x="3079" y="18349"/>
                  <a:pt x="3119" y="18394"/>
                  <a:pt x="3163" y="18438"/>
                </a:cubicBezTo>
                <a:cubicBezTo>
                  <a:pt x="3191" y="18466"/>
                  <a:pt x="3222" y="18492"/>
                  <a:pt x="3250" y="18521"/>
                </a:cubicBezTo>
                <a:lnTo>
                  <a:pt x="18521" y="3251"/>
                </a:lnTo>
                <a:cubicBezTo>
                  <a:pt x="18492" y="3222"/>
                  <a:pt x="18466" y="3192"/>
                  <a:pt x="18438" y="3163"/>
                </a:cubicBezTo>
                <a:cubicBezTo>
                  <a:pt x="18394" y="3119"/>
                  <a:pt x="18348" y="3079"/>
                  <a:pt x="18304" y="3036"/>
                </a:cubicBezTo>
                <a:close/>
                <a:moveTo>
                  <a:pt x="18781" y="3523"/>
                </a:moveTo>
                <a:lnTo>
                  <a:pt x="3522" y="18781"/>
                </a:lnTo>
                <a:cubicBezTo>
                  <a:pt x="3598" y="18850"/>
                  <a:pt x="3676" y="18915"/>
                  <a:pt x="3753" y="18982"/>
                </a:cubicBezTo>
                <a:lnTo>
                  <a:pt x="18982" y="3753"/>
                </a:lnTo>
                <a:cubicBezTo>
                  <a:pt x="18915" y="3676"/>
                  <a:pt x="18850" y="3598"/>
                  <a:pt x="18781" y="3523"/>
                </a:cubicBezTo>
                <a:close/>
                <a:moveTo>
                  <a:pt x="19224" y="4041"/>
                </a:moveTo>
                <a:lnTo>
                  <a:pt x="4041" y="19224"/>
                </a:lnTo>
                <a:cubicBezTo>
                  <a:pt x="4121" y="19289"/>
                  <a:pt x="4202" y="19350"/>
                  <a:pt x="4283" y="19412"/>
                </a:cubicBezTo>
                <a:lnTo>
                  <a:pt x="19412" y="4283"/>
                </a:lnTo>
                <a:cubicBezTo>
                  <a:pt x="19350" y="4202"/>
                  <a:pt x="19289" y="4121"/>
                  <a:pt x="19224" y="4041"/>
                </a:cubicBezTo>
                <a:close/>
                <a:moveTo>
                  <a:pt x="19637" y="4591"/>
                </a:moveTo>
                <a:lnTo>
                  <a:pt x="4591" y="19637"/>
                </a:lnTo>
                <a:cubicBezTo>
                  <a:pt x="4675" y="19696"/>
                  <a:pt x="4758" y="19757"/>
                  <a:pt x="4843" y="19813"/>
                </a:cubicBezTo>
                <a:lnTo>
                  <a:pt x="19813" y="4844"/>
                </a:lnTo>
                <a:cubicBezTo>
                  <a:pt x="19757" y="4758"/>
                  <a:pt x="19696" y="4675"/>
                  <a:pt x="19637" y="4591"/>
                </a:cubicBezTo>
                <a:close/>
                <a:moveTo>
                  <a:pt x="20019" y="5172"/>
                </a:moveTo>
                <a:lnTo>
                  <a:pt x="5172" y="20019"/>
                </a:lnTo>
                <a:cubicBezTo>
                  <a:pt x="5261" y="20073"/>
                  <a:pt x="5351" y="20126"/>
                  <a:pt x="5441" y="20178"/>
                </a:cubicBezTo>
                <a:lnTo>
                  <a:pt x="20178" y="5441"/>
                </a:lnTo>
                <a:cubicBezTo>
                  <a:pt x="20126" y="5351"/>
                  <a:pt x="20073" y="5261"/>
                  <a:pt x="20019" y="5172"/>
                </a:cubicBezTo>
                <a:close/>
                <a:moveTo>
                  <a:pt x="20369" y="5782"/>
                </a:moveTo>
                <a:lnTo>
                  <a:pt x="5782" y="20369"/>
                </a:lnTo>
                <a:cubicBezTo>
                  <a:pt x="5877" y="20419"/>
                  <a:pt x="5974" y="20463"/>
                  <a:pt x="6071" y="20510"/>
                </a:cubicBezTo>
                <a:lnTo>
                  <a:pt x="20510" y="6071"/>
                </a:lnTo>
                <a:cubicBezTo>
                  <a:pt x="20463" y="5975"/>
                  <a:pt x="20419" y="5878"/>
                  <a:pt x="20369" y="5782"/>
                </a:cubicBezTo>
                <a:close/>
                <a:moveTo>
                  <a:pt x="20679" y="6434"/>
                </a:moveTo>
                <a:lnTo>
                  <a:pt x="6434" y="20679"/>
                </a:lnTo>
                <a:cubicBezTo>
                  <a:pt x="6534" y="20723"/>
                  <a:pt x="6633" y="20769"/>
                  <a:pt x="6734" y="20809"/>
                </a:cubicBezTo>
                <a:lnTo>
                  <a:pt x="20809" y="6735"/>
                </a:lnTo>
                <a:cubicBezTo>
                  <a:pt x="20769" y="6634"/>
                  <a:pt x="20723" y="6534"/>
                  <a:pt x="20679" y="6434"/>
                </a:cubicBezTo>
                <a:close/>
                <a:moveTo>
                  <a:pt x="20956" y="7121"/>
                </a:moveTo>
                <a:lnTo>
                  <a:pt x="7120" y="20956"/>
                </a:lnTo>
                <a:cubicBezTo>
                  <a:pt x="7226" y="20994"/>
                  <a:pt x="7333" y="21030"/>
                  <a:pt x="7439" y="21065"/>
                </a:cubicBezTo>
                <a:lnTo>
                  <a:pt x="21065" y="7439"/>
                </a:lnTo>
                <a:cubicBezTo>
                  <a:pt x="21030" y="7333"/>
                  <a:pt x="20994" y="7226"/>
                  <a:pt x="20956" y="7121"/>
                </a:cubicBezTo>
                <a:close/>
                <a:moveTo>
                  <a:pt x="21190" y="7848"/>
                </a:moveTo>
                <a:lnTo>
                  <a:pt x="7848" y="21190"/>
                </a:lnTo>
                <a:cubicBezTo>
                  <a:pt x="7960" y="21221"/>
                  <a:pt x="8073" y="21252"/>
                  <a:pt x="8186" y="21280"/>
                </a:cubicBezTo>
                <a:lnTo>
                  <a:pt x="21280" y="8186"/>
                </a:lnTo>
                <a:cubicBezTo>
                  <a:pt x="21252" y="8073"/>
                  <a:pt x="21221" y="7960"/>
                  <a:pt x="21190" y="7848"/>
                </a:cubicBezTo>
                <a:close/>
                <a:moveTo>
                  <a:pt x="21378" y="8623"/>
                </a:moveTo>
                <a:lnTo>
                  <a:pt x="8623" y="21378"/>
                </a:lnTo>
                <a:cubicBezTo>
                  <a:pt x="8743" y="21402"/>
                  <a:pt x="8863" y="21424"/>
                  <a:pt x="8984" y="21445"/>
                </a:cubicBezTo>
                <a:lnTo>
                  <a:pt x="21445" y="8984"/>
                </a:lnTo>
                <a:cubicBezTo>
                  <a:pt x="21424" y="8864"/>
                  <a:pt x="21402" y="8743"/>
                  <a:pt x="21378" y="8623"/>
                </a:cubicBezTo>
                <a:close/>
                <a:moveTo>
                  <a:pt x="21514" y="9448"/>
                </a:moveTo>
                <a:lnTo>
                  <a:pt x="9447" y="21514"/>
                </a:lnTo>
                <a:cubicBezTo>
                  <a:pt x="9576" y="21530"/>
                  <a:pt x="9704" y="21546"/>
                  <a:pt x="9833" y="21557"/>
                </a:cubicBezTo>
                <a:lnTo>
                  <a:pt x="21557" y="9834"/>
                </a:lnTo>
                <a:cubicBezTo>
                  <a:pt x="21546" y="9705"/>
                  <a:pt x="21530" y="9576"/>
                  <a:pt x="21514" y="9448"/>
                </a:cubicBezTo>
                <a:close/>
                <a:moveTo>
                  <a:pt x="21590" y="10333"/>
                </a:moveTo>
                <a:lnTo>
                  <a:pt x="10332" y="21590"/>
                </a:lnTo>
                <a:cubicBezTo>
                  <a:pt x="10473" y="21596"/>
                  <a:pt x="10613" y="21599"/>
                  <a:pt x="10753" y="21600"/>
                </a:cubicBezTo>
                <a:lnTo>
                  <a:pt x="21600" y="10754"/>
                </a:lnTo>
                <a:cubicBezTo>
                  <a:pt x="21599" y="10613"/>
                  <a:pt x="21596" y="10473"/>
                  <a:pt x="21590" y="10333"/>
                </a:cubicBezTo>
                <a:close/>
                <a:moveTo>
                  <a:pt x="21590" y="11296"/>
                </a:moveTo>
                <a:lnTo>
                  <a:pt x="11295" y="21590"/>
                </a:lnTo>
                <a:cubicBezTo>
                  <a:pt x="11449" y="21583"/>
                  <a:pt x="11603" y="21572"/>
                  <a:pt x="11757" y="21558"/>
                </a:cubicBezTo>
                <a:lnTo>
                  <a:pt x="21558" y="11757"/>
                </a:lnTo>
                <a:cubicBezTo>
                  <a:pt x="21572" y="11603"/>
                  <a:pt x="21583" y="11450"/>
                  <a:pt x="21590" y="11296"/>
                </a:cubicBezTo>
                <a:close/>
                <a:moveTo>
                  <a:pt x="21489" y="12358"/>
                </a:moveTo>
                <a:lnTo>
                  <a:pt x="12358" y="21489"/>
                </a:lnTo>
                <a:cubicBezTo>
                  <a:pt x="12531" y="21464"/>
                  <a:pt x="12703" y="21434"/>
                  <a:pt x="12876" y="21400"/>
                </a:cubicBezTo>
                <a:lnTo>
                  <a:pt x="21400" y="12876"/>
                </a:lnTo>
                <a:cubicBezTo>
                  <a:pt x="21434" y="12704"/>
                  <a:pt x="21464" y="12531"/>
                  <a:pt x="21489" y="12358"/>
                </a:cubicBezTo>
                <a:close/>
                <a:moveTo>
                  <a:pt x="21239" y="13569"/>
                </a:moveTo>
                <a:lnTo>
                  <a:pt x="13569" y="21239"/>
                </a:lnTo>
                <a:cubicBezTo>
                  <a:pt x="13774" y="21185"/>
                  <a:pt x="13978" y="21125"/>
                  <a:pt x="14181" y="21058"/>
                </a:cubicBezTo>
                <a:lnTo>
                  <a:pt x="21058" y="14181"/>
                </a:lnTo>
                <a:cubicBezTo>
                  <a:pt x="21125" y="13978"/>
                  <a:pt x="21185" y="13774"/>
                  <a:pt x="21239" y="13569"/>
                </a:cubicBezTo>
                <a:close/>
                <a:moveTo>
                  <a:pt x="20736" y="15035"/>
                </a:moveTo>
                <a:lnTo>
                  <a:pt x="15035" y="20736"/>
                </a:lnTo>
                <a:cubicBezTo>
                  <a:pt x="15310" y="20619"/>
                  <a:pt x="15581" y="20493"/>
                  <a:pt x="15848" y="20352"/>
                </a:cubicBezTo>
                <a:lnTo>
                  <a:pt x="20352" y="15848"/>
                </a:lnTo>
                <a:cubicBezTo>
                  <a:pt x="20493" y="15581"/>
                  <a:pt x="20619" y="15310"/>
                  <a:pt x="20736" y="15035"/>
                </a:cubicBezTo>
                <a:close/>
                <a:moveTo>
                  <a:pt x="19400" y="17332"/>
                </a:moveTo>
                <a:lnTo>
                  <a:pt x="17332" y="19400"/>
                </a:lnTo>
                <a:cubicBezTo>
                  <a:pt x="17716" y="19108"/>
                  <a:pt x="18087" y="18789"/>
                  <a:pt x="18438" y="18438"/>
                </a:cubicBezTo>
                <a:cubicBezTo>
                  <a:pt x="18788" y="18087"/>
                  <a:pt x="19107" y="17716"/>
                  <a:pt x="19400" y="17332"/>
                </a:cubicBezTo>
                <a:close/>
              </a:path>
            </a:pathLst>
          </a:custGeom>
          <a:solidFill>
            <a:schemeClr val="accent4"/>
          </a:solidFill>
          <a:ln w="12700">
            <a:miter lim="400000"/>
          </a:ln>
        </p:spPr>
        <p:txBody>
          <a:bodyPr lIns="0" tIns="0" rIns="0" bIns="0" anchor="ctr"/>
          <a:lstStyle/>
          <a:p>
            <a:pPr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/>
          </a:p>
        </p:txBody>
      </p:sp>
      <p:sp>
        <p:nvSpPr>
          <p:cNvPr id="239" name="Shape"/>
          <p:cNvSpPr/>
          <p:nvPr/>
        </p:nvSpPr>
        <p:spPr>
          <a:xfrm>
            <a:off x="11727838" y="12253507"/>
            <a:ext cx="4276957" cy="427713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800" y="0"/>
                </a:moveTo>
                <a:cubicBezTo>
                  <a:pt x="10787" y="0"/>
                  <a:pt x="10773" y="1"/>
                  <a:pt x="10759" y="1"/>
                </a:cubicBezTo>
                <a:lnTo>
                  <a:pt x="1" y="10760"/>
                </a:lnTo>
                <a:cubicBezTo>
                  <a:pt x="0" y="10900"/>
                  <a:pt x="3" y="11040"/>
                  <a:pt x="8" y="11181"/>
                </a:cubicBezTo>
                <a:lnTo>
                  <a:pt x="11180" y="9"/>
                </a:lnTo>
                <a:cubicBezTo>
                  <a:pt x="11054" y="4"/>
                  <a:pt x="10927" y="0"/>
                  <a:pt x="10800" y="0"/>
                </a:cubicBezTo>
                <a:close/>
                <a:moveTo>
                  <a:pt x="10211" y="17"/>
                </a:moveTo>
                <a:cubicBezTo>
                  <a:pt x="10057" y="25"/>
                  <a:pt x="9903" y="36"/>
                  <a:pt x="9748" y="51"/>
                </a:cubicBezTo>
                <a:lnTo>
                  <a:pt x="50" y="9749"/>
                </a:lnTo>
                <a:cubicBezTo>
                  <a:pt x="35" y="9903"/>
                  <a:pt x="25" y="10057"/>
                  <a:pt x="16" y="10212"/>
                </a:cubicBezTo>
                <a:lnTo>
                  <a:pt x="10211" y="17"/>
                </a:lnTo>
                <a:close/>
                <a:moveTo>
                  <a:pt x="11683" y="38"/>
                </a:moveTo>
                <a:lnTo>
                  <a:pt x="38" y="11684"/>
                </a:lnTo>
                <a:cubicBezTo>
                  <a:pt x="48" y="11814"/>
                  <a:pt x="62" y="11944"/>
                  <a:pt x="78" y="12075"/>
                </a:cubicBezTo>
                <a:lnTo>
                  <a:pt x="12074" y="78"/>
                </a:lnTo>
                <a:cubicBezTo>
                  <a:pt x="11944" y="63"/>
                  <a:pt x="11814" y="49"/>
                  <a:pt x="11683" y="38"/>
                </a:cubicBezTo>
                <a:close/>
                <a:moveTo>
                  <a:pt x="9136" y="131"/>
                </a:moveTo>
                <a:cubicBezTo>
                  <a:pt x="8960" y="158"/>
                  <a:pt x="8786" y="190"/>
                  <a:pt x="8611" y="226"/>
                </a:cubicBezTo>
                <a:lnTo>
                  <a:pt x="226" y="8611"/>
                </a:lnTo>
                <a:cubicBezTo>
                  <a:pt x="190" y="8786"/>
                  <a:pt x="157" y="8961"/>
                  <a:pt x="130" y="9137"/>
                </a:cubicBezTo>
                <a:lnTo>
                  <a:pt x="9136" y="131"/>
                </a:lnTo>
                <a:close/>
                <a:moveTo>
                  <a:pt x="12541" y="143"/>
                </a:moveTo>
                <a:lnTo>
                  <a:pt x="143" y="12541"/>
                </a:lnTo>
                <a:cubicBezTo>
                  <a:pt x="163" y="12663"/>
                  <a:pt x="183" y="12785"/>
                  <a:pt x="207" y="12906"/>
                </a:cubicBezTo>
                <a:lnTo>
                  <a:pt x="12906" y="208"/>
                </a:lnTo>
                <a:cubicBezTo>
                  <a:pt x="12785" y="184"/>
                  <a:pt x="12663" y="163"/>
                  <a:pt x="12541" y="143"/>
                </a:cubicBezTo>
                <a:close/>
                <a:moveTo>
                  <a:pt x="13343" y="303"/>
                </a:moveTo>
                <a:lnTo>
                  <a:pt x="303" y="13343"/>
                </a:lnTo>
                <a:cubicBezTo>
                  <a:pt x="330" y="13456"/>
                  <a:pt x="361" y="13569"/>
                  <a:pt x="392" y="13682"/>
                </a:cubicBezTo>
                <a:lnTo>
                  <a:pt x="13682" y="393"/>
                </a:lnTo>
                <a:cubicBezTo>
                  <a:pt x="13569" y="362"/>
                  <a:pt x="13456" y="331"/>
                  <a:pt x="13343" y="303"/>
                </a:cubicBezTo>
                <a:close/>
                <a:moveTo>
                  <a:pt x="7909" y="395"/>
                </a:moveTo>
                <a:cubicBezTo>
                  <a:pt x="7701" y="452"/>
                  <a:pt x="7495" y="515"/>
                  <a:pt x="7290" y="585"/>
                </a:cubicBezTo>
                <a:lnTo>
                  <a:pt x="584" y="7290"/>
                </a:lnTo>
                <a:cubicBezTo>
                  <a:pt x="514" y="7495"/>
                  <a:pt x="452" y="7702"/>
                  <a:pt x="394" y="7909"/>
                </a:cubicBezTo>
                <a:lnTo>
                  <a:pt x="7909" y="395"/>
                </a:lnTo>
                <a:close/>
                <a:moveTo>
                  <a:pt x="14094" y="515"/>
                </a:moveTo>
                <a:lnTo>
                  <a:pt x="514" y="14094"/>
                </a:lnTo>
                <a:cubicBezTo>
                  <a:pt x="549" y="14202"/>
                  <a:pt x="583" y="14310"/>
                  <a:pt x="620" y="14417"/>
                </a:cubicBezTo>
                <a:lnTo>
                  <a:pt x="14417" y="621"/>
                </a:lnTo>
                <a:cubicBezTo>
                  <a:pt x="14310" y="583"/>
                  <a:pt x="14202" y="549"/>
                  <a:pt x="14094" y="515"/>
                </a:cubicBezTo>
                <a:close/>
                <a:moveTo>
                  <a:pt x="14804" y="767"/>
                </a:moveTo>
                <a:lnTo>
                  <a:pt x="767" y="14804"/>
                </a:lnTo>
                <a:cubicBezTo>
                  <a:pt x="807" y="14905"/>
                  <a:pt x="851" y="15004"/>
                  <a:pt x="894" y="15104"/>
                </a:cubicBezTo>
                <a:lnTo>
                  <a:pt x="15104" y="895"/>
                </a:lnTo>
                <a:cubicBezTo>
                  <a:pt x="15004" y="852"/>
                  <a:pt x="14905" y="807"/>
                  <a:pt x="14804" y="767"/>
                </a:cubicBezTo>
                <a:close/>
                <a:moveTo>
                  <a:pt x="6411" y="932"/>
                </a:moveTo>
                <a:cubicBezTo>
                  <a:pt x="6118" y="1062"/>
                  <a:pt x="5831" y="1206"/>
                  <a:pt x="5549" y="1363"/>
                </a:cubicBezTo>
                <a:lnTo>
                  <a:pt x="1362" y="5549"/>
                </a:lnTo>
                <a:cubicBezTo>
                  <a:pt x="1205" y="5832"/>
                  <a:pt x="1061" y="6119"/>
                  <a:pt x="931" y="6411"/>
                </a:cubicBezTo>
                <a:lnTo>
                  <a:pt x="6411" y="932"/>
                </a:lnTo>
                <a:close/>
                <a:moveTo>
                  <a:pt x="15470" y="1061"/>
                </a:moveTo>
                <a:lnTo>
                  <a:pt x="1060" y="15471"/>
                </a:lnTo>
                <a:cubicBezTo>
                  <a:pt x="1106" y="15567"/>
                  <a:pt x="1153" y="15664"/>
                  <a:pt x="1202" y="15759"/>
                </a:cubicBezTo>
                <a:lnTo>
                  <a:pt x="15759" y="1203"/>
                </a:lnTo>
                <a:cubicBezTo>
                  <a:pt x="15663" y="1153"/>
                  <a:pt x="15567" y="1107"/>
                  <a:pt x="15470" y="1061"/>
                </a:cubicBezTo>
                <a:close/>
                <a:moveTo>
                  <a:pt x="16103" y="1391"/>
                </a:moveTo>
                <a:lnTo>
                  <a:pt x="1391" y="16103"/>
                </a:lnTo>
                <a:cubicBezTo>
                  <a:pt x="1442" y="16194"/>
                  <a:pt x="1494" y="16285"/>
                  <a:pt x="1549" y="16375"/>
                </a:cubicBezTo>
                <a:lnTo>
                  <a:pt x="16375" y="1549"/>
                </a:lnTo>
                <a:cubicBezTo>
                  <a:pt x="16285" y="1495"/>
                  <a:pt x="16194" y="1442"/>
                  <a:pt x="16103" y="1391"/>
                </a:cubicBezTo>
                <a:close/>
                <a:moveTo>
                  <a:pt x="16703" y="1754"/>
                </a:moveTo>
                <a:lnTo>
                  <a:pt x="1753" y="16703"/>
                </a:lnTo>
                <a:cubicBezTo>
                  <a:pt x="1809" y="16788"/>
                  <a:pt x="1869" y="16872"/>
                  <a:pt x="1928" y="16956"/>
                </a:cubicBezTo>
                <a:lnTo>
                  <a:pt x="16956" y="1928"/>
                </a:lnTo>
                <a:cubicBezTo>
                  <a:pt x="16872" y="1869"/>
                  <a:pt x="16788" y="1810"/>
                  <a:pt x="16703" y="1754"/>
                </a:cubicBezTo>
                <a:close/>
                <a:moveTo>
                  <a:pt x="17267" y="2151"/>
                </a:moveTo>
                <a:lnTo>
                  <a:pt x="2151" y="17267"/>
                </a:lnTo>
                <a:cubicBezTo>
                  <a:pt x="2212" y="17349"/>
                  <a:pt x="2274" y="17430"/>
                  <a:pt x="2338" y="17510"/>
                </a:cubicBezTo>
                <a:lnTo>
                  <a:pt x="17510" y="2338"/>
                </a:lnTo>
                <a:cubicBezTo>
                  <a:pt x="17430" y="2275"/>
                  <a:pt x="17349" y="2212"/>
                  <a:pt x="17267" y="2151"/>
                </a:cubicBezTo>
                <a:close/>
                <a:moveTo>
                  <a:pt x="3805" y="2574"/>
                </a:moveTo>
                <a:cubicBezTo>
                  <a:pt x="3586" y="2761"/>
                  <a:pt x="3370" y="2956"/>
                  <a:pt x="3163" y="3163"/>
                </a:cubicBezTo>
                <a:cubicBezTo>
                  <a:pt x="2955" y="3371"/>
                  <a:pt x="2761" y="3586"/>
                  <a:pt x="2574" y="3806"/>
                </a:cubicBezTo>
                <a:lnTo>
                  <a:pt x="3805" y="2574"/>
                </a:lnTo>
                <a:close/>
                <a:moveTo>
                  <a:pt x="17801" y="2579"/>
                </a:moveTo>
                <a:lnTo>
                  <a:pt x="2579" y="17801"/>
                </a:lnTo>
                <a:cubicBezTo>
                  <a:pt x="2645" y="17878"/>
                  <a:pt x="2709" y="17957"/>
                  <a:pt x="2777" y="18032"/>
                </a:cubicBezTo>
                <a:lnTo>
                  <a:pt x="18032" y="2777"/>
                </a:lnTo>
                <a:cubicBezTo>
                  <a:pt x="17957" y="2709"/>
                  <a:pt x="17878" y="2645"/>
                  <a:pt x="17801" y="2579"/>
                </a:cubicBezTo>
                <a:close/>
                <a:moveTo>
                  <a:pt x="18304" y="3036"/>
                </a:moveTo>
                <a:lnTo>
                  <a:pt x="3036" y="18304"/>
                </a:lnTo>
                <a:cubicBezTo>
                  <a:pt x="3079" y="18349"/>
                  <a:pt x="3119" y="18394"/>
                  <a:pt x="3163" y="18438"/>
                </a:cubicBezTo>
                <a:cubicBezTo>
                  <a:pt x="3191" y="18466"/>
                  <a:pt x="3222" y="18492"/>
                  <a:pt x="3250" y="18521"/>
                </a:cubicBezTo>
                <a:lnTo>
                  <a:pt x="18521" y="3251"/>
                </a:lnTo>
                <a:cubicBezTo>
                  <a:pt x="18492" y="3222"/>
                  <a:pt x="18466" y="3192"/>
                  <a:pt x="18438" y="3163"/>
                </a:cubicBezTo>
                <a:cubicBezTo>
                  <a:pt x="18394" y="3119"/>
                  <a:pt x="18348" y="3079"/>
                  <a:pt x="18304" y="3036"/>
                </a:cubicBezTo>
                <a:close/>
                <a:moveTo>
                  <a:pt x="18781" y="3523"/>
                </a:moveTo>
                <a:lnTo>
                  <a:pt x="3522" y="18781"/>
                </a:lnTo>
                <a:cubicBezTo>
                  <a:pt x="3598" y="18850"/>
                  <a:pt x="3676" y="18915"/>
                  <a:pt x="3753" y="18982"/>
                </a:cubicBezTo>
                <a:lnTo>
                  <a:pt x="18982" y="3753"/>
                </a:lnTo>
                <a:cubicBezTo>
                  <a:pt x="18915" y="3676"/>
                  <a:pt x="18850" y="3598"/>
                  <a:pt x="18781" y="3523"/>
                </a:cubicBezTo>
                <a:close/>
                <a:moveTo>
                  <a:pt x="19224" y="4041"/>
                </a:moveTo>
                <a:lnTo>
                  <a:pt x="4041" y="19224"/>
                </a:lnTo>
                <a:cubicBezTo>
                  <a:pt x="4121" y="19289"/>
                  <a:pt x="4202" y="19350"/>
                  <a:pt x="4283" y="19412"/>
                </a:cubicBezTo>
                <a:lnTo>
                  <a:pt x="19412" y="4283"/>
                </a:lnTo>
                <a:cubicBezTo>
                  <a:pt x="19350" y="4202"/>
                  <a:pt x="19289" y="4121"/>
                  <a:pt x="19224" y="4041"/>
                </a:cubicBezTo>
                <a:close/>
                <a:moveTo>
                  <a:pt x="19637" y="4591"/>
                </a:moveTo>
                <a:lnTo>
                  <a:pt x="4591" y="19637"/>
                </a:lnTo>
                <a:cubicBezTo>
                  <a:pt x="4675" y="19696"/>
                  <a:pt x="4758" y="19757"/>
                  <a:pt x="4843" y="19813"/>
                </a:cubicBezTo>
                <a:lnTo>
                  <a:pt x="19813" y="4844"/>
                </a:lnTo>
                <a:cubicBezTo>
                  <a:pt x="19757" y="4758"/>
                  <a:pt x="19696" y="4675"/>
                  <a:pt x="19637" y="4591"/>
                </a:cubicBezTo>
                <a:close/>
                <a:moveTo>
                  <a:pt x="20019" y="5172"/>
                </a:moveTo>
                <a:lnTo>
                  <a:pt x="5172" y="20019"/>
                </a:lnTo>
                <a:cubicBezTo>
                  <a:pt x="5261" y="20073"/>
                  <a:pt x="5351" y="20126"/>
                  <a:pt x="5441" y="20178"/>
                </a:cubicBezTo>
                <a:lnTo>
                  <a:pt x="20178" y="5441"/>
                </a:lnTo>
                <a:cubicBezTo>
                  <a:pt x="20126" y="5351"/>
                  <a:pt x="20073" y="5261"/>
                  <a:pt x="20019" y="5172"/>
                </a:cubicBezTo>
                <a:close/>
                <a:moveTo>
                  <a:pt x="20369" y="5782"/>
                </a:moveTo>
                <a:lnTo>
                  <a:pt x="5782" y="20369"/>
                </a:lnTo>
                <a:cubicBezTo>
                  <a:pt x="5877" y="20419"/>
                  <a:pt x="5974" y="20463"/>
                  <a:pt x="6071" y="20510"/>
                </a:cubicBezTo>
                <a:lnTo>
                  <a:pt x="20510" y="6071"/>
                </a:lnTo>
                <a:cubicBezTo>
                  <a:pt x="20463" y="5975"/>
                  <a:pt x="20419" y="5878"/>
                  <a:pt x="20369" y="5782"/>
                </a:cubicBezTo>
                <a:close/>
                <a:moveTo>
                  <a:pt x="20679" y="6434"/>
                </a:moveTo>
                <a:lnTo>
                  <a:pt x="6434" y="20679"/>
                </a:lnTo>
                <a:cubicBezTo>
                  <a:pt x="6534" y="20723"/>
                  <a:pt x="6633" y="20769"/>
                  <a:pt x="6734" y="20809"/>
                </a:cubicBezTo>
                <a:lnTo>
                  <a:pt x="20809" y="6735"/>
                </a:lnTo>
                <a:cubicBezTo>
                  <a:pt x="20769" y="6634"/>
                  <a:pt x="20723" y="6534"/>
                  <a:pt x="20679" y="6434"/>
                </a:cubicBezTo>
                <a:close/>
                <a:moveTo>
                  <a:pt x="20956" y="7121"/>
                </a:moveTo>
                <a:lnTo>
                  <a:pt x="7120" y="20956"/>
                </a:lnTo>
                <a:cubicBezTo>
                  <a:pt x="7226" y="20994"/>
                  <a:pt x="7333" y="21030"/>
                  <a:pt x="7439" y="21065"/>
                </a:cubicBezTo>
                <a:lnTo>
                  <a:pt x="21065" y="7439"/>
                </a:lnTo>
                <a:cubicBezTo>
                  <a:pt x="21030" y="7333"/>
                  <a:pt x="20994" y="7226"/>
                  <a:pt x="20956" y="7121"/>
                </a:cubicBezTo>
                <a:close/>
                <a:moveTo>
                  <a:pt x="21190" y="7848"/>
                </a:moveTo>
                <a:lnTo>
                  <a:pt x="7848" y="21190"/>
                </a:lnTo>
                <a:cubicBezTo>
                  <a:pt x="7960" y="21221"/>
                  <a:pt x="8073" y="21252"/>
                  <a:pt x="8186" y="21280"/>
                </a:cubicBezTo>
                <a:lnTo>
                  <a:pt x="21280" y="8186"/>
                </a:lnTo>
                <a:cubicBezTo>
                  <a:pt x="21252" y="8073"/>
                  <a:pt x="21221" y="7960"/>
                  <a:pt x="21190" y="7848"/>
                </a:cubicBezTo>
                <a:close/>
                <a:moveTo>
                  <a:pt x="21378" y="8623"/>
                </a:moveTo>
                <a:lnTo>
                  <a:pt x="8623" y="21378"/>
                </a:lnTo>
                <a:cubicBezTo>
                  <a:pt x="8743" y="21402"/>
                  <a:pt x="8863" y="21424"/>
                  <a:pt x="8984" y="21445"/>
                </a:cubicBezTo>
                <a:lnTo>
                  <a:pt x="21445" y="8984"/>
                </a:lnTo>
                <a:cubicBezTo>
                  <a:pt x="21424" y="8864"/>
                  <a:pt x="21402" y="8743"/>
                  <a:pt x="21378" y="8623"/>
                </a:cubicBezTo>
                <a:close/>
                <a:moveTo>
                  <a:pt x="21514" y="9448"/>
                </a:moveTo>
                <a:lnTo>
                  <a:pt x="9447" y="21514"/>
                </a:lnTo>
                <a:cubicBezTo>
                  <a:pt x="9576" y="21530"/>
                  <a:pt x="9704" y="21546"/>
                  <a:pt x="9833" y="21557"/>
                </a:cubicBezTo>
                <a:lnTo>
                  <a:pt x="21557" y="9834"/>
                </a:lnTo>
                <a:cubicBezTo>
                  <a:pt x="21546" y="9705"/>
                  <a:pt x="21530" y="9576"/>
                  <a:pt x="21514" y="9448"/>
                </a:cubicBezTo>
                <a:close/>
                <a:moveTo>
                  <a:pt x="21590" y="10333"/>
                </a:moveTo>
                <a:lnTo>
                  <a:pt x="10332" y="21590"/>
                </a:lnTo>
                <a:cubicBezTo>
                  <a:pt x="10473" y="21596"/>
                  <a:pt x="10613" y="21599"/>
                  <a:pt x="10753" y="21600"/>
                </a:cubicBezTo>
                <a:lnTo>
                  <a:pt x="21600" y="10754"/>
                </a:lnTo>
                <a:cubicBezTo>
                  <a:pt x="21599" y="10613"/>
                  <a:pt x="21596" y="10473"/>
                  <a:pt x="21590" y="10333"/>
                </a:cubicBezTo>
                <a:close/>
                <a:moveTo>
                  <a:pt x="21590" y="11296"/>
                </a:moveTo>
                <a:lnTo>
                  <a:pt x="11295" y="21590"/>
                </a:lnTo>
                <a:cubicBezTo>
                  <a:pt x="11449" y="21583"/>
                  <a:pt x="11603" y="21572"/>
                  <a:pt x="11757" y="21558"/>
                </a:cubicBezTo>
                <a:lnTo>
                  <a:pt x="21558" y="11757"/>
                </a:lnTo>
                <a:cubicBezTo>
                  <a:pt x="21572" y="11603"/>
                  <a:pt x="21583" y="11450"/>
                  <a:pt x="21590" y="11296"/>
                </a:cubicBezTo>
                <a:close/>
                <a:moveTo>
                  <a:pt x="21489" y="12358"/>
                </a:moveTo>
                <a:lnTo>
                  <a:pt x="12358" y="21489"/>
                </a:lnTo>
                <a:cubicBezTo>
                  <a:pt x="12531" y="21464"/>
                  <a:pt x="12703" y="21434"/>
                  <a:pt x="12876" y="21400"/>
                </a:cubicBezTo>
                <a:lnTo>
                  <a:pt x="21400" y="12876"/>
                </a:lnTo>
                <a:cubicBezTo>
                  <a:pt x="21434" y="12704"/>
                  <a:pt x="21464" y="12531"/>
                  <a:pt x="21489" y="12358"/>
                </a:cubicBezTo>
                <a:close/>
                <a:moveTo>
                  <a:pt x="21239" y="13569"/>
                </a:moveTo>
                <a:lnTo>
                  <a:pt x="13569" y="21239"/>
                </a:lnTo>
                <a:cubicBezTo>
                  <a:pt x="13774" y="21185"/>
                  <a:pt x="13978" y="21125"/>
                  <a:pt x="14181" y="21058"/>
                </a:cubicBezTo>
                <a:lnTo>
                  <a:pt x="21058" y="14181"/>
                </a:lnTo>
                <a:cubicBezTo>
                  <a:pt x="21125" y="13978"/>
                  <a:pt x="21185" y="13774"/>
                  <a:pt x="21239" y="13569"/>
                </a:cubicBezTo>
                <a:close/>
                <a:moveTo>
                  <a:pt x="20736" y="15035"/>
                </a:moveTo>
                <a:lnTo>
                  <a:pt x="15035" y="20736"/>
                </a:lnTo>
                <a:cubicBezTo>
                  <a:pt x="15310" y="20619"/>
                  <a:pt x="15581" y="20493"/>
                  <a:pt x="15848" y="20352"/>
                </a:cubicBezTo>
                <a:lnTo>
                  <a:pt x="20352" y="15848"/>
                </a:lnTo>
                <a:cubicBezTo>
                  <a:pt x="20493" y="15581"/>
                  <a:pt x="20619" y="15310"/>
                  <a:pt x="20736" y="15035"/>
                </a:cubicBezTo>
                <a:close/>
                <a:moveTo>
                  <a:pt x="19400" y="17332"/>
                </a:moveTo>
                <a:lnTo>
                  <a:pt x="17332" y="19400"/>
                </a:lnTo>
                <a:cubicBezTo>
                  <a:pt x="17716" y="19108"/>
                  <a:pt x="18087" y="18789"/>
                  <a:pt x="18438" y="18438"/>
                </a:cubicBezTo>
                <a:cubicBezTo>
                  <a:pt x="18788" y="18087"/>
                  <a:pt x="19107" y="17716"/>
                  <a:pt x="19400" y="17332"/>
                </a:cubicBezTo>
                <a:close/>
              </a:path>
            </a:pathLst>
          </a:custGeom>
          <a:solidFill>
            <a:schemeClr val="accent4"/>
          </a:solidFill>
          <a:ln w="12700">
            <a:miter lim="400000"/>
          </a:ln>
        </p:spPr>
        <p:txBody>
          <a:bodyPr lIns="0" tIns="0" rIns="0" bIns="0" anchor="ctr"/>
          <a:lstStyle/>
          <a:p>
            <a:pPr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/>
          </a:p>
        </p:txBody>
      </p:sp>
      <p:sp>
        <p:nvSpPr>
          <p:cNvPr id="240" name="Shape"/>
          <p:cNvSpPr/>
          <p:nvPr/>
        </p:nvSpPr>
        <p:spPr>
          <a:xfrm>
            <a:off x="22467966" y="8316507"/>
            <a:ext cx="4276957" cy="427713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800" y="0"/>
                </a:moveTo>
                <a:cubicBezTo>
                  <a:pt x="10787" y="0"/>
                  <a:pt x="10773" y="1"/>
                  <a:pt x="10759" y="1"/>
                </a:cubicBezTo>
                <a:lnTo>
                  <a:pt x="1" y="10760"/>
                </a:lnTo>
                <a:cubicBezTo>
                  <a:pt x="0" y="10900"/>
                  <a:pt x="3" y="11040"/>
                  <a:pt x="8" y="11181"/>
                </a:cubicBezTo>
                <a:lnTo>
                  <a:pt x="11180" y="9"/>
                </a:lnTo>
                <a:cubicBezTo>
                  <a:pt x="11054" y="4"/>
                  <a:pt x="10927" y="0"/>
                  <a:pt x="10800" y="0"/>
                </a:cubicBezTo>
                <a:close/>
                <a:moveTo>
                  <a:pt x="10211" y="17"/>
                </a:moveTo>
                <a:cubicBezTo>
                  <a:pt x="10057" y="25"/>
                  <a:pt x="9903" y="36"/>
                  <a:pt x="9748" y="51"/>
                </a:cubicBezTo>
                <a:lnTo>
                  <a:pt x="50" y="9749"/>
                </a:lnTo>
                <a:cubicBezTo>
                  <a:pt x="35" y="9903"/>
                  <a:pt x="25" y="10057"/>
                  <a:pt x="16" y="10212"/>
                </a:cubicBezTo>
                <a:lnTo>
                  <a:pt x="10211" y="17"/>
                </a:lnTo>
                <a:close/>
                <a:moveTo>
                  <a:pt x="11683" y="38"/>
                </a:moveTo>
                <a:lnTo>
                  <a:pt x="38" y="11684"/>
                </a:lnTo>
                <a:cubicBezTo>
                  <a:pt x="48" y="11814"/>
                  <a:pt x="62" y="11944"/>
                  <a:pt x="78" y="12075"/>
                </a:cubicBezTo>
                <a:lnTo>
                  <a:pt x="12074" y="78"/>
                </a:lnTo>
                <a:cubicBezTo>
                  <a:pt x="11944" y="63"/>
                  <a:pt x="11814" y="49"/>
                  <a:pt x="11683" y="38"/>
                </a:cubicBezTo>
                <a:close/>
                <a:moveTo>
                  <a:pt x="9136" y="131"/>
                </a:moveTo>
                <a:cubicBezTo>
                  <a:pt x="8960" y="158"/>
                  <a:pt x="8786" y="190"/>
                  <a:pt x="8611" y="226"/>
                </a:cubicBezTo>
                <a:lnTo>
                  <a:pt x="226" y="8611"/>
                </a:lnTo>
                <a:cubicBezTo>
                  <a:pt x="190" y="8786"/>
                  <a:pt x="157" y="8961"/>
                  <a:pt x="130" y="9137"/>
                </a:cubicBezTo>
                <a:lnTo>
                  <a:pt x="9136" y="131"/>
                </a:lnTo>
                <a:close/>
                <a:moveTo>
                  <a:pt x="12541" y="143"/>
                </a:moveTo>
                <a:lnTo>
                  <a:pt x="143" y="12541"/>
                </a:lnTo>
                <a:cubicBezTo>
                  <a:pt x="163" y="12663"/>
                  <a:pt x="183" y="12785"/>
                  <a:pt x="207" y="12906"/>
                </a:cubicBezTo>
                <a:lnTo>
                  <a:pt x="12906" y="208"/>
                </a:lnTo>
                <a:cubicBezTo>
                  <a:pt x="12785" y="184"/>
                  <a:pt x="12663" y="163"/>
                  <a:pt x="12541" y="143"/>
                </a:cubicBezTo>
                <a:close/>
                <a:moveTo>
                  <a:pt x="13343" y="303"/>
                </a:moveTo>
                <a:lnTo>
                  <a:pt x="303" y="13343"/>
                </a:lnTo>
                <a:cubicBezTo>
                  <a:pt x="330" y="13456"/>
                  <a:pt x="361" y="13569"/>
                  <a:pt x="392" y="13682"/>
                </a:cubicBezTo>
                <a:lnTo>
                  <a:pt x="13682" y="393"/>
                </a:lnTo>
                <a:cubicBezTo>
                  <a:pt x="13569" y="362"/>
                  <a:pt x="13456" y="331"/>
                  <a:pt x="13343" y="303"/>
                </a:cubicBezTo>
                <a:close/>
                <a:moveTo>
                  <a:pt x="7909" y="395"/>
                </a:moveTo>
                <a:cubicBezTo>
                  <a:pt x="7701" y="452"/>
                  <a:pt x="7495" y="515"/>
                  <a:pt x="7290" y="585"/>
                </a:cubicBezTo>
                <a:lnTo>
                  <a:pt x="584" y="7290"/>
                </a:lnTo>
                <a:cubicBezTo>
                  <a:pt x="514" y="7495"/>
                  <a:pt x="452" y="7702"/>
                  <a:pt x="394" y="7909"/>
                </a:cubicBezTo>
                <a:lnTo>
                  <a:pt x="7909" y="395"/>
                </a:lnTo>
                <a:close/>
                <a:moveTo>
                  <a:pt x="14094" y="515"/>
                </a:moveTo>
                <a:lnTo>
                  <a:pt x="514" y="14094"/>
                </a:lnTo>
                <a:cubicBezTo>
                  <a:pt x="549" y="14202"/>
                  <a:pt x="583" y="14310"/>
                  <a:pt x="620" y="14417"/>
                </a:cubicBezTo>
                <a:lnTo>
                  <a:pt x="14417" y="621"/>
                </a:lnTo>
                <a:cubicBezTo>
                  <a:pt x="14310" y="583"/>
                  <a:pt x="14202" y="549"/>
                  <a:pt x="14094" y="515"/>
                </a:cubicBezTo>
                <a:close/>
                <a:moveTo>
                  <a:pt x="14804" y="767"/>
                </a:moveTo>
                <a:lnTo>
                  <a:pt x="767" y="14804"/>
                </a:lnTo>
                <a:cubicBezTo>
                  <a:pt x="807" y="14905"/>
                  <a:pt x="851" y="15004"/>
                  <a:pt x="894" y="15104"/>
                </a:cubicBezTo>
                <a:lnTo>
                  <a:pt x="15104" y="895"/>
                </a:lnTo>
                <a:cubicBezTo>
                  <a:pt x="15004" y="852"/>
                  <a:pt x="14905" y="807"/>
                  <a:pt x="14804" y="767"/>
                </a:cubicBezTo>
                <a:close/>
                <a:moveTo>
                  <a:pt x="6411" y="932"/>
                </a:moveTo>
                <a:cubicBezTo>
                  <a:pt x="6118" y="1062"/>
                  <a:pt x="5831" y="1206"/>
                  <a:pt x="5549" y="1363"/>
                </a:cubicBezTo>
                <a:lnTo>
                  <a:pt x="1362" y="5549"/>
                </a:lnTo>
                <a:cubicBezTo>
                  <a:pt x="1205" y="5832"/>
                  <a:pt x="1061" y="6119"/>
                  <a:pt x="931" y="6411"/>
                </a:cubicBezTo>
                <a:lnTo>
                  <a:pt x="6411" y="932"/>
                </a:lnTo>
                <a:close/>
                <a:moveTo>
                  <a:pt x="15470" y="1061"/>
                </a:moveTo>
                <a:lnTo>
                  <a:pt x="1060" y="15471"/>
                </a:lnTo>
                <a:cubicBezTo>
                  <a:pt x="1106" y="15567"/>
                  <a:pt x="1153" y="15664"/>
                  <a:pt x="1202" y="15759"/>
                </a:cubicBezTo>
                <a:lnTo>
                  <a:pt x="15759" y="1203"/>
                </a:lnTo>
                <a:cubicBezTo>
                  <a:pt x="15663" y="1153"/>
                  <a:pt x="15567" y="1107"/>
                  <a:pt x="15470" y="1061"/>
                </a:cubicBezTo>
                <a:close/>
                <a:moveTo>
                  <a:pt x="16103" y="1391"/>
                </a:moveTo>
                <a:lnTo>
                  <a:pt x="1391" y="16103"/>
                </a:lnTo>
                <a:cubicBezTo>
                  <a:pt x="1442" y="16194"/>
                  <a:pt x="1494" y="16285"/>
                  <a:pt x="1549" y="16375"/>
                </a:cubicBezTo>
                <a:lnTo>
                  <a:pt x="16375" y="1549"/>
                </a:lnTo>
                <a:cubicBezTo>
                  <a:pt x="16285" y="1495"/>
                  <a:pt x="16194" y="1442"/>
                  <a:pt x="16103" y="1391"/>
                </a:cubicBezTo>
                <a:close/>
                <a:moveTo>
                  <a:pt x="16703" y="1754"/>
                </a:moveTo>
                <a:lnTo>
                  <a:pt x="1753" y="16703"/>
                </a:lnTo>
                <a:cubicBezTo>
                  <a:pt x="1809" y="16788"/>
                  <a:pt x="1869" y="16872"/>
                  <a:pt x="1928" y="16956"/>
                </a:cubicBezTo>
                <a:lnTo>
                  <a:pt x="16956" y="1928"/>
                </a:lnTo>
                <a:cubicBezTo>
                  <a:pt x="16872" y="1869"/>
                  <a:pt x="16788" y="1810"/>
                  <a:pt x="16703" y="1754"/>
                </a:cubicBezTo>
                <a:close/>
                <a:moveTo>
                  <a:pt x="17267" y="2151"/>
                </a:moveTo>
                <a:lnTo>
                  <a:pt x="2151" y="17267"/>
                </a:lnTo>
                <a:cubicBezTo>
                  <a:pt x="2212" y="17349"/>
                  <a:pt x="2274" y="17430"/>
                  <a:pt x="2338" y="17510"/>
                </a:cubicBezTo>
                <a:lnTo>
                  <a:pt x="17510" y="2338"/>
                </a:lnTo>
                <a:cubicBezTo>
                  <a:pt x="17430" y="2275"/>
                  <a:pt x="17349" y="2212"/>
                  <a:pt x="17267" y="2151"/>
                </a:cubicBezTo>
                <a:close/>
                <a:moveTo>
                  <a:pt x="3805" y="2574"/>
                </a:moveTo>
                <a:cubicBezTo>
                  <a:pt x="3586" y="2761"/>
                  <a:pt x="3370" y="2956"/>
                  <a:pt x="3163" y="3163"/>
                </a:cubicBezTo>
                <a:cubicBezTo>
                  <a:pt x="2955" y="3371"/>
                  <a:pt x="2761" y="3586"/>
                  <a:pt x="2574" y="3806"/>
                </a:cubicBezTo>
                <a:lnTo>
                  <a:pt x="3805" y="2574"/>
                </a:lnTo>
                <a:close/>
                <a:moveTo>
                  <a:pt x="17801" y="2579"/>
                </a:moveTo>
                <a:lnTo>
                  <a:pt x="2579" y="17801"/>
                </a:lnTo>
                <a:cubicBezTo>
                  <a:pt x="2645" y="17878"/>
                  <a:pt x="2709" y="17957"/>
                  <a:pt x="2777" y="18032"/>
                </a:cubicBezTo>
                <a:lnTo>
                  <a:pt x="18032" y="2777"/>
                </a:lnTo>
                <a:cubicBezTo>
                  <a:pt x="17957" y="2709"/>
                  <a:pt x="17878" y="2645"/>
                  <a:pt x="17801" y="2579"/>
                </a:cubicBezTo>
                <a:close/>
                <a:moveTo>
                  <a:pt x="18304" y="3036"/>
                </a:moveTo>
                <a:lnTo>
                  <a:pt x="3036" y="18304"/>
                </a:lnTo>
                <a:cubicBezTo>
                  <a:pt x="3079" y="18349"/>
                  <a:pt x="3119" y="18394"/>
                  <a:pt x="3163" y="18438"/>
                </a:cubicBezTo>
                <a:cubicBezTo>
                  <a:pt x="3191" y="18466"/>
                  <a:pt x="3222" y="18492"/>
                  <a:pt x="3250" y="18521"/>
                </a:cubicBezTo>
                <a:lnTo>
                  <a:pt x="18521" y="3251"/>
                </a:lnTo>
                <a:cubicBezTo>
                  <a:pt x="18492" y="3222"/>
                  <a:pt x="18466" y="3192"/>
                  <a:pt x="18438" y="3163"/>
                </a:cubicBezTo>
                <a:cubicBezTo>
                  <a:pt x="18394" y="3119"/>
                  <a:pt x="18348" y="3079"/>
                  <a:pt x="18304" y="3036"/>
                </a:cubicBezTo>
                <a:close/>
                <a:moveTo>
                  <a:pt x="18781" y="3523"/>
                </a:moveTo>
                <a:lnTo>
                  <a:pt x="3522" y="18781"/>
                </a:lnTo>
                <a:cubicBezTo>
                  <a:pt x="3598" y="18850"/>
                  <a:pt x="3676" y="18915"/>
                  <a:pt x="3753" y="18982"/>
                </a:cubicBezTo>
                <a:lnTo>
                  <a:pt x="18982" y="3753"/>
                </a:lnTo>
                <a:cubicBezTo>
                  <a:pt x="18915" y="3676"/>
                  <a:pt x="18850" y="3598"/>
                  <a:pt x="18781" y="3523"/>
                </a:cubicBezTo>
                <a:close/>
                <a:moveTo>
                  <a:pt x="19224" y="4041"/>
                </a:moveTo>
                <a:lnTo>
                  <a:pt x="4041" y="19224"/>
                </a:lnTo>
                <a:cubicBezTo>
                  <a:pt x="4121" y="19289"/>
                  <a:pt x="4202" y="19350"/>
                  <a:pt x="4283" y="19412"/>
                </a:cubicBezTo>
                <a:lnTo>
                  <a:pt x="19412" y="4283"/>
                </a:lnTo>
                <a:cubicBezTo>
                  <a:pt x="19350" y="4202"/>
                  <a:pt x="19289" y="4121"/>
                  <a:pt x="19224" y="4041"/>
                </a:cubicBezTo>
                <a:close/>
                <a:moveTo>
                  <a:pt x="19637" y="4591"/>
                </a:moveTo>
                <a:lnTo>
                  <a:pt x="4591" y="19637"/>
                </a:lnTo>
                <a:cubicBezTo>
                  <a:pt x="4675" y="19696"/>
                  <a:pt x="4758" y="19757"/>
                  <a:pt x="4843" y="19813"/>
                </a:cubicBezTo>
                <a:lnTo>
                  <a:pt x="19813" y="4844"/>
                </a:lnTo>
                <a:cubicBezTo>
                  <a:pt x="19757" y="4758"/>
                  <a:pt x="19696" y="4675"/>
                  <a:pt x="19637" y="4591"/>
                </a:cubicBezTo>
                <a:close/>
                <a:moveTo>
                  <a:pt x="20019" y="5172"/>
                </a:moveTo>
                <a:lnTo>
                  <a:pt x="5172" y="20019"/>
                </a:lnTo>
                <a:cubicBezTo>
                  <a:pt x="5261" y="20073"/>
                  <a:pt x="5351" y="20126"/>
                  <a:pt x="5441" y="20178"/>
                </a:cubicBezTo>
                <a:lnTo>
                  <a:pt x="20178" y="5441"/>
                </a:lnTo>
                <a:cubicBezTo>
                  <a:pt x="20126" y="5351"/>
                  <a:pt x="20073" y="5261"/>
                  <a:pt x="20019" y="5172"/>
                </a:cubicBezTo>
                <a:close/>
                <a:moveTo>
                  <a:pt x="20369" y="5782"/>
                </a:moveTo>
                <a:lnTo>
                  <a:pt x="5782" y="20369"/>
                </a:lnTo>
                <a:cubicBezTo>
                  <a:pt x="5877" y="20419"/>
                  <a:pt x="5974" y="20463"/>
                  <a:pt x="6071" y="20510"/>
                </a:cubicBezTo>
                <a:lnTo>
                  <a:pt x="20510" y="6071"/>
                </a:lnTo>
                <a:cubicBezTo>
                  <a:pt x="20463" y="5975"/>
                  <a:pt x="20419" y="5878"/>
                  <a:pt x="20369" y="5782"/>
                </a:cubicBezTo>
                <a:close/>
                <a:moveTo>
                  <a:pt x="20679" y="6434"/>
                </a:moveTo>
                <a:lnTo>
                  <a:pt x="6434" y="20679"/>
                </a:lnTo>
                <a:cubicBezTo>
                  <a:pt x="6534" y="20723"/>
                  <a:pt x="6633" y="20769"/>
                  <a:pt x="6734" y="20809"/>
                </a:cubicBezTo>
                <a:lnTo>
                  <a:pt x="20809" y="6735"/>
                </a:lnTo>
                <a:cubicBezTo>
                  <a:pt x="20769" y="6634"/>
                  <a:pt x="20723" y="6534"/>
                  <a:pt x="20679" y="6434"/>
                </a:cubicBezTo>
                <a:close/>
                <a:moveTo>
                  <a:pt x="20956" y="7121"/>
                </a:moveTo>
                <a:lnTo>
                  <a:pt x="7120" y="20956"/>
                </a:lnTo>
                <a:cubicBezTo>
                  <a:pt x="7226" y="20994"/>
                  <a:pt x="7333" y="21030"/>
                  <a:pt x="7439" y="21065"/>
                </a:cubicBezTo>
                <a:lnTo>
                  <a:pt x="21065" y="7439"/>
                </a:lnTo>
                <a:cubicBezTo>
                  <a:pt x="21030" y="7333"/>
                  <a:pt x="20994" y="7226"/>
                  <a:pt x="20956" y="7121"/>
                </a:cubicBezTo>
                <a:close/>
                <a:moveTo>
                  <a:pt x="21190" y="7848"/>
                </a:moveTo>
                <a:lnTo>
                  <a:pt x="7848" y="21190"/>
                </a:lnTo>
                <a:cubicBezTo>
                  <a:pt x="7960" y="21221"/>
                  <a:pt x="8073" y="21252"/>
                  <a:pt x="8186" y="21280"/>
                </a:cubicBezTo>
                <a:lnTo>
                  <a:pt x="21280" y="8186"/>
                </a:lnTo>
                <a:cubicBezTo>
                  <a:pt x="21252" y="8073"/>
                  <a:pt x="21221" y="7960"/>
                  <a:pt x="21190" y="7848"/>
                </a:cubicBezTo>
                <a:close/>
                <a:moveTo>
                  <a:pt x="21378" y="8623"/>
                </a:moveTo>
                <a:lnTo>
                  <a:pt x="8623" y="21378"/>
                </a:lnTo>
                <a:cubicBezTo>
                  <a:pt x="8743" y="21402"/>
                  <a:pt x="8863" y="21424"/>
                  <a:pt x="8984" y="21445"/>
                </a:cubicBezTo>
                <a:lnTo>
                  <a:pt x="21445" y="8984"/>
                </a:lnTo>
                <a:cubicBezTo>
                  <a:pt x="21424" y="8864"/>
                  <a:pt x="21402" y="8743"/>
                  <a:pt x="21378" y="8623"/>
                </a:cubicBezTo>
                <a:close/>
                <a:moveTo>
                  <a:pt x="21514" y="9448"/>
                </a:moveTo>
                <a:lnTo>
                  <a:pt x="9447" y="21514"/>
                </a:lnTo>
                <a:cubicBezTo>
                  <a:pt x="9576" y="21530"/>
                  <a:pt x="9704" y="21546"/>
                  <a:pt x="9833" y="21557"/>
                </a:cubicBezTo>
                <a:lnTo>
                  <a:pt x="21557" y="9834"/>
                </a:lnTo>
                <a:cubicBezTo>
                  <a:pt x="21546" y="9705"/>
                  <a:pt x="21530" y="9576"/>
                  <a:pt x="21514" y="9448"/>
                </a:cubicBezTo>
                <a:close/>
                <a:moveTo>
                  <a:pt x="21590" y="10333"/>
                </a:moveTo>
                <a:lnTo>
                  <a:pt x="10332" y="21590"/>
                </a:lnTo>
                <a:cubicBezTo>
                  <a:pt x="10473" y="21596"/>
                  <a:pt x="10613" y="21599"/>
                  <a:pt x="10753" y="21600"/>
                </a:cubicBezTo>
                <a:lnTo>
                  <a:pt x="21600" y="10754"/>
                </a:lnTo>
                <a:cubicBezTo>
                  <a:pt x="21599" y="10613"/>
                  <a:pt x="21596" y="10473"/>
                  <a:pt x="21590" y="10333"/>
                </a:cubicBezTo>
                <a:close/>
                <a:moveTo>
                  <a:pt x="21590" y="11296"/>
                </a:moveTo>
                <a:lnTo>
                  <a:pt x="11295" y="21590"/>
                </a:lnTo>
                <a:cubicBezTo>
                  <a:pt x="11449" y="21583"/>
                  <a:pt x="11603" y="21572"/>
                  <a:pt x="11757" y="21558"/>
                </a:cubicBezTo>
                <a:lnTo>
                  <a:pt x="21558" y="11757"/>
                </a:lnTo>
                <a:cubicBezTo>
                  <a:pt x="21572" y="11603"/>
                  <a:pt x="21583" y="11450"/>
                  <a:pt x="21590" y="11296"/>
                </a:cubicBezTo>
                <a:close/>
                <a:moveTo>
                  <a:pt x="21489" y="12358"/>
                </a:moveTo>
                <a:lnTo>
                  <a:pt x="12358" y="21489"/>
                </a:lnTo>
                <a:cubicBezTo>
                  <a:pt x="12531" y="21464"/>
                  <a:pt x="12703" y="21434"/>
                  <a:pt x="12876" y="21400"/>
                </a:cubicBezTo>
                <a:lnTo>
                  <a:pt x="21400" y="12876"/>
                </a:lnTo>
                <a:cubicBezTo>
                  <a:pt x="21434" y="12704"/>
                  <a:pt x="21464" y="12531"/>
                  <a:pt x="21489" y="12358"/>
                </a:cubicBezTo>
                <a:close/>
                <a:moveTo>
                  <a:pt x="21239" y="13569"/>
                </a:moveTo>
                <a:lnTo>
                  <a:pt x="13569" y="21239"/>
                </a:lnTo>
                <a:cubicBezTo>
                  <a:pt x="13774" y="21185"/>
                  <a:pt x="13978" y="21125"/>
                  <a:pt x="14181" y="21058"/>
                </a:cubicBezTo>
                <a:lnTo>
                  <a:pt x="21058" y="14181"/>
                </a:lnTo>
                <a:cubicBezTo>
                  <a:pt x="21125" y="13978"/>
                  <a:pt x="21185" y="13774"/>
                  <a:pt x="21239" y="13569"/>
                </a:cubicBezTo>
                <a:close/>
                <a:moveTo>
                  <a:pt x="20736" y="15035"/>
                </a:moveTo>
                <a:lnTo>
                  <a:pt x="15035" y="20736"/>
                </a:lnTo>
                <a:cubicBezTo>
                  <a:pt x="15310" y="20619"/>
                  <a:pt x="15581" y="20493"/>
                  <a:pt x="15848" y="20352"/>
                </a:cubicBezTo>
                <a:lnTo>
                  <a:pt x="20352" y="15848"/>
                </a:lnTo>
                <a:cubicBezTo>
                  <a:pt x="20493" y="15581"/>
                  <a:pt x="20619" y="15310"/>
                  <a:pt x="20736" y="15035"/>
                </a:cubicBezTo>
                <a:close/>
                <a:moveTo>
                  <a:pt x="19400" y="17332"/>
                </a:moveTo>
                <a:lnTo>
                  <a:pt x="17332" y="19400"/>
                </a:lnTo>
                <a:cubicBezTo>
                  <a:pt x="17716" y="19108"/>
                  <a:pt x="18087" y="18789"/>
                  <a:pt x="18438" y="18438"/>
                </a:cubicBezTo>
                <a:cubicBezTo>
                  <a:pt x="18788" y="18087"/>
                  <a:pt x="19107" y="17716"/>
                  <a:pt x="19400" y="17332"/>
                </a:cubicBezTo>
                <a:close/>
              </a:path>
            </a:pathLst>
          </a:custGeom>
          <a:solidFill>
            <a:schemeClr val="accent4"/>
          </a:solidFill>
          <a:ln w="12700">
            <a:miter lim="400000"/>
          </a:ln>
        </p:spPr>
        <p:txBody>
          <a:bodyPr lIns="0" tIns="0" rIns="0" bIns="0" anchor="ctr"/>
          <a:lstStyle/>
          <a:p>
            <a:pPr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/>
          </a:p>
        </p:txBody>
      </p:sp>
      <p:sp>
        <p:nvSpPr>
          <p:cNvPr id="241" name="Shape"/>
          <p:cNvSpPr/>
          <p:nvPr/>
        </p:nvSpPr>
        <p:spPr>
          <a:xfrm>
            <a:off x="-9782" y="-14685"/>
            <a:ext cx="5401449" cy="1371951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489" h="21600" extrusionOk="0">
                <a:moveTo>
                  <a:pt x="9876" y="0"/>
                </a:moveTo>
                <a:cubicBezTo>
                  <a:pt x="14909" y="1061"/>
                  <a:pt x="18164" y="3091"/>
                  <a:pt x="18448" y="5345"/>
                </a:cubicBezTo>
                <a:cubicBezTo>
                  <a:pt x="18695" y="7304"/>
                  <a:pt x="16642" y="9198"/>
                  <a:pt x="12885" y="10477"/>
                </a:cubicBezTo>
                <a:cubicBezTo>
                  <a:pt x="8651" y="11730"/>
                  <a:pt x="7084" y="13955"/>
                  <a:pt x="9071" y="15894"/>
                </a:cubicBezTo>
                <a:cubicBezTo>
                  <a:pt x="10355" y="17147"/>
                  <a:pt x="13013" y="18098"/>
                  <a:pt x="16290" y="18479"/>
                </a:cubicBezTo>
                <a:cubicBezTo>
                  <a:pt x="17951" y="18702"/>
                  <a:pt x="19367" y="19144"/>
                  <a:pt x="20305" y="19731"/>
                </a:cubicBezTo>
                <a:cubicBezTo>
                  <a:pt x="21193" y="20288"/>
                  <a:pt x="21600" y="20944"/>
                  <a:pt x="21463" y="21600"/>
                </a:cubicBezTo>
                <a:lnTo>
                  <a:pt x="0" y="21600"/>
                </a:lnTo>
                <a:lnTo>
                  <a:pt x="0" y="1"/>
                </a:lnTo>
                <a:lnTo>
                  <a:pt x="9876" y="0"/>
                </a:lnTo>
                <a:close/>
              </a:path>
            </a:pathLst>
          </a:custGeom>
          <a:solidFill>
            <a:schemeClr val="accent3"/>
          </a:solidFill>
          <a:ln w="12700">
            <a:miter lim="400000"/>
          </a:ln>
          <a:effectLst>
            <a:outerShdw blurRad="914400" dist="25400" dir="5400000" rotWithShape="0">
              <a:srgbClr val="000000">
                <a:alpha val="50000"/>
              </a:srgbClr>
            </a:outerShdw>
          </a:effectLst>
        </p:spPr>
        <p:txBody>
          <a:bodyPr lIns="50800" tIns="50800" rIns="50800" bIns="50800" anchor="ctr"/>
          <a:lstStyle/>
          <a:p>
            <a:endParaRPr/>
          </a:p>
        </p:txBody>
      </p:sp>
      <p:sp>
        <p:nvSpPr>
          <p:cNvPr id="242" name="Shape"/>
          <p:cNvSpPr/>
          <p:nvPr/>
        </p:nvSpPr>
        <p:spPr>
          <a:xfrm>
            <a:off x="14077382" y="-26393"/>
            <a:ext cx="10315136" cy="10264133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490" h="20992" extrusionOk="0">
                <a:moveTo>
                  <a:pt x="22" y="0"/>
                </a:moveTo>
                <a:cubicBezTo>
                  <a:pt x="-110" y="1123"/>
                  <a:pt x="362" y="2232"/>
                  <a:pt x="1268" y="2930"/>
                </a:cubicBezTo>
                <a:cubicBezTo>
                  <a:pt x="2187" y="3637"/>
                  <a:pt x="3418" y="3817"/>
                  <a:pt x="4507" y="3403"/>
                </a:cubicBezTo>
                <a:cubicBezTo>
                  <a:pt x="6055" y="2610"/>
                  <a:pt x="7961" y="3061"/>
                  <a:pt x="8970" y="4460"/>
                </a:cubicBezTo>
                <a:cubicBezTo>
                  <a:pt x="9809" y="5622"/>
                  <a:pt x="9807" y="7178"/>
                  <a:pt x="8965" y="8338"/>
                </a:cubicBezTo>
                <a:cubicBezTo>
                  <a:pt x="6771" y="11924"/>
                  <a:pt x="7613" y="16550"/>
                  <a:pt x="10936" y="19169"/>
                </a:cubicBezTo>
                <a:cubicBezTo>
                  <a:pt x="14018" y="21597"/>
                  <a:pt x="18405" y="21600"/>
                  <a:pt x="21490" y="19175"/>
                </a:cubicBezTo>
                <a:lnTo>
                  <a:pt x="21490" y="35"/>
                </a:lnTo>
                <a:lnTo>
                  <a:pt x="22" y="0"/>
                </a:lnTo>
                <a:close/>
              </a:path>
            </a:pathLst>
          </a:custGeom>
          <a:solidFill>
            <a:schemeClr val="accent3"/>
          </a:solidFill>
          <a:ln w="12700">
            <a:miter lim="400000"/>
          </a:ln>
          <a:effectLst>
            <a:outerShdw blurRad="914400" dist="25400" dir="5400000" rotWithShape="0">
              <a:srgbClr val="000000">
                <a:alpha val="50000"/>
              </a:srgbClr>
            </a:outerShdw>
          </a:effectLst>
        </p:spPr>
        <p:txBody>
          <a:bodyPr lIns="50800" tIns="50800" rIns="50800" bIns="50800" anchor="ctr"/>
          <a:lstStyle/>
          <a:p>
            <a:endParaRPr/>
          </a:p>
        </p:txBody>
      </p:sp>
      <p:sp>
        <p:nvSpPr>
          <p:cNvPr id="243" name="Circle"/>
          <p:cNvSpPr/>
          <p:nvPr/>
        </p:nvSpPr>
        <p:spPr>
          <a:xfrm>
            <a:off x="19803433" y="-1288291"/>
            <a:ext cx="2709535" cy="2709535"/>
          </a:xfrm>
          <a:prstGeom prst="ellipse">
            <a:avLst/>
          </a:prstGeom>
          <a:gradFill>
            <a:gsLst>
              <a:gs pos="0">
                <a:schemeClr val="accent2"/>
              </a:gs>
              <a:gs pos="100000">
                <a:schemeClr val="accent1"/>
              </a:gs>
            </a:gsLst>
            <a:lin ang="5400000"/>
          </a:gradFill>
          <a:ln w="12700">
            <a:miter lim="400000"/>
          </a:ln>
        </p:spPr>
        <p:txBody>
          <a:bodyPr lIns="0" tIns="0" rIns="0" bIns="0" anchor="ctr"/>
          <a:lstStyle/>
          <a:p>
            <a:pPr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/>
          </a:p>
        </p:txBody>
      </p:sp>
      <p:sp>
        <p:nvSpPr>
          <p:cNvPr id="244" name="Circle"/>
          <p:cNvSpPr/>
          <p:nvPr/>
        </p:nvSpPr>
        <p:spPr>
          <a:xfrm>
            <a:off x="21418714" y="7413590"/>
            <a:ext cx="494973" cy="494973"/>
          </a:xfrm>
          <a:prstGeom prst="ellipse">
            <a:avLst/>
          </a:prstGeom>
          <a:gradFill>
            <a:gsLst>
              <a:gs pos="0">
                <a:schemeClr val="accent2"/>
              </a:gs>
              <a:gs pos="100000">
                <a:schemeClr val="accent1"/>
              </a:gs>
            </a:gsLst>
            <a:lin ang="5400000"/>
          </a:gradFill>
          <a:ln w="12700">
            <a:miter lim="400000"/>
          </a:ln>
        </p:spPr>
        <p:txBody>
          <a:bodyPr lIns="0" tIns="0" rIns="0" bIns="0" anchor="ctr"/>
          <a:lstStyle/>
          <a:p>
            <a:pPr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/>
          </a:p>
        </p:txBody>
      </p:sp>
      <p:sp>
        <p:nvSpPr>
          <p:cNvPr id="245" name="Circle"/>
          <p:cNvSpPr/>
          <p:nvPr/>
        </p:nvSpPr>
        <p:spPr>
          <a:xfrm>
            <a:off x="3257714" y="11223590"/>
            <a:ext cx="494973" cy="494973"/>
          </a:xfrm>
          <a:prstGeom prst="ellipse">
            <a:avLst/>
          </a:prstGeom>
          <a:gradFill>
            <a:gsLst>
              <a:gs pos="0">
                <a:schemeClr val="accent2"/>
              </a:gs>
              <a:gs pos="100000">
                <a:schemeClr val="accent1"/>
              </a:gs>
            </a:gsLst>
            <a:lin ang="5400000"/>
          </a:gradFill>
          <a:ln w="12700">
            <a:miter lim="400000"/>
          </a:ln>
        </p:spPr>
        <p:txBody>
          <a:bodyPr lIns="0" tIns="0" rIns="0" bIns="0" anchor="ctr"/>
          <a:lstStyle/>
          <a:p>
            <a:pPr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/>
          </a:p>
        </p:txBody>
      </p:sp>
      <p:sp>
        <p:nvSpPr>
          <p:cNvPr id="246" name="Circle"/>
          <p:cNvSpPr/>
          <p:nvPr/>
        </p:nvSpPr>
        <p:spPr>
          <a:xfrm>
            <a:off x="1178535" y="3912012"/>
            <a:ext cx="1046530" cy="1046530"/>
          </a:xfrm>
          <a:prstGeom prst="ellipse">
            <a:avLst/>
          </a:prstGeom>
          <a:gradFill>
            <a:gsLst>
              <a:gs pos="0">
                <a:schemeClr val="accent2"/>
              </a:gs>
              <a:gs pos="100000">
                <a:schemeClr val="accent1"/>
              </a:gs>
            </a:gsLst>
            <a:lin ang="5400000"/>
          </a:gradFill>
          <a:ln w="12700">
            <a:miter lim="400000"/>
          </a:ln>
        </p:spPr>
        <p:txBody>
          <a:bodyPr lIns="0" tIns="0" rIns="0" bIns="0" anchor="ctr"/>
          <a:lstStyle/>
          <a:p>
            <a:pPr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/>
          </a:p>
        </p:txBody>
      </p:sp>
      <p:sp>
        <p:nvSpPr>
          <p:cNvPr id="247" name="Circle"/>
          <p:cNvSpPr/>
          <p:nvPr/>
        </p:nvSpPr>
        <p:spPr>
          <a:xfrm>
            <a:off x="7653501" y="-1347822"/>
            <a:ext cx="1812598" cy="1812597"/>
          </a:xfrm>
          <a:prstGeom prst="ellipse">
            <a:avLst/>
          </a:prstGeom>
          <a:gradFill>
            <a:gsLst>
              <a:gs pos="0">
                <a:schemeClr val="accent2"/>
              </a:gs>
              <a:gs pos="100000">
                <a:schemeClr val="accent1"/>
              </a:gs>
            </a:gsLst>
            <a:lin ang="5400000"/>
          </a:gradFill>
          <a:ln w="12700">
            <a:miter lim="400000"/>
          </a:ln>
        </p:spPr>
        <p:txBody>
          <a:bodyPr lIns="0" tIns="0" rIns="0" bIns="0" anchor="ctr"/>
          <a:lstStyle/>
          <a:p>
            <a:pPr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/>
          </a:p>
        </p:txBody>
      </p:sp>
      <p:sp>
        <p:nvSpPr>
          <p:cNvPr id="248" name="Circle"/>
          <p:cNvSpPr/>
          <p:nvPr/>
        </p:nvSpPr>
        <p:spPr>
          <a:xfrm>
            <a:off x="16592714" y="12010990"/>
            <a:ext cx="494973" cy="494973"/>
          </a:xfrm>
          <a:prstGeom prst="ellipse">
            <a:avLst/>
          </a:prstGeom>
          <a:gradFill>
            <a:gsLst>
              <a:gs pos="0">
                <a:schemeClr val="accent2"/>
              </a:gs>
              <a:gs pos="100000">
                <a:schemeClr val="accent1"/>
              </a:gs>
            </a:gsLst>
            <a:lin ang="5400000"/>
          </a:gradFill>
          <a:ln w="12700">
            <a:miter lim="400000"/>
          </a:ln>
        </p:spPr>
        <p:txBody>
          <a:bodyPr lIns="0" tIns="0" rIns="0" bIns="0" anchor="ctr"/>
          <a:lstStyle/>
          <a:p>
            <a:pPr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/>
          </a:p>
        </p:txBody>
      </p:sp>
      <p:sp>
        <p:nvSpPr>
          <p:cNvPr id="249" name="THANK YOU!"/>
          <p:cNvSpPr txBox="1"/>
          <p:nvPr/>
        </p:nvSpPr>
        <p:spPr>
          <a:xfrm>
            <a:off x="6601846" y="5645150"/>
            <a:ext cx="9328592" cy="2425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/>
          <a:p>
            <a:pPr algn="l">
              <a:defRPr sz="15000" b="0">
                <a:solidFill>
                  <a:srgbClr val="F6C543"/>
                </a:solidFill>
                <a:latin typeface="Impact"/>
                <a:ea typeface="Impact"/>
                <a:cs typeface="Impact"/>
                <a:sym typeface="Impact"/>
              </a:defRPr>
            </a:pPr>
            <a:r>
              <a:rPr dirty="0">
                <a:solidFill>
                  <a:schemeClr val="accent1"/>
                </a:solidFill>
              </a:rPr>
              <a:t>THANK</a:t>
            </a:r>
            <a:r>
              <a:rPr dirty="0"/>
              <a:t> </a:t>
            </a:r>
            <a:r>
              <a:rPr dirty="0">
                <a:solidFill>
                  <a:srgbClr val="FFFFFF"/>
                </a:solidFill>
              </a:rPr>
              <a:t>YOU!</a:t>
            </a:r>
          </a:p>
        </p:txBody>
      </p:sp>
      <p:sp>
        <p:nvSpPr>
          <p:cNvPr id="250" name="Shape"/>
          <p:cNvSpPr/>
          <p:nvPr/>
        </p:nvSpPr>
        <p:spPr>
          <a:xfrm>
            <a:off x="1623485" y="7350797"/>
            <a:ext cx="1046530" cy="104640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9679" h="20595" extrusionOk="0">
                <a:moveTo>
                  <a:pt x="9839" y="0"/>
                </a:moveTo>
                <a:cubicBezTo>
                  <a:pt x="7321" y="0"/>
                  <a:pt x="4802" y="1006"/>
                  <a:pt x="2881" y="3017"/>
                </a:cubicBezTo>
                <a:cubicBezTo>
                  <a:pt x="-961" y="7038"/>
                  <a:pt x="-961" y="13557"/>
                  <a:pt x="2881" y="17578"/>
                </a:cubicBezTo>
                <a:cubicBezTo>
                  <a:pt x="6724" y="21600"/>
                  <a:pt x="12954" y="21600"/>
                  <a:pt x="16797" y="17578"/>
                </a:cubicBezTo>
                <a:cubicBezTo>
                  <a:pt x="20639" y="13557"/>
                  <a:pt x="20639" y="7038"/>
                  <a:pt x="16797" y="3017"/>
                </a:cubicBezTo>
                <a:cubicBezTo>
                  <a:pt x="14876" y="1006"/>
                  <a:pt x="12357" y="0"/>
                  <a:pt x="9839" y="0"/>
                </a:cubicBezTo>
                <a:close/>
                <a:moveTo>
                  <a:pt x="9839" y="2649"/>
                </a:moveTo>
                <a:cubicBezTo>
                  <a:pt x="11709" y="2649"/>
                  <a:pt x="13580" y="3397"/>
                  <a:pt x="15007" y="4890"/>
                </a:cubicBezTo>
                <a:cubicBezTo>
                  <a:pt x="17861" y="7877"/>
                  <a:pt x="17861" y="12718"/>
                  <a:pt x="15007" y="15705"/>
                </a:cubicBezTo>
                <a:cubicBezTo>
                  <a:pt x="12153" y="18692"/>
                  <a:pt x="7525" y="18692"/>
                  <a:pt x="4671" y="15705"/>
                </a:cubicBezTo>
                <a:cubicBezTo>
                  <a:pt x="1817" y="12718"/>
                  <a:pt x="1817" y="7877"/>
                  <a:pt x="4671" y="4890"/>
                </a:cubicBezTo>
                <a:cubicBezTo>
                  <a:pt x="6098" y="3397"/>
                  <a:pt x="7969" y="2649"/>
                  <a:pt x="9839" y="2649"/>
                </a:cubicBezTo>
                <a:close/>
              </a:path>
            </a:pathLst>
          </a:custGeom>
          <a:gradFill>
            <a:gsLst>
              <a:gs pos="0">
                <a:schemeClr val="accent2"/>
              </a:gs>
              <a:gs pos="100000">
                <a:schemeClr val="accent1"/>
              </a:gs>
            </a:gsLst>
            <a:lin ang="5400000"/>
          </a:gradFill>
          <a:ln w="12700">
            <a:miter lim="400000"/>
          </a:ln>
        </p:spPr>
        <p:txBody>
          <a:bodyPr lIns="0" tIns="0" rIns="0" bIns="0" anchor="ctr"/>
          <a:lstStyle/>
          <a:p>
            <a:pPr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/>
          </a:p>
        </p:txBody>
      </p:sp>
      <p:sp>
        <p:nvSpPr>
          <p:cNvPr id="251" name="Shape"/>
          <p:cNvSpPr/>
          <p:nvPr/>
        </p:nvSpPr>
        <p:spPr>
          <a:xfrm>
            <a:off x="18939296" y="9096486"/>
            <a:ext cx="2330506" cy="233022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9679" h="20595" extrusionOk="0">
                <a:moveTo>
                  <a:pt x="9839" y="0"/>
                </a:moveTo>
                <a:cubicBezTo>
                  <a:pt x="7321" y="0"/>
                  <a:pt x="4802" y="1006"/>
                  <a:pt x="2881" y="3017"/>
                </a:cubicBezTo>
                <a:cubicBezTo>
                  <a:pt x="-961" y="7038"/>
                  <a:pt x="-961" y="13557"/>
                  <a:pt x="2881" y="17578"/>
                </a:cubicBezTo>
                <a:cubicBezTo>
                  <a:pt x="6724" y="21600"/>
                  <a:pt x="12954" y="21600"/>
                  <a:pt x="16797" y="17578"/>
                </a:cubicBezTo>
                <a:cubicBezTo>
                  <a:pt x="20639" y="13557"/>
                  <a:pt x="20639" y="7038"/>
                  <a:pt x="16797" y="3017"/>
                </a:cubicBezTo>
                <a:cubicBezTo>
                  <a:pt x="14876" y="1006"/>
                  <a:pt x="12357" y="0"/>
                  <a:pt x="9839" y="0"/>
                </a:cubicBezTo>
                <a:close/>
                <a:moveTo>
                  <a:pt x="9839" y="2649"/>
                </a:moveTo>
                <a:cubicBezTo>
                  <a:pt x="11709" y="2649"/>
                  <a:pt x="13580" y="3397"/>
                  <a:pt x="15007" y="4890"/>
                </a:cubicBezTo>
                <a:cubicBezTo>
                  <a:pt x="17861" y="7877"/>
                  <a:pt x="17861" y="12718"/>
                  <a:pt x="15007" y="15705"/>
                </a:cubicBezTo>
                <a:cubicBezTo>
                  <a:pt x="12153" y="18692"/>
                  <a:pt x="7525" y="18692"/>
                  <a:pt x="4671" y="15705"/>
                </a:cubicBezTo>
                <a:cubicBezTo>
                  <a:pt x="1817" y="12718"/>
                  <a:pt x="1817" y="7877"/>
                  <a:pt x="4671" y="4890"/>
                </a:cubicBezTo>
                <a:cubicBezTo>
                  <a:pt x="6098" y="3397"/>
                  <a:pt x="7969" y="2649"/>
                  <a:pt x="9839" y="2649"/>
                </a:cubicBezTo>
                <a:close/>
              </a:path>
            </a:pathLst>
          </a:custGeom>
          <a:gradFill>
            <a:gsLst>
              <a:gs pos="0">
                <a:schemeClr val="accent2"/>
              </a:gs>
              <a:gs pos="100000">
                <a:schemeClr val="accent1"/>
              </a:gs>
            </a:gsLst>
            <a:lin ang="5400000"/>
          </a:gradFill>
          <a:ln w="12700">
            <a:miter lim="400000"/>
          </a:ln>
        </p:spPr>
        <p:txBody>
          <a:bodyPr lIns="0" tIns="0" rIns="0" bIns="0" anchor="ctr"/>
          <a:lstStyle/>
          <a:p>
            <a:pPr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/>
          </a:p>
        </p:txBody>
      </p:sp>
      <p:sp>
        <p:nvSpPr>
          <p:cNvPr id="252" name="Shape"/>
          <p:cNvSpPr/>
          <p:nvPr/>
        </p:nvSpPr>
        <p:spPr>
          <a:xfrm>
            <a:off x="21530096" y="2166365"/>
            <a:ext cx="4663288" cy="466272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9679" h="20595" extrusionOk="0">
                <a:moveTo>
                  <a:pt x="9839" y="0"/>
                </a:moveTo>
                <a:cubicBezTo>
                  <a:pt x="7321" y="0"/>
                  <a:pt x="4802" y="1006"/>
                  <a:pt x="2881" y="3017"/>
                </a:cubicBezTo>
                <a:cubicBezTo>
                  <a:pt x="-961" y="7038"/>
                  <a:pt x="-961" y="13557"/>
                  <a:pt x="2881" y="17578"/>
                </a:cubicBezTo>
                <a:cubicBezTo>
                  <a:pt x="6724" y="21600"/>
                  <a:pt x="12954" y="21600"/>
                  <a:pt x="16797" y="17578"/>
                </a:cubicBezTo>
                <a:cubicBezTo>
                  <a:pt x="20639" y="13557"/>
                  <a:pt x="20639" y="7038"/>
                  <a:pt x="16797" y="3017"/>
                </a:cubicBezTo>
                <a:cubicBezTo>
                  <a:pt x="14876" y="1006"/>
                  <a:pt x="12357" y="0"/>
                  <a:pt x="9839" y="0"/>
                </a:cubicBezTo>
                <a:close/>
                <a:moveTo>
                  <a:pt x="9839" y="2649"/>
                </a:moveTo>
                <a:cubicBezTo>
                  <a:pt x="11709" y="2649"/>
                  <a:pt x="13580" y="3397"/>
                  <a:pt x="15007" y="4890"/>
                </a:cubicBezTo>
                <a:cubicBezTo>
                  <a:pt x="17861" y="7877"/>
                  <a:pt x="17861" y="12718"/>
                  <a:pt x="15007" y="15705"/>
                </a:cubicBezTo>
                <a:cubicBezTo>
                  <a:pt x="12153" y="18692"/>
                  <a:pt x="7525" y="18692"/>
                  <a:pt x="4671" y="15705"/>
                </a:cubicBezTo>
                <a:cubicBezTo>
                  <a:pt x="1817" y="12718"/>
                  <a:pt x="1817" y="7877"/>
                  <a:pt x="4671" y="4890"/>
                </a:cubicBezTo>
                <a:cubicBezTo>
                  <a:pt x="6098" y="3397"/>
                  <a:pt x="7969" y="2649"/>
                  <a:pt x="9839" y="2649"/>
                </a:cubicBezTo>
                <a:close/>
              </a:path>
            </a:pathLst>
          </a:custGeom>
          <a:gradFill>
            <a:gsLst>
              <a:gs pos="0">
                <a:schemeClr val="accent2"/>
              </a:gs>
              <a:gs pos="100000">
                <a:schemeClr val="accent1"/>
              </a:gs>
            </a:gsLst>
            <a:lin ang="5400000"/>
          </a:gradFill>
          <a:ln w="12700">
            <a:miter lim="400000"/>
          </a:ln>
        </p:spPr>
        <p:txBody>
          <a:bodyPr lIns="0" tIns="0" rIns="0" bIns="0" anchor="ctr"/>
          <a:lstStyle/>
          <a:p>
            <a:pPr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/>
          </a:p>
        </p:txBody>
      </p:sp>
    </p:spTree>
  </p:cSld>
  <p:clrMapOvr>
    <a:masterClrMapping/>
  </p:clrMapOvr>
  <p:transition spd="med"/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heme/theme1.xml><?xml version="1.0" encoding="utf-8"?>
<a:theme xmlns:a="http://schemas.openxmlformats.org/drawingml/2006/main" name="White">
  <a:themeElements>
    <a:clrScheme name="HiSlide_A_03">
      <a:dk1>
        <a:srgbClr val="000000"/>
      </a:dk1>
      <a:lt1>
        <a:srgbClr val="FFFFFF"/>
      </a:lt1>
      <a:dk2>
        <a:srgbClr val="5E5E5E"/>
      </a:dk2>
      <a:lt2>
        <a:srgbClr val="D5D5D5"/>
      </a:lt2>
      <a:accent1>
        <a:srgbClr val="F6C542"/>
      </a:accent1>
      <a:accent2>
        <a:srgbClr val="F5E167"/>
      </a:accent2>
      <a:accent3>
        <a:srgbClr val="272727"/>
      </a:accent3>
      <a:accent4>
        <a:srgbClr val="3F4040"/>
      </a:accent4>
      <a:accent5>
        <a:srgbClr val="F5E167"/>
      </a:accent5>
      <a:accent6>
        <a:srgbClr val="F6C542"/>
      </a:accent6>
      <a:hlink>
        <a:srgbClr val="F5E167"/>
      </a:hlink>
      <a:folHlink>
        <a:srgbClr val="F6C542"/>
      </a:folHlink>
    </a:clrScheme>
    <a:fontScheme name="White">
      <a:majorFont>
        <a:latin typeface="Helvetica Neue Medium"/>
        <a:ea typeface="Helvetica Neue Medium"/>
        <a:cs typeface="Helvetica Neue Medium"/>
      </a:majorFont>
      <a:minorFont>
        <a:latin typeface="Helvetica Neue Medium"/>
        <a:ea typeface="Helvetica Neue Medium"/>
        <a:cs typeface="Helvetica Neue Medium"/>
      </a:minorFont>
    </a:fontScheme>
    <a:fmtScheme name="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accent1"/>
        </a:solidFill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0" tIns="0" rIns="0" bIns="0" numCol="1" spcCol="38100" rtlCol="0" anchor="ctr">
        <a:spAutoFit/>
      </a:bodyPr>
      <a:lstStyle>
        <a:defPPr marL="0" marR="0" indent="0" algn="ctr" defTabSz="8255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3200" b="0" i="0" u="none" strike="noStrike" cap="none" spc="0" normalizeH="0" baseline="0">
            <a:ln>
              <a:noFill/>
            </a:ln>
            <a:solidFill>
              <a:srgbClr val="FFFFFF"/>
            </a:solidFill>
            <a:effectLst/>
            <a:uFillTx/>
            <a:latin typeface="+mn-lt"/>
            <a:ea typeface="+mn-ea"/>
            <a:cs typeface="+mn-cs"/>
            <a:sym typeface="Helvetica Neue Medium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rgbClr val="000000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8255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3000" b="1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Helvetica Neue"/>
            <a:ea typeface="Helvetica Neue"/>
            <a:cs typeface="Helvetica Neue"/>
            <a:sym typeface="Helvetica Neue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White">
  <a:themeElements>
    <a:clrScheme name="White">
      <a:dk1>
        <a:srgbClr val="000000"/>
      </a:dk1>
      <a:lt1>
        <a:srgbClr val="FFFFFF"/>
      </a:lt1>
      <a:dk2>
        <a:srgbClr val="5E5E5E"/>
      </a:dk2>
      <a:lt2>
        <a:srgbClr val="D5D5D5"/>
      </a:lt2>
      <a:accent1>
        <a:srgbClr val="00A2FF"/>
      </a:accent1>
      <a:accent2>
        <a:srgbClr val="16E7CF"/>
      </a:accent2>
      <a:accent3>
        <a:srgbClr val="61D836"/>
      </a:accent3>
      <a:accent4>
        <a:srgbClr val="FAE232"/>
      </a:accent4>
      <a:accent5>
        <a:srgbClr val="FF644E"/>
      </a:accent5>
      <a:accent6>
        <a:srgbClr val="EF5FA7"/>
      </a:accent6>
      <a:hlink>
        <a:srgbClr val="0000FF"/>
      </a:hlink>
      <a:folHlink>
        <a:srgbClr val="FF00FF"/>
      </a:folHlink>
    </a:clrScheme>
    <a:fontScheme name="White">
      <a:majorFont>
        <a:latin typeface="Helvetica Neue Medium"/>
        <a:ea typeface="Helvetica Neue Medium"/>
        <a:cs typeface="Helvetica Neue Medium"/>
      </a:majorFont>
      <a:minorFont>
        <a:latin typeface="Helvetica Neue Medium"/>
        <a:ea typeface="Helvetica Neue Medium"/>
        <a:cs typeface="Helvetica Neue Medium"/>
      </a:minorFont>
    </a:fontScheme>
    <a:fmtScheme name="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accent1"/>
        </a:solidFill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0" tIns="0" rIns="0" bIns="0" numCol="1" spcCol="38100" rtlCol="0" anchor="ctr">
        <a:spAutoFit/>
      </a:bodyPr>
      <a:lstStyle>
        <a:defPPr marL="0" marR="0" indent="0" algn="ctr" defTabSz="8255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3200" b="0" i="0" u="none" strike="noStrike" cap="none" spc="0" normalizeH="0" baseline="0">
            <a:ln>
              <a:noFill/>
            </a:ln>
            <a:solidFill>
              <a:srgbClr val="FFFFFF"/>
            </a:solidFill>
            <a:effectLst/>
            <a:uFillTx/>
            <a:latin typeface="+mn-lt"/>
            <a:ea typeface="+mn-ea"/>
            <a:cs typeface="+mn-cs"/>
            <a:sym typeface="Helvetica Neue Medium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rgbClr val="000000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8255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3000" b="1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Helvetica Neue"/>
            <a:ea typeface="Helvetica Neue"/>
            <a:cs typeface="Helvetica Neue"/>
            <a:sym typeface="Helvetica Neue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263</TotalTime>
  <Words>803</Words>
  <Application>Microsoft Office PowerPoint</Application>
  <PresentationFormat>自定义</PresentationFormat>
  <Paragraphs>165</Paragraphs>
  <Slides>53</Slides>
  <Notes>2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53</vt:i4>
      </vt:variant>
    </vt:vector>
  </HeadingPairs>
  <TitlesOfParts>
    <vt:vector size="66" baseType="lpstr">
      <vt:lpstr>Helvetica Neue</vt:lpstr>
      <vt:lpstr>Helvetica Neue Light</vt:lpstr>
      <vt:lpstr>Helvetica Neue Medium</vt:lpstr>
      <vt:lpstr>等线</vt:lpstr>
      <vt:lpstr>等线 Light</vt:lpstr>
      <vt:lpstr>华文楷体</vt:lpstr>
      <vt:lpstr>楷体_GB2312</vt:lpstr>
      <vt:lpstr>宋体</vt:lpstr>
      <vt:lpstr>Arial</vt:lpstr>
      <vt:lpstr>Impact</vt:lpstr>
      <vt:lpstr>Times New Roman</vt:lpstr>
      <vt:lpstr>White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组合体读图——图线与线框</vt:lpstr>
      <vt:lpstr>组合体读图</vt:lpstr>
      <vt:lpstr>组合体读图</vt:lpstr>
      <vt:lpstr>组合体读图</vt:lpstr>
      <vt:lpstr>组合体读图——形体分析</vt:lpstr>
      <vt:lpstr>组合体读图——切割方式（线面分析）</vt:lpstr>
      <vt:lpstr>组合体尺寸标注——基本立体</vt:lpstr>
      <vt:lpstr>组合体尺寸标注</vt:lpstr>
      <vt:lpstr>组合体尺寸标注</vt:lpstr>
      <vt:lpstr>组合体尺寸标注</vt:lpstr>
      <vt:lpstr>组合体尺寸标注</vt:lpstr>
      <vt:lpstr>组合体尺寸标注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cp:lastModifiedBy>q q</cp:lastModifiedBy>
  <cp:revision>9</cp:revision>
  <dcterms:modified xsi:type="dcterms:W3CDTF">2024-11-10T12:09:54Z</dcterms:modified>
</cp:coreProperties>
</file>